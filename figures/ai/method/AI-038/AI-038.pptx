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1c383e8f394947" /><Relationship Type="http://schemas.openxmlformats.org/officeDocument/2006/relationships/extended-properties" Target="/docProps/app.xml" Id="R4033bdb5d82a47fb" /><Relationship Type="http://schemas.openxmlformats.org/officeDocument/2006/relationships/officeDocument" Target="/ppt/presentation.xml" Id="R2d064ebfb2004b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f4f298fe5a4d8a"/>
  </p:sldMasterIdLst>
  <p:notesMasterIdLst>
    <p:notesMasterId xmlns:r="http://schemas.openxmlformats.org/officeDocument/2006/relationships" r:id="R9c53a9ad8cb5433e"/>
  </p:notesMasterIdLst>
  <p:sldIdLst>
    <p:sldId xmlns:r="http://schemas.openxmlformats.org/officeDocument/2006/relationships" id="256" r:id="R688f888128d34493"/>
  </p:sldIdLst>
  <p:sldSz cx="13030200" cy="4697731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2d3dbbb87e4b6a" /><Relationship Type="http://schemas.openxmlformats.org/officeDocument/2006/relationships/slideMaster" Target="/ppt/slideMasters/slideMaster1.xml" Id="Raef4f298fe5a4d8a" /><Relationship Type="http://schemas.openxmlformats.org/officeDocument/2006/relationships/notesMaster" Target="/ppt/notesMasters/notesMaster1.xml" Id="R9c53a9ad8cb5433e" /><Relationship Type="http://schemas.openxmlformats.org/officeDocument/2006/relationships/presProps" Target="/ppt/presProps.xml" Id="R5bd2db36bb0e4dfa" /><Relationship Type="http://schemas.openxmlformats.org/officeDocument/2006/relationships/tableStyles" Target="/ppt/tableStyles.xml" Id="Rf6d06709df6248e2" /><Relationship Type="http://schemas.openxmlformats.org/officeDocument/2006/relationships/slide" Target="/ppt/slides/slide1.xml" Id="R688f888128d344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4a83d32ddf4e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71cf68d20f4124" /><Relationship Type="http://schemas.openxmlformats.org/officeDocument/2006/relationships/notesMaster" Target="/ppt/notesMasters/notesMaster1.xml" Id="R65aae596a0bc490a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素材ID：AI-038</ns1:t>
            </ns1:r>
          </ns1:p>
          <ns1:p>
            <ns1:r>
              <ns1:t>论文：ViLL-E: Video LLM Embeddings for Retrieval</ns1:t>
            </ns1:r>
          </ns1:p>
          <ns1:p>
            <ns1:r>
              <ns1:t>会议：ACL 2026</ns1:t>
            </ns1:r>
          </ns1:p>
          <ns1:p>
            <ns1:r>
              <ns1:t>奖项：Outstanding Paper</ns1:t>
            </ns1:r>
          </ns1:p>
          <ns1:p>
            <ns1:r>
              <ns1:t>图号：Figure 3，PDF第5页</ns1:t>
            </ns1:r>
          </ns1:p>
          <ns1:p>
            <ns1:r>
              <ns1:t>类型：方法细节</ns1:t>
            </ns1:r>
          </ns1:p>
          <ns1:p>
            <ns1:r>
              <ns1:t>借鉴点：训练阶段时间条下并列视频检索、问答、匹配和时序定位四种目标与各自输入输出。</ns1:t>
            </ns1:r>
          </ns1:p>
          <ns1:p>
            <ns1:r>
              <ns1:t>论文URL：https://aclanthology.org/2026.acl-long.2003/</ns1:t>
            </ns1:r>
          </ns1:p>
          <ns1:p>
            <ns1:r>
              <ns1:t>官方获奖URL：https://2026.aclweb.org/program/best_papers/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c30df8ba7848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53bec697ae461b" /><Relationship Type="http://schemas.openxmlformats.org/officeDocument/2006/relationships/slideLayout" Target="/ppt/slideLayouts/slideLayout1.xml" Id="Re7500bcddd8841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500bcddd8841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d3d89a36b471d" /><Relationship Type="http://schemas.openxmlformats.org/officeDocument/2006/relationships/image" Target="/ppt/media/image.png" Id="Rc7b8a6edc7bd4ac6" /><Relationship Type="http://schemas.openxmlformats.org/officeDocument/2006/relationships/image" Target="/ppt/media/image2.png" Id="Rf6ad2704440a4efc" /><Relationship Type="http://schemas.openxmlformats.org/officeDocument/2006/relationships/image" Target="/ppt/media/image3.png" Id="Rd04ac7c94e8449cd" /><Relationship Type="http://schemas.openxmlformats.org/officeDocument/2006/relationships/image" Target="/ppt/media/image4.png" Id="R7192203854ed4b7d" /><Relationship Type="http://schemas.openxmlformats.org/officeDocument/2006/relationships/image" Target="/ppt/media/image5.png" Id="R6f9c2da9308c419f" /><Relationship Type="http://schemas.openxmlformats.org/officeDocument/2006/relationships/image" Target="/ppt/media/image6.png" Id="Rbb5a43a273e84501" /><Relationship Type="http://schemas.openxmlformats.org/officeDocument/2006/relationships/image" Target="/ppt/media/image7.png" Id="R0520ba4b187f4c78" /><Relationship Type="http://schemas.openxmlformats.org/officeDocument/2006/relationships/image" Target="/ppt/media/image8.png" Id="Rdff6b224aa724146" /><Relationship Type="http://schemas.openxmlformats.org/officeDocument/2006/relationships/image" Target="/ppt/media/image9.png" Id="Rc7cb19a431024733" /><Relationship Type="http://schemas.openxmlformats.org/officeDocument/2006/relationships/image" Target="/ppt/media/image10.png" Id="Rbd77f318e5484e34" /><Relationship Type="http://schemas.openxmlformats.org/officeDocument/2006/relationships/image" Target="/ppt/media/image11.png" Id="R36e07eee07c347a4" /><Relationship Type="http://schemas.openxmlformats.org/officeDocument/2006/relationships/image" Target="/ppt/media/image12.png" Id="R96755ee7e864426a" /><Relationship Type="http://schemas.openxmlformats.org/officeDocument/2006/relationships/image" Target="/ppt/media/image13.png" Id="Rf4f8b2a3d4414d4f" /><Relationship Type="http://schemas.openxmlformats.org/officeDocument/2006/relationships/image" Target="/ppt/media/image14.png" Id="Raca4e724dfd34930" /><Relationship Type="http://schemas.openxmlformats.org/officeDocument/2006/relationships/image" Target="/ppt/media/image15.png" Id="Rbcce2a0b91374913" /><Relationship Type="http://schemas.openxmlformats.org/officeDocument/2006/relationships/image" Target="/ppt/media/image16.png" Id="Rff87a662327a4c52" /><Relationship Type="http://schemas.openxmlformats.org/officeDocument/2006/relationships/image" Target="/ppt/media/image17.png" Id="Rb79509ce24c34b50" /><Relationship Type="http://schemas.openxmlformats.org/officeDocument/2006/relationships/image" Target="/ppt/media/image18.png" Id="Ra6b4a2503f1b47fa" /><Relationship Type="http://schemas.openxmlformats.org/officeDocument/2006/relationships/notesSlide" Target="/ppt/notesSlides/notesSlide1.xml" Id="Rbb3ccc98af5842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434EC2-2ABA-4670-9223-1D603FBC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6" y="24106"/>
            <a:ext cx="12960489" cy="4611031"/>
          </a:xfrm>
          <a:custGeom xmlns:a="http://schemas.openxmlformats.org/drawingml/2006/main">
            <a:pathLst>
              <a:path w="12960489" h="4611031">
                <a:moveTo>
                  <a:pt x="0" y="4611031"/>
                </a:moveTo>
                <a:lnTo>
                  <a:pt x="0" y="0"/>
                </a:lnTo>
                <a:lnTo>
                  <a:pt x="12960489" y="0"/>
                </a:lnTo>
                <a:lnTo>
                  <a:pt x="12960489" y="4611031"/>
                </a:lnTo>
                <a:lnTo>
                  <a:pt x="0" y="4611031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947B52-0FD8-4EFD-9B4E-2F547147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33" y="98901"/>
            <a:ext cx="8091907" cy="1195321"/>
          </a:xfrm>
          <a:custGeom xmlns:a="http://schemas.openxmlformats.org/drawingml/2006/main">
            <a:pathLst>
              <a:path w="8091907" h="1195321">
                <a:moveTo>
                  <a:pt x="0" y="199224"/>
                </a:moveTo>
                <a:lnTo>
                  <a:pt x="0" y="199224"/>
                </a:lnTo>
                <a:cubicBezTo>
                  <a:pt x="0" y="89196"/>
                  <a:pt x="89196" y="0"/>
                  <a:pt x="199224" y="0"/>
                </a:cubicBezTo>
                <a:lnTo>
                  <a:pt x="7892683" y="0"/>
                </a:lnTo>
                <a:cubicBezTo>
                  <a:pt x="7945520" y="0"/>
                  <a:pt x="7996194" y="20990"/>
                  <a:pt x="8033556" y="58351"/>
                </a:cubicBezTo>
                <a:cubicBezTo>
                  <a:pt x="8070918" y="95713"/>
                  <a:pt x="8091907" y="146387"/>
                  <a:pt x="8091907" y="199224"/>
                </a:cubicBezTo>
                <a:lnTo>
                  <a:pt x="8091907" y="996097"/>
                </a:lnTo>
                <a:cubicBezTo>
                  <a:pt x="8091907" y="1106126"/>
                  <a:pt x="8002711" y="1195321"/>
                  <a:pt x="7892683" y="1195321"/>
                </a:cubicBezTo>
                <a:lnTo>
                  <a:pt x="199224" y="1195321"/>
                </a:lnTo>
                <a:cubicBezTo>
                  <a:pt x="89196" y="1195321"/>
                  <a:pt x="0" y="1106126"/>
                  <a:pt x="0" y="996097"/>
                </a:cubicBezTo>
                <a:lnTo>
                  <a:pt x="0" y="199224"/>
                </a:lnTo>
                <a:close/>
              </a:path>
            </a:pathLst>
          </a:custGeom>
          <a:solidFill xmlns:a="http://schemas.openxmlformats.org/drawingml/2006/main">
            <a:srgbClr val="EFEF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821B2A-0013-4C90-AB61-2AFBC4E3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33" y="98901"/>
            <a:ext cx="8091907" cy="1195321"/>
          </a:xfrm>
          <a:custGeom xmlns:a="http://schemas.openxmlformats.org/drawingml/2006/main">
            <a:pathLst>
              <a:path w="8091907" h="1195321" fill="none">
                <a:moveTo>
                  <a:pt x="0" y="199224"/>
                </a:moveTo>
                <a:lnTo>
                  <a:pt x="0" y="199224"/>
                </a:lnTo>
                <a:cubicBezTo>
                  <a:pt x="0" y="89196"/>
                  <a:pt x="89196" y="0"/>
                  <a:pt x="199224" y="0"/>
                </a:cubicBezTo>
                <a:lnTo>
                  <a:pt x="7892683" y="0"/>
                </a:lnTo>
                <a:cubicBezTo>
                  <a:pt x="7945520" y="0"/>
                  <a:pt x="7996194" y="20990"/>
                  <a:pt x="8033556" y="58351"/>
                </a:cubicBezTo>
                <a:cubicBezTo>
                  <a:pt x="8070918" y="95713"/>
                  <a:pt x="8091907" y="146387"/>
                  <a:pt x="8091907" y="199224"/>
                </a:cubicBezTo>
                <a:lnTo>
                  <a:pt x="8091907" y="996097"/>
                </a:lnTo>
                <a:cubicBezTo>
                  <a:pt x="8091907" y="1106126"/>
                  <a:pt x="8002711" y="1195321"/>
                  <a:pt x="7892683" y="1195321"/>
                </a:cubicBezTo>
                <a:lnTo>
                  <a:pt x="199224" y="1195321"/>
                </a:lnTo>
                <a:cubicBezTo>
                  <a:pt x="89196" y="1195321"/>
                  <a:pt x="0" y="1106126"/>
                  <a:pt x="0" y="996097"/>
                </a:cubicBezTo>
                <a:lnTo>
                  <a:pt x="0" y="19922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2418FC-10CF-401D-8C2F-4FC89AD3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6" y="1850274"/>
            <a:ext cx="1966416" cy="333926"/>
          </a:xfrm>
          <a:custGeom xmlns:a="http://schemas.openxmlformats.org/drawingml/2006/main">
            <a:pathLst>
              <a:path w="1966416" h="333926">
                <a:moveTo>
                  <a:pt x="1966416" y="333926"/>
                </a:moveTo>
                <a:lnTo>
                  <a:pt x="0" y="333926"/>
                </a:lnTo>
                <a:lnTo>
                  <a:pt x="0" y="0"/>
                </a:lnTo>
                <a:lnTo>
                  <a:pt x="1966416" y="0"/>
                </a:lnTo>
                <a:lnTo>
                  <a:pt x="1966416" y="33392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Text |TXT_EMB|{caption}">
            <a:extLst xmlns:a="http://schemas.openxmlformats.org/drawingml/2006/main">
              <a:ext uri="{FF2B5EF4-FFF2-40B4-BE49-F238E27FC236}">
                <a16:creationId xmlns:a16="http://schemas.microsoft.com/office/drawing/2014/main" id="{84A9794F-77C0-4BFA-A7E1-3CB1BB3C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6" y="1938761"/>
            <a:ext cx="1585381" cy="165336"/>
          </a:xfrm>
          <a:custGeom xmlns:a="http://schemas.openxmlformats.org/drawingml/2006/main">
            <a:pathLst>
              <a:path w="1585381" h="165336">
                <a:moveTo>
                  <a:pt x="0" y="165336"/>
                </a:moveTo>
                <a:lnTo>
                  <a:pt x="0" y="0"/>
                </a:lnTo>
                <a:lnTo>
                  <a:pt x="18164" y="0"/>
                </a:lnTo>
                <a:lnTo>
                  <a:pt x="18164" y="165336"/>
                </a:lnTo>
                <a:lnTo>
                  <a:pt x="0" y="165336"/>
                </a:lnTo>
                <a:close/>
                <a:moveTo>
                  <a:pt x="109983" y="43271"/>
                </a:moveTo>
                <a:lnTo>
                  <a:pt x="109983" y="132236"/>
                </a:lnTo>
                <a:lnTo>
                  <a:pt x="89639" y="132236"/>
                </a:lnTo>
                <a:lnTo>
                  <a:pt x="89639" y="43271"/>
                </a:lnTo>
                <a:lnTo>
                  <a:pt x="60738" y="43271"/>
                </a:lnTo>
                <a:lnTo>
                  <a:pt x="60738" y="26641"/>
                </a:lnTo>
                <a:lnTo>
                  <a:pt x="138885" y="26641"/>
                </a:lnTo>
                <a:lnTo>
                  <a:pt x="138885" y="43271"/>
                </a:lnTo>
                <a:lnTo>
                  <a:pt x="109983" y="43271"/>
                </a:lnTo>
                <a:close/>
                <a:moveTo>
                  <a:pt x="210117" y="132236"/>
                </a:moveTo>
                <a:lnTo>
                  <a:pt x="189773" y="93375"/>
                </a:lnTo>
                <a:lnTo>
                  <a:pt x="169752" y="132236"/>
                </a:lnTo>
                <a:lnTo>
                  <a:pt x="145775" y="132236"/>
                </a:lnTo>
                <a:lnTo>
                  <a:pt x="178113" y="78011"/>
                </a:lnTo>
                <a:lnTo>
                  <a:pt x="147793" y="26641"/>
                </a:lnTo>
                <a:lnTo>
                  <a:pt x="171125" y="26641"/>
                </a:lnTo>
                <a:lnTo>
                  <a:pt x="190258" y="63320"/>
                </a:lnTo>
                <a:lnTo>
                  <a:pt x="208745" y="26641"/>
                </a:lnTo>
                <a:lnTo>
                  <a:pt x="232076" y="26641"/>
                </a:lnTo>
                <a:lnTo>
                  <a:pt x="202067" y="77486"/>
                </a:lnTo>
                <a:lnTo>
                  <a:pt x="235386" y="132236"/>
                </a:lnTo>
                <a:lnTo>
                  <a:pt x="210117" y="132236"/>
                </a:lnTo>
                <a:close/>
                <a:moveTo>
                  <a:pt x="291522" y="43271"/>
                </a:moveTo>
                <a:lnTo>
                  <a:pt x="291522" y="132236"/>
                </a:lnTo>
                <a:lnTo>
                  <a:pt x="271178" y="132236"/>
                </a:lnTo>
                <a:lnTo>
                  <a:pt x="271178" y="43271"/>
                </a:lnTo>
                <a:lnTo>
                  <a:pt x="242276" y="43271"/>
                </a:lnTo>
                <a:lnTo>
                  <a:pt x="242276" y="26641"/>
                </a:lnTo>
                <a:lnTo>
                  <a:pt x="320423" y="26641"/>
                </a:lnTo>
                <a:lnTo>
                  <a:pt x="320423" y="43271"/>
                </a:lnTo>
                <a:lnTo>
                  <a:pt x="291522" y="43271"/>
                </a:lnTo>
                <a:close/>
                <a:moveTo>
                  <a:pt x="326668" y="165336"/>
                </a:moveTo>
                <a:lnTo>
                  <a:pt x="326668" y="149674"/>
                </a:lnTo>
                <a:lnTo>
                  <a:pt x="417570" y="149674"/>
                </a:lnTo>
                <a:lnTo>
                  <a:pt x="417570" y="165336"/>
                </a:lnTo>
                <a:lnTo>
                  <a:pt x="326668" y="165336"/>
                </a:lnTo>
                <a:close/>
                <a:moveTo>
                  <a:pt x="432292" y="132236"/>
                </a:moveTo>
                <a:lnTo>
                  <a:pt x="432292" y="26641"/>
                </a:lnTo>
                <a:lnTo>
                  <a:pt x="495827" y="26641"/>
                </a:lnTo>
                <a:lnTo>
                  <a:pt x="495827" y="43433"/>
                </a:lnTo>
                <a:lnTo>
                  <a:pt x="452474" y="43433"/>
                </a:lnTo>
                <a:lnTo>
                  <a:pt x="452474" y="69590"/>
                </a:lnTo>
                <a:lnTo>
                  <a:pt x="493808" y="69590"/>
                </a:lnTo>
                <a:lnTo>
                  <a:pt x="493808" y="86059"/>
                </a:lnTo>
                <a:lnTo>
                  <a:pt x="452474" y="86059"/>
                </a:lnTo>
                <a:lnTo>
                  <a:pt x="452474" y="115444"/>
                </a:lnTo>
                <a:lnTo>
                  <a:pt x="495827" y="115444"/>
                </a:lnTo>
                <a:lnTo>
                  <a:pt x="495827" y="132236"/>
                </a:lnTo>
                <a:lnTo>
                  <a:pt x="432292" y="132236"/>
                </a:lnTo>
                <a:close/>
                <a:moveTo>
                  <a:pt x="577958" y="132236"/>
                </a:moveTo>
                <a:lnTo>
                  <a:pt x="576020" y="72519"/>
                </a:lnTo>
                <a:lnTo>
                  <a:pt x="575294" y="48680"/>
                </a:lnTo>
                <a:lnTo>
                  <a:pt x="570208" y="64746"/>
                </a:lnTo>
                <a:lnTo>
                  <a:pt x="558502" y="100752"/>
                </a:lnTo>
                <a:lnTo>
                  <a:pt x="546069" y="100752"/>
                </a:lnTo>
                <a:lnTo>
                  <a:pt x="535494" y="64746"/>
                </a:lnTo>
                <a:lnTo>
                  <a:pt x="531054" y="48680"/>
                </a:lnTo>
                <a:lnTo>
                  <a:pt x="530488" y="72034"/>
                </a:lnTo>
                <a:lnTo>
                  <a:pt x="528712" y="132236"/>
                </a:lnTo>
                <a:lnTo>
                  <a:pt x="511840" y="132236"/>
                </a:lnTo>
                <a:lnTo>
                  <a:pt x="517006" y="26641"/>
                </a:lnTo>
                <a:lnTo>
                  <a:pt x="539449" y="26641"/>
                </a:lnTo>
                <a:lnTo>
                  <a:pt x="548733" y="56670"/>
                </a:lnTo>
                <a:lnTo>
                  <a:pt x="553174" y="73586"/>
                </a:lnTo>
                <a:lnTo>
                  <a:pt x="557614" y="57641"/>
                </a:lnTo>
                <a:lnTo>
                  <a:pt x="567382" y="26641"/>
                </a:lnTo>
                <a:lnTo>
                  <a:pt x="590229" y="26641"/>
                </a:lnTo>
                <a:lnTo>
                  <a:pt x="595476" y="132236"/>
                </a:lnTo>
                <a:lnTo>
                  <a:pt x="577958" y="132236"/>
                </a:lnTo>
                <a:close/>
                <a:moveTo>
                  <a:pt x="609390" y="132236"/>
                </a:moveTo>
                <a:lnTo>
                  <a:pt x="609390" y="26641"/>
                </a:lnTo>
                <a:lnTo>
                  <a:pt x="643459" y="26641"/>
                </a:lnTo>
                <a:cubicBezTo>
                  <a:pt x="655460" y="26641"/>
                  <a:pt x="664462" y="28743"/>
                  <a:pt x="670463" y="32948"/>
                </a:cubicBezTo>
                <a:cubicBezTo>
                  <a:pt x="676464" y="37153"/>
                  <a:pt x="679464" y="43514"/>
                  <a:pt x="679464" y="52031"/>
                </a:cubicBezTo>
                <a:cubicBezTo>
                  <a:pt x="679464" y="54673"/>
                  <a:pt x="679155" y="57248"/>
                  <a:pt x="678536" y="59756"/>
                </a:cubicBezTo>
                <a:cubicBezTo>
                  <a:pt x="677917" y="62262"/>
                  <a:pt x="676962" y="64566"/>
                  <a:pt x="675670" y="66668"/>
                </a:cubicBezTo>
                <a:cubicBezTo>
                  <a:pt x="674378" y="68771"/>
                  <a:pt x="672764" y="70631"/>
                  <a:pt x="670826" y="72249"/>
                </a:cubicBezTo>
                <a:cubicBezTo>
                  <a:pt x="668889" y="73865"/>
                  <a:pt x="666601" y="75131"/>
                  <a:pt x="663964" y="76048"/>
                </a:cubicBezTo>
                <a:cubicBezTo>
                  <a:pt x="666601" y="76479"/>
                  <a:pt x="669117" y="77326"/>
                  <a:pt x="671512" y="78591"/>
                </a:cubicBezTo>
                <a:cubicBezTo>
                  <a:pt x="673907" y="79856"/>
                  <a:pt x="676006" y="81497"/>
                  <a:pt x="677809" y="83516"/>
                </a:cubicBezTo>
                <a:cubicBezTo>
                  <a:pt x="679612" y="85534"/>
                  <a:pt x="681039" y="87915"/>
                  <a:pt x="682088" y="90660"/>
                </a:cubicBezTo>
                <a:cubicBezTo>
                  <a:pt x="683138" y="93405"/>
                  <a:pt x="683662" y="96473"/>
                  <a:pt x="683662" y="99863"/>
                </a:cubicBezTo>
                <a:cubicBezTo>
                  <a:pt x="683662" y="110628"/>
                  <a:pt x="680056" y="118714"/>
                  <a:pt x="672844" y="124123"/>
                </a:cubicBezTo>
                <a:cubicBezTo>
                  <a:pt x="665633" y="129532"/>
                  <a:pt x="655218" y="132236"/>
                  <a:pt x="641602" y="132236"/>
                </a:cubicBezTo>
                <a:lnTo>
                  <a:pt x="609390" y="132236"/>
                </a:lnTo>
                <a:moveTo>
                  <a:pt x="658797" y="55542"/>
                </a:moveTo>
                <a:cubicBezTo>
                  <a:pt x="658797" y="53551"/>
                  <a:pt x="658474" y="51748"/>
                  <a:pt x="657829" y="50134"/>
                </a:cubicBezTo>
                <a:cubicBezTo>
                  <a:pt x="657183" y="48519"/>
                  <a:pt x="656147" y="47147"/>
                  <a:pt x="654720" y="46016"/>
                </a:cubicBezTo>
                <a:cubicBezTo>
                  <a:pt x="653294" y="44886"/>
                  <a:pt x="651464" y="44012"/>
                  <a:pt x="649231" y="43393"/>
                </a:cubicBezTo>
                <a:cubicBezTo>
                  <a:pt x="646997" y="42774"/>
                  <a:pt x="644293" y="42464"/>
                  <a:pt x="641117" y="42464"/>
                </a:cubicBezTo>
                <a:lnTo>
                  <a:pt x="629089" y="42464"/>
                </a:lnTo>
                <a:lnTo>
                  <a:pt x="629089" y="70397"/>
                </a:lnTo>
                <a:lnTo>
                  <a:pt x="641117" y="70397"/>
                </a:lnTo>
                <a:cubicBezTo>
                  <a:pt x="644347" y="70397"/>
                  <a:pt x="647078" y="70007"/>
                  <a:pt x="649312" y="69226"/>
                </a:cubicBezTo>
                <a:cubicBezTo>
                  <a:pt x="651545" y="68446"/>
                  <a:pt x="653375" y="67369"/>
                  <a:pt x="654801" y="65997"/>
                </a:cubicBezTo>
                <a:cubicBezTo>
                  <a:pt x="656227" y="64625"/>
                  <a:pt x="657250" y="63050"/>
                  <a:pt x="657869" y="61274"/>
                </a:cubicBezTo>
                <a:cubicBezTo>
                  <a:pt x="658488" y="59498"/>
                  <a:pt x="658797" y="57588"/>
                  <a:pt x="658797" y="55542"/>
                </a:cubicBezTo>
                <a:moveTo>
                  <a:pt x="642974" y="115929"/>
                </a:moveTo>
                <a:cubicBezTo>
                  <a:pt x="646150" y="115929"/>
                  <a:pt x="648935" y="115527"/>
                  <a:pt x="651330" y="114723"/>
                </a:cubicBezTo>
                <a:cubicBezTo>
                  <a:pt x="653725" y="113917"/>
                  <a:pt x="655730" y="112803"/>
                  <a:pt x="657344" y="111380"/>
                </a:cubicBezTo>
                <a:cubicBezTo>
                  <a:pt x="658959" y="109957"/>
                  <a:pt x="660183" y="108280"/>
                  <a:pt x="661017" y="106347"/>
                </a:cubicBezTo>
                <a:cubicBezTo>
                  <a:pt x="661852" y="104415"/>
                  <a:pt x="662269" y="102348"/>
                  <a:pt x="662269" y="100149"/>
                </a:cubicBezTo>
                <a:cubicBezTo>
                  <a:pt x="662269" y="95586"/>
                  <a:pt x="660560" y="92016"/>
                  <a:pt x="657142" y="89439"/>
                </a:cubicBezTo>
                <a:cubicBezTo>
                  <a:pt x="653725" y="86863"/>
                  <a:pt x="648491" y="85574"/>
                  <a:pt x="641440" y="85574"/>
                </a:cubicBezTo>
                <a:lnTo>
                  <a:pt x="629089" y="85574"/>
                </a:lnTo>
                <a:lnTo>
                  <a:pt x="629089" y="115929"/>
                </a:lnTo>
                <a:lnTo>
                  <a:pt x="642974" y="115929"/>
                </a:lnTo>
                <a:close/>
                <a:moveTo>
                  <a:pt x="726155" y="165336"/>
                </a:moveTo>
                <a:lnTo>
                  <a:pt x="726155" y="0"/>
                </a:lnTo>
                <a:lnTo>
                  <a:pt x="744319" y="0"/>
                </a:lnTo>
                <a:lnTo>
                  <a:pt x="744319" y="165336"/>
                </a:lnTo>
                <a:lnTo>
                  <a:pt x="726155" y="165336"/>
                </a:lnTo>
                <a:close/>
                <a:moveTo>
                  <a:pt x="847117" y="164367"/>
                </a:moveTo>
                <a:cubicBezTo>
                  <a:pt x="835977" y="164367"/>
                  <a:pt x="827661" y="161689"/>
                  <a:pt x="822172" y="156334"/>
                </a:cubicBezTo>
                <a:cubicBezTo>
                  <a:pt x="816682" y="150979"/>
                  <a:pt x="813937" y="142489"/>
                  <a:pt x="813937" y="130864"/>
                </a:cubicBezTo>
                <a:lnTo>
                  <a:pt x="813937" y="110358"/>
                </a:lnTo>
                <a:cubicBezTo>
                  <a:pt x="813937" y="104815"/>
                  <a:pt x="812699" y="100644"/>
                  <a:pt x="810224" y="97845"/>
                </a:cubicBezTo>
                <a:cubicBezTo>
                  <a:pt x="807748" y="95047"/>
                  <a:pt x="803631" y="93647"/>
                  <a:pt x="797872" y="93647"/>
                </a:cubicBezTo>
                <a:lnTo>
                  <a:pt x="792786" y="93647"/>
                </a:lnTo>
                <a:lnTo>
                  <a:pt x="792786" y="78308"/>
                </a:lnTo>
                <a:lnTo>
                  <a:pt x="797872" y="78308"/>
                </a:lnTo>
                <a:cubicBezTo>
                  <a:pt x="800778" y="78308"/>
                  <a:pt x="803254" y="77999"/>
                  <a:pt x="805299" y="77380"/>
                </a:cubicBezTo>
                <a:cubicBezTo>
                  <a:pt x="807344" y="76761"/>
                  <a:pt x="809013" y="75806"/>
                  <a:pt x="810304" y="74514"/>
                </a:cubicBezTo>
                <a:cubicBezTo>
                  <a:pt x="811596" y="73222"/>
                  <a:pt x="812524" y="71567"/>
                  <a:pt x="813090" y="69549"/>
                </a:cubicBezTo>
                <a:cubicBezTo>
                  <a:pt x="813655" y="67531"/>
                  <a:pt x="813937" y="65122"/>
                  <a:pt x="813937" y="62324"/>
                </a:cubicBezTo>
                <a:lnTo>
                  <a:pt x="813937" y="48115"/>
                </a:lnTo>
                <a:cubicBezTo>
                  <a:pt x="813937" y="42572"/>
                  <a:pt x="814570" y="37701"/>
                  <a:pt x="815834" y="33503"/>
                </a:cubicBezTo>
                <a:cubicBezTo>
                  <a:pt x="817099" y="29305"/>
                  <a:pt x="819077" y="25807"/>
                  <a:pt x="821768" y="23008"/>
                </a:cubicBezTo>
                <a:cubicBezTo>
                  <a:pt x="824459" y="20210"/>
                  <a:pt x="827890" y="18097"/>
                  <a:pt x="832061" y="16671"/>
                </a:cubicBezTo>
                <a:cubicBezTo>
                  <a:pt x="836232" y="15245"/>
                  <a:pt x="841251" y="14531"/>
                  <a:pt x="847117" y="14531"/>
                </a:cubicBezTo>
                <a:lnTo>
                  <a:pt x="853899" y="14531"/>
                </a:lnTo>
                <a:lnTo>
                  <a:pt x="853899" y="29709"/>
                </a:lnTo>
                <a:lnTo>
                  <a:pt x="848813" y="29709"/>
                </a:lnTo>
                <a:cubicBezTo>
                  <a:pt x="846229" y="29709"/>
                  <a:pt x="843902" y="30019"/>
                  <a:pt x="841830" y="30640"/>
                </a:cubicBezTo>
                <a:cubicBezTo>
                  <a:pt x="839757" y="31259"/>
                  <a:pt x="837968" y="32269"/>
                  <a:pt x="836461" y="33670"/>
                </a:cubicBezTo>
                <a:cubicBezTo>
                  <a:pt x="834954" y="35069"/>
                  <a:pt x="833797" y="36913"/>
                  <a:pt x="832990" y="39202"/>
                </a:cubicBezTo>
                <a:cubicBezTo>
                  <a:pt x="832182" y="41491"/>
                  <a:pt x="831779" y="44332"/>
                  <a:pt x="831779" y="47724"/>
                </a:cubicBezTo>
                <a:lnTo>
                  <a:pt x="831779" y="61862"/>
                </a:lnTo>
                <a:cubicBezTo>
                  <a:pt x="831779" y="65902"/>
                  <a:pt x="831442" y="69349"/>
                  <a:pt x="830769" y="72203"/>
                </a:cubicBezTo>
                <a:cubicBezTo>
                  <a:pt x="830097" y="75057"/>
                  <a:pt x="829061" y="77441"/>
                  <a:pt x="827661" y="79353"/>
                </a:cubicBezTo>
                <a:cubicBezTo>
                  <a:pt x="826262" y="81265"/>
                  <a:pt x="824486" y="82747"/>
                  <a:pt x="822333" y="83798"/>
                </a:cubicBezTo>
                <a:cubicBezTo>
                  <a:pt x="820180" y="84848"/>
                  <a:pt x="817651" y="85588"/>
                  <a:pt x="814744" y="86018"/>
                </a:cubicBezTo>
                <a:cubicBezTo>
                  <a:pt x="820503" y="86664"/>
                  <a:pt x="824782" y="88913"/>
                  <a:pt x="827581" y="92764"/>
                </a:cubicBezTo>
                <a:cubicBezTo>
                  <a:pt x="830379" y="96614"/>
                  <a:pt x="831779" y="102524"/>
                  <a:pt x="831779" y="110495"/>
                </a:cubicBezTo>
                <a:lnTo>
                  <a:pt x="831779" y="131013"/>
                </a:lnTo>
                <a:cubicBezTo>
                  <a:pt x="831779" y="134514"/>
                  <a:pt x="832182" y="137422"/>
                  <a:pt x="832990" y="139737"/>
                </a:cubicBezTo>
                <a:cubicBezTo>
                  <a:pt x="833797" y="142053"/>
                  <a:pt x="834954" y="143911"/>
                  <a:pt x="836461" y="145312"/>
                </a:cubicBezTo>
                <a:cubicBezTo>
                  <a:pt x="837968" y="146713"/>
                  <a:pt x="839757" y="147710"/>
                  <a:pt x="841830" y="148302"/>
                </a:cubicBezTo>
                <a:cubicBezTo>
                  <a:pt x="843902" y="148894"/>
                  <a:pt x="846229" y="149190"/>
                  <a:pt x="848813" y="149190"/>
                </a:cubicBezTo>
                <a:lnTo>
                  <a:pt x="853899" y="149190"/>
                </a:lnTo>
                <a:lnTo>
                  <a:pt x="853899" y="164367"/>
                </a:lnTo>
                <a:lnTo>
                  <a:pt x="847117" y="164367"/>
                </a:lnTo>
                <a:close/>
                <a:moveTo>
                  <a:pt x="948866" y="129007"/>
                </a:moveTo>
                <a:cubicBezTo>
                  <a:pt x="944991" y="130595"/>
                  <a:pt x="940981" y="131772"/>
                  <a:pt x="936837" y="132539"/>
                </a:cubicBezTo>
                <a:cubicBezTo>
                  <a:pt x="932693" y="133306"/>
                  <a:pt x="928361" y="133689"/>
                  <a:pt x="923840" y="133689"/>
                </a:cubicBezTo>
                <a:cubicBezTo>
                  <a:pt x="917327" y="133689"/>
                  <a:pt x="911488" y="132801"/>
                  <a:pt x="906321" y="131025"/>
                </a:cubicBezTo>
                <a:cubicBezTo>
                  <a:pt x="901154" y="129249"/>
                  <a:pt x="896768" y="126612"/>
                  <a:pt x="893162" y="123114"/>
                </a:cubicBezTo>
                <a:cubicBezTo>
                  <a:pt x="889556" y="119615"/>
                  <a:pt x="886798" y="115283"/>
                  <a:pt x="884887" y="110116"/>
                </a:cubicBezTo>
                <a:cubicBezTo>
                  <a:pt x="882977" y="104949"/>
                  <a:pt x="882021" y="98975"/>
                  <a:pt x="882021" y="92194"/>
                </a:cubicBezTo>
                <a:cubicBezTo>
                  <a:pt x="882021" y="85628"/>
                  <a:pt x="883057" y="79681"/>
                  <a:pt x="885129" y="74353"/>
                </a:cubicBezTo>
                <a:cubicBezTo>
                  <a:pt x="887202" y="69024"/>
                  <a:pt x="890121" y="64477"/>
                  <a:pt x="893889" y="60709"/>
                </a:cubicBezTo>
                <a:cubicBezTo>
                  <a:pt x="897656" y="56942"/>
                  <a:pt x="902191" y="54036"/>
                  <a:pt x="907492" y="51990"/>
                </a:cubicBezTo>
                <a:cubicBezTo>
                  <a:pt x="912793" y="49945"/>
                  <a:pt x="918700" y="48923"/>
                  <a:pt x="925212" y="48923"/>
                </a:cubicBezTo>
                <a:cubicBezTo>
                  <a:pt x="930540" y="48923"/>
                  <a:pt x="935021" y="49213"/>
                  <a:pt x="938654" y="49793"/>
                </a:cubicBezTo>
                <a:cubicBezTo>
                  <a:pt x="942287" y="50373"/>
                  <a:pt x="945556" y="51106"/>
                  <a:pt x="948462" y="51990"/>
                </a:cubicBezTo>
                <a:lnTo>
                  <a:pt x="948462" y="71204"/>
                </a:lnTo>
                <a:cubicBezTo>
                  <a:pt x="945126" y="69511"/>
                  <a:pt x="941506" y="68200"/>
                  <a:pt x="937604" y="67271"/>
                </a:cubicBezTo>
                <a:cubicBezTo>
                  <a:pt x="933702" y="66341"/>
                  <a:pt x="930002" y="65876"/>
                  <a:pt x="926504" y="65876"/>
                </a:cubicBezTo>
                <a:cubicBezTo>
                  <a:pt x="922844" y="65876"/>
                  <a:pt x="919561" y="66493"/>
                  <a:pt x="916655" y="67728"/>
                </a:cubicBezTo>
                <a:cubicBezTo>
                  <a:pt x="913748" y="68961"/>
                  <a:pt x="911300" y="70677"/>
                  <a:pt x="909308" y="72877"/>
                </a:cubicBezTo>
                <a:cubicBezTo>
                  <a:pt x="907317" y="75077"/>
                  <a:pt x="905796" y="77746"/>
                  <a:pt x="904747" y="80884"/>
                </a:cubicBezTo>
                <a:cubicBezTo>
                  <a:pt x="903697" y="84023"/>
                  <a:pt x="903173" y="87470"/>
                  <a:pt x="903173" y="91225"/>
                </a:cubicBezTo>
                <a:cubicBezTo>
                  <a:pt x="903173" y="95141"/>
                  <a:pt x="903738" y="98655"/>
                  <a:pt x="904868" y="101768"/>
                </a:cubicBezTo>
                <a:cubicBezTo>
                  <a:pt x="905998" y="104880"/>
                  <a:pt x="907599" y="107522"/>
                  <a:pt x="909672" y="109695"/>
                </a:cubicBezTo>
                <a:cubicBezTo>
                  <a:pt x="911744" y="111866"/>
                  <a:pt x="914233" y="113529"/>
                  <a:pt x="917139" y="114683"/>
                </a:cubicBezTo>
                <a:cubicBezTo>
                  <a:pt x="920045" y="115836"/>
                  <a:pt x="923275" y="116413"/>
                  <a:pt x="926827" y="116413"/>
                </a:cubicBezTo>
                <a:cubicBezTo>
                  <a:pt x="928549" y="116413"/>
                  <a:pt x="930365" y="116290"/>
                  <a:pt x="932276" y="116045"/>
                </a:cubicBezTo>
                <a:cubicBezTo>
                  <a:pt x="934187" y="115798"/>
                  <a:pt x="936097" y="115442"/>
                  <a:pt x="938008" y="114978"/>
                </a:cubicBezTo>
                <a:cubicBezTo>
                  <a:pt x="939918" y="114512"/>
                  <a:pt x="941802" y="113979"/>
                  <a:pt x="943659" y="113378"/>
                </a:cubicBezTo>
                <a:cubicBezTo>
                  <a:pt x="945516" y="112776"/>
                  <a:pt x="947252" y="112119"/>
                  <a:pt x="948866" y="111408"/>
                </a:cubicBezTo>
                <a:lnTo>
                  <a:pt x="948866" y="129007"/>
                </a:lnTo>
                <a:close/>
                <a:moveTo>
                  <a:pt x="1024700" y="132236"/>
                </a:moveTo>
                <a:lnTo>
                  <a:pt x="1024216" y="121476"/>
                </a:lnTo>
                <a:cubicBezTo>
                  <a:pt x="1022494" y="123322"/>
                  <a:pt x="1020691" y="125018"/>
                  <a:pt x="1018807" y="126565"/>
                </a:cubicBezTo>
                <a:cubicBezTo>
                  <a:pt x="1016923" y="128111"/>
                  <a:pt x="1014851" y="129454"/>
                  <a:pt x="1012591" y="130594"/>
                </a:cubicBezTo>
                <a:cubicBezTo>
                  <a:pt x="1010330" y="131733"/>
                  <a:pt x="1007868" y="132614"/>
                  <a:pt x="1005204" y="133238"/>
                </a:cubicBezTo>
                <a:cubicBezTo>
                  <a:pt x="1002540" y="133862"/>
                  <a:pt x="999620" y="134174"/>
                  <a:pt x="996445" y="134174"/>
                </a:cubicBezTo>
                <a:cubicBezTo>
                  <a:pt x="992247" y="134174"/>
                  <a:pt x="988560" y="133552"/>
                  <a:pt x="985385" y="132310"/>
                </a:cubicBezTo>
                <a:cubicBezTo>
                  <a:pt x="982209" y="131068"/>
                  <a:pt x="979545" y="129341"/>
                  <a:pt x="977392" y="127128"/>
                </a:cubicBezTo>
                <a:cubicBezTo>
                  <a:pt x="975240" y="124914"/>
                  <a:pt x="973611" y="122243"/>
                  <a:pt x="972508" y="119113"/>
                </a:cubicBezTo>
                <a:cubicBezTo>
                  <a:pt x="971405" y="115981"/>
                  <a:pt x="970853" y="112526"/>
                  <a:pt x="970853" y="108746"/>
                </a:cubicBezTo>
                <a:cubicBezTo>
                  <a:pt x="970853" y="104859"/>
                  <a:pt x="971674" y="101270"/>
                  <a:pt x="973315" y="97976"/>
                </a:cubicBezTo>
                <a:cubicBezTo>
                  <a:pt x="974957" y="94683"/>
                  <a:pt x="977460" y="91849"/>
                  <a:pt x="980823" y="89474"/>
                </a:cubicBezTo>
                <a:cubicBezTo>
                  <a:pt x="984187" y="87098"/>
                  <a:pt x="988385" y="85235"/>
                  <a:pt x="993417" y="83886"/>
                </a:cubicBezTo>
                <a:cubicBezTo>
                  <a:pt x="998449" y="82536"/>
                  <a:pt x="1004356" y="81861"/>
                  <a:pt x="1011138" y="81861"/>
                </a:cubicBezTo>
                <a:lnTo>
                  <a:pt x="1021875" y="81861"/>
                </a:lnTo>
                <a:lnTo>
                  <a:pt x="1021875" y="76956"/>
                </a:lnTo>
                <a:cubicBezTo>
                  <a:pt x="1021875" y="74867"/>
                  <a:pt x="1021579" y="72979"/>
                  <a:pt x="1020987" y="71292"/>
                </a:cubicBezTo>
                <a:cubicBezTo>
                  <a:pt x="1020395" y="69604"/>
                  <a:pt x="1019439" y="68170"/>
                  <a:pt x="1018121" y="66991"/>
                </a:cubicBezTo>
                <a:cubicBezTo>
                  <a:pt x="1016802" y="65812"/>
                  <a:pt x="1015093" y="64901"/>
                  <a:pt x="1012994" y="64259"/>
                </a:cubicBezTo>
                <a:cubicBezTo>
                  <a:pt x="1010895" y="63615"/>
                  <a:pt x="1008312" y="63293"/>
                  <a:pt x="1005244" y="63293"/>
                </a:cubicBezTo>
                <a:cubicBezTo>
                  <a:pt x="1000400" y="63293"/>
                  <a:pt x="995624" y="63844"/>
                  <a:pt x="990915" y="64948"/>
                </a:cubicBezTo>
                <a:cubicBezTo>
                  <a:pt x="986205" y="66051"/>
                  <a:pt x="981644" y="67598"/>
                  <a:pt x="977231" y="69590"/>
                </a:cubicBezTo>
                <a:lnTo>
                  <a:pt x="977231" y="53766"/>
                </a:lnTo>
                <a:cubicBezTo>
                  <a:pt x="981160" y="52229"/>
                  <a:pt x="985694" y="50957"/>
                  <a:pt x="990834" y="49949"/>
                </a:cubicBezTo>
                <a:cubicBezTo>
                  <a:pt x="995974" y="48942"/>
                  <a:pt x="1001315" y="48438"/>
                  <a:pt x="1006859" y="48438"/>
                </a:cubicBezTo>
                <a:cubicBezTo>
                  <a:pt x="1012941" y="48438"/>
                  <a:pt x="1018161" y="49017"/>
                  <a:pt x="1022521" y="50174"/>
                </a:cubicBezTo>
                <a:cubicBezTo>
                  <a:pt x="1026880" y="51331"/>
                  <a:pt x="1030473" y="53067"/>
                  <a:pt x="1033298" y="55381"/>
                </a:cubicBezTo>
                <a:cubicBezTo>
                  <a:pt x="1036124" y="57695"/>
                  <a:pt x="1038209" y="60588"/>
                  <a:pt x="1039555" y="64060"/>
                </a:cubicBezTo>
                <a:cubicBezTo>
                  <a:pt x="1040900" y="67531"/>
                  <a:pt x="1041573" y="71581"/>
                  <a:pt x="1041573" y="76209"/>
                </a:cubicBezTo>
                <a:lnTo>
                  <a:pt x="1041573" y="132236"/>
                </a:lnTo>
                <a:lnTo>
                  <a:pt x="1024700" y="132236"/>
                </a:lnTo>
                <a:moveTo>
                  <a:pt x="1021875" y="95908"/>
                </a:moveTo>
                <a:lnTo>
                  <a:pt x="1009846" y="95908"/>
                </a:lnTo>
                <a:cubicBezTo>
                  <a:pt x="1006509" y="95908"/>
                  <a:pt x="1003684" y="96232"/>
                  <a:pt x="1001369" y="96881"/>
                </a:cubicBezTo>
                <a:cubicBezTo>
                  <a:pt x="999055" y="97529"/>
                  <a:pt x="997171" y="98420"/>
                  <a:pt x="995718" y="99556"/>
                </a:cubicBezTo>
                <a:cubicBezTo>
                  <a:pt x="994265" y="100689"/>
                  <a:pt x="993202" y="101999"/>
                  <a:pt x="992529" y="103484"/>
                </a:cubicBezTo>
                <a:cubicBezTo>
                  <a:pt x="991857" y="104969"/>
                  <a:pt x="991520" y="106548"/>
                  <a:pt x="991520" y="108222"/>
                </a:cubicBezTo>
                <a:cubicBezTo>
                  <a:pt x="991520" y="111572"/>
                  <a:pt x="992597" y="114125"/>
                  <a:pt x="994749" y="115881"/>
                </a:cubicBezTo>
                <a:cubicBezTo>
                  <a:pt x="996902" y="117635"/>
                  <a:pt x="999835" y="118512"/>
                  <a:pt x="1003549" y="118512"/>
                </a:cubicBezTo>
                <a:cubicBezTo>
                  <a:pt x="1006294" y="118512"/>
                  <a:pt x="1009146" y="117513"/>
                  <a:pt x="1012106" y="115515"/>
                </a:cubicBezTo>
                <a:cubicBezTo>
                  <a:pt x="1015066" y="113517"/>
                  <a:pt x="1018323" y="110654"/>
                  <a:pt x="1021875" y="106927"/>
                </a:cubicBezTo>
                <a:lnTo>
                  <a:pt x="1021875" y="95908"/>
                </a:lnTo>
                <a:close/>
                <a:moveTo>
                  <a:pt x="1137832" y="89772"/>
                </a:moveTo>
                <a:cubicBezTo>
                  <a:pt x="1137832" y="97307"/>
                  <a:pt x="1136769" y="103819"/>
                  <a:pt x="1134643" y="109309"/>
                </a:cubicBezTo>
                <a:cubicBezTo>
                  <a:pt x="1132517" y="114799"/>
                  <a:pt x="1129557" y="119360"/>
                  <a:pt x="1125763" y="122993"/>
                </a:cubicBezTo>
                <a:cubicBezTo>
                  <a:pt x="1121968" y="126626"/>
                  <a:pt x="1117488" y="129317"/>
                  <a:pt x="1112321" y="131066"/>
                </a:cubicBezTo>
                <a:cubicBezTo>
                  <a:pt x="1107154" y="132815"/>
                  <a:pt x="1101530" y="133689"/>
                  <a:pt x="1095448" y="133689"/>
                </a:cubicBezTo>
                <a:cubicBezTo>
                  <a:pt x="1093403" y="133689"/>
                  <a:pt x="1091358" y="133555"/>
                  <a:pt x="1089313" y="133286"/>
                </a:cubicBezTo>
                <a:cubicBezTo>
                  <a:pt x="1087268" y="133017"/>
                  <a:pt x="1085411" y="132667"/>
                  <a:pt x="1083743" y="132236"/>
                </a:cubicBezTo>
                <a:lnTo>
                  <a:pt x="1083743" y="164367"/>
                </a:lnTo>
                <a:lnTo>
                  <a:pt x="1064044" y="164367"/>
                </a:lnTo>
                <a:lnTo>
                  <a:pt x="1064044" y="50214"/>
                </a:lnTo>
                <a:lnTo>
                  <a:pt x="1081078" y="50214"/>
                </a:lnTo>
                <a:lnTo>
                  <a:pt x="1081563" y="62324"/>
                </a:lnTo>
                <a:cubicBezTo>
                  <a:pt x="1083231" y="60225"/>
                  <a:pt x="1084967" y="58314"/>
                  <a:pt x="1086770" y="56592"/>
                </a:cubicBezTo>
                <a:cubicBezTo>
                  <a:pt x="1088573" y="54870"/>
                  <a:pt x="1090524" y="53403"/>
                  <a:pt x="1092623" y="52192"/>
                </a:cubicBezTo>
                <a:cubicBezTo>
                  <a:pt x="1094722" y="50981"/>
                  <a:pt x="1096982" y="50053"/>
                  <a:pt x="1099404" y="49407"/>
                </a:cubicBezTo>
                <a:cubicBezTo>
                  <a:pt x="1101826" y="48761"/>
                  <a:pt x="1104544" y="48438"/>
                  <a:pt x="1107558" y="48438"/>
                </a:cubicBezTo>
                <a:cubicBezTo>
                  <a:pt x="1112402" y="48438"/>
                  <a:pt x="1116707" y="49407"/>
                  <a:pt x="1120475" y="51345"/>
                </a:cubicBezTo>
                <a:cubicBezTo>
                  <a:pt x="1124242" y="53282"/>
                  <a:pt x="1127404" y="56040"/>
                  <a:pt x="1129961" y="59619"/>
                </a:cubicBezTo>
                <a:cubicBezTo>
                  <a:pt x="1132517" y="63198"/>
                  <a:pt x="1134468" y="67531"/>
                  <a:pt x="1135814" y="72617"/>
                </a:cubicBezTo>
                <a:cubicBezTo>
                  <a:pt x="1137159" y="77703"/>
                  <a:pt x="1137832" y="83421"/>
                  <a:pt x="1137832" y="89772"/>
                </a:cubicBezTo>
                <a:moveTo>
                  <a:pt x="1117165" y="90622"/>
                </a:moveTo>
                <a:cubicBezTo>
                  <a:pt x="1117165" y="86108"/>
                  <a:pt x="1116842" y="82266"/>
                  <a:pt x="1116196" y="79096"/>
                </a:cubicBezTo>
                <a:cubicBezTo>
                  <a:pt x="1115550" y="75925"/>
                  <a:pt x="1114622" y="73319"/>
                  <a:pt x="1113411" y="71277"/>
                </a:cubicBezTo>
                <a:cubicBezTo>
                  <a:pt x="1112200" y="69234"/>
                  <a:pt x="1110720" y="67742"/>
                  <a:pt x="1108971" y="66802"/>
                </a:cubicBezTo>
                <a:cubicBezTo>
                  <a:pt x="1107222" y="65862"/>
                  <a:pt x="1105217" y="65392"/>
                  <a:pt x="1102956" y="65392"/>
                </a:cubicBezTo>
                <a:cubicBezTo>
                  <a:pt x="1099620" y="65392"/>
                  <a:pt x="1096431" y="66735"/>
                  <a:pt x="1093390" y="69423"/>
                </a:cubicBezTo>
                <a:cubicBezTo>
                  <a:pt x="1090349" y="72109"/>
                  <a:pt x="1087133" y="75763"/>
                  <a:pt x="1083743" y="80385"/>
                </a:cubicBezTo>
                <a:lnTo>
                  <a:pt x="1083743" y="116174"/>
                </a:lnTo>
                <a:cubicBezTo>
                  <a:pt x="1085303" y="116766"/>
                  <a:pt x="1087227" y="117250"/>
                  <a:pt x="1089515" y="117627"/>
                </a:cubicBezTo>
                <a:cubicBezTo>
                  <a:pt x="1091802" y="118002"/>
                  <a:pt x="1094130" y="118189"/>
                  <a:pt x="1096498" y="118189"/>
                </a:cubicBezTo>
                <a:cubicBezTo>
                  <a:pt x="1099620" y="118189"/>
                  <a:pt x="1102459" y="117544"/>
                  <a:pt x="1105015" y="116254"/>
                </a:cubicBezTo>
                <a:cubicBezTo>
                  <a:pt x="1107572" y="114964"/>
                  <a:pt x="1109751" y="113138"/>
                  <a:pt x="1111554" y="110775"/>
                </a:cubicBezTo>
                <a:cubicBezTo>
                  <a:pt x="1113357" y="108410"/>
                  <a:pt x="1114743" y="105521"/>
                  <a:pt x="1115712" y="102109"/>
                </a:cubicBezTo>
                <a:cubicBezTo>
                  <a:pt x="1116681" y="98696"/>
                  <a:pt x="1117165" y="94867"/>
                  <a:pt x="1117165" y="90622"/>
                </a:cubicBezTo>
                <a:close/>
                <a:moveTo>
                  <a:pt x="1222466" y="131429"/>
                </a:moveTo>
                <a:cubicBezTo>
                  <a:pt x="1218914" y="132262"/>
                  <a:pt x="1215335" y="132927"/>
                  <a:pt x="1211729" y="133425"/>
                </a:cubicBezTo>
                <a:cubicBezTo>
                  <a:pt x="1208123" y="133924"/>
                  <a:pt x="1204705" y="134174"/>
                  <a:pt x="1201476" y="134174"/>
                </a:cubicBezTo>
                <a:cubicBezTo>
                  <a:pt x="1196094" y="134174"/>
                  <a:pt x="1191452" y="133608"/>
                  <a:pt x="1187550" y="132476"/>
                </a:cubicBezTo>
                <a:cubicBezTo>
                  <a:pt x="1183648" y="131344"/>
                  <a:pt x="1180419" y="129620"/>
                  <a:pt x="1177862" y="127304"/>
                </a:cubicBezTo>
                <a:cubicBezTo>
                  <a:pt x="1175306" y="124987"/>
                  <a:pt x="1173422" y="122037"/>
                  <a:pt x="1172211" y="118454"/>
                </a:cubicBezTo>
                <a:cubicBezTo>
                  <a:pt x="1171000" y="114870"/>
                  <a:pt x="1170395" y="110600"/>
                  <a:pt x="1170395" y="105643"/>
                </a:cubicBezTo>
                <a:lnTo>
                  <a:pt x="1170395" y="65553"/>
                </a:lnTo>
                <a:lnTo>
                  <a:pt x="1148355" y="65553"/>
                </a:lnTo>
                <a:lnTo>
                  <a:pt x="1148355" y="50214"/>
                </a:lnTo>
                <a:lnTo>
                  <a:pt x="1170395" y="50214"/>
                </a:lnTo>
                <a:lnTo>
                  <a:pt x="1170395" y="29159"/>
                </a:lnTo>
                <a:lnTo>
                  <a:pt x="1190577" y="23896"/>
                </a:lnTo>
                <a:lnTo>
                  <a:pt x="1190577" y="50214"/>
                </a:lnTo>
                <a:lnTo>
                  <a:pt x="1222466" y="50214"/>
                </a:lnTo>
                <a:lnTo>
                  <a:pt x="1222466" y="65553"/>
                </a:lnTo>
                <a:lnTo>
                  <a:pt x="1190577" y="65553"/>
                </a:lnTo>
                <a:lnTo>
                  <a:pt x="1190577" y="104142"/>
                </a:lnTo>
                <a:cubicBezTo>
                  <a:pt x="1190577" y="108825"/>
                  <a:pt x="1191654" y="112363"/>
                  <a:pt x="1193806" y="114758"/>
                </a:cubicBezTo>
                <a:cubicBezTo>
                  <a:pt x="1195959" y="117153"/>
                  <a:pt x="1199565" y="118351"/>
                  <a:pt x="1204624" y="118351"/>
                </a:cubicBezTo>
                <a:cubicBezTo>
                  <a:pt x="1207854" y="118351"/>
                  <a:pt x="1211002" y="118074"/>
                  <a:pt x="1214070" y="117521"/>
                </a:cubicBezTo>
                <a:cubicBezTo>
                  <a:pt x="1217138" y="116966"/>
                  <a:pt x="1219936" y="116327"/>
                  <a:pt x="1222466" y="115606"/>
                </a:cubicBezTo>
                <a:lnTo>
                  <a:pt x="1222466" y="131429"/>
                </a:lnTo>
                <a:close/>
                <a:moveTo>
                  <a:pt x="1293860" y="27650"/>
                </a:moveTo>
                <a:cubicBezTo>
                  <a:pt x="1293860" y="29431"/>
                  <a:pt x="1293537" y="31105"/>
                  <a:pt x="1292891" y="32671"/>
                </a:cubicBezTo>
                <a:cubicBezTo>
                  <a:pt x="1292245" y="34236"/>
                  <a:pt x="1291344" y="35600"/>
                  <a:pt x="1290187" y="36760"/>
                </a:cubicBezTo>
                <a:cubicBezTo>
                  <a:pt x="1289029" y="37921"/>
                  <a:pt x="1287670" y="38839"/>
                  <a:pt x="1286110" y="39515"/>
                </a:cubicBezTo>
                <a:cubicBezTo>
                  <a:pt x="1284549" y="40189"/>
                  <a:pt x="1282854" y="40527"/>
                  <a:pt x="1281024" y="40527"/>
                </a:cubicBezTo>
                <a:cubicBezTo>
                  <a:pt x="1279194" y="40527"/>
                  <a:pt x="1277485" y="40189"/>
                  <a:pt x="1275897" y="39515"/>
                </a:cubicBezTo>
                <a:cubicBezTo>
                  <a:pt x="1274310" y="38839"/>
                  <a:pt x="1272937" y="37921"/>
                  <a:pt x="1271780" y="36760"/>
                </a:cubicBezTo>
                <a:cubicBezTo>
                  <a:pt x="1270623" y="35600"/>
                  <a:pt x="1269721" y="34236"/>
                  <a:pt x="1269076" y="32671"/>
                </a:cubicBezTo>
                <a:cubicBezTo>
                  <a:pt x="1268430" y="31105"/>
                  <a:pt x="1268107" y="29431"/>
                  <a:pt x="1268107" y="27650"/>
                </a:cubicBezTo>
                <a:cubicBezTo>
                  <a:pt x="1268107" y="25869"/>
                  <a:pt x="1268430" y="24196"/>
                  <a:pt x="1269076" y="22630"/>
                </a:cubicBezTo>
                <a:cubicBezTo>
                  <a:pt x="1269721" y="21064"/>
                  <a:pt x="1270623" y="19687"/>
                  <a:pt x="1271780" y="18500"/>
                </a:cubicBezTo>
                <a:cubicBezTo>
                  <a:pt x="1272937" y="17312"/>
                  <a:pt x="1274310" y="16382"/>
                  <a:pt x="1275897" y="15707"/>
                </a:cubicBezTo>
                <a:cubicBezTo>
                  <a:pt x="1277485" y="15031"/>
                  <a:pt x="1279194" y="14693"/>
                  <a:pt x="1281024" y="14693"/>
                </a:cubicBezTo>
                <a:cubicBezTo>
                  <a:pt x="1282854" y="14693"/>
                  <a:pt x="1284549" y="15031"/>
                  <a:pt x="1286110" y="15707"/>
                </a:cubicBezTo>
                <a:cubicBezTo>
                  <a:pt x="1287670" y="16382"/>
                  <a:pt x="1289029" y="17312"/>
                  <a:pt x="1290187" y="18500"/>
                </a:cubicBezTo>
                <a:cubicBezTo>
                  <a:pt x="1291344" y="19687"/>
                  <a:pt x="1292245" y="21064"/>
                  <a:pt x="1292891" y="22630"/>
                </a:cubicBezTo>
                <a:cubicBezTo>
                  <a:pt x="1293537" y="24196"/>
                  <a:pt x="1293860" y="25869"/>
                  <a:pt x="1293860" y="27650"/>
                </a:cubicBezTo>
                <a:moveTo>
                  <a:pt x="1272063" y="65553"/>
                </a:moveTo>
                <a:lnTo>
                  <a:pt x="1248893" y="65553"/>
                </a:lnTo>
                <a:lnTo>
                  <a:pt x="1248893" y="50214"/>
                </a:lnTo>
                <a:lnTo>
                  <a:pt x="1292245" y="50214"/>
                </a:lnTo>
                <a:lnTo>
                  <a:pt x="1292245" y="116898"/>
                </a:lnTo>
                <a:lnTo>
                  <a:pt x="1315899" y="116898"/>
                </a:lnTo>
                <a:lnTo>
                  <a:pt x="1315899" y="132236"/>
                </a:lnTo>
                <a:lnTo>
                  <a:pt x="1246067" y="132236"/>
                </a:lnTo>
                <a:lnTo>
                  <a:pt x="1246067" y="116898"/>
                </a:lnTo>
                <a:lnTo>
                  <a:pt x="1272063" y="116898"/>
                </a:lnTo>
                <a:lnTo>
                  <a:pt x="1272063" y="65553"/>
                </a:lnTo>
                <a:close/>
                <a:moveTo>
                  <a:pt x="1410221" y="90620"/>
                </a:moveTo>
                <a:cubicBezTo>
                  <a:pt x="1410221" y="97083"/>
                  <a:pt x="1409306" y="102995"/>
                  <a:pt x="1407476" y="108355"/>
                </a:cubicBezTo>
                <a:cubicBezTo>
                  <a:pt x="1405646" y="113715"/>
                  <a:pt x="1403009" y="118309"/>
                  <a:pt x="1399564" y="122135"/>
                </a:cubicBezTo>
                <a:cubicBezTo>
                  <a:pt x="1396120" y="125960"/>
                  <a:pt x="1391895" y="128922"/>
                  <a:pt x="1386890" y="131023"/>
                </a:cubicBezTo>
                <a:cubicBezTo>
                  <a:pt x="1381884" y="133124"/>
                  <a:pt x="1376179" y="134174"/>
                  <a:pt x="1369775" y="134174"/>
                </a:cubicBezTo>
                <a:cubicBezTo>
                  <a:pt x="1363693" y="134174"/>
                  <a:pt x="1358257" y="133285"/>
                  <a:pt x="1353467" y="131507"/>
                </a:cubicBezTo>
                <a:cubicBezTo>
                  <a:pt x="1348677" y="129729"/>
                  <a:pt x="1344614" y="127076"/>
                  <a:pt x="1341277" y="123548"/>
                </a:cubicBezTo>
                <a:cubicBezTo>
                  <a:pt x="1337940" y="120019"/>
                  <a:pt x="1335384" y="115602"/>
                  <a:pt x="1333607" y="110295"/>
                </a:cubicBezTo>
                <a:cubicBezTo>
                  <a:pt x="1331831" y="104989"/>
                  <a:pt x="1330943" y="98807"/>
                  <a:pt x="1330943" y="91750"/>
                </a:cubicBezTo>
                <a:cubicBezTo>
                  <a:pt x="1330943" y="85233"/>
                  <a:pt x="1331872" y="79307"/>
                  <a:pt x="1333729" y="73974"/>
                </a:cubicBezTo>
                <a:cubicBezTo>
                  <a:pt x="1335585" y="68641"/>
                  <a:pt x="1338249" y="64089"/>
                  <a:pt x="1341721" y="60318"/>
                </a:cubicBezTo>
                <a:cubicBezTo>
                  <a:pt x="1345192" y="56546"/>
                  <a:pt x="1349431" y="53623"/>
                  <a:pt x="1354436" y="51549"/>
                </a:cubicBezTo>
                <a:cubicBezTo>
                  <a:pt x="1359441" y="49475"/>
                  <a:pt x="1365092" y="48438"/>
                  <a:pt x="1371389" y="48438"/>
                </a:cubicBezTo>
                <a:cubicBezTo>
                  <a:pt x="1377525" y="48438"/>
                  <a:pt x="1382988" y="49341"/>
                  <a:pt x="1387778" y="51145"/>
                </a:cubicBezTo>
                <a:cubicBezTo>
                  <a:pt x="1392568" y="52950"/>
                  <a:pt x="1396631" y="55630"/>
                  <a:pt x="1399968" y="59185"/>
                </a:cubicBezTo>
                <a:cubicBezTo>
                  <a:pt x="1403305" y="62741"/>
                  <a:pt x="1405848" y="67145"/>
                  <a:pt x="1407597" y="72397"/>
                </a:cubicBezTo>
                <a:cubicBezTo>
                  <a:pt x="1409346" y="77650"/>
                  <a:pt x="1410221" y="83724"/>
                  <a:pt x="1410221" y="90620"/>
                </a:cubicBezTo>
                <a:moveTo>
                  <a:pt x="1389715" y="91104"/>
                </a:moveTo>
                <a:cubicBezTo>
                  <a:pt x="1389715" y="82614"/>
                  <a:pt x="1388114" y="76233"/>
                  <a:pt x="1384912" y="71961"/>
                </a:cubicBezTo>
                <a:cubicBezTo>
                  <a:pt x="1381709" y="67689"/>
                  <a:pt x="1376987" y="65553"/>
                  <a:pt x="1370743" y="65553"/>
                </a:cubicBezTo>
                <a:cubicBezTo>
                  <a:pt x="1367299" y="65553"/>
                  <a:pt x="1364366" y="66225"/>
                  <a:pt x="1361944" y="67569"/>
                </a:cubicBezTo>
                <a:cubicBezTo>
                  <a:pt x="1359522" y="68911"/>
                  <a:pt x="1357531" y="70751"/>
                  <a:pt x="1355970" y="73089"/>
                </a:cubicBezTo>
                <a:cubicBezTo>
                  <a:pt x="1354409" y="75427"/>
                  <a:pt x="1353265" y="78154"/>
                  <a:pt x="1352539" y="81270"/>
                </a:cubicBezTo>
                <a:cubicBezTo>
                  <a:pt x="1351812" y="84387"/>
                  <a:pt x="1351449" y="87719"/>
                  <a:pt x="1351449" y="91266"/>
                </a:cubicBezTo>
                <a:cubicBezTo>
                  <a:pt x="1351449" y="99810"/>
                  <a:pt x="1353171" y="106245"/>
                  <a:pt x="1356616" y="110570"/>
                </a:cubicBezTo>
                <a:cubicBezTo>
                  <a:pt x="1360060" y="114896"/>
                  <a:pt x="1364769" y="117059"/>
                  <a:pt x="1370743" y="117059"/>
                </a:cubicBezTo>
                <a:cubicBezTo>
                  <a:pt x="1374026" y="117059"/>
                  <a:pt x="1376879" y="116401"/>
                  <a:pt x="1379301" y="115084"/>
                </a:cubicBezTo>
                <a:cubicBezTo>
                  <a:pt x="1381723" y="113767"/>
                  <a:pt x="1383687" y="111940"/>
                  <a:pt x="1385194" y="109604"/>
                </a:cubicBezTo>
                <a:cubicBezTo>
                  <a:pt x="1386701" y="107266"/>
                  <a:pt x="1387831" y="104512"/>
                  <a:pt x="1388585" y="101342"/>
                </a:cubicBezTo>
                <a:cubicBezTo>
                  <a:pt x="1389338" y="98171"/>
                  <a:pt x="1389715" y="94759"/>
                  <a:pt x="1389715" y="91104"/>
                </a:cubicBezTo>
                <a:close/>
                <a:moveTo>
                  <a:pt x="1476044" y="132236"/>
                </a:moveTo>
                <a:lnTo>
                  <a:pt x="1476044" y="78858"/>
                </a:lnTo>
                <a:cubicBezTo>
                  <a:pt x="1476044" y="69881"/>
                  <a:pt x="1472707" y="65392"/>
                  <a:pt x="1466034" y="65392"/>
                </a:cubicBezTo>
                <a:cubicBezTo>
                  <a:pt x="1462697" y="65392"/>
                  <a:pt x="1459508" y="66735"/>
                  <a:pt x="1456467" y="69423"/>
                </a:cubicBezTo>
                <a:cubicBezTo>
                  <a:pt x="1453426" y="72111"/>
                  <a:pt x="1450210" y="75766"/>
                  <a:pt x="1446820" y="80390"/>
                </a:cubicBezTo>
                <a:lnTo>
                  <a:pt x="1446820" y="132236"/>
                </a:lnTo>
                <a:lnTo>
                  <a:pt x="1427122" y="132236"/>
                </a:lnTo>
                <a:lnTo>
                  <a:pt x="1427122" y="50214"/>
                </a:lnTo>
                <a:lnTo>
                  <a:pt x="1444156" y="50214"/>
                </a:lnTo>
                <a:lnTo>
                  <a:pt x="1444640" y="62324"/>
                </a:lnTo>
                <a:cubicBezTo>
                  <a:pt x="1446308" y="60225"/>
                  <a:pt x="1448044" y="58314"/>
                  <a:pt x="1449847" y="56592"/>
                </a:cubicBezTo>
                <a:cubicBezTo>
                  <a:pt x="1451650" y="54870"/>
                  <a:pt x="1453601" y="53403"/>
                  <a:pt x="1455700" y="52192"/>
                </a:cubicBezTo>
                <a:cubicBezTo>
                  <a:pt x="1457799" y="50981"/>
                  <a:pt x="1460060" y="50053"/>
                  <a:pt x="1462481" y="49407"/>
                </a:cubicBezTo>
                <a:cubicBezTo>
                  <a:pt x="1464903" y="48761"/>
                  <a:pt x="1467621" y="48438"/>
                  <a:pt x="1470635" y="48438"/>
                </a:cubicBezTo>
                <a:cubicBezTo>
                  <a:pt x="1474833" y="48438"/>
                  <a:pt x="1478493" y="49124"/>
                  <a:pt x="1481615" y="50497"/>
                </a:cubicBezTo>
                <a:cubicBezTo>
                  <a:pt x="1484736" y="51869"/>
                  <a:pt x="1487346" y="53807"/>
                  <a:pt x="1489445" y="56309"/>
                </a:cubicBezTo>
                <a:cubicBezTo>
                  <a:pt x="1491544" y="58812"/>
                  <a:pt x="1493119" y="61826"/>
                  <a:pt x="1494168" y="65351"/>
                </a:cubicBezTo>
                <a:cubicBezTo>
                  <a:pt x="1495218" y="68876"/>
                  <a:pt x="1495742" y="72819"/>
                  <a:pt x="1495742" y="77178"/>
                </a:cubicBezTo>
                <a:lnTo>
                  <a:pt x="1495742" y="132236"/>
                </a:lnTo>
                <a:lnTo>
                  <a:pt x="1476044" y="132236"/>
                </a:lnTo>
                <a:close/>
                <a:moveTo>
                  <a:pt x="1530969" y="14531"/>
                </a:moveTo>
                <a:cubicBezTo>
                  <a:pt x="1542164" y="14531"/>
                  <a:pt x="1550506" y="17209"/>
                  <a:pt x="1555996" y="22564"/>
                </a:cubicBezTo>
                <a:cubicBezTo>
                  <a:pt x="1561485" y="27919"/>
                  <a:pt x="1564230" y="36436"/>
                  <a:pt x="1564230" y="48115"/>
                </a:cubicBezTo>
                <a:lnTo>
                  <a:pt x="1564230" y="61678"/>
                </a:lnTo>
                <a:cubicBezTo>
                  <a:pt x="1564230" y="67221"/>
                  <a:pt x="1565455" y="71379"/>
                  <a:pt x="1567903" y="74151"/>
                </a:cubicBezTo>
                <a:cubicBezTo>
                  <a:pt x="1570352" y="76923"/>
                  <a:pt x="1574456" y="78308"/>
                  <a:pt x="1580215" y="78308"/>
                </a:cubicBezTo>
                <a:lnTo>
                  <a:pt x="1585381" y="78308"/>
                </a:lnTo>
                <a:lnTo>
                  <a:pt x="1585381" y="93647"/>
                </a:lnTo>
                <a:lnTo>
                  <a:pt x="1580215" y="93647"/>
                </a:lnTo>
                <a:cubicBezTo>
                  <a:pt x="1577308" y="93647"/>
                  <a:pt x="1574833" y="93957"/>
                  <a:pt x="1572788" y="94576"/>
                </a:cubicBezTo>
                <a:cubicBezTo>
                  <a:pt x="1570742" y="95195"/>
                  <a:pt x="1569087" y="96150"/>
                  <a:pt x="1567823" y="97442"/>
                </a:cubicBezTo>
                <a:cubicBezTo>
                  <a:pt x="1566558" y="98733"/>
                  <a:pt x="1565643" y="100388"/>
                  <a:pt x="1565078" y="102406"/>
                </a:cubicBezTo>
                <a:cubicBezTo>
                  <a:pt x="1564513" y="104425"/>
                  <a:pt x="1564230" y="106833"/>
                  <a:pt x="1564230" y="109632"/>
                </a:cubicBezTo>
                <a:lnTo>
                  <a:pt x="1564230" y="130864"/>
                </a:lnTo>
                <a:cubicBezTo>
                  <a:pt x="1564230" y="136407"/>
                  <a:pt x="1563598" y="141265"/>
                  <a:pt x="1562333" y="145436"/>
                </a:cubicBezTo>
                <a:cubicBezTo>
                  <a:pt x="1561068" y="149607"/>
                  <a:pt x="1559090" y="153092"/>
                  <a:pt x="1556399" y="155890"/>
                </a:cubicBezTo>
                <a:cubicBezTo>
                  <a:pt x="1553708" y="158689"/>
                  <a:pt x="1550264" y="160801"/>
                  <a:pt x="1546066" y="162228"/>
                </a:cubicBezTo>
                <a:cubicBezTo>
                  <a:pt x="1541868" y="163654"/>
                  <a:pt x="1536836" y="164367"/>
                  <a:pt x="1530969" y="164367"/>
                </a:cubicBezTo>
                <a:lnTo>
                  <a:pt x="1524188" y="164367"/>
                </a:lnTo>
                <a:lnTo>
                  <a:pt x="1524188" y="149190"/>
                </a:lnTo>
                <a:lnTo>
                  <a:pt x="1529355" y="149190"/>
                </a:lnTo>
                <a:cubicBezTo>
                  <a:pt x="1531938" y="149190"/>
                  <a:pt x="1534266" y="148894"/>
                  <a:pt x="1536338" y="148302"/>
                </a:cubicBezTo>
                <a:cubicBezTo>
                  <a:pt x="1538410" y="147710"/>
                  <a:pt x="1540199" y="146700"/>
                  <a:pt x="1541706" y="145272"/>
                </a:cubicBezTo>
                <a:cubicBezTo>
                  <a:pt x="1543213" y="143844"/>
                  <a:pt x="1544370" y="141985"/>
                  <a:pt x="1545178" y="139696"/>
                </a:cubicBezTo>
                <a:cubicBezTo>
                  <a:pt x="1545985" y="137409"/>
                  <a:pt x="1546389" y="134568"/>
                  <a:pt x="1546389" y="131174"/>
                </a:cubicBezTo>
                <a:lnTo>
                  <a:pt x="1546389" y="110172"/>
                </a:lnTo>
                <a:cubicBezTo>
                  <a:pt x="1546389" y="106134"/>
                  <a:pt x="1546725" y="102674"/>
                  <a:pt x="1547398" y="99793"/>
                </a:cubicBezTo>
                <a:cubicBezTo>
                  <a:pt x="1548071" y="96910"/>
                  <a:pt x="1549093" y="94513"/>
                  <a:pt x="1550466" y="92603"/>
                </a:cubicBezTo>
                <a:cubicBezTo>
                  <a:pt x="1551838" y="90690"/>
                  <a:pt x="1553601" y="89223"/>
                  <a:pt x="1555753" y="88200"/>
                </a:cubicBezTo>
                <a:cubicBezTo>
                  <a:pt x="1557906" y="87176"/>
                  <a:pt x="1560436" y="86449"/>
                  <a:pt x="1563342" y="86018"/>
                </a:cubicBezTo>
                <a:cubicBezTo>
                  <a:pt x="1557583" y="85319"/>
                  <a:pt x="1553318" y="83043"/>
                  <a:pt x="1550546" y="79191"/>
                </a:cubicBezTo>
                <a:cubicBezTo>
                  <a:pt x="1547775" y="75340"/>
                  <a:pt x="1546389" y="69429"/>
                  <a:pt x="1546389" y="61459"/>
                </a:cubicBezTo>
                <a:lnTo>
                  <a:pt x="1546389" y="47966"/>
                </a:lnTo>
                <a:cubicBezTo>
                  <a:pt x="1546389" y="44466"/>
                  <a:pt x="1545985" y="41545"/>
                  <a:pt x="1545178" y="39202"/>
                </a:cubicBezTo>
                <a:cubicBezTo>
                  <a:pt x="1544370" y="36859"/>
                  <a:pt x="1543213" y="34988"/>
                  <a:pt x="1541706" y="33589"/>
                </a:cubicBezTo>
                <a:cubicBezTo>
                  <a:pt x="1540199" y="32188"/>
                  <a:pt x="1538410" y="31191"/>
                  <a:pt x="1536338" y="30599"/>
                </a:cubicBezTo>
                <a:cubicBezTo>
                  <a:pt x="1534266" y="30006"/>
                  <a:pt x="1531938" y="29709"/>
                  <a:pt x="1529355" y="29709"/>
                </a:cubicBezTo>
                <a:lnTo>
                  <a:pt x="1524188" y="29709"/>
                </a:lnTo>
                <a:lnTo>
                  <a:pt x="1524188" y="14531"/>
                </a:lnTo>
                <a:lnTo>
                  <a:pt x="1530969" y="14531"/>
                </a:lnTo>
                <a:close/>
              </a:path>
            </a:pathLst>
          </a:custGeom>
          <a:solidFill xmlns:a="http://schemas.openxmlformats.org/drawingml/2006/main">
            <a:srgbClr val="38761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AA6159-8013-49FF-B16A-17859FFB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" y="3019796"/>
            <a:ext cx="991581" cy="489715"/>
          </a:xfrm>
          <a:custGeom xmlns:a="http://schemas.openxmlformats.org/drawingml/2006/main">
            <a:pathLst>
              <a:path w="991581" h="489715">
                <a:moveTo>
                  <a:pt x="0" y="0"/>
                </a:moveTo>
                <a:lnTo>
                  <a:pt x="991581" y="0"/>
                </a:lnTo>
                <a:lnTo>
                  <a:pt x="991581" y="489715"/>
                </a:lnTo>
                <a:lnTo>
                  <a:pt x="0" y="48971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TextCaption">
            <a:extLst xmlns:a="http://schemas.openxmlformats.org/drawingml/2006/main">
              <a:ext uri="{FF2B5EF4-FFF2-40B4-BE49-F238E27FC236}">
                <a16:creationId xmlns:a16="http://schemas.microsoft.com/office/drawing/2014/main" id="{7502C8EF-AEDB-4368-B285-B42D3FB5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58" y="3123280"/>
            <a:ext cx="788615" cy="126585"/>
          </a:xfrm>
          <a:custGeom xmlns:a="http://schemas.openxmlformats.org/drawingml/2006/main">
            <a:pathLst>
              <a:path w="788615" h="126585">
                <a:moveTo>
                  <a:pt x="31009" y="99603"/>
                </a:moveTo>
                <a:lnTo>
                  <a:pt x="31009" y="12455"/>
                </a:lnTo>
                <a:lnTo>
                  <a:pt x="0" y="12455"/>
                </a:lnTo>
                <a:lnTo>
                  <a:pt x="0" y="1579"/>
                </a:lnTo>
                <a:lnTo>
                  <a:pt x="74364" y="1579"/>
                </a:lnTo>
                <a:lnTo>
                  <a:pt x="74364" y="12455"/>
                </a:lnTo>
                <a:lnTo>
                  <a:pt x="43209" y="12455"/>
                </a:lnTo>
                <a:lnTo>
                  <a:pt x="43209" y="99603"/>
                </a:lnTo>
                <a:lnTo>
                  <a:pt x="31009" y="99603"/>
                </a:lnTo>
                <a:close/>
                <a:moveTo>
                  <a:pt x="105227" y="101326"/>
                </a:moveTo>
                <a:cubicBezTo>
                  <a:pt x="94548" y="101326"/>
                  <a:pt x="85853" y="97849"/>
                  <a:pt x="79140" y="90896"/>
                </a:cubicBezTo>
                <a:cubicBezTo>
                  <a:pt x="72429" y="83941"/>
                  <a:pt x="69074" y="74978"/>
                  <a:pt x="69074" y="64008"/>
                </a:cubicBezTo>
                <a:cubicBezTo>
                  <a:pt x="69074" y="53528"/>
                  <a:pt x="72404" y="44713"/>
                  <a:pt x="79066" y="37564"/>
                </a:cubicBezTo>
                <a:cubicBezTo>
                  <a:pt x="85729" y="30414"/>
                  <a:pt x="94058" y="26838"/>
                  <a:pt x="104052" y="26838"/>
                </a:cubicBezTo>
                <a:cubicBezTo>
                  <a:pt x="114242" y="26838"/>
                  <a:pt x="122472" y="30361"/>
                  <a:pt x="128742" y="37407"/>
                </a:cubicBezTo>
                <a:cubicBezTo>
                  <a:pt x="135012" y="44452"/>
                  <a:pt x="138147" y="53600"/>
                  <a:pt x="138147" y="64853"/>
                </a:cubicBezTo>
                <a:lnTo>
                  <a:pt x="138147" y="67643"/>
                </a:lnTo>
                <a:lnTo>
                  <a:pt x="80685" y="67643"/>
                </a:lnTo>
                <a:cubicBezTo>
                  <a:pt x="81077" y="74901"/>
                  <a:pt x="83698" y="80811"/>
                  <a:pt x="88548" y="85372"/>
                </a:cubicBezTo>
                <a:cubicBezTo>
                  <a:pt x="93397" y="89934"/>
                  <a:pt x="99300" y="92214"/>
                  <a:pt x="106257" y="92214"/>
                </a:cubicBezTo>
                <a:cubicBezTo>
                  <a:pt x="114878" y="92214"/>
                  <a:pt x="122178" y="89224"/>
                  <a:pt x="128155" y="83242"/>
                </a:cubicBezTo>
                <a:lnTo>
                  <a:pt x="133445" y="90445"/>
                </a:lnTo>
                <a:cubicBezTo>
                  <a:pt x="126194" y="97699"/>
                  <a:pt x="116788" y="101326"/>
                  <a:pt x="105227" y="101326"/>
                </a:cubicBezTo>
                <a:moveTo>
                  <a:pt x="127271" y="59561"/>
                </a:moveTo>
                <a:cubicBezTo>
                  <a:pt x="127271" y="53010"/>
                  <a:pt x="125115" y="47437"/>
                  <a:pt x="120804" y="42843"/>
                </a:cubicBezTo>
                <a:cubicBezTo>
                  <a:pt x="116494" y="38248"/>
                  <a:pt x="110860" y="35950"/>
                  <a:pt x="103904" y="35950"/>
                </a:cubicBezTo>
                <a:cubicBezTo>
                  <a:pt x="97340" y="35950"/>
                  <a:pt x="91878" y="38248"/>
                  <a:pt x="87518" y="42843"/>
                </a:cubicBezTo>
                <a:cubicBezTo>
                  <a:pt x="83159" y="47437"/>
                  <a:pt x="80881" y="53010"/>
                  <a:pt x="80685" y="59561"/>
                </a:cubicBezTo>
                <a:lnTo>
                  <a:pt x="127271" y="59561"/>
                </a:lnTo>
                <a:close/>
                <a:moveTo>
                  <a:pt x="201931" y="99603"/>
                </a:moveTo>
                <a:lnTo>
                  <a:pt x="180620" y="70480"/>
                </a:lnTo>
                <a:lnTo>
                  <a:pt x="159312" y="99603"/>
                </a:lnTo>
                <a:lnTo>
                  <a:pt x="146671" y="99603"/>
                </a:lnTo>
                <a:lnTo>
                  <a:pt x="173861" y="63127"/>
                </a:lnTo>
                <a:lnTo>
                  <a:pt x="148142" y="28561"/>
                </a:lnTo>
                <a:lnTo>
                  <a:pt x="160926" y="28561"/>
                </a:lnTo>
                <a:lnTo>
                  <a:pt x="180620" y="55625"/>
                </a:lnTo>
                <a:lnTo>
                  <a:pt x="200314" y="28561"/>
                </a:lnTo>
                <a:lnTo>
                  <a:pt x="213101" y="28561"/>
                </a:lnTo>
                <a:lnTo>
                  <a:pt x="187381" y="63127"/>
                </a:lnTo>
                <a:lnTo>
                  <a:pt x="214717" y="99603"/>
                </a:lnTo>
                <a:lnTo>
                  <a:pt x="201931" y="99603"/>
                </a:lnTo>
                <a:close/>
                <a:moveTo>
                  <a:pt x="245286" y="101326"/>
                </a:moveTo>
                <a:cubicBezTo>
                  <a:pt x="234802" y="101326"/>
                  <a:pt x="229559" y="95788"/>
                  <a:pt x="229559" y="84713"/>
                </a:cubicBezTo>
                <a:lnTo>
                  <a:pt x="229559" y="38259"/>
                </a:lnTo>
                <a:lnTo>
                  <a:pt x="217802" y="38259"/>
                </a:lnTo>
                <a:lnTo>
                  <a:pt x="217802" y="28561"/>
                </a:lnTo>
                <a:lnTo>
                  <a:pt x="229559" y="28561"/>
                </a:lnTo>
                <a:lnTo>
                  <a:pt x="229559" y="9185"/>
                </a:lnTo>
                <a:lnTo>
                  <a:pt x="240581" y="9185"/>
                </a:lnTo>
                <a:lnTo>
                  <a:pt x="240581" y="28561"/>
                </a:lnTo>
                <a:lnTo>
                  <a:pt x="254985" y="28561"/>
                </a:lnTo>
                <a:lnTo>
                  <a:pt x="254985" y="38259"/>
                </a:lnTo>
                <a:lnTo>
                  <a:pt x="240581" y="38259"/>
                </a:lnTo>
                <a:lnTo>
                  <a:pt x="240581" y="82363"/>
                </a:lnTo>
                <a:cubicBezTo>
                  <a:pt x="240581" y="85009"/>
                  <a:pt x="241169" y="87190"/>
                  <a:pt x="242344" y="88907"/>
                </a:cubicBezTo>
                <a:cubicBezTo>
                  <a:pt x="243521" y="90621"/>
                  <a:pt x="245334" y="91479"/>
                  <a:pt x="247784" y="91479"/>
                </a:cubicBezTo>
                <a:cubicBezTo>
                  <a:pt x="250821" y="91479"/>
                  <a:pt x="253319" y="90503"/>
                  <a:pt x="255279" y="88552"/>
                </a:cubicBezTo>
                <a:lnTo>
                  <a:pt x="258512" y="96773"/>
                </a:lnTo>
                <a:cubicBezTo>
                  <a:pt x="255475" y="99808"/>
                  <a:pt x="251066" y="101326"/>
                  <a:pt x="245286" y="101326"/>
                </a:cubicBezTo>
                <a:close/>
                <a:moveTo>
                  <a:pt x="355362" y="101326"/>
                </a:moveTo>
                <a:cubicBezTo>
                  <a:pt x="340959" y="101326"/>
                  <a:pt x="328956" y="96577"/>
                  <a:pt x="319354" y="87081"/>
                </a:cubicBezTo>
                <a:cubicBezTo>
                  <a:pt x="309753" y="77585"/>
                  <a:pt x="304952" y="65445"/>
                  <a:pt x="304952" y="50663"/>
                </a:cubicBezTo>
                <a:cubicBezTo>
                  <a:pt x="304952" y="35880"/>
                  <a:pt x="309753" y="23741"/>
                  <a:pt x="319354" y="14244"/>
                </a:cubicBezTo>
                <a:cubicBezTo>
                  <a:pt x="328956" y="4748"/>
                  <a:pt x="340959" y="0"/>
                  <a:pt x="355362" y="0"/>
                </a:cubicBezTo>
                <a:cubicBezTo>
                  <a:pt x="370940" y="0"/>
                  <a:pt x="383334" y="6463"/>
                  <a:pt x="392545" y="19389"/>
                </a:cubicBezTo>
                <a:lnTo>
                  <a:pt x="382256" y="25116"/>
                </a:lnTo>
                <a:cubicBezTo>
                  <a:pt x="379416" y="21006"/>
                  <a:pt x="375619" y="17606"/>
                  <a:pt x="370866" y="14915"/>
                </a:cubicBezTo>
                <a:cubicBezTo>
                  <a:pt x="366115" y="12222"/>
                  <a:pt x="360947" y="10876"/>
                  <a:pt x="355362" y="10876"/>
                </a:cubicBezTo>
                <a:cubicBezTo>
                  <a:pt x="344487" y="10876"/>
                  <a:pt x="335473" y="14644"/>
                  <a:pt x="328319" y="22181"/>
                </a:cubicBezTo>
                <a:cubicBezTo>
                  <a:pt x="321167" y="29717"/>
                  <a:pt x="317591" y="39211"/>
                  <a:pt x="317591" y="50663"/>
                </a:cubicBezTo>
                <a:cubicBezTo>
                  <a:pt x="317591" y="62212"/>
                  <a:pt x="321142" y="71730"/>
                  <a:pt x="328245" y="79219"/>
                </a:cubicBezTo>
                <a:cubicBezTo>
                  <a:pt x="335350" y="86706"/>
                  <a:pt x="344388" y="90449"/>
                  <a:pt x="355362" y="90449"/>
                </a:cubicBezTo>
                <a:cubicBezTo>
                  <a:pt x="360947" y="90449"/>
                  <a:pt x="366115" y="89129"/>
                  <a:pt x="370866" y="86487"/>
                </a:cubicBezTo>
                <a:cubicBezTo>
                  <a:pt x="375619" y="83844"/>
                  <a:pt x="379416" y="80418"/>
                  <a:pt x="382256" y="76209"/>
                </a:cubicBezTo>
                <a:lnTo>
                  <a:pt x="392691" y="81937"/>
                </a:lnTo>
                <a:cubicBezTo>
                  <a:pt x="383187" y="94863"/>
                  <a:pt x="370744" y="101326"/>
                  <a:pt x="355362" y="101326"/>
                </a:cubicBezTo>
                <a:close/>
                <a:moveTo>
                  <a:pt x="452212" y="99603"/>
                </a:moveTo>
                <a:lnTo>
                  <a:pt x="452212" y="91481"/>
                </a:lnTo>
                <a:cubicBezTo>
                  <a:pt x="446235" y="98044"/>
                  <a:pt x="438397" y="101326"/>
                  <a:pt x="428697" y="101326"/>
                </a:cubicBezTo>
                <a:cubicBezTo>
                  <a:pt x="421545" y="101326"/>
                  <a:pt x="415617" y="99070"/>
                  <a:pt x="410914" y="94558"/>
                </a:cubicBezTo>
                <a:cubicBezTo>
                  <a:pt x="406212" y="90046"/>
                  <a:pt x="403861" y="84455"/>
                  <a:pt x="403861" y="77786"/>
                </a:cubicBezTo>
                <a:cubicBezTo>
                  <a:pt x="403861" y="70921"/>
                  <a:pt x="406188" y="65306"/>
                  <a:pt x="410842" y="60942"/>
                </a:cubicBezTo>
                <a:cubicBezTo>
                  <a:pt x="415496" y="56577"/>
                  <a:pt x="421448" y="54394"/>
                  <a:pt x="428697" y="54394"/>
                </a:cubicBezTo>
                <a:cubicBezTo>
                  <a:pt x="438887" y="54394"/>
                  <a:pt x="446725" y="57628"/>
                  <a:pt x="452212" y="64095"/>
                </a:cubicBezTo>
                <a:lnTo>
                  <a:pt x="452212" y="51342"/>
                </a:lnTo>
                <a:cubicBezTo>
                  <a:pt x="452212" y="46554"/>
                  <a:pt x="450522" y="42865"/>
                  <a:pt x="447142" y="40275"/>
                </a:cubicBezTo>
                <a:cubicBezTo>
                  <a:pt x="443761" y="37686"/>
                  <a:pt x="439475" y="36391"/>
                  <a:pt x="434283" y="36391"/>
                </a:cubicBezTo>
                <a:cubicBezTo>
                  <a:pt x="425954" y="36391"/>
                  <a:pt x="418704" y="39666"/>
                  <a:pt x="412531" y="46214"/>
                </a:cubicBezTo>
                <a:lnTo>
                  <a:pt x="407389" y="38580"/>
                </a:lnTo>
                <a:cubicBezTo>
                  <a:pt x="414932" y="30752"/>
                  <a:pt x="424387" y="26838"/>
                  <a:pt x="435752" y="26838"/>
                </a:cubicBezTo>
                <a:cubicBezTo>
                  <a:pt x="444472" y="26838"/>
                  <a:pt x="451233" y="28946"/>
                  <a:pt x="456033" y="33160"/>
                </a:cubicBezTo>
                <a:cubicBezTo>
                  <a:pt x="460834" y="37373"/>
                  <a:pt x="463234" y="43253"/>
                  <a:pt x="463234" y="50800"/>
                </a:cubicBezTo>
                <a:lnTo>
                  <a:pt x="463234" y="99603"/>
                </a:lnTo>
                <a:lnTo>
                  <a:pt x="452212" y="99603"/>
                </a:lnTo>
                <a:moveTo>
                  <a:pt x="432666" y="93389"/>
                </a:moveTo>
                <a:cubicBezTo>
                  <a:pt x="441385" y="93389"/>
                  <a:pt x="447900" y="90450"/>
                  <a:pt x="452212" y="84572"/>
                </a:cubicBezTo>
                <a:lnTo>
                  <a:pt x="452212" y="71150"/>
                </a:lnTo>
                <a:cubicBezTo>
                  <a:pt x="447900" y="65271"/>
                  <a:pt x="441385" y="62331"/>
                  <a:pt x="432666" y="62331"/>
                </a:cubicBezTo>
                <a:cubicBezTo>
                  <a:pt x="427473" y="62331"/>
                  <a:pt x="423259" y="63778"/>
                  <a:pt x="420025" y="66674"/>
                </a:cubicBezTo>
                <a:cubicBezTo>
                  <a:pt x="416793" y="69569"/>
                  <a:pt x="415177" y="73322"/>
                  <a:pt x="415177" y="77934"/>
                </a:cubicBezTo>
                <a:cubicBezTo>
                  <a:pt x="415177" y="82447"/>
                  <a:pt x="416793" y="86152"/>
                  <a:pt x="420025" y="89048"/>
                </a:cubicBezTo>
                <a:cubicBezTo>
                  <a:pt x="423259" y="91942"/>
                  <a:pt x="427473" y="93389"/>
                  <a:pt x="432666" y="93389"/>
                </a:cubicBezTo>
                <a:close/>
                <a:moveTo>
                  <a:pt x="520258" y="101326"/>
                </a:moveTo>
                <a:cubicBezTo>
                  <a:pt x="510166" y="101326"/>
                  <a:pt x="502181" y="97161"/>
                  <a:pt x="496301" y="88833"/>
                </a:cubicBezTo>
                <a:lnTo>
                  <a:pt x="496301" y="126585"/>
                </a:lnTo>
                <a:lnTo>
                  <a:pt x="485279" y="126585"/>
                </a:lnTo>
                <a:lnTo>
                  <a:pt x="485279" y="28561"/>
                </a:lnTo>
                <a:lnTo>
                  <a:pt x="496301" y="28561"/>
                </a:lnTo>
                <a:lnTo>
                  <a:pt x="496301" y="39183"/>
                </a:lnTo>
                <a:cubicBezTo>
                  <a:pt x="498848" y="35558"/>
                  <a:pt x="502228" y="32594"/>
                  <a:pt x="506441" y="30292"/>
                </a:cubicBezTo>
                <a:cubicBezTo>
                  <a:pt x="510654" y="27990"/>
                  <a:pt x="515260" y="26838"/>
                  <a:pt x="520258" y="26838"/>
                </a:cubicBezTo>
                <a:cubicBezTo>
                  <a:pt x="529761" y="26838"/>
                  <a:pt x="537403" y="30168"/>
                  <a:pt x="543183" y="36829"/>
                </a:cubicBezTo>
                <a:cubicBezTo>
                  <a:pt x="548964" y="43489"/>
                  <a:pt x="551855" y="52549"/>
                  <a:pt x="551855" y="64008"/>
                </a:cubicBezTo>
                <a:cubicBezTo>
                  <a:pt x="551855" y="75370"/>
                  <a:pt x="548989" y="84431"/>
                  <a:pt x="543257" y="91189"/>
                </a:cubicBezTo>
                <a:cubicBezTo>
                  <a:pt x="537525" y="97947"/>
                  <a:pt x="529858" y="101326"/>
                  <a:pt x="520258" y="101326"/>
                </a:cubicBezTo>
                <a:moveTo>
                  <a:pt x="517466" y="91479"/>
                </a:moveTo>
                <a:cubicBezTo>
                  <a:pt x="524323" y="91479"/>
                  <a:pt x="529834" y="88981"/>
                  <a:pt x="533997" y="83987"/>
                </a:cubicBezTo>
                <a:cubicBezTo>
                  <a:pt x="538162" y="78992"/>
                  <a:pt x="540245" y="72332"/>
                  <a:pt x="540245" y="64008"/>
                </a:cubicBezTo>
                <a:cubicBezTo>
                  <a:pt x="540245" y="55880"/>
                  <a:pt x="538187" y="49294"/>
                  <a:pt x="534071" y="44251"/>
                </a:cubicBezTo>
                <a:cubicBezTo>
                  <a:pt x="529957" y="39207"/>
                  <a:pt x="524422" y="36685"/>
                  <a:pt x="517466" y="36685"/>
                </a:cubicBezTo>
                <a:cubicBezTo>
                  <a:pt x="513055" y="36685"/>
                  <a:pt x="508915" y="37788"/>
                  <a:pt x="505044" y="39993"/>
                </a:cubicBezTo>
                <a:cubicBezTo>
                  <a:pt x="501175" y="42197"/>
                  <a:pt x="498261" y="44866"/>
                  <a:pt x="496301" y="48001"/>
                </a:cubicBezTo>
                <a:lnTo>
                  <a:pt x="496301" y="80015"/>
                </a:lnTo>
                <a:cubicBezTo>
                  <a:pt x="498261" y="83150"/>
                  <a:pt x="501175" y="85845"/>
                  <a:pt x="505044" y="88099"/>
                </a:cubicBezTo>
                <a:cubicBezTo>
                  <a:pt x="508915" y="90352"/>
                  <a:pt x="513055" y="91479"/>
                  <a:pt x="517466" y="91479"/>
                </a:cubicBezTo>
                <a:close/>
                <a:moveTo>
                  <a:pt x="587274" y="101326"/>
                </a:moveTo>
                <a:cubicBezTo>
                  <a:pt x="576790" y="101326"/>
                  <a:pt x="571547" y="95788"/>
                  <a:pt x="571547" y="84713"/>
                </a:cubicBezTo>
                <a:lnTo>
                  <a:pt x="571547" y="38259"/>
                </a:lnTo>
                <a:lnTo>
                  <a:pt x="559790" y="38259"/>
                </a:lnTo>
                <a:lnTo>
                  <a:pt x="559790" y="28561"/>
                </a:lnTo>
                <a:lnTo>
                  <a:pt x="571547" y="28561"/>
                </a:lnTo>
                <a:lnTo>
                  <a:pt x="571547" y="9185"/>
                </a:lnTo>
                <a:lnTo>
                  <a:pt x="582569" y="9185"/>
                </a:lnTo>
                <a:lnTo>
                  <a:pt x="582569" y="28561"/>
                </a:lnTo>
                <a:lnTo>
                  <a:pt x="596973" y="28561"/>
                </a:lnTo>
                <a:lnTo>
                  <a:pt x="596973" y="38259"/>
                </a:lnTo>
                <a:lnTo>
                  <a:pt x="582569" y="38259"/>
                </a:lnTo>
                <a:lnTo>
                  <a:pt x="582569" y="82363"/>
                </a:lnTo>
                <a:cubicBezTo>
                  <a:pt x="582569" y="85009"/>
                  <a:pt x="583157" y="87190"/>
                  <a:pt x="584332" y="88907"/>
                </a:cubicBezTo>
                <a:cubicBezTo>
                  <a:pt x="585508" y="90621"/>
                  <a:pt x="587322" y="91479"/>
                  <a:pt x="589772" y="91479"/>
                </a:cubicBezTo>
                <a:cubicBezTo>
                  <a:pt x="592809" y="91479"/>
                  <a:pt x="595307" y="90503"/>
                  <a:pt x="597267" y="88552"/>
                </a:cubicBezTo>
                <a:lnTo>
                  <a:pt x="600500" y="96773"/>
                </a:lnTo>
                <a:cubicBezTo>
                  <a:pt x="597463" y="99808"/>
                  <a:pt x="593054" y="101326"/>
                  <a:pt x="587274" y="101326"/>
                </a:cubicBezTo>
                <a:close/>
                <a:moveTo>
                  <a:pt x="617989" y="18431"/>
                </a:moveTo>
                <a:cubicBezTo>
                  <a:pt x="616029" y="18431"/>
                  <a:pt x="614314" y="17721"/>
                  <a:pt x="612844" y="16301"/>
                </a:cubicBezTo>
                <a:cubicBezTo>
                  <a:pt x="611375" y="14879"/>
                  <a:pt x="610640" y="13140"/>
                  <a:pt x="610640" y="11082"/>
                </a:cubicBezTo>
                <a:cubicBezTo>
                  <a:pt x="610640" y="9025"/>
                  <a:pt x="611375" y="7262"/>
                  <a:pt x="612844" y="5792"/>
                </a:cubicBezTo>
                <a:cubicBezTo>
                  <a:pt x="614314" y="4323"/>
                  <a:pt x="616029" y="3588"/>
                  <a:pt x="617989" y="3588"/>
                </a:cubicBezTo>
                <a:cubicBezTo>
                  <a:pt x="620046" y="3588"/>
                  <a:pt x="621809" y="4323"/>
                  <a:pt x="623279" y="5792"/>
                </a:cubicBezTo>
                <a:cubicBezTo>
                  <a:pt x="624748" y="7262"/>
                  <a:pt x="625483" y="9025"/>
                  <a:pt x="625483" y="11082"/>
                </a:cubicBezTo>
                <a:cubicBezTo>
                  <a:pt x="625483" y="13140"/>
                  <a:pt x="624748" y="14879"/>
                  <a:pt x="623279" y="16301"/>
                </a:cubicBezTo>
                <a:cubicBezTo>
                  <a:pt x="621809" y="17721"/>
                  <a:pt x="620046" y="18431"/>
                  <a:pt x="617989" y="18431"/>
                </a:cubicBezTo>
                <a:moveTo>
                  <a:pt x="612551" y="99603"/>
                </a:moveTo>
                <a:lnTo>
                  <a:pt x="612551" y="28561"/>
                </a:lnTo>
                <a:lnTo>
                  <a:pt x="623573" y="28561"/>
                </a:lnTo>
                <a:lnTo>
                  <a:pt x="623573" y="99603"/>
                </a:lnTo>
                <a:lnTo>
                  <a:pt x="612551" y="99603"/>
                </a:lnTo>
                <a:close/>
                <a:moveTo>
                  <a:pt x="676627" y="101326"/>
                </a:moveTo>
                <a:cubicBezTo>
                  <a:pt x="666340" y="101326"/>
                  <a:pt x="657914" y="97824"/>
                  <a:pt x="651350" y="90822"/>
                </a:cubicBezTo>
                <a:cubicBezTo>
                  <a:pt x="644785" y="83818"/>
                  <a:pt x="641503" y="74880"/>
                  <a:pt x="641503" y="64008"/>
                </a:cubicBezTo>
                <a:cubicBezTo>
                  <a:pt x="641503" y="53039"/>
                  <a:pt x="644785" y="44102"/>
                  <a:pt x="651350" y="37197"/>
                </a:cubicBezTo>
                <a:cubicBezTo>
                  <a:pt x="657914" y="30291"/>
                  <a:pt x="666340" y="26838"/>
                  <a:pt x="676627" y="26838"/>
                </a:cubicBezTo>
                <a:cubicBezTo>
                  <a:pt x="686916" y="26838"/>
                  <a:pt x="695342" y="30291"/>
                  <a:pt x="701905" y="37197"/>
                </a:cubicBezTo>
                <a:cubicBezTo>
                  <a:pt x="708469" y="44102"/>
                  <a:pt x="711752" y="53039"/>
                  <a:pt x="711752" y="64008"/>
                </a:cubicBezTo>
                <a:cubicBezTo>
                  <a:pt x="711752" y="74880"/>
                  <a:pt x="708469" y="83818"/>
                  <a:pt x="701905" y="90822"/>
                </a:cubicBezTo>
                <a:cubicBezTo>
                  <a:pt x="695342" y="97824"/>
                  <a:pt x="686916" y="101326"/>
                  <a:pt x="676627" y="101326"/>
                </a:cubicBezTo>
                <a:moveTo>
                  <a:pt x="676627" y="91479"/>
                </a:moveTo>
                <a:cubicBezTo>
                  <a:pt x="683486" y="91479"/>
                  <a:pt x="689120" y="88908"/>
                  <a:pt x="693529" y="83767"/>
                </a:cubicBezTo>
                <a:cubicBezTo>
                  <a:pt x="697938" y="78625"/>
                  <a:pt x="700142" y="72039"/>
                  <a:pt x="700142" y="64008"/>
                </a:cubicBezTo>
                <a:cubicBezTo>
                  <a:pt x="700142" y="56075"/>
                  <a:pt x="697938" y="49539"/>
                  <a:pt x="693529" y="44397"/>
                </a:cubicBezTo>
                <a:cubicBezTo>
                  <a:pt x="689120" y="39256"/>
                  <a:pt x="683486" y="36685"/>
                  <a:pt x="676627" y="36685"/>
                </a:cubicBezTo>
                <a:cubicBezTo>
                  <a:pt x="669770" y="36685"/>
                  <a:pt x="664112" y="39232"/>
                  <a:pt x="659654" y="44325"/>
                </a:cubicBezTo>
                <a:cubicBezTo>
                  <a:pt x="655196" y="49417"/>
                  <a:pt x="652967" y="55978"/>
                  <a:pt x="652967" y="64008"/>
                </a:cubicBezTo>
                <a:cubicBezTo>
                  <a:pt x="652967" y="72136"/>
                  <a:pt x="655171" y="78747"/>
                  <a:pt x="659580" y="83841"/>
                </a:cubicBezTo>
                <a:cubicBezTo>
                  <a:pt x="663989" y="88933"/>
                  <a:pt x="669671" y="91479"/>
                  <a:pt x="676627" y="91479"/>
                </a:cubicBezTo>
                <a:close/>
                <a:moveTo>
                  <a:pt x="777593" y="99603"/>
                </a:moveTo>
                <a:lnTo>
                  <a:pt x="777593" y="53150"/>
                </a:lnTo>
                <a:cubicBezTo>
                  <a:pt x="777593" y="46878"/>
                  <a:pt x="776148" y="42567"/>
                  <a:pt x="773256" y="40215"/>
                </a:cubicBezTo>
                <a:cubicBezTo>
                  <a:pt x="770366" y="37862"/>
                  <a:pt x="766521" y="36685"/>
                  <a:pt x="761721" y="36685"/>
                </a:cubicBezTo>
                <a:cubicBezTo>
                  <a:pt x="757606" y="36685"/>
                  <a:pt x="753565" y="37788"/>
                  <a:pt x="749595" y="39993"/>
                </a:cubicBezTo>
                <a:cubicBezTo>
                  <a:pt x="745628" y="42197"/>
                  <a:pt x="742664" y="44768"/>
                  <a:pt x="740704" y="47707"/>
                </a:cubicBezTo>
                <a:lnTo>
                  <a:pt x="740704" y="99603"/>
                </a:lnTo>
                <a:lnTo>
                  <a:pt x="729682" y="99603"/>
                </a:lnTo>
                <a:lnTo>
                  <a:pt x="729682" y="28561"/>
                </a:lnTo>
                <a:lnTo>
                  <a:pt x="740704" y="28561"/>
                </a:lnTo>
                <a:lnTo>
                  <a:pt x="740704" y="38890"/>
                </a:lnTo>
                <a:cubicBezTo>
                  <a:pt x="743742" y="35363"/>
                  <a:pt x="747490" y="32473"/>
                  <a:pt x="751948" y="30220"/>
                </a:cubicBezTo>
                <a:cubicBezTo>
                  <a:pt x="756406" y="27966"/>
                  <a:pt x="761085" y="26838"/>
                  <a:pt x="765984" y="26838"/>
                </a:cubicBezTo>
                <a:cubicBezTo>
                  <a:pt x="781071" y="26838"/>
                  <a:pt x="788615" y="34482"/>
                  <a:pt x="788615" y="49770"/>
                </a:cubicBezTo>
                <a:lnTo>
                  <a:pt x="788615" y="99603"/>
                </a:lnTo>
                <a:lnTo>
                  <a:pt x="777593" y="996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Embedding">
            <a:extLst xmlns:a="http://schemas.openxmlformats.org/drawingml/2006/main">
              <a:ext uri="{FF2B5EF4-FFF2-40B4-BE49-F238E27FC236}">
                <a16:creationId xmlns:a16="http://schemas.microsoft.com/office/drawing/2014/main" id="{59249721-55A5-4831-86B9-1F3C1D5B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64" y="3301217"/>
            <a:ext cx="714543" cy="126872"/>
          </a:xfrm>
          <a:custGeom xmlns:a="http://schemas.openxmlformats.org/drawingml/2006/main">
            <a:pathLst>
              <a:path w="714543" h="126872">
                <a:moveTo>
                  <a:pt x="0" y="98025"/>
                </a:moveTo>
                <a:lnTo>
                  <a:pt x="0" y="0"/>
                </a:lnTo>
                <a:lnTo>
                  <a:pt x="64223" y="0"/>
                </a:lnTo>
                <a:lnTo>
                  <a:pt x="64223" y="10876"/>
                </a:lnTo>
                <a:lnTo>
                  <a:pt x="12197" y="10876"/>
                </a:lnTo>
                <a:lnTo>
                  <a:pt x="12197" y="42482"/>
                </a:lnTo>
                <a:lnTo>
                  <a:pt x="63194" y="42482"/>
                </a:lnTo>
                <a:lnTo>
                  <a:pt x="63194" y="53358"/>
                </a:lnTo>
                <a:lnTo>
                  <a:pt x="12197" y="53358"/>
                </a:lnTo>
                <a:lnTo>
                  <a:pt x="12197" y="87148"/>
                </a:lnTo>
                <a:lnTo>
                  <a:pt x="64223" y="87148"/>
                </a:lnTo>
                <a:lnTo>
                  <a:pt x="64223" y="98025"/>
                </a:lnTo>
                <a:lnTo>
                  <a:pt x="0" y="98025"/>
                </a:lnTo>
                <a:close/>
                <a:moveTo>
                  <a:pt x="168863" y="98025"/>
                </a:moveTo>
                <a:lnTo>
                  <a:pt x="168863" y="49806"/>
                </a:lnTo>
                <a:cubicBezTo>
                  <a:pt x="168863" y="40006"/>
                  <a:pt x="164503" y="35107"/>
                  <a:pt x="155783" y="35107"/>
                </a:cubicBezTo>
                <a:cubicBezTo>
                  <a:pt x="152060" y="35107"/>
                  <a:pt x="148459" y="36209"/>
                  <a:pt x="144981" y="38414"/>
                </a:cubicBezTo>
                <a:cubicBezTo>
                  <a:pt x="141503" y="40618"/>
                  <a:pt x="138833" y="43140"/>
                  <a:pt x="136970" y="45980"/>
                </a:cubicBezTo>
                <a:lnTo>
                  <a:pt x="136970" y="98025"/>
                </a:lnTo>
                <a:lnTo>
                  <a:pt x="125948" y="98025"/>
                </a:lnTo>
                <a:lnTo>
                  <a:pt x="125948" y="49806"/>
                </a:lnTo>
                <a:cubicBezTo>
                  <a:pt x="125948" y="40006"/>
                  <a:pt x="121588" y="35107"/>
                  <a:pt x="112868" y="35107"/>
                </a:cubicBezTo>
                <a:cubicBezTo>
                  <a:pt x="109244" y="35107"/>
                  <a:pt x="105717" y="36234"/>
                  <a:pt x="102288" y="38488"/>
                </a:cubicBezTo>
                <a:cubicBezTo>
                  <a:pt x="98858" y="40741"/>
                  <a:pt x="96163" y="43288"/>
                  <a:pt x="94203" y="46128"/>
                </a:cubicBezTo>
                <a:lnTo>
                  <a:pt x="94203" y="98025"/>
                </a:lnTo>
                <a:lnTo>
                  <a:pt x="83181" y="98025"/>
                </a:lnTo>
                <a:lnTo>
                  <a:pt x="83181" y="26982"/>
                </a:lnTo>
                <a:lnTo>
                  <a:pt x="94203" y="26982"/>
                </a:lnTo>
                <a:lnTo>
                  <a:pt x="94203" y="37311"/>
                </a:lnTo>
                <a:cubicBezTo>
                  <a:pt x="95870" y="34469"/>
                  <a:pt x="99006" y="31750"/>
                  <a:pt x="103611" y="29155"/>
                </a:cubicBezTo>
                <a:cubicBezTo>
                  <a:pt x="108215" y="26558"/>
                  <a:pt x="112722" y="25260"/>
                  <a:pt x="117131" y="25260"/>
                </a:cubicBezTo>
                <a:cubicBezTo>
                  <a:pt x="122617" y="25260"/>
                  <a:pt x="126904" y="26533"/>
                  <a:pt x="129989" y="29081"/>
                </a:cubicBezTo>
                <a:cubicBezTo>
                  <a:pt x="133077" y="31628"/>
                  <a:pt x="135159" y="34763"/>
                  <a:pt x="136237" y="38486"/>
                </a:cubicBezTo>
                <a:cubicBezTo>
                  <a:pt x="138686" y="34665"/>
                  <a:pt x="142163" y="31505"/>
                  <a:pt x="146669" y="29007"/>
                </a:cubicBezTo>
                <a:cubicBezTo>
                  <a:pt x="151177" y="26509"/>
                  <a:pt x="155635" y="25260"/>
                  <a:pt x="160046" y="25260"/>
                </a:cubicBezTo>
                <a:cubicBezTo>
                  <a:pt x="173272" y="25260"/>
                  <a:pt x="179885" y="32414"/>
                  <a:pt x="179885" y="46723"/>
                </a:cubicBezTo>
                <a:lnTo>
                  <a:pt x="179885" y="98025"/>
                </a:lnTo>
                <a:lnTo>
                  <a:pt x="168863" y="98025"/>
                </a:lnTo>
                <a:close/>
                <a:moveTo>
                  <a:pt x="212951" y="78730"/>
                </a:moveTo>
                <a:cubicBezTo>
                  <a:pt x="214911" y="81865"/>
                  <a:pt x="217826" y="84510"/>
                  <a:pt x="221695" y="86666"/>
                </a:cubicBezTo>
                <a:cubicBezTo>
                  <a:pt x="225565" y="88822"/>
                  <a:pt x="229706" y="89900"/>
                  <a:pt x="234116" y="89900"/>
                </a:cubicBezTo>
                <a:cubicBezTo>
                  <a:pt x="241072" y="89900"/>
                  <a:pt x="246632" y="87379"/>
                  <a:pt x="250796" y="82336"/>
                </a:cubicBezTo>
                <a:cubicBezTo>
                  <a:pt x="254959" y="77292"/>
                  <a:pt x="257041" y="70706"/>
                  <a:pt x="257041" y="62577"/>
                </a:cubicBezTo>
                <a:cubicBezTo>
                  <a:pt x="257041" y="54350"/>
                  <a:pt x="254983" y="47715"/>
                  <a:pt x="250868" y="42673"/>
                </a:cubicBezTo>
                <a:cubicBezTo>
                  <a:pt x="246753" y="37629"/>
                  <a:pt x="241169" y="35107"/>
                  <a:pt x="234116" y="35107"/>
                </a:cubicBezTo>
                <a:cubicBezTo>
                  <a:pt x="229706" y="35107"/>
                  <a:pt x="225565" y="36233"/>
                  <a:pt x="221695" y="38486"/>
                </a:cubicBezTo>
                <a:cubicBezTo>
                  <a:pt x="217826" y="40739"/>
                  <a:pt x="214911" y="43433"/>
                  <a:pt x="212951" y="46568"/>
                </a:cubicBezTo>
                <a:lnTo>
                  <a:pt x="212951" y="78730"/>
                </a:lnTo>
                <a:moveTo>
                  <a:pt x="201929" y="98025"/>
                </a:moveTo>
                <a:lnTo>
                  <a:pt x="201929" y="0"/>
                </a:lnTo>
                <a:lnTo>
                  <a:pt x="212951" y="0"/>
                </a:lnTo>
                <a:lnTo>
                  <a:pt x="212951" y="37750"/>
                </a:lnTo>
                <a:cubicBezTo>
                  <a:pt x="219027" y="29423"/>
                  <a:pt x="227012" y="25260"/>
                  <a:pt x="236908" y="25260"/>
                </a:cubicBezTo>
                <a:cubicBezTo>
                  <a:pt x="246313" y="25260"/>
                  <a:pt x="253930" y="28688"/>
                  <a:pt x="259759" y="35544"/>
                </a:cubicBezTo>
                <a:cubicBezTo>
                  <a:pt x="265590" y="42400"/>
                  <a:pt x="268505" y="51411"/>
                  <a:pt x="268505" y="62577"/>
                </a:cubicBezTo>
                <a:cubicBezTo>
                  <a:pt x="268505" y="73938"/>
                  <a:pt x="265590" y="82973"/>
                  <a:pt x="259759" y="89682"/>
                </a:cubicBezTo>
                <a:cubicBezTo>
                  <a:pt x="253930" y="96392"/>
                  <a:pt x="246313" y="99747"/>
                  <a:pt x="236908" y="99747"/>
                </a:cubicBezTo>
                <a:cubicBezTo>
                  <a:pt x="231910" y="99747"/>
                  <a:pt x="227329" y="98596"/>
                  <a:pt x="223166" y="96293"/>
                </a:cubicBezTo>
                <a:cubicBezTo>
                  <a:pt x="219002" y="93990"/>
                  <a:pt x="215597" y="91025"/>
                  <a:pt x="212951" y="87400"/>
                </a:cubicBezTo>
                <a:lnTo>
                  <a:pt x="212951" y="98025"/>
                </a:lnTo>
                <a:lnTo>
                  <a:pt x="201929" y="98025"/>
                </a:lnTo>
                <a:close/>
                <a:moveTo>
                  <a:pt x="318473" y="99747"/>
                </a:moveTo>
                <a:cubicBezTo>
                  <a:pt x="307794" y="99747"/>
                  <a:pt x="299098" y="96270"/>
                  <a:pt x="292386" y="89317"/>
                </a:cubicBezTo>
                <a:cubicBezTo>
                  <a:pt x="285675" y="82362"/>
                  <a:pt x="282319" y="73400"/>
                  <a:pt x="282319" y="62429"/>
                </a:cubicBezTo>
                <a:cubicBezTo>
                  <a:pt x="282319" y="51949"/>
                  <a:pt x="285650" y="43135"/>
                  <a:pt x="292312" y="35986"/>
                </a:cubicBezTo>
                <a:cubicBezTo>
                  <a:pt x="298975" y="28835"/>
                  <a:pt x="307304" y="25260"/>
                  <a:pt x="317298" y="25260"/>
                </a:cubicBezTo>
                <a:cubicBezTo>
                  <a:pt x="327488" y="25260"/>
                  <a:pt x="335718" y="28783"/>
                  <a:pt x="341988" y="35829"/>
                </a:cubicBezTo>
                <a:cubicBezTo>
                  <a:pt x="348258" y="42873"/>
                  <a:pt x="351393" y="52022"/>
                  <a:pt x="351393" y="63275"/>
                </a:cubicBezTo>
                <a:lnTo>
                  <a:pt x="351393" y="66064"/>
                </a:lnTo>
                <a:lnTo>
                  <a:pt x="293931" y="66064"/>
                </a:lnTo>
                <a:cubicBezTo>
                  <a:pt x="294323" y="73323"/>
                  <a:pt x="296943" y="79232"/>
                  <a:pt x="301793" y="83794"/>
                </a:cubicBezTo>
                <a:cubicBezTo>
                  <a:pt x="306643" y="88355"/>
                  <a:pt x="312546" y="90636"/>
                  <a:pt x="319502" y="90636"/>
                </a:cubicBezTo>
                <a:cubicBezTo>
                  <a:pt x="328124" y="90636"/>
                  <a:pt x="335423" y="87645"/>
                  <a:pt x="341400" y="81663"/>
                </a:cubicBezTo>
                <a:lnTo>
                  <a:pt x="346691" y="88866"/>
                </a:lnTo>
                <a:cubicBezTo>
                  <a:pt x="339440" y="96120"/>
                  <a:pt x="330034" y="99747"/>
                  <a:pt x="318473" y="99747"/>
                </a:cubicBezTo>
                <a:moveTo>
                  <a:pt x="340517" y="57982"/>
                </a:moveTo>
                <a:cubicBezTo>
                  <a:pt x="340517" y="51431"/>
                  <a:pt x="338361" y="45859"/>
                  <a:pt x="334049" y="41264"/>
                </a:cubicBezTo>
                <a:cubicBezTo>
                  <a:pt x="329739" y="36669"/>
                  <a:pt x="324106" y="34371"/>
                  <a:pt x="317150" y="34371"/>
                </a:cubicBezTo>
                <a:cubicBezTo>
                  <a:pt x="310585" y="34371"/>
                  <a:pt x="305123" y="36669"/>
                  <a:pt x="300764" y="41264"/>
                </a:cubicBezTo>
                <a:cubicBezTo>
                  <a:pt x="296404" y="45859"/>
                  <a:pt x="294127" y="51431"/>
                  <a:pt x="293931" y="57982"/>
                </a:cubicBezTo>
                <a:lnTo>
                  <a:pt x="340517" y="57982"/>
                </a:lnTo>
                <a:close/>
                <a:moveTo>
                  <a:pt x="420614" y="98025"/>
                </a:moveTo>
                <a:lnTo>
                  <a:pt x="420614" y="87400"/>
                </a:lnTo>
                <a:cubicBezTo>
                  <a:pt x="417968" y="91025"/>
                  <a:pt x="414563" y="93990"/>
                  <a:pt x="410400" y="96293"/>
                </a:cubicBezTo>
                <a:cubicBezTo>
                  <a:pt x="406236" y="98596"/>
                  <a:pt x="401655" y="99747"/>
                  <a:pt x="396658" y="99747"/>
                </a:cubicBezTo>
                <a:cubicBezTo>
                  <a:pt x="387154" y="99747"/>
                  <a:pt x="379511" y="96368"/>
                  <a:pt x="373730" y="89611"/>
                </a:cubicBezTo>
                <a:cubicBezTo>
                  <a:pt x="367950" y="82852"/>
                  <a:pt x="365061" y="73841"/>
                  <a:pt x="365061" y="62577"/>
                </a:cubicBezTo>
                <a:cubicBezTo>
                  <a:pt x="365061" y="51215"/>
                  <a:pt x="367975" y="42155"/>
                  <a:pt x="373804" y="35398"/>
                </a:cubicBezTo>
                <a:cubicBezTo>
                  <a:pt x="379635" y="28639"/>
                  <a:pt x="387253" y="25260"/>
                  <a:pt x="396658" y="25260"/>
                </a:cubicBezTo>
                <a:cubicBezTo>
                  <a:pt x="401460" y="25260"/>
                  <a:pt x="405942" y="26362"/>
                  <a:pt x="410106" y="28567"/>
                </a:cubicBezTo>
                <a:cubicBezTo>
                  <a:pt x="414270" y="30771"/>
                  <a:pt x="417772" y="33832"/>
                  <a:pt x="420614" y="37750"/>
                </a:cubicBezTo>
                <a:lnTo>
                  <a:pt x="420614" y="0"/>
                </a:lnTo>
                <a:lnTo>
                  <a:pt x="431636" y="0"/>
                </a:lnTo>
                <a:lnTo>
                  <a:pt x="431636" y="98025"/>
                </a:lnTo>
                <a:lnTo>
                  <a:pt x="420614" y="98025"/>
                </a:lnTo>
                <a:moveTo>
                  <a:pt x="399304" y="89900"/>
                </a:moveTo>
                <a:cubicBezTo>
                  <a:pt x="403713" y="89900"/>
                  <a:pt x="407876" y="88822"/>
                  <a:pt x="411795" y="86666"/>
                </a:cubicBezTo>
                <a:cubicBezTo>
                  <a:pt x="415714" y="84510"/>
                  <a:pt x="418654" y="81865"/>
                  <a:pt x="420614" y="78730"/>
                </a:cubicBezTo>
                <a:lnTo>
                  <a:pt x="420614" y="46568"/>
                </a:lnTo>
                <a:cubicBezTo>
                  <a:pt x="418654" y="43433"/>
                  <a:pt x="415714" y="40739"/>
                  <a:pt x="411795" y="38486"/>
                </a:cubicBezTo>
                <a:cubicBezTo>
                  <a:pt x="407876" y="36233"/>
                  <a:pt x="403713" y="35107"/>
                  <a:pt x="399304" y="35107"/>
                </a:cubicBezTo>
                <a:cubicBezTo>
                  <a:pt x="392446" y="35107"/>
                  <a:pt x="386935" y="37604"/>
                  <a:pt x="382770" y="42599"/>
                </a:cubicBezTo>
                <a:cubicBezTo>
                  <a:pt x="378606" y="47594"/>
                  <a:pt x="376524" y="54253"/>
                  <a:pt x="376524" y="62577"/>
                </a:cubicBezTo>
                <a:cubicBezTo>
                  <a:pt x="376524" y="70706"/>
                  <a:pt x="378581" y="77292"/>
                  <a:pt x="382696" y="82336"/>
                </a:cubicBezTo>
                <a:cubicBezTo>
                  <a:pt x="386811" y="87379"/>
                  <a:pt x="392347" y="89900"/>
                  <a:pt x="399304" y="89900"/>
                </a:cubicBezTo>
                <a:close/>
                <a:moveTo>
                  <a:pt x="505119" y="98025"/>
                </a:moveTo>
                <a:lnTo>
                  <a:pt x="505119" y="87400"/>
                </a:lnTo>
                <a:cubicBezTo>
                  <a:pt x="502473" y="91025"/>
                  <a:pt x="499068" y="93990"/>
                  <a:pt x="494905" y="96293"/>
                </a:cubicBezTo>
                <a:cubicBezTo>
                  <a:pt x="490741" y="98596"/>
                  <a:pt x="486160" y="99747"/>
                  <a:pt x="481163" y="99747"/>
                </a:cubicBezTo>
                <a:cubicBezTo>
                  <a:pt x="471659" y="99747"/>
                  <a:pt x="464016" y="96368"/>
                  <a:pt x="458235" y="89611"/>
                </a:cubicBezTo>
                <a:cubicBezTo>
                  <a:pt x="452455" y="82852"/>
                  <a:pt x="449566" y="73841"/>
                  <a:pt x="449566" y="62577"/>
                </a:cubicBezTo>
                <a:cubicBezTo>
                  <a:pt x="449566" y="51215"/>
                  <a:pt x="452480" y="42155"/>
                  <a:pt x="458309" y="35398"/>
                </a:cubicBezTo>
                <a:cubicBezTo>
                  <a:pt x="464140" y="28639"/>
                  <a:pt x="471757" y="25260"/>
                  <a:pt x="481163" y="25260"/>
                </a:cubicBezTo>
                <a:cubicBezTo>
                  <a:pt x="485965" y="25260"/>
                  <a:pt x="490447" y="26362"/>
                  <a:pt x="494611" y="28567"/>
                </a:cubicBezTo>
                <a:cubicBezTo>
                  <a:pt x="498774" y="30771"/>
                  <a:pt x="502277" y="33832"/>
                  <a:pt x="505119" y="37750"/>
                </a:cubicBezTo>
                <a:lnTo>
                  <a:pt x="505119" y="0"/>
                </a:lnTo>
                <a:lnTo>
                  <a:pt x="516141" y="0"/>
                </a:lnTo>
                <a:lnTo>
                  <a:pt x="516141" y="98025"/>
                </a:lnTo>
                <a:lnTo>
                  <a:pt x="505119" y="98025"/>
                </a:lnTo>
                <a:moveTo>
                  <a:pt x="483809" y="89900"/>
                </a:moveTo>
                <a:cubicBezTo>
                  <a:pt x="488217" y="89900"/>
                  <a:pt x="492381" y="88822"/>
                  <a:pt x="496300" y="86666"/>
                </a:cubicBezTo>
                <a:cubicBezTo>
                  <a:pt x="500219" y="84510"/>
                  <a:pt x="503159" y="81865"/>
                  <a:pt x="505119" y="78730"/>
                </a:cubicBezTo>
                <a:lnTo>
                  <a:pt x="505119" y="46568"/>
                </a:lnTo>
                <a:cubicBezTo>
                  <a:pt x="503159" y="43433"/>
                  <a:pt x="500219" y="40739"/>
                  <a:pt x="496300" y="38486"/>
                </a:cubicBezTo>
                <a:cubicBezTo>
                  <a:pt x="492381" y="36233"/>
                  <a:pt x="488217" y="35107"/>
                  <a:pt x="483809" y="35107"/>
                </a:cubicBezTo>
                <a:cubicBezTo>
                  <a:pt x="476951" y="35107"/>
                  <a:pt x="471440" y="37604"/>
                  <a:pt x="467275" y="42599"/>
                </a:cubicBezTo>
                <a:cubicBezTo>
                  <a:pt x="463111" y="47594"/>
                  <a:pt x="461029" y="54253"/>
                  <a:pt x="461029" y="62577"/>
                </a:cubicBezTo>
                <a:cubicBezTo>
                  <a:pt x="461029" y="70706"/>
                  <a:pt x="463086" y="77292"/>
                  <a:pt x="467201" y="82336"/>
                </a:cubicBezTo>
                <a:cubicBezTo>
                  <a:pt x="471316" y="87379"/>
                  <a:pt x="476852" y="89900"/>
                  <a:pt x="483809" y="89900"/>
                </a:cubicBezTo>
                <a:close/>
                <a:moveTo>
                  <a:pt x="543624" y="16852"/>
                </a:moveTo>
                <a:cubicBezTo>
                  <a:pt x="541664" y="16852"/>
                  <a:pt x="539949" y="16142"/>
                  <a:pt x="538479" y="14722"/>
                </a:cubicBezTo>
                <a:cubicBezTo>
                  <a:pt x="537010" y="13300"/>
                  <a:pt x="536275" y="11561"/>
                  <a:pt x="536275" y="9504"/>
                </a:cubicBezTo>
                <a:cubicBezTo>
                  <a:pt x="536275" y="7447"/>
                  <a:pt x="537010" y="5683"/>
                  <a:pt x="538479" y="4214"/>
                </a:cubicBezTo>
                <a:cubicBezTo>
                  <a:pt x="539949" y="2744"/>
                  <a:pt x="541664" y="2009"/>
                  <a:pt x="543624" y="2009"/>
                </a:cubicBezTo>
                <a:cubicBezTo>
                  <a:pt x="545681" y="2009"/>
                  <a:pt x="547444" y="2744"/>
                  <a:pt x="548914" y="4214"/>
                </a:cubicBezTo>
                <a:cubicBezTo>
                  <a:pt x="550383" y="5683"/>
                  <a:pt x="551118" y="7447"/>
                  <a:pt x="551118" y="9504"/>
                </a:cubicBezTo>
                <a:cubicBezTo>
                  <a:pt x="551118" y="11561"/>
                  <a:pt x="550383" y="13300"/>
                  <a:pt x="548914" y="14722"/>
                </a:cubicBezTo>
                <a:cubicBezTo>
                  <a:pt x="547444" y="16142"/>
                  <a:pt x="545681" y="16852"/>
                  <a:pt x="543624" y="16852"/>
                </a:cubicBezTo>
                <a:moveTo>
                  <a:pt x="538186" y="98025"/>
                </a:moveTo>
                <a:lnTo>
                  <a:pt x="538186" y="26982"/>
                </a:lnTo>
                <a:lnTo>
                  <a:pt x="549208" y="26982"/>
                </a:lnTo>
                <a:lnTo>
                  <a:pt x="549208" y="98025"/>
                </a:lnTo>
                <a:lnTo>
                  <a:pt x="538186" y="98025"/>
                </a:lnTo>
                <a:close/>
                <a:moveTo>
                  <a:pt x="619164" y="98025"/>
                </a:moveTo>
                <a:lnTo>
                  <a:pt x="619164" y="51571"/>
                </a:lnTo>
                <a:cubicBezTo>
                  <a:pt x="619164" y="45299"/>
                  <a:pt x="617718" y="40988"/>
                  <a:pt x="614827" y="38636"/>
                </a:cubicBezTo>
                <a:cubicBezTo>
                  <a:pt x="611937" y="36283"/>
                  <a:pt x="608092" y="35107"/>
                  <a:pt x="603291" y="35107"/>
                </a:cubicBezTo>
                <a:cubicBezTo>
                  <a:pt x="599177" y="35107"/>
                  <a:pt x="595135" y="36209"/>
                  <a:pt x="591166" y="38414"/>
                </a:cubicBezTo>
                <a:cubicBezTo>
                  <a:pt x="587198" y="40618"/>
                  <a:pt x="584235" y="43189"/>
                  <a:pt x="582275" y="46128"/>
                </a:cubicBezTo>
                <a:lnTo>
                  <a:pt x="582275" y="98025"/>
                </a:lnTo>
                <a:lnTo>
                  <a:pt x="571253" y="98025"/>
                </a:lnTo>
                <a:lnTo>
                  <a:pt x="571253" y="26982"/>
                </a:lnTo>
                <a:lnTo>
                  <a:pt x="582275" y="26982"/>
                </a:lnTo>
                <a:lnTo>
                  <a:pt x="582275" y="37311"/>
                </a:lnTo>
                <a:cubicBezTo>
                  <a:pt x="585313" y="33784"/>
                  <a:pt x="589060" y="30894"/>
                  <a:pt x="593519" y="28641"/>
                </a:cubicBezTo>
                <a:cubicBezTo>
                  <a:pt x="597977" y="26387"/>
                  <a:pt x="602655" y="25260"/>
                  <a:pt x="607554" y="25260"/>
                </a:cubicBezTo>
                <a:cubicBezTo>
                  <a:pt x="622642" y="25260"/>
                  <a:pt x="630186" y="32904"/>
                  <a:pt x="630186" y="48192"/>
                </a:cubicBezTo>
                <a:lnTo>
                  <a:pt x="630186" y="98025"/>
                </a:lnTo>
                <a:lnTo>
                  <a:pt x="619164" y="98025"/>
                </a:lnTo>
                <a:close/>
                <a:moveTo>
                  <a:pt x="680742" y="126872"/>
                </a:moveTo>
                <a:cubicBezTo>
                  <a:pt x="674668" y="126872"/>
                  <a:pt x="669426" y="126137"/>
                  <a:pt x="665017" y="124668"/>
                </a:cubicBezTo>
                <a:cubicBezTo>
                  <a:pt x="660609" y="123200"/>
                  <a:pt x="656298" y="120409"/>
                  <a:pt x="652085" y="116297"/>
                </a:cubicBezTo>
                <a:lnTo>
                  <a:pt x="657669" y="108071"/>
                </a:lnTo>
                <a:cubicBezTo>
                  <a:pt x="660608" y="111595"/>
                  <a:pt x="663914" y="114091"/>
                  <a:pt x="667587" y="115559"/>
                </a:cubicBezTo>
                <a:cubicBezTo>
                  <a:pt x="671262" y="117027"/>
                  <a:pt x="675647" y="117761"/>
                  <a:pt x="680742" y="117761"/>
                </a:cubicBezTo>
                <a:cubicBezTo>
                  <a:pt x="687993" y="117761"/>
                  <a:pt x="693602" y="115871"/>
                  <a:pt x="697570" y="112092"/>
                </a:cubicBezTo>
                <a:cubicBezTo>
                  <a:pt x="701537" y="108313"/>
                  <a:pt x="703521" y="103084"/>
                  <a:pt x="703521" y="96408"/>
                </a:cubicBezTo>
                <a:lnTo>
                  <a:pt x="703521" y="86247"/>
                </a:lnTo>
                <a:cubicBezTo>
                  <a:pt x="700974" y="89872"/>
                  <a:pt x="697618" y="92886"/>
                  <a:pt x="693455" y="95287"/>
                </a:cubicBezTo>
                <a:cubicBezTo>
                  <a:pt x="689291" y="97686"/>
                  <a:pt x="684710" y="98886"/>
                  <a:pt x="679713" y="98886"/>
                </a:cubicBezTo>
                <a:cubicBezTo>
                  <a:pt x="670112" y="98886"/>
                  <a:pt x="662445" y="95506"/>
                  <a:pt x="656713" y="88745"/>
                </a:cubicBezTo>
                <a:cubicBezTo>
                  <a:pt x="650981" y="81985"/>
                  <a:pt x="648116" y="73119"/>
                  <a:pt x="648116" y="62147"/>
                </a:cubicBezTo>
                <a:cubicBezTo>
                  <a:pt x="648116" y="50782"/>
                  <a:pt x="651030" y="41793"/>
                  <a:pt x="656859" y="35181"/>
                </a:cubicBezTo>
                <a:cubicBezTo>
                  <a:pt x="662690" y="28567"/>
                  <a:pt x="670307" y="25260"/>
                  <a:pt x="679713" y="25260"/>
                </a:cubicBezTo>
                <a:cubicBezTo>
                  <a:pt x="689511" y="25260"/>
                  <a:pt x="697447" y="29423"/>
                  <a:pt x="703521" y="37750"/>
                </a:cubicBezTo>
                <a:lnTo>
                  <a:pt x="703521" y="26982"/>
                </a:lnTo>
                <a:lnTo>
                  <a:pt x="714543" y="26982"/>
                </a:lnTo>
                <a:lnTo>
                  <a:pt x="714543" y="95979"/>
                </a:lnTo>
                <a:cubicBezTo>
                  <a:pt x="714543" y="105983"/>
                  <a:pt x="711604" y="113632"/>
                  <a:pt x="705726" y="118927"/>
                </a:cubicBezTo>
                <a:cubicBezTo>
                  <a:pt x="699847" y="124224"/>
                  <a:pt x="691519" y="126872"/>
                  <a:pt x="680742" y="126872"/>
                </a:cubicBezTo>
                <a:moveTo>
                  <a:pt x="682359" y="89187"/>
                </a:moveTo>
                <a:cubicBezTo>
                  <a:pt x="686376" y="89187"/>
                  <a:pt x="690368" y="88109"/>
                  <a:pt x="694336" y="85953"/>
                </a:cubicBezTo>
                <a:cubicBezTo>
                  <a:pt x="698304" y="83797"/>
                  <a:pt x="701365" y="81005"/>
                  <a:pt x="703521" y="77575"/>
                </a:cubicBezTo>
                <a:lnTo>
                  <a:pt x="703521" y="46568"/>
                </a:lnTo>
                <a:cubicBezTo>
                  <a:pt x="701365" y="43140"/>
                  <a:pt x="698279" y="40373"/>
                  <a:pt x="694262" y="38266"/>
                </a:cubicBezTo>
                <a:cubicBezTo>
                  <a:pt x="690246" y="36160"/>
                  <a:pt x="686279" y="35107"/>
                  <a:pt x="682359" y="35107"/>
                </a:cubicBezTo>
                <a:cubicBezTo>
                  <a:pt x="675402" y="35107"/>
                  <a:pt x="669866" y="37605"/>
                  <a:pt x="665751" y="42601"/>
                </a:cubicBezTo>
                <a:cubicBezTo>
                  <a:pt x="661636" y="47597"/>
                  <a:pt x="659579" y="54113"/>
                  <a:pt x="659579" y="62147"/>
                </a:cubicBezTo>
                <a:cubicBezTo>
                  <a:pt x="659579" y="70278"/>
                  <a:pt x="661686" y="76818"/>
                  <a:pt x="665899" y="81766"/>
                </a:cubicBezTo>
                <a:cubicBezTo>
                  <a:pt x="670112" y="86713"/>
                  <a:pt x="675598" y="89187"/>
                  <a:pt x="682359" y="891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b8a6edc7bd4ac6"/>
          <a:stretch xmlns:a="http://schemas.openxmlformats.org/drawingml/2006/main"/>
        </p:blipFill>
        <p:spPr>
          <a:xfrm xmlns:a="http://schemas.openxmlformats.org/drawingml/2006/main">
            <a:off x="78334" y="3590486"/>
            <a:ext cx="1658607" cy="185081"/>
          </a:xfrm>
          <a:prstGeom xmlns:a="http://schemas.openxmlformats.org/drawingml/2006/main" prst="rect">
            <a:avLst/>
          </a:prstGeom>
        </p:spPr>
      </p:pic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790D4D-8A7C-4F83-B7C1-4751C6E0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0" y="3590486"/>
            <a:ext cx="1666376" cy="185081"/>
          </a:xfrm>
          <a:custGeom xmlns:a="http://schemas.openxmlformats.org/drawingml/2006/main">
            <a:pathLst>
              <a:path w="1666376" h="185081" fill="none">
                <a:moveTo>
                  <a:pt x="0" y="0"/>
                </a:moveTo>
                <a:lnTo>
                  <a:pt x="1666376" y="0"/>
                </a:lnTo>
                <a:lnTo>
                  <a:pt x="1666376" y="185081"/>
                </a:lnTo>
                <a:lnTo>
                  <a:pt x="0" y="1850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8A89A3-AE5A-4796-B59B-0052A228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54" y="2595544"/>
            <a:ext cx="1770091" cy="354756"/>
          </a:xfrm>
          <a:custGeom xmlns:a="http://schemas.openxmlformats.org/drawingml/2006/main">
            <a:pathLst>
              <a:path w="1770091" h="354756">
                <a:moveTo>
                  <a:pt x="0" y="59127"/>
                </a:moveTo>
                <a:lnTo>
                  <a:pt x="0" y="59127"/>
                </a:lnTo>
                <a:cubicBezTo>
                  <a:pt x="0" y="26472"/>
                  <a:pt x="26472" y="0"/>
                  <a:pt x="59127" y="0"/>
                </a:cubicBezTo>
                <a:lnTo>
                  <a:pt x="1710964" y="0"/>
                </a:lnTo>
                <a:cubicBezTo>
                  <a:pt x="1726645" y="0"/>
                  <a:pt x="1741685" y="6230"/>
                  <a:pt x="1752773" y="17318"/>
                </a:cubicBezTo>
                <a:cubicBezTo>
                  <a:pt x="1763862" y="28407"/>
                  <a:pt x="1770091" y="43446"/>
                  <a:pt x="1770091" y="59127"/>
                </a:cubicBezTo>
                <a:lnTo>
                  <a:pt x="1770091" y="295629"/>
                </a:lnTo>
                <a:cubicBezTo>
                  <a:pt x="1770091" y="328284"/>
                  <a:pt x="1743619" y="354756"/>
                  <a:pt x="1710964" y="354756"/>
                </a:cubicBezTo>
                <a:lnTo>
                  <a:pt x="59127" y="354756"/>
                </a:lnTo>
                <a:cubicBezTo>
                  <a:pt x="26472" y="354756"/>
                  <a:pt x="0" y="328284"/>
                  <a:pt x="0" y="295629"/>
                </a:cubicBezTo>
                <a:lnTo>
                  <a:pt x="0" y="59127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A5D472-FC5F-4E86-95F2-F13CD0E7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54" y="2595544"/>
            <a:ext cx="1770091" cy="354756"/>
          </a:xfrm>
          <a:custGeom xmlns:a="http://schemas.openxmlformats.org/drawingml/2006/main">
            <a:pathLst>
              <a:path w="1770091" h="354756" fill="none">
                <a:moveTo>
                  <a:pt x="0" y="59127"/>
                </a:moveTo>
                <a:lnTo>
                  <a:pt x="0" y="59127"/>
                </a:lnTo>
                <a:cubicBezTo>
                  <a:pt x="0" y="26472"/>
                  <a:pt x="26472" y="0"/>
                  <a:pt x="59127" y="0"/>
                </a:cubicBezTo>
                <a:lnTo>
                  <a:pt x="1710964" y="0"/>
                </a:lnTo>
                <a:cubicBezTo>
                  <a:pt x="1726645" y="0"/>
                  <a:pt x="1741685" y="6230"/>
                  <a:pt x="1752773" y="17318"/>
                </a:cubicBezTo>
                <a:cubicBezTo>
                  <a:pt x="1763862" y="28407"/>
                  <a:pt x="1770091" y="43446"/>
                  <a:pt x="1770091" y="59127"/>
                </a:cubicBezTo>
                <a:lnTo>
                  <a:pt x="1770091" y="295629"/>
                </a:lnTo>
                <a:cubicBezTo>
                  <a:pt x="1770091" y="328284"/>
                  <a:pt x="1743619" y="354756"/>
                  <a:pt x="1710964" y="354756"/>
                </a:cubicBezTo>
                <a:lnTo>
                  <a:pt x="59127" y="354756"/>
                </a:lnTo>
                <a:cubicBezTo>
                  <a:pt x="26472" y="354756"/>
                  <a:pt x="0" y="328284"/>
                  <a:pt x="0" y="295629"/>
                </a:cubicBezTo>
                <a:lnTo>
                  <a:pt x="0" y="5912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13" name="Text LLMTransformerLayers">
            <a:extLst xmlns:a="http://schemas.openxmlformats.org/drawingml/2006/main">
              <a:ext uri="{FF2B5EF4-FFF2-40B4-BE49-F238E27FC236}">
                <a16:creationId xmlns:a16="http://schemas.microsoft.com/office/drawing/2014/main" id="{E734DF65-D399-4D9F-950B-6648289D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959" y="2733567"/>
            <a:ext cx="1329024" cy="112269"/>
          </a:xfrm>
          <a:custGeom xmlns:a="http://schemas.openxmlformats.org/drawingml/2006/main">
            <a:pathLst>
              <a:path w="1329024" h="112269">
                <a:moveTo>
                  <a:pt x="0" y="87027"/>
                </a:moveTo>
                <a:lnTo>
                  <a:pt x="0" y="1256"/>
                </a:lnTo>
                <a:lnTo>
                  <a:pt x="10672" y="1256"/>
                </a:lnTo>
                <a:lnTo>
                  <a:pt x="10672" y="77511"/>
                </a:lnTo>
                <a:lnTo>
                  <a:pt x="50536" y="77511"/>
                </a:lnTo>
                <a:lnTo>
                  <a:pt x="50536" y="87027"/>
                </a:lnTo>
                <a:lnTo>
                  <a:pt x="0" y="87027"/>
                </a:lnTo>
                <a:close/>
                <a:moveTo>
                  <a:pt x="65583" y="87027"/>
                </a:moveTo>
                <a:lnTo>
                  <a:pt x="65583" y="1256"/>
                </a:lnTo>
                <a:lnTo>
                  <a:pt x="76256" y="1256"/>
                </a:lnTo>
                <a:lnTo>
                  <a:pt x="76256" y="77511"/>
                </a:lnTo>
                <a:lnTo>
                  <a:pt x="116120" y="77511"/>
                </a:lnTo>
                <a:lnTo>
                  <a:pt x="116120" y="87027"/>
                </a:lnTo>
                <a:lnTo>
                  <a:pt x="65583" y="87027"/>
                </a:lnTo>
                <a:close/>
                <a:moveTo>
                  <a:pt x="204464" y="87027"/>
                </a:moveTo>
                <a:lnTo>
                  <a:pt x="204464" y="16429"/>
                </a:lnTo>
                <a:lnTo>
                  <a:pt x="175275" y="87027"/>
                </a:lnTo>
                <a:lnTo>
                  <a:pt x="170901" y="87027"/>
                </a:lnTo>
                <a:lnTo>
                  <a:pt x="141839" y="16429"/>
                </a:lnTo>
                <a:lnTo>
                  <a:pt x="141839" y="87027"/>
                </a:lnTo>
                <a:lnTo>
                  <a:pt x="131166" y="87027"/>
                </a:lnTo>
                <a:lnTo>
                  <a:pt x="131166" y="1256"/>
                </a:lnTo>
                <a:lnTo>
                  <a:pt x="146470" y="1256"/>
                </a:lnTo>
                <a:lnTo>
                  <a:pt x="173089" y="65810"/>
                </a:lnTo>
                <a:lnTo>
                  <a:pt x="199835" y="1256"/>
                </a:lnTo>
                <a:lnTo>
                  <a:pt x="215139" y="1256"/>
                </a:lnTo>
                <a:lnTo>
                  <a:pt x="215139" y="87027"/>
                </a:lnTo>
                <a:lnTo>
                  <a:pt x="204464" y="87027"/>
                </a:lnTo>
                <a:close/>
                <a:moveTo>
                  <a:pt x="289594" y="87027"/>
                </a:moveTo>
                <a:lnTo>
                  <a:pt x="289594" y="10772"/>
                </a:lnTo>
                <a:lnTo>
                  <a:pt x="262461" y="10772"/>
                </a:lnTo>
                <a:lnTo>
                  <a:pt x="262461" y="1256"/>
                </a:lnTo>
                <a:lnTo>
                  <a:pt x="327529" y="1256"/>
                </a:lnTo>
                <a:lnTo>
                  <a:pt x="327529" y="10772"/>
                </a:lnTo>
                <a:lnTo>
                  <a:pt x="300268" y="10772"/>
                </a:lnTo>
                <a:lnTo>
                  <a:pt x="300268" y="87027"/>
                </a:lnTo>
                <a:lnTo>
                  <a:pt x="289594" y="87027"/>
                </a:lnTo>
                <a:close/>
                <a:moveTo>
                  <a:pt x="330359" y="87027"/>
                </a:moveTo>
                <a:lnTo>
                  <a:pt x="330359" y="24865"/>
                </a:lnTo>
                <a:lnTo>
                  <a:pt x="340003" y="24865"/>
                </a:lnTo>
                <a:lnTo>
                  <a:pt x="340003" y="34927"/>
                </a:lnTo>
                <a:cubicBezTo>
                  <a:pt x="345747" y="27382"/>
                  <a:pt x="352648" y="23609"/>
                  <a:pt x="360708" y="23609"/>
                </a:cubicBezTo>
                <a:lnTo>
                  <a:pt x="360708" y="33512"/>
                </a:lnTo>
                <a:lnTo>
                  <a:pt x="356850" y="33126"/>
                </a:lnTo>
                <a:cubicBezTo>
                  <a:pt x="353934" y="33126"/>
                  <a:pt x="350719" y="34176"/>
                  <a:pt x="347204" y="36277"/>
                </a:cubicBezTo>
                <a:cubicBezTo>
                  <a:pt x="343689" y="38378"/>
                  <a:pt x="341289" y="40629"/>
                  <a:pt x="340003" y="43029"/>
                </a:cubicBezTo>
                <a:lnTo>
                  <a:pt x="340003" y="87027"/>
                </a:lnTo>
                <a:lnTo>
                  <a:pt x="330359" y="87027"/>
                </a:lnTo>
                <a:close/>
                <a:moveTo>
                  <a:pt x="411630" y="87027"/>
                </a:moveTo>
                <a:lnTo>
                  <a:pt x="411630" y="79920"/>
                </a:lnTo>
                <a:cubicBezTo>
                  <a:pt x="406400" y="85663"/>
                  <a:pt x="399542" y="88534"/>
                  <a:pt x="391055" y="88534"/>
                </a:cubicBezTo>
                <a:cubicBezTo>
                  <a:pt x="384797" y="88534"/>
                  <a:pt x="379610" y="86560"/>
                  <a:pt x="375495" y="82612"/>
                </a:cubicBezTo>
                <a:cubicBezTo>
                  <a:pt x="371381" y="78664"/>
                  <a:pt x="369323" y="73773"/>
                  <a:pt x="369323" y="67937"/>
                </a:cubicBezTo>
                <a:cubicBezTo>
                  <a:pt x="369323" y="61930"/>
                  <a:pt x="371360" y="57018"/>
                  <a:pt x="375432" y="53199"/>
                </a:cubicBezTo>
                <a:cubicBezTo>
                  <a:pt x="379504" y="49379"/>
                  <a:pt x="384712" y="47469"/>
                  <a:pt x="391055" y="47469"/>
                </a:cubicBezTo>
                <a:cubicBezTo>
                  <a:pt x="399971" y="47469"/>
                  <a:pt x="406830" y="50299"/>
                  <a:pt x="411630" y="55958"/>
                </a:cubicBezTo>
                <a:lnTo>
                  <a:pt x="411630" y="44799"/>
                </a:lnTo>
                <a:cubicBezTo>
                  <a:pt x="411630" y="40609"/>
                  <a:pt x="410152" y="37381"/>
                  <a:pt x="407194" y="35115"/>
                </a:cubicBezTo>
                <a:cubicBezTo>
                  <a:pt x="404236" y="32850"/>
                  <a:pt x="400486" y="31717"/>
                  <a:pt x="395943" y="31717"/>
                </a:cubicBezTo>
                <a:cubicBezTo>
                  <a:pt x="388655" y="31717"/>
                  <a:pt x="382311" y="34582"/>
                  <a:pt x="376909" y="40311"/>
                </a:cubicBezTo>
                <a:lnTo>
                  <a:pt x="372410" y="33632"/>
                </a:lnTo>
                <a:cubicBezTo>
                  <a:pt x="379011" y="26783"/>
                  <a:pt x="387283" y="23358"/>
                  <a:pt x="397228" y="23358"/>
                </a:cubicBezTo>
                <a:cubicBezTo>
                  <a:pt x="404858" y="23358"/>
                  <a:pt x="410774" y="25202"/>
                  <a:pt x="414974" y="28889"/>
                </a:cubicBezTo>
                <a:cubicBezTo>
                  <a:pt x="419174" y="32576"/>
                  <a:pt x="421275" y="37721"/>
                  <a:pt x="421275" y="44324"/>
                </a:cubicBezTo>
                <a:lnTo>
                  <a:pt x="421275" y="87027"/>
                </a:lnTo>
                <a:lnTo>
                  <a:pt x="411630" y="87027"/>
                </a:lnTo>
                <a:moveTo>
                  <a:pt x="394528" y="81590"/>
                </a:moveTo>
                <a:cubicBezTo>
                  <a:pt x="402157" y="81590"/>
                  <a:pt x="407858" y="79018"/>
                  <a:pt x="411630" y="73875"/>
                </a:cubicBezTo>
                <a:lnTo>
                  <a:pt x="411630" y="62131"/>
                </a:lnTo>
                <a:cubicBezTo>
                  <a:pt x="407858" y="56986"/>
                  <a:pt x="402157" y="54414"/>
                  <a:pt x="394528" y="54414"/>
                </a:cubicBezTo>
                <a:cubicBezTo>
                  <a:pt x="389983" y="54414"/>
                  <a:pt x="386296" y="55681"/>
                  <a:pt x="383467" y="58214"/>
                </a:cubicBezTo>
                <a:cubicBezTo>
                  <a:pt x="380639" y="60747"/>
                  <a:pt x="379225" y="64031"/>
                  <a:pt x="379225" y="68067"/>
                </a:cubicBezTo>
                <a:cubicBezTo>
                  <a:pt x="379225" y="72016"/>
                  <a:pt x="380639" y="75257"/>
                  <a:pt x="383467" y="77791"/>
                </a:cubicBezTo>
                <a:cubicBezTo>
                  <a:pt x="386296" y="80324"/>
                  <a:pt x="389983" y="81590"/>
                  <a:pt x="394528" y="81590"/>
                </a:cubicBezTo>
                <a:close/>
                <a:moveTo>
                  <a:pt x="482486" y="87027"/>
                </a:moveTo>
                <a:lnTo>
                  <a:pt x="482486" y="46380"/>
                </a:lnTo>
                <a:cubicBezTo>
                  <a:pt x="482486" y="40893"/>
                  <a:pt x="481221" y="37120"/>
                  <a:pt x="478691" y="35062"/>
                </a:cubicBezTo>
                <a:cubicBezTo>
                  <a:pt x="476163" y="33003"/>
                  <a:pt x="472798" y="31974"/>
                  <a:pt x="468598" y="31974"/>
                </a:cubicBezTo>
                <a:cubicBezTo>
                  <a:pt x="464998" y="31974"/>
                  <a:pt x="461461" y="32939"/>
                  <a:pt x="457988" y="34868"/>
                </a:cubicBezTo>
                <a:cubicBezTo>
                  <a:pt x="454516" y="36796"/>
                  <a:pt x="451923" y="39046"/>
                  <a:pt x="450208" y="41618"/>
                </a:cubicBezTo>
                <a:lnTo>
                  <a:pt x="450208" y="87027"/>
                </a:lnTo>
                <a:lnTo>
                  <a:pt x="440564" y="87027"/>
                </a:lnTo>
                <a:lnTo>
                  <a:pt x="440564" y="24865"/>
                </a:lnTo>
                <a:lnTo>
                  <a:pt x="450208" y="24865"/>
                </a:lnTo>
                <a:lnTo>
                  <a:pt x="450208" y="33903"/>
                </a:lnTo>
                <a:cubicBezTo>
                  <a:pt x="452866" y="30817"/>
                  <a:pt x="456146" y="28288"/>
                  <a:pt x="460046" y="26317"/>
                </a:cubicBezTo>
                <a:cubicBezTo>
                  <a:pt x="463947" y="24344"/>
                  <a:pt x="468041" y="23358"/>
                  <a:pt x="472328" y="23358"/>
                </a:cubicBezTo>
                <a:cubicBezTo>
                  <a:pt x="485529" y="23358"/>
                  <a:pt x="492130" y="30046"/>
                  <a:pt x="492130" y="43423"/>
                </a:cubicBezTo>
                <a:lnTo>
                  <a:pt x="492130" y="87027"/>
                </a:lnTo>
                <a:lnTo>
                  <a:pt x="482486" y="87027"/>
                </a:lnTo>
                <a:close/>
                <a:moveTo>
                  <a:pt x="531094" y="88534"/>
                </a:moveTo>
                <a:cubicBezTo>
                  <a:pt x="520550" y="88534"/>
                  <a:pt x="512191" y="85280"/>
                  <a:pt x="506020" y="78770"/>
                </a:cubicBezTo>
                <a:lnTo>
                  <a:pt x="511035" y="71832"/>
                </a:lnTo>
                <a:cubicBezTo>
                  <a:pt x="513091" y="74229"/>
                  <a:pt x="515941" y="76304"/>
                  <a:pt x="519584" y="78058"/>
                </a:cubicBezTo>
                <a:cubicBezTo>
                  <a:pt x="523229" y="79812"/>
                  <a:pt x="527194" y="80689"/>
                  <a:pt x="531481" y="80689"/>
                </a:cubicBezTo>
                <a:cubicBezTo>
                  <a:pt x="536282" y="80689"/>
                  <a:pt x="539925" y="79683"/>
                  <a:pt x="542410" y="77670"/>
                </a:cubicBezTo>
                <a:cubicBezTo>
                  <a:pt x="544897" y="75655"/>
                  <a:pt x="546141" y="73106"/>
                  <a:pt x="546141" y="70021"/>
                </a:cubicBezTo>
                <a:cubicBezTo>
                  <a:pt x="546141" y="67279"/>
                  <a:pt x="544790" y="65115"/>
                  <a:pt x="542089" y="63530"/>
                </a:cubicBezTo>
                <a:cubicBezTo>
                  <a:pt x="539389" y="61945"/>
                  <a:pt x="534352" y="60295"/>
                  <a:pt x="526980" y="58581"/>
                </a:cubicBezTo>
                <a:cubicBezTo>
                  <a:pt x="520722" y="57295"/>
                  <a:pt x="515942" y="55260"/>
                  <a:pt x="512642" y="52475"/>
                </a:cubicBezTo>
                <a:cubicBezTo>
                  <a:pt x="509342" y="49690"/>
                  <a:pt x="507691" y="45940"/>
                  <a:pt x="507691" y="41226"/>
                </a:cubicBezTo>
                <a:cubicBezTo>
                  <a:pt x="507691" y="35998"/>
                  <a:pt x="509792" y="31714"/>
                  <a:pt x="513992" y="28371"/>
                </a:cubicBezTo>
                <a:cubicBezTo>
                  <a:pt x="518192" y="25029"/>
                  <a:pt x="523808" y="23358"/>
                  <a:pt x="530837" y="23358"/>
                </a:cubicBezTo>
                <a:cubicBezTo>
                  <a:pt x="540183" y="23358"/>
                  <a:pt x="547856" y="26360"/>
                  <a:pt x="553856" y="32364"/>
                </a:cubicBezTo>
                <a:lnTo>
                  <a:pt x="549355" y="39056"/>
                </a:lnTo>
                <a:cubicBezTo>
                  <a:pt x="547470" y="36824"/>
                  <a:pt x="544919" y="34957"/>
                  <a:pt x="541704" y="33455"/>
                </a:cubicBezTo>
                <a:cubicBezTo>
                  <a:pt x="538489" y="31954"/>
                  <a:pt x="534866" y="31203"/>
                  <a:pt x="530837" y="31203"/>
                </a:cubicBezTo>
                <a:cubicBezTo>
                  <a:pt x="526551" y="31203"/>
                  <a:pt x="523185" y="32145"/>
                  <a:pt x="520742" y="34030"/>
                </a:cubicBezTo>
                <a:cubicBezTo>
                  <a:pt x="518300" y="35915"/>
                  <a:pt x="517078" y="38229"/>
                  <a:pt x="517078" y="40971"/>
                </a:cubicBezTo>
                <a:cubicBezTo>
                  <a:pt x="517078" y="43456"/>
                  <a:pt x="518450" y="45427"/>
                  <a:pt x="521193" y="46885"/>
                </a:cubicBezTo>
                <a:cubicBezTo>
                  <a:pt x="523936" y="48341"/>
                  <a:pt x="528994" y="49840"/>
                  <a:pt x="536367" y="51382"/>
                </a:cubicBezTo>
                <a:cubicBezTo>
                  <a:pt x="542625" y="52839"/>
                  <a:pt x="547383" y="55047"/>
                  <a:pt x="550640" y="58004"/>
                </a:cubicBezTo>
                <a:cubicBezTo>
                  <a:pt x="553898" y="60961"/>
                  <a:pt x="555528" y="64881"/>
                  <a:pt x="555528" y="69766"/>
                </a:cubicBezTo>
                <a:cubicBezTo>
                  <a:pt x="555528" y="75507"/>
                  <a:pt x="553299" y="80071"/>
                  <a:pt x="548841" y="83456"/>
                </a:cubicBezTo>
                <a:cubicBezTo>
                  <a:pt x="544382" y="86842"/>
                  <a:pt x="538467" y="88534"/>
                  <a:pt x="531094" y="88534"/>
                </a:cubicBezTo>
                <a:close/>
                <a:moveTo>
                  <a:pt x="573916" y="87027"/>
                </a:moveTo>
                <a:lnTo>
                  <a:pt x="573916" y="33351"/>
                </a:lnTo>
                <a:lnTo>
                  <a:pt x="563630" y="33351"/>
                </a:lnTo>
                <a:lnTo>
                  <a:pt x="563630" y="24865"/>
                </a:lnTo>
                <a:lnTo>
                  <a:pt x="573916" y="24865"/>
                </a:lnTo>
                <a:lnTo>
                  <a:pt x="573916" y="20122"/>
                </a:lnTo>
                <a:cubicBezTo>
                  <a:pt x="573916" y="13714"/>
                  <a:pt x="575524" y="8758"/>
                  <a:pt x="578739" y="5255"/>
                </a:cubicBezTo>
                <a:cubicBezTo>
                  <a:pt x="581954" y="1752"/>
                  <a:pt x="586348" y="0"/>
                  <a:pt x="591919" y="0"/>
                </a:cubicBezTo>
                <a:cubicBezTo>
                  <a:pt x="597149" y="0"/>
                  <a:pt x="601521" y="1585"/>
                  <a:pt x="605036" y="4754"/>
                </a:cubicBezTo>
                <a:lnTo>
                  <a:pt x="601051" y="11051"/>
                </a:lnTo>
                <a:cubicBezTo>
                  <a:pt x="598822" y="8999"/>
                  <a:pt x="596250" y="7972"/>
                  <a:pt x="593334" y="7972"/>
                </a:cubicBezTo>
                <a:cubicBezTo>
                  <a:pt x="586819" y="7972"/>
                  <a:pt x="583562" y="12025"/>
                  <a:pt x="583562" y="20130"/>
                </a:cubicBezTo>
                <a:lnTo>
                  <a:pt x="583562" y="24865"/>
                </a:lnTo>
                <a:lnTo>
                  <a:pt x="596163" y="24865"/>
                </a:lnTo>
                <a:lnTo>
                  <a:pt x="596163" y="33351"/>
                </a:lnTo>
                <a:lnTo>
                  <a:pt x="583562" y="33351"/>
                </a:lnTo>
                <a:lnTo>
                  <a:pt x="583562" y="87027"/>
                </a:lnTo>
                <a:lnTo>
                  <a:pt x="573916" y="87027"/>
                </a:lnTo>
                <a:close/>
                <a:moveTo>
                  <a:pt x="634741" y="88534"/>
                </a:moveTo>
                <a:cubicBezTo>
                  <a:pt x="625740" y="88534"/>
                  <a:pt x="618368" y="85471"/>
                  <a:pt x="612624" y="79343"/>
                </a:cubicBezTo>
                <a:cubicBezTo>
                  <a:pt x="606880" y="73215"/>
                  <a:pt x="604008" y="65394"/>
                  <a:pt x="604008" y="55881"/>
                </a:cubicBezTo>
                <a:cubicBezTo>
                  <a:pt x="604008" y="46284"/>
                  <a:pt x="606880" y="38464"/>
                  <a:pt x="612624" y="32421"/>
                </a:cubicBezTo>
                <a:cubicBezTo>
                  <a:pt x="618368" y="26379"/>
                  <a:pt x="625740" y="23358"/>
                  <a:pt x="634741" y="23358"/>
                </a:cubicBezTo>
                <a:cubicBezTo>
                  <a:pt x="643744" y="23358"/>
                  <a:pt x="651117" y="26379"/>
                  <a:pt x="656859" y="32421"/>
                </a:cubicBezTo>
                <a:cubicBezTo>
                  <a:pt x="662603" y="38464"/>
                  <a:pt x="665475" y="46284"/>
                  <a:pt x="665475" y="55881"/>
                </a:cubicBezTo>
                <a:cubicBezTo>
                  <a:pt x="665475" y="65394"/>
                  <a:pt x="662603" y="73215"/>
                  <a:pt x="656859" y="79343"/>
                </a:cubicBezTo>
                <a:cubicBezTo>
                  <a:pt x="651117" y="85471"/>
                  <a:pt x="643744" y="88534"/>
                  <a:pt x="634741" y="88534"/>
                </a:cubicBezTo>
                <a:moveTo>
                  <a:pt x="634741" y="79918"/>
                </a:moveTo>
                <a:cubicBezTo>
                  <a:pt x="640743" y="79918"/>
                  <a:pt x="645673" y="77669"/>
                  <a:pt x="649531" y="73170"/>
                </a:cubicBezTo>
                <a:cubicBezTo>
                  <a:pt x="653388" y="68672"/>
                  <a:pt x="655317" y="62909"/>
                  <a:pt x="655317" y="55881"/>
                </a:cubicBezTo>
                <a:cubicBezTo>
                  <a:pt x="655317" y="48940"/>
                  <a:pt x="653388" y="43221"/>
                  <a:pt x="649531" y="38722"/>
                </a:cubicBezTo>
                <a:cubicBezTo>
                  <a:pt x="645673" y="34223"/>
                  <a:pt x="640743" y="31974"/>
                  <a:pt x="634741" y="31974"/>
                </a:cubicBezTo>
                <a:cubicBezTo>
                  <a:pt x="628741" y="31974"/>
                  <a:pt x="623790" y="34202"/>
                  <a:pt x="619890" y="38659"/>
                </a:cubicBezTo>
                <a:cubicBezTo>
                  <a:pt x="615989" y="43115"/>
                  <a:pt x="614038" y="48855"/>
                  <a:pt x="614038" y="55881"/>
                </a:cubicBezTo>
                <a:cubicBezTo>
                  <a:pt x="614038" y="62994"/>
                  <a:pt x="615967" y="68778"/>
                  <a:pt x="619825" y="73235"/>
                </a:cubicBezTo>
                <a:cubicBezTo>
                  <a:pt x="623683" y="77691"/>
                  <a:pt x="628655" y="79918"/>
                  <a:pt x="634741" y="79918"/>
                </a:cubicBezTo>
                <a:close/>
                <a:moveTo>
                  <a:pt x="681164" y="87027"/>
                </a:moveTo>
                <a:lnTo>
                  <a:pt x="681164" y="24865"/>
                </a:lnTo>
                <a:lnTo>
                  <a:pt x="690808" y="24865"/>
                </a:lnTo>
                <a:lnTo>
                  <a:pt x="690808" y="34927"/>
                </a:lnTo>
                <a:cubicBezTo>
                  <a:pt x="696552" y="27382"/>
                  <a:pt x="703454" y="23609"/>
                  <a:pt x="711513" y="23609"/>
                </a:cubicBezTo>
                <a:lnTo>
                  <a:pt x="711513" y="33512"/>
                </a:lnTo>
                <a:lnTo>
                  <a:pt x="707656" y="33126"/>
                </a:lnTo>
                <a:cubicBezTo>
                  <a:pt x="704740" y="33126"/>
                  <a:pt x="701525" y="34176"/>
                  <a:pt x="698010" y="36277"/>
                </a:cubicBezTo>
                <a:cubicBezTo>
                  <a:pt x="694495" y="38378"/>
                  <a:pt x="692094" y="40629"/>
                  <a:pt x="690808" y="43029"/>
                </a:cubicBezTo>
                <a:lnTo>
                  <a:pt x="690808" y="87027"/>
                </a:lnTo>
                <a:lnTo>
                  <a:pt x="681164" y="87027"/>
                </a:lnTo>
                <a:close/>
                <a:moveTo>
                  <a:pt x="798572" y="87027"/>
                </a:moveTo>
                <a:lnTo>
                  <a:pt x="798572" y="44836"/>
                </a:lnTo>
                <a:cubicBezTo>
                  <a:pt x="798572" y="36261"/>
                  <a:pt x="794757" y="31974"/>
                  <a:pt x="787127" y="31974"/>
                </a:cubicBezTo>
                <a:cubicBezTo>
                  <a:pt x="783869" y="31974"/>
                  <a:pt x="780719" y="32939"/>
                  <a:pt x="777675" y="34868"/>
                </a:cubicBezTo>
                <a:cubicBezTo>
                  <a:pt x="774632" y="36796"/>
                  <a:pt x="772296" y="39003"/>
                  <a:pt x="770666" y="41489"/>
                </a:cubicBezTo>
                <a:lnTo>
                  <a:pt x="770666" y="87027"/>
                </a:lnTo>
                <a:lnTo>
                  <a:pt x="761022" y="87027"/>
                </a:lnTo>
                <a:lnTo>
                  <a:pt x="761022" y="44836"/>
                </a:lnTo>
                <a:cubicBezTo>
                  <a:pt x="761022" y="36261"/>
                  <a:pt x="757206" y="31974"/>
                  <a:pt x="749576" y="31974"/>
                </a:cubicBezTo>
                <a:cubicBezTo>
                  <a:pt x="746405" y="31974"/>
                  <a:pt x="743319" y="32960"/>
                  <a:pt x="740318" y="34933"/>
                </a:cubicBezTo>
                <a:cubicBezTo>
                  <a:pt x="737318" y="36904"/>
                  <a:pt x="734960" y="39133"/>
                  <a:pt x="733245" y="41618"/>
                </a:cubicBezTo>
                <a:lnTo>
                  <a:pt x="733245" y="87027"/>
                </a:lnTo>
                <a:lnTo>
                  <a:pt x="723601" y="87027"/>
                </a:lnTo>
                <a:lnTo>
                  <a:pt x="723601" y="24865"/>
                </a:lnTo>
                <a:lnTo>
                  <a:pt x="733245" y="24865"/>
                </a:lnTo>
                <a:lnTo>
                  <a:pt x="733245" y="33903"/>
                </a:lnTo>
                <a:cubicBezTo>
                  <a:pt x="734703" y="31416"/>
                  <a:pt x="737447" y="29037"/>
                  <a:pt x="741476" y="26766"/>
                </a:cubicBezTo>
                <a:cubicBezTo>
                  <a:pt x="745505" y="24494"/>
                  <a:pt x="749449" y="23358"/>
                  <a:pt x="753306" y="23358"/>
                </a:cubicBezTo>
                <a:cubicBezTo>
                  <a:pt x="758107" y="23358"/>
                  <a:pt x="761858" y="24473"/>
                  <a:pt x="764557" y="26702"/>
                </a:cubicBezTo>
                <a:cubicBezTo>
                  <a:pt x="767259" y="28931"/>
                  <a:pt x="769081" y="31674"/>
                  <a:pt x="770024" y="34931"/>
                </a:cubicBezTo>
                <a:cubicBezTo>
                  <a:pt x="772167" y="31587"/>
                  <a:pt x="775210" y="28823"/>
                  <a:pt x="779152" y="26637"/>
                </a:cubicBezTo>
                <a:cubicBezTo>
                  <a:pt x="783096" y="24451"/>
                  <a:pt x="786998" y="23358"/>
                  <a:pt x="790857" y="23358"/>
                </a:cubicBezTo>
                <a:cubicBezTo>
                  <a:pt x="802430" y="23358"/>
                  <a:pt x="808216" y="29618"/>
                  <a:pt x="808216" y="42138"/>
                </a:cubicBezTo>
                <a:lnTo>
                  <a:pt x="808216" y="87027"/>
                </a:lnTo>
                <a:lnTo>
                  <a:pt x="798572" y="87027"/>
                </a:lnTo>
                <a:close/>
                <a:moveTo>
                  <a:pt x="855539" y="88534"/>
                </a:moveTo>
                <a:cubicBezTo>
                  <a:pt x="846195" y="88534"/>
                  <a:pt x="838586" y="85492"/>
                  <a:pt x="832713" y="79408"/>
                </a:cubicBezTo>
                <a:cubicBezTo>
                  <a:pt x="826840" y="73323"/>
                  <a:pt x="823904" y="65480"/>
                  <a:pt x="823904" y="55881"/>
                </a:cubicBezTo>
                <a:cubicBezTo>
                  <a:pt x="823904" y="46711"/>
                  <a:pt x="826819" y="38999"/>
                  <a:pt x="832648" y="32743"/>
                </a:cubicBezTo>
                <a:cubicBezTo>
                  <a:pt x="838478" y="26486"/>
                  <a:pt x="845766" y="23358"/>
                  <a:pt x="854511" y="23358"/>
                </a:cubicBezTo>
                <a:cubicBezTo>
                  <a:pt x="863427" y="23358"/>
                  <a:pt x="870628" y="26441"/>
                  <a:pt x="876114" y="32606"/>
                </a:cubicBezTo>
                <a:cubicBezTo>
                  <a:pt x="881601" y="38770"/>
                  <a:pt x="884344" y="46775"/>
                  <a:pt x="884344" y="56621"/>
                </a:cubicBezTo>
                <a:lnTo>
                  <a:pt x="884344" y="59062"/>
                </a:lnTo>
                <a:lnTo>
                  <a:pt x="834065" y="59062"/>
                </a:lnTo>
                <a:cubicBezTo>
                  <a:pt x="834407" y="65413"/>
                  <a:pt x="836700" y="70584"/>
                  <a:pt x="840944" y="74575"/>
                </a:cubicBezTo>
                <a:cubicBezTo>
                  <a:pt x="845188" y="78566"/>
                  <a:pt x="850353" y="80562"/>
                  <a:pt x="856440" y="80562"/>
                </a:cubicBezTo>
                <a:cubicBezTo>
                  <a:pt x="863984" y="80562"/>
                  <a:pt x="870370" y="77945"/>
                  <a:pt x="875600" y="72711"/>
                </a:cubicBezTo>
                <a:lnTo>
                  <a:pt x="880229" y="79014"/>
                </a:lnTo>
                <a:cubicBezTo>
                  <a:pt x="873885" y="85361"/>
                  <a:pt x="865655" y="88534"/>
                  <a:pt x="855539" y="88534"/>
                </a:cubicBezTo>
                <a:moveTo>
                  <a:pt x="874827" y="51990"/>
                </a:moveTo>
                <a:cubicBezTo>
                  <a:pt x="874827" y="46258"/>
                  <a:pt x="872941" y="41382"/>
                  <a:pt x="869168" y="37362"/>
                </a:cubicBezTo>
                <a:cubicBezTo>
                  <a:pt x="865397" y="33341"/>
                  <a:pt x="860468" y="31330"/>
                  <a:pt x="854381" y="31330"/>
                </a:cubicBezTo>
                <a:cubicBezTo>
                  <a:pt x="848637" y="31330"/>
                  <a:pt x="843858" y="33341"/>
                  <a:pt x="840043" y="37362"/>
                </a:cubicBezTo>
                <a:cubicBezTo>
                  <a:pt x="836229" y="41382"/>
                  <a:pt x="834236" y="46258"/>
                  <a:pt x="834065" y="51990"/>
                </a:cubicBezTo>
                <a:lnTo>
                  <a:pt x="874827" y="51990"/>
                </a:lnTo>
                <a:close/>
                <a:moveTo>
                  <a:pt x="899904" y="87027"/>
                </a:moveTo>
                <a:lnTo>
                  <a:pt x="899904" y="24865"/>
                </a:lnTo>
                <a:lnTo>
                  <a:pt x="909548" y="24865"/>
                </a:lnTo>
                <a:lnTo>
                  <a:pt x="909548" y="34927"/>
                </a:lnTo>
                <a:cubicBezTo>
                  <a:pt x="915292" y="27382"/>
                  <a:pt x="922194" y="23609"/>
                  <a:pt x="930253" y="23609"/>
                </a:cubicBezTo>
                <a:lnTo>
                  <a:pt x="930253" y="33512"/>
                </a:lnTo>
                <a:lnTo>
                  <a:pt x="926395" y="33126"/>
                </a:lnTo>
                <a:cubicBezTo>
                  <a:pt x="923479" y="33126"/>
                  <a:pt x="920264" y="34176"/>
                  <a:pt x="916749" y="36277"/>
                </a:cubicBezTo>
                <a:cubicBezTo>
                  <a:pt x="913234" y="38378"/>
                  <a:pt x="910834" y="40629"/>
                  <a:pt x="909548" y="43029"/>
                </a:cubicBezTo>
                <a:lnTo>
                  <a:pt x="909548" y="87027"/>
                </a:lnTo>
                <a:lnTo>
                  <a:pt x="899904" y="87027"/>
                </a:lnTo>
                <a:close/>
                <a:moveTo>
                  <a:pt x="975904" y="87027"/>
                </a:moveTo>
                <a:lnTo>
                  <a:pt x="975904" y="1256"/>
                </a:lnTo>
                <a:lnTo>
                  <a:pt x="986576" y="1256"/>
                </a:lnTo>
                <a:lnTo>
                  <a:pt x="986576" y="77511"/>
                </a:lnTo>
                <a:lnTo>
                  <a:pt x="1026440" y="77511"/>
                </a:lnTo>
                <a:lnTo>
                  <a:pt x="1026440" y="87027"/>
                </a:lnTo>
                <a:lnTo>
                  <a:pt x="975904" y="87027"/>
                </a:lnTo>
                <a:close/>
                <a:moveTo>
                  <a:pt x="1078136" y="87027"/>
                </a:moveTo>
                <a:lnTo>
                  <a:pt x="1078136" y="79920"/>
                </a:lnTo>
                <a:cubicBezTo>
                  <a:pt x="1072906" y="85663"/>
                  <a:pt x="1066047" y="88534"/>
                  <a:pt x="1057560" y="88534"/>
                </a:cubicBezTo>
                <a:cubicBezTo>
                  <a:pt x="1051302" y="88534"/>
                  <a:pt x="1046115" y="86560"/>
                  <a:pt x="1042000" y="82612"/>
                </a:cubicBezTo>
                <a:cubicBezTo>
                  <a:pt x="1037886" y="78664"/>
                  <a:pt x="1035829" y="73773"/>
                  <a:pt x="1035829" y="67937"/>
                </a:cubicBezTo>
                <a:cubicBezTo>
                  <a:pt x="1035829" y="61930"/>
                  <a:pt x="1037865" y="57018"/>
                  <a:pt x="1041937" y="53199"/>
                </a:cubicBezTo>
                <a:cubicBezTo>
                  <a:pt x="1046009" y="49379"/>
                  <a:pt x="1051217" y="47469"/>
                  <a:pt x="1057560" y="47469"/>
                </a:cubicBezTo>
                <a:cubicBezTo>
                  <a:pt x="1066476" y="47469"/>
                  <a:pt x="1073335" y="50299"/>
                  <a:pt x="1078136" y="55958"/>
                </a:cubicBezTo>
                <a:lnTo>
                  <a:pt x="1078136" y="44799"/>
                </a:lnTo>
                <a:cubicBezTo>
                  <a:pt x="1078136" y="40609"/>
                  <a:pt x="1076657" y="37381"/>
                  <a:pt x="1073699" y="35115"/>
                </a:cubicBezTo>
                <a:cubicBezTo>
                  <a:pt x="1070742" y="32850"/>
                  <a:pt x="1066991" y="31717"/>
                  <a:pt x="1062448" y="31717"/>
                </a:cubicBezTo>
                <a:cubicBezTo>
                  <a:pt x="1055160" y="31717"/>
                  <a:pt x="1048816" y="34582"/>
                  <a:pt x="1043415" y="40311"/>
                </a:cubicBezTo>
                <a:lnTo>
                  <a:pt x="1038915" y="33632"/>
                </a:lnTo>
                <a:cubicBezTo>
                  <a:pt x="1045516" y="26783"/>
                  <a:pt x="1053789" y="23358"/>
                  <a:pt x="1063733" y="23358"/>
                </a:cubicBezTo>
                <a:cubicBezTo>
                  <a:pt x="1071364" y="23358"/>
                  <a:pt x="1077279" y="25202"/>
                  <a:pt x="1081479" y="28889"/>
                </a:cubicBezTo>
                <a:cubicBezTo>
                  <a:pt x="1085680" y="32576"/>
                  <a:pt x="1087780" y="37721"/>
                  <a:pt x="1087780" y="44324"/>
                </a:cubicBezTo>
                <a:lnTo>
                  <a:pt x="1087780" y="87027"/>
                </a:lnTo>
                <a:lnTo>
                  <a:pt x="1078136" y="87027"/>
                </a:lnTo>
                <a:moveTo>
                  <a:pt x="1061033" y="81590"/>
                </a:moveTo>
                <a:cubicBezTo>
                  <a:pt x="1068662" y="81590"/>
                  <a:pt x="1074363" y="79018"/>
                  <a:pt x="1078136" y="73875"/>
                </a:cubicBezTo>
                <a:lnTo>
                  <a:pt x="1078136" y="62131"/>
                </a:lnTo>
                <a:cubicBezTo>
                  <a:pt x="1074363" y="56986"/>
                  <a:pt x="1068662" y="54414"/>
                  <a:pt x="1061033" y="54414"/>
                </a:cubicBezTo>
                <a:cubicBezTo>
                  <a:pt x="1056489" y="54414"/>
                  <a:pt x="1052802" y="55681"/>
                  <a:pt x="1049972" y="58214"/>
                </a:cubicBezTo>
                <a:cubicBezTo>
                  <a:pt x="1047144" y="60747"/>
                  <a:pt x="1045730" y="64031"/>
                  <a:pt x="1045730" y="68067"/>
                </a:cubicBezTo>
                <a:cubicBezTo>
                  <a:pt x="1045730" y="72016"/>
                  <a:pt x="1047144" y="75257"/>
                  <a:pt x="1049972" y="77791"/>
                </a:cubicBezTo>
                <a:cubicBezTo>
                  <a:pt x="1052802" y="80324"/>
                  <a:pt x="1056489" y="81590"/>
                  <a:pt x="1061033" y="81590"/>
                </a:cubicBezTo>
                <a:close/>
                <a:moveTo>
                  <a:pt x="1105141" y="102599"/>
                </a:moveTo>
                <a:cubicBezTo>
                  <a:pt x="1106513" y="103302"/>
                  <a:pt x="1108270" y="103653"/>
                  <a:pt x="1110413" y="103653"/>
                </a:cubicBezTo>
                <a:cubicBezTo>
                  <a:pt x="1112557" y="103653"/>
                  <a:pt x="1114358" y="103201"/>
                  <a:pt x="1115815" y="102297"/>
                </a:cubicBezTo>
                <a:cubicBezTo>
                  <a:pt x="1117272" y="101395"/>
                  <a:pt x="1118558" y="99653"/>
                  <a:pt x="1119673" y="97074"/>
                </a:cubicBezTo>
                <a:lnTo>
                  <a:pt x="1123787" y="87655"/>
                </a:lnTo>
                <a:lnTo>
                  <a:pt x="1097812" y="24865"/>
                </a:lnTo>
                <a:lnTo>
                  <a:pt x="1108227" y="24865"/>
                </a:lnTo>
                <a:lnTo>
                  <a:pt x="1128930" y="75823"/>
                </a:lnTo>
                <a:lnTo>
                  <a:pt x="1149506" y="24865"/>
                </a:lnTo>
                <a:lnTo>
                  <a:pt x="1160051" y="24865"/>
                </a:lnTo>
                <a:lnTo>
                  <a:pt x="1128930" y="99654"/>
                </a:lnTo>
                <a:cubicBezTo>
                  <a:pt x="1125502" y="107893"/>
                  <a:pt x="1119415" y="112098"/>
                  <a:pt x="1110670" y="112269"/>
                </a:cubicBezTo>
                <a:cubicBezTo>
                  <a:pt x="1108185" y="112269"/>
                  <a:pt x="1105827" y="111968"/>
                  <a:pt x="1103598" y="111366"/>
                </a:cubicBezTo>
                <a:lnTo>
                  <a:pt x="1105141" y="102599"/>
                </a:lnTo>
                <a:close/>
                <a:moveTo>
                  <a:pt x="1198114" y="88534"/>
                </a:moveTo>
                <a:cubicBezTo>
                  <a:pt x="1188770" y="88534"/>
                  <a:pt x="1181162" y="85492"/>
                  <a:pt x="1175288" y="79408"/>
                </a:cubicBezTo>
                <a:cubicBezTo>
                  <a:pt x="1169416" y="73323"/>
                  <a:pt x="1166480" y="65480"/>
                  <a:pt x="1166480" y="55881"/>
                </a:cubicBezTo>
                <a:cubicBezTo>
                  <a:pt x="1166480" y="46711"/>
                  <a:pt x="1169394" y="38999"/>
                  <a:pt x="1175223" y="32743"/>
                </a:cubicBezTo>
                <a:cubicBezTo>
                  <a:pt x="1181054" y="26486"/>
                  <a:pt x="1188341" y="23358"/>
                  <a:pt x="1197086" y="23358"/>
                </a:cubicBezTo>
                <a:cubicBezTo>
                  <a:pt x="1206002" y="23358"/>
                  <a:pt x="1213204" y="26441"/>
                  <a:pt x="1218690" y="32606"/>
                </a:cubicBezTo>
                <a:cubicBezTo>
                  <a:pt x="1224176" y="38770"/>
                  <a:pt x="1226919" y="46775"/>
                  <a:pt x="1226919" y="56621"/>
                </a:cubicBezTo>
                <a:lnTo>
                  <a:pt x="1226919" y="59062"/>
                </a:lnTo>
                <a:lnTo>
                  <a:pt x="1176640" y="59062"/>
                </a:lnTo>
                <a:cubicBezTo>
                  <a:pt x="1176983" y="65413"/>
                  <a:pt x="1179276" y="70584"/>
                  <a:pt x="1183519" y="74575"/>
                </a:cubicBezTo>
                <a:cubicBezTo>
                  <a:pt x="1187763" y="78566"/>
                  <a:pt x="1192928" y="80562"/>
                  <a:pt x="1199015" y="80562"/>
                </a:cubicBezTo>
                <a:cubicBezTo>
                  <a:pt x="1206559" y="80562"/>
                  <a:pt x="1212946" y="77945"/>
                  <a:pt x="1218176" y="72711"/>
                </a:cubicBezTo>
                <a:lnTo>
                  <a:pt x="1222805" y="79014"/>
                </a:lnTo>
                <a:cubicBezTo>
                  <a:pt x="1216460" y="85361"/>
                  <a:pt x="1208230" y="88534"/>
                  <a:pt x="1198114" y="88534"/>
                </a:cubicBezTo>
                <a:moveTo>
                  <a:pt x="1217403" y="51990"/>
                </a:moveTo>
                <a:cubicBezTo>
                  <a:pt x="1217403" y="46258"/>
                  <a:pt x="1215516" y="41382"/>
                  <a:pt x="1211744" y="37362"/>
                </a:cubicBezTo>
                <a:cubicBezTo>
                  <a:pt x="1207972" y="33341"/>
                  <a:pt x="1203043" y="31330"/>
                  <a:pt x="1196957" y="31330"/>
                </a:cubicBezTo>
                <a:cubicBezTo>
                  <a:pt x="1191213" y="31330"/>
                  <a:pt x="1186433" y="33341"/>
                  <a:pt x="1182619" y="37362"/>
                </a:cubicBezTo>
                <a:cubicBezTo>
                  <a:pt x="1178804" y="41382"/>
                  <a:pt x="1176811" y="46258"/>
                  <a:pt x="1176640" y="51990"/>
                </a:cubicBezTo>
                <a:lnTo>
                  <a:pt x="1217403" y="51990"/>
                </a:lnTo>
                <a:close/>
                <a:moveTo>
                  <a:pt x="1242479" y="87027"/>
                </a:moveTo>
                <a:lnTo>
                  <a:pt x="1242479" y="24865"/>
                </a:lnTo>
                <a:lnTo>
                  <a:pt x="1252124" y="24865"/>
                </a:lnTo>
                <a:lnTo>
                  <a:pt x="1252124" y="34927"/>
                </a:lnTo>
                <a:cubicBezTo>
                  <a:pt x="1257868" y="27382"/>
                  <a:pt x="1264769" y="23609"/>
                  <a:pt x="1272829" y="23609"/>
                </a:cubicBezTo>
                <a:lnTo>
                  <a:pt x="1272829" y="33512"/>
                </a:lnTo>
                <a:lnTo>
                  <a:pt x="1268971" y="33126"/>
                </a:lnTo>
                <a:cubicBezTo>
                  <a:pt x="1266055" y="33126"/>
                  <a:pt x="1262840" y="34176"/>
                  <a:pt x="1259325" y="36277"/>
                </a:cubicBezTo>
                <a:cubicBezTo>
                  <a:pt x="1255810" y="38378"/>
                  <a:pt x="1253410" y="40629"/>
                  <a:pt x="1252124" y="43029"/>
                </a:cubicBezTo>
                <a:lnTo>
                  <a:pt x="1252124" y="87027"/>
                </a:lnTo>
                <a:lnTo>
                  <a:pt x="1242479" y="87027"/>
                </a:lnTo>
                <a:close/>
                <a:moveTo>
                  <a:pt x="1304591" y="88534"/>
                </a:moveTo>
                <a:cubicBezTo>
                  <a:pt x="1294046" y="88534"/>
                  <a:pt x="1285687" y="85280"/>
                  <a:pt x="1279516" y="78770"/>
                </a:cubicBezTo>
                <a:lnTo>
                  <a:pt x="1284531" y="71832"/>
                </a:lnTo>
                <a:cubicBezTo>
                  <a:pt x="1286587" y="74229"/>
                  <a:pt x="1289437" y="76304"/>
                  <a:pt x="1293080" y="78058"/>
                </a:cubicBezTo>
                <a:cubicBezTo>
                  <a:pt x="1296725" y="79812"/>
                  <a:pt x="1300690" y="80689"/>
                  <a:pt x="1304977" y="80689"/>
                </a:cubicBezTo>
                <a:cubicBezTo>
                  <a:pt x="1309778" y="80689"/>
                  <a:pt x="1313421" y="79683"/>
                  <a:pt x="1315907" y="77670"/>
                </a:cubicBezTo>
                <a:cubicBezTo>
                  <a:pt x="1318393" y="75655"/>
                  <a:pt x="1319637" y="73106"/>
                  <a:pt x="1319637" y="70021"/>
                </a:cubicBezTo>
                <a:cubicBezTo>
                  <a:pt x="1319637" y="67279"/>
                  <a:pt x="1318286" y="65115"/>
                  <a:pt x="1315585" y="63530"/>
                </a:cubicBezTo>
                <a:cubicBezTo>
                  <a:pt x="1312885" y="61945"/>
                  <a:pt x="1307848" y="60295"/>
                  <a:pt x="1300476" y="58581"/>
                </a:cubicBezTo>
                <a:cubicBezTo>
                  <a:pt x="1294218" y="57295"/>
                  <a:pt x="1289438" y="55260"/>
                  <a:pt x="1286138" y="52475"/>
                </a:cubicBezTo>
                <a:cubicBezTo>
                  <a:pt x="1282838" y="49690"/>
                  <a:pt x="1281187" y="45940"/>
                  <a:pt x="1281187" y="41226"/>
                </a:cubicBezTo>
                <a:cubicBezTo>
                  <a:pt x="1281187" y="35998"/>
                  <a:pt x="1283288" y="31714"/>
                  <a:pt x="1287488" y="28371"/>
                </a:cubicBezTo>
                <a:cubicBezTo>
                  <a:pt x="1291688" y="25029"/>
                  <a:pt x="1297304" y="23358"/>
                  <a:pt x="1304333" y="23358"/>
                </a:cubicBezTo>
                <a:cubicBezTo>
                  <a:pt x="1313679" y="23358"/>
                  <a:pt x="1321352" y="26360"/>
                  <a:pt x="1327352" y="32364"/>
                </a:cubicBezTo>
                <a:lnTo>
                  <a:pt x="1322851" y="39056"/>
                </a:lnTo>
                <a:cubicBezTo>
                  <a:pt x="1320966" y="36824"/>
                  <a:pt x="1318416" y="34957"/>
                  <a:pt x="1315200" y="33455"/>
                </a:cubicBezTo>
                <a:cubicBezTo>
                  <a:pt x="1311985" y="31954"/>
                  <a:pt x="1308363" y="31203"/>
                  <a:pt x="1304333" y="31203"/>
                </a:cubicBezTo>
                <a:cubicBezTo>
                  <a:pt x="1300047" y="31203"/>
                  <a:pt x="1296682" y="32145"/>
                  <a:pt x="1294238" y="34030"/>
                </a:cubicBezTo>
                <a:cubicBezTo>
                  <a:pt x="1291796" y="35915"/>
                  <a:pt x="1290575" y="38229"/>
                  <a:pt x="1290575" y="40971"/>
                </a:cubicBezTo>
                <a:cubicBezTo>
                  <a:pt x="1290575" y="43456"/>
                  <a:pt x="1291946" y="45427"/>
                  <a:pt x="1294689" y="46885"/>
                </a:cubicBezTo>
                <a:cubicBezTo>
                  <a:pt x="1297432" y="48341"/>
                  <a:pt x="1302490" y="49840"/>
                  <a:pt x="1309863" y="51382"/>
                </a:cubicBezTo>
                <a:cubicBezTo>
                  <a:pt x="1316121" y="52839"/>
                  <a:pt x="1320879" y="55047"/>
                  <a:pt x="1324136" y="58004"/>
                </a:cubicBezTo>
                <a:cubicBezTo>
                  <a:pt x="1327395" y="60961"/>
                  <a:pt x="1329024" y="64881"/>
                  <a:pt x="1329024" y="69766"/>
                </a:cubicBezTo>
                <a:cubicBezTo>
                  <a:pt x="1329024" y="75507"/>
                  <a:pt x="1326795" y="80071"/>
                  <a:pt x="1322337" y="83456"/>
                </a:cubicBezTo>
                <a:cubicBezTo>
                  <a:pt x="1317879" y="86842"/>
                  <a:pt x="1311963" y="88534"/>
                  <a:pt x="1304591" y="885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76F977-705E-4BC7-87CF-92062821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174" y="3027813"/>
            <a:ext cx="1191850" cy="202222"/>
          </a:xfrm>
          <a:custGeom xmlns:a="http://schemas.openxmlformats.org/drawingml/2006/main">
            <a:pathLst>
              <a:path w="1191850" h="202222">
                <a:moveTo>
                  <a:pt x="0" y="33704"/>
                </a:moveTo>
                <a:lnTo>
                  <a:pt x="0" y="33704"/>
                </a:lnTo>
                <a:cubicBezTo>
                  <a:pt x="0" y="15090"/>
                  <a:pt x="15090" y="0"/>
                  <a:pt x="33704" y="0"/>
                </a:cubicBezTo>
                <a:lnTo>
                  <a:pt x="1158145" y="0"/>
                </a:lnTo>
                <a:cubicBezTo>
                  <a:pt x="1167084" y="0"/>
                  <a:pt x="1175657" y="3551"/>
                  <a:pt x="1181978" y="9872"/>
                </a:cubicBezTo>
                <a:cubicBezTo>
                  <a:pt x="1188299" y="16193"/>
                  <a:pt x="1191850" y="24765"/>
                  <a:pt x="1191850" y="33704"/>
                </a:cubicBezTo>
                <a:lnTo>
                  <a:pt x="1191850" y="168517"/>
                </a:lnTo>
                <a:cubicBezTo>
                  <a:pt x="1191850" y="187132"/>
                  <a:pt x="1176760" y="202222"/>
                  <a:pt x="1158145" y="202222"/>
                </a:cubicBezTo>
                <a:lnTo>
                  <a:pt x="33704" y="202222"/>
                </a:lnTo>
                <a:cubicBezTo>
                  <a:pt x="15090" y="202222"/>
                  <a:pt x="0" y="187132"/>
                  <a:pt x="0" y="168517"/>
                </a:cubicBezTo>
                <a:lnTo>
                  <a:pt x="0" y="33704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483C76-F934-4B79-BB1A-79451B80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174" y="3027813"/>
            <a:ext cx="1191850" cy="202222"/>
          </a:xfrm>
          <a:custGeom xmlns:a="http://schemas.openxmlformats.org/drawingml/2006/main">
            <a:pathLst>
              <a:path w="1191850" h="202222" fill="none">
                <a:moveTo>
                  <a:pt x="0" y="33704"/>
                </a:moveTo>
                <a:lnTo>
                  <a:pt x="0" y="33704"/>
                </a:lnTo>
                <a:cubicBezTo>
                  <a:pt x="0" y="15090"/>
                  <a:pt x="15090" y="0"/>
                  <a:pt x="33704" y="0"/>
                </a:cubicBezTo>
                <a:lnTo>
                  <a:pt x="1158145" y="0"/>
                </a:lnTo>
                <a:cubicBezTo>
                  <a:pt x="1167084" y="0"/>
                  <a:pt x="1175657" y="3551"/>
                  <a:pt x="1181978" y="9872"/>
                </a:cubicBezTo>
                <a:cubicBezTo>
                  <a:pt x="1188299" y="16193"/>
                  <a:pt x="1191850" y="24765"/>
                  <a:pt x="1191850" y="33704"/>
                </a:cubicBezTo>
                <a:lnTo>
                  <a:pt x="1191850" y="168517"/>
                </a:lnTo>
                <a:cubicBezTo>
                  <a:pt x="1191850" y="187132"/>
                  <a:pt x="1176760" y="202222"/>
                  <a:pt x="1158145" y="202222"/>
                </a:cubicBezTo>
                <a:lnTo>
                  <a:pt x="33704" y="202222"/>
                </a:lnTo>
                <a:cubicBezTo>
                  <a:pt x="15090" y="202222"/>
                  <a:pt x="0" y="187132"/>
                  <a:pt x="0" y="168517"/>
                </a:cubicBezTo>
                <a:lnTo>
                  <a:pt x="0" y="337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16" name="Text EmbeddingHead">
            <a:extLst xmlns:a="http://schemas.openxmlformats.org/drawingml/2006/main">
              <a:ext uri="{FF2B5EF4-FFF2-40B4-BE49-F238E27FC236}">
                <a16:creationId xmlns:a16="http://schemas.microsoft.com/office/drawing/2014/main" id="{663AF544-9ABE-4344-8E59-C841BCCF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951" y="3090824"/>
            <a:ext cx="997250" cy="111013"/>
          </a:xfrm>
          <a:custGeom xmlns:a="http://schemas.openxmlformats.org/drawingml/2006/main">
            <a:pathLst>
              <a:path w="997250" h="111013">
                <a:moveTo>
                  <a:pt x="0" y="85772"/>
                </a:moveTo>
                <a:lnTo>
                  <a:pt x="0" y="0"/>
                </a:lnTo>
                <a:lnTo>
                  <a:pt x="56195" y="0"/>
                </a:lnTo>
                <a:lnTo>
                  <a:pt x="56195" y="9517"/>
                </a:lnTo>
                <a:lnTo>
                  <a:pt x="10672" y="9517"/>
                </a:lnTo>
                <a:lnTo>
                  <a:pt x="10672" y="37172"/>
                </a:lnTo>
                <a:lnTo>
                  <a:pt x="55295" y="37172"/>
                </a:lnTo>
                <a:lnTo>
                  <a:pt x="55295" y="46689"/>
                </a:lnTo>
                <a:lnTo>
                  <a:pt x="10672" y="46689"/>
                </a:lnTo>
                <a:lnTo>
                  <a:pt x="10672" y="76255"/>
                </a:lnTo>
                <a:lnTo>
                  <a:pt x="56195" y="76255"/>
                </a:lnTo>
                <a:lnTo>
                  <a:pt x="56195" y="85772"/>
                </a:lnTo>
                <a:lnTo>
                  <a:pt x="0" y="85772"/>
                </a:lnTo>
                <a:close/>
                <a:moveTo>
                  <a:pt x="147755" y="85772"/>
                </a:moveTo>
                <a:lnTo>
                  <a:pt x="147755" y="43580"/>
                </a:lnTo>
                <a:cubicBezTo>
                  <a:pt x="147755" y="35006"/>
                  <a:pt x="143940" y="30718"/>
                  <a:pt x="136310" y="30718"/>
                </a:cubicBezTo>
                <a:cubicBezTo>
                  <a:pt x="133053" y="30718"/>
                  <a:pt x="129902" y="31683"/>
                  <a:pt x="126858" y="33612"/>
                </a:cubicBezTo>
                <a:cubicBezTo>
                  <a:pt x="123815" y="35541"/>
                  <a:pt x="121479" y="37747"/>
                  <a:pt x="119849" y="40233"/>
                </a:cubicBezTo>
                <a:lnTo>
                  <a:pt x="119849" y="85772"/>
                </a:lnTo>
                <a:lnTo>
                  <a:pt x="110205" y="85772"/>
                </a:lnTo>
                <a:lnTo>
                  <a:pt x="110205" y="43580"/>
                </a:lnTo>
                <a:cubicBezTo>
                  <a:pt x="110205" y="35006"/>
                  <a:pt x="106390" y="30718"/>
                  <a:pt x="98759" y="30718"/>
                </a:cubicBezTo>
                <a:cubicBezTo>
                  <a:pt x="95588" y="30718"/>
                  <a:pt x="92502" y="31705"/>
                  <a:pt x="89502" y="33677"/>
                </a:cubicBezTo>
                <a:cubicBezTo>
                  <a:pt x="86501" y="35649"/>
                  <a:pt x="84143" y="37877"/>
                  <a:pt x="82428" y="40362"/>
                </a:cubicBezTo>
                <a:lnTo>
                  <a:pt x="82428" y="85772"/>
                </a:lnTo>
                <a:lnTo>
                  <a:pt x="72784" y="85772"/>
                </a:lnTo>
                <a:lnTo>
                  <a:pt x="72784" y="23609"/>
                </a:lnTo>
                <a:lnTo>
                  <a:pt x="82428" y="23609"/>
                </a:lnTo>
                <a:lnTo>
                  <a:pt x="82428" y="32647"/>
                </a:lnTo>
                <a:cubicBezTo>
                  <a:pt x="83886" y="30160"/>
                  <a:pt x="86630" y="27781"/>
                  <a:pt x="90659" y="25511"/>
                </a:cubicBezTo>
                <a:cubicBezTo>
                  <a:pt x="94688" y="23238"/>
                  <a:pt x="98632" y="22102"/>
                  <a:pt x="102489" y="22102"/>
                </a:cubicBezTo>
                <a:cubicBezTo>
                  <a:pt x="107290" y="22102"/>
                  <a:pt x="111041" y="23217"/>
                  <a:pt x="113741" y="25446"/>
                </a:cubicBezTo>
                <a:cubicBezTo>
                  <a:pt x="116442" y="27675"/>
                  <a:pt x="118264" y="30418"/>
                  <a:pt x="119207" y="33675"/>
                </a:cubicBezTo>
                <a:cubicBezTo>
                  <a:pt x="121350" y="30332"/>
                  <a:pt x="124393" y="27567"/>
                  <a:pt x="128335" y="25381"/>
                </a:cubicBezTo>
                <a:cubicBezTo>
                  <a:pt x="132279" y="23195"/>
                  <a:pt x="136181" y="22102"/>
                  <a:pt x="140040" y="22102"/>
                </a:cubicBezTo>
                <a:cubicBezTo>
                  <a:pt x="151613" y="22102"/>
                  <a:pt x="157399" y="28362"/>
                  <a:pt x="157399" y="40882"/>
                </a:cubicBezTo>
                <a:lnTo>
                  <a:pt x="157399" y="85772"/>
                </a:lnTo>
                <a:lnTo>
                  <a:pt x="147755" y="85772"/>
                </a:lnTo>
                <a:close/>
                <a:moveTo>
                  <a:pt x="186332" y="68889"/>
                </a:moveTo>
                <a:cubicBezTo>
                  <a:pt x="188047" y="71632"/>
                  <a:pt x="190597" y="73947"/>
                  <a:pt x="193983" y="75833"/>
                </a:cubicBezTo>
                <a:cubicBezTo>
                  <a:pt x="197370" y="77719"/>
                  <a:pt x="200993" y="78662"/>
                  <a:pt x="204852" y="78662"/>
                </a:cubicBezTo>
                <a:cubicBezTo>
                  <a:pt x="210938" y="78662"/>
                  <a:pt x="215803" y="76456"/>
                  <a:pt x="219446" y="72044"/>
                </a:cubicBezTo>
                <a:cubicBezTo>
                  <a:pt x="223089" y="67630"/>
                  <a:pt x="224911" y="61867"/>
                  <a:pt x="224911" y="54755"/>
                </a:cubicBezTo>
                <a:cubicBezTo>
                  <a:pt x="224911" y="47556"/>
                  <a:pt x="223110" y="41751"/>
                  <a:pt x="219509" y="37339"/>
                </a:cubicBezTo>
                <a:cubicBezTo>
                  <a:pt x="215909" y="32925"/>
                  <a:pt x="211023" y="30718"/>
                  <a:pt x="204852" y="30718"/>
                </a:cubicBezTo>
                <a:cubicBezTo>
                  <a:pt x="200993" y="30718"/>
                  <a:pt x="197370" y="31704"/>
                  <a:pt x="193983" y="33675"/>
                </a:cubicBezTo>
                <a:cubicBezTo>
                  <a:pt x="190597" y="35647"/>
                  <a:pt x="188047" y="38004"/>
                  <a:pt x="186332" y="40747"/>
                </a:cubicBezTo>
                <a:lnTo>
                  <a:pt x="186332" y="68889"/>
                </a:lnTo>
                <a:moveTo>
                  <a:pt x="176688" y="85772"/>
                </a:moveTo>
                <a:lnTo>
                  <a:pt x="176688" y="0"/>
                </a:lnTo>
                <a:lnTo>
                  <a:pt x="186332" y="0"/>
                </a:lnTo>
                <a:lnTo>
                  <a:pt x="186332" y="33032"/>
                </a:lnTo>
                <a:cubicBezTo>
                  <a:pt x="191649" y="25745"/>
                  <a:pt x="198636" y="22102"/>
                  <a:pt x="207294" y="22102"/>
                </a:cubicBezTo>
                <a:cubicBezTo>
                  <a:pt x="215524" y="22102"/>
                  <a:pt x="222189" y="25102"/>
                  <a:pt x="227289" y="31101"/>
                </a:cubicBezTo>
                <a:cubicBezTo>
                  <a:pt x="232391" y="37100"/>
                  <a:pt x="234942" y="44985"/>
                  <a:pt x="234942" y="54755"/>
                </a:cubicBezTo>
                <a:cubicBezTo>
                  <a:pt x="234942" y="64696"/>
                  <a:pt x="232391" y="72601"/>
                  <a:pt x="227289" y="78472"/>
                </a:cubicBezTo>
                <a:cubicBezTo>
                  <a:pt x="222189" y="84343"/>
                  <a:pt x="215524" y="87278"/>
                  <a:pt x="207294" y="87278"/>
                </a:cubicBezTo>
                <a:cubicBezTo>
                  <a:pt x="202921" y="87278"/>
                  <a:pt x="198913" y="86271"/>
                  <a:pt x="195270" y="84257"/>
                </a:cubicBezTo>
                <a:cubicBezTo>
                  <a:pt x="191627" y="82241"/>
                  <a:pt x="188648" y="79647"/>
                  <a:pt x="186332" y="76475"/>
                </a:cubicBezTo>
                <a:lnTo>
                  <a:pt x="186332" y="85772"/>
                </a:lnTo>
                <a:lnTo>
                  <a:pt x="176688" y="85772"/>
                </a:lnTo>
                <a:close/>
                <a:moveTo>
                  <a:pt x="278664" y="87278"/>
                </a:moveTo>
                <a:cubicBezTo>
                  <a:pt x="269320" y="87278"/>
                  <a:pt x="261711" y="84236"/>
                  <a:pt x="255838" y="78152"/>
                </a:cubicBezTo>
                <a:cubicBezTo>
                  <a:pt x="249965" y="72067"/>
                  <a:pt x="247029" y="64225"/>
                  <a:pt x="247029" y="54626"/>
                </a:cubicBezTo>
                <a:cubicBezTo>
                  <a:pt x="247029" y="45456"/>
                  <a:pt x="249944" y="37743"/>
                  <a:pt x="255773" y="31487"/>
                </a:cubicBezTo>
                <a:cubicBezTo>
                  <a:pt x="261603" y="25231"/>
                  <a:pt x="268891" y="22102"/>
                  <a:pt x="277636" y="22102"/>
                </a:cubicBezTo>
                <a:cubicBezTo>
                  <a:pt x="286552" y="22102"/>
                  <a:pt x="293753" y="25185"/>
                  <a:pt x="299239" y="31350"/>
                </a:cubicBezTo>
                <a:cubicBezTo>
                  <a:pt x="304726" y="37514"/>
                  <a:pt x="307469" y="45519"/>
                  <a:pt x="307469" y="55365"/>
                </a:cubicBezTo>
                <a:lnTo>
                  <a:pt x="307469" y="57806"/>
                </a:lnTo>
                <a:lnTo>
                  <a:pt x="257189" y="57806"/>
                </a:lnTo>
                <a:cubicBezTo>
                  <a:pt x="257532" y="64157"/>
                  <a:pt x="259825" y="69328"/>
                  <a:pt x="264069" y="73319"/>
                </a:cubicBezTo>
                <a:cubicBezTo>
                  <a:pt x="268313" y="77311"/>
                  <a:pt x="273478" y="79306"/>
                  <a:pt x="279564" y="79306"/>
                </a:cubicBezTo>
                <a:cubicBezTo>
                  <a:pt x="287108" y="79306"/>
                  <a:pt x="293495" y="76689"/>
                  <a:pt x="298725" y="71455"/>
                </a:cubicBezTo>
                <a:lnTo>
                  <a:pt x="303354" y="77758"/>
                </a:lnTo>
                <a:cubicBezTo>
                  <a:pt x="297010" y="84105"/>
                  <a:pt x="288780" y="87278"/>
                  <a:pt x="278664" y="87278"/>
                </a:cubicBezTo>
                <a:moveTo>
                  <a:pt x="297952" y="50735"/>
                </a:moveTo>
                <a:cubicBezTo>
                  <a:pt x="297952" y="45002"/>
                  <a:pt x="296066" y="40126"/>
                  <a:pt x="292293" y="36106"/>
                </a:cubicBezTo>
                <a:cubicBezTo>
                  <a:pt x="288522" y="32085"/>
                  <a:pt x="283593" y="30075"/>
                  <a:pt x="277506" y="30075"/>
                </a:cubicBezTo>
                <a:cubicBezTo>
                  <a:pt x="271762" y="30075"/>
                  <a:pt x="266983" y="32085"/>
                  <a:pt x="263168" y="36106"/>
                </a:cubicBezTo>
                <a:cubicBezTo>
                  <a:pt x="259354" y="40126"/>
                  <a:pt x="257361" y="45002"/>
                  <a:pt x="257189" y="50735"/>
                </a:cubicBezTo>
                <a:lnTo>
                  <a:pt x="297952" y="50735"/>
                </a:lnTo>
                <a:close/>
                <a:moveTo>
                  <a:pt x="368037" y="85772"/>
                </a:moveTo>
                <a:lnTo>
                  <a:pt x="368037" y="76475"/>
                </a:lnTo>
                <a:cubicBezTo>
                  <a:pt x="365722" y="79647"/>
                  <a:pt x="362743" y="82241"/>
                  <a:pt x="359100" y="84257"/>
                </a:cubicBezTo>
                <a:cubicBezTo>
                  <a:pt x="355456" y="86271"/>
                  <a:pt x="351448" y="87278"/>
                  <a:pt x="347075" y="87278"/>
                </a:cubicBezTo>
                <a:cubicBezTo>
                  <a:pt x="338760" y="87278"/>
                  <a:pt x="332072" y="84322"/>
                  <a:pt x="327014" y="78409"/>
                </a:cubicBezTo>
                <a:cubicBezTo>
                  <a:pt x="321957" y="72495"/>
                  <a:pt x="319428" y="64611"/>
                  <a:pt x="319428" y="54755"/>
                </a:cubicBezTo>
                <a:cubicBezTo>
                  <a:pt x="319428" y="44813"/>
                  <a:pt x="321978" y="36886"/>
                  <a:pt x="327079" y="30973"/>
                </a:cubicBezTo>
                <a:cubicBezTo>
                  <a:pt x="332180" y="25059"/>
                  <a:pt x="338846" y="22102"/>
                  <a:pt x="347075" y="22102"/>
                </a:cubicBezTo>
                <a:cubicBezTo>
                  <a:pt x="351277" y="22102"/>
                  <a:pt x="355199" y="23067"/>
                  <a:pt x="358843" y="24996"/>
                </a:cubicBezTo>
                <a:cubicBezTo>
                  <a:pt x="362486" y="26925"/>
                  <a:pt x="365551" y="29603"/>
                  <a:pt x="368037" y="33032"/>
                </a:cubicBezTo>
                <a:lnTo>
                  <a:pt x="368037" y="0"/>
                </a:lnTo>
                <a:lnTo>
                  <a:pt x="377682" y="0"/>
                </a:lnTo>
                <a:lnTo>
                  <a:pt x="377682" y="85772"/>
                </a:lnTo>
                <a:lnTo>
                  <a:pt x="368037" y="85772"/>
                </a:lnTo>
                <a:moveTo>
                  <a:pt x="349391" y="78662"/>
                </a:moveTo>
                <a:cubicBezTo>
                  <a:pt x="353248" y="78662"/>
                  <a:pt x="356892" y="77719"/>
                  <a:pt x="360320" y="75833"/>
                </a:cubicBezTo>
                <a:cubicBezTo>
                  <a:pt x="363750" y="73947"/>
                  <a:pt x="366322" y="71632"/>
                  <a:pt x="368037" y="68889"/>
                </a:cubicBezTo>
                <a:lnTo>
                  <a:pt x="368037" y="40747"/>
                </a:lnTo>
                <a:cubicBezTo>
                  <a:pt x="366322" y="38004"/>
                  <a:pt x="363750" y="35647"/>
                  <a:pt x="360320" y="33675"/>
                </a:cubicBezTo>
                <a:cubicBezTo>
                  <a:pt x="356892" y="31704"/>
                  <a:pt x="353248" y="30718"/>
                  <a:pt x="349391" y="30718"/>
                </a:cubicBezTo>
                <a:cubicBezTo>
                  <a:pt x="343390" y="30718"/>
                  <a:pt x="338568" y="32903"/>
                  <a:pt x="334923" y="37274"/>
                </a:cubicBezTo>
                <a:cubicBezTo>
                  <a:pt x="331280" y="41644"/>
                  <a:pt x="329459" y="47471"/>
                  <a:pt x="329459" y="54755"/>
                </a:cubicBezTo>
                <a:cubicBezTo>
                  <a:pt x="329459" y="61867"/>
                  <a:pt x="331259" y="67630"/>
                  <a:pt x="334859" y="72044"/>
                </a:cubicBezTo>
                <a:cubicBezTo>
                  <a:pt x="338460" y="76456"/>
                  <a:pt x="343304" y="78662"/>
                  <a:pt x="349391" y="78662"/>
                </a:cubicBezTo>
                <a:close/>
                <a:moveTo>
                  <a:pt x="441979" y="85772"/>
                </a:moveTo>
                <a:lnTo>
                  <a:pt x="441979" y="76475"/>
                </a:lnTo>
                <a:cubicBezTo>
                  <a:pt x="439664" y="79647"/>
                  <a:pt x="436685" y="82241"/>
                  <a:pt x="433042" y="84257"/>
                </a:cubicBezTo>
                <a:cubicBezTo>
                  <a:pt x="429398" y="86271"/>
                  <a:pt x="425390" y="87278"/>
                  <a:pt x="421017" y="87278"/>
                </a:cubicBezTo>
                <a:cubicBezTo>
                  <a:pt x="412701" y="87278"/>
                  <a:pt x="406014" y="84322"/>
                  <a:pt x="400956" y="78409"/>
                </a:cubicBezTo>
                <a:cubicBezTo>
                  <a:pt x="395898" y="72495"/>
                  <a:pt x="393370" y="64611"/>
                  <a:pt x="393370" y="54755"/>
                </a:cubicBezTo>
                <a:cubicBezTo>
                  <a:pt x="393370" y="44813"/>
                  <a:pt x="395920" y="36886"/>
                  <a:pt x="401020" y="30973"/>
                </a:cubicBezTo>
                <a:cubicBezTo>
                  <a:pt x="406122" y="25059"/>
                  <a:pt x="412788" y="22102"/>
                  <a:pt x="421017" y="22102"/>
                </a:cubicBezTo>
                <a:cubicBezTo>
                  <a:pt x="425219" y="22102"/>
                  <a:pt x="429141" y="23067"/>
                  <a:pt x="432784" y="24996"/>
                </a:cubicBezTo>
                <a:cubicBezTo>
                  <a:pt x="436428" y="26925"/>
                  <a:pt x="439493" y="29603"/>
                  <a:pt x="441979" y="33032"/>
                </a:cubicBezTo>
                <a:lnTo>
                  <a:pt x="441979" y="0"/>
                </a:lnTo>
                <a:lnTo>
                  <a:pt x="451624" y="0"/>
                </a:lnTo>
                <a:lnTo>
                  <a:pt x="451624" y="85772"/>
                </a:lnTo>
                <a:lnTo>
                  <a:pt x="441979" y="85772"/>
                </a:lnTo>
                <a:moveTo>
                  <a:pt x="423333" y="78662"/>
                </a:moveTo>
                <a:cubicBezTo>
                  <a:pt x="427190" y="78662"/>
                  <a:pt x="430833" y="77719"/>
                  <a:pt x="434262" y="75833"/>
                </a:cubicBezTo>
                <a:cubicBezTo>
                  <a:pt x="437692" y="73947"/>
                  <a:pt x="440264" y="71632"/>
                  <a:pt x="441979" y="68889"/>
                </a:cubicBezTo>
                <a:lnTo>
                  <a:pt x="441979" y="40747"/>
                </a:lnTo>
                <a:cubicBezTo>
                  <a:pt x="440264" y="38004"/>
                  <a:pt x="437692" y="35647"/>
                  <a:pt x="434262" y="33675"/>
                </a:cubicBezTo>
                <a:cubicBezTo>
                  <a:pt x="430833" y="31704"/>
                  <a:pt x="427190" y="30718"/>
                  <a:pt x="423333" y="30718"/>
                </a:cubicBezTo>
                <a:cubicBezTo>
                  <a:pt x="417332" y="30718"/>
                  <a:pt x="412510" y="32903"/>
                  <a:pt x="408865" y="37274"/>
                </a:cubicBezTo>
                <a:cubicBezTo>
                  <a:pt x="405222" y="41644"/>
                  <a:pt x="403401" y="47471"/>
                  <a:pt x="403401" y="54755"/>
                </a:cubicBezTo>
                <a:cubicBezTo>
                  <a:pt x="403401" y="61867"/>
                  <a:pt x="405201" y="67630"/>
                  <a:pt x="408801" y="72044"/>
                </a:cubicBezTo>
                <a:cubicBezTo>
                  <a:pt x="412402" y="76456"/>
                  <a:pt x="417246" y="78662"/>
                  <a:pt x="423333" y="78662"/>
                </a:cubicBezTo>
                <a:close/>
                <a:moveTo>
                  <a:pt x="475671" y="14746"/>
                </a:moveTo>
                <a:cubicBezTo>
                  <a:pt x="473956" y="14746"/>
                  <a:pt x="472455" y="14125"/>
                  <a:pt x="471169" y="12882"/>
                </a:cubicBezTo>
                <a:cubicBezTo>
                  <a:pt x="469884" y="11638"/>
                  <a:pt x="469241" y="10116"/>
                  <a:pt x="469241" y="8316"/>
                </a:cubicBezTo>
                <a:cubicBezTo>
                  <a:pt x="469241" y="6516"/>
                  <a:pt x="469884" y="4973"/>
                  <a:pt x="471169" y="3687"/>
                </a:cubicBezTo>
                <a:cubicBezTo>
                  <a:pt x="472455" y="2401"/>
                  <a:pt x="473956" y="1758"/>
                  <a:pt x="475671" y="1758"/>
                </a:cubicBezTo>
                <a:cubicBezTo>
                  <a:pt x="477471" y="1758"/>
                  <a:pt x="479014" y="2401"/>
                  <a:pt x="480300" y="3687"/>
                </a:cubicBezTo>
                <a:cubicBezTo>
                  <a:pt x="481585" y="4973"/>
                  <a:pt x="482228" y="6516"/>
                  <a:pt x="482228" y="8316"/>
                </a:cubicBezTo>
                <a:cubicBezTo>
                  <a:pt x="482228" y="10116"/>
                  <a:pt x="481585" y="11638"/>
                  <a:pt x="480300" y="12882"/>
                </a:cubicBezTo>
                <a:cubicBezTo>
                  <a:pt x="479014" y="14125"/>
                  <a:pt x="477471" y="14746"/>
                  <a:pt x="475671" y="14746"/>
                </a:cubicBezTo>
                <a:moveTo>
                  <a:pt x="470912" y="85772"/>
                </a:moveTo>
                <a:lnTo>
                  <a:pt x="470912" y="23609"/>
                </a:lnTo>
                <a:lnTo>
                  <a:pt x="480557" y="23609"/>
                </a:lnTo>
                <a:lnTo>
                  <a:pt x="480557" y="85772"/>
                </a:lnTo>
                <a:lnTo>
                  <a:pt x="470912" y="85772"/>
                </a:lnTo>
                <a:close/>
                <a:moveTo>
                  <a:pt x="541768" y="85772"/>
                </a:moveTo>
                <a:lnTo>
                  <a:pt x="541768" y="45125"/>
                </a:lnTo>
                <a:cubicBezTo>
                  <a:pt x="541768" y="39637"/>
                  <a:pt x="540503" y="35864"/>
                  <a:pt x="537973" y="33807"/>
                </a:cubicBezTo>
                <a:cubicBezTo>
                  <a:pt x="535445" y="31748"/>
                  <a:pt x="532080" y="30718"/>
                  <a:pt x="527880" y="30718"/>
                </a:cubicBezTo>
                <a:cubicBezTo>
                  <a:pt x="524280" y="30718"/>
                  <a:pt x="520743" y="31683"/>
                  <a:pt x="517270" y="33612"/>
                </a:cubicBezTo>
                <a:cubicBezTo>
                  <a:pt x="513799" y="35541"/>
                  <a:pt x="511205" y="37791"/>
                  <a:pt x="509490" y="40362"/>
                </a:cubicBezTo>
                <a:lnTo>
                  <a:pt x="509490" y="85772"/>
                </a:lnTo>
                <a:lnTo>
                  <a:pt x="499846" y="85772"/>
                </a:lnTo>
                <a:lnTo>
                  <a:pt x="499846" y="23609"/>
                </a:lnTo>
                <a:lnTo>
                  <a:pt x="509490" y="23609"/>
                </a:lnTo>
                <a:lnTo>
                  <a:pt x="509490" y="32647"/>
                </a:lnTo>
                <a:cubicBezTo>
                  <a:pt x="512148" y="29561"/>
                  <a:pt x="515428" y="27033"/>
                  <a:pt x="519329" y="25061"/>
                </a:cubicBezTo>
                <a:cubicBezTo>
                  <a:pt x="523230" y="23089"/>
                  <a:pt x="527323" y="22102"/>
                  <a:pt x="531610" y="22102"/>
                </a:cubicBezTo>
                <a:cubicBezTo>
                  <a:pt x="544812" y="22102"/>
                  <a:pt x="551413" y="28791"/>
                  <a:pt x="551413" y="42168"/>
                </a:cubicBezTo>
                <a:lnTo>
                  <a:pt x="551413" y="85772"/>
                </a:lnTo>
                <a:lnTo>
                  <a:pt x="541768" y="85772"/>
                </a:lnTo>
                <a:close/>
                <a:moveTo>
                  <a:pt x="595649" y="111013"/>
                </a:moveTo>
                <a:cubicBezTo>
                  <a:pt x="590334" y="111013"/>
                  <a:pt x="585748" y="110370"/>
                  <a:pt x="581890" y="109084"/>
                </a:cubicBezTo>
                <a:cubicBezTo>
                  <a:pt x="578032" y="107800"/>
                  <a:pt x="574260" y="105358"/>
                  <a:pt x="570574" y="101760"/>
                </a:cubicBezTo>
                <a:lnTo>
                  <a:pt x="575460" y="94562"/>
                </a:lnTo>
                <a:cubicBezTo>
                  <a:pt x="578032" y="97645"/>
                  <a:pt x="580925" y="99829"/>
                  <a:pt x="584139" y="101114"/>
                </a:cubicBezTo>
                <a:cubicBezTo>
                  <a:pt x="587354" y="102399"/>
                  <a:pt x="591191" y="103041"/>
                  <a:pt x="595649" y="103041"/>
                </a:cubicBezTo>
                <a:cubicBezTo>
                  <a:pt x="601993" y="103041"/>
                  <a:pt x="606902" y="101387"/>
                  <a:pt x="610373" y="98080"/>
                </a:cubicBezTo>
                <a:cubicBezTo>
                  <a:pt x="613845" y="94773"/>
                  <a:pt x="615581" y="90199"/>
                  <a:pt x="615581" y="84357"/>
                </a:cubicBezTo>
                <a:lnTo>
                  <a:pt x="615581" y="75466"/>
                </a:lnTo>
                <a:cubicBezTo>
                  <a:pt x="613352" y="78638"/>
                  <a:pt x="610416" y="81275"/>
                  <a:pt x="606773" y="83376"/>
                </a:cubicBezTo>
                <a:cubicBezTo>
                  <a:pt x="603130" y="85475"/>
                  <a:pt x="599121" y="86525"/>
                  <a:pt x="594748" y="86525"/>
                </a:cubicBezTo>
                <a:cubicBezTo>
                  <a:pt x="586348" y="86525"/>
                  <a:pt x="579639" y="83567"/>
                  <a:pt x="574624" y="77652"/>
                </a:cubicBezTo>
                <a:cubicBezTo>
                  <a:pt x="569609" y="71737"/>
                  <a:pt x="567101" y="63979"/>
                  <a:pt x="567101" y="54378"/>
                </a:cubicBezTo>
                <a:cubicBezTo>
                  <a:pt x="567101" y="44434"/>
                  <a:pt x="569651" y="36569"/>
                  <a:pt x="574752" y="30783"/>
                </a:cubicBezTo>
                <a:cubicBezTo>
                  <a:pt x="579853" y="24996"/>
                  <a:pt x="586519" y="22102"/>
                  <a:pt x="594748" y="22102"/>
                </a:cubicBezTo>
                <a:cubicBezTo>
                  <a:pt x="603322" y="22102"/>
                  <a:pt x="610266" y="25745"/>
                  <a:pt x="615581" y="33032"/>
                </a:cubicBezTo>
                <a:lnTo>
                  <a:pt x="615581" y="23609"/>
                </a:lnTo>
                <a:lnTo>
                  <a:pt x="625225" y="23609"/>
                </a:lnTo>
                <a:lnTo>
                  <a:pt x="625225" y="83982"/>
                </a:lnTo>
                <a:cubicBezTo>
                  <a:pt x="625225" y="92735"/>
                  <a:pt x="622653" y="99428"/>
                  <a:pt x="617510" y="104061"/>
                </a:cubicBezTo>
                <a:cubicBezTo>
                  <a:pt x="612366" y="108696"/>
                  <a:pt x="605079" y="111013"/>
                  <a:pt x="595649" y="111013"/>
                </a:cubicBezTo>
                <a:moveTo>
                  <a:pt x="597064" y="78039"/>
                </a:moveTo>
                <a:cubicBezTo>
                  <a:pt x="600579" y="78039"/>
                  <a:pt x="604072" y="77095"/>
                  <a:pt x="607544" y="75209"/>
                </a:cubicBezTo>
                <a:cubicBezTo>
                  <a:pt x="611016" y="73323"/>
                  <a:pt x="613695" y="70879"/>
                  <a:pt x="615581" y="67878"/>
                </a:cubicBezTo>
                <a:lnTo>
                  <a:pt x="615581" y="40747"/>
                </a:lnTo>
                <a:cubicBezTo>
                  <a:pt x="613695" y="37747"/>
                  <a:pt x="610994" y="35326"/>
                  <a:pt x="607479" y="33483"/>
                </a:cubicBezTo>
                <a:cubicBezTo>
                  <a:pt x="603965" y="31640"/>
                  <a:pt x="600494" y="30718"/>
                  <a:pt x="597064" y="30718"/>
                </a:cubicBezTo>
                <a:cubicBezTo>
                  <a:pt x="590977" y="30718"/>
                  <a:pt x="586133" y="32904"/>
                  <a:pt x="582532" y="37276"/>
                </a:cubicBezTo>
                <a:cubicBezTo>
                  <a:pt x="578932" y="41648"/>
                  <a:pt x="577132" y="47348"/>
                  <a:pt x="577132" y="54378"/>
                </a:cubicBezTo>
                <a:cubicBezTo>
                  <a:pt x="577132" y="61493"/>
                  <a:pt x="578975" y="67216"/>
                  <a:pt x="582661" y="71546"/>
                </a:cubicBezTo>
                <a:cubicBezTo>
                  <a:pt x="586348" y="75874"/>
                  <a:pt x="591148" y="78039"/>
                  <a:pt x="597064" y="78039"/>
                </a:cubicBezTo>
                <a:close/>
                <a:moveTo>
                  <a:pt x="772081" y="85772"/>
                </a:moveTo>
                <a:lnTo>
                  <a:pt x="772081" y="46437"/>
                </a:lnTo>
                <a:lnTo>
                  <a:pt x="721929" y="46437"/>
                </a:lnTo>
                <a:lnTo>
                  <a:pt x="721929" y="85772"/>
                </a:lnTo>
                <a:lnTo>
                  <a:pt x="711256" y="85772"/>
                </a:lnTo>
                <a:lnTo>
                  <a:pt x="711256" y="0"/>
                </a:lnTo>
                <a:lnTo>
                  <a:pt x="721929" y="0"/>
                </a:lnTo>
                <a:lnTo>
                  <a:pt x="721929" y="36921"/>
                </a:lnTo>
                <a:lnTo>
                  <a:pt x="772081" y="36921"/>
                </a:lnTo>
                <a:lnTo>
                  <a:pt x="772081" y="0"/>
                </a:lnTo>
                <a:lnTo>
                  <a:pt x="782755" y="0"/>
                </a:lnTo>
                <a:lnTo>
                  <a:pt x="782755" y="85772"/>
                </a:lnTo>
                <a:lnTo>
                  <a:pt x="772081" y="85772"/>
                </a:lnTo>
                <a:close/>
                <a:moveTo>
                  <a:pt x="830463" y="87278"/>
                </a:moveTo>
                <a:cubicBezTo>
                  <a:pt x="821119" y="87278"/>
                  <a:pt x="813510" y="84236"/>
                  <a:pt x="807637" y="78152"/>
                </a:cubicBezTo>
                <a:cubicBezTo>
                  <a:pt x="801764" y="72067"/>
                  <a:pt x="798828" y="64225"/>
                  <a:pt x="798828" y="54626"/>
                </a:cubicBezTo>
                <a:cubicBezTo>
                  <a:pt x="798828" y="45456"/>
                  <a:pt x="801743" y="37743"/>
                  <a:pt x="807572" y="31487"/>
                </a:cubicBezTo>
                <a:cubicBezTo>
                  <a:pt x="813402" y="25231"/>
                  <a:pt x="820690" y="22102"/>
                  <a:pt x="829435" y="22102"/>
                </a:cubicBezTo>
                <a:cubicBezTo>
                  <a:pt x="838351" y="22102"/>
                  <a:pt x="845552" y="25185"/>
                  <a:pt x="851038" y="31350"/>
                </a:cubicBezTo>
                <a:cubicBezTo>
                  <a:pt x="856525" y="37514"/>
                  <a:pt x="859268" y="45519"/>
                  <a:pt x="859268" y="55365"/>
                </a:cubicBezTo>
                <a:lnTo>
                  <a:pt x="859268" y="57806"/>
                </a:lnTo>
                <a:lnTo>
                  <a:pt x="808989" y="57806"/>
                </a:lnTo>
                <a:cubicBezTo>
                  <a:pt x="809331" y="64157"/>
                  <a:pt x="811624" y="69328"/>
                  <a:pt x="815868" y="73319"/>
                </a:cubicBezTo>
                <a:cubicBezTo>
                  <a:pt x="820112" y="77311"/>
                  <a:pt x="825277" y="79306"/>
                  <a:pt x="831364" y="79306"/>
                </a:cubicBezTo>
                <a:cubicBezTo>
                  <a:pt x="838908" y="79306"/>
                  <a:pt x="845294" y="76689"/>
                  <a:pt x="850524" y="71455"/>
                </a:cubicBezTo>
                <a:lnTo>
                  <a:pt x="855153" y="77758"/>
                </a:lnTo>
                <a:cubicBezTo>
                  <a:pt x="848809" y="84105"/>
                  <a:pt x="840579" y="87278"/>
                  <a:pt x="830463" y="87278"/>
                </a:cubicBezTo>
                <a:moveTo>
                  <a:pt x="849751" y="50735"/>
                </a:moveTo>
                <a:cubicBezTo>
                  <a:pt x="849751" y="45002"/>
                  <a:pt x="847865" y="40126"/>
                  <a:pt x="844092" y="36106"/>
                </a:cubicBezTo>
                <a:cubicBezTo>
                  <a:pt x="840321" y="32085"/>
                  <a:pt x="835392" y="30075"/>
                  <a:pt x="829305" y="30075"/>
                </a:cubicBezTo>
                <a:cubicBezTo>
                  <a:pt x="823561" y="30075"/>
                  <a:pt x="818782" y="32085"/>
                  <a:pt x="814967" y="36106"/>
                </a:cubicBezTo>
                <a:cubicBezTo>
                  <a:pt x="811153" y="40126"/>
                  <a:pt x="809160" y="45002"/>
                  <a:pt x="808989" y="50735"/>
                </a:cubicBezTo>
                <a:lnTo>
                  <a:pt x="849751" y="50735"/>
                </a:lnTo>
                <a:close/>
                <a:moveTo>
                  <a:pt x="913664" y="85772"/>
                </a:moveTo>
                <a:lnTo>
                  <a:pt x="913664" y="78664"/>
                </a:lnTo>
                <a:cubicBezTo>
                  <a:pt x="908434" y="84407"/>
                  <a:pt x="901575" y="87278"/>
                  <a:pt x="893088" y="87278"/>
                </a:cubicBezTo>
                <a:cubicBezTo>
                  <a:pt x="886830" y="87278"/>
                  <a:pt x="881643" y="85305"/>
                  <a:pt x="877528" y="81357"/>
                </a:cubicBezTo>
                <a:cubicBezTo>
                  <a:pt x="873414" y="77409"/>
                  <a:pt x="871357" y="72517"/>
                  <a:pt x="871357" y="66681"/>
                </a:cubicBezTo>
                <a:cubicBezTo>
                  <a:pt x="871357" y="60674"/>
                  <a:pt x="873393" y="55762"/>
                  <a:pt x="877465" y="51943"/>
                </a:cubicBezTo>
                <a:cubicBezTo>
                  <a:pt x="881537" y="48124"/>
                  <a:pt x="886745" y="46214"/>
                  <a:pt x="893088" y="46214"/>
                </a:cubicBezTo>
                <a:cubicBezTo>
                  <a:pt x="902004" y="46214"/>
                  <a:pt x="908863" y="49043"/>
                  <a:pt x="913664" y="54702"/>
                </a:cubicBezTo>
                <a:lnTo>
                  <a:pt x="913664" y="43543"/>
                </a:lnTo>
                <a:cubicBezTo>
                  <a:pt x="913664" y="39353"/>
                  <a:pt x="912185" y="36125"/>
                  <a:pt x="909227" y="33860"/>
                </a:cubicBezTo>
                <a:cubicBezTo>
                  <a:pt x="906269" y="31594"/>
                  <a:pt x="902519" y="30461"/>
                  <a:pt x="897976" y="30461"/>
                </a:cubicBezTo>
                <a:cubicBezTo>
                  <a:pt x="890688" y="30461"/>
                  <a:pt x="884344" y="33326"/>
                  <a:pt x="878942" y="39056"/>
                </a:cubicBezTo>
                <a:lnTo>
                  <a:pt x="874443" y="32376"/>
                </a:lnTo>
                <a:cubicBezTo>
                  <a:pt x="881044" y="25527"/>
                  <a:pt x="889317" y="22102"/>
                  <a:pt x="899261" y="22102"/>
                </a:cubicBezTo>
                <a:cubicBezTo>
                  <a:pt x="906891" y="22102"/>
                  <a:pt x="912807" y="23946"/>
                  <a:pt x="917007" y="27634"/>
                </a:cubicBezTo>
                <a:cubicBezTo>
                  <a:pt x="921208" y="31320"/>
                  <a:pt x="923308" y="36465"/>
                  <a:pt x="923308" y="43068"/>
                </a:cubicBezTo>
                <a:lnTo>
                  <a:pt x="923308" y="85772"/>
                </a:lnTo>
                <a:lnTo>
                  <a:pt x="913664" y="85772"/>
                </a:lnTo>
                <a:moveTo>
                  <a:pt x="896561" y="80334"/>
                </a:moveTo>
                <a:cubicBezTo>
                  <a:pt x="904190" y="80334"/>
                  <a:pt x="909891" y="77762"/>
                  <a:pt x="913664" y="72619"/>
                </a:cubicBezTo>
                <a:lnTo>
                  <a:pt x="913664" y="60875"/>
                </a:lnTo>
                <a:cubicBezTo>
                  <a:pt x="909891" y="55730"/>
                  <a:pt x="904190" y="53158"/>
                  <a:pt x="896561" y="53158"/>
                </a:cubicBezTo>
                <a:cubicBezTo>
                  <a:pt x="892017" y="53158"/>
                  <a:pt x="888330" y="54425"/>
                  <a:pt x="885500" y="56959"/>
                </a:cubicBezTo>
                <a:cubicBezTo>
                  <a:pt x="882672" y="59491"/>
                  <a:pt x="881258" y="62775"/>
                  <a:pt x="881258" y="66811"/>
                </a:cubicBezTo>
                <a:cubicBezTo>
                  <a:pt x="881258" y="70760"/>
                  <a:pt x="882672" y="74002"/>
                  <a:pt x="885500" y="76535"/>
                </a:cubicBezTo>
                <a:cubicBezTo>
                  <a:pt x="888330" y="79068"/>
                  <a:pt x="892017" y="80334"/>
                  <a:pt x="896561" y="80334"/>
                </a:cubicBezTo>
                <a:close/>
                <a:moveTo>
                  <a:pt x="987606" y="85772"/>
                </a:moveTo>
                <a:lnTo>
                  <a:pt x="987606" y="76475"/>
                </a:lnTo>
                <a:cubicBezTo>
                  <a:pt x="985290" y="79647"/>
                  <a:pt x="982311" y="82241"/>
                  <a:pt x="978668" y="84257"/>
                </a:cubicBezTo>
                <a:cubicBezTo>
                  <a:pt x="975025" y="86271"/>
                  <a:pt x="971017" y="87278"/>
                  <a:pt x="966644" y="87278"/>
                </a:cubicBezTo>
                <a:cubicBezTo>
                  <a:pt x="958328" y="87278"/>
                  <a:pt x="951641" y="84322"/>
                  <a:pt x="946582" y="78409"/>
                </a:cubicBezTo>
                <a:cubicBezTo>
                  <a:pt x="941525" y="72495"/>
                  <a:pt x="938996" y="64611"/>
                  <a:pt x="938996" y="54755"/>
                </a:cubicBezTo>
                <a:cubicBezTo>
                  <a:pt x="938996" y="44813"/>
                  <a:pt x="941547" y="36886"/>
                  <a:pt x="946647" y="30973"/>
                </a:cubicBezTo>
                <a:cubicBezTo>
                  <a:pt x="951749" y="25059"/>
                  <a:pt x="958414" y="22102"/>
                  <a:pt x="966644" y="22102"/>
                </a:cubicBezTo>
                <a:cubicBezTo>
                  <a:pt x="970845" y="22102"/>
                  <a:pt x="974768" y="23067"/>
                  <a:pt x="978411" y="24996"/>
                </a:cubicBezTo>
                <a:cubicBezTo>
                  <a:pt x="982054" y="26925"/>
                  <a:pt x="985119" y="29603"/>
                  <a:pt x="987606" y="33032"/>
                </a:cubicBezTo>
                <a:lnTo>
                  <a:pt x="987606" y="0"/>
                </a:lnTo>
                <a:lnTo>
                  <a:pt x="997250" y="0"/>
                </a:lnTo>
                <a:lnTo>
                  <a:pt x="997250" y="85772"/>
                </a:lnTo>
                <a:lnTo>
                  <a:pt x="987606" y="85772"/>
                </a:lnTo>
                <a:moveTo>
                  <a:pt x="968959" y="78662"/>
                </a:moveTo>
                <a:cubicBezTo>
                  <a:pt x="972817" y="78662"/>
                  <a:pt x="976460" y="77719"/>
                  <a:pt x="979889" y="75833"/>
                </a:cubicBezTo>
                <a:cubicBezTo>
                  <a:pt x="983318" y="73947"/>
                  <a:pt x="985891" y="71632"/>
                  <a:pt x="987606" y="68889"/>
                </a:cubicBezTo>
                <a:lnTo>
                  <a:pt x="987606" y="40747"/>
                </a:lnTo>
                <a:cubicBezTo>
                  <a:pt x="985891" y="38004"/>
                  <a:pt x="983318" y="35647"/>
                  <a:pt x="979889" y="33675"/>
                </a:cubicBezTo>
                <a:cubicBezTo>
                  <a:pt x="976460" y="31704"/>
                  <a:pt x="972817" y="30718"/>
                  <a:pt x="968959" y="30718"/>
                </a:cubicBezTo>
                <a:cubicBezTo>
                  <a:pt x="962959" y="30718"/>
                  <a:pt x="958136" y="32903"/>
                  <a:pt x="954492" y="37274"/>
                </a:cubicBezTo>
                <a:cubicBezTo>
                  <a:pt x="950849" y="41644"/>
                  <a:pt x="949027" y="47471"/>
                  <a:pt x="949027" y="54755"/>
                </a:cubicBezTo>
                <a:cubicBezTo>
                  <a:pt x="949027" y="61867"/>
                  <a:pt x="950827" y="67630"/>
                  <a:pt x="954427" y="72044"/>
                </a:cubicBezTo>
                <a:cubicBezTo>
                  <a:pt x="958028" y="76456"/>
                  <a:pt x="962872" y="78662"/>
                  <a:pt x="968959" y="786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FBC7B6-6F09-4B7E-81EC-613A5620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317" y="1808221"/>
            <a:ext cx="788057" cy="330672"/>
          </a:xfrm>
          <a:custGeom xmlns:a="http://schemas.openxmlformats.org/drawingml/2006/main">
            <a:pathLst>
              <a:path w="788057" h="330672">
                <a:moveTo>
                  <a:pt x="0" y="55113"/>
                </a:moveTo>
                <a:lnTo>
                  <a:pt x="0" y="55113"/>
                </a:lnTo>
                <a:cubicBezTo>
                  <a:pt x="0" y="24675"/>
                  <a:pt x="24675" y="0"/>
                  <a:pt x="55113" y="0"/>
                </a:cubicBezTo>
                <a:lnTo>
                  <a:pt x="732944" y="0"/>
                </a:lnTo>
                <a:cubicBezTo>
                  <a:pt x="747561" y="0"/>
                  <a:pt x="761579" y="5807"/>
                  <a:pt x="771915" y="16142"/>
                </a:cubicBezTo>
                <a:cubicBezTo>
                  <a:pt x="782251" y="26478"/>
                  <a:pt x="788057" y="40496"/>
                  <a:pt x="788057" y="55113"/>
                </a:cubicBezTo>
                <a:lnTo>
                  <a:pt x="788057" y="275559"/>
                </a:lnTo>
                <a:cubicBezTo>
                  <a:pt x="788057" y="305997"/>
                  <a:pt x="763382" y="330672"/>
                  <a:pt x="732944" y="330672"/>
                </a:cubicBezTo>
                <a:lnTo>
                  <a:pt x="55113" y="330672"/>
                </a:lnTo>
                <a:cubicBezTo>
                  <a:pt x="24675" y="330672"/>
                  <a:pt x="0" y="305997"/>
                  <a:pt x="0" y="275559"/>
                </a:cubicBezTo>
                <a:lnTo>
                  <a:pt x="0" y="55113"/>
                </a:ln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735477-D00F-4A6B-8207-BF881922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317" y="1808221"/>
            <a:ext cx="788057" cy="330672"/>
          </a:xfrm>
          <a:custGeom xmlns:a="http://schemas.openxmlformats.org/drawingml/2006/main">
            <a:pathLst>
              <a:path w="788057" h="330672" fill="none">
                <a:moveTo>
                  <a:pt x="0" y="55113"/>
                </a:moveTo>
                <a:lnTo>
                  <a:pt x="0" y="55113"/>
                </a:lnTo>
                <a:cubicBezTo>
                  <a:pt x="0" y="24675"/>
                  <a:pt x="24675" y="0"/>
                  <a:pt x="55113" y="0"/>
                </a:cubicBezTo>
                <a:lnTo>
                  <a:pt x="732944" y="0"/>
                </a:lnTo>
                <a:cubicBezTo>
                  <a:pt x="747561" y="0"/>
                  <a:pt x="761579" y="5807"/>
                  <a:pt x="771915" y="16142"/>
                </a:cubicBezTo>
                <a:cubicBezTo>
                  <a:pt x="782251" y="26478"/>
                  <a:pt x="788057" y="40496"/>
                  <a:pt x="788057" y="55113"/>
                </a:cubicBezTo>
                <a:lnTo>
                  <a:pt x="788057" y="275559"/>
                </a:lnTo>
                <a:cubicBezTo>
                  <a:pt x="788057" y="305997"/>
                  <a:pt x="763382" y="330672"/>
                  <a:pt x="732944" y="330672"/>
                </a:cubicBezTo>
                <a:lnTo>
                  <a:pt x="55113" y="330672"/>
                </a:lnTo>
                <a:cubicBezTo>
                  <a:pt x="24675" y="330672"/>
                  <a:pt x="0" y="305997"/>
                  <a:pt x="0" y="275559"/>
                </a:cubicBezTo>
                <a:lnTo>
                  <a:pt x="0" y="551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19" name="Text Vision">
            <a:extLst xmlns:a="http://schemas.openxmlformats.org/drawingml/2006/main">
              <a:ext uri="{FF2B5EF4-FFF2-40B4-BE49-F238E27FC236}">
                <a16:creationId xmlns:a16="http://schemas.microsoft.com/office/drawing/2014/main" id="{0C646DE6-9B8D-4174-A452-9A4569E6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255" y="1859678"/>
            <a:ext cx="335888" cy="87278"/>
          </a:xfrm>
          <a:custGeom xmlns:a="http://schemas.openxmlformats.org/drawingml/2006/main">
            <a:pathLst>
              <a:path w="335888" h="87278">
                <a:moveTo>
                  <a:pt x="34462" y="85772"/>
                </a:moveTo>
                <a:lnTo>
                  <a:pt x="0" y="0"/>
                </a:lnTo>
                <a:lnTo>
                  <a:pt x="12217" y="0"/>
                </a:lnTo>
                <a:lnTo>
                  <a:pt x="41149" y="74069"/>
                </a:lnTo>
                <a:lnTo>
                  <a:pt x="70084" y="0"/>
                </a:lnTo>
                <a:lnTo>
                  <a:pt x="82300" y="0"/>
                </a:lnTo>
                <a:lnTo>
                  <a:pt x="47709" y="85772"/>
                </a:lnTo>
                <a:lnTo>
                  <a:pt x="34462" y="85772"/>
                </a:lnTo>
                <a:close/>
                <a:moveTo>
                  <a:pt x="97860" y="14746"/>
                </a:moveTo>
                <a:cubicBezTo>
                  <a:pt x="96145" y="14746"/>
                  <a:pt x="94645" y="14125"/>
                  <a:pt x="93359" y="12882"/>
                </a:cubicBezTo>
                <a:cubicBezTo>
                  <a:pt x="92073" y="11638"/>
                  <a:pt x="91430" y="10116"/>
                  <a:pt x="91430" y="8316"/>
                </a:cubicBezTo>
                <a:cubicBezTo>
                  <a:pt x="91430" y="6516"/>
                  <a:pt x="92073" y="4973"/>
                  <a:pt x="93359" y="3687"/>
                </a:cubicBezTo>
                <a:cubicBezTo>
                  <a:pt x="94645" y="2401"/>
                  <a:pt x="96145" y="1758"/>
                  <a:pt x="97860" y="1758"/>
                </a:cubicBezTo>
                <a:cubicBezTo>
                  <a:pt x="99660" y="1758"/>
                  <a:pt x="101203" y="2401"/>
                  <a:pt x="102489" y="3687"/>
                </a:cubicBezTo>
                <a:cubicBezTo>
                  <a:pt x="103775" y="4973"/>
                  <a:pt x="104418" y="6516"/>
                  <a:pt x="104418" y="8316"/>
                </a:cubicBezTo>
                <a:cubicBezTo>
                  <a:pt x="104418" y="10116"/>
                  <a:pt x="103775" y="11638"/>
                  <a:pt x="102489" y="12882"/>
                </a:cubicBezTo>
                <a:cubicBezTo>
                  <a:pt x="101203" y="14125"/>
                  <a:pt x="99660" y="14746"/>
                  <a:pt x="97860" y="14746"/>
                </a:cubicBezTo>
                <a:moveTo>
                  <a:pt x="93102" y="85772"/>
                </a:moveTo>
                <a:lnTo>
                  <a:pt x="93102" y="23609"/>
                </a:lnTo>
                <a:lnTo>
                  <a:pt x="102746" y="23609"/>
                </a:lnTo>
                <a:lnTo>
                  <a:pt x="102746" y="85772"/>
                </a:lnTo>
                <a:lnTo>
                  <a:pt x="93102" y="85772"/>
                </a:lnTo>
                <a:close/>
                <a:moveTo>
                  <a:pt x="141710" y="87278"/>
                </a:moveTo>
                <a:cubicBezTo>
                  <a:pt x="131165" y="87278"/>
                  <a:pt x="122807" y="84024"/>
                  <a:pt x="116635" y="77515"/>
                </a:cubicBezTo>
                <a:lnTo>
                  <a:pt x="121651" y="70576"/>
                </a:lnTo>
                <a:cubicBezTo>
                  <a:pt x="123707" y="72973"/>
                  <a:pt x="126557" y="75048"/>
                  <a:pt x="130200" y="76802"/>
                </a:cubicBezTo>
                <a:cubicBezTo>
                  <a:pt x="133844" y="78557"/>
                  <a:pt x="137810" y="79434"/>
                  <a:pt x="142097" y="79434"/>
                </a:cubicBezTo>
                <a:cubicBezTo>
                  <a:pt x="146898" y="79434"/>
                  <a:pt x="150541" y="78427"/>
                  <a:pt x="153026" y="76414"/>
                </a:cubicBezTo>
                <a:cubicBezTo>
                  <a:pt x="155513" y="74399"/>
                  <a:pt x="156756" y="71850"/>
                  <a:pt x="156756" y="68765"/>
                </a:cubicBezTo>
                <a:cubicBezTo>
                  <a:pt x="156756" y="66023"/>
                  <a:pt x="155406" y="63860"/>
                  <a:pt x="152704" y="62274"/>
                </a:cubicBezTo>
                <a:cubicBezTo>
                  <a:pt x="150004" y="60689"/>
                  <a:pt x="144968" y="59039"/>
                  <a:pt x="137596" y="57326"/>
                </a:cubicBezTo>
                <a:cubicBezTo>
                  <a:pt x="131337" y="56040"/>
                  <a:pt x="126558" y="54004"/>
                  <a:pt x="123258" y="51219"/>
                </a:cubicBezTo>
                <a:cubicBezTo>
                  <a:pt x="119957" y="48434"/>
                  <a:pt x="118307" y="44684"/>
                  <a:pt x="118307" y="39970"/>
                </a:cubicBezTo>
                <a:cubicBezTo>
                  <a:pt x="118307" y="34743"/>
                  <a:pt x="120407" y="30458"/>
                  <a:pt x="124608" y="27116"/>
                </a:cubicBezTo>
                <a:cubicBezTo>
                  <a:pt x="128808" y="23773"/>
                  <a:pt x="134423" y="22102"/>
                  <a:pt x="141453" y="22102"/>
                </a:cubicBezTo>
                <a:cubicBezTo>
                  <a:pt x="150798" y="22102"/>
                  <a:pt x="158471" y="25104"/>
                  <a:pt x="164472" y="31109"/>
                </a:cubicBezTo>
                <a:lnTo>
                  <a:pt x="159970" y="37800"/>
                </a:lnTo>
                <a:cubicBezTo>
                  <a:pt x="158085" y="35568"/>
                  <a:pt x="155535" y="33701"/>
                  <a:pt x="152320" y="32200"/>
                </a:cubicBezTo>
                <a:cubicBezTo>
                  <a:pt x="149104" y="30698"/>
                  <a:pt x="145482" y="29947"/>
                  <a:pt x="141453" y="29947"/>
                </a:cubicBezTo>
                <a:cubicBezTo>
                  <a:pt x="137166" y="29947"/>
                  <a:pt x="133801" y="30890"/>
                  <a:pt x="131358" y="32775"/>
                </a:cubicBezTo>
                <a:cubicBezTo>
                  <a:pt x="128915" y="34660"/>
                  <a:pt x="127694" y="36973"/>
                  <a:pt x="127694" y="39715"/>
                </a:cubicBezTo>
                <a:cubicBezTo>
                  <a:pt x="127694" y="42200"/>
                  <a:pt x="129066" y="44172"/>
                  <a:pt x="131809" y="45629"/>
                </a:cubicBezTo>
                <a:cubicBezTo>
                  <a:pt x="134552" y="47085"/>
                  <a:pt x="139610" y="48584"/>
                  <a:pt x="146983" y="50126"/>
                </a:cubicBezTo>
                <a:cubicBezTo>
                  <a:pt x="153241" y="51584"/>
                  <a:pt x="157998" y="53791"/>
                  <a:pt x="161256" y="56749"/>
                </a:cubicBezTo>
                <a:cubicBezTo>
                  <a:pt x="164514" y="59705"/>
                  <a:pt x="166144" y="63626"/>
                  <a:pt x="166144" y="68510"/>
                </a:cubicBezTo>
                <a:cubicBezTo>
                  <a:pt x="166144" y="74251"/>
                  <a:pt x="163914" y="78815"/>
                  <a:pt x="159456" y="82200"/>
                </a:cubicBezTo>
                <a:cubicBezTo>
                  <a:pt x="154998" y="85586"/>
                  <a:pt x="149083" y="87278"/>
                  <a:pt x="141710" y="87278"/>
                </a:cubicBezTo>
                <a:close/>
                <a:moveTo>
                  <a:pt x="186590" y="14746"/>
                </a:moveTo>
                <a:cubicBezTo>
                  <a:pt x="184875" y="14746"/>
                  <a:pt x="183375" y="14125"/>
                  <a:pt x="182089" y="12882"/>
                </a:cubicBezTo>
                <a:cubicBezTo>
                  <a:pt x="180803" y="11638"/>
                  <a:pt x="180160" y="10116"/>
                  <a:pt x="180160" y="8316"/>
                </a:cubicBezTo>
                <a:cubicBezTo>
                  <a:pt x="180160" y="6516"/>
                  <a:pt x="180803" y="4973"/>
                  <a:pt x="182089" y="3687"/>
                </a:cubicBezTo>
                <a:cubicBezTo>
                  <a:pt x="183375" y="2401"/>
                  <a:pt x="184875" y="1758"/>
                  <a:pt x="186590" y="1758"/>
                </a:cubicBezTo>
                <a:cubicBezTo>
                  <a:pt x="188390" y="1758"/>
                  <a:pt x="189933" y="2401"/>
                  <a:pt x="191219" y="3687"/>
                </a:cubicBezTo>
                <a:cubicBezTo>
                  <a:pt x="192505" y="4973"/>
                  <a:pt x="193148" y="6516"/>
                  <a:pt x="193148" y="8316"/>
                </a:cubicBezTo>
                <a:cubicBezTo>
                  <a:pt x="193148" y="10116"/>
                  <a:pt x="192505" y="11638"/>
                  <a:pt x="191219" y="12882"/>
                </a:cubicBezTo>
                <a:cubicBezTo>
                  <a:pt x="189933" y="14125"/>
                  <a:pt x="188390" y="14746"/>
                  <a:pt x="186590" y="14746"/>
                </a:cubicBezTo>
                <a:moveTo>
                  <a:pt x="181832" y="85772"/>
                </a:moveTo>
                <a:lnTo>
                  <a:pt x="181832" y="23609"/>
                </a:lnTo>
                <a:lnTo>
                  <a:pt x="191476" y="23609"/>
                </a:lnTo>
                <a:lnTo>
                  <a:pt x="191476" y="85772"/>
                </a:lnTo>
                <a:lnTo>
                  <a:pt x="181832" y="85772"/>
                </a:lnTo>
                <a:close/>
                <a:moveTo>
                  <a:pt x="237899" y="87278"/>
                </a:moveTo>
                <a:cubicBezTo>
                  <a:pt x="228898" y="87278"/>
                  <a:pt x="221525" y="84215"/>
                  <a:pt x="215781" y="78088"/>
                </a:cubicBezTo>
                <a:cubicBezTo>
                  <a:pt x="210037" y="71959"/>
                  <a:pt x="207165" y="64138"/>
                  <a:pt x="207165" y="54626"/>
                </a:cubicBezTo>
                <a:cubicBezTo>
                  <a:pt x="207165" y="45028"/>
                  <a:pt x="210037" y="37208"/>
                  <a:pt x="215781" y="31166"/>
                </a:cubicBezTo>
                <a:cubicBezTo>
                  <a:pt x="221525" y="25123"/>
                  <a:pt x="228898" y="22102"/>
                  <a:pt x="237899" y="22102"/>
                </a:cubicBezTo>
                <a:cubicBezTo>
                  <a:pt x="246901" y="22102"/>
                  <a:pt x="254274" y="25123"/>
                  <a:pt x="260017" y="31166"/>
                </a:cubicBezTo>
                <a:cubicBezTo>
                  <a:pt x="265761" y="37208"/>
                  <a:pt x="268633" y="45028"/>
                  <a:pt x="268633" y="54626"/>
                </a:cubicBezTo>
                <a:cubicBezTo>
                  <a:pt x="268633" y="64138"/>
                  <a:pt x="265761" y="71959"/>
                  <a:pt x="260017" y="78088"/>
                </a:cubicBezTo>
                <a:cubicBezTo>
                  <a:pt x="254274" y="84215"/>
                  <a:pt x="246901" y="87278"/>
                  <a:pt x="237899" y="87278"/>
                </a:cubicBezTo>
                <a:moveTo>
                  <a:pt x="237899" y="78662"/>
                </a:moveTo>
                <a:cubicBezTo>
                  <a:pt x="243900" y="78662"/>
                  <a:pt x="248830" y="76413"/>
                  <a:pt x="252688" y="71914"/>
                </a:cubicBezTo>
                <a:cubicBezTo>
                  <a:pt x="256546" y="67416"/>
                  <a:pt x="258474" y="61653"/>
                  <a:pt x="258474" y="54626"/>
                </a:cubicBezTo>
                <a:cubicBezTo>
                  <a:pt x="258474" y="47685"/>
                  <a:pt x="256546" y="41965"/>
                  <a:pt x="252688" y="37466"/>
                </a:cubicBezTo>
                <a:cubicBezTo>
                  <a:pt x="248830" y="32968"/>
                  <a:pt x="243900" y="30718"/>
                  <a:pt x="237899" y="30718"/>
                </a:cubicBezTo>
                <a:cubicBezTo>
                  <a:pt x="231898" y="30718"/>
                  <a:pt x="226948" y="32947"/>
                  <a:pt x="223047" y="37403"/>
                </a:cubicBezTo>
                <a:cubicBezTo>
                  <a:pt x="219146" y="41859"/>
                  <a:pt x="217196" y="47600"/>
                  <a:pt x="217196" y="54626"/>
                </a:cubicBezTo>
                <a:cubicBezTo>
                  <a:pt x="217196" y="61738"/>
                  <a:pt x="219124" y="67522"/>
                  <a:pt x="222982" y="71979"/>
                </a:cubicBezTo>
                <a:cubicBezTo>
                  <a:pt x="226840" y="76435"/>
                  <a:pt x="231812" y="78662"/>
                  <a:pt x="237899" y="78662"/>
                </a:cubicBezTo>
                <a:close/>
                <a:moveTo>
                  <a:pt x="326244" y="85772"/>
                </a:moveTo>
                <a:lnTo>
                  <a:pt x="326244" y="45125"/>
                </a:lnTo>
                <a:cubicBezTo>
                  <a:pt x="326244" y="39637"/>
                  <a:pt x="324979" y="35864"/>
                  <a:pt x="322449" y="33807"/>
                </a:cubicBezTo>
                <a:cubicBezTo>
                  <a:pt x="319921" y="31748"/>
                  <a:pt x="316556" y="30718"/>
                  <a:pt x="312356" y="30718"/>
                </a:cubicBezTo>
                <a:cubicBezTo>
                  <a:pt x="308756" y="30718"/>
                  <a:pt x="305219" y="31683"/>
                  <a:pt x="301746" y="33612"/>
                </a:cubicBezTo>
                <a:cubicBezTo>
                  <a:pt x="298274" y="35541"/>
                  <a:pt x="295681" y="37791"/>
                  <a:pt x="293966" y="40362"/>
                </a:cubicBezTo>
                <a:lnTo>
                  <a:pt x="293966" y="85772"/>
                </a:lnTo>
                <a:lnTo>
                  <a:pt x="284322" y="85772"/>
                </a:lnTo>
                <a:lnTo>
                  <a:pt x="284322" y="23609"/>
                </a:lnTo>
                <a:lnTo>
                  <a:pt x="293966" y="23609"/>
                </a:lnTo>
                <a:lnTo>
                  <a:pt x="293966" y="32647"/>
                </a:lnTo>
                <a:cubicBezTo>
                  <a:pt x="296624" y="29561"/>
                  <a:pt x="299904" y="27033"/>
                  <a:pt x="303805" y="25061"/>
                </a:cubicBezTo>
                <a:cubicBezTo>
                  <a:pt x="307705" y="23089"/>
                  <a:pt x="311799" y="22102"/>
                  <a:pt x="316086" y="22102"/>
                </a:cubicBezTo>
                <a:cubicBezTo>
                  <a:pt x="329288" y="22102"/>
                  <a:pt x="335888" y="28791"/>
                  <a:pt x="335888" y="42168"/>
                </a:cubicBezTo>
                <a:lnTo>
                  <a:pt x="335888" y="85772"/>
                </a:lnTo>
                <a:lnTo>
                  <a:pt x="326244" y="857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Encoder">
            <a:extLst xmlns:a="http://schemas.openxmlformats.org/drawingml/2006/main">
              <a:ext uri="{FF2B5EF4-FFF2-40B4-BE49-F238E27FC236}">
                <a16:creationId xmlns:a16="http://schemas.microsoft.com/office/drawing/2014/main" id="{D1D83139-96F8-4F15-9F2A-F2616241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501" y="2011236"/>
            <a:ext cx="457539" cy="87278"/>
          </a:xfrm>
          <a:custGeom xmlns:a="http://schemas.openxmlformats.org/drawingml/2006/main">
            <a:pathLst>
              <a:path w="457539" h="87278">
                <a:moveTo>
                  <a:pt x="0" y="85772"/>
                </a:moveTo>
                <a:lnTo>
                  <a:pt x="0" y="0"/>
                </a:lnTo>
                <a:lnTo>
                  <a:pt x="56195" y="0"/>
                </a:lnTo>
                <a:lnTo>
                  <a:pt x="56195" y="9517"/>
                </a:lnTo>
                <a:lnTo>
                  <a:pt x="10672" y="9517"/>
                </a:lnTo>
                <a:lnTo>
                  <a:pt x="10672" y="37172"/>
                </a:lnTo>
                <a:lnTo>
                  <a:pt x="55295" y="37172"/>
                </a:lnTo>
                <a:lnTo>
                  <a:pt x="55295" y="46689"/>
                </a:lnTo>
                <a:lnTo>
                  <a:pt x="10672" y="46689"/>
                </a:lnTo>
                <a:lnTo>
                  <a:pt x="10672" y="76255"/>
                </a:lnTo>
                <a:lnTo>
                  <a:pt x="56195" y="76255"/>
                </a:lnTo>
                <a:lnTo>
                  <a:pt x="56195" y="85772"/>
                </a:lnTo>
                <a:lnTo>
                  <a:pt x="0" y="85772"/>
                </a:lnTo>
                <a:close/>
                <a:moveTo>
                  <a:pt x="114706" y="85772"/>
                </a:moveTo>
                <a:lnTo>
                  <a:pt x="114706" y="45125"/>
                </a:lnTo>
                <a:cubicBezTo>
                  <a:pt x="114706" y="39637"/>
                  <a:pt x="113441" y="35864"/>
                  <a:pt x="110911" y="33807"/>
                </a:cubicBezTo>
                <a:cubicBezTo>
                  <a:pt x="108382" y="31748"/>
                  <a:pt x="105018" y="30718"/>
                  <a:pt x="100817" y="30718"/>
                </a:cubicBezTo>
                <a:cubicBezTo>
                  <a:pt x="97217" y="30718"/>
                  <a:pt x="93681" y="31683"/>
                  <a:pt x="90208" y="33612"/>
                </a:cubicBezTo>
                <a:cubicBezTo>
                  <a:pt x="86736" y="35541"/>
                  <a:pt x="84143" y="37791"/>
                  <a:pt x="82428" y="40362"/>
                </a:cubicBezTo>
                <a:lnTo>
                  <a:pt x="82428" y="85772"/>
                </a:lnTo>
                <a:lnTo>
                  <a:pt x="72784" y="85772"/>
                </a:lnTo>
                <a:lnTo>
                  <a:pt x="72784" y="23609"/>
                </a:lnTo>
                <a:lnTo>
                  <a:pt x="82428" y="23609"/>
                </a:lnTo>
                <a:lnTo>
                  <a:pt x="82428" y="32647"/>
                </a:lnTo>
                <a:cubicBezTo>
                  <a:pt x="85086" y="29561"/>
                  <a:pt x="88365" y="27033"/>
                  <a:pt x="92266" y="25061"/>
                </a:cubicBezTo>
                <a:cubicBezTo>
                  <a:pt x="96167" y="23089"/>
                  <a:pt x="100261" y="22102"/>
                  <a:pt x="104548" y="22102"/>
                </a:cubicBezTo>
                <a:cubicBezTo>
                  <a:pt x="117749" y="22102"/>
                  <a:pt x="124350" y="28791"/>
                  <a:pt x="124350" y="42168"/>
                </a:cubicBezTo>
                <a:lnTo>
                  <a:pt x="124350" y="85772"/>
                </a:lnTo>
                <a:lnTo>
                  <a:pt x="114706" y="85772"/>
                </a:lnTo>
                <a:close/>
                <a:moveTo>
                  <a:pt x="171030" y="87278"/>
                </a:moveTo>
                <a:cubicBezTo>
                  <a:pt x="161943" y="87278"/>
                  <a:pt x="154507" y="84193"/>
                  <a:pt x="148719" y="78023"/>
                </a:cubicBezTo>
                <a:cubicBezTo>
                  <a:pt x="142932" y="71852"/>
                  <a:pt x="140039" y="64053"/>
                  <a:pt x="140039" y="54626"/>
                </a:cubicBezTo>
                <a:cubicBezTo>
                  <a:pt x="140039" y="45284"/>
                  <a:pt x="142932" y="37528"/>
                  <a:pt x="148719" y="31358"/>
                </a:cubicBezTo>
                <a:cubicBezTo>
                  <a:pt x="154507" y="25187"/>
                  <a:pt x="161943" y="22102"/>
                  <a:pt x="171030" y="22102"/>
                </a:cubicBezTo>
                <a:cubicBezTo>
                  <a:pt x="180631" y="22102"/>
                  <a:pt x="188218" y="25700"/>
                  <a:pt x="193791" y="32894"/>
                </a:cubicBezTo>
                <a:lnTo>
                  <a:pt x="187361" y="38804"/>
                </a:lnTo>
                <a:cubicBezTo>
                  <a:pt x="183418" y="33414"/>
                  <a:pt x="178146" y="30718"/>
                  <a:pt x="171546" y="30718"/>
                </a:cubicBezTo>
                <a:cubicBezTo>
                  <a:pt x="165201" y="30718"/>
                  <a:pt x="160035" y="32925"/>
                  <a:pt x="156048" y="37339"/>
                </a:cubicBezTo>
                <a:cubicBezTo>
                  <a:pt x="152062" y="41751"/>
                  <a:pt x="150069" y="47513"/>
                  <a:pt x="150069" y="54626"/>
                </a:cubicBezTo>
                <a:cubicBezTo>
                  <a:pt x="150069" y="61824"/>
                  <a:pt x="152041" y="67630"/>
                  <a:pt x="155983" y="72044"/>
                </a:cubicBezTo>
                <a:cubicBezTo>
                  <a:pt x="159927" y="76456"/>
                  <a:pt x="165115" y="78662"/>
                  <a:pt x="171546" y="78662"/>
                </a:cubicBezTo>
                <a:cubicBezTo>
                  <a:pt x="178060" y="78662"/>
                  <a:pt x="183332" y="75967"/>
                  <a:pt x="187361" y="70576"/>
                </a:cubicBezTo>
                <a:lnTo>
                  <a:pt x="193791" y="76486"/>
                </a:lnTo>
                <a:cubicBezTo>
                  <a:pt x="188218" y="83681"/>
                  <a:pt x="180631" y="87278"/>
                  <a:pt x="171030" y="87278"/>
                </a:cubicBezTo>
                <a:close/>
                <a:moveTo>
                  <a:pt x="234427" y="87278"/>
                </a:moveTo>
                <a:cubicBezTo>
                  <a:pt x="225425" y="87278"/>
                  <a:pt x="218053" y="84215"/>
                  <a:pt x="212309" y="78088"/>
                </a:cubicBezTo>
                <a:cubicBezTo>
                  <a:pt x="206565" y="71959"/>
                  <a:pt x="203693" y="64138"/>
                  <a:pt x="203693" y="54626"/>
                </a:cubicBezTo>
                <a:cubicBezTo>
                  <a:pt x="203693" y="45028"/>
                  <a:pt x="206565" y="37208"/>
                  <a:pt x="212309" y="31166"/>
                </a:cubicBezTo>
                <a:cubicBezTo>
                  <a:pt x="218053" y="25123"/>
                  <a:pt x="225425" y="22102"/>
                  <a:pt x="234427" y="22102"/>
                </a:cubicBezTo>
                <a:cubicBezTo>
                  <a:pt x="243429" y="22102"/>
                  <a:pt x="250802" y="25123"/>
                  <a:pt x="256545" y="31166"/>
                </a:cubicBezTo>
                <a:cubicBezTo>
                  <a:pt x="262289" y="37208"/>
                  <a:pt x="265161" y="45028"/>
                  <a:pt x="265161" y="54626"/>
                </a:cubicBezTo>
                <a:cubicBezTo>
                  <a:pt x="265161" y="64138"/>
                  <a:pt x="262289" y="71959"/>
                  <a:pt x="256545" y="78088"/>
                </a:cubicBezTo>
                <a:cubicBezTo>
                  <a:pt x="250802" y="84215"/>
                  <a:pt x="243429" y="87278"/>
                  <a:pt x="234427" y="87278"/>
                </a:cubicBezTo>
                <a:moveTo>
                  <a:pt x="234427" y="78662"/>
                </a:moveTo>
                <a:cubicBezTo>
                  <a:pt x="240428" y="78662"/>
                  <a:pt x="245358" y="76413"/>
                  <a:pt x="249216" y="71914"/>
                </a:cubicBezTo>
                <a:cubicBezTo>
                  <a:pt x="253073" y="67416"/>
                  <a:pt x="255002" y="61653"/>
                  <a:pt x="255002" y="54626"/>
                </a:cubicBezTo>
                <a:cubicBezTo>
                  <a:pt x="255002" y="47685"/>
                  <a:pt x="253073" y="41965"/>
                  <a:pt x="249216" y="37466"/>
                </a:cubicBezTo>
                <a:cubicBezTo>
                  <a:pt x="245358" y="32968"/>
                  <a:pt x="240428" y="30718"/>
                  <a:pt x="234427" y="30718"/>
                </a:cubicBezTo>
                <a:cubicBezTo>
                  <a:pt x="228426" y="30718"/>
                  <a:pt x="223476" y="32947"/>
                  <a:pt x="219575" y="37403"/>
                </a:cubicBezTo>
                <a:cubicBezTo>
                  <a:pt x="215674" y="41859"/>
                  <a:pt x="213724" y="47600"/>
                  <a:pt x="213724" y="54626"/>
                </a:cubicBezTo>
                <a:cubicBezTo>
                  <a:pt x="213724" y="61738"/>
                  <a:pt x="215652" y="67522"/>
                  <a:pt x="219510" y="71979"/>
                </a:cubicBezTo>
                <a:cubicBezTo>
                  <a:pt x="223368" y="76435"/>
                  <a:pt x="228340" y="78662"/>
                  <a:pt x="234427" y="78662"/>
                </a:cubicBezTo>
                <a:close/>
                <a:moveTo>
                  <a:pt x="325858" y="85772"/>
                </a:moveTo>
                <a:lnTo>
                  <a:pt x="325858" y="76475"/>
                </a:lnTo>
                <a:cubicBezTo>
                  <a:pt x="323543" y="79647"/>
                  <a:pt x="320564" y="82241"/>
                  <a:pt x="316921" y="84257"/>
                </a:cubicBezTo>
                <a:cubicBezTo>
                  <a:pt x="313277" y="86271"/>
                  <a:pt x="309269" y="87278"/>
                  <a:pt x="304896" y="87278"/>
                </a:cubicBezTo>
                <a:cubicBezTo>
                  <a:pt x="296580" y="87278"/>
                  <a:pt x="289893" y="84322"/>
                  <a:pt x="284835" y="78409"/>
                </a:cubicBezTo>
                <a:cubicBezTo>
                  <a:pt x="279778" y="72495"/>
                  <a:pt x="277249" y="64611"/>
                  <a:pt x="277249" y="54755"/>
                </a:cubicBezTo>
                <a:cubicBezTo>
                  <a:pt x="277249" y="44813"/>
                  <a:pt x="279799" y="36886"/>
                  <a:pt x="284900" y="30973"/>
                </a:cubicBezTo>
                <a:cubicBezTo>
                  <a:pt x="290001" y="25059"/>
                  <a:pt x="296667" y="22102"/>
                  <a:pt x="304896" y="22102"/>
                </a:cubicBezTo>
                <a:cubicBezTo>
                  <a:pt x="309098" y="22102"/>
                  <a:pt x="313020" y="23067"/>
                  <a:pt x="316664" y="24996"/>
                </a:cubicBezTo>
                <a:cubicBezTo>
                  <a:pt x="320307" y="26925"/>
                  <a:pt x="323372" y="29603"/>
                  <a:pt x="325858" y="33032"/>
                </a:cubicBezTo>
                <a:lnTo>
                  <a:pt x="325858" y="0"/>
                </a:lnTo>
                <a:lnTo>
                  <a:pt x="335503" y="0"/>
                </a:lnTo>
                <a:lnTo>
                  <a:pt x="335503" y="85772"/>
                </a:lnTo>
                <a:lnTo>
                  <a:pt x="325858" y="85772"/>
                </a:lnTo>
                <a:moveTo>
                  <a:pt x="307212" y="78662"/>
                </a:moveTo>
                <a:cubicBezTo>
                  <a:pt x="311069" y="78662"/>
                  <a:pt x="314712" y="77719"/>
                  <a:pt x="318141" y="75833"/>
                </a:cubicBezTo>
                <a:cubicBezTo>
                  <a:pt x="321571" y="73947"/>
                  <a:pt x="324143" y="71632"/>
                  <a:pt x="325858" y="68889"/>
                </a:cubicBezTo>
                <a:lnTo>
                  <a:pt x="325858" y="40747"/>
                </a:lnTo>
                <a:cubicBezTo>
                  <a:pt x="324143" y="38004"/>
                  <a:pt x="321571" y="35647"/>
                  <a:pt x="318141" y="33675"/>
                </a:cubicBezTo>
                <a:cubicBezTo>
                  <a:pt x="314712" y="31704"/>
                  <a:pt x="311069" y="30718"/>
                  <a:pt x="307212" y="30718"/>
                </a:cubicBezTo>
                <a:cubicBezTo>
                  <a:pt x="301211" y="30718"/>
                  <a:pt x="296389" y="32903"/>
                  <a:pt x="292744" y="37274"/>
                </a:cubicBezTo>
                <a:cubicBezTo>
                  <a:pt x="289101" y="41644"/>
                  <a:pt x="287280" y="47471"/>
                  <a:pt x="287280" y="54755"/>
                </a:cubicBezTo>
                <a:cubicBezTo>
                  <a:pt x="287280" y="61867"/>
                  <a:pt x="289080" y="67630"/>
                  <a:pt x="292680" y="72044"/>
                </a:cubicBezTo>
                <a:cubicBezTo>
                  <a:pt x="296281" y="76456"/>
                  <a:pt x="301125" y="78662"/>
                  <a:pt x="307212" y="78662"/>
                </a:cubicBezTo>
                <a:close/>
                <a:moveTo>
                  <a:pt x="382825" y="87278"/>
                </a:moveTo>
                <a:cubicBezTo>
                  <a:pt x="373481" y="87278"/>
                  <a:pt x="365873" y="84236"/>
                  <a:pt x="359999" y="78152"/>
                </a:cubicBezTo>
                <a:cubicBezTo>
                  <a:pt x="354127" y="72067"/>
                  <a:pt x="351191" y="64225"/>
                  <a:pt x="351191" y="54626"/>
                </a:cubicBezTo>
                <a:cubicBezTo>
                  <a:pt x="351191" y="45456"/>
                  <a:pt x="354105" y="37743"/>
                  <a:pt x="359934" y="31487"/>
                </a:cubicBezTo>
                <a:cubicBezTo>
                  <a:pt x="365765" y="25231"/>
                  <a:pt x="373052" y="22102"/>
                  <a:pt x="381797" y="22102"/>
                </a:cubicBezTo>
                <a:cubicBezTo>
                  <a:pt x="390713" y="22102"/>
                  <a:pt x="397915" y="25185"/>
                  <a:pt x="403401" y="31350"/>
                </a:cubicBezTo>
                <a:cubicBezTo>
                  <a:pt x="408887" y="37514"/>
                  <a:pt x="411630" y="45519"/>
                  <a:pt x="411630" y="55365"/>
                </a:cubicBezTo>
                <a:lnTo>
                  <a:pt x="411630" y="57806"/>
                </a:lnTo>
                <a:lnTo>
                  <a:pt x="361351" y="57806"/>
                </a:lnTo>
                <a:cubicBezTo>
                  <a:pt x="361694" y="64157"/>
                  <a:pt x="363987" y="69328"/>
                  <a:pt x="368230" y="73319"/>
                </a:cubicBezTo>
                <a:cubicBezTo>
                  <a:pt x="372474" y="77311"/>
                  <a:pt x="377639" y="79306"/>
                  <a:pt x="383726" y="79306"/>
                </a:cubicBezTo>
                <a:cubicBezTo>
                  <a:pt x="391270" y="79306"/>
                  <a:pt x="397657" y="76689"/>
                  <a:pt x="402887" y="71455"/>
                </a:cubicBezTo>
                <a:lnTo>
                  <a:pt x="407516" y="77758"/>
                </a:lnTo>
                <a:cubicBezTo>
                  <a:pt x="401171" y="84105"/>
                  <a:pt x="392941" y="87278"/>
                  <a:pt x="382825" y="87278"/>
                </a:cubicBezTo>
                <a:moveTo>
                  <a:pt x="402114" y="50735"/>
                </a:moveTo>
                <a:cubicBezTo>
                  <a:pt x="402114" y="45002"/>
                  <a:pt x="400227" y="40126"/>
                  <a:pt x="396455" y="36106"/>
                </a:cubicBezTo>
                <a:cubicBezTo>
                  <a:pt x="392683" y="32085"/>
                  <a:pt x="387754" y="30075"/>
                  <a:pt x="381668" y="30075"/>
                </a:cubicBezTo>
                <a:cubicBezTo>
                  <a:pt x="375924" y="30075"/>
                  <a:pt x="371144" y="32085"/>
                  <a:pt x="367330" y="36106"/>
                </a:cubicBezTo>
                <a:cubicBezTo>
                  <a:pt x="363515" y="40126"/>
                  <a:pt x="361522" y="45002"/>
                  <a:pt x="361351" y="50735"/>
                </a:cubicBezTo>
                <a:lnTo>
                  <a:pt x="402114" y="50735"/>
                </a:lnTo>
                <a:close/>
                <a:moveTo>
                  <a:pt x="427190" y="85772"/>
                </a:moveTo>
                <a:lnTo>
                  <a:pt x="427190" y="23609"/>
                </a:lnTo>
                <a:lnTo>
                  <a:pt x="436834" y="23609"/>
                </a:lnTo>
                <a:lnTo>
                  <a:pt x="436834" y="33671"/>
                </a:lnTo>
                <a:cubicBezTo>
                  <a:pt x="442578" y="26126"/>
                  <a:pt x="449480" y="22353"/>
                  <a:pt x="457539" y="22353"/>
                </a:cubicBezTo>
                <a:lnTo>
                  <a:pt x="457539" y="32257"/>
                </a:lnTo>
                <a:lnTo>
                  <a:pt x="453682" y="31870"/>
                </a:lnTo>
                <a:cubicBezTo>
                  <a:pt x="450766" y="31870"/>
                  <a:pt x="447551" y="32920"/>
                  <a:pt x="444036" y="35021"/>
                </a:cubicBezTo>
                <a:cubicBezTo>
                  <a:pt x="440521" y="37122"/>
                  <a:pt x="438120" y="39373"/>
                  <a:pt x="436834" y="41773"/>
                </a:cubicBezTo>
                <a:lnTo>
                  <a:pt x="436834" y="85772"/>
                </a:lnTo>
                <a:lnTo>
                  <a:pt x="427190" y="857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F686ED-EFC8-42DF-827C-DCFA74AC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308" y="2209315"/>
            <a:ext cx="788057" cy="165336"/>
          </a:xfrm>
          <a:custGeom xmlns:a="http://schemas.openxmlformats.org/drawingml/2006/main">
            <a:pathLst>
              <a:path w="788057" h="165336">
                <a:moveTo>
                  <a:pt x="0" y="27557"/>
                </a:moveTo>
                <a:lnTo>
                  <a:pt x="0" y="27557"/>
                </a:lnTo>
                <a:cubicBezTo>
                  <a:pt x="0" y="12337"/>
                  <a:pt x="12338" y="0"/>
                  <a:pt x="27557" y="0"/>
                </a:cubicBezTo>
                <a:lnTo>
                  <a:pt x="760501" y="0"/>
                </a:lnTo>
                <a:cubicBezTo>
                  <a:pt x="767809" y="0"/>
                  <a:pt x="774818" y="2903"/>
                  <a:pt x="779986" y="8071"/>
                </a:cubicBezTo>
                <a:cubicBezTo>
                  <a:pt x="785154" y="13239"/>
                  <a:pt x="788057" y="20248"/>
                  <a:pt x="788057" y="27557"/>
                </a:cubicBezTo>
                <a:lnTo>
                  <a:pt x="788057" y="137779"/>
                </a:lnTo>
                <a:cubicBezTo>
                  <a:pt x="788057" y="152998"/>
                  <a:pt x="775720" y="165336"/>
                  <a:pt x="760501" y="165336"/>
                </a:cubicBezTo>
                <a:lnTo>
                  <a:pt x="27557" y="165336"/>
                </a:lnTo>
                <a:cubicBezTo>
                  <a:pt x="12338" y="165336"/>
                  <a:pt x="0" y="152998"/>
                  <a:pt x="0" y="137779"/>
                </a:cubicBezTo>
                <a:lnTo>
                  <a:pt x="0" y="27557"/>
                </a:lnTo>
                <a:close/>
              </a:path>
            </a:pathLst>
          </a:custGeom>
          <a:solidFill xmlns:a="http://schemas.openxmlformats.org/drawingml/2006/main">
            <a:srgbClr val="B4A7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C7C172-E78F-424B-83A5-89F535CE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308" y="2209315"/>
            <a:ext cx="788057" cy="165336"/>
          </a:xfrm>
          <a:custGeom xmlns:a="http://schemas.openxmlformats.org/drawingml/2006/main">
            <a:pathLst>
              <a:path w="788057" h="165336" fill="none">
                <a:moveTo>
                  <a:pt x="0" y="27557"/>
                </a:moveTo>
                <a:lnTo>
                  <a:pt x="0" y="27557"/>
                </a:lnTo>
                <a:cubicBezTo>
                  <a:pt x="0" y="12337"/>
                  <a:pt x="12338" y="0"/>
                  <a:pt x="27557" y="0"/>
                </a:cubicBezTo>
                <a:lnTo>
                  <a:pt x="760501" y="0"/>
                </a:lnTo>
                <a:cubicBezTo>
                  <a:pt x="767809" y="0"/>
                  <a:pt x="774818" y="2903"/>
                  <a:pt x="779986" y="8071"/>
                </a:cubicBezTo>
                <a:cubicBezTo>
                  <a:pt x="785154" y="13239"/>
                  <a:pt x="788057" y="20248"/>
                  <a:pt x="788057" y="27557"/>
                </a:cubicBezTo>
                <a:lnTo>
                  <a:pt x="788057" y="137779"/>
                </a:lnTo>
                <a:cubicBezTo>
                  <a:pt x="788057" y="152998"/>
                  <a:pt x="775720" y="165336"/>
                  <a:pt x="760501" y="165336"/>
                </a:cubicBezTo>
                <a:lnTo>
                  <a:pt x="27557" y="165336"/>
                </a:lnTo>
                <a:cubicBezTo>
                  <a:pt x="12338" y="165336"/>
                  <a:pt x="0" y="152998"/>
                  <a:pt x="0" y="137779"/>
                </a:cubicBezTo>
                <a:lnTo>
                  <a:pt x="0" y="2755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23" name="Text Pro">
            <a:extLst xmlns:a="http://schemas.openxmlformats.org/drawingml/2006/main">
              <a:ext uri="{FF2B5EF4-FFF2-40B4-BE49-F238E27FC236}">
                <a16:creationId xmlns:a16="http://schemas.microsoft.com/office/drawing/2014/main" id="{CBD78C28-EC91-4B40-BACE-5DF22E20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718" y="2253883"/>
            <a:ext cx="175402" cy="87278"/>
          </a:xfrm>
          <a:custGeom xmlns:a="http://schemas.openxmlformats.org/drawingml/2006/main">
            <a:pathLst>
              <a:path w="175402" h="87278">
                <a:moveTo>
                  <a:pt x="0" y="85772"/>
                </a:moveTo>
                <a:lnTo>
                  <a:pt x="0" y="0"/>
                </a:lnTo>
                <a:lnTo>
                  <a:pt x="34462" y="0"/>
                </a:lnTo>
                <a:cubicBezTo>
                  <a:pt x="42606" y="0"/>
                  <a:pt x="49122" y="2446"/>
                  <a:pt x="54007" y="7337"/>
                </a:cubicBezTo>
                <a:cubicBezTo>
                  <a:pt x="58895" y="12226"/>
                  <a:pt x="61338" y="18404"/>
                  <a:pt x="61338" y="25870"/>
                </a:cubicBezTo>
                <a:cubicBezTo>
                  <a:pt x="61338" y="33420"/>
                  <a:pt x="58852" y="39619"/>
                  <a:pt x="53880" y="44467"/>
                </a:cubicBezTo>
                <a:cubicBezTo>
                  <a:pt x="48908" y="49315"/>
                  <a:pt x="42435" y="51739"/>
                  <a:pt x="34462" y="51739"/>
                </a:cubicBezTo>
                <a:lnTo>
                  <a:pt x="10672" y="51739"/>
                </a:lnTo>
                <a:lnTo>
                  <a:pt x="10672" y="85772"/>
                </a:lnTo>
                <a:lnTo>
                  <a:pt x="0" y="85772"/>
                </a:lnTo>
                <a:moveTo>
                  <a:pt x="33177" y="42223"/>
                </a:moveTo>
                <a:cubicBezTo>
                  <a:pt x="38320" y="42223"/>
                  <a:pt x="42457" y="40720"/>
                  <a:pt x="45586" y="37715"/>
                </a:cubicBezTo>
                <a:cubicBezTo>
                  <a:pt x="48715" y="34711"/>
                  <a:pt x="50279" y="30762"/>
                  <a:pt x="50279" y="25870"/>
                </a:cubicBezTo>
                <a:cubicBezTo>
                  <a:pt x="50279" y="20977"/>
                  <a:pt x="48715" y="17029"/>
                  <a:pt x="45586" y="14024"/>
                </a:cubicBezTo>
                <a:cubicBezTo>
                  <a:pt x="42457" y="11019"/>
                  <a:pt x="38320" y="9517"/>
                  <a:pt x="33177" y="9517"/>
                </a:cubicBezTo>
                <a:lnTo>
                  <a:pt x="10672" y="9517"/>
                </a:lnTo>
                <a:lnTo>
                  <a:pt x="10672" y="42223"/>
                </a:lnTo>
                <a:lnTo>
                  <a:pt x="33177" y="42223"/>
                </a:lnTo>
                <a:close/>
                <a:moveTo>
                  <a:pt x="75098" y="85772"/>
                </a:moveTo>
                <a:lnTo>
                  <a:pt x="75098" y="23609"/>
                </a:lnTo>
                <a:lnTo>
                  <a:pt x="84743" y="23609"/>
                </a:lnTo>
                <a:lnTo>
                  <a:pt x="84743" y="33671"/>
                </a:lnTo>
                <a:cubicBezTo>
                  <a:pt x="90487" y="26126"/>
                  <a:pt x="97388" y="22353"/>
                  <a:pt x="105448" y="22353"/>
                </a:cubicBezTo>
                <a:lnTo>
                  <a:pt x="105448" y="32257"/>
                </a:lnTo>
                <a:lnTo>
                  <a:pt x="101590" y="31870"/>
                </a:lnTo>
                <a:cubicBezTo>
                  <a:pt x="98674" y="31870"/>
                  <a:pt x="95459" y="32920"/>
                  <a:pt x="91944" y="35021"/>
                </a:cubicBezTo>
                <a:cubicBezTo>
                  <a:pt x="88429" y="37122"/>
                  <a:pt x="86028" y="39373"/>
                  <a:pt x="84743" y="41773"/>
                </a:cubicBezTo>
                <a:lnTo>
                  <a:pt x="84743" y="85772"/>
                </a:lnTo>
                <a:lnTo>
                  <a:pt x="75098" y="85772"/>
                </a:lnTo>
                <a:close/>
                <a:moveTo>
                  <a:pt x="144668" y="87278"/>
                </a:moveTo>
                <a:cubicBezTo>
                  <a:pt x="135667" y="87278"/>
                  <a:pt x="128294" y="84215"/>
                  <a:pt x="122550" y="78088"/>
                </a:cubicBezTo>
                <a:cubicBezTo>
                  <a:pt x="116806" y="71959"/>
                  <a:pt x="113934" y="64138"/>
                  <a:pt x="113934" y="54626"/>
                </a:cubicBezTo>
                <a:cubicBezTo>
                  <a:pt x="113934" y="45028"/>
                  <a:pt x="116806" y="37208"/>
                  <a:pt x="122550" y="31166"/>
                </a:cubicBezTo>
                <a:cubicBezTo>
                  <a:pt x="128294" y="25123"/>
                  <a:pt x="135667" y="22102"/>
                  <a:pt x="144668" y="22102"/>
                </a:cubicBezTo>
                <a:cubicBezTo>
                  <a:pt x="153670" y="22102"/>
                  <a:pt x="161043" y="25123"/>
                  <a:pt x="166786" y="31166"/>
                </a:cubicBezTo>
                <a:cubicBezTo>
                  <a:pt x="172530" y="37208"/>
                  <a:pt x="175402" y="45028"/>
                  <a:pt x="175402" y="54626"/>
                </a:cubicBezTo>
                <a:cubicBezTo>
                  <a:pt x="175402" y="64138"/>
                  <a:pt x="172530" y="71959"/>
                  <a:pt x="166786" y="78088"/>
                </a:cubicBezTo>
                <a:cubicBezTo>
                  <a:pt x="161043" y="84215"/>
                  <a:pt x="153670" y="87278"/>
                  <a:pt x="144668" y="87278"/>
                </a:cubicBezTo>
                <a:moveTo>
                  <a:pt x="144668" y="78662"/>
                </a:moveTo>
                <a:cubicBezTo>
                  <a:pt x="150669" y="78662"/>
                  <a:pt x="155599" y="76413"/>
                  <a:pt x="159457" y="71914"/>
                </a:cubicBezTo>
                <a:cubicBezTo>
                  <a:pt x="163315" y="67416"/>
                  <a:pt x="165243" y="61653"/>
                  <a:pt x="165243" y="54626"/>
                </a:cubicBezTo>
                <a:cubicBezTo>
                  <a:pt x="165243" y="47685"/>
                  <a:pt x="163315" y="41965"/>
                  <a:pt x="159457" y="37466"/>
                </a:cubicBezTo>
                <a:cubicBezTo>
                  <a:pt x="155599" y="32968"/>
                  <a:pt x="150669" y="30718"/>
                  <a:pt x="144668" y="30718"/>
                </a:cubicBezTo>
                <a:cubicBezTo>
                  <a:pt x="138667" y="30718"/>
                  <a:pt x="133717" y="32947"/>
                  <a:pt x="129816" y="37403"/>
                </a:cubicBezTo>
                <a:cubicBezTo>
                  <a:pt x="125915" y="41859"/>
                  <a:pt x="123965" y="47600"/>
                  <a:pt x="123965" y="54626"/>
                </a:cubicBezTo>
                <a:cubicBezTo>
                  <a:pt x="123965" y="61738"/>
                  <a:pt x="125893" y="67522"/>
                  <a:pt x="129751" y="71979"/>
                </a:cubicBezTo>
                <a:cubicBezTo>
                  <a:pt x="133609" y="76435"/>
                  <a:pt x="138581" y="78662"/>
                  <a:pt x="144668" y="786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jection">
            <a:extLst xmlns:a="http://schemas.openxmlformats.org/drawingml/2006/main">
              <a:ext uri="{FF2B5EF4-FFF2-40B4-BE49-F238E27FC236}">
                <a16:creationId xmlns:a16="http://schemas.microsoft.com/office/drawing/2014/main" id="{4CDE108E-53C1-4DBA-957D-A285CE14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434" y="2255642"/>
            <a:ext cx="379225" cy="109255"/>
          </a:xfrm>
          <a:custGeom xmlns:a="http://schemas.openxmlformats.org/drawingml/2006/main">
            <a:pathLst>
              <a:path w="379225" h="109255">
                <a:moveTo>
                  <a:pt x="27133" y="12988"/>
                </a:moveTo>
                <a:cubicBezTo>
                  <a:pt x="25418" y="12988"/>
                  <a:pt x="23918" y="12366"/>
                  <a:pt x="22632" y="11124"/>
                </a:cubicBezTo>
                <a:cubicBezTo>
                  <a:pt x="21346" y="9880"/>
                  <a:pt x="20703" y="8358"/>
                  <a:pt x="20703" y="6558"/>
                </a:cubicBezTo>
                <a:cubicBezTo>
                  <a:pt x="20703" y="4758"/>
                  <a:pt x="21346" y="3215"/>
                  <a:pt x="22632" y="1929"/>
                </a:cubicBezTo>
                <a:cubicBezTo>
                  <a:pt x="23918" y="643"/>
                  <a:pt x="25418" y="0"/>
                  <a:pt x="27133" y="0"/>
                </a:cubicBezTo>
                <a:cubicBezTo>
                  <a:pt x="28933" y="0"/>
                  <a:pt x="30476" y="643"/>
                  <a:pt x="31762" y="1929"/>
                </a:cubicBezTo>
                <a:cubicBezTo>
                  <a:pt x="33048" y="3215"/>
                  <a:pt x="33691" y="4758"/>
                  <a:pt x="33691" y="6558"/>
                </a:cubicBezTo>
                <a:cubicBezTo>
                  <a:pt x="33691" y="8358"/>
                  <a:pt x="33048" y="9880"/>
                  <a:pt x="31762" y="11124"/>
                </a:cubicBezTo>
                <a:cubicBezTo>
                  <a:pt x="30476" y="12366"/>
                  <a:pt x="28933" y="12988"/>
                  <a:pt x="27133" y="12988"/>
                </a:cubicBezTo>
                <a:moveTo>
                  <a:pt x="13631" y="109255"/>
                </a:moveTo>
                <a:cubicBezTo>
                  <a:pt x="10459" y="109255"/>
                  <a:pt x="7887" y="108870"/>
                  <a:pt x="5916" y="108099"/>
                </a:cubicBezTo>
                <a:cubicBezTo>
                  <a:pt x="3943" y="107330"/>
                  <a:pt x="1971" y="106176"/>
                  <a:pt x="0" y="104636"/>
                </a:cubicBezTo>
                <a:lnTo>
                  <a:pt x="3471" y="97325"/>
                </a:lnTo>
                <a:cubicBezTo>
                  <a:pt x="6129" y="99963"/>
                  <a:pt x="9087" y="101283"/>
                  <a:pt x="12344" y="101283"/>
                </a:cubicBezTo>
                <a:cubicBezTo>
                  <a:pt x="19031" y="101283"/>
                  <a:pt x="22375" y="97549"/>
                  <a:pt x="22375" y="90082"/>
                </a:cubicBezTo>
                <a:lnTo>
                  <a:pt x="22375" y="21851"/>
                </a:lnTo>
                <a:lnTo>
                  <a:pt x="32019" y="21851"/>
                </a:lnTo>
                <a:lnTo>
                  <a:pt x="32019" y="90075"/>
                </a:lnTo>
                <a:cubicBezTo>
                  <a:pt x="32019" y="96254"/>
                  <a:pt x="30433" y="100996"/>
                  <a:pt x="27261" y="104299"/>
                </a:cubicBezTo>
                <a:cubicBezTo>
                  <a:pt x="24090" y="107603"/>
                  <a:pt x="19547" y="109255"/>
                  <a:pt x="13631" y="109255"/>
                </a:cubicBezTo>
                <a:close/>
                <a:moveTo>
                  <a:pt x="79343" y="85520"/>
                </a:moveTo>
                <a:cubicBezTo>
                  <a:pt x="69999" y="85520"/>
                  <a:pt x="62390" y="82478"/>
                  <a:pt x="56516" y="76394"/>
                </a:cubicBezTo>
                <a:cubicBezTo>
                  <a:pt x="50644" y="70309"/>
                  <a:pt x="47708" y="62467"/>
                  <a:pt x="47708" y="52867"/>
                </a:cubicBezTo>
                <a:cubicBezTo>
                  <a:pt x="47708" y="43697"/>
                  <a:pt x="50623" y="35985"/>
                  <a:pt x="56452" y="29729"/>
                </a:cubicBezTo>
                <a:cubicBezTo>
                  <a:pt x="62282" y="23472"/>
                  <a:pt x="69569" y="20344"/>
                  <a:pt x="78314" y="20344"/>
                </a:cubicBezTo>
                <a:cubicBezTo>
                  <a:pt x="87231" y="20344"/>
                  <a:pt x="94432" y="23427"/>
                  <a:pt x="99918" y="29592"/>
                </a:cubicBezTo>
                <a:cubicBezTo>
                  <a:pt x="105404" y="35756"/>
                  <a:pt x="108148" y="43761"/>
                  <a:pt x="108148" y="53607"/>
                </a:cubicBezTo>
                <a:lnTo>
                  <a:pt x="108148" y="56048"/>
                </a:lnTo>
                <a:lnTo>
                  <a:pt x="57868" y="56048"/>
                </a:lnTo>
                <a:cubicBezTo>
                  <a:pt x="58211" y="62399"/>
                  <a:pt x="60504" y="67570"/>
                  <a:pt x="64748" y="71561"/>
                </a:cubicBezTo>
                <a:cubicBezTo>
                  <a:pt x="68991" y="75552"/>
                  <a:pt x="74156" y="77548"/>
                  <a:pt x="80243" y="77548"/>
                </a:cubicBezTo>
                <a:cubicBezTo>
                  <a:pt x="87787" y="77548"/>
                  <a:pt x="94174" y="74931"/>
                  <a:pt x="99404" y="69697"/>
                </a:cubicBezTo>
                <a:lnTo>
                  <a:pt x="104033" y="76000"/>
                </a:lnTo>
                <a:cubicBezTo>
                  <a:pt x="97688" y="82347"/>
                  <a:pt x="89458" y="85520"/>
                  <a:pt x="79343" y="85520"/>
                </a:cubicBezTo>
                <a:moveTo>
                  <a:pt x="98631" y="48976"/>
                </a:moveTo>
                <a:cubicBezTo>
                  <a:pt x="98631" y="43244"/>
                  <a:pt x="96745" y="38368"/>
                  <a:pt x="92972" y="34348"/>
                </a:cubicBezTo>
                <a:cubicBezTo>
                  <a:pt x="89201" y="30327"/>
                  <a:pt x="84272" y="28316"/>
                  <a:pt x="78185" y="28316"/>
                </a:cubicBezTo>
                <a:cubicBezTo>
                  <a:pt x="72441" y="28316"/>
                  <a:pt x="67662" y="30327"/>
                  <a:pt x="63847" y="34348"/>
                </a:cubicBezTo>
                <a:cubicBezTo>
                  <a:pt x="60033" y="38368"/>
                  <a:pt x="58040" y="43244"/>
                  <a:pt x="57868" y="48976"/>
                </a:cubicBezTo>
                <a:lnTo>
                  <a:pt x="98631" y="48976"/>
                </a:lnTo>
                <a:close/>
                <a:moveTo>
                  <a:pt x="151098" y="85520"/>
                </a:moveTo>
                <a:cubicBezTo>
                  <a:pt x="142011" y="85520"/>
                  <a:pt x="134575" y="82435"/>
                  <a:pt x="128788" y="76265"/>
                </a:cubicBezTo>
                <a:cubicBezTo>
                  <a:pt x="123000" y="70094"/>
                  <a:pt x="120107" y="62295"/>
                  <a:pt x="120107" y="52867"/>
                </a:cubicBezTo>
                <a:cubicBezTo>
                  <a:pt x="120107" y="43526"/>
                  <a:pt x="123000" y="35770"/>
                  <a:pt x="128788" y="29600"/>
                </a:cubicBezTo>
                <a:cubicBezTo>
                  <a:pt x="134575" y="23429"/>
                  <a:pt x="142011" y="20344"/>
                  <a:pt x="151098" y="20344"/>
                </a:cubicBezTo>
                <a:cubicBezTo>
                  <a:pt x="160699" y="20344"/>
                  <a:pt x="168287" y="23941"/>
                  <a:pt x="173859" y="31136"/>
                </a:cubicBezTo>
                <a:lnTo>
                  <a:pt x="167429" y="37046"/>
                </a:lnTo>
                <a:cubicBezTo>
                  <a:pt x="163486" y="31655"/>
                  <a:pt x="158215" y="28960"/>
                  <a:pt x="151614" y="28960"/>
                </a:cubicBezTo>
                <a:cubicBezTo>
                  <a:pt x="145269" y="28960"/>
                  <a:pt x="140104" y="31167"/>
                  <a:pt x="136116" y="35581"/>
                </a:cubicBezTo>
                <a:cubicBezTo>
                  <a:pt x="132130" y="39993"/>
                  <a:pt x="130138" y="45755"/>
                  <a:pt x="130138" y="52867"/>
                </a:cubicBezTo>
                <a:cubicBezTo>
                  <a:pt x="130138" y="60066"/>
                  <a:pt x="132109" y="65872"/>
                  <a:pt x="136052" y="70286"/>
                </a:cubicBezTo>
                <a:cubicBezTo>
                  <a:pt x="139996" y="74698"/>
                  <a:pt x="145183" y="76904"/>
                  <a:pt x="151614" y="76904"/>
                </a:cubicBezTo>
                <a:cubicBezTo>
                  <a:pt x="158128" y="76904"/>
                  <a:pt x="163400" y="74209"/>
                  <a:pt x="167429" y="68818"/>
                </a:cubicBezTo>
                <a:lnTo>
                  <a:pt x="173859" y="74728"/>
                </a:lnTo>
                <a:cubicBezTo>
                  <a:pt x="168287" y="81923"/>
                  <a:pt x="160699" y="85520"/>
                  <a:pt x="151098" y="85520"/>
                </a:cubicBezTo>
                <a:close/>
                <a:moveTo>
                  <a:pt x="203051" y="85520"/>
                </a:moveTo>
                <a:cubicBezTo>
                  <a:pt x="193877" y="85520"/>
                  <a:pt x="189290" y="80675"/>
                  <a:pt x="189290" y="70984"/>
                </a:cubicBezTo>
                <a:lnTo>
                  <a:pt x="189290" y="30338"/>
                </a:lnTo>
                <a:lnTo>
                  <a:pt x="179003" y="30338"/>
                </a:lnTo>
                <a:lnTo>
                  <a:pt x="179003" y="21851"/>
                </a:lnTo>
                <a:lnTo>
                  <a:pt x="189290" y="21851"/>
                </a:lnTo>
                <a:lnTo>
                  <a:pt x="189290" y="4898"/>
                </a:lnTo>
                <a:lnTo>
                  <a:pt x="198935" y="4898"/>
                </a:lnTo>
                <a:lnTo>
                  <a:pt x="198935" y="21851"/>
                </a:lnTo>
                <a:lnTo>
                  <a:pt x="211538" y="21851"/>
                </a:lnTo>
                <a:lnTo>
                  <a:pt x="211538" y="30338"/>
                </a:lnTo>
                <a:lnTo>
                  <a:pt x="198935" y="30338"/>
                </a:lnTo>
                <a:lnTo>
                  <a:pt x="198935" y="68928"/>
                </a:lnTo>
                <a:cubicBezTo>
                  <a:pt x="198935" y="71243"/>
                  <a:pt x="199449" y="73152"/>
                  <a:pt x="200477" y="74654"/>
                </a:cubicBezTo>
                <a:cubicBezTo>
                  <a:pt x="201506" y="76154"/>
                  <a:pt x="203093" y="76904"/>
                  <a:pt x="205237" y="76904"/>
                </a:cubicBezTo>
                <a:cubicBezTo>
                  <a:pt x="207894" y="76904"/>
                  <a:pt x="210080" y="76051"/>
                  <a:pt x="211795" y="74344"/>
                </a:cubicBezTo>
                <a:lnTo>
                  <a:pt x="214624" y="81537"/>
                </a:lnTo>
                <a:cubicBezTo>
                  <a:pt x="211966" y="84193"/>
                  <a:pt x="208109" y="85520"/>
                  <a:pt x="203051" y="85520"/>
                </a:cubicBezTo>
                <a:close/>
                <a:moveTo>
                  <a:pt x="229927" y="12988"/>
                </a:moveTo>
                <a:cubicBezTo>
                  <a:pt x="228212" y="12988"/>
                  <a:pt x="226711" y="12366"/>
                  <a:pt x="225425" y="11124"/>
                </a:cubicBezTo>
                <a:cubicBezTo>
                  <a:pt x="224140" y="9880"/>
                  <a:pt x="223497" y="8358"/>
                  <a:pt x="223497" y="6558"/>
                </a:cubicBezTo>
                <a:cubicBezTo>
                  <a:pt x="223497" y="4758"/>
                  <a:pt x="224140" y="3215"/>
                  <a:pt x="225425" y="1929"/>
                </a:cubicBezTo>
                <a:cubicBezTo>
                  <a:pt x="226711" y="643"/>
                  <a:pt x="228212" y="0"/>
                  <a:pt x="229927" y="0"/>
                </a:cubicBezTo>
                <a:cubicBezTo>
                  <a:pt x="231727" y="0"/>
                  <a:pt x="233270" y="643"/>
                  <a:pt x="234556" y="1929"/>
                </a:cubicBezTo>
                <a:cubicBezTo>
                  <a:pt x="235841" y="3215"/>
                  <a:pt x="236484" y="4758"/>
                  <a:pt x="236484" y="6558"/>
                </a:cubicBezTo>
                <a:cubicBezTo>
                  <a:pt x="236484" y="8358"/>
                  <a:pt x="235841" y="9880"/>
                  <a:pt x="234556" y="11124"/>
                </a:cubicBezTo>
                <a:cubicBezTo>
                  <a:pt x="233270" y="12366"/>
                  <a:pt x="231727" y="12988"/>
                  <a:pt x="229927" y="12988"/>
                </a:cubicBezTo>
                <a:moveTo>
                  <a:pt x="225168" y="84013"/>
                </a:moveTo>
                <a:lnTo>
                  <a:pt x="225168" y="21851"/>
                </a:lnTo>
                <a:lnTo>
                  <a:pt x="234813" y="21851"/>
                </a:lnTo>
                <a:lnTo>
                  <a:pt x="234813" y="84013"/>
                </a:lnTo>
                <a:lnTo>
                  <a:pt x="225168" y="84013"/>
                </a:lnTo>
                <a:close/>
                <a:moveTo>
                  <a:pt x="281236" y="85520"/>
                </a:moveTo>
                <a:cubicBezTo>
                  <a:pt x="272234" y="85520"/>
                  <a:pt x="264862" y="82457"/>
                  <a:pt x="259118" y="76329"/>
                </a:cubicBezTo>
                <a:cubicBezTo>
                  <a:pt x="253374" y="70201"/>
                  <a:pt x="250502" y="62380"/>
                  <a:pt x="250502" y="52867"/>
                </a:cubicBezTo>
                <a:cubicBezTo>
                  <a:pt x="250502" y="43270"/>
                  <a:pt x="253374" y="35450"/>
                  <a:pt x="259118" y="29407"/>
                </a:cubicBezTo>
                <a:cubicBezTo>
                  <a:pt x="264862" y="23365"/>
                  <a:pt x="272234" y="20344"/>
                  <a:pt x="281236" y="20344"/>
                </a:cubicBezTo>
                <a:cubicBezTo>
                  <a:pt x="290238" y="20344"/>
                  <a:pt x="297611" y="23365"/>
                  <a:pt x="303353" y="29407"/>
                </a:cubicBezTo>
                <a:cubicBezTo>
                  <a:pt x="309097" y="35450"/>
                  <a:pt x="311969" y="43270"/>
                  <a:pt x="311969" y="52867"/>
                </a:cubicBezTo>
                <a:cubicBezTo>
                  <a:pt x="311969" y="62380"/>
                  <a:pt x="309097" y="70201"/>
                  <a:pt x="303353" y="76329"/>
                </a:cubicBezTo>
                <a:cubicBezTo>
                  <a:pt x="297611" y="82457"/>
                  <a:pt x="290238" y="85520"/>
                  <a:pt x="281236" y="85520"/>
                </a:cubicBezTo>
                <a:moveTo>
                  <a:pt x="281236" y="76904"/>
                </a:moveTo>
                <a:cubicBezTo>
                  <a:pt x="287237" y="76904"/>
                  <a:pt x="292167" y="74655"/>
                  <a:pt x="296025" y="70156"/>
                </a:cubicBezTo>
                <a:cubicBezTo>
                  <a:pt x="299882" y="65658"/>
                  <a:pt x="301811" y="59895"/>
                  <a:pt x="301811" y="52867"/>
                </a:cubicBezTo>
                <a:cubicBezTo>
                  <a:pt x="301811" y="45927"/>
                  <a:pt x="299882" y="40207"/>
                  <a:pt x="296025" y="35708"/>
                </a:cubicBezTo>
                <a:cubicBezTo>
                  <a:pt x="292167" y="31209"/>
                  <a:pt x="287237" y="28960"/>
                  <a:pt x="281236" y="28960"/>
                </a:cubicBezTo>
                <a:cubicBezTo>
                  <a:pt x="275235" y="28960"/>
                  <a:pt x="270284" y="31188"/>
                  <a:pt x="266384" y="35645"/>
                </a:cubicBezTo>
                <a:cubicBezTo>
                  <a:pt x="262483" y="40101"/>
                  <a:pt x="260532" y="45841"/>
                  <a:pt x="260532" y="52867"/>
                </a:cubicBezTo>
                <a:cubicBezTo>
                  <a:pt x="260532" y="59980"/>
                  <a:pt x="262461" y="65764"/>
                  <a:pt x="266319" y="70221"/>
                </a:cubicBezTo>
                <a:cubicBezTo>
                  <a:pt x="270177" y="74677"/>
                  <a:pt x="275149" y="76904"/>
                  <a:pt x="281236" y="76904"/>
                </a:cubicBezTo>
                <a:close/>
                <a:moveTo>
                  <a:pt x="369581" y="84013"/>
                </a:moveTo>
                <a:lnTo>
                  <a:pt x="369581" y="43366"/>
                </a:lnTo>
                <a:cubicBezTo>
                  <a:pt x="369581" y="37879"/>
                  <a:pt x="368316" y="34106"/>
                  <a:pt x="365786" y="32049"/>
                </a:cubicBezTo>
                <a:cubicBezTo>
                  <a:pt x="363257" y="29990"/>
                  <a:pt x="359893" y="28960"/>
                  <a:pt x="355692" y="28960"/>
                </a:cubicBezTo>
                <a:cubicBezTo>
                  <a:pt x="352092" y="28960"/>
                  <a:pt x="348556" y="29925"/>
                  <a:pt x="345083" y="31854"/>
                </a:cubicBezTo>
                <a:cubicBezTo>
                  <a:pt x="341611" y="33782"/>
                  <a:pt x="339017" y="36032"/>
                  <a:pt x="337303" y="38604"/>
                </a:cubicBezTo>
                <a:lnTo>
                  <a:pt x="337303" y="84013"/>
                </a:lnTo>
                <a:lnTo>
                  <a:pt x="327658" y="84013"/>
                </a:lnTo>
                <a:lnTo>
                  <a:pt x="327658" y="21851"/>
                </a:lnTo>
                <a:lnTo>
                  <a:pt x="337303" y="21851"/>
                </a:lnTo>
                <a:lnTo>
                  <a:pt x="337303" y="30889"/>
                </a:lnTo>
                <a:cubicBezTo>
                  <a:pt x="339961" y="27803"/>
                  <a:pt x="343240" y="25274"/>
                  <a:pt x="347141" y="23303"/>
                </a:cubicBezTo>
                <a:cubicBezTo>
                  <a:pt x="351042" y="21330"/>
                  <a:pt x="355136" y="20344"/>
                  <a:pt x="359422" y="20344"/>
                </a:cubicBezTo>
                <a:cubicBezTo>
                  <a:pt x="372624" y="20344"/>
                  <a:pt x="379225" y="27033"/>
                  <a:pt x="379225" y="40409"/>
                </a:cubicBezTo>
                <a:lnTo>
                  <a:pt x="379225" y="84013"/>
                </a:lnTo>
                <a:lnTo>
                  <a:pt x="369581" y="840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89BDB7-DE42-4024-8C0F-A15F455E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042" y="1385944"/>
            <a:ext cx="788057" cy="333926"/>
          </a:xfrm>
          <a:custGeom xmlns:a="http://schemas.openxmlformats.org/drawingml/2006/main">
            <a:pathLst>
              <a:path w="788057" h="333926">
                <a:moveTo>
                  <a:pt x="0" y="0"/>
                </a:moveTo>
                <a:lnTo>
                  <a:pt x="788057" y="0"/>
                </a:lnTo>
                <a:lnTo>
                  <a:pt x="788057" y="333926"/>
                </a:lnTo>
                <a:lnTo>
                  <a:pt x="0" y="3339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video">
            <a:extLst xmlns:a="http://schemas.openxmlformats.org/drawingml/2006/main">
              <a:ext uri="{FF2B5EF4-FFF2-40B4-BE49-F238E27FC236}">
                <a16:creationId xmlns:a16="http://schemas.microsoft.com/office/drawing/2014/main" id="{60B992AF-F668-4615-85B0-E244FD04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051" y="1493161"/>
            <a:ext cx="405733" cy="115444"/>
          </a:xfrm>
          <a:custGeom xmlns:a="http://schemas.openxmlformats.org/drawingml/2006/main">
            <a:pathLst>
              <a:path w="405733" h="115444">
                <a:moveTo>
                  <a:pt x="32075" y="113507"/>
                </a:moveTo>
                <a:lnTo>
                  <a:pt x="0" y="33584"/>
                </a:lnTo>
                <a:lnTo>
                  <a:pt x="22486" y="33584"/>
                </a:lnTo>
                <a:lnTo>
                  <a:pt x="43317" y="89202"/>
                </a:lnTo>
                <a:lnTo>
                  <a:pt x="64150" y="33584"/>
                </a:lnTo>
                <a:lnTo>
                  <a:pt x="86800" y="33584"/>
                </a:lnTo>
                <a:lnTo>
                  <a:pt x="54725" y="113507"/>
                </a:lnTo>
                <a:lnTo>
                  <a:pt x="32075" y="113507"/>
                </a:lnTo>
                <a:close/>
                <a:moveTo>
                  <a:pt x="106642" y="24966"/>
                </a:moveTo>
                <a:cubicBezTo>
                  <a:pt x="103225" y="24966"/>
                  <a:pt x="100276" y="23753"/>
                  <a:pt x="97795" y="21328"/>
                </a:cubicBezTo>
                <a:cubicBezTo>
                  <a:pt x="95316" y="18903"/>
                  <a:pt x="94076" y="15927"/>
                  <a:pt x="94076" y="12400"/>
                </a:cubicBezTo>
                <a:cubicBezTo>
                  <a:pt x="94076" y="8873"/>
                  <a:pt x="95316" y="5924"/>
                  <a:pt x="97795" y="3555"/>
                </a:cubicBezTo>
                <a:cubicBezTo>
                  <a:pt x="100276" y="1185"/>
                  <a:pt x="103225" y="0"/>
                  <a:pt x="106642" y="0"/>
                </a:cubicBezTo>
                <a:cubicBezTo>
                  <a:pt x="110169" y="0"/>
                  <a:pt x="113144" y="1185"/>
                  <a:pt x="115568" y="3555"/>
                </a:cubicBezTo>
                <a:cubicBezTo>
                  <a:pt x="117993" y="5924"/>
                  <a:pt x="119206" y="8873"/>
                  <a:pt x="119206" y="12400"/>
                </a:cubicBezTo>
                <a:cubicBezTo>
                  <a:pt x="119206" y="15927"/>
                  <a:pt x="117993" y="18903"/>
                  <a:pt x="115568" y="21328"/>
                </a:cubicBezTo>
                <a:cubicBezTo>
                  <a:pt x="113144" y="23753"/>
                  <a:pt x="110169" y="24966"/>
                  <a:pt x="106642" y="24966"/>
                </a:cubicBezTo>
                <a:moveTo>
                  <a:pt x="96226" y="113507"/>
                </a:moveTo>
                <a:lnTo>
                  <a:pt x="96226" y="33584"/>
                </a:lnTo>
                <a:lnTo>
                  <a:pt x="117223" y="33584"/>
                </a:lnTo>
                <a:lnTo>
                  <a:pt x="117223" y="113507"/>
                </a:lnTo>
                <a:lnTo>
                  <a:pt x="96226" y="113507"/>
                </a:lnTo>
                <a:close/>
                <a:moveTo>
                  <a:pt x="192947" y="113507"/>
                </a:moveTo>
                <a:lnTo>
                  <a:pt x="192947" y="103214"/>
                </a:lnTo>
                <a:cubicBezTo>
                  <a:pt x="186334" y="111368"/>
                  <a:pt x="178122" y="115444"/>
                  <a:pt x="168312" y="115444"/>
                </a:cubicBezTo>
                <a:cubicBezTo>
                  <a:pt x="157729" y="115444"/>
                  <a:pt x="149186" y="111643"/>
                  <a:pt x="142682" y="104041"/>
                </a:cubicBezTo>
                <a:cubicBezTo>
                  <a:pt x="136180" y="96437"/>
                  <a:pt x="132929" y="86300"/>
                  <a:pt x="132929" y="73629"/>
                </a:cubicBezTo>
                <a:cubicBezTo>
                  <a:pt x="132929" y="61067"/>
                  <a:pt x="136180" y="50929"/>
                  <a:pt x="142682" y="43216"/>
                </a:cubicBezTo>
                <a:cubicBezTo>
                  <a:pt x="149186" y="35503"/>
                  <a:pt x="157729" y="31646"/>
                  <a:pt x="168312" y="31646"/>
                </a:cubicBezTo>
                <a:cubicBezTo>
                  <a:pt x="178342" y="31646"/>
                  <a:pt x="186554" y="35723"/>
                  <a:pt x="192947" y="43877"/>
                </a:cubicBezTo>
                <a:lnTo>
                  <a:pt x="192947" y="3229"/>
                </a:lnTo>
                <a:lnTo>
                  <a:pt x="214109" y="3229"/>
                </a:lnTo>
                <a:lnTo>
                  <a:pt x="214109" y="113507"/>
                </a:lnTo>
                <a:lnTo>
                  <a:pt x="192947" y="113507"/>
                </a:lnTo>
                <a:moveTo>
                  <a:pt x="174760" y="96760"/>
                </a:moveTo>
                <a:cubicBezTo>
                  <a:pt x="178287" y="96760"/>
                  <a:pt x="181758" y="95907"/>
                  <a:pt x="185174" y="94200"/>
                </a:cubicBezTo>
                <a:cubicBezTo>
                  <a:pt x="188592" y="92493"/>
                  <a:pt x="191183" y="90317"/>
                  <a:pt x="192947" y="87673"/>
                </a:cubicBezTo>
                <a:lnTo>
                  <a:pt x="192947" y="59418"/>
                </a:lnTo>
                <a:cubicBezTo>
                  <a:pt x="191183" y="56774"/>
                  <a:pt x="188592" y="54598"/>
                  <a:pt x="185174" y="52891"/>
                </a:cubicBezTo>
                <a:cubicBezTo>
                  <a:pt x="181758" y="51184"/>
                  <a:pt x="178287" y="50330"/>
                  <a:pt x="174760" y="50330"/>
                </a:cubicBezTo>
                <a:cubicBezTo>
                  <a:pt x="168808" y="50330"/>
                  <a:pt x="163957" y="52479"/>
                  <a:pt x="160208" y="56776"/>
                </a:cubicBezTo>
                <a:cubicBezTo>
                  <a:pt x="156461" y="61072"/>
                  <a:pt x="154588" y="66689"/>
                  <a:pt x="154588" y="73629"/>
                </a:cubicBezTo>
                <a:cubicBezTo>
                  <a:pt x="154588" y="80348"/>
                  <a:pt x="156406" y="85883"/>
                  <a:pt x="160044" y="90234"/>
                </a:cubicBezTo>
                <a:cubicBezTo>
                  <a:pt x="163682" y="94585"/>
                  <a:pt x="168588" y="96760"/>
                  <a:pt x="174760" y="96760"/>
                </a:cubicBezTo>
                <a:close/>
                <a:moveTo>
                  <a:pt x="272472" y="115444"/>
                </a:moveTo>
                <a:cubicBezTo>
                  <a:pt x="259907" y="115444"/>
                  <a:pt x="249656" y="111560"/>
                  <a:pt x="241719" y="103792"/>
                </a:cubicBezTo>
                <a:cubicBezTo>
                  <a:pt x="233784" y="96023"/>
                  <a:pt x="229816" y="85913"/>
                  <a:pt x="229816" y="73462"/>
                </a:cubicBezTo>
                <a:cubicBezTo>
                  <a:pt x="229816" y="61563"/>
                  <a:pt x="233757" y="51619"/>
                  <a:pt x="241638" y="43630"/>
                </a:cubicBezTo>
                <a:cubicBezTo>
                  <a:pt x="249519" y="35641"/>
                  <a:pt x="259357" y="31646"/>
                  <a:pt x="271150" y="31646"/>
                </a:cubicBezTo>
                <a:cubicBezTo>
                  <a:pt x="282945" y="31646"/>
                  <a:pt x="292562" y="35697"/>
                  <a:pt x="300001" y="43799"/>
                </a:cubicBezTo>
                <a:cubicBezTo>
                  <a:pt x="307442" y="51900"/>
                  <a:pt x="311162" y="62510"/>
                  <a:pt x="311162" y="75627"/>
                </a:cubicBezTo>
                <a:lnTo>
                  <a:pt x="311162" y="80256"/>
                </a:lnTo>
                <a:lnTo>
                  <a:pt x="251805" y="80256"/>
                </a:lnTo>
                <a:cubicBezTo>
                  <a:pt x="252468" y="85319"/>
                  <a:pt x="254755" y="89666"/>
                  <a:pt x="258667" y="93299"/>
                </a:cubicBezTo>
                <a:cubicBezTo>
                  <a:pt x="262581" y="96930"/>
                  <a:pt x="267954" y="98746"/>
                  <a:pt x="274788" y="98746"/>
                </a:cubicBezTo>
                <a:cubicBezTo>
                  <a:pt x="278094" y="98746"/>
                  <a:pt x="281787" y="98057"/>
                  <a:pt x="285866" y="96680"/>
                </a:cubicBezTo>
                <a:cubicBezTo>
                  <a:pt x="289944" y="95302"/>
                  <a:pt x="293361" y="93346"/>
                  <a:pt x="296116" y="90812"/>
                </a:cubicBezTo>
                <a:lnTo>
                  <a:pt x="305375" y="104377"/>
                </a:lnTo>
                <a:cubicBezTo>
                  <a:pt x="301407" y="108011"/>
                  <a:pt x="296502" y="110765"/>
                  <a:pt x="290659" y="112637"/>
                </a:cubicBezTo>
                <a:cubicBezTo>
                  <a:pt x="284818" y="114508"/>
                  <a:pt x="278755" y="115444"/>
                  <a:pt x="272472" y="115444"/>
                </a:cubicBezTo>
                <a:moveTo>
                  <a:pt x="290826" y="66037"/>
                </a:moveTo>
                <a:cubicBezTo>
                  <a:pt x="290494" y="60746"/>
                  <a:pt x="288510" y="56475"/>
                  <a:pt x="284872" y="53224"/>
                </a:cubicBezTo>
                <a:cubicBezTo>
                  <a:pt x="281235" y="49971"/>
                  <a:pt x="276662" y="48345"/>
                  <a:pt x="271150" y="48345"/>
                </a:cubicBezTo>
                <a:cubicBezTo>
                  <a:pt x="265638" y="48345"/>
                  <a:pt x="261119" y="50026"/>
                  <a:pt x="257592" y="53388"/>
                </a:cubicBezTo>
                <a:cubicBezTo>
                  <a:pt x="254065" y="56750"/>
                  <a:pt x="252026" y="60967"/>
                  <a:pt x="251475" y="66037"/>
                </a:cubicBezTo>
                <a:lnTo>
                  <a:pt x="290826" y="66037"/>
                </a:lnTo>
                <a:close/>
                <a:moveTo>
                  <a:pt x="363408" y="115444"/>
                </a:moveTo>
                <a:cubicBezTo>
                  <a:pt x="351063" y="115444"/>
                  <a:pt x="340950" y="111478"/>
                  <a:pt x="333069" y="103544"/>
                </a:cubicBezTo>
                <a:cubicBezTo>
                  <a:pt x="325187" y="95611"/>
                  <a:pt x="321247" y="85583"/>
                  <a:pt x="321247" y="73462"/>
                </a:cubicBezTo>
                <a:cubicBezTo>
                  <a:pt x="321247" y="61342"/>
                  <a:pt x="325187" y="51344"/>
                  <a:pt x="333069" y="43466"/>
                </a:cubicBezTo>
                <a:cubicBezTo>
                  <a:pt x="340950" y="35586"/>
                  <a:pt x="351063" y="31646"/>
                  <a:pt x="363408" y="31646"/>
                </a:cubicBezTo>
                <a:cubicBezTo>
                  <a:pt x="375753" y="31646"/>
                  <a:pt x="385893" y="35586"/>
                  <a:pt x="393828" y="43466"/>
                </a:cubicBezTo>
                <a:cubicBezTo>
                  <a:pt x="401765" y="51344"/>
                  <a:pt x="405733" y="61342"/>
                  <a:pt x="405733" y="73462"/>
                </a:cubicBezTo>
                <a:cubicBezTo>
                  <a:pt x="405733" y="85693"/>
                  <a:pt x="401765" y="95748"/>
                  <a:pt x="393828" y="103628"/>
                </a:cubicBezTo>
                <a:cubicBezTo>
                  <a:pt x="385893" y="111505"/>
                  <a:pt x="375753" y="115444"/>
                  <a:pt x="363408" y="115444"/>
                </a:cubicBezTo>
                <a:moveTo>
                  <a:pt x="363408" y="96760"/>
                </a:moveTo>
                <a:cubicBezTo>
                  <a:pt x="369470" y="96760"/>
                  <a:pt x="374402" y="94585"/>
                  <a:pt x="378204" y="90234"/>
                </a:cubicBezTo>
                <a:cubicBezTo>
                  <a:pt x="382007" y="85883"/>
                  <a:pt x="383909" y="80292"/>
                  <a:pt x="383909" y="73462"/>
                </a:cubicBezTo>
                <a:cubicBezTo>
                  <a:pt x="383909" y="66854"/>
                  <a:pt x="382007" y="61347"/>
                  <a:pt x="378204" y="56940"/>
                </a:cubicBezTo>
                <a:cubicBezTo>
                  <a:pt x="374402" y="52534"/>
                  <a:pt x="369470" y="50330"/>
                  <a:pt x="363408" y="50330"/>
                </a:cubicBezTo>
                <a:cubicBezTo>
                  <a:pt x="357565" y="50330"/>
                  <a:pt x="352715" y="52451"/>
                  <a:pt x="348856" y="56693"/>
                </a:cubicBezTo>
                <a:cubicBezTo>
                  <a:pt x="345000" y="60933"/>
                  <a:pt x="343072" y="66523"/>
                  <a:pt x="343072" y="73462"/>
                </a:cubicBezTo>
                <a:cubicBezTo>
                  <a:pt x="343072" y="80513"/>
                  <a:pt x="345000" y="86159"/>
                  <a:pt x="348856" y="90400"/>
                </a:cubicBezTo>
                <a:cubicBezTo>
                  <a:pt x="352715" y="94640"/>
                  <a:pt x="357565" y="96760"/>
                  <a:pt x="363408" y="967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d2704440a4efc"/>
          <a:stretch xmlns:a="http://schemas.openxmlformats.org/drawingml/2006/main"/>
        </p:blipFill>
        <p:spPr>
          <a:xfrm xmlns:a="http://schemas.openxmlformats.org/drawingml/2006/main">
            <a:off x="1864418" y="3590486"/>
            <a:ext cx="1658607" cy="185081"/>
          </a:xfrm>
          <a:prstGeom xmlns:a="http://schemas.openxmlformats.org/drawingml/2006/main" prst="rect">
            <a:avLst/>
          </a:prstGeom>
        </p:spPr>
      </p:pic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55764A-63CC-4BC3-AC30-5A190EAA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534" y="3590486"/>
            <a:ext cx="1666377" cy="185081"/>
          </a:xfrm>
          <a:custGeom xmlns:a="http://schemas.openxmlformats.org/drawingml/2006/main">
            <a:pathLst>
              <a:path w="1666377" h="185081" fill="none">
                <a:moveTo>
                  <a:pt x="0" y="0"/>
                </a:moveTo>
                <a:lnTo>
                  <a:pt x="1666377" y="0"/>
                </a:lnTo>
                <a:lnTo>
                  <a:pt x="1666377" y="185081"/>
                </a:lnTo>
                <a:lnTo>
                  <a:pt x="0" y="1850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0F9C59-06BF-47A4-84EF-604B6BAB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445" y="3025537"/>
            <a:ext cx="1069909" cy="489715"/>
          </a:xfrm>
          <a:custGeom xmlns:a="http://schemas.openxmlformats.org/drawingml/2006/main">
            <a:pathLst>
              <a:path w="1069909" h="489715">
                <a:moveTo>
                  <a:pt x="0" y="0"/>
                </a:moveTo>
                <a:lnTo>
                  <a:pt x="1069909" y="0"/>
                </a:lnTo>
                <a:lnTo>
                  <a:pt x="1069909" y="489715"/>
                </a:lnTo>
                <a:lnTo>
                  <a:pt x="0" y="48971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Video">
            <a:extLst xmlns:a="http://schemas.openxmlformats.org/drawingml/2006/main">
              <a:ext uri="{FF2B5EF4-FFF2-40B4-BE49-F238E27FC236}">
                <a16:creationId xmlns:a16="http://schemas.microsoft.com/office/drawing/2014/main" id="{3D040A2C-95FC-4887-A567-5B4A5E67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229" y="3130599"/>
            <a:ext cx="372849" cy="99747"/>
          </a:xfrm>
          <a:custGeom xmlns:a="http://schemas.openxmlformats.org/drawingml/2006/main">
            <a:pathLst>
              <a:path w="372849" h="99747">
                <a:moveTo>
                  <a:pt x="39385" y="98025"/>
                </a:moveTo>
                <a:lnTo>
                  <a:pt x="0" y="0"/>
                </a:lnTo>
                <a:lnTo>
                  <a:pt x="13962" y="0"/>
                </a:lnTo>
                <a:lnTo>
                  <a:pt x="47028" y="84650"/>
                </a:lnTo>
                <a:lnTo>
                  <a:pt x="80096" y="0"/>
                </a:lnTo>
                <a:lnTo>
                  <a:pt x="94058" y="0"/>
                </a:lnTo>
                <a:lnTo>
                  <a:pt x="54524" y="98025"/>
                </a:lnTo>
                <a:lnTo>
                  <a:pt x="39385" y="98025"/>
                </a:lnTo>
                <a:close/>
                <a:moveTo>
                  <a:pt x="111840" y="16852"/>
                </a:moveTo>
                <a:cubicBezTo>
                  <a:pt x="109880" y="16852"/>
                  <a:pt x="108165" y="16142"/>
                  <a:pt x="106696" y="14722"/>
                </a:cubicBezTo>
                <a:cubicBezTo>
                  <a:pt x="105226" y="13300"/>
                  <a:pt x="104491" y="11561"/>
                  <a:pt x="104491" y="9504"/>
                </a:cubicBezTo>
                <a:cubicBezTo>
                  <a:pt x="104491" y="7447"/>
                  <a:pt x="105226" y="5683"/>
                  <a:pt x="106696" y="4214"/>
                </a:cubicBezTo>
                <a:cubicBezTo>
                  <a:pt x="108165" y="2744"/>
                  <a:pt x="109880" y="2009"/>
                  <a:pt x="111840" y="2009"/>
                </a:cubicBezTo>
                <a:cubicBezTo>
                  <a:pt x="113897" y="2009"/>
                  <a:pt x="115660" y="2744"/>
                  <a:pt x="117130" y="4214"/>
                </a:cubicBezTo>
                <a:cubicBezTo>
                  <a:pt x="118600" y="5683"/>
                  <a:pt x="119334" y="7447"/>
                  <a:pt x="119334" y="9504"/>
                </a:cubicBezTo>
                <a:cubicBezTo>
                  <a:pt x="119334" y="11561"/>
                  <a:pt x="118600" y="13300"/>
                  <a:pt x="117130" y="14722"/>
                </a:cubicBezTo>
                <a:cubicBezTo>
                  <a:pt x="115660" y="16142"/>
                  <a:pt x="113897" y="16852"/>
                  <a:pt x="111840" y="16852"/>
                </a:cubicBezTo>
                <a:moveTo>
                  <a:pt x="106402" y="98025"/>
                </a:moveTo>
                <a:lnTo>
                  <a:pt x="106402" y="26982"/>
                </a:lnTo>
                <a:lnTo>
                  <a:pt x="117424" y="26982"/>
                </a:lnTo>
                <a:lnTo>
                  <a:pt x="117424" y="98025"/>
                </a:lnTo>
                <a:lnTo>
                  <a:pt x="106402" y="98025"/>
                </a:lnTo>
                <a:close/>
                <a:moveTo>
                  <a:pt x="190908" y="98025"/>
                </a:moveTo>
                <a:lnTo>
                  <a:pt x="190908" y="87400"/>
                </a:lnTo>
                <a:cubicBezTo>
                  <a:pt x="188262" y="91025"/>
                  <a:pt x="184857" y="93990"/>
                  <a:pt x="180693" y="96293"/>
                </a:cubicBezTo>
                <a:cubicBezTo>
                  <a:pt x="176530" y="98596"/>
                  <a:pt x="171949" y="99747"/>
                  <a:pt x="166951" y="99747"/>
                </a:cubicBezTo>
                <a:cubicBezTo>
                  <a:pt x="157447" y="99747"/>
                  <a:pt x="149805" y="96368"/>
                  <a:pt x="144024" y="89611"/>
                </a:cubicBezTo>
                <a:cubicBezTo>
                  <a:pt x="138244" y="82852"/>
                  <a:pt x="135354" y="73841"/>
                  <a:pt x="135354" y="62577"/>
                </a:cubicBezTo>
                <a:cubicBezTo>
                  <a:pt x="135354" y="51215"/>
                  <a:pt x="138269" y="42155"/>
                  <a:pt x="144098" y="35398"/>
                </a:cubicBezTo>
                <a:cubicBezTo>
                  <a:pt x="149928" y="28639"/>
                  <a:pt x="157546" y="25260"/>
                  <a:pt x="166951" y="25260"/>
                </a:cubicBezTo>
                <a:cubicBezTo>
                  <a:pt x="171753" y="25260"/>
                  <a:pt x="176236" y="26362"/>
                  <a:pt x="180399" y="28567"/>
                </a:cubicBezTo>
                <a:cubicBezTo>
                  <a:pt x="184563" y="30771"/>
                  <a:pt x="188066" y="33832"/>
                  <a:pt x="190908" y="37750"/>
                </a:cubicBezTo>
                <a:lnTo>
                  <a:pt x="190908" y="0"/>
                </a:lnTo>
                <a:lnTo>
                  <a:pt x="201930" y="0"/>
                </a:lnTo>
                <a:lnTo>
                  <a:pt x="201930" y="98025"/>
                </a:lnTo>
                <a:lnTo>
                  <a:pt x="190908" y="98025"/>
                </a:lnTo>
                <a:moveTo>
                  <a:pt x="169597" y="89900"/>
                </a:moveTo>
                <a:cubicBezTo>
                  <a:pt x="174006" y="89900"/>
                  <a:pt x="178170" y="88822"/>
                  <a:pt x="182088" y="86666"/>
                </a:cubicBezTo>
                <a:cubicBezTo>
                  <a:pt x="186008" y="84510"/>
                  <a:pt x="188948" y="81865"/>
                  <a:pt x="190908" y="78730"/>
                </a:cubicBezTo>
                <a:lnTo>
                  <a:pt x="190908" y="46568"/>
                </a:lnTo>
                <a:cubicBezTo>
                  <a:pt x="188948" y="43433"/>
                  <a:pt x="186008" y="40739"/>
                  <a:pt x="182088" y="38486"/>
                </a:cubicBezTo>
                <a:cubicBezTo>
                  <a:pt x="178170" y="36233"/>
                  <a:pt x="174006" y="35107"/>
                  <a:pt x="169597" y="35107"/>
                </a:cubicBezTo>
                <a:cubicBezTo>
                  <a:pt x="162740" y="35107"/>
                  <a:pt x="157228" y="37604"/>
                  <a:pt x="153063" y="42599"/>
                </a:cubicBezTo>
                <a:cubicBezTo>
                  <a:pt x="148900" y="47594"/>
                  <a:pt x="146818" y="54253"/>
                  <a:pt x="146818" y="62577"/>
                </a:cubicBezTo>
                <a:cubicBezTo>
                  <a:pt x="146818" y="70706"/>
                  <a:pt x="148875" y="77292"/>
                  <a:pt x="152989" y="82336"/>
                </a:cubicBezTo>
                <a:cubicBezTo>
                  <a:pt x="157105" y="87379"/>
                  <a:pt x="162641" y="89900"/>
                  <a:pt x="169597" y="89900"/>
                </a:cubicBezTo>
                <a:close/>
                <a:moveTo>
                  <a:pt x="256013" y="99747"/>
                </a:moveTo>
                <a:cubicBezTo>
                  <a:pt x="245334" y="99747"/>
                  <a:pt x="236638" y="96270"/>
                  <a:pt x="229926" y="89317"/>
                </a:cubicBezTo>
                <a:cubicBezTo>
                  <a:pt x="223214" y="82362"/>
                  <a:pt x="219859" y="73400"/>
                  <a:pt x="219859" y="62429"/>
                </a:cubicBezTo>
                <a:cubicBezTo>
                  <a:pt x="219859" y="51949"/>
                  <a:pt x="223190" y="43135"/>
                  <a:pt x="229852" y="35986"/>
                </a:cubicBezTo>
                <a:cubicBezTo>
                  <a:pt x="236515" y="28835"/>
                  <a:pt x="244843" y="25260"/>
                  <a:pt x="254838" y="25260"/>
                </a:cubicBezTo>
                <a:cubicBezTo>
                  <a:pt x="265028" y="25260"/>
                  <a:pt x="273258" y="28783"/>
                  <a:pt x="279528" y="35829"/>
                </a:cubicBezTo>
                <a:cubicBezTo>
                  <a:pt x="285798" y="42873"/>
                  <a:pt x="288933" y="52022"/>
                  <a:pt x="288933" y="63275"/>
                </a:cubicBezTo>
                <a:lnTo>
                  <a:pt x="288933" y="66064"/>
                </a:lnTo>
                <a:lnTo>
                  <a:pt x="231471" y="66064"/>
                </a:lnTo>
                <a:cubicBezTo>
                  <a:pt x="231862" y="73323"/>
                  <a:pt x="234483" y="79232"/>
                  <a:pt x="239333" y="83794"/>
                </a:cubicBezTo>
                <a:cubicBezTo>
                  <a:pt x="244183" y="88355"/>
                  <a:pt x="250086" y="90636"/>
                  <a:pt x="257042" y="90636"/>
                </a:cubicBezTo>
                <a:cubicBezTo>
                  <a:pt x="265664" y="90636"/>
                  <a:pt x="272963" y="87645"/>
                  <a:pt x="278940" y="81663"/>
                </a:cubicBezTo>
                <a:lnTo>
                  <a:pt x="284230" y="88866"/>
                </a:lnTo>
                <a:cubicBezTo>
                  <a:pt x="276979" y="96120"/>
                  <a:pt x="267574" y="99747"/>
                  <a:pt x="256013" y="99747"/>
                </a:cubicBezTo>
                <a:moveTo>
                  <a:pt x="278057" y="57982"/>
                </a:moveTo>
                <a:cubicBezTo>
                  <a:pt x="278057" y="51431"/>
                  <a:pt x="275901" y="45859"/>
                  <a:pt x="271589" y="41264"/>
                </a:cubicBezTo>
                <a:cubicBezTo>
                  <a:pt x="267279" y="36669"/>
                  <a:pt x="261646" y="34371"/>
                  <a:pt x="254690" y="34371"/>
                </a:cubicBezTo>
                <a:cubicBezTo>
                  <a:pt x="248125" y="34371"/>
                  <a:pt x="242663" y="36669"/>
                  <a:pt x="238304" y="41264"/>
                </a:cubicBezTo>
                <a:cubicBezTo>
                  <a:pt x="233944" y="45859"/>
                  <a:pt x="231666" y="51431"/>
                  <a:pt x="231471" y="57982"/>
                </a:cubicBezTo>
                <a:lnTo>
                  <a:pt x="278057" y="57982"/>
                </a:lnTo>
                <a:close/>
                <a:moveTo>
                  <a:pt x="337725" y="99747"/>
                </a:moveTo>
                <a:cubicBezTo>
                  <a:pt x="327438" y="99747"/>
                  <a:pt x="319012" y="96246"/>
                  <a:pt x="312447" y="89243"/>
                </a:cubicBezTo>
                <a:cubicBezTo>
                  <a:pt x="305883" y="82239"/>
                  <a:pt x="302600" y="73301"/>
                  <a:pt x="302600" y="62429"/>
                </a:cubicBezTo>
                <a:cubicBezTo>
                  <a:pt x="302600" y="51460"/>
                  <a:pt x="305883" y="42523"/>
                  <a:pt x="312447" y="35618"/>
                </a:cubicBezTo>
                <a:cubicBezTo>
                  <a:pt x="319012" y="28712"/>
                  <a:pt x="327438" y="25260"/>
                  <a:pt x="337725" y="25260"/>
                </a:cubicBezTo>
                <a:cubicBezTo>
                  <a:pt x="348013" y="25260"/>
                  <a:pt x="356439" y="28712"/>
                  <a:pt x="363002" y="35618"/>
                </a:cubicBezTo>
                <a:cubicBezTo>
                  <a:pt x="369567" y="42523"/>
                  <a:pt x="372849" y="51460"/>
                  <a:pt x="372849" y="62429"/>
                </a:cubicBezTo>
                <a:cubicBezTo>
                  <a:pt x="372849" y="73301"/>
                  <a:pt x="369567" y="82239"/>
                  <a:pt x="363002" y="89243"/>
                </a:cubicBezTo>
                <a:cubicBezTo>
                  <a:pt x="356439" y="96246"/>
                  <a:pt x="348013" y="99747"/>
                  <a:pt x="337725" y="99747"/>
                </a:cubicBezTo>
                <a:moveTo>
                  <a:pt x="337725" y="89900"/>
                </a:moveTo>
                <a:cubicBezTo>
                  <a:pt x="344584" y="89900"/>
                  <a:pt x="350218" y="87329"/>
                  <a:pt x="354627" y="82188"/>
                </a:cubicBezTo>
                <a:cubicBezTo>
                  <a:pt x="359035" y="77047"/>
                  <a:pt x="361240" y="70460"/>
                  <a:pt x="361240" y="62429"/>
                </a:cubicBezTo>
                <a:cubicBezTo>
                  <a:pt x="361240" y="54497"/>
                  <a:pt x="359035" y="47960"/>
                  <a:pt x="354627" y="42818"/>
                </a:cubicBezTo>
                <a:cubicBezTo>
                  <a:pt x="350218" y="37677"/>
                  <a:pt x="344584" y="35107"/>
                  <a:pt x="337725" y="35107"/>
                </a:cubicBezTo>
                <a:cubicBezTo>
                  <a:pt x="330867" y="35107"/>
                  <a:pt x="325209" y="37653"/>
                  <a:pt x="320751" y="42747"/>
                </a:cubicBezTo>
                <a:cubicBezTo>
                  <a:pt x="316293" y="47839"/>
                  <a:pt x="314064" y="54400"/>
                  <a:pt x="314064" y="62429"/>
                </a:cubicBezTo>
                <a:cubicBezTo>
                  <a:pt x="314064" y="70558"/>
                  <a:pt x="316268" y="77169"/>
                  <a:pt x="320677" y="82262"/>
                </a:cubicBezTo>
                <a:cubicBezTo>
                  <a:pt x="325086" y="87354"/>
                  <a:pt x="330769" y="89900"/>
                  <a:pt x="337725" y="899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Embedding">
            <a:extLst xmlns:a="http://schemas.openxmlformats.org/drawingml/2006/main">
              <a:ext uri="{FF2B5EF4-FFF2-40B4-BE49-F238E27FC236}">
                <a16:creationId xmlns:a16="http://schemas.microsoft.com/office/drawing/2014/main" id="{B33D9E48-20A2-4D64-879E-30762049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437" y="3306958"/>
            <a:ext cx="714543" cy="126872"/>
          </a:xfrm>
          <a:custGeom xmlns:a="http://schemas.openxmlformats.org/drawingml/2006/main">
            <a:pathLst>
              <a:path w="714543" h="126872">
                <a:moveTo>
                  <a:pt x="0" y="98025"/>
                </a:moveTo>
                <a:lnTo>
                  <a:pt x="0" y="0"/>
                </a:lnTo>
                <a:lnTo>
                  <a:pt x="64223" y="0"/>
                </a:lnTo>
                <a:lnTo>
                  <a:pt x="64223" y="10876"/>
                </a:lnTo>
                <a:lnTo>
                  <a:pt x="12197" y="10876"/>
                </a:lnTo>
                <a:lnTo>
                  <a:pt x="12197" y="42482"/>
                </a:lnTo>
                <a:lnTo>
                  <a:pt x="63194" y="42482"/>
                </a:lnTo>
                <a:lnTo>
                  <a:pt x="63194" y="53358"/>
                </a:lnTo>
                <a:lnTo>
                  <a:pt x="12197" y="53358"/>
                </a:lnTo>
                <a:lnTo>
                  <a:pt x="12197" y="87148"/>
                </a:lnTo>
                <a:lnTo>
                  <a:pt x="64223" y="87148"/>
                </a:lnTo>
                <a:lnTo>
                  <a:pt x="64223" y="98025"/>
                </a:lnTo>
                <a:lnTo>
                  <a:pt x="0" y="98025"/>
                </a:lnTo>
                <a:close/>
                <a:moveTo>
                  <a:pt x="168863" y="98025"/>
                </a:moveTo>
                <a:lnTo>
                  <a:pt x="168863" y="49806"/>
                </a:lnTo>
                <a:cubicBezTo>
                  <a:pt x="168863" y="40006"/>
                  <a:pt x="164503" y="35107"/>
                  <a:pt x="155783" y="35107"/>
                </a:cubicBezTo>
                <a:cubicBezTo>
                  <a:pt x="152060" y="35107"/>
                  <a:pt x="148460" y="36209"/>
                  <a:pt x="144981" y="38414"/>
                </a:cubicBezTo>
                <a:cubicBezTo>
                  <a:pt x="141503" y="40618"/>
                  <a:pt x="138833" y="43140"/>
                  <a:pt x="136970" y="45980"/>
                </a:cubicBezTo>
                <a:lnTo>
                  <a:pt x="136970" y="98025"/>
                </a:lnTo>
                <a:lnTo>
                  <a:pt x="125948" y="98025"/>
                </a:lnTo>
                <a:lnTo>
                  <a:pt x="125948" y="49806"/>
                </a:lnTo>
                <a:cubicBezTo>
                  <a:pt x="125948" y="40006"/>
                  <a:pt x="121588" y="35107"/>
                  <a:pt x="112868" y="35107"/>
                </a:cubicBezTo>
                <a:cubicBezTo>
                  <a:pt x="109244" y="35107"/>
                  <a:pt x="105717" y="36234"/>
                  <a:pt x="102288" y="38488"/>
                </a:cubicBezTo>
                <a:cubicBezTo>
                  <a:pt x="98858" y="40741"/>
                  <a:pt x="96163" y="43288"/>
                  <a:pt x="94203" y="46128"/>
                </a:cubicBezTo>
                <a:lnTo>
                  <a:pt x="94203" y="98025"/>
                </a:lnTo>
                <a:lnTo>
                  <a:pt x="83182" y="98025"/>
                </a:lnTo>
                <a:lnTo>
                  <a:pt x="83182" y="26982"/>
                </a:lnTo>
                <a:lnTo>
                  <a:pt x="94203" y="26982"/>
                </a:lnTo>
                <a:lnTo>
                  <a:pt x="94203" y="37311"/>
                </a:lnTo>
                <a:cubicBezTo>
                  <a:pt x="95870" y="34469"/>
                  <a:pt x="99006" y="31750"/>
                  <a:pt x="103611" y="29155"/>
                </a:cubicBezTo>
                <a:cubicBezTo>
                  <a:pt x="108215" y="26558"/>
                  <a:pt x="112722" y="25260"/>
                  <a:pt x="117131" y="25260"/>
                </a:cubicBezTo>
                <a:cubicBezTo>
                  <a:pt x="122618" y="25260"/>
                  <a:pt x="126904" y="26533"/>
                  <a:pt x="129989" y="29081"/>
                </a:cubicBezTo>
                <a:cubicBezTo>
                  <a:pt x="133077" y="31628"/>
                  <a:pt x="135159" y="34763"/>
                  <a:pt x="136237" y="38486"/>
                </a:cubicBezTo>
                <a:cubicBezTo>
                  <a:pt x="138686" y="34665"/>
                  <a:pt x="142163" y="31505"/>
                  <a:pt x="146669" y="29007"/>
                </a:cubicBezTo>
                <a:cubicBezTo>
                  <a:pt x="151177" y="26509"/>
                  <a:pt x="155636" y="25260"/>
                  <a:pt x="160046" y="25260"/>
                </a:cubicBezTo>
                <a:cubicBezTo>
                  <a:pt x="173272" y="25260"/>
                  <a:pt x="179885" y="32414"/>
                  <a:pt x="179885" y="46723"/>
                </a:cubicBezTo>
                <a:lnTo>
                  <a:pt x="179885" y="98025"/>
                </a:lnTo>
                <a:lnTo>
                  <a:pt x="168863" y="98025"/>
                </a:lnTo>
                <a:close/>
                <a:moveTo>
                  <a:pt x="212951" y="78730"/>
                </a:moveTo>
                <a:cubicBezTo>
                  <a:pt x="214911" y="81865"/>
                  <a:pt x="217826" y="84510"/>
                  <a:pt x="221695" y="86666"/>
                </a:cubicBezTo>
                <a:cubicBezTo>
                  <a:pt x="225565" y="88822"/>
                  <a:pt x="229706" y="89900"/>
                  <a:pt x="234116" y="89900"/>
                </a:cubicBezTo>
                <a:cubicBezTo>
                  <a:pt x="241072" y="89900"/>
                  <a:pt x="246632" y="87379"/>
                  <a:pt x="250796" y="82336"/>
                </a:cubicBezTo>
                <a:cubicBezTo>
                  <a:pt x="254959" y="77292"/>
                  <a:pt x="257041" y="70706"/>
                  <a:pt x="257041" y="62577"/>
                </a:cubicBezTo>
                <a:cubicBezTo>
                  <a:pt x="257041" y="54350"/>
                  <a:pt x="254983" y="47715"/>
                  <a:pt x="250868" y="42673"/>
                </a:cubicBezTo>
                <a:cubicBezTo>
                  <a:pt x="246753" y="37629"/>
                  <a:pt x="241169" y="35107"/>
                  <a:pt x="234116" y="35107"/>
                </a:cubicBezTo>
                <a:cubicBezTo>
                  <a:pt x="229706" y="35107"/>
                  <a:pt x="225565" y="36233"/>
                  <a:pt x="221695" y="38486"/>
                </a:cubicBezTo>
                <a:cubicBezTo>
                  <a:pt x="217826" y="40739"/>
                  <a:pt x="214911" y="43433"/>
                  <a:pt x="212951" y="46568"/>
                </a:cubicBezTo>
                <a:lnTo>
                  <a:pt x="212951" y="78730"/>
                </a:lnTo>
                <a:moveTo>
                  <a:pt x="201929" y="98025"/>
                </a:moveTo>
                <a:lnTo>
                  <a:pt x="201929" y="0"/>
                </a:lnTo>
                <a:lnTo>
                  <a:pt x="212951" y="0"/>
                </a:lnTo>
                <a:lnTo>
                  <a:pt x="212951" y="37750"/>
                </a:lnTo>
                <a:cubicBezTo>
                  <a:pt x="219027" y="29423"/>
                  <a:pt x="227012" y="25260"/>
                  <a:pt x="236908" y="25260"/>
                </a:cubicBezTo>
                <a:cubicBezTo>
                  <a:pt x="246313" y="25260"/>
                  <a:pt x="253930" y="28688"/>
                  <a:pt x="259759" y="35544"/>
                </a:cubicBezTo>
                <a:cubicBezTo>
                  <a:pt x="265590" y="42400"/>
                  <a:pt x="268505" y="51411"/>
                  <a:pt x="268505" y="62577"/>
                </a:cubicBezTo>
                <a:cubicBezTo>
                  <a:pt x="268505" y="73938"/>
                  <a:pt x="265590" y="82973"/>
                  <a:pt x="259759" y="89682"/>
                </a:cubicBezTo>
                <a:cubicBezTo>
                  <a:pt x="253930" y="96392"/>
                  <a:pt x="246313" y="99747"/>
                  <a:pt x="236908" y="99747"/>
                </a:cubicBezTo>
                <a:cubicBezTo>
                  <a:pt x="231910" y="99747"/>
                  <a:pt x="227329" y="98596"/>
                  <a:pt x="223166" y="96293"/>
                </a:cubicBezTo>
                <a:cubicBezTo>
                  <a:pt x="219002" y="93990"/>
                  <a:pt x="215597" y="91025"/>
                  <a:pt x="212951" y="87400"/>
                </a:cubicBezTo>
                <a:lnTo>
                  <a:pt x="212951" y="98025"/>
                </a:lnTo>
                <a:lnTo>
                  <a:pt x="201929" y="98025"/>
                </a:lnTo>
                <a:close/>
                <a:moveTo>
                  <a:pt x="318473" y="99747"/>
                </a:moveTo>
                <a:cubicBezTo>
                  <a:pt x="307794" y="99747"/>
                  <a:pt x="299099" y="96270"/>
                  <a:pt x="292386" y="89317"/>
                </a:cubicBezTo>
                <a:cubicBezTo>
                  <a:pt x="285675" y="82362"/>
                  <a:pt x="282319" y="73400"/>
                  <a:pt x="282319" y="62429"/>
                </a:cubicBezTo>
                <a:cubicBezTo>
                  <a:pt x="282319" y="51949"/>
                  <a:pt x="285650" y="43135"/>
                  <a:pt x="292312" y="35986"/>
                </a:cubicBezTo>
                <a:cubicBezTo>
                  <a:pt x="298975" y="28835"/>
                  <a:pt x="307304" y="25260"/>
                  <a:pt x="317298" y="25260"/>
                </a:cubicBezTo>
                <a:cubicBezTo>
                  <a:pt x="327488" y="25260"/>
                  <a:pt x="335718" y="28783"/>
                  <a:pt x="341988" y="35829"/>
                </a:cubicBezTo>
                <a:cubicBezTo>
                  <a:pt x="348258" y="42873"/>
                  <a:pt x="351393" y="52022"/>
                  <a:pt x="351393" y="63275"/>
                </a:cubicBezTo>
                <a:lnTo>
                  <a:pt x="351393" y="66064"/>
                </a:lnTo>
                <a:lnTo>
                  <a:pt x="293931" y="66064"/>
                </a:lnTo>
                <a:cubicBezTo>
                  <a:pt x="294323" y="73323"/>
                  <a:pt x="296944" y="79232"/>
                  <a:pt x="301793" y="83794"/>
                </a:cubicBezTo>
                <a:cubicBezTo>
                  <a:pt x="306643" y="88355"/>
                  <a:pt x="312546" y="90636"/>
                  <a:pt x="319502" y="90636"/>
                </a:cubicBezTo>
                <a:cubicBezTo>
                  <a:pt x="328124" y="90636"/>
                  <a:pt x="335423" y="87645"/>
                  <a:pt x="341401" y="81663"/>
                </a:cubicBezTo>
                <a:lnTo>
                  <a:pt x="346691" y="88866"/>
                </a:lnTo>
                <a:cubicBezTo>
                  <a:pt x="339440" y="96120"/>
                  <a:pt x="330034" y="99747"/>
                  <a:pt x="318473" y="99747"/>
                </a:cubicBezTo>
                <a:moveTo>
                  <a:pt x="340517" y="57982"/>
                </a:moveTo>
                <a:cubicBezTo>
                  <a:pt x="340517" y="51431"/>
                  <a:pt x="338361" y="45859"/>
                  <a:pt x="334050" y="41264"/>
                </a:cubicBezTo>
                <a:cubicBezTo>
                  <a:pt x="329739" y="36669"/>
                  <a:pt x="324106" y="34371"/>
                  <a:pt x="317150" y="34371"/>
                </a:cubicBezTo>
                <a:cubicBezTo>
                  <a:pt x="310585" y="34371"/>
                  <a:pt x="305123" y="36669"/>
                  <a:pt x="300764" y="41264"/>
                </a:cubicBezTo>
                <a:cubicBezTo>
                  <a:pt x="296405" y="45859"/>
                  <a:pt x="294127" y="51431"/>
                  <a:pt x="293931" y="57982"/>
                </a:cubicBezTo>
                <a:lnTo>
                  <a:pt x="340517" y="57982"/>
                </a:lnTo>
                <a:close/>
                <a:moveTo>
                  <a:pt x="420614" y="98025"/>
                </a:moveTo>
                <a:lnTo>
                  <a:pt x="420614" y="87400"/>
                </a:lnTo>
                <a:cubicBezTo>
                  <a:pt x="417968" y="91025"/>
                  <a:pt x="414563" y="93990"/>
                  <a:pt x="410400" y="96293"/>
                </a:cubicBezTo>
                <a:cubicBezTo>
                  <a:pt x="406236" y="98596"/>
                  <a:pt x="401655" y="99747"/>
                  <a:pt x="396658" y="99747"/>
                </a:cubicBezTo>
                <a:cubicBezTo>
                  <a:pt x="387154" y="99747"/>
                  <a:pt x="379511" y="96368"/>
                  <a:pt x="373730" y="89611"/>
                </a:cubicBezTo>
                <a:cubicBezTo>
                  <a:pt x="367950" y="82852"/>
                  <a:pt x="365061" y="73841"/>
                  <a:pt x="365061" y="62577"/>
                </a:cubicBezTo>
                <a:cubicBezTo>
                  <a:pt x="365061" y="51215"/>
                  <a:pt x="367975" y="42155"/>
                  <a:pt x="373804" y="35398"/>
                </a:cubicBezTo>
                <a:cubicBezTo>
                  <a:pt x="379635" y="28639"/>
                  <a:pt x="387252" y="25260"/>
                  <a:pt x="396658" y="25260"/>
                </a:cubicBezTo>
                <a:cubicBezTo>
                  <a:pt x="401459" y="25260"/>
                  <a:pt x="405942" y="26362"/>
                  <a:pt x="410106" y="28567"/>
                </a:cubicBezTo>
                <a:cubicBezTo>
                  <a:pt x="414269" y="30771"/>
                  <a:pt x="417772" y="33832"/>
                  <a:pt x="420614" y="37750"/>
                </a:cubicBezTo>
                <a:lnTo>
                  <a:pt x="420614" y="0"/>
                </a:lnTo>
                <a:lnTo>
                  <a:pt x="431636" y="0"/>
                </a:lnTo>
                <a:lnTo>
                  <a:pt x="431636" y="98025"/>
                </a:lnTo>
                <a:lnTo>
                  <a:pt x="420614" y="98025"/>
                </a:lnTo>
                <a:moveTo>
                  <a:pt x="399304" y="89900"/>
                </a:moveTo>
                <a:cubicBezTo>
                  <a:pt x="403712" y="89900"/>
                  <a:pt x="407876" y="88822"/>
                  <a:pt x="411794" y="86666"/>
                </a:cubicBezTo>
                <a:cubicBezTo>
                  <a:pt x="415714" y="84510"/>
                  <a:pt x="418654" y="81865"/>
                  <a:pt x="420614" y="78730"/>
                </a:cubicBezTo>
                <a:lnTo>
                  <a:pt x="420614" y="46568"/>
                </a:lnTo>
                <a:cubicBezTo>
                  <a:pt x="418654" y="43433"/>
                  <a:pt x="415714" y="40739"/>
                  <a:pt x="411794" y="38486"/>
                </a:cubicBezTo>
                <a:cubicBezTo>
                  <a:pt x="407876" y="36233"/>
                  <a:pt x="403712" y="35107"/>
                  <a:pt x="399304" y="35107"/>
                </a:cubicBezTo>
                <a:cubicBezTo>
                  <a:pt x="392446" y="35107"/>
                  <a:pt x="386935" y="37604"/>
                  <a:pt x="382770" y="42599"/>
                </a:cubicBezTo>
                <a:cubicBezTo>
                  <a:pt x="378606" y="47594"/>
                  <a:pt x="376524" y="54253"/>
                  <a:pt x="376524" y="62577"/>
                </a:cubicBezTo>
                <a:cubicBezTo>
                  <a:pt x="376524" y="70706"/>
                  <a:pt x="378581" y="77292"/>
                  <a:pt x="382696" y="82336"/>
                </a:cubicBezTo>
                <a:cubicBezTo>
                  <a:pt x="386811" y="87379"/>
                  <a:pt x="392347" y="89900"/>
                  <a:pt x="399304" y="89900"/>
                </a:cubicBezTo>
                <a:close/>
                <a:moveTo>
                  <a:pt x="505119" y="98025"/>
                </a:moveTo>
                <a:lnTo>
                  <a:pt x="505119" y="87400"/>
                </a:lnTo>
                <a:cubicBezTo>
                  <a:pt x="502473" y="91025"/>
                  <a:pt x="499068" y="93990"/>
                  <a:pt x="494905" y="96293"/>
                </a:cubicBezTo>
                <a:cubicBezTo>
                  <a:pt x="490741" y="98596"/>
                  <a:pt x="486160" y="99747"/>
                  <a:pt x="481163" y="99747"/>
                </a:cubicBezTo>
                <a:cubicBezTo>
                  <a:pt x="471659" y="99747"/>
                  <a:pt x="464016" y="96368"/>
                  <a:pt x="458235" y="89611"/>
                </a:cubicBezTo>
                <a:cubicBezTo>
                  <a:pt x="452456" y="82852"/>
                  <a:pt x="449566" y="73841"/>
                  <a:pt x="449566" y="62577"/>
                </a:cubicBezTo>
                <a:cubicBezTo>
                  <a:pt x="449566" y="51215"/>
                  <a:pt x="452480" y="42155"/>
                  <a:pt x="458309" y="35398"/>
                </a:cubicBezTo>
                <a:cubicBezTo>
                  <a:pt x="464140" y="28639"/>
                  <a:pt x="471758" y="25260"/>
                  <a:pt x="481163" y="25260"/>
                </a:cubicBezTo>
                <a:cubicBezTo>
                  <a:pt x="485965" y="25260"/>
                  <a:pt x="490447" y="26362"/>
                  <a:pt x="494611" y="28567"/>
                </a:cubicBezTo>
                <a:cubicBezTo>
                  <a:pt x="498775" y="30771"/>
                  <a:pt x="502277" y="33832"/>
                  <a:pt x="505119" y="37750"/>
                </a:cubicBezTo>
                <a:lnTo>
                  <a:pt x="505119" y="0"/>
                </a:lnTo>
                <a:lnTo>
                  <a:pt x="516141" y="0"/>
                </a:lnTo>
                <a:lnTo>
                  <a:pt x="516141" y="98025"/>
                </a:lnTo>
                <a:lnTo>
                  <a:pt x="505119" y="98025"/>
                </a:lnTo>
                <a:moveTo>
                  <a:pt x="483809" y="89900"/>
                </a:moveTo>
                <a:cubicBezTo>
                  <a:pt x="488218" y="89900"/>
                  <a:pt x="492381" y="88822"/>
                  <a:pt x="496300" y="86666"/>
                </a:cubicBezTo>
                <a:cubicBezTo>
                  <a:pt x="500220" y="84510"/>
                  <a:pt x="503159" y="81865"/>
                  <a:pt x="505119" y="78730"/>
                </a:cubicBezTo>
                <a:lnTo>
                  <a:pt x="505119" y="46568"/>
                </a:lnTo>
                <a:cubicBezTo>
                  <a:pt x="503159" y="43433"/>
                  <a:pt x="500220" y="40739"/>
                  <a:pt x="496300" y="38486"/>
                </a:cubicBezTo>
                <a:cubicBezTo>
                  <a:pt x="492381" y="36233"/>
                  <a:pt x="488218" y="35107"/>
                  <a:pt x="483809" y="35107"/>
                </a:cubicBezTo>
                <a:cubicBezTo>
                  <a:pt x="476951" y="35107"/>
                  <a:pt x="471440" y="37604"/>
                  <a:pt x="467275" y="42599"/>
                </a:cubicBezTo>
                <a:cubicBezTo>
                  <a:pt x="463111" y="47594"/>
                  <a:pt x="461029" y="54253"/>
                  <a:pt x="461029" y="62577"/>
                </a:cubicBezTo>
                <a:cubicBezTo>
                  <a:pt x="461029" y="70706"/>
                  <a:pt x="463087" y="77292"/>
                  <a:pt x="467201" y="82336"/>
                </a:cubicBezTo>
                <a:cubicBezTo>
                  <a:pt x="471317" y="87379"/>
                  <a:pt x="476853" y="89900"/>
                  <a:pt x="483809" y="89900"/>
                </a:cubicBezTo>
                <a:close/>
                <a:moveTo>
                  <a:pt x="543624" y="16852"/>
                </a:moveTo>
                <a:cubicBezTo>
                  <a:pt x="541664" y="16852"/>
                  <a:pt x="539949" y="16142"/>
                  <a:pt x="538479" y="14722"/>
                </a:cubicBezTo>
                <a:cubicBezTo>
                  <a:pt x="537010" y="13300"/>
                  <a:pt x="536275" y="11561"/>
                  <a:pt x="536275" y="9504"/>
                </a:cubicBezTo>
                <a:cubicBezTo>
                  <a:pt x="536275" y="7447"/>
                  <a:pt x="537010" y="5683"/>
                  <a:pt x="538479" y="4214"/>
                </a:cubicBezTo>
                <a:cubicBezTo>
                  <a:pt x="539949" y="2744"/>
                  <a:pt x="541664" y="2009"/>
                  <a:pt x="543624" y="2009"/>
                </a:cubicBezTo>
                <a:cubicBezTo>
                  <a:pt x="545681" y="2009"/>
                  <a:pt x="547444" y="2744"/>
                  <a:pt x="548914" y="4214"/>
                </a:cubicBezTo>
                <a:cubicBezTo>
                  <a:pt x="550383" y="5683"/>
                  <a:pt x="551118" y="7447"/>
                  <a:pt x="551118" y="9504"/>
                </a:cubicBezTo>
                <a:cubicBezTo>
                  <a:pt x="551118" y="11561"/>
                  <a:pt x="550383" y="13300"/>
                  <a:pt x="548914" y="14722"/>
                </a:cubicBezTo>
                <a:cubicBezTo>
                  <a:pt x="547444" y="16142"/>
                  <a:pt x="545681" y="16852"/>
                  <a:pt x="543624" y="16852"/>
                </a:cubicBezTo>
                <a:moveTo>
                  <a:pt x="538186" y="98025"/>
                </a:moveTo>
                <a:lnTo>
                  <a:pt x="538186" y="26982"/>
                </a:lnTo>
                <a:lnTo>
                  <a:pt x="549207" y="26982"/>
                </a:lnTo>
                <a:lnTo>
                  <a:pt x="549207" y="98025"/>
                </a:lnTo>
                <a:lnTo>
                  <a:pt x="538186" y="98025"/>
                </a:lnTo>
                <a:close/>
                <a:moveTo>
                  <a:pt x="619164" y="98025"/>
                </a:moveTo>
                <a:lnTo>
                  <a:pt x="619164" y="51571"/>
                </a:lnTo>
                <a:cubicBezTo>
                  <a:pt x="619164" y="45299"/>
                  <a:pt x="617718" y="40988"/>
                  <a:pt x="614827" y="38636"/>
                </a:cubicBezTo>
                <a:cubicBezTo>
                  <a:pt x="611937" y="36283"/>
                  <a:pt x="608092" y="35107"/>
                  <a:pt x="603292" y="35107"/>
                </a:cubicBezTo>
                <a:cubicBezTo>
                  <a:pt x="599177" y="35107"/>
                  <a:pt x="595136" y="36209"/>
                  <a:pt x="591166" y="38414"/>
                </a:cubicBezTo>
                <a:cubicBezTo>
                  <a:pt x="587199" y="40618"/>
                  <a:pt x="584235" y="43189"/>
                  <a:pt x="582275" y="46128"/>
                </a:cubicBezTo>
                <a:lnTo>
                  <a:pt x="582275" y="98025"/>
                </a:lnTo>
                <a:lnTo>
                  <a:pt x="571253" y="98025"/>
                </a:lnTo>
                <a:lnTo>
                  <a:pt x="571253" y="26982"/>
                </a:lnTo>
                <a:lnTo>
                  <a:pt x="582275" y="26982"/>
                </a:lnTo>
                <a:lnTo>
                  <a:pt x="582275" y="37311"/>
                </a:lnTo>
                <a:cubicBezTo>
                  <a:pt x="585313" y="33784"/>
                  <a:pt x="589061" y="30894"/>
                  <a:pt x="593519" y="28641"/>
                </a:cubicBezTo>
                <a:cubicBezTo>
                  <a:pt x="597977" y="26387"/>
                  <a:pt x="602655" y="25260"/>
                  <a:pt x="607555" y="25260"/>
                </a:cubicBezTo>
                <a:cubicBezTo>
                  <a:pt x="622642" y="25260"/>
                  <a:pt x="630186" y="32904"/>
                  <a:pt x="630186" y="48192"/>
                </a:cubicBezTo>
                <a:lnTo>
                  <a:pt x="630186" y="98025"/>
                </a:lnTo>
                <a:lnTo>
                  <a:pt x="619164" y="98025"/>
                </a:lnTo>
                <a:close/>
                <a:moveTo>
                  <a:pt x="680742" y="126872"/>
                </a:moveTo>
                <a:cubicBezTo>
                  <a:pt x="674668" y="126872"/>
                  <a:pt x="669426" y="126137"/>
                  <a:pt x="665017" y="124668"/>
                </a:cubicBezTo>
                <a:cubicBezTo>
                  <a:pt x="660609" y="123200"/>
                  <a:pt x="656298" y="120409"/>
                  <a:pt x="652085" y="116297"/>
                </a:cubicBezTo>
                <a:lnTo>
                  <a:pt x="657669" y="108071"/>
                </a:lnTo>
                <a:cubicBezTo>
                  <a:pt x="660608" y="111595"/>
                  <a:pt x="663914" y="114091"/>
                  <a:pt x="667587" y="115559"/>
                </a:cubicBezTo>
                <a:cubicBezTo>
                  <a:pt x="671262" y="117027"/>
                  <a:pt x="675647" y="117761"/>
                  <a:pt x="680742" y="117761"/>
                </a:cubicBezTo>
                <a:cubicBezTo>
                  <a:pt x="687993" y="117761"/>
                  <a:pt x="693602" y="115871"/>
                  <a:pt x="697570" y="112092"/>
                </a:cubicBezTo>
                <a:cubicBezTo>
                  <a:pt x="701537" y="108313"/>
                  <a:pt x="703521" y="103084"/>
                  <a:pt x="703521" y="96408"/>
                </a:cubicBezTo>
                <a:lnTo>
                  <a:pt x="703521" y="86247"/>
                </a:lnTo>
                <a:cubicBezTo>
                  <a:pt x="700974" y="89872"/>
                  <a:pt x="697618" y="92886"/>
                  <a:pt x="693455" y="95287"/>
                </a:cubicBezTo>
                <a:cubicBezTo>
                  <a:pt x="689291" y="97686"/>
                  <a:pt x="684710" y="98886"/>
                  <a:pt x="679713" y="98886"/>
                </a:cubicBezTo>
                <a:cubicBezTo>
                  <a:pt x="670112" y="98886"/>
                  <a:pt x="662445" y="95506"/>
                  <a:pt x="656713" y="88745"/>
                </a:cubicBezTo>
                <a:cubicBezTo>
                  <a:pt x="650982" y="81985"/>
                  <a:pt x="648116" y="73119"/>
                  <a:pt x="648116" y="62147"/>
                </a:cubicBezTo>
                <a:cubicBezTo>
                  <a:pt x="648116" y="50782"/>
                  <a:pt x="651030" y="41793"/>
                  <a:pt x="656859" y="35181"/>
                </a:cubicBezTo>
                <a:cubicBezTo>
                  <a:pt x="662690" y="28567"/>
                  <a:pt x="670308" y="25260"/>
                  <a:pt x="679713" y="25260"/>
                </a:cubicBezTo>
                <a:cubicBezTo>
                  <a:pt x="689511" y="25260"/>
                  <a:pt x="697447" y="29423"/>
                  <a:pt x="703521" y="37750"/>
                </a:cubicBezTo>
                <a:lnTo>
                  <a:pt x="703521" y="26982"/>
                </a:lnTo>
                <a:lnTo>
                  <a:pt x="714543" y="26982"/>
                </a:lnTo>
                <a:lnTo>
                  <a:pt x="714543" y="95979"/>
                </a:lnTo>
                <a:cubicBezTo>
                  <a:pt x="714543" y="105983"/>
                  <a:pt x="711604" y="113632"/>
                  <a:pt x="705726" y="118927"/>
                </a:cubicBezTo>
                <a:cubicBezTo>
                  <a:pt x="699847" y="124224"/>
                  <a:pt x="691519" y="126872"/>
                  <a:pt x="680742" y="126872"/>
                </a:cubicBezTo>
                <a:moveTo>
                  <a:pt x="682359" y="89187"/>
                </a:moveTo>
                <a:cubicBezTo>
                  <a:pt x="686376" y="89187"/>
                  <a:pt x="690368" y="88109"/>
                  <a:pt x="694336" y="85953"/>
                </a:cubicBezTo>
                <a:cubicBezTo>
                  <a:pt x="698304" y="83797"/>
                  <a:pt x="701366" y="81005"/>
                  <a:pt x="703521" y="77575"/>
                </a:cubicBezTo>
                <a:lnTo>
                  <a:pt x="703521" y="46568"/>
                </a:lnTo>
                <a:cubicBezTo>
                  <a:pt x="701366" y="43140"/>
                  <a:pt x="698279" y="40373"/>
                  <a:pt x="694262" y="38266"/>
                </a:cubicBezTo>
                <a:cubicBezTo>
                  <a:pt x="690246" y="36160"/>
                  <a:pt x="686279" y="35107"/>
                  <a:pt x="682359" y="35107"/>
                </a:cubicBezTo>
                <a:cubicBezTo>
                  <a:pt x="675403" y="35107"/>
                  <a:pt x="669867" y="37605"/>
                  <a:pt x="665751" y="42601"/>
                </a:cubicBezTo>
                <a:cubicBezTo>
                  <a:pt x="661636" y="47597"/>
                  <a:pt x="659579" y="54113"/>
                  <a:pt x="659579" y="62147"/>
                </a:cubicBezTo>
                <a:cubicBezTo>
                  <a:pt x="659579" y="70278"/>
                  <a:pt x="661686" y="76818"/>
                  <a:pt x="665899" y="81766"/>
                </a:cubicBezTo>
                <a:cubicBezTo>
                  <a:pt x="670112" y="86713"/>
                  <a:pt x="675598" y="89187"/>
                  <a:pt x="682359" y="891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E5EDE7-FAF4-478C-BA93-618FD003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9099" y="3230035"/>
            <a:ext cx="904574" cy="360397"/>
          </a:xfrm>
          <a:custGeom xmlns:a="http://schemas.openxmlformats.org/drawingml/2006/main">
            <a:pathLst>
              <a:path w="904574" h="360397">
                <a:moveTo>
                  <a:pt x="904574" y="360397"/>
                </a:moveTo>
                <a:cubicBezTo>
                  <a:pt x="904574" y="270311"/>
                  <a:pt x="678430" y="225274"/>
                  <a:pt x="452287" y="180224"/>
                </a:cubicBezTo>
                <a:cubicBezTo>
                  <a:pt x="226143" y="135174"/>
                  <a:pt x="0" y="90112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3F3545-0274-4970-8602-82E3606D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9099" y="3230035"/>
            <a:ext cx="855550" cy="293834"/>
          </a:xfrm>
          <a:custGeom xmlns:a="http://schemas.openxmlformats.org/drawingml/2006/main">
            <a:pathLst>
              <a:path w="855550" h="293834" fill="none">
                <a:moveTo>
                  <a:pt x="0" y="0"/>
                </a:moveTo>
                <a:cubicBezTo>
                  <a:pt x="0" y="90112"/>
                  <a:pt x="226143" y="135174"/>
                  <a:pt x="452287" y="180224"/>
                </a:cubicBezTo>
                <a:cubicBezTo>
                  <a:pt x="565359" y="202749"/>
                  <a:pt x="678430" y="225271"/>
                  <a:pt x="763234" y="253422"/>
                </a:cubicBezTo>
                <a:cubicBezTo>
                  <a:pt x="784435" y="260460"/>
                  <a:pt x="803869" y="267849"/>
                  <a:pt x="821095" y="275679"/>
                </a:cubicBezTo>
                <a:cubicBezTo>
                  <a:pt x="829708" y="279594"/>
                  <a:pt x="837769" y="283619"/>
                  <a:pt x="845222" y="287764"/>
                </a:cubicBezTo>
                <a:cubicBezTo>
                  <a:pt x="847085" y="288800"/>
                  <a:pt x="848911" y="289844"/>
                  <a:pt x="850697" y="290896"/>
                </a:cubicBezTo>
                <a:cubicBezTo>
                  <a:pt x="851591" y="291422"/>
                  <a:pt x="852474" y="291950"/>
                  <a:pt x="853348" y="292479"/>
                </a:cubicBezTo>
                <a:lnTo>
                  <a:pt x="855550" y="293834"/>
                </a:lnTo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FF"/>
            </a:solidFill>
            <a:round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C767C0-294B-4BD0-B9D3-009399FE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325" y="3510373"/>
            <a:ext cx="55403" cy="63841"/>
          </a:xfrm>
          <a:custGeom xmlns:a="http://schemas.openxmlformats.org/drawingml/2006/main">
            <a:pathLst>
              <a:path w="55403" h="63841">
                <a:moveTo>
                  <a:pt x="0" y="26992"/>
                </a:moveTo>
                <a:lnTo>
                  <a:pt x="36648" y="0"/>
                </a:lnTo>
                <a:lnTo>
                  <a:pt x="55403" y="63841"/>
                </a:lnTo>
                <a:lnTo>
                  <a:pt x="0" y="26992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C538F8-80EF-48E3-89A1-D15912EC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325" y="3510373"/>
            <a:ext cx="55403" cy="63841"/>
          </a:xfrm>
          <a:custGeom xmlns:a="http://schemas.openxmlformats.org/drawingml/2006/main">
            <a:pathLst>
              <a:path w="55403" h="63841" fill="none">
                <a:moveTo>
                  <a:pt x="0" y="26992"/>
                </a:moveTo>
                <a:lnTo>
                  <a:pt x="55403" y="63841"/>
                </a:lnTo>
                <a:lnTo>
                  <a:pt x="36648" y="0"/>
                </a:lnTo>
                <a:lnTo>
                  <a:pt x="0" y="2699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FF"/>
            </a:solidFill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26D37C-7A90-419B-9CD1-7B1B70E7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804" y="1863790"/>
            <a:ext cx="850329" cy="330455"/>
          </a:xfrm>
          <a:custGeom xmlns:a="http://schemas.openxmlformats.org/drawingml/2006/main">
            <a:pathLst>
              <a:path w="850329" h="330455">
                <a:moveTo>
                  <a:pt x="0" y="55077"/>
                </a:moveTo>
                <a:lnTo>
                  <a:pt x="0" y="55077"/>
                </a:lnTo>
                <a:cubicBezTo>
                  <a:pt x="0" y="24659"/>
                  <a:pt x="24659" y="0"/>
                  <a:pt x="55077" y="0"/>
                </a:cubicBezTo>
                <a:lnTo>
                  <a:pt x="795252" y="0"/>
                </a:lnTo>
                <a:cubicBezTo>
                  <a:pt x="809860" y="0"/>
                  <a:pt x="823869" y="5803"/>
                  <a:pt x="834198" y="16132"/>
                </a:cubicBezTo>
                <a:cubicBezTo>
                  <a:pt x="844527" y="26460"/>
                  <a:pt x="850329" y="40469"/>
                  <a:pt x="850329" y="55077"/>
                </a:cubicBezTo>
                <a:lnTo>
                  <a:pt x="850329" y="275378"/>
                </a:lnTo>
                <a:cubicBezTo>
                  <a:pt x="850329" y="305796"/>
                  <a:pt x="825671" y="330455"/>
                  <a:pt x="795252" y="330455"/>
                </a:cubicBezTo>
                <a:lnTo>
                  <a:pt x="55077" y="330455"/>
                </a:lnTo>
                <a:cubicBezTo>
                  <a:pt x="24659" y="330455"/>
                  <a:pt x="0" y="305796"/>
                  <a:pt x="0" y="275378"/>
                </a:cubicBezTo>
                <a:lnTo>
                  <a:pt x="0" y="55077"/>
                </a:ln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68992E-198A-40CD-A49E-58CD684D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804" y="1863790"/>
            <a:ext cx="850329" cy="330455"/>
          </a:xfrm>
          <a:custGeom xmlns:a="http://schemas.openxmlformats.org/drawingml/2006/main">
            <a:pathLst>
              <a:path w="850329" h="330455" fill="none">
                <a:moveTo>
                  <a:pt x="0" y="55077"/>
                </a:moveTo>
                <a:lnTo>
                  <a:pt x="0" y="55077"/>
                </a:lnTo>
                <a:cubicBezTo>
                  <a:pt x="0" y="24659"/>
                  <a:pt x="24659" y="0"/>
                  <a:pt x="55077" y="0"/>
                </a:cubicBezTo>
                <a:lnTo>
                  <a:pt x="795252" y="0"/>
                </a:lnTo>
                <a:cubicBezTo>
                  <a:pt x="809860" y="0"/>
                  <a:pt x="823869" y="5803"/>
                  <a:pt x="834198" y="16132"/>
                </a:cubicBezTo>
                <a:cubicBezTo>
                  <a:pt x="844527" y="26460"/>
                  <a:pt x="850329" y="40469"/>
                  <a:pt x="850329" y="55077"/>
                </a:cubicBezTo>
                <a:lnTo>
                  <a:pt x="850329" y="275378"/>
                </a:lnTo>
                <a:cubicBezTo>
                  <a:pt x="850329" y="305796"/>
                  <a:pt x="825671" y="330455"/>
                  <a:pt x="795252" y="330455"/>
                </a:cubicBezTo>
                <a:lnTo>
                  <a:pt x="55077" y="330455"/>
                </a:lnTo>
                <a:cubicBezTo>
                  <a:pt x="24659" y="330455"/>
                  <a:pt x="0" y="305796"/>
                  <a:pt x="0" y="275378"/>
                </a:cubicBezTo>
                <a:lnTo>
                  <a:pt x="0" y="550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38" name="Text Vision">
            <a:extLst xmlns:a="http://schemas.openxmlformats.org/drawingml/2006/main">
              <a:ext uri="{FF2B5EF4-FFF2-40B4-BE49-F238E27FC236}">
                <a16:creationId xmlns:a16="http://schemas.microsoft.com/office/drawing/2014/main" id="{AE3AD03A-FD66-468A-A9A3-803B7BDE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877" y="1915139"/>
            <a:ext cx="335888" cy="87278"/>
          </a:xfrm>
          <a:custGeom xmlns:a="http://schemas.openxmlformats.org/drawingml/2006/main">
            <a:pathLst>
              <a:path w="335888" h="87278">
                <a:moveTo>
                  <a:pt x="34462" y="85772"/>
                </a:moveTo>
                <a:lnTo>
                  <a:pt x="0" y="0"/>
                </a:lnTo>
                <a:lnTo>
                  <a:pt x="12217" y="0"/>
                </a:lnTo>
                <a:lnTo>
                  <a:pt x="41149" y="74069"/>
                </a:lnTo>
                <a:lnTo>
                  <a:pt x="70084" y="0"/>
                </a:lnTo>
                <a:lnTo>
                  <a:pt x="82300" y="0"/>
                </a:lnTo>
                <a:lnTo>
                  <a:pt x="47709" y="85772"/>
                </a:lnTo>
                <a:lnTo>
                  <a:pt x="34462" y="85772"/>
                </a:lnTo>
                <a:close/>
                <a:moveTo>
                  <a:pt x="97860" y="14746"/>
                </a:moveTo>
                <a:cubicBezTo>
                  <a:pt x="96145" y="14746"/>
                  <a:pt x="94645" y="14125"/>
                  <a:pt x="93359" y="12882"/>
                </a:cubicBezTo>
                <a:cubicBezTo>
                  <a:pt x="92073" y="11638"/>
                  <a:pt x="91430" y="10116"/>
                  <a:pt x="91430" y="8316"/>
                </a:cubicBezTo>
                <a:cubicBezTo>
                  <a:pt x="91430" y="6516"/>
                  <a:pt x="92073" y="4973"/>
                  <a:pt x="93359" y="3687"/>
                </a:cubicBezTo>
                <a:cubicBezTo>
                  <a:pt x="94645" y="2401"/>
                  <a:pt x="96145" y="1758"/>
                  <a:pt x="97860" y="1758"/>
                </a:cubicBezTo>
                <a:cubicBezTo>
                  <a:pt x="99660" y="1758"/>
                  <a:pt x="101203" y="2401"/>
                  <a:pt x="102489" y="3687"/>
                </a:cubicBezTo>
                <a:cubicBezTo>
                  <a:pt x="103775" y="4973"/>
                  <a:pt x="104418" y="6516"/>
                  <a:pt x="104418" y="8316"/>
                </a:cubicBezTo>
                <a:cubicBezTo>
                  <a:pt x="104418" y="10116"/>
                  <a:pt x="103775" y="11638"/>
                  <a:pt x="102489" y="12882"/>
                </a:cubicBezTo>
                <a:cubicBezTo>
                  <a:pt x="101203" y="14125"/>
                  <a:pt x="99660" y="14746"/>
                  <a:pt x="97860" y="14746"/>
                </a:cubicBezTo>
                <a:moveTo>
                  <a:pt x="93102" y="85772"/>
                </a:moveTo>
                <a:lnTo>
                  <a:pt x="93102" y="23609"/>
                </a:lnTo>
                <a:lnTo>
                  <a:pt x="102746" y="23609"/>
                </a:lnTo>
                <a:lnTo>
                  <a:pt x="102746" y="85772"/>
                </a:lnTo>
                <a:lnTo>
                  <a:pt x="93102" y="85772"/>
                </a:lnTo>
                <a:close/>
                <a:moveTo>
                  <a:pt x="141710" y="87278"/>
                </a:moveTo>
                <a:cubicBezTo>
                  <a:pt x="131166" y="87278"/>
                  <a:pt x="122807" y="84024"/>
                  <a:pt x="116636" y="77515"/>
                </a:cubicBezTo>
                <a:lnTo>
                  <a:pt x="121651" y="70576"/>
                </a:lnTo>
                <a:cubicBezTo>
                  <a:pt x="123707" y="72973"/>
                  <a:pt x="126557" y="75048"/>
                  <a:pt x="130200" y="76802"/>
                </a:cubicBezTo>
                <a:cubicBezTo>
                  <a:pt x="133845" y="78557"/>
                  <a:pt x="137810" y="79434"/>
                  <a:pt x="142097" y="79434"/>
                </a:cubicBezTo>
                <a:cubicBezTo>
                  <a:pt x="146898" y="79434"/>
                  <a:pt x="150541" y="78427"/>
                  <a:pt x="153026" y="76414"/>
                </a:cubicBezTo>
                <a:cubicBezTo>
                  <a:pt x="155513" y="74399"/>
                  <a:pt x="156757" y="71850"/>
                  <a:pt x="156757" y="68765"/>
                </a:cubicBezTo>
                <a:cubicBezTo>
                  <a:pt x="156757" y="66023"/>
                  <a:pt x="155406" y="63860"/>
                  <a:pt x="152705" y="62274"/>
                </a:cubicBezTo>
                <a:cubicBezTo>
                  <a:pt x="150005" y="60689"/>
                  <a:pt x="144968" y="59039"/>
                  <a:pt x="137596" y="57326"/>
                </a:cubicBezTo>
                <a:cubicBezTo>
                  <a:pt x="131338" y="56040"/>
                  <a:pt x="126558" y="54004"/>
                  <a:pt x="123258" y="51219"/>
                </a:cubicBezTo>
                <a:cubicBezTo>
                  <a:pt x="119958" y="48434"/>
                  <a:pt x="118307" y="44684"/>
                  <a:pt x="118307" y="39970"/>
                </a:cubicBezTo>
                <a:cubicBezTo>
                  <a:pt x="118307" y="34743"/>
                  <a:pt x="120408" y="30458"/>
                  <a:pt x="124608" y="27116"/>
                </a:cubicBezTo>
                <a:cubicBezTo>
                  <a:pt x="128808" y="23773"/>
                  <a:pt x="134424" y="22102"/>
                  <a:pt x="141453" y="22102"/>
                </a:cubicBezTo>
                <a:cubicBezTo>
                  <a:pt x="150799" y="22102"/>
                  <a:pt x="158472" y="25104"/>
                  <a:pt x="164472" y="31109"/>
                </a:cubicBezTo>
                <a:lnTo>
                  <a:pt x="159971" y="37800"/>
                </a:lnTo>
                <a:cubicBezTo>
                  <a:pt x="158086" y="35568"/>
                  <a:pt x="155535" y="33701"/>
                  <a:pt x="152320" y="32200"/>
                </a:cubicBezTo>
                <a:cubicBezTo>
                  <a:pt x="149105" y="30698"/>
                  <a:pt x="145482" y="29947"/>
                  <a:pt x="141453" y="29947"/>
                </a:cubicBezTo>
                <a:cubicBezTo>
                  <a:pt x="137167" y="29947"/>
                  <a:pt x="133802" y="30890"/>
                  <a:pt x="131358" y="32775"/>
                </a:cubicBezTo>
                <a:cubicBezTo>
                  <a:pt x="128916" y="34660"/>
                  <a:pt x="127695" y="36973"/>
                  <a:pt x="127695" y="39715"/>
                </a:cubicBezTo>
                <a:cubicBezTo>
                  <a:pt x="127695" y="42200"/>
                  <a:pt x="129066" y="44172"/>
                  <a:pt x="131809" y="45629"/>
                </a:cubicBezTo>
                <a:cubicBezTo>
                  <a:pt x="134552" y="47085"/>
                  <a:pt x="139610" y="48584"/>
                  <a:pt x="146983" y="50126"/>
                </a:cubicBezTo>
                <a:cubicBezTo>
                  <a:pt x="153241" y="51584"/>
                  <a:pt x="157999" y="53791"/>
                  <a:pt x="161256" y="56749"/>
                </a:cubicBezTo>
                <a:cubicBezTo>
                  <a:pt x="164514" y="59705"/>
                  <a:pt x="166144" y="63626"/>
                  <a:pt x="166144" y="68510"/>
                </a:cubicBezTo>
                <a:cubicBezTo>
                  <a:pt x="166144" y="74251"/>
                  <a:pt x="163915" y="78815"/>
                  <a:pt x="159457" y="82200"/>
                </a:cubicBezTo>
                <a:cubicBezTo>
                  <a:pt x="154998" y="85586"/>
                  <a:pt x="149083" y="87278"/>
                  <a:pt x="141710" y="87278"/>
                </a:cubicBezTo>
                <a:close/>
                <a:moveTo>
                  <a:pt x="186590" y="14746"/>
                </a:moveTo>
                <a:cubicBezTo>
                  <a:pt x="184875" y="14746"/>
                  <a:pt x="183375" y="14125"/>
                  <a:pt x="182089" y="12882"/>
                </a:cubicBezTo>
                <a:cubicBezTo>
                  <a:pt x="180803" y="11638"/>
                  <a:pt x="180160" y="10116"/>
                  <a:pt x="180160" y="8316"/>
                </a:cubicBezTo>
                <a:cubicBezTo>
                  <a:pt x="180160" y="6516"/>
                  <a:pt x="180803" y="4973"/>
                  <a:pt x="182089" y="3687"/>
                </a:cubicBezTo>
                <a:cubicBezTo>
                  <a:pt x="183375" y="2401"/>
                  <a:pt x="184875" y="1758"/>
                  <a:pt x="186590" y="1758"/>
                </a:cubicBezTo>
                <a:cubicBezTo>
                  <a:pt x="188390" y="1758"/>
                  <a:pt x="189933" y="2401"/>
                  <a:pt x="191219" y="3687"/>
                </a:cubicBezTo>
                <a:cubicBezTo>
                  <a:pt x="192505" y="4973"/>
                  <a:pt x="193148" y="6516"/>
                  <a:pt x="193148" y="8316"/>
                </a:cubicBezTo>
                <a:cubicBezTo>
                  <a:pt x="193148" y="10116"/>
                  <a:pt x="192505" y="11638"/>
                  <a:pt x="191219" y="12882"/>
                </a:cubicBezTo>
                <a:cubicBezTo>
                  <a:pt x="189933" y="14125"/>
                  <a:pt x="188390" y="14746"/>
                  <a:pt x="186590" y="14746"/>
                </a:cubicBezTo>
                <a:moveTo>
                  <a:pt x="181832" y="85772"/>
                </a:moveTo>
                <a:lnTo>
                  <a:pt x="181832" y="23609"/>
                </a:lnTo>
                <a:lnTo>
                  <a:pt x="191476" y="23609"/>
                </a:lnTo>
                <a:lnTo>
                  <a:pt x="191476" y="85772"/>
                </a:lnTo>
                <a:lnTo>
                  <a:pt x="181832" y="85772"/>
                </a:lnTo>
                <a:close/>
                <a:moveTo>
                  <a:pt x="237899" y="87278"/>
                </a:moveTo>
                <a:cubicBezTo>
                  <a:pt x="228898" y="87278"/>
                  <a:pt x="221525" y="84215"/>
                  <a:pt x="215781" y="78088"/>
                </a:cubicBezTo>
                <a:cubicBezTo>
                  <a:pt x="210037" y="71959"/>
                  <a:pt x="207165" y="64138"/>
                  <a:pt x="207165" y="54626"/>
                </a:cubicBezTo>
                <a:cubicBezTo>
                  <a:pt x="207165" y="45028"/>
                  <a:pt x="210037" y="37208"/>
                  <a:pt x="215781" y="31166"/>
                </a:cubicBezTo>
                <a:cubicBezTo>
                  <a:pt x="221525" y="25123"/>
                  <a:pt x="228898" y="22102"/>
                  <a:pt x="237899" y="22102"/>
                </a:cubicBezTo>
                <a:cubicBezTo>
                  <a:pt x="246902" y="22102"/>
                  <a:pt x="254274" y="25123"/>
                  <a:pt x="260017" y="31166"/>
                </a:cubicBezTo>
                <a:cubicBezTo>
                  <a:pt x="265761" y="37208"/>
                  <a:pt x="268633" y="45028"/>
                  <a:pt x="268633" y="54626"/>
                </a:cubicBezTo>
                <a:cubicBezTo>
                  <a:pt x="268633" y="64138"/>
                  <a:pt x="265761" y="71959"/>
                  <a:pt x="260017" y="78088"/>
                </a:cubicBezTo>
                <a:cubicBezTo>
                  <a:pt x="254274" y="84215"/>
                  <a:pt x="246902" y="87278"/>
                  <a:pt x="237899" y="87278"/>
                </a:cubicBezTo>
                <a:moveTo>
                  <a:pt x="237899" y="78662"/>
                </a:moveTo>
                <a:cubicBezTo>
                  <a:pt x="243901" y="78662"/>
                  <a:pt x="248830" y="76413"/>
                  <a:pt x="252688" y="71914"/>
                </a:cubicBezTo>
                <a:cubicBezTo>
                  <a:pt x="256546" y="67416"/>
                  <a:pt x="258475" y="61653"/>
                  <a:pt x="258475" y="54626"/>
                </a:cubicBezTo>
                <a:cubicBezTo>
                  <a:pt x="258475" y="47685"/>
                  <a:pt x="256546" y="41965"/>
                  <a:pt x="252688" y="37466"/>
                </a:cubicBezTo>
                <a:cubicBezTo>
                  <a:pt x="248830" y="32968"/>
                  <a:pt x="243901" y="30718"/>
                  <a:pt x="237899" y="30718"/>
                </a:cubicBezTo>
                <a:cubicBezTo>
                  <a:pt x="231899" y="30718"/>
                  <a:pt x="226948" y="32947"/>
                  <a:pt x="223047" y="37403"/>
                </a:cubicBezTo>
                <a:cubicBezTo>
                  <a:pt x="219146" y="41859"/>
                  <a:pt x="217196" y="47600"/>
                  <a:pt x="217196" y="54626"/>
                </a:cubicBezTo>
                <a:cubicBezTo>
                  <a:pt x="217196" y="61738"/>
                  <a:pt x="219125" y="67522"/>
                  <a:pt x="222982" y="71979"/>
                </a:cubicBezTo>
                <a:cubicBezTo>
                  <a:pt x="226840" y="76435"/>
                  <a:pt x="231812" y="78662"/>
                  <a:pt x="237899" y="78662"/>
                </a:cubicBezTo>
                <a:close/>
                <a:moveTo>
                  <a:pt x="326244" y="85772"/>
                </a:moveTo>
                <a:lnTo>
                  <a:pt x="326244" y="45125"/>
                </a:lnTo>
                <a:cubicBezTo>
                  <a:pt x="326244" y="39637"/>
                  <a:pt x="324979" y="35864"/>
                  <a:pt x="322449" y="33807"/>
                </a:cubicBezTo>
                <a:cubicBezTo>
                  <a:pt x="319921" y="31748"/>
                  <a:pt x="316556" y="30718"/>
                  <a:pt x="312356" y="30718"/>
                </a:cubicBezTo>
                <a:cubicBezTo>
                  <a:pt x="308756" y="30718"/>
                  <a:pt x="305219" y="31683"/>
                  <a:pt x="301746" y="33612"/>
                </a:cubicBezTo>
                <a:cubicBezTo>
                  <a:pt x="298274" y="35541"/>
                  <a:pt x="295681" y="37791"/>
                  <a:pt x="293966" y="40362"/>
                </a:cubicBezTo>
                <a:lnTo>
                  <a:pt x="293966" y="85772"/>
                </a:lnTo>
                <a:lnTo>
                  <a:pt x="284322" y="85772"/>
                </a:lnTo>
                <a:lnTo>
                  <a:pt x="284322" y="23609"/>
                </a:lnTo>
                <a:lnTo>
                  <a:pt x="293966" y="23609"/>
                </a:lnTo>
                <a:lnTo>
                  <a:pt x="293966" y="32647"/>
                </a:lnTo>
                <a:cubicBezTo>
                  <a:pt x="296624" y="29561"/>
                  <a:pt x="299904" y="27033"/>
                  <a:pt x="303804" y="25061"/>
                </a:cubicBezTo>
                <a:cubicBezTo>
                  <a:pt x="307705" y="23089"/>
                  <a:pt x="311799" y="22102"/>
                  <a:pt x="316086" y="22102"/>
                </a:cubicBezTo>
                <a:cubicBezTo>
                  <a:pt x="329288" y="22102"/>
                  <a:pt x="335888" y="28791"/>
                  <a:pt x="335888" y="42168"/>
                </a:cubicBezTo>
                <a:lnTo>
                  <a:pt x="335888" y="85772"/>
                </a:lnTo>
                <a:lnTo>
                  <a:pt x="326244" y="857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Encoder">
            <a:extLst xmlns:a="http://schemas.openxmlformats.org/drawingml/2006/main">
              <a:ext uri="{FF2B5EF4-FFF2-40B4-BE49-F238E27FC236}">
                <a16:creationId xmlns:a16="http://schemas.microsoft.com/office/drawing/2014/main" id="{4A717957-9CF5-469E-ABFB-D0E0C59D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5124" y="2066697"/>
            <a:ext cx="457540" cy="87278"/>
          </a:xfrm>
          <a:custGeom xmlns:a="http://schemas.openxmlformats.org/drawingml/2006/main">
            <a:pathLst>
              <a:path w="457540" h="87278">
                <a:moveTo>
                  <a:pt x="0" y="85772"/>
                </a:moveTo>
                <a:lnTo>
                  <a:pt x="0" y="0"/>
                </a:lnTo>
                <a:lnTo>
                  <a:pt x="56195" y="0"/>
                </a:lnTo>
                <a:lnTo>
                  <a:pt x="56195" y="9517"/>
                </a:lnTo>
                <a:lnTo>
                  <a:pt x="10672" y="9517"/>
                </a:lnTo>
                <a:lnTo>
                  <a:pt x="10672" y="37172"/>
                </a:lnTo>
                <a:lnTo>
                  <a:pt x="55295" y="37172"/>
                </a:lnTo>
                <a:lnTo>
                  <a:pt x="55295" y="46689"/>
                </a:lnTo>
                <a:lnTo>
                  <a:pt x="10672" y="46689"/>
                </a:lnTo>
                <a:lnTo>
                  <a:pt x="10672" y="76255"/>
                </a:lnTo>
                <a:lnTo>
                  <a:pt x="56195" y="76255"/>
                </a:lnTo>
                <a:lnTo>
                  <a:pt x="56195" y="85772"/>
                </a:lnTo>
                <a:lnTo>
                  <a:pt x="0" y="85772"/>
                </a:lnTo>
                <a:close/>
                <a:moveTo>
                  <a:pt x="114706" y="85772"/>
                </a:moveTo>
                <a:lnTo>
                  <a:pt x="114706" y="45125"/>
                </a:lnTo>
                <a:cubicBezTo>
                  <a:pt x="114706" y="39637"/>
                  <a:pt x="113441" y="35864"/>
                  <a:pt x="110911" y="33807"/>
                </a:cubicBezTo>
                <a:cubicBezTo>
                  <a:pt x="108383" y="31748"/>
                  <a:pt x="105018" y="30718"/>
                  <a:pt x="100818" y="30718"/>
                </a:cubicBezTo>
                <a:cubicBezTo>
                  <a:pt x="97218" y="30718"/>
                  <a:pt x="93681" y="31683"/>
                  <a:pt x="90208" y="33612"/>
                </a:cubicBezTo>
                <a:cubicBezTo>
                  <a:pt x="86736" y="35541"/>
                  <a:pt x="84143" y="37791"/>
                  <a:pt x="82428" y="40362"/>
                </a:cubicBezTo>
                <a:lnTo>
                  <a:pt x="82428" y="85772"/>
                </a:lnTo>
                <a:lnTo>
                  <a:pt x="72784" y="85772"/>
                </a:lnTo>
                <a:lnTo>
                  <a:pt x="72784" y="23609"/>
                </a:lnTo>
                <a:lnTo>
                  <a:pt x="82428" y="23609"/>
                </a:lnTo>
                <a:lnTo>
                  <a:pt x="82428" y="32647"/>
                </a:lnTo>
                <a:cubicBezTo>
                  <a:pt x="85086" y="29561"/>
                  <a:pt x="88366" y="27033"/>
                  <a:pt x="92266" y="25061"/>
                </a:cubicBezTo>
                <a:cubicBezTo>
                  <a:pt x="96167" y="23089"/>
                  <a:pt x="100261" y="22102"/>
                  <a:pt x="104548" y="22102"/>
                </a:cubicBezTo>
                <a:cubicBezTo>
                  <a:pt x="117749" y="22102"/>
                  <a:pt x="124350" y="28791"/>
                  <a:pt x="124350" y="42168"/>
                </a:cubicBezTo>
                <a:lnTo>
                  <a:pt x="124350" y="85772"/>
                </a:lnTo>
                <a:lnTo>
                  <a:pt x="114706" y="85772"/>
                </a:lnTo>
                <a:close/>
                <a:moveTo>
                  <a:pt x="171030" y="87278"/>
                </a:moveTo>
                <a:cubicBezTo>
                  <a:pt x="161943" y="87278"/>
                  <a:pt x="154507" y="84193"/>
                  <a:pt x="148720" y="78023"/>
                </a:cubicBezTo>
                <a:cubicBezTo>
                  <a:pt x="142932" y="71852"/>
                  <a:pt x="140039" y="64053"/>
                  <a:pt x="140039" y="54626"/>
                </a:cubicBezTo>
                <a:cubicBezTo>
                  <a:pt x="140039" y="45284"/>
                  <a:pt x="142932" y="37528"/>
                  <a:pt x="148720" y="31358"/>
                </a:cubicBezTo>
                <a:cubicBezTo>
                  <a:pt x="154507" y="25187"/>
                  <a:pt x="161943" y="22102"/>
                  <a:pt x="171030" y="22102"/>
                </a:cubicBezTo>
                <a:cubicBezTo>
                  <a:pt x="180631" y="22102"/>
                  <a:pt x="188219" y="25700"/>
                  <a:pt x="193791" y="32894"/>
                </a:cubicBezTo>
                <a:lnTo>
                  <a:pt x="187361" y="38804"/>
                </a:lnTo>
                <a:cubicBezTo>
                  <a:pt x="183418" y="33414"/>
                  <a:pt x="178147" y="30718"/>
                  <a:pt x="171546" y="30718"/>
                </a:cubicBezTo>
                <a:cubicBezTo>
                  <a:pt x="165201" y="30718"/>
                  <a:pt x="160036" y="32925"/>
                  <a:pt x="156048" y="37339"/>
                </a:cubicBezTo>
                <a:cubicBezTo>
                  <a:pt x="152063" y="41751"/>
                  <a:pt x="150070" y="47513"/>
                  <a:pt x="150070" y="54626"/>
                </a:cubicBezTo>
                <a:cubicBezTo>
                  <a:pt x="150070" y="61824"/>
                  <a:pt x="152041" y="67630"/>
                  <a:pt x="155984" y="72044"/>
                </a:cubicBezTo>
                <a:cubicBezTo>
                  <a:pt x="159928" y="76456"/>
                  <a:pt x="165115" y="78662"/>
                  <a:pt x="171546" y="78662"/>
                </a:cubicBezTo>
                <a:cubicBezTo>
                  <a:pt x="178060" y="78662"/>
                  <a:pt x="183332" y="75967"/>
                  <a:pt x="187361" y="70576"/>
                </a:cubicBezTo>
                <a:lnTo>
                  <a:pt x="193791" y="76486"/>
                </a:lnTo>
                <a:cubicBezTo>
                  <a:pt x="188219" y="83681"/>
                  <a:pt x="180631" y="87278"/>
                  <a:pt x="171030" y="87278"/>
                </a:cubicBezTo>
                <a:close/>
                <a:moveTo>
                  <a:pt x="234427" y="87278"/>
                </a:moveTo>
                <a:cubicBezTo>
                  <a:pt x="225426" y="87278"/>
                  <a:pt x="218053" y="84215"/>
                  <a:pt x="212309" y="78088"/>
                </a:cubicBezTo>
                <a:cubicBezTo>
                  <a:pt x="206565" y="71959"/>
                  <a:pt x="203693" y="64138"/>
                  <a:pt x="203693" y="54626"/>
                </a:cubicBezTo>
                <a:cubicBezTo>
                  <a:pt x="203693" y="45028"/>
                  <a:pt x="206565" y="37208"/>
                  <a:pt x="212309" y="31166"/>
                </a:cubicBezTo>
                <a:cubicBezTo>
                  <a:pt x="218053" y="25123"/>
                  <a:pt x="225426" y="22102"/>
                  <a:pt x="234427" y="22102"/>
                </a:cubicBezTo>
                <a:cubicBezTo>
                  <a:pt x="243429" y="22102"/>
                  <a:pt x="250802" y="25123"/>
                  <a:pt x="256545" y="31166"/>
                </a:cubicBezTo>
                <a:cubicBezTo>
                  <a:pt x="262289" y="37208"/>
                  <a:pt x="265161" y="45028"/>
                  <a:pt x="265161" y="54626"/>
                </a:cubicBezTo>
                <a:cubicBezTo>
                  <a:pt x="265161" y="64138"/>
                  <a:pt x="262289" y="71959"/>
                  <a:pt x="256545" y="78088"/>
                </a:cubicBezTo>
                <a:cubicBezTo>
                  <a:pt x="250802" y="84215"/>
                  <a:pt x="243429" y="87278"/>
                  <a:pt x="234427" y="87278"/>
                </a:cubicBezTo>
                <a:moveTo>
                  <a:pt x="234427" y="78662"/>
                </a:moveTo>
                <a:cubicBezTo>
                  <a:pt x="240429" y="78662"/>
                  <a:pt x="245358" y="76413"/>
                  <a:pt x="249216" y="71914"/>
                </a:cubicBezTo>
                <a:cubicBezTo>
                  <a:pt x="253074" y="67416"/>
                  <a:pt x="255003" y="61653"/>
                  <a:pt x="255003" y="54626"/>
                </a:cubicBezTo>
                <a:cubicBezTo>
                  <a:pt x="255003" y="47685"/>
                  <a:pt x="253074" y="41965"/>
                  <a:pt x="249216" y="37466"/>
                </a:cubicBezTo>
                <a:cubicBezTo>
                  <a:pt x="245358" y="32968"/>
                  <a:pt x="240429" y="30718"/>
                  <a:pt x="234427" y="30718"/>
                </a:cubicBezTo>
                <a:cubicBezTo>
                  <a:pt x="228427" y="30718"/>
                  <a:pt x="223476" y="32947"/>
                  <a:pt x="219575" y="37403"/>
                </a:cubicBezTo>
                <a:cubicBezTo>
                  <a:pt x="215674" y="41859"/>
                  <a:pt x="213724" y="47600"/>
                  <a:pt x="213724" y="54626"/>
                </a:cubicBezTo>
                <a:cubicBezTo>
                  <a:pt x="213724" y="61738"/>
                  <a:pt x="215653" y="67522"/>
                  <a:pt x="219510" y="71979"/>
                </a:cubicBezTo>
                <a:cubicBezTo>
                  <a:pt x="223368" y="76435"/>
                  <a:pt x="228340" y="78662"/>
                  <a:pt x="234427" y="78662"/>
                </a:cubicBezTo>
                <a:close/>
                <a:moveTo>
                  <a:pt x="325859" y="85772"/>
                </a:moveTo>
                <a:lnTo>
                  <a:pt x="325859" y="76475"/>
                </a:lnTo>
                <a:cubicBezTo>
                  <a:pt x="323543" y="79647"/>
                  <a:pt x="320564" y="82241"/>
                  <a:pt x="316921" y="84257"/>
                </a:cubicBezTo>
                <a:cubicBezTo>
                  <a:pt x="313278" y="86271"/>
                  <a:pt x="309270" y="87278"/>
                  <a:pt x="304896" y="87278"/>
                </a:cubicBezTo>
                <a:cubicBezTo>
                  <a:pt x="296581" y="87278"/>
                  <a:pt x="289894" y="84322"/>
                  <a:pt x="284835" y="78409"/>
                </a:cubicBezTo>
                <a:cubicBezTo>
                  <a:pt x="279778" y="72495"/>
                  <a:pt x="277249" y="64611"/>
                  <a:pt x="277249" y="54755"/>
                </a:cubicBezTo>
                <a:cubicBezTo>
                  <a:pt x="277249" y="44813"/>
                  <a:pt x="279799" y="36886"/>
                  <a:pt x="284900" y="30973"/>
                </a:cubicBezTo>
                <a:cubicBezTo>
                  <a:pt x="290001" y="25059"/>
                  <a:pt x="296667" y="22102"/>
                  <a:pt x="304896" y="22102"/>
                </a:cubicBezTo>
                <a:cubicBezTo>
                  <a:pt x="309098" y="22102"/>
                  <a:pt x="313021" y="23067"/>
                  <a:pt x="316664" y="24996"/>
                </a:cubicBezTo>
                <a:cubicBezTo>
                  <a:pt x="320307" y="26925"/>
                  <a:pt x="323372" y="29603"/>
                  <a:pt x="325859" y="33032"/>
                </a:cubicBezTo>
                <a:lnTo>
                  <a:pt x="325859" y="0"/>
                </a:lnTo>
                <a:lnTo>
                  <a:pt x="335503" y="0"/>
                </a:lnTo>
                <a:lnTo>
                  <a:pt x="335503" y="85772"/>
                </a:lnTo>
                <a:lnTo>
                  <a:pt x="325859" y="85772"/>
                </a:lnTo>
                <a:moveTo>
                  <a:pt x="307212" y="78662"/>
                </a:moveTo>
                <a:cubicBezTo>
                  <a:pt x="311070" y="78662"/>
                  <a:pt x="314713" y="77719"/>
                  <a:pt x="318141" y="75833"/>
                </a:cubicBezTo>
                <a:cubicBezTo>
                  <a:pt x="321571" y="73947"/>
                  <a:pt x="324144" y="71632"/>
                  <a:pt x="325859" y="68889"/>
                </a:cubicBezTo>
                <a:lnTo>
                  <a:pt x="325859" y="40747"/>
                </a:lnTo>
                <a:cubicBezTo>
                  <a:pt x="324144" y="38004"/>
                  <a:pt x="321571" y="35647"/>
                  <a:pt x="318141" y="33675"/>
                </a:cubicBezTo>
                <a:cubicBezTo>
                  <a:pt x="314713" y="31704"/>
                  <a:pt x="311070" y="30718"/>
                  <a:pt x="307212" y="30718"/>
                </a:cubicBezTo>
                <a:cubicBezTo>
                  <a:pt x="301211" y="30718"/>
                  <a:pt x="296389" y="32903"/>
                  <a:pt x="292745" y="37274"/>
                </a:cubicBezTo>
                <a:cubicBezTo>
                  <a:pt x="289101" y="41644"/>
                  <a:pt x="287280" y="47471"/>
                  <a:pt x="287280" y="54755"/>
                </a:cubicBezTo>
                <a:cubicBezTo>
                  <a:pt x="287280" y="61867"/>
                  <a:pt x="289080" y="67630"/>
                  <a:pt x="292680" y="72044"/>
                </a:cubicBezTo>
                <a:cubicBezTo>
                  <a:pt x="296281" y="76456"/>
                  <a:pt x="301125" y="78662"/>
                  <a:pt x="307212" y="78662"/>
                </a:cubicBezTo>
                <a:close/>
                <a:moveTo>
                  <a:pt x="382825" y="87278"/>
                </a:moveTo>
                <a:cubicBezTo>
                  <a:pt x="373481" y="87278"/>
                  <a:pt x="365873" y="84236"/>
                  <a:pt x="359999" y="78152"/>
                </a:cubicBezTo>
                <a:cubicBezTo>
                  <a:pt x="354127" y="72067"/>
                  <a:pt x="351191" y="64225"/>
                  <a:pt x="351191" y="54626"/>
                </a:cubicBezTo>
                <a:cubicBezTo>
                  <a:pt x="351191" y="45456"/>
                  <a:pt x="354105" y="37743"/>
                  <a:pt x="359934" y="31487"/>
                </a:cubicBezTo>
                <a:cubicBezTo>
                  <a:pt x="365765" y="25231"/>
                  <a:pt x="373052" y="22102"/>
                  <a:pt x="381797" y="22102"/>
                </a:cubicBezTo>
                <a:cubicBezTo>
                  <a:pt x="390713" y="22102"/>
                  <a:pt x="397915" y="25185"/>
                  <a:pt x="403401" y="31350"/>
                </a:cubicBezTo>
                <a:cubicBezTo>
                  <a:pt x="408887" y="37514"/>
                  <a:pt x="411630" y="45519"/>
                  <a:pt x="411630" y="55365"/>
                </a:cubicBezTo>
                <a:lnTo>
                  <a:pt x="411630" y="57806"/>
                </a:lnTo>
                <a:lnTo>
                  <a:pt x="361351" y="57806"/>
                </a:lnTo>
                <a:cubicBezTo>
                  <a:pt x="361694" y="64157"/>
                  <a:pt x="363987" y="69328"/>
                  <a:pt x="368231" y="73319"/>
                </a:cubicBezTo>
                <a:cubicBezTo>
                  <a:pt x="372474" y="77311"/>
                  <a:pt x="377639" y="79306"/>
                  <a:pt x="383726" y="79306"/>
                </a:cubicBezTo>
                <a:cubicBezTo>
                  <a:pt x="391270" y="79306"/>
                  <a:pt x="397657" y="76689"/>
                  <a:pt x="402887" y="71455"/>
                </a:cubicBezTo>
                <a:lnTo>
                  <a:pt x="407516" y="77758"/>
                </a:lnTo>
                <a:cubicBezTo>
                  <a:pt x="401171" y="84105"/>
                  <a:pt x="392941" y="87278"/>
                  <a:pt x="382825" y="87278"/>
                </a:cubicBezTo>
                <a:moveTo>
                  <a:pt x="402114" y="50735"/>
                </a:moveTo>
                <a:cubicBezTo>
                  <a:pt x="402114" y="45002"/>
                  <a:pt x="400228" y="40126"/>
                  <a:pt x="396455" y="36106"/>
                </a:cubicBezTo>
                <a:cubicBezTo>
                  <a:pt x="392684" y="32085"/>
                  <a:pt x="387754" y="30075"/>
                  <a:pt x="381668" y="30075"/>
                </a:cubicBezTo>
                <a:cubicBezTo>
                  <a:pt x="375924" y="30075"/>
                  <a:pt x="371144" y="32085"/>
                  <a:pt x="367330" y="36106"/>
                </a:cubicBezTo>
                <a:cubicBezTo>
                  <a:pt x="363515" y="40126"/>
                  <a:pt x="361523" y="45002"/>
                  <a:pt x="361351" y="50735"/>
                </a:cubicBezTo>
                <a:lnTo>
                  <a:pt x="402114" y="50735"/>
                </a:lnTo>
                <a:close/>
                <a:moveTo>
                  <a:pt x="427190" y="85772"/>
                </a:moveTo>
                <a:lnTo>
                  <a:pt x="427190" y="23609"/>
                </a:lnTo>
                <a:lnTo>
                  <a:pt x="436835" y="23609"/>
                </a:lnTo>
                <a:lnTo>
                  <a:pt x="436835" y="33671"/>
                </a:lnTo>
                <a:cubicBezTo>
                  <a:pt x="442579" y="26126"/>
                  <a:pt x="449480" y="22353"/>
                  <a:pt x="457540" y="22353"/>
                </a:cubicBezTo>
                <a:lnTo>
                  <a:pt x="457540" y="32257"/>
                </a:lnTo>
                <a:lnTo>
                  <a:pt x="453682" y="31870"/>
                </a:lnTo>
                <a:cubicBezTo>
                  <a:pt x="450766" y="31870"/>
                  <a:pt x="447551" y="32920"/>
                  <a:pt x="444036" y="35021"/>
                </a:cubicBezTo>
                <a:cubicBezTo>
                  <a:pt x="440521" y="37122"/>
                  <a:pt x="438120" y="39373"/>
                  <a:pt x="436835" y="41773"/>
                </a:cubicBezTo>
                <a:lnTo>
                  <a:pt x="436835" y="85772"/>
                </a:lnTo>
                <a:lnTo>
                  <a:pt x="427190" y="857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7FA59B-6B1D-46E5-9FD7-409C82C3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801" y="2241943"/>
            <a:ext cx="850330" cy="165336"/>
          </a:xfrm>
          <a:custGeom xmlns:a="http://schemas.openxmlformats.org/drawingml/2006/main">
            <a:pathLst>
              <a:path w="850330" h="165336">
                <a:moveTo>
                  <a:pt x="0" y="27557"/>
                </a:moveTo>
                <a:lnTo>
                  <a:pt x="0" y="27557"/>
                </a:lnTo>
                <a:cubicBezTo>
                  <a:pt x="0" y="12337"/>
                  <a:pt x="12337" y="0"/>
                  <a:pt x="27557" y="0"/>
                </a:cubicBezTo>
                <a:lnTo>
                  <a:pt x="822773" y="0"/>
                </a:lnTo>
                <a:cubicBezTo>
                  <a:pt x="830081" y="0"/>
                  <a:pt x="837091" y="2903"/>
                  <a:pt x="842259" y="8071"/>
                </a:cubicBezTo>
                <a:cubicBezTo>
                  <a:pt x="847426" y="13239"/>
                  <a:pt x="850330" y="20248"/>
                  <a:pt x="850330" y="27557"/>
                </a:cubicBezTo>
                <a:lnTo>
                  <a:pt x="850330" y="137779"/>
                </a:lnTo>
                <a:cubicBezTo>
                  <a:pt x="850330" y="152998"/>
                  <a:pt x="837992" y="165336"/>
                  <a:pt x="822773" y="165336"/>
                </a:cubicBezTo>
                <a:lnTo>
                  <a:pt x="27557" y="165336"/>
                </a:lnTo>
                <a:cubicBezTo>
                  <a:pt x="12337" y="165336"/>
                  <a:pt x="0" y="152998"/>
                  <a:pt x="0" y="137779"/>
                </a:cubicBezTo>
                <a:lnTo>
                  <a:pt x="0" y="27557"/>
                </a:lnTo>
                <a:close/>
              </a:path>
            </a:pathLst>
          </a:custGeom>
          <a:solidFill xmlns:a="http://schemas.openxmlformats.org/drawingml/2006/main">
            <a:srgbClr val="B4A7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C86F41-3E37-47E5-8196-FFACE8FC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801" y="2241943"/>
            <a:ext cx="850330" cy="165336"/>
          </a:xfrm>
          <a:custGeom xmlns:a="http://schemas.openxmlformats.org/drawingml/2006/main">
            <a:pathLst>
              <a:path w="850330" h="165336" fill="none">
                <a:moveTo>
                  <a:pt x="0" y="27557"/>
                </a:moveTo>
                <a:lnTo>
                  <a:pt x="0" y="27557"/>
                </a:lnTo>
                <a:cubicBezTo>
                  <a:pt x="0" y="12337"/>
                  <a:pt x="12337" y="0"/>
                  <a:pt x="27557" y="0"/>
                </a:cubicBezTo>
                <a:lnTo>
                  <a:pt x="822773" y="0"/>
                </a:lnTo>
                <a:cubicBezTo>
                  <a:pt x="830081" y="0"/>
                  <a:pt x="837091" y="2903"/>
                  <a:pt x="842259" y="8071"/>
                </a:cubicBezTo>
                <a:cubicBezTo>
                  <a:pt x="847426" y="13239"/>
                  <a:pt x="850330" y="20248"/>
                  <a:pt x="850330" y="27557"/>
                </a:cubicBezTo>
                <a:lnTo>
                  <a:pt x="850330" y="137779"/>
                </a:lnTo>
                <a:cubicBezTo>
                  <a:pt x="850330" y="152998"/>
                  <a:pt x="837992" y="165336"/>
                  <a:pt x="822773" y="165336"/>
                </a:cubicBezTo>
                <a:lnTo>
                  <a:pt x="27557" y="165336"/>
                </a:lnTo>
                <a:cubicBezTo>
                  <a:pt x="12337" y="165336"/>
                  <a:pt x="0" y="152998"/>
                  <a:pt x="0" y="137779"/>
                </a:cubicBezTo>
                <a:lnTo>
                  <a:pt x="0" y="2755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42" name="Text Pro">
            <a:extLst xmlns:a="http://schemas.openxmlformats.org/drawingml/2006/main">
              <a:ext uri="{FF2B5EF4-FFF2-40B4-BE49-F238E27FC236}">
                <a16:creationId xmlns:a16="http://schemas.microsoft.com/office/drawing/2014/main" id="{33EF9E4D-D960-40AD-BA80-DF26EFB7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347" y="2286511"/>
            <a:ext cx="175402" cy="87278"/>
          </a:xfrm>
          <a:custGeom xmlns:a="http://schemas.openxmlformats.org/drawingml/2006/main">
            <a:pathLst>
              <a:path w="175402" h="87278">
                <a:moveTo>
                  <a:pt x="0" y="85772"/>
                </a:moveTo>
                <a:lnTo>
                  <a:pt x="0" y="0"/>
                </a:lnTo>
                <a:lnTo>
                  <a:pt x="34462" y="0"/>
                </a:lnTo>
                <a:cubicBezTo>
                  <a:pt x="42606" y="0"/>
                  <a:pt x="49122" y="2446"/>
                  <a:pt x="54007" y="7337"/>
                </a:cubicBezTo>
                <a:cubicBezTo>
                  <a:pt x="58895" y="12226"/>
                  <a:pt x="61338" y="18404"/>
                  <a:pt x="61338" y="25870"/>
                </a:cubicBezTo>
                <a:cubicBezTo>
                  <a:pt x="61338" y="33420"/>
                  <a:pt x="58852" y="39619"/>
                  <a:pt x="53880" y="44467"/>
                </a:cubicBezTo>
                <a:cubicBezTo>
                  <a:pt x="48908" y="49315"/>
                  <a:pt x="42435" y="51739"/>
                  <a:pt x="34462" y="51739"/>
                </a:cubicBezTo>
                <a:lnTo>
                  <a:pt x="10672" y="51739"/>
                </a:lnTo>
                <a:lnTo>
                  <a:pt x="10672" y="85772"/>
                </a:lnTo>
                <a:lnTo>
                  <a:pt x="0" y="85772"/>
                </a:lnTo>
                <a:moveTo>
                  <a:pt x="33177" y="42223"/>
                </a:moveTo>
                <a:cubicBezTo>
                  <a:pt x="38320" y="42223"/>
                  <a:pt x="42457" y="40720"/>
                  <a:pt x="45586" y="37715"/>
                </a:cubicBezTo>
                <a:cubicBezTo>
                  <a:pt x="48715" y="34711"/>
                  <a:pt x="50279" y="30762"/>
                  <a:pt x="50279" y="25870"/>
                </a:cubicBezTo>
                <a:cubicBezTo>
                  <a:pt x="50279" y="20977"/>
                  <a:pt x="48715" y="17029"/>
                  <a:pt x="45586" y="14024"/>
                </a:cubicBezTo>
                <a:cubicBezTo>
                  <a:pt x="42457" y="11019"/>
                  <a:pt x="38320" y="9517"/>
                  <a:pt x="33177" y="9517"/>
                </a:cubicBezTo>
                <a:lnTo>
                  <a:pt x="10672" y="9517"/>
                </a:lnTo>
                <a:lnTo>
                  <a:pt x="10672" y="42223"/>
                </a:lnTo>
                <a:lnTo>
                  <a:pt x="33177" y="42223"/>
                </a:lnTo>
                <a:close/>
                <a:moveTo>
                  <a:pt x="75098" y="85772"/>
                </a:moveTo>
                <a:lnTo>
                  <a:pt x="75098" y="23609"/>
                </a:lnTo>
                <a:lnTo>
                  <a:pt x="84743" y="23609"/>
                </a:lnTo>
                <a:lnTo>
                  <a:pt x="84743" y="33671"/>
                </a:lnTo>
                <a:cubicBezTo>
                  <a:pt x="90487" y="26126"/>
                  <a:pt x="97388" y="22353"/>
                  <a:pt x="105448" y="22353"/>
                </a:cubicBezTo>
                <a:lnTo>
                  <a:pt x="105448" y="32257"/>
                </a:lnTo>
                <a:lnTo>
                  <a:pt x="101590" y="31870"/>
                </a:lnTo>
                <a:cubicBezTo>
                  <a:pt x="98674" y="31870"/>
                  <a:pt x="95459" y="32920"/>
                  <a:pt x="91944" y="35021"/>
                </a:cubicBezTo>
                <a:cubicBezTo>
                  <a:pt x="88429" y="37122"/>
                  <a:pt x="86028" y="39373"/>
                  <a:pt x="84743" y="41773"/>
                </a:cubicBezTo>
                <a:lnTo>
                  <a:pt x="84743" y="85772"/>
                </a:lnTo>
                <a:lnTo>
                  <a:pt x="75098" y="85772"/>
                </a:lnTo>
                <a:close/>
                <a:moveTo>
                  <a:pt x="144668" y="87278"/>
                </a:moveTo>
                <a:cubicBezTo>
                  <a:pt x="135666" y="87278"/>
                  <a:pt x="128294" y="84215"/>
                  <a:pt x="122550" y="78088"/>
                </a:cubicBezTo>
                <a:cubicBezTo>
                  <a:pt x="116806" y="71959"/>
                  <a:pt x="113934" y="64138"/>
                  <a:pt x="113934" y="54626"/>
                </a:cubicBezTo>
                <a:cubicBezTo>
                  <a:pt x="113934" y="45028"/>
                  <a:pt x="116806" y="37208"/>
                  <a:pt x="122550" y="31166"/>
                </a:cubicBezTo>
                <a:cubicBezTo>
                  <a:pt x="128294" y="25123"/>
                  <a:pt x="135666" y="22102"/>
                  <a:pt x="144668" y="22102"/>
                </a:cubicBezTo>
                <a:cubicBezTo>
                  <a:pt x="153670" y="22102"/>
                  <a:pt x="161043" y="25123"/>
                  <a:pt x="166786" y="31166"/>
                </a:cubicBezTo>
                <a:cubicBezTo>
                  <a:pt x="172530" y="37208"/>
                  <a:pt x="175402" y="45028"/>
                  <a:pt x="175402" y="54626"/>
                </a:cubicBezTo>
                <a:cubicBezTo>
                  <a:pt x="175402" y="64138"/>
                  <a:pt x="172530" y="71959"/>
                  <a:pt x="166786" y="78088"/>
                </a:cubicBezTo>
                <a:cubicBezTo>
                  <a:pt x="161043" y="84215"/>
                  <a:pt x="153670" y="87278"/>
                  <a:pt x="144668" y="87278"/>
                </a:cubicBezTo>
                <a:moveTo>
                  <a:pt x="144668" y="78662"/>
                </a:moveTo>
                <a:cubicBezTo>
                  <a:pt x="150669" y="78662"/>
                  <a:pt x="155599" y="76413"/>
                  <a:pt x="159457" y="71914"/>
                </a:cubicBezTo>
                <a:cubicBezTo>
                  <a:pt x="163314" y="67416"/>
                  <a:pt x="165243" y="61653"/>
                  <a:pt x="165243" y="54626"/>
                </a:cubicBezTo>
                <a:cubicBezTo>
                  <a:pt x="165243" y="47685"/>
                  <a:pt x="163314" y="41965"/>
                  <a:pt x="159457" y="37466"/>
                </a:cubicBezTo>
                <a:cubicBezTo>
                  <a:pt x="155599" y="32968"/>
                  <a:pt x="150669" y="30718"/>
                  <a:pt x="144668" y="30718"/>
                </a:cubicBezTo>
                <a:cubicBezTo>
                  <a:pt x="138667" y="30718"/>
                  <a:pt x="133717" y="32947"/>
                  <a:pt x="129816" y="37403"/>
                </a:cubicBezTo>
                <a:cubicBezTo>
                  <a:pt x="125915" y="41859"/>
                  <a:pt x="123965" y="47600"/>
                  <a:pt x="123965" y="54626"/>
                </a:cubicBezTo>
                <a:cubicBezTo>
                  <a:pt x="123965" y="61738"/>
                  <a:pt x="125893" y="67522"/>
                  <a:pt x="129751" y="71979"/>
                </a:cubicBezTo>
                <a:cubicBezTo>
                  <a:pt x="133609" y="76435"/>
                  <a:pt x="138581" y="78662"/>
                  <a:pt x="144668" y="786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jection">
            <a:extLst xmlns:a="http://schemas.openxmlformats.org/drawingml/2006/main">
              <a:ext uri="{FF2B5EF4-FFF2-40B4-BE49-F238E27FC236}">
                <a16:creationId xmlns:a16="http://schemas.microsoft.com/office/drawing/2014/main" id="{4D449E95-2CC0-4592-8081-F4365386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5062" y="2288269"/>
            <a:ext cx="379225" cy="109255"/>
          </a:xfrm>
          <a:custGeom xmlns:a="http://schemas.openxmlformats.org/drawingml/2006/main">
            <a:pathLst>
              <a:path w="379225" h="109255">
                <a:moveTo>
                  <a:pt x="27133" y="12988"/>
                </a:moveTo>
                <a:cubicBezTo>
                  <a:pt x="25418" y="12988"/>
                  <a:pt x="23918" y="12366"/>
                  <a:pt x="22632" y="11124"/>
                </a:cubicBezTo>
                <a:cubicBezTo>
                  <a:pt x="21346" y="9880"/>
                  <a:pt x="20703" y="8358"/>
                  <a:pt x="20703" y="6558"/>
                </a:cubicBezTo>
                <a:cubicBezTo>
                  <a:pt x="20703" y="4758"/>
                  <a:pt x="21346" y="3215"/>
                  <a:pt x="22632" y="1929"/>
                </a:cubicBezTo>
                <a:cubicBezTo>
                  <a:pt x="23918" y="643"/>
                  <a:pt x="25418" y="0"/>
                  <a:pt x="27133" y="0"/>
                </a:cubicBezTo>
                <a:cubicBezTo>
                  <a:pt x="28933" y="0"/>
                  <a:pt x="30476" y="643"/>
                  <a:pt x="31762" y="1929"/>
                </a:cubicBezTo>
                <a:cubicBezTo>
                  <a:pt x="33048" y="3215"/>
                  <a:pt x="33691" y="4758"/>
                  <a:pt x="33691" y="6558"/>
                </a:cubicBezTo>
                <a:cubicBezTo>
                  <a:pt x="33691" y="8358"/>
                  <a:pt x="33048" y="9880"/>
                  <a:pt x="31762" y="11124"/>
                </a:cubicBezTo>
                <a:cubicBezTo>
                  <a:pt x="30476" y="12366"/>
                  <a:pt x="28933" y="12988"/>
                  <a:pt x="27133" y="12988"/>
                </a:cubicBezTo>
                <a:moveTo>
                  <a:pt x="13631" y="109255"/>
                </a:moveTo>
                <a:cubicBezTo>
                  <a:pt x="10459" y="109255"/>
                  <a:pt x="7887" y="108870"/>
                  <a:pt x="5916" y="108099"/>
                </a:cubicBezTo>
                <a:cubicBezTo>
                  <a:pt x="3943" y="107330"/>
                  <a:pt x="1971" y="106176"/>
                  <a:pt x="0" y="104636"/>
                </a:cubicBezTo>
                <a:lnTo>
                  <a:pt x="3471" y="97325"/>
                </a:lnTo>
                <a:cubicBezTo>
                  <a:pt x="6129" y="99963"/>
                  <a:pt x="9087" y="101283"/>
                  <a:pt x="12344" y="101283"/>
                </a:cubicBezTo>
                <a:cubicBezTo>
                  <a:pt x="19031" y="101283"/>
                  <a:pt x="22375" y="97549"/>
                  <a:pt x="22375" y="90082"/>
                </a:cubicBezTo>
                <a:lnTo>
                  <a:pt x="22375" y="21851"/>
                </a:lnTo>
                <a:lnTo>
                  <a:pt x="32019" y="21851"/>
                </a:lnTo>
                <a:lnTo>
                  <a:pt x="32019" y="90075"/>
                </a:lnTo>
                <a:cubicBezTo>
                  <a:pt x="32019" y="96254"/>
                  <a:pt x="30433" y="100996"/>
                  <a:pt x="27261" y="104299"/>
                </a:cubicBezTo>
                <a:cubicBezTo>
                  <a:pt x="24090" y="107603"/>
                  <a:pt x="19547" y="109255"/>
                  <a:pt x="13631" y="109255"/>
                </a:cubicBezTo>
                <a:close/>
                <a:moveTo>
                  <a:pt x="79343" y="85520"/>
                </a:moveTo>
                <a:cubicBezTo>
                  <a:pt x="69999" y="85520"/>
                  <a:pt x="62390" y="82478"/>
                  <a:pt x="56516" y="76394"/>
                </a:cubicBezTo>
                <a:cubicBezTo>
                  <a:pt x="50644" y="70309"/>
                  <a:pt x="47708" y="62467"/>
                  <a:pt x="47708" y="52867"/>
                </a:cubicBezTo>
                <a:cubicBezTo>
                  <a:pt x="47708" y="43697"/>
                  <a:pt x="50623" y="35985"/>
                  <a:pt x="56452" y="29729"/>
                </a:cubicBezTo>
                <a:cubicBezTo>
                  <a:pt x="62282" y="23472"/>
                  <a:pt x="69570" y="20344"/>
                  <a:pt x="78315" y="20344"/>
                </a:cubicBezTo>
                <a:cubicBezTo>
                  <a:pt x="87231" y="20344"/>
                  <a:pt x="94432" y="23427"/>
                  <a:pt x="99918" y="29592"/>
                </a:cubicBezTo>
                <a:cubicBezTo>
                  <a:pt x="105405" y="35756"/>
                  <a:pt x="108148" y="43761"/>
                  <a:pt x="108148" y="53607"/>
                </a:cubicBezTo>
                <a:lnTo>
                  <a:pt x="108148" y="56048"/>
                </a:lnTo>
                <a:lnTo>
                  <a:pt x="57868" y="56048"/>
                </a:lnTo>
                <a:cubicBezTo>
                  <a:pt x="58211" y="62399"/>
                  <a:pt x="60504" y="67570"/>
                  <a:pt x="64748" y="71561"/>
                </a:cubicBezTo>
                <a:cubicBezTo>
                  <a:pt x="68991" y="75552"/>
                  <a:pt x="74157" y="77548"/>
                  <a:pt x="80243" y="77548"/>
                </a:cubicBezTo>
                <a:cubicBezTo>
                  <a:pt x="87787" y="77548"/>
                  <a:pt x="94174" y="74931"/>
                  <a:pt x="99404" y="69697"/>
                </a:cubicBezTo>
                <a:lnTo>
                  <a:pt x="104033" y="76000"/>
                </a:lnTo>
                <a:cubicBezTo>
                  <a:pt x="97689" y="82347"/>
                  <a:pt x="89459" y="85520"/>
                  <a:pt x="79343" y="85520"/>
                </a:cubicBezTo>
                <a:moveTo>
                  <a:pt x="98631" y="48976"/>
                </a:moveTo>
                <a:cubicBezTo>
                  <a:pt x="98631" y="43244"/>
                  <a:pt x="96745" y="38368"/>
                  <a:pt x="92972" y="34348"/>
                </a:cubicBezTo>
                <a:cubicBezTo>
                  <a:pt x="89201" y="30327"/>
                  <a:pt x="84272" y="28316"/>
                  <a:pt x="78185" y="28316"/>
                </a:cubicBezTo>
                <a:cubicBezTo>
                  <a:pt x="72441" y="28316"/>
                  <a:pt x="67662" y="30327"/>
                  <a:pt x="63847" y="34348"/>
                </a:cubicBezTo>
                <a:cubicBezTo>
                  <a:pt x="60033" y="38368"/>
                  <a:pt x="58040" y="43244"/>
                  <a:pt x="57868" y="48976"/>
                </a:cubicBezTo>
                <a:lnTo>
                  <a:pt x="98631" y="48976"/>
                </a:lnTo>
                <a:close/>
                <a:moveTo>
                  <a:pt x="151098" y="85520"/>
                </a:moveTo>
                <a:cubicBezTo>
                  <a:pt x="142011" y="85520"/>
                  <a:pt x="134575" y="82435"/>
                  <a:pt x="128787" y="76265"/>
                </a:cubicBezTo>
                <a:cubicBezTo>
                  <a:pt x="123000" y="70094"/>
                  <a:pt x="120107" y="62295"/>
                  <a:pt x="120107" y="52867"/>
                </a:cubicBezTo>
                <a:cubicBezTo>
                  <a:pt x="120107" y="43526"/>
                  <a:pt x="123000" y="35770"/>
                  <a:pt x="128787" y="29600"/>
                </a:cubicBezTo>
                <a:cubicBezTo>
                  <a:pt x="134575" y="23429"/>
                  <a:pt x="142011" y="20344"/>
                  <a:pt x="151098" y="20344"/>
                </a:cubicBezTo>
                <a:cubicBezTo>
                  <a:pt x="160699" y="20344"/>
                  <a:pt x="168286" y="23941"/>
                  <a:pt x="173859" y="31136"/>
                </a:cubicBezTo>
                <a:lnTo>
                  <a:pt x="167429" y="37046"/>
                </a:lnTo>
                <a:cubicBezTo>
                  <a:pt x="163486" y="31655"/>
                  <a:pt x="158214" y="28960"/>
                  <a:pt x="151614" y="28960"/>
                </a:cubicBezTo>
                <a:cubicBezTo>
                  <a:pt x="145269" y="28960"/>
                  <a:pt x="140103" y="31167"/>
                  <a:pt x="136116" y="35581"/>
                </a:cubicBezTo>
                <a:cubicBezTo>
                  <a:pt x="132130" y="39993"/>
                  <a:pt x="130137" y="45755"/>
                  <a:pt x="130137" y="52867"/>
                </a:cubicBezTo>
                <a:cubicBezTo>
                  <a:pt x="130137" y="60066"/>
                  <a:pt x="132109" y="65872"/>
                  <a:pt x="136051" y="70286"/>
                </a:cubicBezTo>
                <a:cubicBezTo>
                  <a:pt x="139995" y="74698"/>
                  <a:pt x="145183" y="76904"/>
                  <a:pt x="151614" y="76904"/>
                </a:cubicBezTo>
                <a:cubicBezTo>
                  <a:pt x="158128" y="76904"/>
                  <a:pt x="163400" y="74209"/>
                  <a:pt x="167429" y="68818"/>
                </a:cubicBezTo>
                <a:lnTo>
                  <a:pt x="173859" y="74728"/>
                </a:lnTo>
                <a:cubicBezTo>
                  <a:pt x="168286" y="81923"/>
                  <a:pt x="160699" y="85520"/>
                  <a:pt x="151098" y="85520"/>
                </a:cubicBezTo>
                <a:close/>
                <a:moveTo>
                  <a:pt x="203052" y="85520"/>
                </a:moveTo>
                <a:cubicBezTo>
                  <a:pt x="193878" y="85520"/>
                  <a:pt x="189291" y="80675"/>
                  <a:pt x="189291" y="70984"/>
                </a:cubicBezTo>
                <a:lnTo>
                  <a:pt x="189291" y="30338"/>
                </a:lnTo>
                <a:lnTo>
                  <a:pt x="179003" y="30338"/>
                </a:lnTo>
                <a:lnTo>
                  <a:pt x="179003" y="21851"/>
                </a:lnTo>
                <a:lnTo>
                  <a:pt x="189291" y="21851"/>
                </a:lnTo>
                <a:lnTo>
                  <a:pt x="189291" y="4898"/>
                </a:lnTo>
                <a:lnTo>
                  <a:pt x="198935" y="4898"/>
                </a:lnTo>
                <a:lnTo>
                  <a:pt x="198935" y="21851"/>
                </a:lnTo>
                <a:lnTo>
                  <a:pt x="211538" y="21851"/>
                </a:lnTo>
                <a:lnTo>
                  <a:pt x="211538" y="30338"/>
                </a:lnTo>
                <a:lnTo>
                  <a:pt x="198935" y="30338"/>
                </a:lnTo>
                <a:lnTo>
                  <a:pt x="198935" y="68928"/>
                </a:lnTo>
                <a:cubicBezTo>
                  <a:pt x="198935" y="71243"/>
                  <a:pt x="199449" y="73152"/>
                  <a:pt x="200477" y="74654"/>
                </a:cubicBezTo>
                <a:cubicBezTo>
                  <a:pt x="201507" y="76154"/>
                  <a:pt x="203093" y="76904"/>
                  <a:pt x="205237" y="76904"/>
                </a:cubicBezTo>
                <a:cubicBezTo>
                  <a:pt x="207894" y="76904"/>
                  <a:pt x="210080" y="76051"/>
                  <a:pt x="211795" y="74344"/>
                </a:cubicBezTo>
                <a:lnTo>
                  <a:pt x="214625" y="81537"/>
                </a:lnTo>
                <a:cubicBezTo>
                  <a:pt x="211966" y="84193"/>
                  <a:pt x="208109" y="85520"/>
                  <a:pt x="203052" y="85520"/>
                </a:cubicBezTo>
                <a:close/>
                <a:moveTo>
                  <a:pt x="229927" y="12988"/>
                </a:moveTo>
                <a:cubicBezTo>
                  <a:pt x="228212" y="12988"/>
                  <a:pt x="226712" y="12366"/>
                  <a:pt x="225426" y="11124"/>
                </a:cubicBezTo>
                <a:cubicBezTo>
                  <a:pt x="224140" y="9880"/>
                  <a:pt x="223497" y="8358"/>
                  <a:pt x="223497" y="6558"/>
                </a:cubicBezTo>
                <a:cubicBezTo>
                  <a:pt x="223497" y="4758"/>
                  <a:pt x="224140" y="3215"/>
                  <a:pt x="225426" y="1929"/>
                </a:cubicBezTo>
                <a:cubicBezTo>
                  <a:pt x="226712" y="643"/>
                  <a:pt x="228212" y="0"/>
                  <a:pt x="229927" y="0"/>
                </a:cubicBezTo>
                <a:cubicBezTo>
                  <a:pt x="231727" y="0"/>
                  <a:pt x="233270" y="643"/>
                  <a:pt x="234556" y="1929"/>
                </a:cubicBezTo>
                <a:cubicBezTo>
                  <a:pt x="235842" y="3215"/>
                  <a:pt x="236485" y="4758"/>
                  <a:pt x="236485" y="6558"/>
                </a:cubicBezTo>
                <a:cubicBezTo>
                  <a:pt x="236485" y="8358"/>
                  <a:pt x="235842" y="9880"/>
                  <a:pt x="234556" y="11124"/>
                </a:cubicBezTo>
                <a:cubicBezTo>
                  <a:pt x="233270" y="12366"/>
                  <a:pt x="231727" y="12988"/>
                  <a:pt x="229927" y="12988"/>
                </a:cubicBezTo>
                <a:moveTo>
                  <a:pt x="225169" y="84013"/>
                </a:moveTo>
                <a:lnTo>
                  <a:pt x="225169" y="21851"/>
                </a:lnTo>
                <a:lnTo>
                  <a:pt x="234813" y="21851"/>
                </a:lnTo>
                <a:lnTo>
                  <a:pt x="234813" y="84013"/>
                </a:lnTo>
                <a:lnTo>
                  <a:pt x="225169" y="84013"/>
                </a:lnTo>
                <a:close/>
                <a:moveTo>
                  <a:pt x="281235" y="85520"/>
                </a:moveTo>
                <a:cubicBezTo>
                  <a:pt x="272234" y="85520"/>
                  <a:pt x="264862" y="82457"/>
                  <a:pt x="259118" y="76329"/>
                </a:cubicBezTo>
                <a:cubicBezTo>
                  <a:pt x="253374" y="70201"/>
                  <a:pt x="250502" y="62380"/>
                  <a:pt x="250502" y="52867"/>
                </a:cubicBezTo>
                <a:cubicBezTo>
                  <a:pt x="250502" y="43270"/>
                  <a:pt x="253374" y="35450"/>
                  <a:pt x="259118" y="29407"/>
                </a:cubicBezTo>
                <a:cubicBezTo>
                  <a:pt x="264862" y="23365"/>
                  <a:pt x="272234" y="20344"/>
                  <a:pt x="281235" y="20344"/>
                </a:cubicBezTo>
                <a:cubicBezTo>
                  <a:pt x="290238" y="20344"/>
                  <a:pt x="297611" y="23365"/>
                  <a:pt x="303353" y="29407"/>
                </a:cubicBezTo>
                <a:cubicBezTo>
                  <a:pt x="309097" y="35450"/>
                  <a:pt x="311969" y="43270"/>
                  <a:pt x="311969" y="52867"/>
                </a:cubicBezTo>
                <a:cubicBezTo>
                  <a:pt x="311969" y="62380"/>
                  <a:pt x="309097" y="70201"/>
                  <a:pt x="303353" y="76329"/>
                </a:cubicBezTo>
                <a:cubicBezTo>
                  <a:pt x="297611" y="82457"/>
                  <a:pt x="290238" y="85520"/>
                  <a:pt x="281235" y="85520"/>
                </a:cubicBezTo>
                <a:moveTo>
                  <a:pt x="281235" y="76904"/>
                </a:moveTo>
                <a:cubicBezTo>
                  <a:pt x="287237" y="76904"/>
                  <a:pt x="292167" y="74655"/>
                  <a:pt x="296024" y="70156"/>
                </a:cubicBezTo>
                <a:cubicBezTo>
                  <a:pt x="299882" y="65658"/>
                  <a:pt x="301811" y="59895"/>
                  <a:pt x="301811" y="52867"/>
                </a:cubicBezTo>
                <a:cubicBezTo>
                  <a:pt x="301811" y="45927"/>
                  <a:pt x="299882" y="40207"/>
                  <a:pt x="296024" y="35708"/>
                </a:cubicBezTo>
                <a:cubicBezTo>
                  <a:pt x="292167" y="31209"/>
                  <a:pt x="287237" y="28960"/>
                  <a:pt x="281235" y="28960"/>
                </a:cubicBezTo>
                <a:cubicBezTo>
                  <a:pt x="275235" y="28960"/>
                  <a:pt x="270284" y="31188"/>
                  <a:pt x="266384" y="35645"/>
                </a:cubicBezTo>
                <a:cubicBezTo>
                  <a:pt x="262483" y="40101"/>
                  <a:pt x="260532" y="45841"/>
                  <a:pt x="260532" y="52867"/>
                </a:cubicBezTo>
                <a:cubicBezTo>
                  <a:pt x="260532" y="59980"/>
                  <a:pt x="262461" y="65764"/>
                  <a:pt x="266319" y="70221"/>
                </a:cubicBezTo>
                <a:cubicBezTo>
                  <a:pt x="270176" y="74677"/>
                  <a:pt x="275149" y="76904"/>
                  <a:pt x="281235" y="76904"/>
                </a:cubicBezTo>
                <a:close/>
                <a:moveTo>
                  <a:pt x="369581" y="84013"/>
                </a:moveTo>
                <a:lnTo>
                  <a:pt x="369581" y="43366"/>
                </a:lnTo>
                <a:cubicBezTo>
                  <a:pt x="369581" y="37879"/>
                  <a:pt x="368316" y="34106"/>
                  <a:pt x="365786" y="32049"/>
                </a:cubicBezTo>
                <a:cubicBezTo>
                  <a:pt x="363257" y="29990"/>
                  <a:pt x="359893" y="28960"/>
                  <a:pt x="355692" y="28960"/>
                </a:cubicBezTo>
                <a:cubicBezTo>
                  <a:pt x="352092" y="28960"/>
                  <a:pt x="348556" y="29925"/>
                  <a:pt x="345083" y="31854"/>
                </a:cubicBezTo>
                <a:cubicBezTo>
                  <a:pt x="341611" y="33782"/>
                  <a:pt x="339017" y="36032"/>
                  <a:pt x="337302" y="38604"/>
                </a:cubicBezTo>
                <a:lnTo>
                  <a:pt x="337302" y="84013"/>
                </a:lnTo>
                <a:lnTo>
                  <a:pt x="327658" y="84013"/>
                </a:lnTo>
                <a:lnTo>
                  <a:pt x="327658" y="21851"/>
                </a:lnTo>
                <a:lnTo>
                  <a:pt x="337302" y="21851"/>
                </a:lnTo>
                <a:lnTo>
                  <a:pt x="337302" y="30889"/>
                </a:lnTo>
                <a:cubicBezTo>
                  <a:pt x="339961" y="27803"/>
                  <a:pt x="343240" y="25274"/>
                  <a:pt x="347141" y="23303"/>
                </a:cubicBezTo>
                <a:cubicBezTo>
                  <a:pt x="351042" y="21330"/>
                  <a:pt x="355136" y="20344"/>
                  <a:pt x="359422" y="20344"/>
                </a:cubicBezTo>
                <a:cubicBezTo>
                  <a:pt x="372624" y="20344"/>
                  <a:pt x="379225" y="27033"/>
                  <a:pt x="379225" y="40409"/>
                </a:cubicBezTo>
                <a:lnTo>
                  <a:pt x="379225" y="84013"/>
                </a:lnTo>
                <a:lnTo>
                  <a:pt x="369581" y="840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4CD969-A66E-40D7-93C2-0578FBFF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8181" y="2591035"/>
            <a:ext cx="1770091" cy="354756"/>
          </a:xfrm>
          <a:custGeom xmlns:a="http://schemas.openxmlformats.org/drawingml/2006/main">
            <a:pathLst>
              <a:path w="1770091" h="354756">
                <a:moveTo>
                  <a:pt x="0" y="59127"/>
                </a:moveTo>
                <a:lnTo>
                  <a:pt x="0" y="59127"/>
                </a:lnTo>
                <a:cubicBezTo>
                  <a:pt x="0" y="26472"/>
                  <a:pt x="26472" y="0"/>
                  <a:pt x="59127" y="0"/>
                </a:cubicBezTo>
                <a:lnTo>
                  <a:pt x="1710963" y="0"/>
                </a:lnTo>
                <a:cubicBezTo>
                  <a:pt x="1726645" y="0"/>
                  <a:pt x="1741685" y="6230"/>
                  <a:pt x="1752773" y="17318"/>
                </a:cubicBezTo>
                <a:cubicBezTo>
                  <a:pt x="1763862" y="28406"/>
                  <a:pt x="1770091" y="43446"/>
                  <a:pt x="1770091" y="59127"/>
                </a:cubicBezTo>
                <a:lnTo>
                  <a:pt x="1770091" y="295629"/>
                </a:lnTo>
                <a:cubicBezTo>
                  <a:pt x="1770091" y="328284"/>
                  <a:pt x="1743619" y="354756"/>
                  <a:pt x="1710963" y="354756"/>
                </a:cubicBezTo>
                <a:lnTo>
                  <a:pt x="59127" y="354756"/>
                </a:lnTo>
                <a:cubicBezTo>
                  <a:pt x="26472" y="354756"/>
                  <a:pt x="0" y="328284"/>
                  <a:pt x="0" y="295629"/>
                </a:cubicBezTo>
                <a:lnTo>
                  <a:pt x="0" y="59127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82793B-C2C3-4549-A6E7-DDF66390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8181" y="2591035"/>
            <a:ext cx="1770091" cy="354756"/>
          </a:xfrm>
          <a:custGeom xmlns:a="http://schemas.openxmlformats.org/drawingml/2006/main">
            <a:pathLst>
              <a:path w="1770091" h="354756" fill="none">
                <a:moveTo>
                  <a:pt x="0" y="59127"/>
                </a:moveTo>
                <a:lnTo>
                  <a:pt x="0" y="59127"/>
                </a:lnTo>
                <a:cubicBezTo>
                  <a:pt x="0" y="26472"/>
                  <a:pt x="26472" y="0"/>
                  <a:pt x="59127" y="0"/>
                </a:cubicBezTo>
                <a:lnTo>
                  <a:pt x="1710963" y="0"/>
                </a:lnTo>
                <a:cubicBezTo>
                  <a:pt x="1726645" y="0"/>
                  <a:pt x="1741685" y="6230"/>
                  <a:pt x="1752773" y="17318"/>
                </a:cubicBezTo>
                <a:cubicBezTo>
                  <a:pt x="1763862" y="28406"/>
                  <a:pt x="1770091" y="43446"/>
                  <a:pt x="1770091" y="59127"/>
                </a:cubicBezTo>
                <a:lnTo>
                  <a:pt x="1770091" y="295629"/>
                </a:lnTo>
                <a:cubicBezTo>
                  <a:pt x="1770091" y="328284"/>
                  <a:pt x="1743619" y="354756"/>
                  <a:pt x="1710963" y="354756"/>
                </a:cubicBezTo>
                <a:lnTo>
                  <a:pt x="59127" y="354756"/>
                </a:lnTo>
                <a:cubicBezTo>
                  <a:pt x="26472" y="354756"/>
                  <a:pt x="0" y="328284"/>
                  <a:pt x="0" y="295629"/>
                </a:cubicBezTo>
                <a:lnTo>
                  <a:pt x="0" y="5912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46" name="Text LLMTransformerLayers">
            <a:extLst xmlns:a="http://schemas.openxmlformats.org/drawingml/2006/main">
              <a:ext uri="{FF2B5EF4-FFF2-40B4-BE49-F238E27FC236}">
                <a16:creationId xmlns:a16="http://schemas.microsoft.com/office/drawing/2014/main" id="{8BD13450-0A29-42AC-802C-F19D70E7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086" y="2729057"/>
            <a:ext cx="1329024" cy="112269"/>
          </a:xfrm>
          <a:custGeom xmlns:a="http://schemas.openxmlformats.org/drawingml/2006/main">
            <a:pathLst>
              <a:path w="1329024" h="112269">
                <a:moveTo>
                  <a:pt x="0" y="87027"/>
                </a:moveTo>
                <a:lnTo>
                  <a:pt x="0" y="1256"/>
                </a:lnTo>
                <a:lnTo>
                  <a:pt x="10672" y="1256"/>
                </a:lnTo>
                <a:lnTo>
                  <a:pt x="10672" y="77511"/>
                </a:lnTo>
                <a:lnTo>
                  <a:pt x="50536" y="77511"/>
                </a:lnTo>
                <a:lnTo>
                  <a:pt x="50536" y="87027"/>
                </a:lnTo>
                <a:lnTo>
                  <a:pt x="0" y="87027"/>
                </a:lnTo>
                <a:close/>
                <a:moveTo>
                  <a:pt x="65583" y="87027"/>
                </a:moveTo>
                <a:lnTo>
                  <a:pt x="65583" y="1256"/>
                </a:lnTo>
                <a:lnTo>
                  <a:pt x="76255" y="1256"/>
                </a:lnTo>
                <a:lnTo>
                  <a:pt x="76255" y="77511"/>
                </a:lnTo>
                <a:lnTo>
                  <a:pt x="116119" y="77511"/>
                </a:lnTo>
                <a:lnTo>
                  <a:pt x="116119" y="87027"/>
                </a:lnTo>
                <a:lnTo>
                  <a:pt x="65583" y="87027"/>
                </a:lnTo>
                <a:close/>
                <a:moveTo>
                  <a:pt x="204464" y="87027"/>
                </a:moveTo>
                <a:lnTo>
                  <a:pt x="204464" y="16429"/>
                </a:lnTo>
                <a:lnTo>
                  <a:pt x="175275" y="87027"/>
                </a:lnTo>
                <a:lnTo>
                  <a:pt x="170901" y="87027"/>
                </a:lnTo>
                <a:lnTo>
                  <a:pt x="141839" y="16429"/>
                </a:lnTo>
                <a:lnTo>
                  <a:pt x="141839" y="87027"/>
                </a:lnTo>
                <a:lnTo>
                  <a:pt x="131166" y="87027"/>
                </a:lnTo>
                <a:lnTo>
                  <a:pt x="131166" y="1256"/>
                </a:lnTo>
                <a:lnTo>
                  <a:pt x="146470" y="1256"/>
                </a:lnTo>
                <a:lnTo>
                  <a:pt x="173089" y="65810"/>
                </a:lnTo>
                <a:lnTo>
                  <a:pt x="199835" y="1256"/>
                </a:lnTo>
                <a:lnTo>
                  <a:pt x="215139" y="1256"/>
                </a:lnTo>
                <a:lnTo>
                  <a:pt x="215139" y="87027"/>
                </a:lnTo>
                <a:lnTo>
                  <a:pt x="204464" y="87027"/>
                </a:lnTo>
                <a:close/>
                <a:moveTo>
                  <a:pt x="289594" y="87027"/>
                </a:moveTo>
                <a:lnTo>
                  <a:pt x="289594" y="10772"/>
                </a:lnTo>
                <a:lnTo>
                  <a:pt x="262461" y="10772"/>
                </a:lnTo>
                <a:lnTo>
                  <a:pt x="262461" y="1256"/>
                </a:lnTo>
                <a:lnTo>
                  <a:pt x="327529" y="1256"/>
                </a:lnTo>
                <a:lnTo>
                  <a:pt x="327529" y="10772"/>
                </a:lnTo>
                <a:lnTo>
                  <a:pt x="300268" y="10772"/>
                </a:lnTo>
                <a:lnTo>
                  <a:pt x="300268" y="87027"/>
                </a:lnTo>
                <a:lnTo>
                  <a:pt x="289594" y="87027"/>
                </a:lnTo>
                <a:close/>
                <a:moveTo>
                  <a:pt x="330358" y="87027"/>
                </a:moveTo>
                <a:lnTo>
                  <a:pt x="330358" y="24865"/>
                </a:lnTo>
                <a:lnTo>
                  <a:pt x="340003" y="24865"/>
                </a:lnTo>
                <a:lnTo>
                  <a:pt x="340003" y="34927"/>
                </a:lnTo>
                <a:cubicBezTo>
                  <a:pt x="345747" y="27382"/>
                  <a:pt x="352648" y="23609"/>
                  <a:pt x="360708" y="23609"/>
                </a:cubicBezTo>
                <a:lnTo>
                  <a:pt x="360708" y="33512"/>
                </a:lnTo>
                <a:lnTo>
                  <a:pt x="356850" y="33126"/>
                </a:lnTo>
                <a:cubicBezTo>
                  <a:pt x="353934" y="33126"/>
                  <a:pt x="350719" y="34176"/>
                  <a:pt x="347204" y="36277"/>
                </a:cubicBezTo>
                <a:cubicBezTo>
                  <a:pt x="343689" y="38378"/>
                  <a:pt x="341289" y="40629"/>
                  <a:pt x="340003" y="43029"/>
                </a:cubicBezTo>
                <a:lnTo>
                  <a:pt x="340003" y="87027"/>
                </a:lnTo>
                <a:lnTo>
                  <a:pt x="330358" y="87027"/>
                </a:lnTo>
                <a:close/>
                <a:moveTo>
                  <a:pt x="411630" y="87027"/>
                </a:moveTo>
                <a:lnTo>
                  <a:pt x="411630" y="79920"/>
                </a:lnTo>
                <a:cubicBezTo>
                  <a:pt x="406401" y="85663"/>
                  <a:pt x="399542" y="88534"/>
                  <a:pt x="391055" y="88534"/>
                </a:cubicBezTo>
                <a:cubicBezTo>
                  <a:pt x="384797" y="88534"/>
                  <a:pt x="379610" y="86560"/>
                  <a:pt x="375495" y="82612"/>
                </a:cubicBezTo>
                <a:cubicBezTo>
                  <a:pt x="371381" y="78664"/>
                  <a:pt x="369324" y="73773"/>
                  <a:pt x="369324" y="67937"/>
                </a:cubicBezTo>
                <a:cubicBezTo>
                  <a:pt x="369324" y="61930"/>
                  <a:pt x="371360" y="57018"/>
                  <a:pt x="375432" y="53199"/>
                </a:cubicBezTo>
                <a:cubicBezTo>
                  <a:pt x="379504" y="49379"/>
                  <a:pt x="384712" y="47469"/>
                  <a:pt x="391055" y="47469"/>
                </a:cubicBezTo>
                <a:cubicBezTo>
                  <a:pt x="399971" y="47469"/>
                  <a:pt x="406830" y="50299"/>
                  <a:pt x="411630" y="55958"/>
                </a:cubicBezTo>
                <a:lnTo>
                  <a:pt x="411630" y="44799"/>
                </a:lnTo>
                <a:cubicBezTo>
                  <a:pt x="411630" y="40609"/>
                  <a:pt x="410152" y="37381"/>
                  <a:pt x="407194" y="35115"/>
                </a:cubicBezTo>
                <a:cubicBezTo>
                  <a:pt x="404236" y="32850"/>
                  <a:pt x="400486" y="31717"/>
                  <a:pt x="395943" y="31717"/>
                </a:cubicBezTo>
                <a:cubicBezTo>
                  <a:pt x="388655" y="31717"/>
                  <a:pt x="382311" y="34582"/>
                  <a:pt x="376909" y="40311"/>
                </a:cubicBezTo>
                <a:lnTo>
                  <a:pt x="372410" y="33632"/>
                </a:lnTo>
                <a:cubicBezTo>
                  <a:pt x="379011" y="26783"/>
                  <a:pt x="387284" y="23358"/>
                  <a:pt x="397228" y="23358"/>
                </a:cubicBezTo>
                <a:cubicBezTo>
                  <a:pt x="404858" y="23358"/>
                  <a:pt x="410774" y="25202"/>
                  <a:pt x="414974" y="28889"/>
                </a:cubicBezTo>
                <a:cubicBezTo>
                  <a:pt x="419174" y="32576"/>
                  <a:pt x="421275" y="37721"/>
                  <a:pt x="421275" y="44324"/>
                </a:cubicBezTo>
                <a:lnTo>
                  <a:pt x="421275" y="87027"/>
                </a:lnTo>
                <a:lnTo>
                  <a:pt x="411630" y="87027"/>
                </a:lnTo>
                <a:moveTo>
                  <a:pt x="394528" y="81590"/>
                </a:moveTo>
                <a:cubicBezTo>
                  <a:pt x="402157" y="81590"/>
                  <a:pt x="407858" y="79018"/>
                  <a:pt x="411630" y="73875"/>
                </a:cubicBezTo>
                <a:lnTo>
                  <a:pt x="411630" y="62131"/>
                </a:lnTo>
                <a:cubicBezTo>
                  <a:pt x="407858" y="56986"/>
                  <a:pt x="402157" y="54414"/>
                  <a:pt x="394528" y="54414"/>
                </a:cubicBezTo>
                <a:cubicBezTo>
                  <a:pt x="389984" y="54414"/>
                  <a:pt x="386297" y="55681"/>
                  <a:pt x="383467" y="58214"/>
                </a:cubicBezTo>
                <a:cubicBezTo>
                  <a:pt x="380639" y="60747"/>
                  <a:pt x="379225" y="64031"/>
                  <a:pt x="379225" y="68067"/>
                </a:cubicBezTo>
                <a:cubicBezTo>
                  <a:pt x="379225" y="72016"/>
                  <a:pt x="380639" y="75257"/>
                  <a:pt x="383467" y="77791"/>
                </a:cubicBezTo>
                <a:cubicBezTo>
                  <a:pt x="386297" y="80324"/>
                  <a:pt x="389984" y="81590"/>
                  <a:pt x="394528" y="81590"/>
                </a:cubicBezTo>
                <a:close/>
                <a:moveTo>
                  <a:pt x="482486" y="87027"/>
                </a:moveTo>
                <a:lnTo>
                  <a:pt x="482486" y="46380"/>
                </a:lnTo>
                <a:cubicBezTo>
                  <a:pt x="482486" y="40893"/>
                  <a:pt x="481221" y="37120"/>
                  <a:pt x="478691" y="35062"/>
                </a:cubicBezTo>
                <a:cubicBezTo>
                  <a:pt x="476163" y="33003"/>
                  <a:pt x="472798" y="31974"/>
                  <a:pt x="468598" y="31974"/>
                </a:cubicBezTo>
                <a:cubicBezTo>
                  <a:pt x="464998" y="31974"/>
                  <a:pt x="461461" y="32939"/>
                  <a:pt x="457988" y="34868"/>
                </a:cubicBezTo>
                <a:cubicBezTo>
                  <a:pt x="454516" y="36796"/>
                  <a:pt x="451923" y="39046"/>
                  <a:pt x="450208" y="41618"/>
                </a:cubicBezTo>
                <a:lnTo>
                  <a:pt x="450208" y="87027"/>
                </a:lnTo>
                <a:lnTo>
                  <a:pt x="440564" y="87027"/>
                </a:lnTo>
                <a:lnTo>
                  <a:pt x="440564" y="24865"/>
                </a:lnTo>
                <a:lnTo>
                  <a:pt x="450208" y="24865"/>
                </a:lnTo>
                <a:lnTo>
                  <a:pt x="450208" y="33903"/>
                </a:lnTo>
                <a:cubicBezTo>
                  <a:pt x="452866" y="30817"/>
                  <a:pt x="456146" y="28288"/>
                  <a:pt x="460046" y="26317"/>
                </a:cubicBezTo>
                <a:cubicBezTo>
                  <a:pt x="463947" y="24344"/>
                  <a:pt x="468041" y="23358"/>
                  <a:pt x="472328" y="23358"/>
                </a:cubicBezTo>
                <a:cubicBezTo>
                  <a:pt x="485529" y="23358"/>
                  <a:pt x="492130" y="30046"/>
                  <a:pt x="492130" y="43423"/>
                </a:cubicBezTo>
                <a:lnTo>
                  <a:pt x="492130" y="87027"/>
                </a:lnTo>
                <a:lnTo>
                  <a:pt x="482486" y="87027"/>
                </a:lnTo>
                <a:close/>
                <a:moveTo>
                  <a:pt x="531095" y="88534"/>
                </a:moveTo>
                <a:cubicBezTo>
                  <a:pt x="520550" y="88534"/>
                  <a:pt x="512191" y="85280"/>
                  <a:pt x="506020" y="78770"/>
                </a:cubicBezTo>
                <a:lnTo>
                  <a:pt x="511035" y="71832"/>
                </a:lnTo>
                <a:cubicBezTo>
                  <a:pt x="513091" y="74229"/>
                  <a:pt x="515941" y="76304"/>
                  <a:pt x="519584" y="78058"/>
                </a:cubicBezTo>
                <a:cubicBezTo>
                  <a:pt x="523229" y="79812"/>
                  <a:pt x="527194" y="80689"/>
                  <a:pt x="531481" y="80689"/>
                </a:cubicBezTo>
                <a:cubicBezTo>
                  <a:pt x="536282" y="80689"/>
                  <a:pt x="539925" y="79683"/>
                  <a:pt x="542411" y="77670"/>
                </a:cubicBezTo>
                <a:cubicBezTo>
                  <a:pt x="544897" y="75655"/>
                  <a:pt x="546141" y="73106"/>
                  <a:pt x="546141" y="70021"/>
                </a:cubicBezTo>
                <a:cubicBezTo>
                  <a:pt x="546141" y="67279"/>
                  <a:pt x="544790" y="65115"/>
                  <a:pt x="542089" y="63530"/>
                </a:cubicBezTo>
                <a:cubicBezTo>
                  <a:pt x="539389" y="61945"/>
                  <a:pt x="534353" y="60295"/>
                  <a:pt x="526980" y="58581"/>
                </a:cubicBezTo>
                <a:cubicBezTo>
                  <a:pt x="520722" y="57295"/>
                  <a:pt x="515943" y="55260"/>
                  <a:pt x="512642" y="52475"/>
                </a:cubicBezTo>
                <a:cubicBezTo>
                  <a:pt x="509342" y="49690"/>
                  <a:pt x="507692" y="45940"/>
                  <a:pt x="507692" y="41226"/>
                </a:cubicBezTo>
                <a:cubicBezTo>
                  <a:pt x="507692" y="35998"/>
                  <a:pt x="509792" y="31714"/>
                  <a:pt x="513992" y="28371"/>
                </a:cubicBezTo>
                <a:cubicBezTo>
                  <a:pt x="518193" y="25029"/>
                  <a:pt x="523808" y="23358"/>
                  <a:pt x="530838" y="23358"/>
                </a:cubicBezTo>
                <a:cubicBezTo>
                  <a:pt x="540183" y="23358"/>
                  <a:pt x="547856" y="26360"/>
                  <a:pt x="553856" y="32364"/>
                </a:cubicBezTo>
                <a:lnTo>
                  <a:pt x="549355" y="39056"/>
                </a:lnTo>
                <a:cubicBezTo>
                  <a:pt x="547470" y="36824"/>
                  <a:pt x="544920" y="34957"/>
                  <a:pt x="541704" y="33455"/>
                </a:cubicBezTo>
                <a:cubicBezTo>
                  <a:pt x="538489" y="31954"/>
                  <a:pt x="534867" y="31203"/>
                  <a:pt x="530838" y="31203"/>
                </a:cubicBezTo>
                <a:cubicBezTo>
                  <a:pt x="526551" y="31203"/>
                  <a:pt x="523186" y="32145"/>
                  <a:pt x="520742" y="34030"/>
                </a:cubicBezTo>
                <a:cubicBezTo>
                  <a:pt x="518300" y="35915"/>
                  <a:pt x="517079" y="38229"/>
                  <a:pt x="517079" y="40971"/>
                </a:cubicBezTo>
                <a:cubicBezTo>
                  <a:pt x="517079" y="43456"/>
                  <a:pt x="518450" y="45427"/>
                  <a:pt x="521193" y="46885"/>
                </a:cubicBezTo>
                <a:cubicBezTo>
                  <a:pt x="523937" y="48341"/>
                  <a:pt x="528994" y="49840"/>
                  <a:pt x="536367" y="51382"/>
                </a:cubicBezTo>
                <a:cubicBezTo>
                  <a:pt x="542625" y="52839"/>
                  <a:pt x="547383" y="55047"/>
                  <a:pt x="550640" y="58004"/>
                </a:cubicBezTo>
                <a:cubicBezTo>
                  <a:pt x="553899" y="60961"/>
                  <a:pt x="555528" y="64881"/>
                  <a:pt x="555528" y="69766"/>
                </a:cubicBezTo>
                <a:cubicBezTo>
                  <a:pt x="555528" y="75507"/>
                  <a:pt x="553299" y="80071"/>
                  <a:pt x="548841" y="83456"/>
                </a:cubicBezTo>
                <a:cubicBezTo>
                  <a:pt x="544383" y="86842"/>
                  <a:pt x="538467" y="88534"/>
                  <a:pt x="531095" y="88534"/>
                </a:cubicBezTo>
                <a:close/>
                <a:moveTo>
                  <a:pt x="573916" y="87027"/>
                </a:moveTo>
                <a:lnTo>
                  <a:pt x="573916" y="33351"/>
                </a:lnTo>
                <a:lnTo>
                  <a:pt x="563630" y="33351"/>
                </a:lnTo>
                <a:lnTo>
                  <a:pt x="563630" y="24865"/>
                </a:lnTo>
                <a:lnTo>
                  <a:pt x="573916" y="24865"/>
                </a:lnTo>
                <a:lnTo>
                  <a:pt x="573916" y="20122"/>
                </a:lnTo>
                <a:cubicBezTo>
                  <a:pt x="573916" y="13714"/>
                  <a:pt x="575523" y="8758"/>
                  <a:pt x="578739" y="5255"/>
                </a:cubicBezTo>
                <a:cubicBezTo>
                  <a:pt x="581954" y="1752"/>
                  <a:pt x="586348" y="0"/>
                  <a:pt x="591919" y="0"/>
                </a:cubicBezTo>
                <a:cubicBezTo>
                  <a:pt x="597149" y="0"/>
                  <a:pt x="601521" y="1585"/>
                  <a:pt x="605036" y="4754"/>
                </a:cubicBezTo>
                <a:lnTo>
                  <a:pt x="601051" y="11051"/>
                </a:lnTo>
                <a:cubicBezTo>
                  <a:pt x="598822" y="8999"/>
                  <a:pt x="596249" y="7972"/>
                  <a:pt x="593334" y="7972"/>
                </a:cubicBezTo>
                <a:cubicBezTo>
                  <a:pt x="586819" y="7972"/>
                  <a:pt x="583562" y="12025"/>
                  <a:pt x="583562" y="20130"/>
                </a:cubicBezTo>
                <a:lnTo>
                  <a:pt x="583562" y="24865"/>
                </a:lnTo>
                <a:lnTo>
                  <a:pt x="596163" y="24865"/>
                </a:lnTo>
                <a:lnTo>
                  <a:pt x="596163" y="33351"/>
                </a:lnTo>
                <a:lnTo>
                  <a:pt x="583562" y="33351"/>
                </a:lnTo>
                <a:lnTo>
                  <a:pt x="583562" y="87027"/>
                </a:lnTo>
                <a:lnTo>
                  <a:pt x="573916" y="87027"/>
                </a:lnTo>
                <a:close/>
                <a:moveTo>
                  <a:pt x="634742" y="88534"/>
                </a:moveTo>
                <a:cubicBezTo>
                  <a:pt x="625740" y="88534"/>
                  <a:pt x="618368" y="85471"/>
                  <a:pt x="612624" y="79343"/>
                </a:cubicBezTo>
                <a:cubicBezTo>
                  <a:pt x="606880" y="73215"/>
                  <a:pt x="604008" y="65394"/>
                  <a:pt x="604008" y="55881"/>
                </a:cubicBezTo>
                <a:cubicBezTo>
                  <a:pt x="604008" y="46284"/>
                  <a:pt x="606880" y="38464"/>
                  <a:pt x="612624" y="32421"/>
                </a:cubicBezTo>
                <a:cubicBezTo>
                  <a:pt x="618368" y="26379"/>
                  <a:pt x="625740" y="23358"/>
                  <a:pt x="634742" y="23358"/>
                </a:cubicBezTo>
                <a:cubicBezTo>
                  <a:pt x="643744" y="23358"/>
                  <a:pt x="651117" y="26379"/>
                  <a:pt x="656859" y="32421"/>
                </a:cubicBezTo>
                <a:cubicBezTo>
                  <a:pt x="662603" y="38464"/>
                  <a:pt x="665475" y="46284"/>
                  <a:pt x="665475" y="55881"/>
                </a:cubicBezTo>
                <a:cubicBezTo>
                  <a:pt x="665475" y="65394"/>
                  <a:pt x="662603" y="73215"/>
                  <a:pt x="656859" y="79343"/>
                </a:cubicBezTo>
                <a:cubicBezTo>
                  <a:pt x="651117" y="85471"/>
                  <a:pt x="643744" y="88534"/>
                  <a:pt x="634742" y="88534"/>
                </a:cubicBezTo>
                <a:moveTo>
                  <a:pt x="634742" y="79918"/>
                </a:moveTo>
                <a:cubicBezTo>
                  <a:pt x="640743" y="79918"/>
                  <a:pt x="645673" y="77669"/>
                  <a:pt x="649531" y="73170"/>
                </a:cubicBezTo>
                <a:cubicBezTo>
                  <a:pt x="653388" y="68672"/>
                  <a:pt x="655317" y="62909"/>
                  <a:pt x="655317" y="55881"/>
                </a:cubicBezTo>
                <a:cubicBezTo>
                  <a:pt x="655317" y="48940"/>
                  <a:pt x="653388" y="43221"/>
                  <a:pt x="649531" y="38722"/>
                </a:cubicBezTo>
                <a:cubicBezTo>
                  <a:pt x="645673" y="34223"/>
                  <a:pt x="640743" y="31974"/>
                  <a:pt x="634742" y="31974"/>
                </a:cubicBezTo>
                <a:cubicBezTo>
                  <a:pt x="628741" y="31974"/>
                  <a:pt x="623791" y="34202"/>
                  <a:pt x="619890" y="38659"/>
                </a:cubicBezTo>
                <a:cubicBezTo>
                  <a:pt x="615989" y="43115"/>
                  <a:pt x="614038" y="48855"/>
                  <a:pt x="614038" y="55881"/>
                </a:cubicBezTo>
                <a:cubicBezTo>
                  <a:pt x="614038" y="62994"/>
                  <a:pt x="615967" y="68778"/>
                  <a:pt x="619825" y="73235"/>
                </a:cubicBezTo>
                <a:cubicBezTo>
                  <a:pt x="623683" y="77691"/>
                  <a:pt x="628655" y="79918"/>
                  <a:pt x="634742" y="79918"/>
                </a:cubicBezTo>
                <a:close/>
                <a:moveTo>
                  <a:pt x="681164" y="87027"/>
                </a:moveTo>
                <a:lnTo>
                  <a:pt x="681164" y="24865"/>
                </a:lnTo>
                <a:lnTo>
                  <a:pt x="690809" y="24865"/>
                </a:lnTo>
                <a:lnTo>
                  <a:pt x="690809" y="34927"/>
                </a:lnTo>
                <a:cubicBezTo>
                  <a:pt x="696553" y="27382"/>
                  <a:pt x="703454" y="23609"/>
                  <a:pt x="711514" y="23609"/>
                </a:cubicBezTo>
                <a:lnTo>
                  <a:pt x="711514" y="33512"/>
                </a:lnTo>
                <a:lnTo>
                  <a:pt x="707656" y="33126"/>
                </a:lnTo>
                <a:cubicBezTo>
                  <a:pt x="704740" y="33126"/>
                  <a:pt x="701525" y="34176"/>
                  <a:pt x="698010" y="36277"/>
                </a:cubicBezTo>
                <a:cubicBezTo>
                  <a:pt x="694495" y="38378"/>
                  <a:pt x="692094" y="40629"/>
                  <a:pt x="690809" y="43029"/>
                </a:cubicBezTo>
                <a:lnTo>
                  <a:pt x="690809" y="87027"/>
                </a:lnTo>
                <a:lnTo>
                  <a:pt x="681164" y="87027"/>
                </a:lnTo>
                <a:close/>
                <a:moveTo>
                  <a:pt x="798572" y="87027"/>
                </a:moveTo>
                <a:lnTo>
                  <a:pt x="798572" y="44836"/>
                </a:lnTo>
                <a:cubicBezTo>
                  <a:pt x="798572" y="36261"/>
                  <a:pt x="794757" y="31974"/>
                  <a:pt x="787127" y="31974"/>
                </a:cubicBezTo>
                <a:cubicBezTo>
                  <a:pt x="783869" y="31974"/>
                  <a:pt x="780719" y="32939"/>
                  <a:pt x="777675" y="34868"/>
                </a:cubicBezTo>
                <a:cubicBezTo>
                  <a:pt x="774632" y="36796"/>
                  <a:pt x="772296" y="39003"/>
                  <a:pt x="770666" y="41489"/>
                </a:cubicBezTo>
                <a:lnTo>
                  <a:pt x="770666" y="87027"/>
                </a:lnTo>
                <a:lnTo>
                  <a:pt x="761022" y="87027"/>
                </a:lnTo>
                <a:lnTo>
                  <a:pt x="761022" y="44836"/>
                </a:lnTo>
                <a:cubicBezTo>
                  <a:pt x="761022" y="36261"/>
                  <a:pt x="757206" y="31974"/>
                  <a:pt x="749576" y="31974"/>
                </a:cubicBezTo>
                <a:cubicBezTo>
                  <a:pt x="746405" y="31974"/>
                  <a:pt x="743319" y="32960"/>
                  <a:pt x="740318" y="34933"/>
                </a:cubicBezTo>
                <a:cubicBezTo>
                  <a:pt x="737318" y="36904"/>
                  <a:pt x="734960" y="39133"/>
                  <a:pt x="733245" y="41618"/>
                </a:cubicBezTo>
                <a:lnTo>
                  <a:pt x="733245" y="87027"/>
                </a:lnTo>
                <a:lnTo>
                  <a:pt x="723601" y="87027"/>
                </a:lnTo>
                <a:lnTo>
                  <a:pt x="723601" y="24865"/>
                </a:lnTo>
                <a:lnTo>
                  <a:pt x="733245" y="24865"/>
                </a:lnTo>
                <a:lnTo>
                  <a:pt x="733245" y="33903"/>
                </a:lnTo>
                <a:cubicBezTo>
                  <a:pt x="734703" y="31416"/>
                  <a:pt x="737447" y="29037"/>
                  <a:pt x="741476" y="26766"/>
                </a:cubicBezTo>
                <a:cubicBezTo>
                  <a:pt x="745505" y="24494"/>
                  <a:pt x="749449" y="23358"/>
                  <a:pt x="753306" y="23358"/>
                </a:cubicBezTo>
                <a:cubicBezTo>
                  <a:pt x="758107" y="23358"/>
                  <a:pt x="761857" y="24473"/>
                  <a:pt x="764557" y="26702"/>
                </a:cubicBezTo>
                <a:cubicBezTo>
                  <a:pt x="767259" y="28931"/>
                  <a:pt x="769081" y="31674"/>
                  <a:pt x="770024" y="34931"/>
                </a:cubicBezTo>
                <a:cubicBezTo>
                  <a:pt x="772167" y="31587"/>
                  <a:pt x="775210" y="28823"/>
                  <a:pt x="779152" y="26637"/>
                </a:cubicBezTo>
                <a:cubicBezTo>
                  <a:pt x="783096" y="24451"/>
                  <a:pt x="786998" y="23358"/>
                  <a:pt x="790857" y="23358"/>
                </a:cubicBezTo>
                <a:cubicBezTo>
                  <a:pt x="802430" y="23358"/>
                  <a:pt x="808216" y="29618"/>
                  <a:pt x="808216" y="42138"/>
                </a:cubicBezTo>
                <a:lnTo>
                  <a:pt x="808216" y="87027"/>
                </a:lnTo>
                <a:lnTo>
                  <a:pt x="798572" y="87027"/>
                </a:lnTo>
                <a:close/>
                <a:moveTo>
                  <a:pt x="855539" y="88534"/>
                </a:moveTo>
                <a:cubicBezTo>
                  <a:pt x="846195" y="88534"/>
                  <a:pt x="838586" y="85492"/>
                  <a:pt x="832713" y="79408"/>
                </a:cubicBezTo>
                <a:cubicBezTo>
                  <a:pt x="826840" y="73323"/>
                  <a:pt x="823904" y="65480"/>
                  <a:pt x="823904" y="55881"/>
                </a:cubicBezTo>
                <a:cubicBezTo>
                  <a:pt x="823904" y="46711"/>
                  <a:pt x="826819" y="38999"/>
                  <a:pt x="832648" y="32743"/>
                </a:cubicBezTo>
                <a:cubicBezTo>
                  <a:pt x="838478" y="26486"/>
                  <a:pt x="845766" y="23358"/>
                  <a:pt x="854511" y="23358"/>
                </a:cubicBezTo>
                <a:cubicBezTo>
                  <a:pt x="863427" y="23358"/>
                  <a:pt x="870628" y="26441"/>
                  <a:pt x="876114" y="32606"/>
                </a:cubicBezTo>
                <a:cubicBezTo>
                  <a:pt x="881601" y="38770"/>
                  <a:pt x="884344" y="46775"/>
                  <a:pt x="884344" y="56621"/>
                </a:cubicBezTo>
                <a:lnTo>
                  <a:pt x="884344" y="59062"/>
                </a:lnTo>
                <a:lnTo>
                  <a:pt x="834065" y="59062"/>
                </a:lnTo>
                <a:cubicBezTo>
                  <a:pt x="834407" y="65413"/>
                  <a:pt x="836700" y="70584"/>
                  <a:pt x="840944" y="74575"/>
                </a:cubicBezTo>
                <a:cubicBezTo>
                  <a:pt x="845188" y="78566"/>
                  <a:pt x="850353" y="80562"/>
                  <a:pt x="856439" y="80562"/>
                </a:cubicBezTo>
                <a:cubicBezTo>
                  <a:pt x="863983" y="80562"/>
                  <a:pt x="870370" y="77945"/>
                  <a:pt x="875600" y="72711"/>
                </a:cubicBezTo>
                <a:lnTo>
                  <a:pt x="880229" y="79014"/>
                </a:lnTo>
                <a:cubicBezTo>
                  <a:pt x="873885" y="85361"/>
                  <a:pt x="865655" y="88534"/>
                  <a:pt x="855539" y="88534"/>
                </a:cubicBezTo>
                <a:moveTo>
                  <a:pt x="874827" y="51990"/>
                </a:moveTo>
                <a:cubicBezTo>
                  <a:pt x="874827" y="46258"/>
                  <a:pt x="872941" y="41382"/>
                  <a:pt x="869168" y="37362"/>
                </a:cubicBezTo>
                <a:cubicBezTo>
                  <a:pt x="865397" y="33341"/>
                  <a:pt x="860468" y="31330"/>
                  <a:pt x="854381" y="31330"/>
                </a:cubicBezTo>
                <a:cubicBezTo>
                  <a:pt x="848637" y="31330"/>
                  <a:pt x="843858" y="33341"/>
                  <a:pt x="840043" y="37362"/>
                </a:cubicBezTo>
                <a:cubicBezTo>
                  <a:pt x="836229" y="41382"/>
                  <a:pt x="834236" y="46258"/>
                  <a:pt x="834065" y="51990"/>
                </a:cubicBezTo>
                <a:lnTo>
                  <a:pt x="874827" y="51990"/>
                </a:lnTo>
                <a:close/>
                <a:moveTo>
                  <a:pt x="899904" y="87027"/>
                </a:moveTo>
                <a:lnTo>
                  <a:pt x="899904" y="24865"/>
                </a:lnTo>
                <a:lnTo>
                  <a:pt x="909548" y="24865"/>
                </a:lnTo>
                <a:lnTo>
                  <a:pt x="909548" y="34927"/>
                </a:lnTo>
                <a:cubicBezTo>
                  <a:pt x="915292" y="27382"/>
                  <a:pt x="922194" y="23609"/>
                  <a:pt x="930253" y="23609"/>
                </a:cubicBezTo>
                <a:lnTo>
                  <a:pt x="930253" y="33512"/>
                </a:lnTo>
                <a:lnTo>
                  <a:pt x="926395" y="33126"/>
                </a:lnTo>
                <a:cubicBezTo>
                  <a:pt x="923479" y="33126"/>
                  <a:pt x="920264" y="34176"/>
                  <a:pt x="916749" y="36277"/>
                </a:cubicBezTo>
                <a:cubicBezTo>
                  <a:pt x="913234" y="38378"/>
                  <a:pt x="910834" y="40629"/>
                  <a:pt x="909548" y="43029"/>
                </a:cubicBezTo>
                <a:lnTo>
                  <a:pt x="909548" y="87027"/>
                </a:lnTo>
                <a:lnTo>
                  <a:pt x="899904" y="87027"/>
                </a:lnTo>
                <a:close/>
                <a:moveTo>
                  <a:pt x="975904" y="87027"/>
                </a:moveTo>
                <a:lnTo>
                  <a:pt x="975904" y="1256"/>
                </a:lnTo>
                <a:lnTo>
                  <a:pt x="986576" y="1256"/>
                </a:lnTo>
                <a:lnTo>
                  <a:pt x="986576" y="77511"/>
                </a:lnTo>
                <a:lnTo>
                  <a:pt x="1026440" y="77511"/>
                </a:lnTo>
                <a:lnTo>
                  <a:pt x="1026440" y="87027"/>
                </a:lnTo>
                <a:lnTo>
                  <a:pt x="975904" y="87027"/>
                </a:lnTo>
                <a:close/>
                <a:moveTo>
                  <a:pt x="1078136" y="87027"/>
                </a:moveTo>
                <a:lnTo>
                  <a:pt x="1078136" y="79920"/>
                </a:lnTo>
                <a:cubicBezTo>
                  <a:pt x="1072906" y="85663"/>
                  <a:pt x="1066048" y="88534"/>
                  <a:pt x="1057560" y="88534"/>
                </a:cubicBezTo>
                <a:cubicBezTo>
                  <a:pt x="1051302" y="88534"/>
                  <a:pt x="1046116" y="86560"/>
                  <a:pt x="1042000" y="82612"/>
                </a:cubicBezTo>
                <a:cubicBezTo>
                  <a:pt x="1037886" y="78664"/>
                  <a:pt x="1035829" y="73773"/>
                  <a:pt x="1035829" y="67937"/>
                </a:cubicBezTo>
                <a:cubicBezTo>
                  <a:pt x="1035829" y="61930"/>
                  <a:pt x="1037865" y="57018"/>
                  <a:pt x="1041937" y="53199"/>
                </a:cubicBezTo>
                <a:cubicBezTo>
                  <a:pt x="1046010" y="49379"/>
                  <a:pt x="1051217" y="47469"/>
                  <a:pt x="1057560" y="47469"/>
                </a:cubicBezTo>
                <a:cubicBezTo>
                  <a:pt x="1066477" y="47469"/>
                  <a:pt x="1073335" y="50299"/>
                  <a:pt x="1078136" y="55958"/>
                </a:cubicBezTo>
                <a:lnTo>
                  <a:pt x="1078136" y="44799"/>
                </a:lnTo>
                <a:cubicBezTo>
                  <a:pt x="1078136" y="40609"/>
                  <a:pt x="1076657" y="37381"/>
                  <a:pt x="1073700" y="35115"/>
                </a:cubicBezTo>
                <a:cubicBezTo>
                  <a:pt x="1070742" y="32850"/>
                  <a:pt x="1066991" y="31717"/>
                  <a:pt x="1062448" y="31717"/>
                </a:cubicBezTo>
                <a:cubicBezTo>
                  <a:pt x="1055161" y="31717"/>
                  <a:pt x="1048816" y="34582"/>
                  <a:pt x="1043415" y="40311"/>
                </a:cubicBezTo>
                <a:lnTo>
                  <a:pt x="1038916" y="33632"/>
                </a:lnTo>
                <a:cubicBezTo>
                  <a:pt x="1045516" y="26783"/>
                  <a:pt x="1053789" y="23358"/>
                  <a:pt x="1063734" y="23358"/>
                </a:cubicBezTo>
                <a:cubicBezTo>
                  <a:pt x="1071364" y="23358"/>
                  <a:pt x="1077279" y="25202"/>
                  <a:pt x="1081480" y="28889"/>
                </a:cubicBezTo>
                <a:cubicBezTo>
                  <a:pt x="1085680" y="32576"/>
                  <a:pt x="1087780" y="37721"/>
                  <a:pt x="1087780" y="44324"/>
                </a:cubicBezTo>
                <a:lnTo>
                  <a:pt x="1087780" y="87027"/>
                </a:lnTo>
                <a:lnTo>
                  <a:pt x="1078136" y="87027"/>
                </a:lnTo>
                <a:moveTo>
                  <a:pt x="1061034" y="81590"/>
                </a:moveTo>
                <a:cubicBezTo>
                  <a:pt x="1068663" y="81590"/>
                  <a:pt x="1074363" y="79018"/>
                  <a:pt x="1078136" y="73875"/>
                </a:cubicBezTo>
                <a:lnTo>
                  <a:pt x="1078136" y="62131"/>
                </a:lnTo>
                <a:cubicBezTo>
                  <a:pt x="1074363" y="56986"/>
                  <a:pt x="1068663" y="54414"/>
                  <a:pt x="1061034" y="54414"/>
                </a:cubicBezTo>
                <a:cubicBezTo>
                  <a:pt x="1056489" y="54414"/>
                  <a:pt x="1052802" y="55681"/>
                  <a:pt x="1049973" y="58214"/>
                </a:cubicBezTo>
                <a:cubicBezTo>
                  <a:pt x="1047144" y="60747"/>
                  <a:pt x="1045730" y="64031"/>
                  <a:pt x="1045730" y="68067"/>
                </a:cubicBezTo>
                <a:cubicBezTo>
                  <a:pt x="1045730" y="72016"/>
                  <a:pt x="1047144" y="75257"/>
                  <a:pt x="1049973" y="77791"/>
                </a:cubicBezTo>
                <a:cubicBezTo>
                  <a:pt x="1052802" y="80324"/>
                  <a:pt x="1056489" y="81590"/>
                  <a:pt x="1061034" y="81590"/>
                </a:cubicBezTo>
                <a:close/>
                <a:moveTo>
                  <a:pt x="1105141" y="102599"/>
                </a:moveTo>
                <a:cubicBezTo>
                  <a:pt x="1106513" y="103302"/>
                  <a:pt x="1108270" y="103653"/>
                  <a:pt x="1110413" y="103653"/>
                </a:cubicBezTo>
                <a:cubicBezTo>
                  <a:pt x="1112557" y="103653"/>
                  <a:pt x="1114358" y="103201"/>
                  <a:pt x="1115815" y="102297"/>
                </a:cubicBezTo>
                <a:cubicBezTo>
                  <a:pt x="1117272" y="101395"/>
                  <a:pt x="1118558" y="99653"/>
                  <a:pt x="1119673" y="97074"/>
                </a:cubicBezTo>
                <a:lnTo>
                  <a:pt x="1123787" y="87655"/>
                </a:lnTo>
                <a:lnTo>
                  <a:pt x="1097812" y="24865"/>
                </a:lnTo>
                <a:lnTo>
                  <a:pt x="1108227" y="24865"/>
                </a:lnTo>
                <a:lnTo>
                  <a:pt x="1128930" y="75823"/>
                </a:lnTo>
                <a:lnTo>
                  <a:pt x="1149506" y="24865"/>
                </a:lnTo>
                <a:lnTo>
                  <a:pt x="1160051" y="24865"/>
                </a:lnTo>
                <a:lnTo>
                  <a:pt x="1128930" y="99654"/>
                </a:lnTo>
                <a:cubicBezTo>
                  <a:pt x="1125502" y="107893"/>
                  <a:pt x="1119415" y="112098"/>
                  <a:pt x="1110670" y="112269"/>
                </a:cubicBezTo>
                <a:cubicBezTo>
                  <a:pt x="1108185" y="112269"/>
                  <a:pt x="1105828" y="111968"/>
                  <a:pt x="1103598" y="111366"/>
                </a:cubicBezTo>
                <a:lnTo>
                  <a:pt x="1105141" y="102599"/>
                </a:lnTo>
                <a:close/>
                <a:moveTo>
                  <a:pt x="1198114" y="88534"/>
                </a:moveTo>
                <a:cubicBezTo>
                  <a:pt x="1188771" y="88534"/>
                  <a:pt x="1181162" y="85492"/>
                  <a:pt x="1175288" y="79408"/>
                </a:cubicBezTo>
                <a:cubicBezTo>
                  <a:pt x="1169416" y="73323"/>
                  <a:pt x="1166480" y="65480"/>
                  <a:pt x="1166480" y="55881"/>
                </a:cubicBezTo>
                <a:cubicBezTo>
                  <a:pt x="1166480" y="46711"/>
                  <a:pt x="1169394" y="38999"/>
                  <a:pt x="1175224" y="32743"/>
                </a:cubicBezTo>
                <a:cubicBezTo>
                  <a:pt x="1181054" y="26486"/>
                  <a:pt x="1188341" y="23358"/>
                  <a:pt x="1197086" y="23358"/>
                </a:cubicBezTo>
                <a:cubicBezTo>
                  <a:pt x="1206003" y="23358"/>
                  <a:pt x="1213204" y="26441"/>
                  <a:pt x="1218690" y="32606"/>
                </a:cubicBezTo>
                <a:cubicBezTo>
                  <a:pt x="1224176" y="38770"/>
                  <a:pt x="1226920" y="46775"/>
                  <a:pt x="1226920" y="56621"/>
                </a:cubicBezTo>
                <a:lnTo>
                  <a:pt x="1226920" y="59062"/>
                </a:lnTo>
                <a:lnTo>
                  <a:pt x="1176640" y="59062"/>
                </a:lnTo>
                <a:cubicBezTo>
                  <a:pt x="1176983" y="65413"/>
                  <a:pt x="1179276" y="70584"/>
                  <a:pt x="1183520" y="74575"/>
                </a:cubicBezTo>
                <a:cubicBezTo>
                  <a:pt x="1187763" y="78566"/>
                  <a:pt x="1192928" y="80562"/>
                  <a:pt x="1199015" y="80562"/>
                </a:cubicBezTo>
                <a:cubicBezTo>
                  <a:pt x="1206559" y="80562"/>
                  <a:pt x="1212946" y="77945"/>
                  <a:pt x="1218176" y="72711"/>
                </a:cubicBezTo>
                <a:lnTo>
                  <a:pt x="1222805" y="79014"/>
                </a:lnTo>
                <a:cubicBezTo>
                  <a:pt x="1216460" y="85361"/>
                  <a:pt x="1208230" y="88534"/>
                  <a:pt x="1198114" y="88534"/>
                </a:cubicBezTo>
                <a:moveTo>
                  <a:pt x="1217403" y="51990"/>
                </a:moveTo>
                <a:cubicBezTo>
                  <a:pt x="1217403" y="46258"/>
                  <a:pt x="1215517" y="41382"/>
                  <a:pt x="1211744" y="37362"/>
                </a:cubicBezTo>
                <a:cubicBezTo>
                  <a:pt x="1207973" y="33341"/>
                  <a:pt x="1203044" y="31330"/>
                  <a:pt x="1196957" y="31330"/>
                </a:cubicBezTo>
                <a:cubicBezTo>
                  <a:pt x="1191213" y="31330"/>
                  <a:pt x="1186434" y="33341"/>
                  <a:pt x="1182619" y="37362"/>
                </a:cubicBezTo>
                <a:cubicBezTo>
                  <a:pt x="1178805" y="41382"/>
                  <a:pt x="1176812" y="46258"/>
                  <a:pt x="1176640" y="51990"/>
                </a:cubicBezTo>
                <a:lnTo>
                  <a:pt x="1217403" y="51990"/>
                </a:lnTo>
                <a:close/>
                <a:moveTo>
                  <a:pt x="1242479" y="87027"/>
                </a:moveTo>
                <a:lnTo>
                  <a:pt x="1242479" y="24865"/>
                </a:lnTo>
                <a:lnTo>
                  <a:pt x="1252124" y="24865"/>
                </a:lnTo>
                <a:lnTo>
                  <a:pt x="1252124" y="34927"/>
                </a:lnTo>
                <a:cubicBezTo>
                  <a:pt x="1257868" y="27382"/>
                  <a:pt x="1264769" y="23609"/>
                  <a:pt x="1272829" y="23609"/>
                </a:cubicBezTo>
                <a:lnTo>
                  <a:pt x="1272829" y="33512"/>
                </a:lnTo>
                <a:lnTo>
                  <a:pt x="1268971" y="33126"/>
                </a:lnTo>
                <a:cubicBezTo>
                  <a:pt x="1266055" y="33126"/>
                  <a:pt x="1262840" y="34176"/>
                  <a:pt x="1259325" y="36277"/>
                </a:cubicBezTo>
                <a:cubicBezTo>
                  <a:pt x="1255810" y="38378"/>
                  <a:pt x="1253409" y="40629"/>
                  <a:pt x="1252124" y="43029"/>
                </a:cubicBezTo>
                <a:lnTo>
                  <a:pt x="1252124" y="87027"/>
                </a:lnTo>
                <a:lnTo>
                  <a:pt x="1242479" y="87027"/>
                </a:lnTo>
                <a:close/>
                <a:moveTo>
                  <a:pt x="1304590" y="88534"/>
                </a:moveTo>
                <a:cubicBezTo>
                  <a:pt x="1294046" y="88534"/>
                  <a:pt x="1285687" y="85280"/>
                  <a:pt x="1279516" y="78770"/>
                </a:cubicBezTo>
                <a:lnTo>
                  <a:pt x="1284531" y="71832"/>
                </a:lnTo>
                <a:cubicBezTo>
                  <a:pt x="1286587" y="74229"/>
                  <a:pt x="1289437" y="76304"/>
                  <a:pt x="1293080" y="78058"/>
                </a:cubicBezTo>
                <a:cubicBezTo>
                  <a:pt x="1296725" y="79812"/>
                  <a:pt x="1300690" y="80689"/>
                  <a:pt x="1304977" y="80689"/>
                </a:cubicBezTo>
                <a:cubicBezTo>
                  <a:pt x="1309778" y="80689"/>
                  <a:pt x="1313421" y="79683"/>
                  <a:pt x="1315906" y="77670"/>
                </a:cubicBezTo>
                <a:cubicBezTo>
                  <a:pt x="1318393" y="75655"/>
                  <a:pt x="1319637" y="73106"/>
                  <a:pt x="1319637" y="70021"/>
                </a:cubicBezTo>
                <a:cubicBezTo>
                  <a:pt x="1319637" y="67279"/>
                  <a:pt x="1318286" y="65115"/>
                  <a:pt x="1315585" y="63530"/>
                </a:cubicBezTo>
                <a:cubicBezTo>
                  <a:pt x="1312885" y="61945"/>
                  <a:pt x="1307848" y="60295"/>
                  <a:pt x="1300476" y="58581"/>
                </a:cubicBezTo>
                <a:cubicBezTo>
                  <a:pt x="1294218" y="57295"/>
                  <a:pt x="1289438" y="55260"/>
                  <a:pt x="1286138" y="52475"/>
                </a:cubicBezTo>
                <a:cubicBezTo>
                  <a:pt x="1282838" y="49690"/>
                  <a:pt x="1281187" y="45940"/>
                  <a:pt x="1281187" y="41226"/>
                </a:cubicBezTo>
                <a:cubicBezTo>
                  <a:pt x="1281187" y="35998"/>
                  <a:pt x="1283288" y="31714"/>
                  <a:pt x="1287488" y="28371"/>
                </a:cubicBezTo>
                <a:cubicBezTo>
                  <a:pt x="1291688" y="25029"/>
                  <a:pt x="1297304" y="23358"/>
                  <a:pt x="1304333" y="23358"/>
                </a:cubicBezTo>
                <a:cubicBezTo>
                  <a:pt x="1313679" y="23358"/>
                  <a:pt x="1321352" y="26360"/>
                  <a:pt x="1327352" y="32364"/>
                </a:cubicBezTo>
                <a:lnTo>
                  <a:pt x="1322851" y="39056"/>
                </a:lnTo>
                <a:cubicBezTo>
                  <a:pt x="1320966" y="36824"/>
                  <a:pt x="1318415" y="34957"/>
                  <a:pt x="1315200" y="33455"/>
                </a:cubicBezTo>
                <a:cubicBezTo>
                  <a:pt x="1311985" y="31954"/>
                  <a:pt x="1308362" y="31203"/>
                  <a:pt x="1304333" y="31203"/>
                </a:cubicBezTo>
                <a:cubicBezTo>
                  <a:pt x="1300047" y="31203"/>
                  <a:pt x="1296682" y="32145"/>
                  <a:pt x="1294238" y="34030"/>
                </a:cubicBezTo>
                <a:cubicBezTo>
                  <a:pt x="1291796" y="35915"/>
                  <a:pt x="1290574" y="38229"/>
                  <a:pt x="1290574" y="40971"/>
                </a:cubicBezTo>
                <a:cubicBezTo>
                  <a:pt x="1290574" y="43456"/>
                  <a:pt x="1291946" y="45427"/>
                  <a:pt x="1294689" y="46885"/>
                </a:cubicBezTo>
                <a:cubicBezTo>
                  <a:pt x="1297432" y="48341"/>
                  <a:pt x="1302490" y="49840"/>
                  <a:pt x="1309863" y="51382"/>
                </a:cubicBezTo>
                <a:cubicBezTo>
                  <a:pt x="1316121" y="52839"/>
                  <a:pt x="1320879" y="55047"/>
                  <a:pt x="1324136" y="58004"/>
                </a:cubicBezTo>
                <a:cubicBezTo>
                  <a:pt x="1327394" y="60961"/>
                  <a:pt x="1329024" y="64881"/>
                  <a:pt x="1329024" y="69766"/>
                </a:cubicBezTo>
                <a:cubicBezTo>
                  <a:pt x="1329024" y="75507"/>
                  <a:pt x="1326795" y="80071"/>
                  <a:pt x="1322337" y="83456"/>
                </a:cubicBezTo>
                <a:cubicBezTo>
                  <a:pt x="1317878" y="86842"/>
                  <a:pt x="1311963" y="88534"/>
                  <a:pt x="1304590" y="885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4F595A-E6AF-424C-95A4-FEFDD35F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968" y="1643776"/>
            <a:ext cx="434" cy="198316"/>
          </a:xfrm>
          <a:custGeom xmlns:a="http://schemas.openxmlformats.org/drawingml/2006/main">
            <a:pathLst>
              <a:path w="434" h="198316">
                <a:moveTo>
                  <a:pt x="0" y="198316"/>
                </a:moveTo>
                <a:lnTo>
                  <a:pt x="0" y="99158"/>
                </a:lnTo>
                <a:lnTo>
                  <a:pt x="434" y="99158"/>
                </a:lnTo>
                <a:lnTo>
                  <a:pt x="434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7D4003-F07C-4588-8F2A-184AB517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968" y="1643776"/>
            <a:ext cx="434" cy="115648"/>
          </a:xfrm>
          <a:custGeom xmlns:a="http://schemas.openxmlformats.org/drawingml/2006/main">
            <a:pathLst>
              <a:path w="434" h="115648" fill="none">
                <a:moveTo>
                  <a:pt x="434" y="0"/>
                </a:moveTo>
                <a:lnTo>
                  <a:pt x="434" y="99158"/>
                </a:lnTo>
                <a:lnTo>
                  <a:pt x="0" y="99158"/>
                </a:lnTo>
                <a:lnTo>
                  <a:pt x="0" y="115648"/>
                </a:lnTo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00"/>
            </a:solidFill>
            <a:round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9C8184-2C50-4413-8F99-73CE5208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211" y="1759425"/>
            <a:ext cx="45515" cy="62526"/>
          </a:xfrm>
          <a:custGeom xmlns:a="http://schemas.openxmlformats.org/drawingml/2006/main">
            <a:pathLst>
              <a:path w="45515" h="62526">
                <a:moveTo>
                  <a:pt x="0" y="0"/>
                </a:moveTo>
                <a:lnTo>
                  <a:pt x="45515" y="0"/>
                </a:lnTo>
                <a:lnTo>
                  <a:pt x="22758" y="625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172A2C-7C76-4E7E-8ABF-398C4EDC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211" y="1759425"/>
            <a:ext cx="45515" cy="62526"/>
          </a:xfrm>
          <a:custGeom xmlns:a="http://schemas.openxmlformats.org/drawingml/2006/main">
            <a:pathLst>
              <a:path w="45515" h="62526" fill="none">
                <a:moveTo>
                  <a:pt x="0" y="0"/>
                </a:moveTo>
                <a:lnTo>
                  <a:pt x="22758" y="62526"/>
                </a:lnTo>
                <a:lnTo>
                  <a:pt x="4551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00"/>
            </a:solidFill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EDBB53-E44B-45C5-845C-F01E9022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727" y="3205959"/>
            <a:ext cx="1190331" cy="205042"/>
          </a:xfrm>
          <a:custGeom xmlns:a="http://schemas.openxmlformats.org/drawingml/2006/main">
            <a:pathLst>
              <a:path w="1190331" h="205042">
                <a:moveTo>
                  <a:pt x="0" y="34174"/>
                </a:moveTo>
                <a:lnTo>
                  <a:pt x="0" y="34174"/>
                </a:lnTo>
                <a:cubicBezTo>
                  <a:pt x="0" y="15301"/>
                  <a:pt x="15301" y="0"/>
                  <a:pt x="34174" y="0"/>
                </a:cubicBezTo>
                <a:lnTo>
                  <a:pt x="1156156" y="0"/>
                </a:lnTo>
                <a:cubicBezTo>
                  <a:pt x="1165220" y="0"/>
                  <a:pt x="1173912" y="3601"/>
                  <a:pt x="1180321" y="10009"/>
                </a:cubicBezTo>
                <a:cubicBezTo>
                  <a:pt x="1186730" y="16418"/>
                  <a:pt x="1190331" y="25111"/>
                  <a:pt x="1190331" y="34174"/>
                </a:cubicBezTo>
                <a:lnTo>
                  <a:pt x="1190331" y="170868"/>
                </a:lnTo>
                <a:cubicBezTo>
                  <a:pt x="1190331" y="189742"/>
                  <a:pt x="1175031" y="205042"/>
                  <a:pt x="1156156" y="205042"/>
                </a:cubicBezTo>
                <a:lnTo>
                  <a:pt x="34174" y="205042"/>
                </a:lnTo>
                <a:cubicBezTo>
                  <a:pt x="15301" y="205042"/>
                  <a:pt x="0" y="189742"/>
                  <a:pt x="0" y="170868"/>
                </a:cubicBezTo>
                <a:lnTo>
                  <a:pt x="0" y="34174"/>
                </a:lnTo>
                <a:close/>
              </a:path>
            </a:pathLst>
          </a:custGeom>
          <a:solidFill xmlns:a="http://schemas.openxmlformats.org/drawingml/2006/main">
            <a:srgbClr val="F9CB9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7DBE2D-B9FC-4DDF-9AA3-E592B2DD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727" y="3205959"/>
            <a:ext cx="1190331" cy="205042"/>
          </a:xfrm>
          <a:custGeom xmlns:a="http://schemas.openxmlformats.org/drawingml/2006/main">
            <a:pathLst>
              <a:path w="1190331" h="205042" fill="none">
                <a:moveTo>
                  <a:pt x="0" y="34174"/>
                </a:moveTo>
                <a:lnTo>
                  <a:pt x="0" y="34174"/>
                </a:lnTo>
                <a:cubicBezTo>
                  <a:pt x="0" y="15301"/>
                  <a:pt x="15301" y="0"/>
                  <a:pt x="34174" y="0"/>
                </a:cubicBezTo>
                <a:lnTo>
                  <a:pt x="1156156" y="0"/>
                </a:lnTo>
                <a:cubicBezTo>
                  <a:pt x="1165220" y="0"/>
                  <a:pt x="1173912" y="3601"/>
                  <a:pt x="1180321" y="10009"/>
                </a:cubicBezTo>
                <a:cubicBezTo>
                  <a:pt x="1186730" y="16418"/>
                  <a:pt x="1190331" y="25111"/>
                  <a:pt x="1190331" y="34174"/>
                </a:cubicBezTo>
                <a:lnTo>
                  <a:pt x="1190331" y="170868"/>
                </a:lnTo>
                <a:cubicBezTo>
                  <a:pt x="1190331" y="189742"/>
                  <a:pt x="1175031" y="205042"/>
                  <a:pt x="1156156" y="205042"/>
                </a:cubicBezTo>
                <a:lnTo>
                  <a:pt x="34174" y="205042"/>
                </a:lnTo>
                <a:cubicBezTo>
                  <a:pt x="15301" y="205042"/>
                  <a:pt x="0" y="189742"/>
                  <a:pt x="0" y="170868"/>
                </a:cubicBezTo>
                <a:lnTo>
                  <a:pt x="0" y="3417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53" name="Text LMHead">
            <a:extLst xmlns:a="http://schemas.openxmlformats.org/drawingml/2006/main">
              <a:ext uri="{FF2B5EF4-FFF2-40B4-BE49-F238E27FC236}">
                <a16:creationId xmlns:a16="http://schemas.microsoft.com/office/drawing/2014/main" id="{A10E665D-B203-4774-9439-57A87F95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833" y="3270380"/>
            <a:ext cx="488787" cy="87278"/>
          </a:xfrm>
          <a:custGeom xmlns:a="http://schemas.openxmlformats.org/drawingml/2006/main">
            <a:pathLst>
              <a:path w="488787" h="87278">
                <a:moveTo>
                  <a:pt x="0" y="85772"/>
                </a:moveTo>
                <a:lnTo>
                  <a:pt x="0" y="0"/>
                </a:lnTo>
                <a:lnTo>
                  <a:pt x="10672" y="0"/>
                </a:lnTo>
                <a:lnTo>
                  <a:pt x="10672" y="76255"/>
                </a:lnTo>
                <a:lnTo>
                  <a:pt x="50536" y="76255"/>
                </a:lnTo>
                <a:lnTo>
                  <a:pt x="50536" y="85772"/>
                </a:lnTo>
                <a:lnTo>
                  <a:pt x="0" y="85772"/>
                </a:lnTo>
                <a:close/>
                <a:moveTo>
                  <a:pt x="138881" y="85772"/>
                </a:moveTo>
                <a:lnTo>
                  <a:pt x="138881" y="15174"/>
                </a:lnTo>
                <a:lnTo>
                  <a:pt x="109692" y="85772"/>
                </a:lnTo>
                <a:lnTo>
                  <a:pt x="105318" y="85772"/>
                </a:lnTo>
                <a:lnTo>
                  <a:pt x="76256" y="15174"/>
                </a:lnTo>
                <a:lnTo>
                  <a:pt x="76256" y="85772"/>
                </a:lnTo>
                <a:lnTo>
                  <a:pt x="65583" y="85772"/>
                </a:lnTo>
                <a:lnTo>
                  <a:pt x="65583" y="0"/>
                </a:lnTo>
                <a:lnTo>
                  <a:pt x="80887" y="0"/>
                </a:lnTo>
                <a:lnTo>
                  <a:pt x="107506" y="64554"/>
                </a:lnTo>
                <a:lnTo>
                  <a:pt x="134252" y="0"/>
                </a:lnTo>
                <a:lnTo>
                  <a:pt x="149556" y="0"/>
                </a:lnTo>
                <a:lnTo>
                  <a:pt x="149556" y="85772"/>
                </a:lnTo>
                <a:lnTo>
                  <a:pt x="138881" y="85772"/>
                </a:lnTo>
                <a:close/>
                <a:moveTo>
                  <a:pt x="263618" y="85772"/>
                </a:moveTo>
                <a:lnTo>
                  <a:pt x="263618" y="46437"/>
                </a:lnTo>
                <a:lnTo>
                  <a:pt x="213466" y="46437"/>
                </a:lnTo>
                <a:lnTo>
                  <a:pt x="213466" y="85772"/>
                </a:lnTo>
                <a:lnTo>
                  <a:pt x="202794" y="85772"/>
                </a:lnTo>
                <a:lnTo>
                  <a:pt x="202794" y="0"/>
                </a:lnTo>
                <a:lnTo>
                  <a:pt x="213466" y="0"/>
                </a:lnTo>
                <a:lnTo>
                  <a:pt x="213466" y="36921"/>
                </a:lnTo>
                <a:lnTo>
                  <a:pt x="263618" y="36921"/>
                </a:lnTo>
                <a:lnTo>
                  <a:pt x="263618" y="0"/>
                </a:lnTo>
                <a:lnTo>
                  <a:pt x="274292" y="0"/>
                </a:lnTo>
                <a:lnTo>
                  <a:pt x="274292" y="85772"/>
                </a:lnTo>
                <a:lnTo>
                  <a:pt x="263618" y="85772"/>
                </a:lnTo>
                <a:close/>
                <a:moveTo>
                  <a:pt x="322000" y="87278"/>
                </a:moveTo>
                <a:cubicBezTo>
                  <a:pt x="312656" y="87278"/>
                  <a:pt x="305048" y="84236"/>
                  <a:pt x="299174" y="78152"/>
                </a:cubicBezTo>
                <a:cubicBezTo>
                  <a:pt x="293302" y="72067"/>
                  <a:pt x="290366" y="64225"/>
                  <a:pt x="290366" y="54626"/>
                </a:cubicBezTo>
                <a:cubicBezTo>
                  <a:pt x="290366" y="45456"/>
                  <a:pt x="293280" y="37743"/>
                  <a:pt x="299109" y="31487"/>
                </a:cubicBezTo>
                <a:cubicBezTo>
                  <a:pt x="304940" y="25231"/>
                  <a:pt x="312227" y="22102"/>
                  <a:pt x="320972" y="22102"/>
                </a:cubicBezTo>
                <a:cubicBezTo>
                  <a:pt x="329888" y="22102"/>
                  <a:pt x="337090" y="25185"/>
                  <a:pt x="342576" y="31350"/>
                </a:cubicBezTo>
                <a:cubicBezTo>
                  <a:pt x="348062" y="37514"/>
                  <a:pt x="350805" y="45519"/>
                  <a:pt x="350805" y="55365"/>
                </a:cubicBezTo>
                <a:lnTo>
                  <a:pt x="350805" y="57806"/>
                </a:lnTo>
                <a:lnTo>
                  <a:pt x="300526" y="57806"/>
                </a:lnTo>
                <a:cubicBezTo>
                  <a:pt x="300869" y="64157"/>
                  <a:pt x="303162" y="69328"/>
                  <a:pt x="307406" y="73319"/>
                </a:cubicBezTo>
                <a:cubicBezTo>
                  <a:pt x="311649" y="77311"/>
                  <a:pt x="316814" y="79306"/>
                  <a:pt x="322901" y="79306"/>
                </a:cubicBezTo>
                <a:cubicBezTo>
                  <a:pt x="330445" y="79306"/>
                  <a:pt x="336832" y="76689"/>
                  <a:pt x="342062" y="71455"/>
                </a:cubicBezTo>
                <a:lnTo>
                  <a:pt x="346691" y="77758"/>
                </a:lnTo>
                <a:cubicBezTo>
                  <a:pt x="340346" y="84105"/>
                  <a:pt x="332116" y="87278"/>
                  <a:pt x="322000" y="87278"/>
                </a:cubicBezTo>
                <a:moveTo>
                  <a:pt x="341289" y="50735"/>
                </a:moveTo>
                <a:cubicBezTo>
                  <a:pt x="341289" y="45002"/>
                  <a:pt x="339402" y="40126"/>
                  <a:pt x="335630" y="36106"/>
                </a:cubicBezTo>
                <a:cubicBezTo>
                  <a:pt x="331858" y="32085"/>
                  <a:pt x="326929" y="30075"/>
                  <a:pt x="320843" y="30075"/>
                </a:cubicBezTo>
                <a:cubicBezTo>
                  <a:pt x="315099" y="30075"/>
                  <a:pt x="310319" y="32085"/>
                  <a:pt x="306505" y="36106"/>
                </a:cubicBezTo>
                <a:cubicBezTo>
                  <a:pt x="302690" y="40126"/>
                  <a:pt x="300698" y="45002"/>
                  <a:pt x="300526" y="50735"/>
                </a:cubicBezTo>
                <a:lnTo>
                  <a:pt x="341289" y="50735"/>
                </a:lnTo>
                <a:close/>
                <a:moveTo>
                  <a:pt x="405201" y="85772"/>
                </a:moveTo>
                <a:lnTo>
                  <a:pt x="405201" y="78664"/>
                </a:lnTo>
                <a:cubicBezTo>
                  <a:pt x="399971" y="84407"/>
                  <a:pt x="393112" y="87278"/>
                  <a:pt x="384625" y="87278"/>
                </a:cubicBezTo>
                <a:cubicBezTo>
                  <a:pt x="378367" y="87278"/>
                  <a:pt x="373180" y="85305"/>
                  <a:pt x="369065" y="81357"/>
                </a:cubicBezTo>
                <a:cubicBezTo>
                  <a:pt x="364951" y="77409"/>
                  <a:pt x="362894" y="72517"/>
                  <a:pt x="362894" y="66681"/>
                </a:cubicBezTo>
                <a:cubicBezTo>
                  <a:pt x="362894" y="60674"/>
                  <a:pt x="364930" y="55762"/>
                  <a:pt x="369002" y="51943"/>
                </a:cubicBezTo>
                <a:cubicBezTo>
                  <a:pt x="373074" y="48124"/>
                  <a:pt x="378282" y="46214"/>
                  <a:pt x="384625" y="46214"/>
                </a:cubicBezTo>
                <a:cubicBezTo>
                  <a:pt x="393541" y="46214"/>
                  <a:pt x="400400" y="49043"/>
                  <a:pt x="405201" y="54702"/>
                </a:cubicBezTo>
                <a:lnTo>
                  <a:pt x="405201" y="43543"/>
                </a:lnTo>
                <a:cubicBezTo>
                  <a:pt x="405201" y="39353"/>
                  <a:pt x="403722" y="36125"/>
                  <a:pt x="400764" y="33860"/>
                </a:cubicBezTo>
                <a:cubicBezTo>
                  <a:pt x="397807" y="31594"/>
                  <a:pt x="394056" y="30461"/>
                  <a:pt x="389513" y="30461"/>
                </a:cubicBezTo>
                <a:cubicBezTo>
                  <a:pt x="382225" y="30461"/>
                  <a:pt x="375881" y="33326"/>
                  <a:pt x="370480" y="39056"/>
                </a:cubicBezTo>
                <a:lnTo>
                  <a:pt x="365980" y="32376"/>
                </a:lnTo>
                <a:cubicBezTo>
                  <a:pt x="372581" y="25527"/>
                  <a:pt x="380854" y="22102"/>
                  <a:pt x="390798" y="22102"/>
                </a:cubicBezTo>
                <a:cubicBezTo>
                  <a:pt x="398429" y="22102"/>
                  <a:pt x="404344" y="23946"/>
                  <a:pt x="408544" y="27634"/>
                </a:cubicBezTo>
                <a:cubicBezTo>
                  <a:pt x="412745" y="31320"/>
                  <a:pt x="414845" y="36465"/>
                  <a:pt x="414845" y="43068"/>
                </a:cubicBezTo>
                <a:lnTo>
                  <a:pt x="414845" y="85772"/>
                </a:lnTo>
                <a:lnTo>
                  <a:pt x="405201" y="85772"/>
                </a:lnTo>
                <a:moveTo>
                  <a:pt x="388098" y="80334"/>
                </a:moveTo>
                <a:cubicBezTo>
                  <a:pt x="395727" y="80334"/>
                  <a:pt x="401428" y="77762"/>
                  <a:pt x="405201" y="72619"/>
                </a:cubicBezTo>
                <a:lnTo>
                  <a:pt x="405201" y="60875"/>
                </a:lnTo>
                <a:cubicBezTo>
                  <a:pt x="401428" y="55730"/>
                  <a:pt x="395727" y="53158"/>
                  <a:pt x="388098" y="53158"/>
                </a:cubicBezTo>
                <a:cubicBezTo>
                  <a:pt x="383554" y="53158"/>
                  <a:pt x="379867" y="54425"/>
                  <a:pt x="377037" y="56959"/>
                </a:cubicBezTo>
                <a:cubicBezTo>
                  <a:pt x="374209" y="59491"/>
                  <a:pt x="372795" y="62775"/>
                  <a:pt x="372795" y="66811"/>
                </a:cubicBezTo>
                <a:cubicBezTo>
                  <a:pt x="372795" y="70760"/>
                  <a:pt x="374209" y="74002"/>
                  <a:pt x="377037" y="76535"/>
                </a:cubicBezTo>
                <a:cubicBezTo>
                  <a:pt x="379867" y="79068"/>
                  <a:pt x="383554" y="80334"/>
                  <a:pt x="388098" y="80334"/>
                </a:cubicBezTo>
                <a:close/>
                <a:moveTo>
                  <a:pt x="479143" y="85772"/>
                </a:moveTo>
                <a:lnTo>
                  <a:pt x="479143" y="76475"/>
                </a:lnTo>
                <a:cubicBezTo>
                  <a:pt x="476828" y="79647"/>
                  <a:pt x="473849" y="82241"/>
                  <a:pt x="470205" y="84257"/>
                </a:cubicBezTo>
                <a:cubicBezTo>
                  <a:pt x="466562" y="86271"/>
                  <a:pt x="462554" y="87278"/>
                  <a:pt x="458181" y="87278"/>
                </a:cubicBezTo>
                <a:cubicBezTo>
                  <a:pt x="449865" y="87278"/>
                  <a:pt x="443178" y="84322"/>
                  <a:pt x="438120" y="78409"/>
                </a:cubicBezTo>
                <a:cubicBezTo>
                  <a:pt x="433062" y="72495"/>
                  <a:pt x="430534" y="64611"/>
                  <a:pt x="430534" y="54755"/>
                </a:cubicBezTo>
                <a:cubicBezTo>
                  <a:pt x="430534" y="44813"/>
                  <a:pt x="433084" y="36886"/>
                  <a:pt x="438184" y="30973"/>
                </a:cubicBezTo>
                <a:cubicBezTo>
                  <a:pt x="443286" y="25059"/>
                  <a:pt x="449952" y="22102"/>
                  <a:pt x="458181" y="22102"/>
                </a:cubicBezTo>
                <a:cubicBezTo>
                  <a:pt x="462383" y="22102"/>
                  <a:pt x="466305" y="23067"/>
                  <a:pt x="469948" y="24996"/>
                </a:cubicBezTo>
                <a:cubicBezTo>
                  <a:pt x="473591" y="26925"/>
                  <a:pt x="476656" y="29603"/>
                  <a:pt x="479143" y="33032"/>
                </a:cubicBezTo>
                <a:lnTo>
                  <a:pt x="479143" y="0"/>
                </a:lnTo>
                <a:lnTo>
                  <a:pt x="488787" y="0"/>
                </a:lnTo>
                <a:lnTo>
                  <a:pt x="488787" y="85772"/>
                </a:lnTo>
                <a:lnTo>
                  <a:pt x="479143" y="85772"/>
                </a:lnTo>
                <a:moveTo>
                  <a:pt x="460496" y="78662"/>
                </a:moveTo>
                <a:cubicBezTo>
                  <a:pt x="464354" y="78662"/>
                  <a:pt x="467997" y="77719"/>
                  <a:pt x="471426" y="75833"/>
                </a:cubicBezTo>
                <a:cubicBezTo>
                  <a:pt x="474856" y="73947"/>
                  <a:pt x="477428" y="71632"/>
                  <a:pt x="479143" y="68889"/>
                </a:cubicBezTo>
                <a:lnTo>
                  <a:pt x="479143" y="40747"/>
                </a:lnTo>
                <a:cubicBezTo>
                  <a:pt x="477428" y="38004"/>
                  <a:pt x="474856" y="35647"/>
                  <a:pt x="471426" y="33675"/>
                </a:cubicBezTo>
                <a:cubicBezTo>
                  <a:pt x="467997" y="31704"/>
                  <a:pt x="464354" y="30718"/>
                  <a:pt x="460496" y="30718"/>
                </a:cubicBezTo>
                <a:cubicBezTo>
                  <a:pt x="454496" y="30718"/>
                  <a:pt x="449674" y="32903"/>
                  <a:pt x="446029" y="37274"/>
                </a:cubicBezTo>
                <a:cubicBezTo>
                  <a:pt x="442386" y="41644"/>
                  <a:pt x="440564" y="47471"/>
                  <a:pt x="440564" y="54755"/>
                </a:cubicBezTo>
                <a:cubicBezTo>
                  <a:pt x="440564" y="61867"/>
                  <a:pt x="442364" y="67630"/>
                  <a:pt x="445964" y="72044"/>
                </a:cubicBezTo>
                <a:cubicBezTo>
                  <a:pt x="449566" y="76456"/>
                  <a:pt x="454410" y="78662"/>
                  <a:pt x="460496" y="786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F03DF2-C602-4566-A8AB-C6074860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854" y="2401085"/>
            <a:ext cx="217" cy="185081"/>
          </a:xfrm>
          <a:custGeom xmlns:a="http://schemas.openxmlformats.org/drawingml/2006/main">
            <a:pathLst>
              <a:path w="217" h="185081">
                <a:moveTo>
                  <a:pt x="217" y="0"/>
                </a:moveTo>
                <a:lnTo>
                  <a:pt x="0" y="185081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B48D41-3A2F-40E3-867C-0F5A9256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951" y="2401085"/>
            <a:ext cx="120" cy="102413"/>
          </a:xfrm>
          <a:custGeom xmlns:a="http://schemas.openxmlformats.org/drawingml/2006/main">
            <a:pathLst>
              <a:path w="120" h="102413" fill="none">
                <a:moveTo>
                  <a:pt x="120" y="0"/>
                </a:moveTo>
                <a:lnTo>
                  <a:pt x="0" y="102413"/>
                </a:lnTo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00"/>
            </a:solidFill>
            <a:round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39B1C0-726E-4980-A13F-FDFF5F9C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193" y="2503471"/>
            <a:ext cx="45515" cy="62552"/>
          </a:xfrm>
          <a:custGeom xmlns:a="http://schemas.openxmlformats.org/drawingml/2006/main">
            <a:pathLst>
              <a:path w="45515" h="62552">
                <a:moveTo>
                  <a:pt x="0" y="0"/>
                </a:moveTo>
                <a:lnTo>
                  <a:pt x="45515" y="53"/>
                </a:lnTo>
                <a:lnTo>
                  <a:pt x="22684" y="62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7090B3-D4F8-47DA-9D50-CD9C79CE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193" y="2503471"/>
            <a:ext cx="45515" cy="62552"/>
          </a:xfrm>
          <a:custGeom xmlns:a="http://schemas.openxmlformats.org/drawingml/2006/main">
            <a:pathLst>
              <a:path w="45515" h="62552" fill="none">
                <a:moveTo>
                  <a:pt x="0" y="0"/>
                </a:moveTo>
                <a:lnTo>
                  <a:pt x="22684" y="62552"/>
                </a:lnTo>
                <a:lnTo>
                  <a:pt x="45515" y="5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00"/>
            </a:solidFill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BD06C5-D0B6-4876-A992-6E6DEE82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6433" y="1990705"/>
            <a:ext cx="1069909" cy="333926"/>
          </a:xfrm>
          <a:custGeom xmlns:a="http://schemas.openxmlformats.org/drawingml/2006/main">
            <a:pathLst>
              <a:path w="1069909" h="333926">
                <a:moveTo>
                  <a:pt x="0" y="0"/>
                </a:moveTo>
                <a:lnTo>
                  <a:pt x="1069909" y="0"/>
                </a:lnTo>
                <a:lnTo>
                  <a:pt x="1069909" y="333926"/>
                </a:lnTo>
                <a:lnTo>
                  <a:pt x="0" y="3339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{Question}">
            <a:extLst xmlns:a="http://schemas.openxmlformats.org/drawingml/2006/main">
              <a:ext uri="{FF2B5EF4-FFF2-40B4-BE49-F238E27FC236}">
                <a16:creationId xmlns:a16="http://schemas.microsoft.com/office/drawing/2014/main" id="{0C75C3CE-3CB4-4DCD-8F5D-FE22A596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704" y="2093724"/>
            <a:ext cx="883365" cy="149836"/>
          </a:xfrm>
          <a:custGeom xmlns:a="http://schemas.openxmlformats.org/drawingml/2006/main">
            <a:pathLst>
              <a:path w="883365" h="149836">
                <a:moveTo>
                  <a:pt x="54332" y="149836"/>
                </a:moveTo>
                <a:cubicBezTo>
                  <a:pt x="43191" y="149836"/>
                  <a:pt x="34876" y="147158"/>
                  <a:pt x="29386" y="141803"/>
                </a:cubicBezTo>
                <a:cubicBezTo>
                  <a:pt x="23896" y="136448"/>
                  <a:pt x="21151" y="127958"/>
                  <a:pt x="21151" y="116332"/>
                </a:cubicBezTo>
                <a:lnTo>
                  <a:pt x="21151" y="95827"/>
                </a:lnTo>
                <a:cubicBezTo>
                  <a:pt x="21151" y="90283"/>
                  <a:pt x="19913" y="86112"/>
                  <a:pt x="17438" y="83314"/>
                </a:cubicBezTo>
                <a:cubicBezTo>
                  <a:pt x="14962" y="80515"/>
                  <a:pt x="10845" y="79116"/>
                  <a:pt x="5086" y="79116"/>
                </a:cubicBezTo>
                <a:lnTo>
                  <a:pt x="0" y="79116"/>
                </a:lnTo>
                <a:lnTo>
                  <a:pt x="0" y="63777"/>
                </a:lnTo>
                <a:lnTo>
                  <a:pt x="5086" y="63777"/>
                </a:lnTo>
                <a:cubicBezTo>
                  <a:pt x="7992" y="63777"/>
                  <a:pt x="10468" y="63468"/>
                  <a:pt x="12513" y="62849"/>
                </a:cubicBezTo>
                <a:cubicBezTo>
                  <a:pt x="14558" y="62230"/>
                  <a:pt x="16227" y="61274"/>
                  <a:pt x="17518" y="59983"/>
                </a:cubicBezTo>
                <a:cubicBezTo>
                  <a:pt x="18810" y="58691"/>
                  <a:pt x="19739" y="57036"/>
                  <a:pt x="20304" y="55018"/>
                </a:cubicBezTo>
                <a:cubicBezTo>
                  <a:pt x="20869" y="52999"/>
                  <a:pt x="21151" y="50591"/>
                  <a:pt x="21151" y="47792"/>
                </a:cubicBezTo>
                <a:lnTo>
                  <a:pt x="21151" y="33584"/>
                </a:lnTo>
                <a:cubicBezTo>
                  <a:pt x="21151" y="28040"/>
                  <a:pt x="21784" y="23170"/>
                  <a:pt x="23049" y="18972"/>
                </a:cubicBezTo>
                <a:cubicBezTo>
                  <a:pt x="24313" y="14774"/>
                  <a:pt x="26291" y="11275"/>
                  <a:pt x="28982" y="8477"/>
                </a:cubicBezTo>
                <a:cubicBezTo>
                  <a:pt x="31673" y="5678"/>
                  <a:pt x="35104" y="3566"/>
                  <a:pt x="39275" y="2139"/>
                </a:cubicBezTo>
                <a:cubicBezTo>
                  <a:pt x="43446" y="713"/>
                  <a:pt x="48465" y="0"/>
                  <a:pt x="54332" y="0"/>
                </a:cubicBezTo>
                <a:lnTo>
                  <a:pt x="61113" y="0"/>
                </a:lnTo>
                <a:lnTo>
                  <a:pt x="61113" y="15177"/>
                </a:lnTo>
                <a:lnTo>
                  <a:pt x="56027" y="15177"/>
                </a:lnTo>
                <a:cubicBezTo>
                  <a:pt x="53444" y="15177"/>
                  <a:pt x="51116" y="15488"/>
                  <a:pt x="49044" y="16108"/>
                </a:cubicBezTo>
                <a:cubicBezTo>
                  <a:pt x="46972" y="16727"/>
                  <a:pt x="45182" y="17737"/>
                  <a:pt x="43675" y="19138"/>
                </a:cubicBezTo>
                <a:cubicBezTo>
                  <a:pt x="42168" y="20537"/>
                  <a:pt x="41011" y="22382"/>
                  <a:pt x="40204" y="24671"/>
                </a:cubicBezTo>
                <a:cubicBezTo>
                  <a:pt x="39396" y="26960"/>
                  <a:pt x="38993" y="29800"/>
                  <a:pt x="38993" y="33193"/>
                </a:cubicBezTo>
                <a:lnTo>
                  <a:pt x="38993" y="47331"/>
                </a:lnTo>
                <a:cubicBezTo>
                  <a:pt x="38993" y="51371"/>
                  <a:pt x="38656" y="54818"/>
                  <a:pt x="37984" y="57672"/>
                </a:cubicBezTo>
                <a:cubicBezTo>
                  <a:pt x="37311" y="60526"/>
                  <a:pt x="36275" y="62909"/>
                  <a:pt x="34876" y="64821"/>
                </a:cubicBezTo>
                <a:cubicBezTo>
                  <a:pt x="33476" y="66734"/>
                  <a:pt x="31700" y="68215"/>
                  <a:pt x="29547" y="69267"/>
                </a:cubicBezTo>
                <a:cubicBezTo>
                  <a:pt x="27395" y="70316"/>
                  <a:pt x="24865" y="71056"/>
                  <a:pt x="21959" y="71487"/>
                </a:cubicBezTo>
                <a:cubicBezTo>
                  <a:pt x="27717" y="72133"/>
                  <a:pt x="31996" y="74381"/>
                  <a:pt x="34795" y="78233"/>
                </a:cubicBezTo>
                <a:cubicBezTo>
                  <a:pt x="37593" y="82083"/>
                  <a:pt x="38993" y="87993"/>
                  <a:pt x="38993" y="95963"/>
                </a:cubicBezTo>
                <a:lnTo>
                  <a:pt x="38993" y="116481"/>
                </a:lnTo>
                <a:cubicBezTo>
                  <a:pt x="38993" y="119983"/>
                  <a:pt x="39396" y="122891"/>
                  <a:pt x="40204" y="125205"/>
                </a:cubicBezTo>
                <a:cubicBezTo>
                  <a:pt x="41011" y="127521"/>
                  <a:pt x="42168" y="129380"/>
                  <a:pt x="43675" y="130781"/>
                </a:cubicBezTo>
                <a:cubicBezTo>
                  <a:pt x="45182" y="132182"/>
                  <a:pt x="46972" y="133178"/>
                  <a:pt x="49044" y="133770"/>
                </a:cubicBezTo>
                <a:cubicBezTo>
                  <a:pt x="51116" y="134362"/>
                  <a:pt x="53444" y="134658"/>
                  <a:pt x="56027" y="134658"/>
                </a:cubicBezTo>
                <a:lnTo>
                  <a:pt x="61113" y="134658"/>
                </a:lnTo>
                <a:lnTo>
                  <a:pt x="61113" y="149836"/>
                </a:lnTo>
                <a:lnTo>
                  <a:pt x="54332" y="149836"/>
                </a:lnTo>
                <a:close/>
                <a:moveTo>
                  <a:pt x="113697" y="118512"/>
                </a:moveTo>
                <a:cubicBezTo>
                  <a:pt x="102879" y="116519"/>
                  <a:pt x="94806" y="111106"/>
                  <a:pt x="89478" y="102273"/>
                </a:cubicBezTo>
                <a:cubicBezTo>
                  <a:pt x="84150" y="93440"/>
                  <a:pt x="81486" y="81321"/>
                  <a:pt x="81486" y="65916"/>
                </a:cubicBezTo>
                <a:cubicBezTo>
                  <a:pt x="81486" y="56383"/>
                  <a:pt x="82603" y="48130"/>
                  <a:pt x="84836" y="41155"/>
                </a:cubicBezTo>
                <a:cubicBezTo>
                  <a:pt x="87070" y="34180"/>
                  <a:pt x="90138" y="28417"/>
                  <a:pt x="94039" y="23866"/>
                </a:cubicBezTo>
                <a:cubicBezTo>
                  <a:pt x="97941" y="19315"/>
                  <a:pt x="102516" y="15922"/>
                  <a:pt x="107764" y="13686"/>
                </a:cubicBezTo>
                <a:cubicBezTo>
                  <a:pt x="113011" y="11451"/>
                  <a:pt x="118622" y="10333"/>
                  <a:pt x="124596" y="10333"/>
                </a:cubicBezTo>
                <a:cubicBezTo>
                  <a:pt x="138482" y="10333"/>
                  <a:pt x="148923" y="14912"/>
                  <a:pt x="155919" y="24068"/>
                </a:cubicBezTo>
                <a:cubicBezTo>
                  <a:pt x="162916" y="33224"/>
                  <a:pt x="166414" y="46447"/>
                  <a:pt x="166414" y="63737"/>
                </a:cubicBezTo>
                <a:cubicBezTo>
                  <a:pt x="166414" y="71976"/>
                  <a:pt x="165580" y="79274"/>
                  <a:pt x="163912" y="85630"/>
                </a:cubicBezTo>
                <a:cubicBezTo>
                  <a:pt x="162243" y="91986"/>
                  <a:pt x="159889" y="97426"/>
                  <a:pt x="156848" y="101950"/>
                </a:cubicBezTo>
                <a:cubicBezTo>
                  <a:pt x="153807" y="106474"/>
                  <a:pt x="150214" y="110110"/>
                  <a:pt x="146070" y="112859"/>
                </a:cubicBezTo>
                <a:cubicBezTo>
                  <a:pt x="141926" y="115605"/>
                  <a:pt x="137432" y="117490"/>
                  <a:pt x="132588" y="118512"/>
                </a:cubicBezTo>
                <a:cubicBezTo>
                  <a:pt x="133019" y="121096"/>
                  <a:pt x="133732" y="123221"/>
                  <a:pt x="134728" y="124890"/>
                </a:cubicBezTo>
                <a:cubicBezTo>
                  <a:pt x="135723" y="126558"/>
                  <a:pt x="136907" y="127877"/>
                  <a:pt x="138280" y="128846"/>
                </a:cubicBezTo>
                <a:cubicBezTo>
                  <a:pt x="139652" y="129814"/>
                  <a:pt x="141146" y="130487"/>
                  <a:pt x="142760" y="130864"/>
                </a:cubicBezTo>
                <a:cubicBezTo>
                  <a:pt x="144375" y="131241"/>
                  <a:pt x="146043" y="131429"/>
                  <a:pt x="147766" y="131429"/>
                </a:cubicBezTo>
                <a:cubicBezTo>
                  <a:pt x="150080" y="131429"/>
                  <a:pt x="152381" y="130945"/>
                  <a:pt x="154668" y="129976"/>
                </a:cubicBezTo>
                <a:cubicBezTo>
                  <a:pt x="156955" y="129007"/>
                  <a:pt x="159014" y="127662"/>
                  <a:pt x="160844" y="125939"/>
                </a:cubicBezTo>
                <a:lnTo>
                  <a:pt x="169966" y="139550"/>
                </a:lnTo>
                <a:cubicBezTo>
                  <a:pt x="166576" y="142414"/>
                  <a:pt x="162876" y="144602"/>
                  <a:pt x="158866" y="146114"/>
                </a:cubicBezTo>
                <a:cubicBezTo>
                  <a:pt x="154856" y="147626"/>
                  <a:pt x="150833" y="148382"/>
                  <a:pt x="146797" y="148382"/>
                </a:cubicBezTo>
                <a:cubicBezTo>
                  <a:pt x="141738" y="148382"/>
                  <a:pt x="137203" y="147789"/>
                  <a:pt x="133194" y="146601"/>
                </a:cubicBezTo>
                <a:cubicBezTo>
                  <a:pt x="129184" y="145414"/>
                  <a:pt x="125767" y="143592"/>
                  <a:pt x="122941" y="141137"/>
                </a:cubicBezTo>
                <a:cubicBezTo>
                  <a:pt x="120115" y="138681"/>
                  <a:pt x="117922" y="135578"/>
                  <a:pt x="116361" y="131828"/>
                </a:cubicBezTo>
                <a:cubicBezTo>
                  <a:pt x="114801" y="128077"/>
                  <a:pt x="113913" y="123639"/>
                  <a:pt x="113697" y="118512"/>
                </a:cubicBezTo>
                <a:moveTo>
                  <a:pt x="145424" y="65392"/>
                </a:moveTo>
                <a:cubicBezTo>
                  <a:pt x="145424" y="52905"/>
                  <a:pt x="143783" y="43594"/>
                  <a:pt x="140500" y="37459"/>
                </a:cubicBezTo>
                <a:cubicBezTo>
                  <a:pt x="137217" y="31323"/>
                  <a:pt x="131808" y="28256"/>
                  <a:pt x="124273" y="28256"/>
                </a:cubicBezTo>
                <a:cubicBezTo>
                  <a:pt x="120452" y="28256"/>
                  <a:pt x="117169" y="29049"/>
                  <a:pt x="114424" y="30637"/>
                </a:cubicBezTo>
                <a:cubicBezTo>
                  <a:pt x="111679" y="32225"/>
                  <a:pt x="109419" y="34566"/>
                  <a:pt x="107643" y="37661"/>
                </a:cubicBezTo>
                <a:cubicBezTo>
                  <a:pt x="105866" y="40755"/>
                  <a:pt x="104561" y="44550"/>
                  <a:pt x="103727" y="49044"/>
                </a:cubicBezTo>
                <a:cubicBezTo>
                  <a:pt x="102893" y="53538"/>
                  <a:pt x="102476" y="58664"/>
                  <a:pt x="102476" y="64423"/>
                </a:cubicBezTo>
                <a:cubicBezTo>
                  <a:pt x="102476" y="76801"/>
                  <a:pt x="104158" y="86085"/>
                  <a:pt x="107521" y="92275"/>
                </a:cubicBezTo>
                <a:cubicBezTo>
                  <a:pt x="110885" y="98464"/>
                  <a:pt x="116361" y="101559"/>
                  <a:pt x="123950" y="101559"/>
                </a:cubicBezTo>
                <a:cubicBezTo>
                  <a:pt x="127771" y="101559"/>
                  <a:pt x="131041" y="100765"/>
                  <a:pt x="133759" y="99177"/>
                </a:cubicBezTo>
                <a:cubicBezTo>
                  <a:pt x="136477" y="97590"/>
                  <a:pt x="138697" y="95262"/>
                  <a:pt x="140419" y="92194"/>
                </a:cubicBezTo>
                <a:cubicBezTo>
                  <a:pt x="142141" y="89126"/>
                  <a:pt x="143406" y="85345"/>
                  <a:pt x="144213" y="80851"/>
                </a:cubicBezTo>
                <a:cubicBezTo>
                  <a:pt x="145021" y="76357"/>
                  <a:pt x="145424" y="71204"/>
                  <a:pt x="145424" y="65392"/>
                </a:cubicBezTo>
                <a:close/>
                <a:moveTo>
                  <a:pt x="200027" y="35683"/>
                </a:moveTo>
                <a:lnTo>
                  <a:pt x="200027" y="89126"/>
                </a:lnTo>
                <a:cubicBezTo>
                  <a:pt x="200027" y="93593"/>
                  <a:pt x="200861" y="96971"/>
                  <a:pt x="202529" y="99258"/>
                </a:cubicBezTo>
                <a:cubicBezTo>
                  <a:pt x="204198" y="101545"/>
                  <a:pt x="206727" y="102689"/>
                  <a:pt x="210118" y="102689"/>
                </a:cubicBezTo>
                <a:cubicBezTo>
                  <a:pt x="213401" y="102689"/>
                  <a:pt x="216563" y="101330"/>
                  <a:pt x="219604" y="98612"/>
                </a:cubicBezTo>
                <a:cubicBezTo>
                  <a:pt x="222644" y="95894"/>
                  <a:pt x="225860" y="92221"/>
                  <a:pt x="229251" y="87592"/>
                </a:cubicBezTo>
                <a:lnTo>
                  <a:pt x="229251" y="35683"/>
                </a:lnTo>
                <a:lnTo>
                  <a:pt x="248949" y="35683"/>
                </a:lnTo>
                <a:lnTo>
                  <a:pt x="248949" y="117705"/>
                </a:lnTo>
                <a:lnTo>
                  <a:pt x="231915" y="117705"/>
                </a:lnTo>
                <a:lnTo>
                  <a:pt x="231431" y="105595"/>
                </a:lnTo>
                <a:cubicBezTo>
                  <a:pt x="229708" y="107706"/>
                  <a:pt x="227959" y="109628"/>
                  <a:pt x="226183" y="111360"/>
                </a:cubicBezTo>
                <a:cubicBezTo>
                  <a:pt x="224407" y="113092"/>
                  <a:pt x="222483" y="114567"/>
                  <a:pt x="220411" y="115785"/>
                </a:cubicBezTo>
                <a:cubicBezTo>
                  <a:pt x="218339" y="117003"/>
                  <a:pt x="216078" y="117950"/>
                  <a:pt x="213630" y="118626"/>
                </a:cubicBezTo>
                <a:cubicBezTo>
                  <a:pt x="211181" y="119304"/>
                  <a:pt x="208476" y="119642"/>
                  <a:pt x="205516" y="119642"/>
                </a:cubicBezTo>
                <a:cubicBezTo>
                  <a:pt x="201318" y="119642"/>
                  <a:pt x="197645" y="118955"/>
                  <a:pt x="194496" y="117581"/>
                </a:cubicBezTo>
                <a:cubicBezTo>
                  <a:pt x="191348" y="116207"/>
                  <a:pt x="188724" y="114254"/>
                  <a:pt x="186625" y="111723"/>
                </a:cubicBezTo>
                <a:cubicBezTo>
                  <a:pt x="184526" y="109192"/>
                  <a:pt x="182952" y="106162"/>
                  <a:pt x="181903" y="102634"/>
                </a:cubicBezTo>
                <a:cubicBezTo>
                  <a:pt x="180853" y="99105"/>
                  <a:pt x="180328" y="95158"/>
                  <a:pt x="180328" y="90794"/>
                </a:cubicBezTo>
                <a:lnTo>
                  <a:pt x="180328" y="35683"/>
                </a:lnTo>
                <a:lnTo>
                  <a:pt x="200027" y="35683"/>
                </a:lnTo>
                <a:close/>
                <a:moveTo>
                  <a:pt x="342705" y="70397"/>
                </a:moveTo>
                <a:cubicBezTo>
                  <a:pt x="342705" y="71742"/>
                  <a:pt x="342665" y="73492"/>
                  <a:pt x="342584" y="75644"/>
                </a:cubicBezTo>
                <a:cubicBezTo>
                  <a:pt x="342504" y="77797"/>
                  <a:pt x="342383" y="79815"/>
                  <a:pt x="342221" y="81699"/>
                </a:cubicBezTo>
                <a:lnTo>
                  <a:pt x="288293" y="81699"/>
                </a:lnTo>
                <a:cubicBezTo>
                  <a:pt x="288293" y="85305"/>
                  <a:pt x="288845" y="88480"/>
                  <a:pt x="289948" y="91225"/>
                </a:cubicBezTo>
                <a:cubicBezTo>
                  <a:pt x="291052" y="93970"/>
                  <a:pt x="292612" y="96271"/>
                  <a:pt x="294631" y="98128"/>
                </a:cubicBezTo>
                <a:cubicBezTo>
                  <a:pt x="296649" y="99985"/>
                  <a:pt x="299071" y="101397"/>
                  <a:pt x="301896" y="102366"/>
                </a:cubicBezTo>
                <a:cubicBezTo>
                  <a:pt x="304722" y="103335"/>
                  <a:pt x="307857" y="103819"/>
                  <a:pt x="311301" y="103819"/>
                </a:cubicBezTo>
                <a:cubicBezTo>
                  <a:pt x="315284" y="103819"/>
                  <a:pt x="319549" y="103504"/>
                  <a:pt x="324097" y="102873"/>
                </a:cubicBezTo>
                <a:cubicBezTo>
                  <a:pt x="328645" y="102241"/>
                  <a:pt x="333368" y="101211"/>
                  <a:pt x="338265" y="99783"/>
                </a:cubicBezTo>
                <a:lnTo>
                  <a:pt x="338265" y="115444"/>
                </a:lnTo>
                <a:cubicBezTo>
                  <a:pt x="336166" y="116060"/>
                  <a:pt x="333879" y="116620"/>
                  <a:pt x="331403" y="117125"/>
                </a:cubicBezTo>
                <a:cubicBezTo>
                  <a:pt x="328928" y="117628"/>
                  <a:pt x="326398" y="118075"/>
                  <a:pt x="323815" y="118467"/>
                </a:cubicBezTo>
                <a:cubicBezTo>
                  <a:pt x="321231" y="118859"/>
                  <a:pt x="318621" y="119152"/>
                  <a:pt x="315984" y="119347"/>
                </a:cubicBezTo>
                <a:cubicBezTo>
                  <a:pt x="313347" y="119544"/>
                  <a:pt x="310790" y="119642"/>
                  <a:pt x="308314" y="119642"/>
                </a:cubicBezTo>
                <a:cubicBezTo>
                  <a:pt x="302071" y="119642"/>
                  <a:pt x="296474" y="118754"/>
                  <a:pt x="291522" y="116976"/>
                </a:cubicBezTo>
                <a:cubicBezTo>
                  <a:pt x="286571" y="115198"/>
                  <a:pt x="282373" y="112572"/>
                  <a:pt x="278928" y="109097"/>
                </a:cubicBezTo>
                <a:cubicBezTo>
                  <a:pt x="275484" y="105622"/>
                  <a:pt x="272847" y="101326"/>
                  <a:pt x="271017" y="96208"/>
                </a:cubicBezTo>
                <a:cubicBezTo>
                  <a:pt x="269187" y="91090"/>
                  <a:pt x="268272" y="85165"/>
                  <a:pt x="268272" y="78432"/>
                </a:cubicBezTo>
                <a:cubicBezTo>
                  <a:pt x="268272" y="71752"/>
                  <a:pt x="269187" y="65678"/>
                  <a:pt x="271017" y="60210"/>
                </a:cubicBezTo>
                <a:cubicBezTo>
                  <a:pt x="272847" y="54742"/>
                  <a:pt x="275430" y="50055"/>
                  <a:pt x="278767" y="46150"/>
                </a:cubicBezTo>
                <a:cubicBezTo>
                  <a:pt x="282104" y="42243"/>
                  <a:pt x="286154" y="39226"/>
                  <a:pt x="290917" y="37098"/>
                </a:cubicBezTo>
                <a:cubicBezTo>
                  <a:pt x="295680" y="34971"/>
                  <a:pt x="300995" y="33907"/>
                  <a:pt x="306861" y="33907"/>
                </a:cubicBezTo>
                <a:cubicBezTo>
                  <a:pt x="312674" y="33907"/>
                  <a:pt x="317814" y="34808"/>
                  <a:pt x="322281" y="36611"/>
                </a:cubicBezTo>
                <a:cubicBezTo>
                  <a:pt x="326748" y="38414"/>
                  <a:pt x="330488" y="40930"/>
                  <a:pt x="333502" y="44160"/>
                </a:cubicBezTo>
                <a:cubicBezTo>
                  <a:pt x="336516" y="47389"/>
                  <a:pt x="338804" y="51237"/>
                  <a:pt x="340364" y="55704"/>
                </a:cubicBezTo>
                <a:cubicBezTo>
                  <a:pt x="341925" y="60171"/>
                  <a:pt x="342705" y="65069"/>
                  <a:pt x="342705" y="70397"/>
                </a:cubicBezTo>
                <a:moveTo>
                  <a:pt x="322684" y="67491"/>
                </a:moveTo>
                <a:cubicBezTo>
                  <a:pt x="322738" y="64275"/>
                  <a:pt x="322335" y="61474"/>
                  <a:pt x="321473" y="59090"/>
                </a:cubicBezTo>
                <a:cubicBezTo>
                  <a:pt x="320612" y="56705"/>
                  <a:pt x="319442" y="54735"/>
                  <a:pt x="317962" y="53181"/>
                </a:cubicBezTo>
                <a:cubicBezTo>
                  <a:pt x="316482" y="51627"/>
                  <a:pt x="314759" y="50475"/>
                  <a:pt x="312795" y="49725"/>
                </a:cubicBezTo>
                <a:cubicBezTo>
                  <a:pt x="310830" y="48975"/>
                  <a:pt x="308718" y="48600"/>
                  <a:pt x="306458" y="48600"/>
                </a:cubicBezTo>
                <a:cubicBezTo>
                  <a:pt x="301506" y="48600"/>
                  <a:pt x="297443" y="50248"/>
                  <a:pt x="294267" y="53544"/>
                </a:cubicBezTo>
                <a:cubicBezTo>
                  <a:pt x="291092" y="56839"/>
                  <a:pt x="289208" y="61488"/>
                  <a:pt x="288616" y="67491"/>
                </a:cubicBezTo>
                <a:lnTo>
                  <a:pt x="322684" y="67491"/>
                </a:lnTo>
                <a:close/>
                <a:moveTo>
                  <a:pt x="429681" y="93622"/>
                </a:moveTo>
                <a:cubicBezTo>
                  <a:pt x="429681" y="98309"/>
                  <a:pt x="428644" y="102310"/>
                  <a:pt x="426572" y="105623"/>
                </a:cubicBezTo>
                <a:cubicBezTo>
                  <a:pt x="424500" y="108936"/>
                  <a:pt x="421755" y="111630"/>
                  <a:pt x="418338" y="113704"/>
                </a:cubicBezTo>
                <a:cubicBezTo>
                  <a:pt x="414920" y="115777"/>
                  <a:pt x="411045" y="117285"/>
                  <a:pt x="406713" y="118227"/>
                </a:cubicBezTo>
                <a:cubicBezTo>
                  <a:pt x="402380" y="119171"/>
                  <a:pt x="397953" y="119642"/>
                  <a:pt x="393433" y="119642"/>
                </a:cubicBezTo>
                <a:cubicBezTo>
                  <a:pt x="387405" y="119642"/>
                  <a:pt x="381969" y="119353"/>
                  <a:pt x="377125" y="118775"/>
                </a:cubicBezTo>
                <a:cubicBezTo>
                  <a:pt x="372281" y="118196"/>
                  <a:pt x="367706" y="117355"/>
                  <a:pt x="363401" y="116252"/>
                </a:cubicBezTo>
                <a:lnTo>
                  <a:pt x="363401" y="98491"/>
                </a:lnTo>
                <a:cubicBezTo>
                  <a:pt x="368460" y="100590"/>
                  <a:pt x="373506" y="102110"/>
                  <a:pt x="378538" y="103052"/>
                </a:cubicBezTo>
                <a:cubicBezTo>
                  <a:pt x="383570" y="103994"/>
                  <a:pt x="388320" y="104465"/>
                  <a:pt x="392787" y="104465"/>
                </a:cubicBezTo>
                <a:cubicBezTo>
                  <a:pt x="397953" y="104465"/>
                  <a:pt x="401815" y="103650"/>
                  <a:pt x="404372" y="102020"/>
                </a:cubicBezTo>
                <a:cubicBezTo>
                  <a:pt x="406928" y="100389"/>
                  <a:pt x="408206" y="98263"/>
                  <a:pt x="408206" y="95643"/>
                </a:cubicBezTo>
                <a:cubicBezTo>
                  <a:pt x="408206" y="94403"/>
                  <a:pt x="407937" y="93272"/>
                  <a:pt x="407399" y="92250"/>
                </a:cubicBezTo>
                <a:cubicBezTo>
                  <a:pt x="406861" y="91225"/>
                  <a:pt x="405852" y="90242"/>
                  <a:pt x="404372" y="89300"/>
                </a:cubicBezTo>
                <a:cubicBezTo>
                  <a:pt x="402891" y="88357"/>
                  <a:pt x="400806" y="87387"/>
                  <a:pt x="398115" y="86392"/>
                </a:cubicBezTo>
                <a:cubicBezTo>
                  <a:pt x="395424" y="85394"/>
                  <a:pt x="391899" y="84276"/>
                  <a:pt x="387539" y="83036"/>
                </a:cubicBezTo>
                <a:cubicBezTo>
                  <a:pt x="383503" y="81906"/>
                  <a:pt x="379964" y="80627"/>
                  <a:pt x="376923" y="79199"/>
                </a:cubicBezTo>
                <a:cubicBezTo>
                  <a:pt x="373882" y="77771"/>
                  <a:pt x="371366" y="76088"/>
                  <a:pt x="369375" y="74148"/>
                </a:cubicBezTo>
                <a:cubicBezTo>
                  <a:pt x="367384" y="72209"/>
                  <a:pt x="365890" y="69960"/>
                  <a:pt x="364894" y="67402"/>
                </a:cubicBezTo>
                <a:cubicBezTo>
                  <a:pt x="363899" y="64842"/>
                  <a:pt x="363401" y="61839"/>
                  <a:pt x="363401" y="58391"/>
                </a:cubicBezTo>
                <a:cubicBezTo>
                  <a:pt x="363401" y="55051"/>
                  <a:pt x="364154" y="51900"/>
                  <a:pt x="365661" y="48938"/>
                </a:cubicBezTo>
                <a:cubicBezTo>
                  <a:pt x="367168" y="45974"/>
                  <a:pt x="369415" y="43375"/>
                  <a:pt x="372402" y="41140"/>
                </a:cubicBezTo>
                <a:cubicBezTo>
                  <a:pt x="375389" y="38903"/>
                  <a:pt x="379116" y="37138"/>
                  <a:pt x="383583" y="35847"/>
                </a:cubicBezTo>
                <a:cubicBezTo>
                  <a:pt x="388051" y="34553"/>
                  <a:pt x="393271" y="33907"/>
                  <a:pt x="399245" y="33907"/>
                </a:cubicBezTo>
                <a:cubicBezTo>
                  <a:pt x="404412" y="33907"/>
                  <a:pt x="408987" y="34176"/>
                  <a:pt x="412969" y="34714"/>
                </a:cubicBezTo>
                <a:cubicBezTo>
                  <a:pt x="416952" y="35252"/>
                  <a:pt x="420477" y="35844"/>
                  <a:pt x="423545" y="36490"/>
                </a:cubicBezTo>
                <a:lnTo>
                  <a:pt x="423545" y="52636"/>
                </a:lnTo>
                <a:cubicBezTo>
                  <a:pt x="418863" y="51099"/>
                  <a:pt x="414463" y="50015"/>
                  <a:pt x="410346" y="49384"/>
                </a:cubicBezTo>
                <a:cubicBezTo>
                  <a:pt x="406228" y="48754"/>
                  <a:pt x="402151" y="48438"/>
                  <a:pt x="398115" y="48438"/>
                </a:cubicBezTo>
                <a:cubicBezTo>
                  <a:pt x="394078" y="48438"/>
                  <a:pt x="390836" y="49167"/>
                  <a:pt x="388387" y="50626"/>
                </a:cubicBezTo>
                <a:cubicBezTo>
                  <a:pt x="385938" y="52082"/>
                  <a:pt x="384714" y="54105"/>
                  <a:pt x="384714" y="56695"/>
                </a:cubicBezTo>
                <a:cubicBezTo>
                  <a:pt x="384714" y="57935"/>
                  <a:pt x="384956" y="59040"/>
                  <a:pt x="385440" y="60010"/>
                </a:cubicBezTo>
                <a:cubicBezTo>
                  <a:pt x="385925" y="60979"/>
                  <a:pt x="386880" y="61922"/>
                  <a:pt x="388306" y="62839"/>
                </a:cubicBezTo>
                <a:cubicBezTo>
                  <a:pt x="389732" y="63753"/>
                  <a:pt x="391724" y="64710"/>
                  <a:pt x="394280" y="65707"/>
                </a:cubicBezTo>
                <a:cubicBezTo>
                  <a:pt x="396837" y="66703"/>
                  <a:pt x="400214" y="67792"/>
                  <a:pt x="404412" y="68977"/>
                </a:cubicBezTo>
                <a:cubicBezTo>
                  <a:pt x="409148" y="70324"/>
                  <a:pt x="413131" y="71765"/>
                  <a:pt x="416360" y="73301"/>
                </a:cubicBezTo>
                <a:cubicBezTo>
                  <a:pt x="419589" y="74836"/>
                  <a:pt x="422186" y="76574"/>
                  <a:pt x="424150" y="78513"/>
                </a:cubicBezTo>
                <a:cubicBezTo>
                  <a:pt x="426115" y="80452"/>
                  <a:pt x="427528" y="82661"/>
                  <a:pt x="428389" y="85140"/>
                </a:cubicBezTo>
                <a:cubicBezTo>
                  <a:pt x="429250" y="87618"/>
                  <a:pt x="429681" y="90445"/>
                  <a:pt x="429681" y="93622"/>
                </a:cubicBezTo>
                <a:close/>
                <a:moveTo>
                  <a:pt x="520450" y="116898"/>
                </a:moveTo>
                <a:cubicBezTo>
                  <a:pt x="516897" y="117730"/>
                  <a:pt x="513318" y="118395"/>
                  <a:pt x="509712" y="118893"/>
                </a:cubicBezTo>
                <a:cubicBezTo>
                  <a:pt x="506106" y="119393"/>
                  <a:pt x="502689" y="119642"/>
                  <a:pt x="499460" y="119642"/>
                </a:cubicBezTo>
                <a:cubicBezTo>
                  <a:pt x="494078" y="119642"/>
                  <a:pt x="489436" y="119076"/>
                  <a:pt x="485534" y="117945"/>
                </a:cubicBezTo>
                <a:cubicBezTo>
                  <a:pt x="481632" y="116813"/>
                  <a:pt x="478402" y="115089"/>
                  <a:pt x="475846" y="112773"/>
                </a:cubicBezTo>
                <a:cubicBezTo>
                  <a:pt x="473290" y="110455"/>
                  <a:pt x="471406" y="107505"/>
                  <a:pt x="470195" y="103923"/>
                </a:cubicBezTo>
                <a:cubicBezTo>
                  <a:pt x="468984" y="100339"/>
                  <a:pt x="468378" y="96068"/>
                  <a:pt x="468378" y="91112"/>
                </a:cubicBezTo>
                <a:lnTo>
                  <a:pt x="468378" y="51022"/>
                </a:lnTo>
                <a:lnTo>
                  <a:pt x="446339" y="51022"/>
                </a:lnTo>
                <a:lnTo>
                  <a:pt x="446339" y="35683"/>
                </a:lnTo>
                <a:lnTo>
                  <a:pt x="468378" y="35683"/>
                </a:lnTo>
                <a:lnTo>
                  <a:pt x="468378" y="14627"/>
                </a:lnTo>
                <a:lnTo>
                  <a:pt x="488561" y="9365"/>
                </a:lnTo>
                <a:lnTo>
                  <a:pt x="488561" y="35683"/>
                </a:lnTo>
                <a:lnTo>
                  <a:pt x="520450" y="35683"/>
                </a:lnTo>
                <a:lnTo>
                  <a:pt x="520450" y="51022"/>
                </a:lnTo>
                <a:lnTo>
                  <a:pt x="488561" y="51022"/>
                </a:lnTo>
                <a:lnTo>
                  <a:pt x="488561" y="89611"/>
                </a:lnTo>
                <a:cubicBezTo>
                  <a:pt x="488561" y="94293"/>
                  <a:pt x="489637" y="97832"/>
                  <a:pt x="491790" y="100227"/>
                </a:cubicBezTo>
                <a:cubicBezTo>
                  <a:pt x="493943" y="102622"/>
                  <a:pt x="497549" y="103819"/>
                  <a:pt x="502608" y="103819"/>
                </a:cubicBezTo>
                <a:cubicBezTo>
                  <a:pt x="505837" y="103819"/>
                  <a:pt x="508986" y="103543"/>
                  <a:pt x="512054" y="102989"/>
                </a:cubicBezTo>
                <a:cubicBezTo>
                  <a:pt x="515121" y="102434"/>
                  <a:pt x="517920" y="101796"/>
                  <a:pt x="520450" y="101074"/>
                </a:cubicBezTo>
                <a:lnTo>
                  <a:pt x="520450" y="116898"/>
                </a:lnTo>
                <a:close/>
                <a:moveTo>
                  <a:pt x="591844" y="13119"/>
                </a:moveTo>
                <a:cubicBezTo>
                  <a:pt x="591844" y="14900"/>
                  <a:pt x="591521" y="16573"/>
                  <a:pt x="590875" y="18139"/>
                </a:cubicBezTo>
                <a:cubicBezTo>
                  <a:pt x="590229" y="19705"/>
                  <a:pt x="589328" y="21068"/>
                  <a:pt x="588170" y="22229"/>
                </a:cubicBezTo>
                <a:cubicBezTo>
                  <a:pt x="587013" y="23389"/>
                  <a:pt x="585654" y="24307"/>
                  <a:pt x="584094" y="24984"/>
                </a:cubicBezTo>
                <a:cubicBezTo>
                  <a:pt x="582533" y="25658"/>
                  <a:pt x="580837" y="25995"/>
                  <a:pt x="579007" y="25995"/>
                </a:cubicBezTo>
                <a:cubicBezTo>
                  <a:pt x="577178" y="25995"/>
                  <a:pt x="575469" y="25658"/>
                  <a:pt x="573881" y="24984"/>
                </a:cubicBezTo>
                <a:cubicBezTo>
                  <a:pt x="572293" y="24307"/>
                  <a:pt x="570921" y="23389"/>
                  <a:pt x="569764" y="22229"/>
                </a:cubicBezTo>
                <a:cubicBezTo>
                  <a:pt x="568607" y="21068"/>
                  <a:pt x="567705" y="19705"/>
                  <a:pt x="567059" y="18139"/>
                </a:cubicBezTo>
                <a:cubicBezTo>
                  <a:pt x="566414" y="16573"/>
                  <a:pt x="566091" y="14900"/>
                  <a:pt x="566091" y="13119"/>
                </a:cubicBezTo>
                <a:cubicBezTo>
                  <a:pt x="566091" y="11338"/>
                  <a:pt x="566414" y="9664"/>
                  <a:pt x="567059" y="8098"/>
                </a:cubicBezTo>
                <a:cubicBezTo>
                  <a:pt x="567705" y="6532"/>
                  <a:pt x="568607" y="5156"/>
                  <a:pt x="569764" y="3968"/>
                </a:cubicBezTo>
                <a:cubicBezTo>
                  <a:pt x="570921" y="2781"/>
                  <a:pt x="572293" y="1850"/>
                  <a:pt x="573881" y="1176"/>
                </a:cubicBezTo>
                <a:cubicBezTo>
                  <a:pt x="575469" y="500"/>
                  <a:pt x="577178" y="161"/>
                  <a:pt x="579007" y="161"/>
                </a:cubicBezTo>
                <a:cubicBezTo>
                  <a:pt x="580837" y="161"/>
                  <a:pt x="582533" y="500"/>
                  <a:pt x="584094" y="1176"/>
                </a:cubicBezTo>
                <a:cubicBezTo>
                  <a:pt x="585654" y="1850"/>
                  <a:pt x="587013" y="2781"/>
                  <a:pt x="588170" y="3968"/>
                </a:cubicBezTo>
                <a:cubicBezTo>
                  <a:pt x="589328" y="5156"/>
                  <a:pt x="590229" y="6532"/>
                  <a:pt x="590875" y="8098"/>
                </a:cubicBezTo>
                <a:cubicBezTo>
                  <a:pt x="591521" y="9664"/>
                  <a:pt x="591844" y="11338"/>
                  <a:pt x="591844" y="13119"/>
                </a:cubicBezTo>
                <a:moveTo>
                  <a:pt x="570046" y="51022"/>
                </a:moveTo>
                <a:lnTo>
                  <a:pt x="546877" y="51022"/>
                </a:lnTo>
                <a:lnTo>
                  <a:pt x="546877" y="35683"/>
                </a:lnTo>
                <a:lnTo>
                  <a:pt x="590229" y="35683"/>
                </a:lnTo>
                <a:lnTo>
                  <a:pt x="590229" y="102366"/>
                </a:lnTo>
                <a:lnTo>
                  <a:pt x="613883" y="102366"/>
                </a:lnTo>
                <a:lnTo>
                  <a:pt x="613883" y="117705"/>
                </a:lnTo>
                <a:lnTo>
                  <a:pt x="544051" y="117705"/>
                </a:lnTo>
                <a:lnTo>
                  <a:pt x="544051" y="102366"/>
                </a:lnTo>
                <a:lnTo>
                  <a:pt x="570046" y="102366"/>
                </a:lnTo>
                <a:lnTo>
                  <a:pt x="570046" y="51022"/>
                </a:lnTo>
                <a:close/>
                <a:moveTo>
                  <a:pt x="708204" y="76088"/>
                </a:moveTo>
                <a:cubicBezTo>
                  <a:pt x="708204" y="82552"/>
                  <a:pt x="707290" y="88464"/>
                  <a:pt x="705460" y="93824"/>
                </a:cubicBezTo>
                <a:cubicBezTo>
                  <a:pt x="703630" y="99184"/>
                  <a:pt x="700993" y="103777"/>
                  <a:pt x="697548" y="107603"/>
                </a:cubicBezTo>
                <a:cubicBezTo>
                  <a:pt x="694104" y="111428"/>
                  <a:pt x="689879" y="114391"/>
                  <a:pt x="684873" y="116491"/>
                </a:cubicBezTo>
                <a:cubicBezTo>
                  <a:pt x="679868" y="118592"/>
                  <a:pt x="674163" y="119642"/>
                  <a:pt x="667759" y="119642"/>
                </a:cubicBezTo>
                <a:cubicBezTo>
                  <a:pt x="661677" y="119642"/>
                  <a:pt x="656241" y="118754"/>
                  <a:pt x="651451" y="116976"/>
                </a:cubicBezTo>
                <a:cubicBezTo>
                  <a:pt x="646661" y="115198"/>
                  <a:pt x="642598" y="112545"/>
                  <a:pt x="639261" y="109016"/>
                </a:cubicBezTo>
                <a:cubicBezTo>
                  <a:pt x="635924" y="105488"/>
                  <a:pt x="633367" y="101070"/>
                  <a:pt x="631591" y="95764"/>
                </a:cubicBezTo>
                <a:cubicBezTo>
                  <a:pt x="629815" y="90458"/>
                  <a:pt x="628927" y="84276"/>
                  <a:pt x="628927" y="77219"/>
                </a:cubicBezTo>
                <a:cubicBezTo>
                  <a:pt x="628927" y="70701"/>
                  <a:pt x="629856" y="64776"/>
                  <a:pt x="631712" y="59443"/>
                </a:cubicBezTo>
                <a:cubicBezTo>
                  <a:pt x="633569" y="54110"/>
                  <a:pt x="636233" y="49558"/>
                  <a:pt x="639705" y="45787"/>
                </a:cubicBezTo>
                <a:cubicBezTo>
                  <a:pt x="643176" y="42014"/>
                  <a:pt x="647415" y="39091"/>
                  <a:pt x="652420" y="37017"/>
                </a:cubicBezTo>
                <a:cubicBezTo>
                  <a:pt x="657425" y="34944"/>
                  <a:pt x="663076" y="33907"/>
                  <a:pt x="669373" y="33907"/>
                </a:cubicBezTo>
                <a:cubicBezTo>
                  <a:pt x="675509" y="33907"/>
                  <a:pt x="680971" y="34809"/>
                  <a:pt x="685761" y="36614"/>
                </a:cubicBezTo>
                <a:cubicBezTo>
                  <a:pt x="690551" y="38418"/>
                  <a:pt x="694615" y="41098"/>
                  <a:pt x="697952" y="44654"/>
                </a:cubicBezTo>
                <a:cubicBezTo>
                  <a:pt x="701289" y="48209"/>
                  <a:pt x="703832" y="52613"/>
                  <a:pt x="705581" y="57866"/>
                </a:cubicBezTo>
                <a:cubicBezTo>
                  <a:pt x="707330" y="63119"/>
                  <a:pt x="708204" y="69193"/>
                  <a:pt x="708204" y="76088"/>
                </a:cubicBezTo>
                <a:moveTo>
                  <a:pt x="687699" y="76573"/>
                </a:moveTo>
                <a:cubicBezTo>
                  <a:pt x="687699" y="68083"/>
                  <a:pt x="686098" y="61702"/>
                  <a:pt x="682896" y="57430"/>
                </a:cubicBezTo>
                <a:cubicBezTo>
                  <a:pt x="679693" y="53158"/>
                  <a:pt x="674970" y="51022"/>
                  <a:pt x="668727" y="51022"/>
                </a:cubicBezTo>
                <a:cubicBezTo>
                  <a:pt x="665283" y="51022"/>
                  <a:pt x="662350" y="51694"/>
                  <a:pt x="659928" y="53037"/>
                </a:cubicBezTo>
                <a:cubicBezTo>
                  <a:pt x="657506" y="54379"/>
                  <a:pt x="655514" y="56219"/>
                  <a:pt x="653954" y="58557"/>
                </a:cubicBezTo>
                <a:cubicBezTo>
                  <a:pt x="652393" y="60895"/>
                  <a:pt x="651249" y="63622"/>
                  <a:pt x="650523" y="66739"/>
                </a:cubicBezTo>
                <a:cubicBezTo>
                  <a:pt x="649796" y="69855"/>
                  <a:pt x="649433" y="73187"/>
                  <a:pt x="649433" y="76734"/>
                </a:cubicBezTo>
                <a:cubicBezTo>
                  <a:pt x="649433" y="85278"/>
                  <a:pt x="651155" y="91713"/>
                  <a:pt x="654600" y="96039"/>
                </a:cubicBezTo>
                <a:cubicBezTo>
                  <a:pt x="658044" y="100365"/>
                  <a:pt x="662753" y="102528"/>
                  <a:pt x="668727" y="102528"/>
                </a:cubicBezTo>
                <a:cubicBezTo>
                  <a:pt x="672010" y="102528"/>
                  <a:pt x="674863" y="101869"/>
                  <a:pt x="677285" y="100552"/>
                </a:cubicBezTo>
                <a:cubicBezTo>
                  <a:pt x="679707" y="99235"/>
                  <a:pt x="681671" y="97409"/>
                  <a:pt x="683178" y="95073"/>
                </a:cubicBezTo>
                <a:cubicBezTo>
                  <a:pt x="684685" y="92735"/>
                  <a:pt x="685815" y="89981"/>
                  <a:pt x="686569" y="86810"/>
                </a:cubicBezTo>
                <a:cubicBezTo>
                  <a:pt x="687322" y="83640"/>
                  <a:pt x="687699" y="80227"/>
                  <a:pt x="687699" y="76573"/>
                </a:cubicBezTo>
                <a:close/>
                <a:moveTo>
                  <a:pt x="774028" y="117705"/>
                </a:moveTo>
                <a:lnTo>
                  <a:pt x="774028" y="64327"/>
                </a:lnTo>
                <a:cubicBezTo>
                  <a:pt x="774028" y="55349"/>
                  <a:pt x="770691" y="50860"/>
                  <a:pt x="764018" y="50860"/>
                </a:cubicBezTo>
                <a:cubicBezTo>
                  <a:pt x="760681" y="50860"/>
                  <a:pt x="757492" y="52204"/>
                  <a:pt x="754451" y="54892"/>
                </a:cubicBezTo>
                <a:cubicBezTo>
                  <a:pt x="751410" y="57579"/>
                  <a:pt x="748194" y="61235"/>
                  <a:pt x="744804" y="65858"/>
                </a:cubicBezTo>
                <a:lnTo>
                  <a:pt x="744804" y="117705"/>
                </a:lnTo>
                <a:lnTo>
                  <a:pt x="725106" y="117705"/>
                </a:lnTo>
                <a:lnTo>
                  <a:pt x="725106" y="35683"/>
                </a:lnTo>
                <a:lnTo>
                  <a:pt x="742140" y="35683"/>
                </a:lnTo>
                <a:lnTo>
                  <a:pt x="742624" y="47792"/>
                </a:lnTo>
                <a:cubicBezTo>
                  <a:pt x="744292" y="45693"/>
                  <a:pt x="746028" y="43783"/>
                  <a:pt x="747831" y="42061"/>
                </a:cubicBezTo>
                <a:cubicBezTo>
                  <a:pt x="749634" y="40338"/>
                  <a:pt x="751585" y="38872"/>
                  <a:pt x="753684" y="37661"/>
                </a:cubicBezTo>
                <a:cubicBezTo>
                  <a:pt x="755783" y="36450"/>
                  <a:pt x="758044" y="35521"/>
                  <a:pt x="760465" y="34876"/>
                </a:cubicBezTo>
                <a:cubicBezTo>
                  <a:pt x="762887" y="34230"/>
                  <a:pt x="765605" y="33907"/>
                  <a:pt x="768619" y="33907"/>
                </a:cubicBezTo>
                <a:cubicBezTo>
                  <a:pt x="772817" y="33907"/>
                  <a:pt x="776477" y="34593"/>
                  <a:pt x="779599" y="35965"/>
                </a:cubicBezTo>
                <a:cubicBezTo>
                  <a:pt x="782720" y="37338"/>
                  <a:pt x="785330" y="39275"/>
                  <a:pt x="787429" y="41778"/>
                </a:cubicBezTo>
                <a:cubicBezTo>
                  <a:pt x="789528" y="44281"/>
                  <a:pt x="791103" y="47295"/>
                  <a:pt x="792152" y="50820"/>
                </a:cubicBezTo>
                <a:cubicBezTo>
                  <a:pt x="793202" y="54345"/>
                  <a:pt x="793726" y="58287"/>
                  <a:pt x="793726" y="62647"/>
                </a:cubicBezTo>
                <a:lnTo>
                  <a:pt x="793726" y="117705"/>
                </a:lnTo>
                <a:lnTo>
                  <a:pt x="774028" y="117705"/>
                </a:lnTo>
                <a:close/>
                <a:moveTo>
                  <a:pt x="828953" y="0"/>
                </a:moveTo>
                <a:cubicBezTo>
                  <a:pt x="840148" y="0"/>
                  <a:pt x="848490" y="2678"/>
                  <a:pt x="853980" y="8033"/>
                </a:cubicBezTo>
                <a:cubicBezTo>
                  <a:pt x="859469" y="13388"/>
                  <a:pt x="862214" y="21905"/>
                  <a:pt x="862214" y="33584"/>
                </a:cubicBezTo>
                <a:lnTo>
                  <a:pt x="862214" y="47147"/>
                </a:lnTo>
                <a:cubicBezTo>
                  <a:pt x="862214" y="52690"/>
                  <a:pt x="863439" y="56848"/>
                  <a:pt x="865887" y="59619"/>
                </a:cubicBezTo>
                <a:cubicBezTo>
                  <a:pt x="868336" y="62391"/>
                  <a:pt x="872440" y="63777"/>
                  <a:pt x="878199" y="63777"/>
                </a:cubicBezTo>
                <a:lnTo>
                  <a:pt x="883365" y="63777"/>
                </a:lnTo>
                <a:lnTo>
                  <a:pt x="883365" y="79116"/>
                </a:lnTo>
                <a:lnTo>
                  <a:pt x="878199" y="79116"/>
                </a:lnTo>
                <a:cubicBezTo>
                  <a:pt x="875292" y="79116"/>
                  <a:pt x="872817" y="79425"/>
                  <a:pt x="870772" y="80044"/>
                </a:cubicBezTo>
                <a:cubicBezTo>
                  <a:pt x="868726" y="80663"/>
                  <a:pt x="867071" y="81618"/>
                  <a:pt x="865807" y="82910"/>
                </a:cubicBezTo>
                <a:cubicBezTo>
                  <a:pt x="864542" y="84202"/>
                  <a:pt x="863627" y="85857"/>
                  <a:pt x="863062" y="87875"/>
                </a:cubicBezTo>
                <a:cubicBezTo>
                  <a:pt x="862497" y="89893"/>
                  <a:pt x="862214" y="92302"/>
                  <a:pt x="862214" y="95100"/>
                </a:cubicBezTo>
                <a:lnTo>
                  <a:pt x="862214" y="116332"/>
                </a:lnTo>
                <a:cubicBezTo>
                  <a:pt x="862214" y="121876"/>
                  <a:pt x="861582" y="126733"/>
                  <a:pt x="860317" y="130904"/>
                </a:cubicBezTo>
                <a:cubicBezTo>
                  <a:pt x="859052" y="135075"/>
                  <a:pt x="857074" y="138560"/>
                  <a:pt x="854383" y="141359"/>
                </a:cubicBezTo>
                <a:cubicBezTo>
                  <a:pt x="851692" y="144158"/>
                  <a:pt x="848248" y="146270"/>
                  <a:pt x="844050" y="147696"/>
                </a:cubicBezTo>
                <a:cubicBezTo>
                  <a:pt x="839852" y="149122"/>
                  <a:pt x="834820" y="149836"/>
                  <a:pt x="828953" y="149836"/>
                </a:cubicBezTo>
                <a:lnTo>
                  <a:pt x="822172" y="149836"/>
                </a:lnTo>
                <a:lnTo>
                  <a:pt x="822172" y="134658"/>
                </a:lnTo>
                <a:lnTo>
                  <a:pt x="827339" y="134658"/>
                </a:lnTo>
                <a:cubicBezTo>
                  <a:pt x="829922" y="134658"/>
                  <a:pt x="832250" y="134362"/>
                  <a:pt x="834322" y="133770"/>
                </a:cubicBezTo>
                <a:cubicBezTo>
                  <a:pt x="836394" y="133178"/>
                  <a:pt x="838183" y="132168"/>
                  <a:pt x="839690" y="130740"/>
                </a:cubicBezTo>
                <a:cubicBezTo>
                  <a:pt x="841197" y="129312"/>
                  <a:pt x="842354" y="127454"/>
                  <a:pt x="843162" y="125165"/>
                </a:cubicBezTo>
                <a:cubicBezTo>
                  <a:pt x="843969" y="122878"/>
                  <a:pt x="844373" y="120037"/>
                  <a:pt x="844373" y="116643"/>
                </a:cubicBezTo>
                <a:lnTo>
                  <a:pt x="844373" y="95640"/>
                </a:lnTo>
                <a:cubicBezTo>
                  <a:pt x="844373" y="91602"/>
                  <a:pt x="844709" y="88142"/>
                  <a:pt x="845382" y="85261"/>
                </a:cubicBezTo>
                <a:cubicBezTo>
                  <a:pt x="846055" y="82379"/>
                  <a:pt x="847077" y="79982"/>
                  <a:pt x="848450" y="78071"/>
                </a:cubicBezTo>
                <a:cubicBezTo>
                  <a:pt x="849822" y="76159"/>
                  <a:pt x="851585" y="74692"/>
                  <a:pt x="853737" y="73669"/>
                </a:cubicBezTo>
                <a:cubicBezTo>
                  <a:pt x="855890" y="72645"/>
                  <a:pt x="858420" y="71917"/>
                  <a:pt x="861326" y="71487"/>
                </a:cubicBezTo>
                <a:cubicBezTo>
                  <a:pt x="855567" y="70787"/>
                  <a:pt x="851302" y="68511"/>
                  <a:pt x="848530" y="64660"/>
                </a:cubicBezTo>
                <a:cubicBezTo>
                  <a:pt x="845759" y="60808"/>
                  <a:pt x="844373" y="54897"/>
                  <a:pt x="844373" y="46927"/>
                </a:cubicBezTo>
                <a:lnTo>
                  <a:pt x="844373" y="33435"/>
                </a:lnTo>
                <a:cubicBezTo>
                  <a:pt x="844373" y="29935"/>
                  <a:pt x="843969" y="27014"/>
                  <a:pt x="843162" y="24671"/>
                </a:cubicBezTo>
                <a:cubicBezTo>
                  <a:pt x="842354" y="22328"/>
                  <a:pt x="841197" y="20457"/>
                  <a:pt x="839690" y="19057"/>
                </a:cubicBezTo>
                <a:cubicBezTo>
                  <a:pt x="838183" y="17656"/>
                  <a:pt x="836394" y="16660"/>
                  <a:pt x="834322" y="16068"/>
                </a:cubicBezTo>
                <a:cubicBezTo>
                  <a:pt x="832250" y="15474"/>
                  <a:pt x="829922" y="15177"/>
                  <a:pt x="827339" y="15177"/>
                </a:cubicBezTo>
                <a:lnTo>
                  <a:pt x="822172" y="15177"/>
                </a:lnTo>
                <a:lnTo>
                  <a:pt x="822172" y="0"/>
                </a:lnTo>
                <a:lnTo>
                  <a:pt x="828953" y="0"/>
                </a:lnTo>
                <a:close/>
              </a:path>
            </a:pathLst>
          </a:custGeom>
          <a:solidFill xmlns:a="http://schemas.openxmlformats.org/drawingml/2006/main">
            <a:srgbClr val="38761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887F2B-4CE3-42C4-B702-EE18C588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9995" y="4018589"/>
            <a:ext cx="1863825" cy="311795"/>
          </a:xfrm>
          <a:custGeom xmlns:a="http://schemas.openxmlformats.org/drawingml/2006/main">
            <a:pathLst>
              <a:path w="1863825" h="311795">
                <a:moveTo>
                  <a:pt x="0" y="0"/>
                </a:moveTo>
                <a:lnTo>
                  <a:pt x="1863825" y="0"/>
                </a:lnTo>
                <a:lnTo>
                  <a:pt x="1863825" y="311795"/>
                </a:lnTo>
                <a:lnTo>
                  <a:pt x="0" y="3117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{Answer}">
            <a:extLst xmlns:a="http://schemas.openxmlformats.org/drawingml/2006/main">
              <a:ext uri="{FF2B5EF4-FFF2-40B4-BE49-F238E27FC236}">
                <a16:creationId xmlns:a16="http://schemas.microsoft.com/office/drawing/2014/main" id="{ADCC596A-EBF1-4D98-8EBF-A5A52DDC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402" y="4117767"/>
            <a:ext cx="622410" cy="133331"/>
          </a:xfrm>
          <a:custGeom xmlns:a="http://schemas.openxmlformats.org/drawingml/2006/main">
            <a:pathLst>
              <a:path w="622410" h="133331">
                <a:moveTo>
                  <a:pt x="52744" y="133331"/>
                </a:moveTo>
                <a:lnTo>
                  <a:pt x="47434" y="133331"/>
                </a:lnTo>
                <a:cubicBezTo>
                  <a:pt x="38200" y="133331"/>
                  <a:pt x="31335" y="131166"/>
                  <a:pt x="26838" y="126836"/>
                </a:cubicBezTo>
                <a:cubicBezTo>
                  <a:pt x="22341" y="122507"/>
                  <a:pt x="20093" y="115941"/>
                  <a:pt x="20093" y="107138"/>
                </a:cubicBezTo>
                <a:lnTo>
                  <a:pt x="20093" y="82453"/>
                </a:lnTo>
                <a:cubicBezTo>
                  <a:pt x="20093" y="80108"/>
                  <a:pt x="19830" y="78015"/>
                  <a:pt x="19304" y="76174"/>
                </a:cubicBezTo>
                <a:cubicBezTo>
                  <a:pt x="18777" y="74332"/>
                  <a:pt x="17856" y="72777"/>
                  <a:pt x="16541" y="71509"/>
                </a:cubicBezTo>
                <a:cubicBezTo>
                  <a:pt x="15225" y="70241"/>
                  <a:pt x="13479" y="69273"/>
                  <a:pt x="11302" y="68603"/>
                </a:cubicBezTo>
                <a:cubicBezTo>
                  <a:pt x="9126" y="67933"/>
                  <a:pt x="6387" y="67598"/>
                  <a:pt x="3086" y="67598"/>
                </a:cubicBezTo>
                <a:lnTo>
                  <a:pt x="0" y="67598"/>
                </a:lnTo>
                <a:lnTo>
                  <a:pt x="0" y="57552"/>
                </a:lnTo>
                <a:lnTo>
                  <a:pt x="3086" y="57552"/>
                </a:lnTo>
                <a:cubicBezTo>
                  <a:pt x="6578" y="57552"/>
                  <a:pt x="9425" y="57265"/>
                  <a:pt x="11625" y="56693"/>
                </a:cubicBezTo>
                <a:cubicBezTo>
                  <a:pt x="13826" y="56119"/>
                  <a:pt x="15548" y="55246"/>
                  <a:pt x="16792" y="54076"/>
                </a:cubicBezTo>
                <a:cubicBezTo>
                  <a:pt x="18036" y="52905"/>
                  <a:pt x="18897" y="51413"/>
                  <a:pt x="19375" y="49598"/>
                </a:cubicBezTo>
                <a:cubicBezTo>
                  <a:pt x="19854" y="47781"/>
                  <a:pt x="20093" y="45631"/>
                  <a:pt x="20093" y="43146"/>
                </a:cubicBezTo>
                <a:lnTo>
                  <a:pt x="20093" y="26159"/>
                </a:lnTo>
                <a:cubicBezTo>
                  <a:pt x="20093" y="22146"/>
                  <a:pt x="20571" y="18528"/>
                  <a:pt x="21528" y="15303"/>
                </a:cubicBezTo>
                <a:cubicBezTo>
                  <a:pt x="22485" y="12077"/>
                  <a:pt x="24052" y="9329"/>
                  <a:pt x="26228" y="7059"/>
                </a:cubicBezTo>
                <a:cubicBezTo>
                  <a:pt x="28405" y="4790"/>
                  <a:pt x="31228" y="3046"/>
                  <a:pt x="34696" y="1828"/>
                </a:cubicBezTo>
                <a:cubicBezTo>
                  <a:pt x="38165" y="609"/>
                  <a:pt x="42410" y="0"/>
                  <a:pt x="47434" y="0"/>
                </a:cubicBezTo>
                <a:lnTo>
                  <a:pt x="52744" y="0"/>
                </a:lnTo>
                <a:lnTo>
                  <a:pt x="52744" y="10046"/>
                </a:lnTo>
                <a:lnTo>
                  <a:pt x="48510" y="10046"/>
                </a:lnTo>
                <a:cubicBezTo>
                  <a:pt x="37411" y="10046"/>
                  <a:pt x="31862" y="15425"/>
                  <a:pt x="31862" y="26181"/>
                </a:cubicBezTo>
                <a:lnTo>
                  <a:pt x="31862" y="42890"/>
                </a:lnTo>
                <a:cubicBezTo>
                  <a:pt x="31862" y="54556"/>
                  <a:pt x="26814" y="61129"/>
                  <a:pt x="16720" y="62611"/>
                </a:cubicBezTo>
                <a:cubicBezTo>
                  <a:pt x="26910" y="63616"/>
                  <a:pt x="32005" y="70173"/>
                  <a:pt x="32005" y="82284"/>
                </a:cubicBezTo>
                <a:lnTo>
                  <a:pt x="32005" y="106842"/>
                </a:lnTo>
                <a:cubicBezTo>
                  <a:pt x="32005" y="117804"/>
                  <a:pt x="37507" y="123284"/>
                  <a:pt x="48510" y="123284"/>
                </a:cubicBezTo>
                <a:lnTo>
                  <a:pt x="52744" y="123284"/>
                </a:lnTo>
                <a:lnTo>
                  <a:pt x="52744" y="133331"/>
                </a:lnTo>
                <a:close/>
                <a:moveTo>
                  <a:pt x="149143" y="103909"/>
                </a:moveTo>
                <a:lnTo>
                  <a:pt x="135221" y="103909"/>
                </a:lnTo>
                <a:lnTo>
                  <a:pt x="128691" y="83386"/>
                </a:lnTo>
                <a:lnTo>
                  <a:pt x="89654" y="83386"/>
                </a:lnTo>
                <a:lnTo>
                  <a:pt x="83052" y="103909"/>
                </a:lnTo>
                <a:lnTo>
                  <a:pt x="69776" y="103909"/>
                </a:lnTo>
                <a:lnTo>
                  <a:pt x="100920" y="10046"/>
                </a:lnTo>
                <a:lnTo>
                  <a:pt x="118429" y="10046"/>
                </a:lnTo>
                <a:lnTo>
                  <a:pt x="149143" y="103909"/>
                </a:lnTo>
                <a:moveTo>
                  <a:pt x="125031" y="71904"/>
                </a:moveTo>
                <a:lnTo>
                  <a:pt x="109172" y="21725"/>
                </a:lnTo>
                <a:lnTo>
                  <a:pt x="93313" y="71904"/>
                </a:lnTo>
                <a:lnTo>
                  <a:pt x="125031" y="71904"/>
                </a:lnTo>
                <a:close/>
                <a:moveTo>
                  <a:pt x="161224" y="31862"/>
                </a:moveTo>
                <a:lnTo>
                  <a:pt x="172347" y="31862"/>
                </a:lnTo>
                <a:lnTo>
                  <a:pt x="172849" y="43487"/>
                </a:lnTo>
                <a:cubicBezTo>
                  <a:pt x="174954" y="40999"/>
                  <a:pt x="176987" y="38930"/>
                  <a:pt x="178949" y="37279"/>
                </a:cubicBezTo>
                <a:cubicBezTo>
                  <a:pt x="180910" y="35629"/>
                  <a:pt x="182836" y="34301"/>
                  <a:pt x="184726" y="33297"/>
                </a:cubicBezTo>
                <a:cubicBezTo>
                  <a:pt x="186615" y="32292"/>
                  <a:pt x="188541" y="31587"/>
                  <a:pt x="190502" y="31180"/>
                </a:cubicBezTo>
                <a:cubicBezTo>
                  <a:pt x="192464" y="30773"/>
                  <a:pt x="194497" y="30570"/>
                  <a:pt x="196602" y="30570"/>
                </a:cubicBezTo>
                <a:cubicBezTo>
                  <a:pt x="204017" y="30570"/>
                  <a:pt x="209626" y="32759"/>
                  <a:pt x="213430" y="37136"/>
                </a:cubicBezTo>
                <a:cubicBezTo>
                  <a:pt x="217233" y="41513"/>
                  <a:pt x="219135" y="48103"/>
                  <a:pt x="219135" y="56906"/>
                </a:cubicBezTo>
                <a:lnTo>
                  <a:pt x="219135" y="103909"/>
                </a:lnTo>
                <a:lnTo>
                  <a:pt x="206648" y="103909"/>
                </a:lnTo>
                <a:lnTo>
                  <a:pt x="206648" y="57911"/>
                </a:lnTo>
                <a:cubicBezTo>
                  <a:pt x="206648" y="52265"/>
                  <a:pt x="205596" y="48091"/>
                  <a:pt x="203491" y="45388"/>
                </a:cubicBezTo>
                <a:cubicBezTo>
                  <a:pt x="201386" y="42685"/>
                  <a:pt x="198252" y="41334"/>
                  <a:pt x="194090" y="41334"/>
                </a:cubicBezTo>
                <a:cubicBezTo>
                  <a:pt x="192559" y="41334"/>
                  <a:pt x="191064" y="41561"/>
                  <a:pt x="189605" y="42016"/>
                </a:cubicBezTo>
                <a:cubicBezTo>
                  <a:pt x="188146" y="42470"/>
                  <a:pt x="186627" y="43260"/>
                  <a:pt x="185049" y="44384"/>
                </a:cubicBezTo>
                <a:cubicBezTo>
                  <a:pt x="183470" y="45508"/>
                  <a:pt x="181759" y="47027"/>
                  <a:pt x="179918" y="48941"/>
                </a:cubicBezTo>
                <a:cubicBezTo>
                  <a:pt x="178076" y="50854"/>
                  <a:pt x="176007" y="53246"/>
                  <a:pt x="173710" y="56117"/>
                </a:cubicBezTo>
                <a:lnTo>
                  <a:pt x="173710" y="103909"/>
                </a:lnTo>
                <a:lnTo>
                  <a:pt x="161224" y="103909"/>
                </a:lnTo>
                <a:lnTo>
                  <a:pt x="161224" y="31862"/>
                </a:lnTo>
                <a:close/>
                <a:moveTo>
                  <a:pt x="298958" y="84247"/>
                </a:moveTo>
                <a:cubicBezTo>
                  <a:pt x="298958" y="86782"/>
                  <a:pt x="298527" y="89055"/>
                  <a:pt x="297666" y="91064"/>
                </a:cubicBezTo>
                <a:cubicBezTo>
                  <a:pt x="296805" y="93073"/>
                  <a:pt x="295633" y="94855"/>
                  <a:pt x="294150" y="96410"/>
                </a:cubicBezTo>
                <a:cubicBezTo>
                  <a:pt x="292667" y="97965"/>
                  <a:pt x="290944" y="99292"/>
                  <a:pt x="288983" y="100393"/>
                </a:cubicBezTo>
                <a:cubicBezTo>
                  <a:pt x="287021" y="101493"/>
                  <a:pt x="284928" y="102402"/>
                  <a:pt x="282704" y="103120"/>
                </a:cubicBezTo>
                <a:cubicBezTo>
                  <a:pt x="280479" y="103837"/>
                  <a:pt x="278195" y="104363"/>
                  <a:pt x="275851" y="104698"/>
                </a:cubicBezTo>
                <a:cubicBezTo>
                  <a:pt x="273507" y="105033"/>
                  <a:pt x="271210" y="105201"/>
                  <a:pt x="268962" y="105201"/>
                </a:cubicBezTo>
                <a:cubicBezTo>
                  <a:pt x="264082" y="105201"/>
                  <a:pt x="259597" y="104974"/>
                  <a:pt x="255507" y="104521"/>
                </a:cubicBezTo>
                <a:cubicBezTo>
                  <a:pt x="251416" y="104068"/>
                  <a:pt x="247410" y="103338"/>
                  <a:pt x="243487" y="102330"/>
                </a:cubicBezTo>
                <a:lnTo>
                  <a:pt x="243487" y="90849"/>
                </a:lnTo>
                <a:cubicBezTo>
                  <a:pt x="247697" y="92069"/>
                  <a:pt x="251883" y="92995"/>
                  <a:pt x="256045" y="93629"/>
                </a:cubicBezTo>
                <a:cubicBezTo>
                  <a:pt x="260207" y="94263"/>
                  <a:pt x="264345" y="94580"/>
                  <a:pt x="268459" y="94580"/>
                </a:cubicBezTo>
                <a:cubicBezTo>
                  <a:pt x="274440" y="94580"/>
                  <a:pt x="278865" y="93774"/>
                  <a:pt x="281735" y="92160"/>
                </a:cubicBezTo>
                <a:cubicBezTo>
                  <a:pt x="284606" y="90546"/>
                  <a:pt x="286041" y="88243"/>
                  <a:pt x="286041" y="85251"/>
                </a:cubicBezTo>
                <a:cubicBezTo>
                  <a:pt x="286041" y="83960"/>
                  <a:pt x="285814" y="82799"/>
                  <a:pt x="285359" y="81771"/>
                </a:cubicBezTo>
                <a:cubicBezTo>
                  <a:pt x="284905" y="80742"/>
                  <a:pt x="284079" y="79762"/>
                  <a:pt x="282883" y="78829"/>
                </a:cubicBezTo>
                <a:cubicBezTo>
                  <a:pt x="281687" y="77896"/>
                  <a:pt x="279833" y="76927"/>
                  <a:pt x="277322" y="75922"/>
                </a:cubicBezTo>
                <a:cubicBezTo>
                  <a:pt x="274810" y="74918"/>
                  <a:pt x="271378" y="73770"/>
                  <a:pt x="267024" y="72478"/>
                </a:cubicBezTo>
                <a:cubicBezTo>
                  <a:pt x="263771" y="71521"/>
                  <a:pt x="260769" y="70433"/>
                  <a:pt x="258018" y="69213"/>
                </a:cubicBezTo>
                <a:cubicBezTo>
                  <a:pt x="255268" y="67993"/>
                  <a:pt x="252887" y="66546"/>
                  <a:pt x="250878" y="64871"/>
                </a:cubicBezTo>
                <a:cubicBezTo>
                  <a:pt x="248869" y="63197"/>
                  <a:pt x="247290" y="61235"/>
                  <a:pt x="246142" y="58987"/>
                </a:cubicBezTo>
                <a:cubicBezTo>
                  <a:pt x="244994" y="56739"/>
                  <a:pt x="244420" y="54083"/>
                  <a:pt x="244420" y="51022"/>
                </a:cubicBezTo>
                <a:cubicBezTo>
                  <a:pt x="244420" y="49012"/>
                  <a:pt x="244886" y="46812"/>
                  <a:pt x="245819" y="44420"/>
                </a:cubicBezTo>
                <a:cubicBezTo>
                  <a:pt x="246752" y="42028"/>
                  <a:pt x="248343" y="39803"/>
                  <a:pt x="250591" y="37746"/>
                </a:cubicBezTo>
                <a:cubicBezTo>
                  <a:pt x="252840" y="35689"/>
                  <a:pt x="255878" y="33979"/>
                  <a:pt x="259705" y="32615"/>
                </a:cubicBezTo>
                <a:cubicBezTo>
                  <a:pt x="263532" y="31252"/>
                  <a:pt x="268316" y="30570"/>
                  <a:pt x="274057" y="30570"/>
                </a:cubicBezTo>
                <a:cubicBezTo>
                  <a:pt x="276879" y="30570"/>
                  <a:pt x="280013" y="30731"/>
                  <a:pt x="283457" y="31052"/>
                </a:cubicBezTo>
                <a:cubicBezTo>
                  <a:pt x="286902" y="31373"/>
                  <a:pt x="290490" y="31930"/>
                  <a:pt x="294221" y="32723"/>
                </a:cubicBezTo>
                <a:lnTo>
                  <a:pt x="294221" y="43917"/>
                </a:lnTo>
                <a:cubicBezTo>
                  <a:pt x="290299" y="42937"/>
                  <a:pt x="286579" y="42213"/>
                  <a:pt x="283063" y="41747"/>
                </a:cubicBezTo>
                <a:cubicBezTo>
                  <a:pt x="279546" y="41280"/>
                  <a:pt x="276497" y="41047"/>
                  <a:pt x="273913" y="41047"/>
                </a:cubicBezTo>
                <a:cubicBezTo>
                  <a:pt x="270804" y="41047"/>
                  <a:pt x="268184" y="41285"/>
                  <a:pt x="266056" y="41760"/>
                </a:cubicBezTo>
                <a:cubicBezTo>
                  <a:pt x="263927" y="42234"/>
                  <a:pt x="262204" y="42887"/>
                  <a:pt x="260889" y="43718"/>
                </a:cubicBezTo>
                <a:cubicBezTo>
                  <a:pt x="259573" y="44547"/>
                  <a:pt x="258628" y="45521"/>
                  <a:pt x="258054" y="46637"/>
                </a:cubicBezTo>
                <a:cubicBezTo>
                  <a:pt x="257480" y="47753"/>
                  <a:pt x="257193" y="48951"/>
                  <a:pt x="257193" y="50232"/>
                </a:cubicBezTo>
                <a:cubicBezTo>
                  <a:pt x="257193" y="51524"/>
                  <a:pt x="257444" y="52696"/>
                  <a:pt x="257947" y="53748"/>
                </a:cubicBezTo>
                <a:cubicBezTo>
                  <a:pt x="258449" y="54801"/>
                  <a:pt x="259382" y="55818"/>
                  <a:pt x="260745" y="56798"/>
                </a:cubicBezTo>
                <a:cubicBezTo>
                  <a:pt x="262109" y="57779"/>
                  <a:pt x="264010" y="58760"/>
                  <a:pt x="266450" y="59740"/>
                </a:cubicBezTo>
                <a:cubicBezTo>
                  <a:pt x="268890" y="60721"/>
                  <a:pt x="272071" y="61786"/>
                  <a:pt x="275994" y="62934"/>
                </a:cubicBezTo>
                <a:cubicBezTo>
                  <a:pt x="280252" y="64178"/>
                  <a:pt x="283840" y="65481"/>
                  <a:pt x="286758" y="66845"/>
                </a:cubicBezTo>
                <a:cubicBezTo>
                  <a:pt x="289677" y="68208"/>
                  <a:pt x="292045" y="69727"/>
                  <a:pt x="293863" y="71402"/>
                </a:cubicBezTo>
                <a:cubicBezTo>
                  <a:pt x="295681" y="73076"/>
                  <a:pt x="296984" y="74966"/>
                  <a:pt x="297774" y="77071"/>
                </a:cubicBezTo>
                <a:cubicBezTo>
                  <a:pt x="298563" y="79176"/>
                  <a:pt x="298958" y="81568"/>
                  <a:pt x="298958" y="84247"/>
                </a:cubicBezTo>
                <a:close/>
                <a:moveTo>
                  <a:pt x="389329" y="31862"/>
                </a:moveTo>
                <a:lnTo>
                  <a:pt x="378852" y="103909"/>
                </a:lnTo>
                <a:lnTo>
                  <a:pt x="363711" y="103909"/>
                </a:lnTo>
                <a:lnTo>
                  <a:pt x="353305" y="73711"/>
                </a:lnTo>
                <a:lnTo>
                  <a:pt x="351224" y="66378"/>
                </a:lnTo>
                <a:lnTo>
                  <a:pt x="348856" y="74144"/>
                </a:lnTo>
                <a:lnTo>
                  <a:pt x="338882" y="103909"/>
                </a:lnTo>
                <a:lnTo>
                  <a:pt x="324171" y="103909"/>
                </a:lnTo>
                <a:lnTo>
                  <a:pt x="313765" y="31862"/>
                </a:lnTo>
                <a:lnTo>
                  <a:pt x="325965" y="31862"/>
                </a:lnTo>
                <a:lnTo>
                  <a:pt x="331993" y="80874"/>
                </a:lnTo>
                <a:lnTo>
                  <a:pt x="333284" y="91710"/>
                </a:lnTo>
                <a:lnTo>
                  <a:pt x="336370" y="82237"/>
                </a:lnTo>
                <a:lnTo>
                  <a:pt x="346847" y="49802"/>
                </a:lnTo>
                <a:lnTo>
                  <a:pt x="355817" y="49802"/>
                </a:lnTo>
                <a:lnTo>
                  <a:pt x="367083" y="81807"/>
                </a:lnTo>
                <a:lnTo>
                  <a:pt x="370313" y="91279"/>
                </a:lnTo>
                <a:lnTo>
                  <a:pt x="371389" y="81233"/>
                </a:lnTo>
                <a:lnTo>
                  <a:pt x="376986" y="31862"/>
                </a:lnTo>
                <a:lnTo>
                  <a:pt x="389329" y="31862"/>
                </a:lnTo>
                <a:close/>
                <a:moveTo>
                  <a:pt x="464129" y="64082"/>
                </a:moveTo>
                <a:cubicBezTo>
                  <a:pt x="464129" y="65852"/>
                  <a:pt x="464105" y="67335"/>
                  <a:pt x="464057" y="68531"/>
                </a:cubicBezTo>
                <a:cubicBezTo>
                  <a:pt x="464009" y="69727"/>
                  <a:pt x="463937" y="70851"/>
                  <a:pt x="463842" y="71904"/>
                </a:cubicBezTo>
                <a:lnTo>
                  <a:pt x="413251" y="71904"/>
                </a:lnTo>
                <a:cubicBezTo>
                  <a:pt x="413251" y="79249"/>
                  <a:pt x="415308" y="84889"/>
                  <a:pt x="419422" y="88824"/>
                </a:cubicBezTo>
                <a:cubicBezTo>
                  <a:pt x="423536" y="92757"/>
                  <a:pt x="429469" y="94724"/>
                  <a:pt x="437219" y="94724"/>
                </a:cubicBezTo>
                <a:cubicBezTo>
                  <a:pt x="439324" y="94724"/>
                  <a:pt x="441429" y="94638"/>
                  <a:pt x="443534" y="94468"/>
                </a:cubicBezTo>
                <a:cubicBezTo>
                  <a:pt x="445639" y="94296"/>
                  <a:pt x="447672" y="94064"/>
                  <a:pt x="449633" y="93771"/>
                </a:cubicBezTo>
                <a:cubicBezTo>
                  <a:pt x="451595" y="93476"/>
                  <a:pt x="453472" y="93146"/>
                  <a:pt x="455266" y="92779"/>
                </a:cubicBezTo>
                <a:cubicBezTo>
                  <a:pt x="457060" y="92412"/>
                  <a:pt x="458723" y="92007"/>
                  <a:pt x="460254" y="91566"/>
                </a:cubicBezTo>
                <a:lnTo>
                  <a:pt x="460254" y="101900"/>
                </a:lnTo>
                <a:cubicBezTo>
                  <a:pt x="456857" y="102877"/>
                  <a:pt x="453018" y="103672"/>
                  <a:pt x="448736" y="104283"/>
                </a:cubicBezTo>
                <a:cubicBezTo>
                  <a:pt x="444455" y="104895"/>
                  <a:pt x="440017" y="105201"/>
                  <a:pt x="435425" y="105201"/>
                </a:cubicBezTo>
                <a:cubicBezTo>
                  <a:pt x="429253" y="105201"/>
                  <a:pt x="423943" y="104363"/>
                  <a:pt x="419494" y="102689"/>
                </a:cubicBezTo>
                <a:cubicBezTo>
                  <a:pt x="415045" y="101015"/>
                  <a:pt x="411397" y="98587"/>
                  <a:pt x="408550" y="95405"/>
                </a:cubicBezTo>
                <a:cubicBezTo>
                  <a:pt x="405704" y="92224"/>
                  <a:pt x="403599" y="88325"/>
                  <a:pt x="402236" y="83708"/>
                </a:cubicBezTo>
                <a:cubicBezTo>
                  <a:pt x="400872" y="79092"/>
                  <a:pt x="400190" y="73865"/>
                  <a:pt x="400190" y="68029"/>
                </a:cubicBezTo>
                <a:cubicBezTo>
                  <a:pt x="400190" y="62958"/>
                  <a:pt x="400920" y="58162"/>
                  <a:pt x="402379" y="53641"/>
                </a:cubicBezTo>
                <a:cubicBezTo>
                  <a:pt x="403838" y="49120"/>
                  <a:pt x="405967" y="45149"/>
                  <a:pt x="408766" y="41729"/>
                </a:cubicBezTo>
                <a:cubicBezTo>
                  <a:pt x="411564" y="38308"/>
                  <a:pt x="414997" y="35593"/>
                  <a:pt x="419063" y="33584"/>
                </a:cubicBezTo>
                <a:cubicBezTo>
                  <a:pt x="423130" y="31575"/>
                  <a:pt x="427746" y="30570"/>
                  <a:pt x="432913" y="30570"/>
                </a:cubicBezTo>
                <a:cubicBezTo>
                  <a:pt x="437936" y="30570"/>
                  <a:pt x="442385" y="31359"/>
                  <a:pt x="446260" y="32938"/>
                </a:cubicBezTo>
                <a:cubicBezTo>
                  <a:pt x="450136" y="34517"/>
                  <a:pt x="453401" y="36753"/>
                  <a:pt x="456056" y="39648"/>
                </a:cubicBezTo>
                <a:cubicBezTo>
                  <a:pt x="458711" y="42542"/>
                  <a:pt x="460720" y="46058"/>
                  <a:pt x="462084" y="50196"/>
                </a:cubicBezTo>
                <a:cubicBezTo>
                  <a:pt x="463447" y="54335"/>
                  <a:pt x="464129" y="58963"/>
                  <a:pt x="464129" y="64082"/>
                </a:cubicBezTo>
                <a:moveTo>
                  <a:pt x="451140" y="62288"/>
                </a:moveTo>
                <a:cubicBezTo>
                  <a:pt x="451284" y="59093"/>
                  <a:pt x="450973" y="56173"/>
                  <a:pt x="450207" y="53526"/>
                </a:cubicBezTo>
                <a:cubicBezTo>
                  <a:pt x="449442" y="50880"/>
                  <a:pt x="448258" y="48603"/>
                  <a:pt x="446655" y="46696"/>
                </a:cubicBezTo>
                <a:cubicBezTo>
                  <a:pt x="445053" y="44788"/>
                  <a:pt x="443055" y="43298"/>
                  <a:pt x="440663" y="42226"/>
                </a:cubicBezTo>
                <a:cubicBezTo>
                  <a:pt x="438271" y="41153"/>
                  <a:pt x="435496" y="40616"/>
                  <a:pt x="432339" y="40616"/>
                </a:cubicBezTo>
                <a:cubicBezTo>
                  <a:pt x="429612" y="40616"/>
                  <a:pt x="427124" y="41141"/>
                  <a:pt x="424876" y="42191"/>
                </a:cubicBezTo>
                <a:cubicBezTo>
                  <a:pt x="422627" y="43239"/>
                  <a:pt x="420690" y="44716"/>
                  <a:pt x="419063" y="46624"/>
                </a:cubicBezTo>
                <a:cubicBezTo>
                  <a:pt x="417437" y="48532"/>
                  <a:pt x="416121" y="50821"/>
                  <a:pt x="415116" y="53491"/>
                </a:cubicBezTo>
                <a:cubicBezTo>
                  <a:pt x="414112" y="56161"/>
                  <a:pt x="413490" y="59093"/>
                  <a:pt x="413251" y="62288"/>
                </a:cubicBezTo>
                <a:lnTo>
                  <a:pt x="451140" y="62288"/>
                </a:lnTo>
                <a:close/>
                <a:moveTo>
                  <a:pt x="486902" y="31862"/>
                </a:moveTo>
                <a:lnTo>
                  <a:pt x="498312" y="31862"/>
                </a:lnTo>
                <a:lnTo>
                  <a:pt x="498671" y="45104"/>
                </a:lnTo>
                <a:cubicBezTo>
                  <a:pt x="502928" y="39997"/>
                  <a:pt x="507126" y="36298"/>
                  <a:pt x="511265" y="34008"/>
                </a:cubicBezTo>
                <a:cubicBezTo>
                  <a:pt x="515403" y="31716"/>
                  <a:pt x="519577" y="30570"/>
                  <a:pt x="523787" y="30570"/>
                </a:cubicBezTo>
                <a:cubicBezTo>
                  <a:pt x="531250" y="30570"/>
                  <a:pt x="536907" y="32980"/>
                  <a:pt x="540758" y="37800"/>
                </a:cubicBezTo>
                <a:cubicBezTo>
                  <a:pt x="544609" y="42620"/>
                  <a:pt x="546391" y="49778"/>
                  <a:pt x="546104" y="59274"/>
                </a:cubicBezTo>
                <a:lnTo>
                  <a:pt x="533474" y="59274"/>
                </a:lnTo>
                <a:cubicBezTo>
                  <a:pt x="533618" y="52985"/>
                  <a:pt x="532697" y="48423"/>
                  <a:pt x="530712" y="45588"/>
                </a:cubicBezTo>
                <a:cubicBezTo>
                  <a:pt x="528726" y="42752"/>
                  <a:pt x="525820" y="41334"/>
                  <a:pt x="521993" y="41334"/>
                </a:cubicBezTo>
                <a:cubicBezTo>
                  <a:pt x="520318" y="41334"/>
                  <a:pt x="518632" y="41632"/>
                  <a:pt x="516934" y="42229"/>
                </a:cubicBezTo>
                <a:cubicBezTo>
                  <a:pt x="515235" y="42824"/>
                  <a:pt x="513489" y="43776"/>
                  <a:pt x="511695" y="45086"/>
                </a:cubicBezTo>
                <a:cubicBezTo>
                  <a:pt x="509901" y="46395"/>
                  <a:pt x="508000" y="48075"/>
                  <a:pt x="505990" y="50125"/>
                </a:cubicBezTo>
                <a:cubicBezTo>
                  <a:pt x="503981" y="52173"/>
                  <a:pt x="501828" y="54650"/>
                  <a:pt x="499532" y="57556"/>
                </a:cubicBezTo>
                <a:lnTo>
                  <a:pt x="499532" y="103909"/>
                </a:lnTo>
                <a:lnTo>
                  <a:pt x="486902" y="103909"/>
                </a:lnTo>
                <a:lnTo>
                  <a:pt x="486902" y="31862"/>
                </a:lnTo>
                <a:close/>
                <a:moveTo>
                  <a:pt x="569595" y="0"/>
                </a:moveTo>
                <a:lnTo>
                  <a:pt x="574905" y="0"/>
                </a:lnTo>
                <a:cubicBezTo>
                  <a:pt x="584138" y="0"/>
                  <a:pt x="591003" y="2163"/>
                  <a:pt x="595500" y="6488"/>
                </a:cubicBezTo>
                <a:cubicBezTo>
                  <a:pt x="599997" y="10811"/>
                  <a:pt x="602246" y="17368"/>
                  <a:pt x="602246" y="26159"/>
                </a:cubicBezTo>
                <a:lnTo>
                  <a:pt x="602246" y="42715"/>
                </a:lnTo>
                <a:cubicBezTo>
                  <a:pt x="602246" y="45057"/>
                  <a:pt x="602509" y="47147"/>
                  <a:pt x="603035" y="48988"/>
                </a:cubicBezTo>
                <a:cubicBezTo>
                  <a:pt x="603561" y="50826"/>
                  <a:pt x="604482" y="52379"/>
                  <a:pt x="605798" y="53645"/>
                </a:cubicBezTo>
                <a:cubicBezTo>
                  <a:pt x="607114" y="54912"/>
                  <a:pt x="608872" y="55880"/>
                  <a:pt x="611072" y="56549"/>
                </a:cubicBezTo>
                <a:cubicBezTo>
                  <a:pt x="613273" y="57218"/>
                  <a:pt x="616024" y="57552"/>
                  <a:pt x="619325" y="57552"/>
                </a:cubicBezTo>
                <a:lnTo>
                  <a:pt x="622410" y="57552"/>
                </a:lnTo>
                <a:lnTo>
                  <a:pt x="622410" y="67598"/>
                </a:lnTo>
                <a:lnTo>
                  <a:pt x="619325" y="67598"/>
                </a:lnTo>
                <a:cubicBezTo>
                  <a:pt x="615832" y="67598"/>
                  <a:pt x="612974" y="67885"/>
                  <a:pt x="610749" y="68459"/>
                </a:cubicBezTo>
                <a:cubicBezTo>
                  <a:pt x="608525" y="69033"/>
                  <a:pt x="606791" y="69907"/>
                  <a:pt x="605547" y="71079"/>
                </a:cubicBezTo>
                <a:cubicBezTo>
                  <a:pt x="604303" y="72251"/>
                  <a:pt x="603442" y="73746"/>
                  <a:pt x="602963" y="75564"/>
                </a:cubicBezTo>
                <a:cubicBezTo>
                  <a:pt x="602485" y="77382"/>
                  <a:pt x="602246" y="79534"/>
                  <a:pt x="602246" y="82022"/>
                </a:cubicBezTo>
                <a:lnTo>
                  <a:pt x="602246" y="107138"/>
                </a:lnTo>
                <a:cubicBezTo>
                  <a:pt x="602246" y="111157"/>
                  <a:pt x="601767" y="114781"/>
                  <a:pt x="600811" y="118010"/>
                </a:cubicBezTo>
                <a:cubicBezTo>
                  <a:pt x="599854" y="121239"/>
                  <a:pt x="598299" y="123990"/>
                  <a:pt x="596146" y="126262"/>
                </a:cubicBezTo>
                <a:cubicBezTo>
                  <a:pt x="593993" y="128535"/>
                  <a:pt x="591171" y="130281"/>
                  <a:pt x="587678" y="131501"/>
                </a:cubicBezTo>
                <a:cubicBezTo>
                  <a:pt x="584186" y="132721"/>
                  <a:pt x="579928" y="133331"/>
                  <a:pt x="574905" y="133331"/>
                </a:cubicBezTo>
                <a:lnTo>
                  <a:pt x="569595" y="133331"/>
                </a:lnTo>
                <a:lnTo>
                  <a:pt x="569595" y="123284"/>
                </a:lnTo>
                <a:lnTo>
                  <a:pt x="573900" y="123284"/>
                </a:lnTo>
                <a:cubicBezTo>
                  <a:pt x="584952" y="123284"/>
                  <a:pt x="590477" y="117899"/>
                  <a:pt x="590477" y="107129"/>
                </a:cubicBezTo>
                <a:lnTo>
                  <a:pt x="590477" y="82284"/>
                </a:lnTo>
                <a:cubicBezTo>
                  <a:pt x="590477" y="70605"/>
                  <a:pt x="595524" y="64048"/>
                  <a:pt x="605619" y="62611"/>
                </a:cubicBezTo>
                <a:cubicBezTo>
                  <a:pt x="595429" y="61512"/>
                  <a:pt x="590334" y="54939"/>
                  <a:pt x="590334" y="42890"/>
                </a:cubicBezTo>
                <a:lnTo>
                  <a:pt x="590334" y="26468"/>
                </a:lnTo>
                <a:cubicBezTo>
                  <a:pt x="590334" y="15520"/>
                  <a:pt x="584856" y="10046"/>
                  <a:pt x="573900" y="10046"/>
                </a:cubicBezTo>
                <a:lnTo>
                  <a:pt x="569595" y="10046"/>
                </a:lnTo>
                <a:lnTo>
                  <a:pt x="56959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E9872C-9BC9-416C-B221-9FE555F4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363" y="2950795"/>
            <a:ext cx="1085" cy="211552"/>
          </a:xfrm>
          <a:custGeom xmlns:a="http://schemas.openxmlformats.org/drawingml/2006/main">
            <a:pathLst>
              <a:path w="1085" h="211552">
                <a:moveTo>
                  <a:pt x="0" y="0"/>
                </a:moveTo>
                <a:lnTo>
                  <a:pt x="1085" y="211552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0C48E4-4070-410A-8F43-48071DD3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363" y="2950795"/>
            <a:ext cx="661" cy="128885"/>
          </a:xfrm>
          <a:custGeom xmlns:a="http://schemas.openxmlformats.org/drawingml/2006/main">
            <a:pathLst>
              <a:path w="661" h="128885" fill="none">
                <a:moveTo>
                  <a:pt x="0" y="0"/>
                </a:moveTo>
                <a:lnTo>
                  <a:pt x="661" y="128885"/>
                </a:lnTo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00"/>
            </a:solidFill>
            <a:round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0B2612-C045-485D-B973-5D0CB51F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266" y="3079563"/>
            <a:ext cx="45515" cy="62642"/>
          </a:xfrm>
          <a:custGeom xmlns:a="http://schemas.openxmlformats.org/drawingml/2006/main">
            <a:pathLst>
              <a:path w="45515" h="62642">
                <a:moveTo>
                  <a:pt x="0" y="233"/>
                </a:moveTo>
                <a:lnTo>
                  <a:pt x="45515" y="0"/>
                </a:lnTo>
                <a:lnTo>
                  <a:pt x="23078" y="62642"/>
                </a:lnTo>
                <a:lnTo>
                  <a:pt x="0" y="2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88C66D-5683-45AA-B9D0-8F21370C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266" y="3079563"/>
            <a:ext cx="45515" cy="62642"/>
          </a:xfrm>
          <a:custGeom xmlns:a="http://schemas.openxmlformats.org/drawingml/2006/main">
            <a:pathLst>
              <a:path w="45515" h="62642" fill="none">
                <a:moveTo>
                  <a:pt x="0" y="233"/>
                </a:moveTo>
                <a:lnTo>
                  <a:pt x="23078" y="62642"/>
                </a:lnTo>
                <a:lnTo>
                  <a:pt x="45515" y="0"/>
                </a:lnTo>
                <a:lnTo>
                  <a:pt x="0" y="23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00"/>
            </a:solidFill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08BE6D-A779-482E-9843-2488D3BE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014" y="3484773"/>
            <a:ext cx="434" cy="628363"/>
          </a:xfrm>
          <a:custGeom xmlns:a="http://schemas.openxmlformats.org/drawingml/2006/main">
            <a:pathLst>
              <a:path w="434" h="628363">
                <a:moveTo>
                  <a:pt x="434" y="0"/>
                </a:moveTo>
                <a:lnTo>
                  <a:pt x="0" y="628363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3E5098-2920-4C6A-AF35-FA9E6D1F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071" y="3567441"/>
            <a:ext cx="320" cy="463027"/>
          </a:xfrm>
          <a:custGeom xmlns:a="http://schemas.openxmlformats.org/drawingml/2006/main">
            <a:pathLst>
              <a:path w="320" h="463027" fill="none">
                <a:moveTo>
                  <a:pt x="320" y="0"/>
                </a:moveTo>
                <a:lnTo>
                  <a:pt x="0" y="463027"/>
                </a:lnTo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FF0000"/>
            </a:solidFill>
            <a:custDash>
              <a:ds d="400000" sp="300000"/>
              <a:ds d="100000" sp="300000"/>
            </a:custDash>
            <a:round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2B0D49-8DC8-4258-B982-06E3C730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633" y="3504915"/>
            <a:ext cx="45515" cy="62542"/>
          </a:xfrm>
          <a:custGeom xmlns:a="http://schemas.openxmlformats.org/drawingml/2006/main">
            <a:pathLst>
              <a:path w="45515" h="62542">
                <a:moveTo>
                  <a:pt x="45515" y="62542"/>
                </a:moveTo>
                <a:lnTo>
                  <a:pt x="0" y="62510"/>
                </a:lnTo>
                <a:lnTo>
                  <a:pt x="22801" y="0"/>
                </a:lnTo>
                <a:lnTo>
                  <a:pt x="45515" y="62542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10AB35-66BE-4C2B-8159-36B5A2CA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633" y="3504915"/>
            <a:ext cx="45515" cy="62542"/>
          </a:xfrm>
          <a:custGeom xmlns:a="http://schemas.openxmlformats.org/drawingml/2006/main">
            <a:pathLst>
              <a:path w="45515" h="62542" fill="none">
                <a:moveTo>
                  <a:pt x="45515" y="62542"/>
                </a:moveTo>
                <a:lnTo>
                  <a:pt x="22801" y="0"/>
                </a:lnTo>
                <a:lnTo>
                  <a:pt x="0" y="62510"/>
                </a:lnTo>
                <a:lnTo>
                  <a:pt x="45515" y="625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FF0000"/>
            </a:solidFill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EF3F42-6EA8-4C74-8310-AD39B50F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313" y="4030452"/>
            <a:ext cx="45516" cy="62542"/>
          </a:xfrm>
          <a:custGeom xmlns:a="http://schemas.openxmlformats.org/drawingml/2006/main">
            <a:pathLst>
              <a:path w="45516" h="62542">
                <a:moveTo>
                  <a:pt x="0" y="0"/>
                </a:moveTo>
                <a:lnTo>
                  <a:pt x="45516" y="32"/>
                </a:lnTo>
                <a:lnTo>
                  <a:pt x="22715" y="625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2E3F0D-6975-4A47-90D2-89AF1840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313" y="4030452"/>
            <a:ext cx="45516" cy="62542"/>
          </a:xfrm>
          <a:custGeom xmlns:a="http://schemas.openxmlformats.org/drawingml/2006/main">
            <a:pathLst>
              <a:path w="45516" h="62542" fill="none">
                <a:moveTo>
                  <a:pt x="0" y="0"/>
                </a:moveTo>
                <a:lnTo>
                  <a:pt x="22715" y="62542"/>
                </a:lnTo>
                <a:lnTo>
                  <a:pt x="45516" y="3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FF0000"/>
            </a:solidFill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253E27-7073-4F9B-8AA4-04ABD7FD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3120" y="2324632"/>
            <a:ext cx="678267" cy="266447"/>
          </a:xfrm>
          <a:custGeom xmlns:a="http://schemas.openxmlformats.org/drawingml/2006/main">
            <a:pathLst>
              <a:path w="678267" h="266447">
                <a:moveTo>
                  <a:pt x="0" y="266447"/>
                </a:moveTo>
                <a:cubicBezTo>
                  <a:pt x="0" y="199824"/>
                  <a:pt x="169567" y="166508"/>
                  <a:pt x="339134" y="133202"/>
                </a:cubicBezTo>
                <a:cubicBezTo>
                  <a:pt x="508700" y="99896"/>
                  <a:pt x="678267" y="66601"/>
                  <a:pt x="678267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18BE03-B464-4CB7-9036-83B7E1F7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9984" y="2324632"/>
            <a:ext cx="621403" cy="206443"/>
          </a:xfrm>
          <a:custGeom xmlns:a="http://schemas.openxmlformats.org/drawingml/2006/main">
            <a:pathLst>
              <a:path w="621403" h="206443" fill="none">
                <a:moveTo>
                  <a:pt x="621403" y="0"/>
                </a:moveTo>
                <a:cubicBezTo>
                  <a:pt x="621403" y="66601"/>
                  <a:pt x="451836" y="99896"/>
                  <a:pt x="282270" y="133202"/>
                </a:cubicBezTo>
                <a:cubicBezTo>
                  <a:pt x="197486" y="149855"/>
                  <a:pt x="112703" y="166511"/>
                  <a:pt x="49115" y="187331"/>
                </a:cubicBezTo>
                <a:cubicBezTo>
                  <a:pt x="33218" y="192536"/>
                  <a:pt x="18646" y="198001"/>
                  <a:pt x="5730" y="203792"/>
                </a:cubicBezTo>
                <a:cubicBezTo>
                  <a:pt x="4115" y="204516"/>
                  <a:pt x="2527" y="205244"/>
                  <a:pt x="965" y="205978"/>
                </a:cubicBezTo>
                <a:lnTo>
                  <a:pt x="0" y="206443"/>
                </a:lnTo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00"/>
            </a:solidFill>
            <a:round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5710C6-3DDD-48C5-92C8-C1797E9E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6975" y="2515420"/>
            <a:ext cx="59528" cy="61038"/>
          </a:xfrm>
          <a:custGeom xmlns:a="http://schemas.openxmlformats.org/drawingml/2006/main">
            <a:pathLst>
              <a:path w="59528" h="61038">
                <a:moveTo>
                  <a:pt x="26491" y="0"/>
                </a:moveTo>
                <a:lnTo>
                  <a:pt x="59528" y="31308"/>
                </a:lnTo>
                <a:lnTo>
                  <a:pt x="0" y="61038"/>
                </a:lnTo>
                <a:lnTo>
                  <a:pt x="2649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52F76F-01D7-459A-A1C6-E4B3A68C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6975" y="2515420"/>
            <a:ext cx="59528" cy="61038"/>
          </a:xfrm>
          <a:custGeom xmlns:a="http://schemas.openxmlformats.org/drawingml/2006/main">
            <a:pathLst>
              <a:path w="59528" h="61038" fill="none">
                <a:moveTo>
                  <a:pt x="26491" y="0"/>
                </a:moveTo>
                <a:lnTo>
                  <a:pt x="0" y="61038"/>
                </a:lnTo>
                <a:lnTo>
                  <a:pt x="59528" y="31308"/>
                </a:lnTo>
                <a:lnTo>
                  <a:pt x="2649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00"/>
            </a:solidFill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5A878F-A29C-4FF3-9F91-E9C3B96F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0072" y="4305913"/>
            <a:ext cx="2395851" cy="329225"/>
          </a:xfrm>
          <a:custGeom xmlns:a="http://schemas.openxmlformats.org/drawingml/2006/main">
            <a:pathLst>
              <a:path w="2395851" h="329225">
                <a:moveTo>
                  <a:pt x="2395851" y="0"/>
                </a:moveTo>
                <a:lnTo>
                  <a:pt x="2395851" y="329225"/>
                </a:lnTo>
                <a:lnTo>
                  <a:pt x="0" y="329225"/>
                </a:lnTo>
                <a:lnTo>
                  <a:pt x="0" y="0"/>
                </a:lnTo>
                <a:lnTo>
                  <a:pt x="2395851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(b)VideoCaptioning&amp;QA">
            <a:extLst xmlns:a="http://schemas.openxmlformats.org/drawingml/2006/main">
              <a:ext uri="{FF2B5EF4-FFF2-40B4-BE49-F238E27FC236}">
                <a16:creationId xmlns:a16="http://schemas.microsoft.com/office/drawing/2014/main" id="{E63EA799-58E0-42A1-8A50-ECFDBC1C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253" y="4418153"/>
            <a:ext cx="2295510" cy="162717"/>
          </a:xfrm>
          <a:custGeom xmlns:a="http://schemas.openxmlformats.org/drawingml/2006/main">
            <a:pathLst>
              <a:path w="2295510" h="162717">
                <a:moveTo>
                  <a:pt x="29026" y="162717"/>
                </a:moveTo>
                <a:cubicBezTo>
                  <a:pt x="19963" y="152431"/>
                  <a:pt x="12859" y="140003"/>
                  <a:pt x="7714" y="125432"/>
                </a:cubicBezTo>
                <a:cubicBezTo>
                  <a:pt x="2571" y="110861"/>
                  <a:pt x="0" y="96230"/>
                  <a:pt x="0" y="81538"/>
                </a:cubicBezTo>
                <a:cubicBezTo>
                  <a:pt x="0" y="66722"/>
                  <a:pt x="2571" y="52060"/>
                  <a:pt x="7714" y="37551"/>
                </a:cubicBezTo>
                <a:cubicBezTo>
                  <a:pt x="12859" y="23042"/>
                  <a:pt x="19963" y="10644"/>
                  <a:pt x="29026" y="359"/>
                </a:cubicBezTo>
                <a:lnTo>
                  <a:pt x="43723" y="11378"/>
                </a:lnTo>
                <a:cubicBezTo>
                  <a:pt x="36742" y="24235"/>
                  <a:pt x="31903" y="36112"/>
                  <a:pt x="29209" y="47009"/>
                </a:cubicBezTo>
                <a:cubicBezTo>
                  <a:pt x="26514" y="57905"/>
                  <a:pt x="25167" y="69415"/>
                  <a:pt x="25167" y="81538"/>
                </a:cubicBezTo>
                <a:cubicBezTo>
                  <a:pt x="25167" y="94027"/>
                  <a:pt x="26575" y="105781"/>
                  <a:pt x="29391" y="116801"/>
                </a:cubicBezTo>
                <a:cubicBezTo>
                  <a:pt x="32209" y="127821"/>
                  <a:pt x="36986" y="139331"/>
                  <a:pt x="43723" y="151330"/>
                </a:cubicBezTo>
                <a:lnTo>
                  <a:pt x="29026" y="162717"/>
                </a:lnTo>
                <a:close/>
                <a:moveTo>
                  <a:pt x="81933" y="97597"/>
                </a:moveTo>
                <a:cubicBezTo>
                  <a:pt x="83892" y="100413"/>
                  <a:pt x="86770" y="102770"/>
                  <a:pt x="90567" y="104666"/>
                </a:cubicBezTo>
                <a:cubicBezTo>
                  <a:pt x="94364" y="106563"/>
                  <a:pt x="98161" y="107512"/>
                  <a:pt x="101956" y="107512"/>
                </a:cubicBezTo>
                <a:cubicBezTo>
                  <a:pt x="108814" y="107512"/>
                  <a:pt x="114294" y="105156"/>
                  <a:pt x="118396" y="100445"/>
                </a:cubicBezTo>
                <a:cubicBezTo>
                  <a:pt x="122500" y="95732"/>
                  <a:pt x="124552" y="89520"/>
                  <a:pt x="124552" y="81810"/>
                </a:cubicBezTo>
                <a:cubicBezTo>
                  <a:pt x="124552" y="74099"/>
                  <a:pt x="122500" y="67857"/>
                  <a:pt x="118396" y="63085"/>
                </a:cubicBezTo>
                <a:cubicBezTo>
                  <a:pt x="114294" y="58310"/>
                  <a:pt x="108814" y="55923"/>
                  <a:pt x="101956" y="55923"/>
                </a:cubicBezTo>
                <a:cubicBezTo>
                  <a:pt x="98161" y="55923"/>
                  <a:pt x="94364" y="56902"/>
                  <a:pt x="90567" y="58860"/>
                </a:cubicBezTo>
                <a:cubicBezTo>
                  <a:pt x="86770" y="60819"/>
                  <a:pt x="83892" y="63267"/>
                  <a:pt x="81933" y="66205"/>
                </a:cubicBezTo>
                <a:lnTo>
                  <a:pt x="81933" y="97597"/>
                </a:lnTo>
                <a:moveTo>
                  <a:pt x="58603" y="126119"/>
                </a:moveTo>
                <a:lnTo>
                  <a:pt x="58603" y="3588"/>
                </a:lnTo>
                <a:lnTo>
                  <a:pt x="81933" y="3588"/>
                </a:lnTo>
                <a:lnTo>
                  <a:pt x="81933" y="48752"/>
                </a:lnTo>
                <a:cubicBezTo>
                  <a:pt x="89036" y="39692"/>
                  <a:pt x="98161" y="35163"/>
                  <a:pt x="109306" y="35163"/>
                </a:cubicBezTo>
                <a:cubicBezTo>
                  <a:pt x="121062" y="35163"/>
                  <a:pt x="130553" y="39448"/>
                  <a:pt x="137777" y="48018"/>
                </a:cubicBezTo>
                <a:cubicBezTo>
                  <a:pt x="145004" y="56588"/>
                  <a:pt x="148617" y="67852"/>
                  <a:pt x="148617" y="81810"/>
                </a:cubicBezTo>
                <a:cubicBezTo>
                  <a:pt x="148617" y="95889"/>
                  <a:pt x="145004" y="107153"/>
                  <a:pt x="137777" y="115601"/>
                </a:cubicBezTo>
                <a:cubicBezTo>
                  <a:pt x="130553" y="124048"/>
                  <a:pt x="121062" y="128272"/>
                  <a:pt x="109306" y="128272"/>
                </a:cubicBezTo>
                <a:cubicBezTo>
                  <a:pt x="98405" y="128272"/>
                  <a:pt x="89281" y="123742"/>
                  <a:pt x="81933" y="114682"/>
                </a:cubicBezTo>
                <a:lnTo>
                  <a:pt x="81933" y="126119"/>
                </a:lnTo>
                <a:lnTo>
                  <a:pt x="58603" y="126119"/>
                </a:lnTo>
                <a:close/>
                <a:moveTo>
                  <a:pt x="157803" y="151330"/>
                </a:moveTo>
                <a:cubicBezTo>
                  <a:pt x="164049" y="140555"/>
                  <a:pt x="168733" y="129750"/>
                  <a:pt x="171855" y="118915"/>
                </a:cubicBezTo>
                <a:cubicBezTo>
                  <a:pt x="174980" y="108078"/>
                  <a:pt x="176542" y="95619"/>
                  <a:pt x="176542" y="81538"/>
                </a:cubicBezTo>
                <a:cubicBezTo>
                  <a:pt x="176542" y="68070"/>
                  <a:pt x="175072" y="55948"/>
                  <a:pt x="172133" y="45173"/>
                </a:cubicBezTo>
                <a:cubicBezTo>
                  <a:pt x="169193" y="34397"/>
                  <a:pt x="164417" y="23132"/>
                  <a:pt x="157803" y="11378"/>
                </a:cubicBezTo>
                <a:lnTo>
                  <a:pt x="172500" y="359"/>
                </a:lnTo>
                <a:cubicBezTo>
                  <a:pt x="181319" y="10155"/>
                  <a:pt x="188422" y="22307"/>
                  <a:pt x="193810" y="36816"/>
                </a:cubicBezTo>
                <a:cubicBezTo>
                  <a:pt x="199199" y="51325"/>
                  <a:pt x="201894" y="66233"/>
                  <a:pt x="201894" y="81538"/>
                </a:cubicBezTo>
                <a:cubicBezTo>
                  <a:pt x="201894" y="96721"/>
                  <a:pt x="199199" y="111598"/>
                  <a:pt x="193810" y="126166"/>
                </a:cubicBezTo>
                <a:cubicBezTo>
                  <a:pt x="188422" y="140737"/>
                  <a:pt x="181319" y="152921"/>
                  <a:pt x="172500" y="162717"/>
                </a:cubicBezTo>
                <a:lnTo>
                  <a:pt x="157803" y="151330"/>
                </a:lnTo>
                <a:close/>
                <a:moveTo>
                  <a:pt x="420971" y="126119"/>
                </a:moveTo>
                <a:lnTo>
                  <a:pt x="373572" y="3588"/>
                </a:lnTo>
                <a:lnTo>
                  <a:pt x="403333" y="3588"/>
                </a:lnTo>
                <a:lnTo>
                  <a:pt x="437318" y="97827"/>
                </a:lnTo>
                <a:lnTo>
                  <a:pt x="471121" y="3588"/>
                </a:lnTo>
                <a:lnTo>
                  <a:pt x="500882" y="3588"/>
                </a:lnTo>
                <a:lnTo>
                  <a:pt x="453669" y="126119"/>
                </a:lnTo>
                <a:lnTo>
                  <a:pt x="420971" y="126119"/>
                </a:lnTo>
                <a:close/>
                <a:moveTo>
                  <a:pt x="523295" y="27740"/>
                </a:moveTo>
                <a:cubicBezTo>
                  <a:pt x="519498" y="27740"/>
                  <a:pt x="516221" y="26392"/>
                  <a:pt x="513465" y="23698"/>
                </a:cubicBezTo>
                <a:cubicBezTo>
                  <a:pt x="510710" y="21003"/>
                  <a:pt x="509333" y="17696"/>
                  <a:pt x="509333" y="13777"/>
                </a:cubicBezTo>
                <a:cubicBezTo>
                  <a:pt x="509333" y="9859"/>
                  <a:pt x="510710" y="6583"/>
                  <a:pt x="513465" y="3950"/>
                </a:cubicBezTo>
                <a:cubicBezTo>
                  <a:pt x="516221" y="1317"/>
                  <a:pt x="519498" y="0"/>
                  <a:pt x="523295" y="0"/>
                </a:cubicBezTo>
                <a:cubicBezTo>
                  <a:pt x="527214" y="0"/>
                  <a:pt x="530520" y="1317"/>
                  <a:pt x="533213" y="3950"/>
                </a:cubicBezTo>
                <a:cubicBezTo>
                  <a:pt x="535908" y="6583"/>
                  <a:pt x="537255" y="9859"/>
                  <a:pt x="537255" y="13777"/>
                </a:cubicBezTo>
                <a:cubicBezTo>
                  <a:pt x="537255" y="17696"/>
                  <a:pt x="535908" y="21003"/>
                  <a:pt x="533213" y="23698"/>
                </a:cubicBezTo>
                <a:cubicBezTo>
                  <a:pt x="530520" y="26392"/>
                  <a:pt x="527214" y="27740"/>
                  <a:pt x="523295" y="27740"/>
                </a:cubicBezTo>
                <a:moveTo>
                  <a:pt x="511721" y="126119"/>
                </a:moveTo>
                <a:lnTo>
                  <a:pt x="511721" y="37315"/>
                </a:lnTo>
                <a:lnTo>
                  <a:pt x="535052" y="37315"/>
                </a:lnTo>
                <a:lnTo>
                  <a:pt x="535052" y="126119"/>
                </a:lnTo>
                <a:lnTo>
                  <a:pt x="511721" y="126119"/>
                </a:lnTo>
                <a:close/>
                <a:moveTo>
                  <a:pt x="619189" y="126119"/>
                </a:moveTo>
                <a:lnTo>
                  <a:pt x="619189" y="114682"/>
                </a:lnTo>
                <a:cubicBezTo>
                  <a:pt x="611842" y="123742"/>
                  <a:pt x="602717" y="128272"/>
                  <a:pt x="591817" y="128272"/>
                </a:cubicBezTo>
                <a:cubicBezTo>
                  <a:pt x="580059" y="128272"/>
                  <a:pt x="570566" y="124048"/>
                  <a:pt x="563340" y="115601"/>
                </a:cubicBezTo>
                <a:cubicBezTo>
                  <a:pt x="556115" y="107153"/>
                  <a:pt x="552503" y="95889"/>
                  <a:pt x="552503" y="81810"/>
                </a:cubicBezTo>
                <a:cubicBezTo>
                  <a:pt x="552503" y="67852"/>
                  <a:pt x="556115" y="56588"/>
                  <a:pt x="563340" y="48018"/>
                </a:cubicBezTo>
                <a:cubicBezTo>
                  <a:pt x="570566" y="39448"/>
                  <a:pt x="580059" y="35163"/>
                  <a:pt x="591817" y="35163"/>
                </a:cubicBezTo>
                <a:cubicBezTo>
                  <a:pt x="602962" y="35163"/>
                  <a:pt x="612086" y="39692"/>
                  <a:pt x="619189" y="48752"/>
                </a:cubicBezTo>
                <a:lnTo>
                  <a:pt x="619189" y="3588"/>
                </a:lnTo>
                <a:lnTo>
                  <a:pt x="642702" y="3588"/>
                </a:lnTo>
                <a:lnTo>
                  <a:pt x="642702" y="126119"/>
                </a:lnTo>
                <a:lnTo>
                  <a:pt x="619189" y="126119"/>
                </a:lnTo>
                <a:moveTo>
                  <a:pt x="598982" y="107512"/>
                </a:moveTo>
                <a:cubicBezTo>
                  <a:pt x="602900" y="107512"/>
                  <a:pt x="606758" y="106563"/>
                  <a:pt x="610553" y="104666"/>
                </a:cubicBezTo>
                <a:cubicBezTo>
                  <a:pt x="614350" y="102770"/>
                  <a:pt x="617229" y="100352"/>
                  <a:pt x="619189" y="97415"/>
                </a:cubicBezTo>
                <a:lnTo>
                  <a:pt x="619189" y="66020"/>
                </a:lnTo>
                <a:cubicBezTo>
                  <a:pt x="617229" y="63082"/>
                  <a:pt x="614350" y="60665"/>
                  <a:pt x="610553" y="58768"/>
                </a:cubicBezTo>
                <a:cubicBezTo>
                  <a:pt x="606758" y="56871"/>
                  <a:pt x="602900" y="55923"/>
                  <a:pt x="598982" y="55923"/>
                </a:cubicBezTo>
                <a:cubicBezTo>
                  <a:pt x="592368" y="55923"/>
                  <a:pt x="586979" y="58310"/>
                  <a:pt x="582813" y="63085"/>
                </a:cubicBezTo>
                <a:cubicBezTo>
                  <a:pt x="578650" y="67857"/>
                  <a:pt x="576568" y="74099"/>
                  <a:pt x="576568" y="81810"/>
                </a:cubicBezTo>
                <a:cubicBezTo>
                  <a:pt x="576568" y="89275"/>
                  <a:pt x="578589" y="95425"/>
                  <a:pt x="582631" y="100260"/>
                </a:cubicBezTo>
                <a:cubicBezTo>
                  <a:pt x="586673" y="105094"/>
                  <a:pt x="592123" y="107512"/>
                  <a:pt x="598982" y="107512"/>
                </a:cubicBezTo>
                <a:close/>
                <a:moveTo>
                  <a:pt x="707550" y="128272"/>
                </a:moveTo>
                <a:cubicBezTo>
                  <a:pt x="693589" y="128272"/>
                  <a:pt x="682198" y="123956"/>
                  <a:pt x="673380" y="115324"/>
                </a:cubicBezTo>
                <a:cubicBezTo>
                  <a:pt x="664563" y="106692"/>
                  <a:pt x="660155" y="95459"/>
                  <a:pt x="660155" y="81625"/>
                </a:cubicBezTo>
                <a:cubicBezTo>
                  <a:pt x="660155" y="68403"/>
                  <a:pt x="664533" y="57354"/>
                  <a:pt x="673290" y="48477"/>
                </a:cubicBezTo>
                <a:cubicBezTo>
                  <a:pt x="682047" y="39601"/>
                  <a:pt x="692977" y="35163"/>
                  <a:pt x="706081" y="35163"/>
                </a:cubicBezTo>
                <a:cubicBezTo>
                  <a:pt x="719187" y="35163"/>
                  <a:pt x="729872" y="39663"/>
                  <a:pt x="738138" y="48665"/>
                </a:cubicBezTo>
                <a:cubicBezTo>
                  <a:pt x="746405" y="57667"/>
                  <a:pt x="750539" y="69455"/>
                  <a:pt x="750539" y="84030"/>
                </a:cubicBezTo>
                <a:lnTo>
                  <a:pt x="750539" y="89173"/>
                </a:lnTo>
                <a:lnTo>
                  <a:pt x="684587" y="89173"/>
                </a:lnTo>
                <a:cubicBezTo>
                  <a:pt x="685323" y="94798"/>
                  <a:pt x="687865" y="99629"/>
                  <a:pt x="692211" y="103666"/>
                </a:cubicBezTo>
                <a:cubicBezTo>
                  <a:pt x="696560" y="107700"/>
                  <a:pt x="702531" y="109718"/>
                  <a:pt x="710123" y="109718"/>
                </a:cubicBezTo>
                <a:cubicBezTo>
                  <a:pt x="713797" y="109718"/>
                  <a:pt x="717900" y="108952"/>
                  <a:pt x="722432" y="107422"/>
                </a:cubicBezTo>
                <a:cubicBezTo>
                  <a:pt x="726964" y="105891"/>
                  <a:pt x="730760" y="103718"/>
                  <a:pt x="733821" y="100902"/>
                </a:cubicBezTo>
                <a:lnTo>
                  <a:pt x="744109" y="115974"/>
                </a:lnTo>
                <a:cubicBezTo>
                  <a:pt x="739700" y="120013"/>
                  <a:pt x="734250" y="123072"/>
                  <a:pt x="727758" y="125152"/>
                </a:cubicBezTo>
                <a:cubicBezTo>
                  <a:pt x="721268" y="127232"/>
                  <a:pt x="714532" y="128272"/>
                  <a:pt x="707550" y="128272"/>
                </a:cubicBezTo>
                <a:moveTo>
                  <a:pt x="727943" y="73375"/>
                </a:moveTo>
                <a:cubicBezTo>
                  <a:pt x="727575" y="67496"/>
                  <a:pt x="725370" y="62750"/>
                  <a:pt x="721327" y="59138"/>
                </a:cubicBezTo>
                <a:cubicBezTo>
                  <a:pt x="717287" y="55524"/>
                  <a:pt x="712205" y="53717"/>
                  <a:pt x="706081" y="53717"/>
                </a:cubicBezTo>
                <a:cubicBezTo>
                  <a:pt x="699957" y="53717"/>
                  <a:pt x="694936" y="55584"/>
                  <a:pt x="691017" y="59320"/>
                </a:cubicBezTo>
                <a:cubicBezTo>
                  <a:pt x="687098" y="63056"/>
                  <a:pt x="684832" y="67741"/>
                  <a:pt x="684220" y="73375"/>
                </a:cubicBezTo>
                <a:lnTo>
                  <a:pt x="727943" y="73375"/>
                </a:lnTo>
                <a:close/>
                <a:moveTo>
                  <a:pt x="808590" y="128272"/>
                </a:moveTo>
                <a:cubicBezTo>
                  <a:pt x="794874" y="128272"/>
                  <a:pt x="783637" y="123864"/>
                  <a:pt x="774880" y="115049"/>
                </a:cubicBezTo>
                <a:cubicBezTo>
                  <a:pt x="766123" y="106234"/>
                  <a:pt x="761744" y="95093"/>
                  <a:pt x="761744" y="81625"/>
                </a:cubicBezTo>
                <a:cubicBezTo>
                  <a:pt x="761744" y="68158"/>
                  <a:pt x="766123" y="57049"/>
                  <a:pt x="774880" y="48295"/>
                </a:cubicBezTo>
                <a:cubicBezTo>
                  <a:pt x="783637" y="39540"/>
                  <a:pt x="794874" y="35163"/>
                  <a:pt x="808590" y="35163"/>
                </a:cubicBezTo>
                <a:cubicBezTo>
                  <a:pt x="822307" y="35163"/>
                  <a:pt x="833574" y="39540"/>
                  <a:pt x="842391" y="48295"/>
                </a:cubicBezTo>
                <a:cubicBezTo>
                  <a:pt x="851209" y="57049"/>
                  <a:pt x="855619" y="68158"/>
                  <a:pt x="855619" y="81625"/>
                </a:cubicBezTo>
                <a:cubicBezTo>
                  <a:pt x="855619" y="95214"/>
                  <a:pt x="851209" y="106387"/>
                  <a:pt x="842391" y="115142"/>
                </a:cubicBezTo>
                <a:cubicBezTo>
                  <a:pt x="833574" y="123895"/>
                  <a:pt x="822307" y="128272"/>
                  <a:pt x="808590" y="128272"/>
                </a:cubicBezTo>
                <a:moveTo>
                  <a:pt x="808590" y="107512"/>
                </a:moveTo>
                <a:cubicBezTo>
                  <a:pt x="815325" y="107512"/>
                  <a:pt x="820806" y="105094"/>
                  <a:pt x="825031" y="100260"/>
                </a:cubicBezTo>
                <a:cubicBezTo>
                  <a:pt x="829256" y="95425"/>
                  <a:pt x="831369" y="89214"/>
                  <a:pt x="831369" y="81625"/>
                </a:cubicBezTo>
                <a:cubicBezTo>
                  <a:pt x="831369" y="74282"/>
                  <a:pt x="829256" y="68163"/>
                  <a:pt x="825031" y="63267"/>
                </a:cubicBezTo>
                <a:cubicBezTo>
                  <a:pt x="820806" y="58371"/>
                  <a:pt x="815325" y="55923"/>
                  <a:pt x="808590" y="55923"/>
                </a:cubicBezTo>
                <a:cubicBezTo>
                  <a:pt x="802098" y="55923"/>
                  <a:pt x="796709" y="58279"/>
                  <a:pt x="792422" y="62992"/>
                </a:cubicBezTo>
                <a:cubicBezTo>
                  <a:pt x="788137" y="67703"/>
                  <a:pt x="785994" y="73914"/>
                  <a:pt x="785994" y="81625"/>
                </a:cubicBezTo>
                <a:cubicBezTo>
                  <a:pt x="785994" y="89458"/>
                  <a:pt x="788137" y="95732"/>
                  <a:pt x="792422" y="100445"/>
                </a:cubicBezTo>
                <a:cubicBezTo>
                  <a:pt x="796709" y="105156"/>
                  <a:pt x="802098" y="107512"/>
                  <a:pt x="808590" y="107512"/>
                </a:cubicBezTo>
                <a:close/>
                <a:moveTo>
                  <a:pt x="979806" y="128272"/>
                </a:moveTo>
                <a:cubicBezTo>
                  <a:pt x="960821" y="128272"/>
                  <a:pt x="945205" y="122245"/>
                  <a:pt x="932957" y="110191"/>
                </a:cubicBezTo>
                <a:cubicBezTo>
                  <a:pt x="920711" y="98138"/>
                  <a:pt x="914588" y="83055"/>
                  <a:pt x="914588" y="64943"/>
                </a:cubicBezTo>
                <a:cubicBezTo>
                  <a:pt x="914588" y="52951"/>
                  <a:pt x="917435" y="42060"/>
                  <a:pt x="923129" y="32270"/>
                </a:cubicBezTo>
                <a:cubicBezTo>
                  <a:pt x="928825" y="22479"/>
                  <a:pt x="936694" y="14923"/>
                  <a:pt x="946737" y="9601"/>
                </a:cubicBezTo>
                <a:cubicBezTo>
                  <a:pt x="956780" y="4277"/>
                  <a:pt x="967803" y="1615"/>
                  <a:pt x="979806" y="1615"/>
                </a:cubicBezTo>
                <a:cubicBezTo>
                  <a:pt x="1002339" y="1615"/>
                  <a:pt x="1019423" y="11597"/>
                  <a:pt x="1031058" y="31561"/>
                </a:cubicBezTo>
                <a:lnTo>
                  <a:pt x="1008647" y="42582"/>
                </a:lnTo>
                <a:cubicBezTo>
                  <a:pt x="1006074" y="37561"/>
                  <a:pt x="1002215" y="33336"/>
                  <a:pt x="997070" y="29907"/>
                </a:cubicBezTo>
                <a:cubicBezTo>
                  <a:pt x="991927" y="26478"/>
                  <a:pt x="986172" y="24763"/>
                  <a:pt x="979806" y="24763"/>
                </a:cubicBezTo>
                <a:cubicBezTo>
                  <a:pt x="968660" y="24763"/>
                  <a:pt x="959474" y="28585"/>
                  <a:pt x="952248" y="36231"/>
                </a:cubicBezTo>
                <a:cubicBezTo>
                  <a:pt x="945021" y="43876"/>
                  <a:pt x="941408" y="53446"/>
                  <a:pt x="941408" y="64943"/>
                </a:cubicBezTo>
                <a:cubicBezTo>
                  <a:pt x="941408" y="76808"/>
                  <a:pt x="945082" y="86471"/>
                  <a:pt x="952430" y="93933"/>
                </a:cubicBezTo>
                <a:cubicBezTo>
                  <a:pt x="959780" y="101393"/>
                  <a:pt x="968905" y="105123"/>
                  <a:pt x="979806" y="105123"/>
                </a:cubicBezTo>
                <a:cubicBezTo>
                  <a:pt x="986172" y="105123"/>
                  <a:pt x="991927" y="103440"/>
                  <a:pt x="997070" y="100072"/>
                </a:cubicBezTo>
                <a:cubicBezTo>
                  <a:pt x="1002215" y="96705"/>
                  <a:pt x="1006074" y="92448"/>
                  <a:pt x="1008647" y="87304"/>
                </a:cubicBezTo>
                <a:lnTo>
                  <a:pt x="1031058" y="98143"/>
                </a:lnTo>
                <a:cubicBezTo>
                  <a:pt x="1019423" y="118229"/>
                  <a:pt x="1002339" y="128272"/>
                  <a:pt x="979806" y="128272"/>
                </a:cubicBezTo>
                <a:close/>
                <a:moveTo>
                  <a:pt x="1099397" y="126119"/>
                </a:moveTo>
                <a:lnTo>
                  <a:pt x="1099397" y="116902"/>
                </a:lnTo>
                <a:cubicBezTo>
                  <a:pt x="1092907" y="124482"/>
                  <a:pt x="1083538" y="128272"/>
                  <a:pt x="1071290" y="128272"/>
                </a:cubicBezTo>
                <a:cubicBezTo>
                  <a:pt x="1062718" y="128272"/>
                  <a:pt x="1055431" y="125552"/>
                  <a:pt x="1049428" y="120112"/>
                </a:cubicBezTo>
                <a:cubicBezTo>
                  <a:pt x="1043428" y="114672"/>
                  <a:pt x="1040427" y="107612"/>
                  <a:pt x="1040427" y="98931"/>
                </a:cubicBezTo>
                <a:cubicBezTo>
                  <a:pt x="1040427" y="90253"/>
                  <a:pt x="1043274" y="83316"/>
                  <a:pt x="1048968" y="78121"/>
                </a:cubicBezTo>
                <a:cubicBezTo>
                  <a:pt x="1054664" y="72924"/>
                  <a:pt x="1062105" y="70325"/>
                  <a:pt x="1071290" y="70325"/>
                </a:cubicBezTo>
                <a:cubicBezTo>
                  <a:pt x="1084027" y="70325"/>
                  <a:pt x="1093396" y="73932"/>
                  <a:pt x="1099397" y="81145"/>
                </a:cubicBezTo>
                <a:lnTo>
                  <a:pt x="1099397" y="69179"/>
                </a:lnTo>
                <a:cubicBezTo>
                  <a:pt x="1099397" y="64639"/>
                  <a:pt x="1097621" y="61020"/>
                  <a:pt x="1094068" y="58319"/>
                </a:cubicBezTo>
                <a:cubicBezTo>
                  <a:pt x="1090517" y="55619"/>
                  <a:pt x="1085803" y="54269"/>
                  <a:pt x="1079923" y="54269"/>
                </a:cubicBezTo>
                <a:cubicBezTo>
                  <a:pt x="1070127" y="54269"/>
                  <a:pt x="1061494" y="57760"/>
                  <a:pt x="1054022" y="64741"/>
                </a:cubicBezTo>
                <a:lnTo>
                  <a:pt x="1045204" y="49153"/>
                </a:lnTo>
                <a:cubicBezTo>
                  <a:pt x="1055981" y="39826"/>
                  <a:pt x="1068902" y="35163"/>
                  <a:pt x="1083966" y="35163"/>
                </a:cubicBezTo>
                <a:cubicBezTo>
                  <a:pt x="1096458" y="35163"/>
                  <a:pt x="1106041" y="38072"/>
                  <a:pt x="1112715" y="43892"/>
                </a:cubicBezTo>
                <a:cubicBezTo>
                  <a:pt x="1119390" y="49709"/>
                  <a:pt x="1122727" y="58008"/>
                  <a:pt x="1122727" y="68789"/>
                </a:cubicBezTo>
                <a:lnTo>
                  <a:pt x="1122727" y="126119"/>
                </a:lnTo>
                <a:lnTo>
                  <a:pt x="1099397" y="126119"/>
                </a:lnTo>
                <a:moveTo>
                  <a:pt x="1080661" y="112473"/>
                </a:moveTo>
                <a:cubicBezTo>
                  <a:pt x="1089233" y="112473"/>
                  <a:pt x="1095478" y="109911"/>
                  <a:pt x="1099397" y="104787"/>
                </a:cubicBezTo>
                <a:lnTo>
                  <a:pt x="1099397" y="93810"/>
                </a:lnTo>
                <a:cubicBezTo>
                  <a:pt x="1095478" y="88686"/>
                  <a:pt x="1089233" y="86124"/>
                  <a:pt x="1080661" y="86124"/>
                </a:cubicBezTo>
                <a:cubicBezTo>
                  <a:pt x="1076006" y="86124"/>
                  <a:pt x="1072055" y="87283"/>
                  <a:pt x="1068809" y="89602"/>
                </a:cubicBezTo>
                <a:cubicBezTo>
                  <a:pt x="1065565" y="91920"/>
                  <a:pt x="1063943" y="95212"/>
                  <a:pt x="1063943" y="99481"/>
                </a:cubicBezTo>
                <a:cubicBezTo>
                  <a:pt x="1063943" y="103629"/>
                  <a:pt x="1065565" y="106832"/>
                  <a:pt x="1068809" y="109090"/>
                </a:cubicBezTo>
                <a:cubicBezTo>
                  <a:pt x="1072055" y="111345"/>
                  <a:pt x="1076006" y="112473"/>
                  <a:pt x="1080661" y="112473"/>
                </a:cubicBezTo>
                <a:close/>
                <a:moveTo>
                  <a:pt x="1196579" y="128272"/>
                </a:moveTo>
                <a:cubicBezTo>
                  <a:pt x="1185188" y="128272"/>
                  <a:pt x="1176064" y="123742"/>
                  <a:pt x="1169206" y="114682"/>
                </a:cubicBezTo>
                <a:lnTo>
                  <a:pt x="1169206" y="159846"/>
                </a:lnTo>
                <a:lnTo>
                  <a:pt x="1145875" y="159846"/>
                </a:lnTo>
                <a:lnTo>
                  <a:pt x="1145875" y="37315"/>
                </a:lnTo>
                <a:lnTo>
                  <a:pt x="1169206" y="37315"/>
                </a:lnTo>
                <a:lnTo>
                  <a:pt x="1169206" y="48570"/>
                </a:lnTo>
                <a:cubicBezTo>
                  <a:pt x="1176309" y="39632"/>
                  <a:pt x="1185433" y="35163"/>
                  <a:pt x="1196579" y="35163"/>
                </a:cubicBezTo>
                <a:cubicBezTo>
                  <a:pt x="1208335" y="35163"/>
                  <a:pt x="1217825" y="39294"/>
                  <a:pt x="1225050" y="47558"/>
                </a:cubicBezTo>
                <a:cubicBezTo>
                  <a:pt x="1232277" y="55822"/>
                  <a:pt x="1235890" y="67177"/>
                  <a:pt x="1235890" y="81625"/>
                </a:cubicBezTo>
                <a:cubicBezTo>
                  <a:pt x="1235890" y="95827"/>
                  <a:pt x="1232307" y="107153"/>
                  <a:pt x="1225143" y="115601"/>
                </a:cubicBezTo>
                <a:cubicBezTo>
                  <a:pt x="1217980" y="124048"/>
                  <a:pt x="1208458" y="128272"/>
                  <a:pt x="1196579" y="128272"/>
                </a:cubicBezTo>
                <a:moveTo>
                  <a:pt x="1189229" y="107512"/>
                </a:moveTo>
                <a:cubicBezTo>
                  <a:pt x="1195966" y="107512"/>
                  <a:pt x="1201385" y="105125"/>
                  <a:pt x="1205487" y="100352"/>
                </a:cubicBezTo>
                <a:cubicBezTo>
                  <a:pt x="1209591" y="95578"/>
                  <a:pt x="1211643" y="89335"/>
                  <a:pt x="1211643" y="81625"/>
                </a:cubicBezTo>
                <a:cubicBezTo>
                  <a:pt x="1211643" y="73914"/>
                  <a:pt x="1209591" y="67703"/>
                  <a:pt x="1205487" y="62992"/>
                </a:cubicBezTo>
                <a:cubicBezTo>
                  <a:pt x="1201385" y="58279"/>
                  <a:pt x="1195966" y="55923"/>
                  <a:pt x="1189229" y="55923"/>
                </a:cubicBezTo>
                <a:cubicBezTo>
                  <a:pt x="1185433" y="55923"/>
                  <a:pt x="1181637" y="56902"/>
                  <a:pt x="1177840" y="58860"/>
                </a:cubicBezTo>
                <a:cubicBezTo>
                  <a:pt x="1174042" y="60819"/>
                  <a:pt x="1171164" y="63205"/>
                  <a:pt x="1169206" y="66020"/>
                </a:cubicBezTo>
                <a:lnTo>
                  <a:pt x="1169206" y="97415"/>
                </a:lnTo>
                <a:cubicBezTo>
                  <a:pt x="1171164" y="100229"/>
                  <a:pt x="1174042" y="102615"/>
                  <a:pt x="1177840" y="104574"/>
                </a:cubicBezTo>
                <a:cubicBezTo>
                  <a:pt x="1181637" y="106532"/>
                  <a:pt x="1185433" y="107512"/>
                  <a:pt x="1189229" y="107512"/>
                </a:cubicBezTo>
                <a:close/>
                <a:moveTo>
                  <a:pt x="1282737" y="128272"/>
                </a:moveTo>
                <a:cubicBezTo>
                  <a:pt x="1265958" y="128272"/>
                  <a:pt x="1257568" y="120185"/>
                  <a:pt x="1257568" y="104013"/>
                </a:cubicBezTo>
                <a:lnTo>
                  <a:pt x="1257568" y="57705"/>
                </a:lnTo>
                <a:lnTo>
                  <a:pt x="1242871" y="57705"/>
                </a:lnTo>
                <a:lnTo>
                  <a:pt x="1242871" y="37315"/>
                </a:lnTo>
                <a:lnTo>
                  <a:pt x="1257568" y="37315"/>
                </a:lnTo>
                <a:lnTo>
                  <a:pt x="1257568" y="13096"/>
                </a:lnTo>
                <a:lnTo>
                  <a:pt x="1281084" y="13096"/>
                </a:lnTo>
                <a:lnTo>
                  <a:pt x="1281084" y="37315"/>
                </a:lnTo>
                <a:lnTo>
                  <a:pt x="1299085" y="37315"/>
                </a:lnTo>
                <a:lnTo>
                  <a:pt x="1299085" y="57705"/>
                </a:lnTo>
                <a:lnTo>
                  <a:pt x="1281084" y="57705"/>
                </a:lnTo>
                <a:lnTo>
                  <a:pt x="1281084" y="97771"/>
                </a:lnTo>
                <a:cubicBezTo>
                  <a:pt x="1281084" y="100589"/>
                  <a:pt x="1281787" y="102917"/>
                  <a:pt x="1283194" y="104756"/>
                </a:cubicBezTo>
                <a:cubicBezTo>
                  <a:pt x="1284603" y="106593"/>
                  <a:pt x="1286594" y="107512"/>
                  <a:pt x="1289165" y="107512"/>
                </a:cubicBezTo>
                <a:cubicBezTo>
                  <a:pt x="1292839" y="107512"/>
                  <a:pt x="1295534" y="106654"/>
                  <a:pt x="1297249" y="104938"/>
                </a:cubicBezTo>
                <a:lnTo>
                  <a:pt x="1302208" y="122576"/>
                </a:lnTo>
                <a:cubicBezTo>
                  <a:pt x="1298168" y="126373"/>
                  <a:pt x="1291678" y="128272"/>
                  <a:pt x="1282737" y="128272"/>
                </a:cubicBezTo>
                <a:close/>
                <a:moveTo>
                  <a:pt x="1326643" y="27740"/>
                </a:moveTo>
                <a:cubicBezTo>
                  <a:pt x="1322846" y="27740"/>
                  <a:pt x="1319569" y="26392"/>
                  <a:pt x="1316812" y="23698"/>
                </a:cubicBezTo>
                <a:cubicBezTo>
                  <a:pt x="1314058" y="21003"/>
                  <a:pt x="1312681" y="17696"/>
                  <a:pt x="1312681" y="13777"/>
                </a:cubicBezTo>
                <a:cubicBezTo>
                  <a:pt x="1312681" y="9859"/>
                  <a:pt x="1314058" y="6583"/>
                  <a:pt x="1316812" y="3950"/>
                </a:cubicBezTo>
                <a:cubicBezTo>
                  <a:pt x="1319569" y="1317"/>
                  <a:pt x="1322846" y="0"/>
                  <a:pt x="1326643" y="0"/>
                </a:cubicBezTo>
                <a:cubicBezTo>
                  <a:pt x="1330562" y="0"/>
                  <a:pt x="1333868" y="1317"/>
                  <a:pt x="1336560" y="3950"/>
                </a:cubicBezTo>
                <a:cubicBezTo>
                  <a:pt x="1339255" y="6583"/>
                  <a:pt x="1340603" y="9859"/>
                  <a:pt x="1340603" y="13777"/>
                </a:cubicBezTo>
                <a:cubicBezTo>
                  <a:pt x="1340603" y="17696"/>
                  <a:pt x="1339255" y="21003"/>
                  <a:pt x="1336560" y="23698"/>
                </a:cubicBezTo>
                <a:cubicBezTo>
                  <a:pt x="1333868" y="26392"/>
                  <a:pt x="1330562" y="27740"/>
                  <a:pt x="1326643" y="27740"/>
                </a:cubicBezTo>
                <a:moveTo>
                  <a:pt x="1315069" y="126119"/>
                </a:moveTo>
                <a:lnTo>
                  <a:pt x="1315069" y="37315"/>
                </a:lnTo>
                <a:lnTo>
                  <a:pt x="1338399" y="37315"/>
                </a:lnTo>
                <a:lnTo>
                  <a:pt x="1338399" y="126119"/>
                </a:lnTo>
                <a:lnTo>
                  <a:pt x="1315069" y="126119"/>
                </a:lnTo>
                <a:close/>
                <a:moveTo>
                  <a:pt x="1402697" y="128272"/>
                </a:moveTo>
                <a:cubicBezTo>
                  <a:pt x="1388981" y="128272"/>
                  <a:pt x="1377744" y="123864"/>
                  <a:pt x="1368987" y="115049"/>
                </a:cubicBezTo>
                <a:cubicBezTo>
                  <a:pt x="1360230" y="106234"/>
                  <a:pt x="1355851" y="95093"/>
                  <a:pt x="1355851" y="81625"/>
                </a:cubicBezTo>
                <a:cubicBezTo>
                  <a:pt x="1355851" y="68158"/>
                  <a:pt x="1360230" y="57049"/>
                  <a:pt x="1368987" y="48295"/>
                </a:cubicBezTo>
                <a:cubicBezTo>
                  <a:pt x="1377744" y="39540"/>
                  <a:pt x="1388981" y="35163"/>
                  <a:pt x="1402697" y="35163"/>
                </a:cubicBezTo>
                <a:cubicBezTo>
                  <a:pt x="1416414" y="35163"/>
                  <a:pt x="1427681" y="39540"/>
                  <a:pt x="1436498" y="48295"/>
                </a:cubicBezTo>
                <a:cubicBezTo>
                  <a:pt x="1445316" y="57049"/>
                  <a:pt x="1449726" y="68158"/>
                  <a:pt x="1449726" y="81625"/>
                </a:cubicBezTo>
                <a:cubicBezTo>
                  <a:pt x="1449726" y="95214"/>
                  <a:pt x="1445316" y="106387"/>
                  <a:pt x="1436498" y="115142"/>
                </a:cubicBezTo>
                <a:cubicBezTo>
                  <a:pt x="1427681" y="123895"/>
                  <a:pt x="1416414" y="128272"/>
                  <a:pt x="1402697" y="128272"/>
                </a:cubicBezTo>
                <a:moveTo>
                  <a:pt x="1402697" y="107512"/>
                </a:moveTo>
                <a:cubicBezTo>
                  <a:pt x="1409432" y="107512"/>
                  <a:pt x="1414912" y="105094"/>
                  <a:pt x="1419138" y="100260"/>
                </a:cubicBezTo>
                <a:cubicBezTo>
                  <a:pt x="1423363" y="95425"/>
                  <a:pt x="1425476" y="89214"/>
                  <a:pt x="1425476" y="81625"/>
                </a:cubicBezTo>
                <a:cubicBezTo>
                  <a:pt x="1425476" y="74282"/>
                  <a:pt x="1423363" y="68163"/>
                  <a:pt x="1419138" y="63267"/>
                </a:cubicBezTo>
                <a:cubicBezTo>
                  <a:pt x="1414912" y="58371"/>
                  <a:pt x="1409432" y="55923"/>
                  <a:pt x="1402697" y="55923"/>
                </a:cubicBezTo>
                <a:cubicBezTo>
                  <a:pt x="1396205" y="55923"/>
                  <a:pt x="1390816" y="58279"/>
                  <a:pt x="1386529" y="62992"/>
                </a:cubicBezTo>
                <a:cubicBezTo>
                  <a:pt x="1382244" y="67703"/>
                  <a:pt x="1380101" y="73914"/>
                  <a:pt x="1380101" y="81625"/>
                </a:cubicBezTo>
                <a:cubicBezTo>
                  <a:pt x="1380101" y="89458"/>
                  <a:pt x="1382244" y="95732"/>
                  <a:pt x="1386529" y="100445"/>
                </a:cubicBezTo>
                <a:cubicBezTo>
                  <a:pt x="1390816" y="105156"/>
                  <a:pt x="1396205" y="107512"/>
                  <a:pt x="1402697" y="107512"/>
                </a:cubicBezTo>
                <a:close/>
                <a:moveTo>
                  <a:pt x="1526884" y="126119"/>
                </a:moveTo>
                <a:lnTo>
                  <a:pt x="1526884" y="72461"/>
                </a:lnTo>
                <a:cubicBezTo>
                  <a:pt x="1526884" y="61435"/>
                  <a:pt x="1521433" y="55923"/>
                  <a:pt x="1510533" y="55923"/>
                </a:cubicBezTo>
                <a:cubicBezTo>
                  <a:pt x="1502082" y="55923"/>
                  <a:pt x="1495347" y="59414"/>
                  <a:pt x="1490325" y="66398"/>
                </a:cubicBezTo>
                <a:lnTo>
                  <a:pt x="1490325" y="126119"/>
                </a:lnTo>
                <a:lnTo>
                  <a:pt x="1466995" y="126119"/>
                </a:lnTo>
                <a:lnTo>
                  <a:pt x="1466995" y="37315"/>
                </a:lnTo>
                <a:lnTo>
                  <a:pt x="1490325" y="37315"/>
                </a:lnTo>
                <a:lnTo>
                  <a:pt x="1490325" y="48898"/>
                </a:lnTo>
                <a:cubicBezTo>
                  <a:pt x="1493141" y="45480"/>
                  <a:pt x="1497183" y="42337"/>
                  <a:pt x="1502449" y="39468"/>
                </a:cubicBezTo>
                <a:cubicBezTo>
                  <a:pt x="1507715" y="36598"/>
                  <a:pt x="1514022" y="35163"/>
                  <a:pt x="1521370" y="35163"/>
                </a:cubicBezTo>
                <a:cubicBezTo>
                  <a:pt x="1531168" y="35163"/>
                  <a:pt x="1538424" y="37705"/>
                  <a:pt x="1543139" y="42790"/>
                </a:cubicBezTo>
                <a:cubicBezTo>
                  <a:pt x="1547856" y="47873"/>
                  <a:pt x="1550214" y="54763"/>
                  <a:pt x="1550214" y="63460"/>
                </a:cubicBezTo>
                <a:lnTo>
                  <a:pt x="1550214" y="126119"/>
                </a:lnTo>
                <a:lnTo>
                  <a:pt x="1526884" y="126119"/>
                </a:lnTo>
                <a:close/>
                <a:moveTo>
                  <a:pt x="1584934" y="27740"/>
                </a:moveTo>
                <a:cubicBezTo>
                  <a:pt x="1581137" y="27740"/>
                  <a:pt x="1577860" y="26392"/>
                  <a:pt x="1575104" y="23698"/>
                </a:cubicBezTo>
                <a:cubicBezTo>
                  <a:pt x="1572349" y="21003"/>
                  <a:pt x="1570972" y="17696"/>
                  <a:pt x="1570972" y="13777"/>
                </a:cubicBezTo>
                <a:cubicBezTo>
                  <a:pt x="1570972" y="9859"/>
                  <a:pt x="1572349" y="6583"/>
                  <a:pt x="1575104" y="3950"/>
                </a:cubicBezTo>
                <a:cubicBezTo>
                  <a:pt x="1577860" y="1317"/>
                  <a:pt x="1581137" y="0"/>
                  <a:pt x="1584934" y="0"/>
                </a:cubicBezTo>
                <a:cubicBezTo>
                  <a:pt x="1588853" y="0"/>
                  <a:pt x="1592159" y="1317"/>
                  <a:pt x="1594852" y="3950"/>
                </a:cubicBezTo>
                <a:cubicBezTo>
                  <a:pt x="1597547" y="6583"/>
                  <a:pt x="1598894" y="9859"/>
                  <a:pt x="1598894" y="13777"/>
                </a:cubicBezTo>
                <a:cubicBezTo>
                  <a:pt x="1598894" y="17696"/>
                  <a:pt x="1597547" y="21003"/>
                  <a:pt x="1594852" y="23698"/>
                </a:cubicBezTo>
                <a:cubicBezTo>
                  <a:pt x="1592159" y="26392"/>
                  <a:pt x="1588853" y="27740"/>
                  <a:pt x="1584934" y="27740"/>
                </a:cubicBezTo>
                <a:moveTo>
                  <a:pt x="1573360" y="126119"/>
                </a:moveTo>
                <a:lnTo>
                  <a:pt x="1573360" y="37315"/>
                </a:lnTo>
                <a:lnTo>
                  <a:pt x="1596691" y="37315"/>
                </a:lnTo>
                <a:lnTo>
                  <a:pt x="1596691" y="126119"/>
                </a:lnTo>
                <a:lnTo>
                  <a:pt x="1573360" y="126119"/>
                </a:lnTo>
                <a:close/>
                <a:moveTo>
                  <a:pt x="1679727" y="126119"/>
                </a:moveTo>
                <a:lnTo>
                  <a:pt x="1679727" y="72461"/>
                </a:lnTo>
                <a:cubicBezTo>
                  <a:pt x="1679727" y="61435"/>
                  <a:pt x="1674277" y="55923"/>
                  <a:pt x="1663377" y="55923"/>
                </a:cubicBezTo>
                <a:cubicBezTo>
                  <a:pt x="1654926" y="55923"/>
                  <a:pt x="1648190" y="59414"/>
                  <a:pt x="1643169" y="66398"/>
                </a:cubicBezTo>
                <a:lnTo>
                  <a:pt x="1643169" y="126119"/>
                </a:lnTo>
                <a:lnTo>
                  <a:pt x="1619838" y="126119"/>
                </a:lnTo>
                <a:lnTo>
                  <a:pt x="1619838" y="37315"/>
                </a:lnTo>
                <a:lnTo>
                  <a:pt x="1643169" y="37315"/>
                </a:lnTo>
                <a:lnTo>
                  <a:pt x="1643169" y="48898"/>
                </a:lnTo>
                <a:cubicBezTo>
                  <a:pt x="1645985" y="45480"/>
                  <a:pt x="1650026" y="42337"/>
                  <a:pt x="1655292" y="39468"/>
                </a:cubicBezTo>
                <a:cubicBezTo>
                  <a:pt x="1660559" y="36598"/>
                  <a:pt x="1666866" y="35163"/>
                  <a:pt x="1674214" y="35163"/>
                </a:cubicBezTo>
                <a:cubicBezTo>
                  <a:pt x="1684012" y="35163"/>
                  <a:pt x="1691268" y="37705"/>
                  <a:pt x="1695983" y="42790"/>
                </a:cubicBezTo>
                <a:cubicBezTo>
                  <a:pt x="1700700" y="47873"/>
                  <a:pt x="1703058" y="54763"/>
                  <a:pt x="1703058" y="63460"/>
                </a:cubicBezTo>
                <a:lnTo>
                  <a:pt x="1703058" y="126119"/>
                </a:lnTo>
                <a:lnTo>
                  <a:pt x="1679727" y="126119"/>
                </a:lnTo>
                <a:close/>
                <a:moveTo>
                  <a:pt x="1762578" y="162178"/>
                </a:moveTo>
                <a:cubicBezTo>
                  <a:pt x="1754862" y="162178"/>
                  <a:pt x="1747973" y="161197"/>
                  <a:pt x="1741910" y="159235"/>
                </a:cubicBezTo>
                <a:cubicBezTo>
                  <a:pt x="1735848" y="157275"/>
                  <a:pt x="1730000" y="153843"/>
                  <a:pt x="1724366" y="148939"/>
                </a:cubicBezTo>
                <a:lnTo>
                  <a:pt x="1734838" y="132025"/>
                </a:lnTo>
                <a:cubicBezTo>
                  <a:pt x="1741452" y="139390"/>
                  <a:pt x="1750698" y="143072"/>
                  <a:pt x="1762578" y="143072"/>
                </a:cubicBezTo>
                <a:cubicBezTo>
                  <a:pt x="1770294" y="143072"/>
                  <a:pt x="1776295" y="141110"/>
                  <a:pt x="1780580" y="137186"/>
                </a:cubicBezTo>
                <a:cubicBezTo>
                  <a:pt x="1784867" y="133261"/>
                  <a:pt x="1787010" y="127742"/>
                  <a:pt x="1787010" y="120627"/>
                </a:cubicBezTo>
                <a:lnTo>
                  <a:pt x="1787010" y="111613"/>
                </a:lnTo>
                <a:cubicBezTo>
                  <a:pt x="1779539" y="120925"/>
                  <a:pt x="1770415" y="125581"/>
                  <a:pt x="1759638" y="125581"/>
                </a:cubicBezTo>
                <a:cubicBezTo>
                  <a:pt x="1747758" y="125581"/>
                  <a:pt x="1738266" y="121507"/>
                  <a:pt x="1731163" y="113359"/>
                </a:cubicBezTo>
                <a:cubicBezTo>
                  <a:pt x="1724060" y="105211"/>
                  <a:pt x="1720509" y="94215"/>
                  <a:pt x="1720509" y="80372"/>
                </a:cubicBezTo>
                <a:cubicBezTo>
                  <a:pt x="1720509" y="66649"/>
                  <a:pt x="1724029" y="55684"/>
                  <a:pt x="1731071" y="47477"/>
                </a:cubicBezTo>
                <a:cubicBezTo>
                  <a:pt x="1738114" y="39267"/>
                  <a:pt x="1747636" y="35163"/>
                  <a:pt x="1759638" y="35163"/>
                </a:cubicBezTo>
                <a:cubicBezTo>
                  <a:pt x="1770783" y="35163"/>
                  <a:pt x="1779907" y="39696"/>
                  <a:pt x="1787010" y="48763"/>
                </a:cubicBezTo>
                <a:lnTo>
                  <a:pt x="1787010" y="37315"/>
                </a:lnTo>
                <a:lnTo>
                  <a:pt x="1810526" y="37315"/>
                </a:lnTo>
                <a:lnTo>
                  <a:pt x="1810526" y="120067"/>
                </a:lnTo>
                <a:cubicBezTo>
                  <a:pt x="1810526" y="133552"/>
                  <a:pt x="1806361" y="143941"/>
                  <a:pt x="1798032" y="151235"/>
                </a:cubicBezTo>
                <a:cubicBezTo>
                  <a:pt x="1789705" y="158531"/>
                  <a:pt x="1777887" y="162178"/>
                  <a:pt x="1762578" y="162178"/>
                </a:cubicBezTo>
                <a:moveTo>
                  <a:pt x="1766987" y="104821"/>
                </a:moveTo>
                <a:cubicBezTo>
                  <a:pt x="1770906" y="104821"/>
                  <a:pt x="1774733" y="103840"/>
                  <a:pt x="1778469" y="101880"/>
                </a:cubicBezTo>
                <a:cubicBezTo>
                  <a:pt x="1782205" y="99918"/>
                  <a:pt x="1785052" y="97528"/>
                  <a:pt x="1787010" y="94710"/>
                </a:cubicBezTo>
                <a:lnTo>
                  <a:pt x="1787010" y="66034"/>
                </a:lnTo>
                <a:cubicBezTo>
                  <a:pt x="1785052" y="63092"/>
                  <a:pt x="1782205" y="60672"/>
                  <a:pt x="1778469" y="58773"/>
                </a:cubicBezTo>
                <a:cubicBezTo>
                  <a:pt x="1774733" y="56873"/>
                  <a:pt x="1770906" y="55923"/>
                  <a:pt x="1766987" y="55923"/>
                </a:cubicBezTo>
                <a:cubicBezTo>
                  <a:pt x="1760374" y="55923"/>
                  <a:pt x="1754984" y="58068"/>
                  <a:pt x="1750819" y="62359"/>
                </a:cubicBezTo>
                <a:cubicBezTo>
                  <a:pt x="1746655" y="66647"/>
                  <a:pt x="1744573" y="72652"/>
                  <a:pt x="1744573" y="80372"/>
                </a:cubicBezTo>
                <a:cubicBezTo>
                  <a:pt x="1744573" y="88091"/>
                  <a:pt x="1746655" y="94097"/>
                  <a:pt x="1750819" y="98387"/>
                </a:cubicBezTo>
                <a:cubicBezTo>
                  <a:pt x="1754984" y="102676"/>
                  <a:pt x="1760374" y="104821"/>
                  <a:pt x="1766987" y="104821"/>
                </a:cubicBezTo>
                <a:close/>
                <a:moveTo>
                  <a:pt x="1956571" y="126119"/>
                </a:moveTo>
                <a:lnTo>
                  <a:pt x="1947385" y="116933"/>
                </a:lnTo>
                <a:cubicBezTo>
                  <a:pt x="1937466" y="124492"/>
                  <a:pt x="1926321" y="128272"/>
                  <a:pt x="1913952" y="128272"/>
                </a:cubicBezTo>
                <a:cubicBezTo>
                  <a:pt x="1901704" y="128272"/>
                  <a:pt x="1891906" y="125151"/>
                  <a:pt x="1884558" y="118909"/>
                </a:cubicBezTo>
                <a:cubicBezTo>
                  <a:pt x="1877210" y="112667"/>
                  <a:pt x="1873536" y="103979"/>
                  <a:pt x="1873536" y="92843"/>
                </a:cubicBezTo>
                <a:cubicBezTo>
                  <a:pt x="1873536" y="77790"/>
                  <a:pt x="1882293" y="66042"/>
                  <a:pt x="1899807" y="57599"/>
                </a:cubicBezTo>
                <a:cubicBezTo>
                  <a:pt x="1894418" y="47685"/>
                  <a:pt x="1891723" y="38874"/>
                  <a:pt x="1891723" y="31165"/>
                </a:cubicBezTo>
                <a:cubicBezTo>
                  <a:pt x="1891723" y="22720"/>
                  <a:pt x="1895091" y="15714"/>
                  <a:pt x="1901826" y="10147"/>
                </a:cubicBezTo>
                <a:cubicBezTo>
                  <a:pt x="1908563" y="4578"/>
                  <a:pt x="1916891" y="1794"/>
                  <a:pt x="1926810" y="1794"/>
                </a:cubicBezTo>
                <a:cubicBezTo>
                  <a:pt x="1936118" y="1794"/>
                  <a:pt x="1943804" y="4180"/>
                  <a:pt x="1949866" y="8953"/>
                </a:cubicBezTo>
                <a:cubicBezTo>
                  <a:pt x="1955928" y="13726"/>
                  <a:pt x="1958959" y="19968"/>
                  <a:pt x="1958959" y="27678"/>
                </a:cubicBezTo>
                <a:cubicBezTo>
                  <a:pt x="1958959" y="34408"/>
                  <a:pt x="1956847" y="40374"/>
                  <a:pt x="1952621" y="45576"/>
                </a:cubicBezTo>
                <a:cubicBezTo>
                  <a:pt x="1948396" y="50777"/>
                  <a:pt x="1940466" y="56009"/>
                  <a:pt x="1928831" y="61271"/>
                </a:cubicBezTo>
                <a:cubicBezTo>
                  <a:pt x="1930423" y="63474"/>
                  <a:pt x="1937404" y="72041"/>
                  <a:pt x="1949773" y="86970"/>
                </a:cubicBezTo>
                <a:cubicBezTo>
                  <a:pt x="1954673" y="79518"/>
                  <a:pt x="1958409" y="71637"/>
                  <a:pt x="1960980" y="63328"/>
                </a:cubicBezTo>
                <a:lnTo>
                  <a:pt x="1979719" y="71957"/>
                </a:lnTo>
                <a:cubicBezTo>
                  <a:pt x="1974453" y="83586"/>
                  <a:pt x="1968758" y="93439"/>
                  <a:pt x="1962634" y="101516"/>
                </a:cubicBezTo>
                <a:lnTo>
                  <a:pt x="1986332" y="126119"/>
                </a:lnTo>
                <a:lnTo>
                  <a:pt x="1956571" y="126119"/>
                </a:lnTo>
                <a:moveTo>
                  <a:pt x="1917257" y="109900"/>
                </a:moveTo>
                <a:cubicBezTo>
                  <a:pt x="1923259" y="109900"/>
                  <a:pt x="1929139" y="107820"/>
                  <a:pt x="1934894" y="103660"/>
                </a:cubicBezTo>
                <a:lnTo>
                  <a:pt x="1921299" y="88063"/>
                </a:lnTo>
                <a:lnTo>
                  <a:pt x="1908991" y="71917"/>
                </a:lnTo>
                <a:cubicBezTo>
                  <a:pt x="1901887" y="77055"/>
                  <a:pt x="1898336" y="83293"/>
                  <a:pt x="1898336" y="90634"/>
                </a:cubicBezTo>
                <a:cubicBezTo>
                  <a:pt x="1898336" y="96137"/>
                  <a:pt x="1900142" y="100724"/>
                  <a:pt x="1903754" y="104394"/>
                </a:cubicBezTo>
                <a:cubicBezTo>
                  <a:pt x="1907368" y="108065"/>
                  <a:pt x="1911869" y="109900"/>
                  <a:pt x="1917257" y="109900"/>
                </a:cubicBezTo>
                <a:moveTo>
                  <a:pt x="1915054" y="31723"/>
                </a:moveTo>
                <a:cubicBezTo>
                  <a:pt x="1915054" y="36126"/>
                  <a:pt x="1916830" y="41630"/>
                  <a:pt x="1920382" y="48236"/>
                </a:cubicBezTo>
                <a:cubicBezTo>
                  <a:pt x="1925525" y="45790"/>
                  <a:pt x="1929872" y="43099"/>
                  <a:pt x="1933423" y="40163"/>
                </a:cubicBezTo>
                <a:cubicBezTo>
                  <a:pt x="1936975" y="37228"/>
                  <a:pt x="1938751" y="33497"/>
                  <a:pt x="1938751" y="28970"/>
                </a:cubicBezTo>
                <a:cubicBezTo>
                  <a:pt x="1938751" y="25790"/>
                  <a:pt x="1937711" y="23282"/>
                  <a:pt x="1935629" y="21447"/>
                </a:cubicBezTo>
                <a:cubicBezTo>
                  <a:pt x="1933547" y="19612"/>
                  <a:pt x="1930976" y="18694"/>
                  <a:pt x="1927915" y="18694"/>
                </a:cubicBezTo>
                <a:cubicBezTo>
                  <a:pt x="1924362" y="18694"/>
                  <a:pt x="1921330" y="19917"/>
                  <a:pt x="1918818" y="22363"/>
                </a:cubicBezTo>
                <a:cubicBezTo>
                  <a:pt x="1916309" y="24810"/>
                  <a:pt x="1915054" y="27930"/>
                  <a:pt x="1915054" y="31723"/>
                </a:cubicBezTo>
                <a:close/>
                <a:moveTo>
                  <a:pt x="2105007" y="128272"/>
                </a:moveTo>
                <a:cubicBezTo>
                  <a:pt x="2086390" y="128272"/>
                  <a:pt x="2071081" y="122336"/>
                  <a:pt x="2059078" y="110466"/>
                </a:cubicBezTo>
                <a:cubicBezTo>
                  <a:pt x="2047076" y="98596"/>
                  <a:pt x="2041076" y="83421"/>
                  <a:pt x="2041076" y="64943"/>
                </a:cubicBezTo>
                <a:cubicBezTo>
                  <a:pt x="2041076" y="46586"/>
                  <a:pt x="2047076" y="31443"/>
                  <a:pt x="2059078" y="19513"/>
                </a:cubicBezTo>
                <a:cubicBezTo>
                  <a:pt x="2071081" y="7581"/>
                  <a:pt x="2086390" y="1615"/>
                  <a:pt x="2105007" y="1615"/>
                </a:cubicBezTo>
                <a:cubicBezTo>
                  <a:pt x="2123745" y="1615"/>
                  <a:pt x="2139115" y="7581"/>
                  <a:pt x="2151116" y="19513"/>
                </a:cubicBezTo>
                <a:cubicBezTo>
                  <a:pt x="2163119" y="31443"/>
                  <a:pt x="2169120" y="46586"/>
                  <a:pt x="2169120" y="64943"/>
                </a:cubicBezTo>
                <a:cubicBezTo>
                  <a:pt x="2169120" y="82442"/>
                  <a:pt x="2163792" y="96882"/>
                  <a:pt x="2153137" y="108263"/>
                </a:cubicBezTo>
                <a:lnTo>
                  <a:pt x="2162138" y="118727"/>
                </a:lnTo>
                <a:lnTo>
                  <a:pt x="2143951" y="133603"/>
                </a:lnTo>
                <a:lnTo>
                  <a:pt x="2134031" y="122214"/>
                </a:lnTo>
                <a:cubicBezTo>
                  <a:pt x="2125214" y="126252"/>
                  <a:pt x="2115539" y="128272"/>
                  <a:pt x="2105007" y="128272"/>
                </a:cubicBezTo>
                <a:moveTo>
                  <a:pt x="2105007" y="105123"/>
                </a:moveTo>
                <a:cubicBezTo>
                  <a:pt x="2109294" y="105123"/>
                  <a:pt x="2113580" y="104451"/>
                  <a:pt x="2117865" y="103105"/>
                </a:cubicBezTo>
                <a:lnTo>
                  <a:pt x="2104455" y="87326"/>
                </a:lnTo>
                <a:lnTo>
                  <a:pt x="2122459" y="72444"/>
                </a:lnTo>
                <a:lnTo>
                  <a:pt x="2136052" y="88428"/>
                </a:lnTo>
                <a:cubicBezTo>
                  <a:pt x="2140217" y="81579"/>
                  <a:pt x="2142300" y="73751"/>
                  <a:pt x="2142300" y="64943"/>
                </a:cubicBezTo>
                <a:cubicBezTo>
                  <a:pt x="2142300" y="53323"/>
                  <a:pt x="2138901" y="43721"/>
                  <a:pt x="2132102" y="36138"/>
                </a:cubicBezTo>
                <a:cubicBezTo>
                  <a:pt x="2125305" y="28555"/>
                  <a:pt x="2116274" y="24763"/>
                  <a:pt x="2105007" y="24763"/>
                </a:cubicBezTo>
                <a:cubicBezTo>
                  <a:pt x="2093738" y="24763"/>
                  <a:pt x="2084736" y="28555"/>
                  <a:pt x="2077999" y="36138"/>
                </a:cubicBezTo>
                <a:cubicBezTo>
                  <a:pt x="2071264" y="43721"/>
                  <a:pt x="2067896" y="53323"/>
                  <a:pt x="2067896" y="64943"/>
                </a:cubicBezTo>
                <a:cubicBezTo>
                  <a:pt x="2067896" y="76685"/>
                  <a:pt x="2071325" y="86317"/>
                  <a:pt x="2078184" y="93841"/>
                </a:cubicBezTo>
                <a:cubicBezTo>
                  <a:pt x="2085044" y="101362"/>
                  <a:pt x="2093985" y="105123"/>
                  <a:pt x="2105007" y="105123"/>
                </a:cubicBezTo>
                <a:close/>
                <a:moveTo>
                  <a:pt x="2265749" y="126119"/>
                </a:moveTo>
                <a:lnTo>
                  <a:pt x="2258217" y="105308"/>
                </a:lnTo>
                <a:lnTo>
                  <a:pt x="2205678" y="105308"/>
                </a:lnTo>
                <a:lnTo>
                  <a:pt x="2197961" y="126119"/>
                </a:lnTo>
                <a:lnTo>
                  <a:pt x="2168200" y="126119"/>
                </a:lnTo>
                <a:lnTo>
                  <a:pt x="2215598" y="3588"/>
                </a:lnTo>
                <a:lnTo>
                  <a:pt x="2248297" y="3588"/>
                </a:lnTo>
                <a:lnTo>
                  <a:pt x="2295510" y="126119"/>
                </a:lnTo>
                <a:lnTo>
                  <a:pt x="2265749" y="126119"/>
                </a:lnTo>
                <a:moveTo>
                  <a:pt x="2231946" y="29677"/>
                </a:moveTo>
                <a:lnTo>
                  <a:pt x="2212843" y="82345"/>
                </a:lnTo>
                <a:lnTo>
                  <a:pt x="2251052" y="82345"/>
                </a:lnTo>
                <a:lnTo>
                  <a:pt x="2231946" y="296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577A2B-B6C9-4EE4-B245-2B8B3E2C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559" y="4305913"/>
            <a:ext cx="2395850" cy="329225"/>
          </a:xfrm>
          <a:custGeom xmlns:a="http://schemas.openxmlformats.org/drawingml/2006/main">
            <a:pathLst>
              <a:path w="2395850" h="329225">
                <a:moveTo>
                  <a:pt x="2395850" y="0"/>
                </a:moveTo>
                <a:lnTo>
                  <a:pt x="2395850" y="329225"/>
                </a:lnTo>
                <a:lnTo>
                  <a:pt x="0" y="329225"/>
                </a:lnTo>
                <a:lnTo>
                  <a:pt x="0" y="0"/>
                </a:lnTo>
                <a:lnTo>
                  <a:pt x="239585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(a)T">
            <a:extLst xmlns:a="http://schemas.openxmlformats.org/drawingml/2006/main">
              <a:ext uri="{FF2B5EF4-FFF2-40B4-BE49-F238E27FC236}">
                <a16:creationId xmlns:a16="http://schemas.microsoft.com/office/drawing/2014/main" id="{90CA73E5-5937-4478-A8A1-18E04D77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36" y="4418512"/>
            <a:ext cx="468921" cy="162358"/>
          </a:xfrm>
          <a:custGeom xmlns:a="http://schemas.openxmlformats.org/drawingml/2006/main">
            <a:pathLst>
              <a:path w="468921" h="162358">
                <a:moveTo>
                  <a:pt x="29026" y="162358"/>
                </a:moveTo>
                <a:cubicBezTo>
                  <a:pt x="19963" y="152072"/>
                  <a:pt x="12859" y="139644"/>
                  <a:pt x="7714" y="125073"/>
                </a:cubicBezTo>
                <a:cubicBezTo>
                  <a:pt x="2571" y="110502"/>
                  <a:pt x="0" y="95871"/>
                  <a:pt x="0" y="81179"/>
                </a:cubicBezTo>
                <a:cubicBezTo>
                  <a:pt x="0" y="66363"/>
                  <a:pt x="2571" y="51701"/>
                  <a:pt x="7714" y="37192"/>
                </a:cubicBezTo>
                <a:cubicBezTo>
                  <a:pt x="12859" y="22683"/>
                  <a:pt x="19963" y="10286"/>
                  <a:pt x="29026" y="0"/>
                </a:cubicBezTo>
                <a:lnTo>
                  <a:pt x="43723" y="11019"/>
                </a:lnTo>
                <a:cubicBezTo>
                  <a:pt x="36742" y="23876"/>
                  <a:pt x="31903" y="35753"/>
                  <a:pt x="29209" y="46650"/>
                </a:cubicBezTo>
                <a:cubicBezTo>
                  <a:pt x="26514" y="57547"/>
                  <a:pt x="25167" y="69056"/>
                  <a:pt x="25167" y="81179"/>
                </a:cubicBezTo>
                <a:cubicBezTo>
                  <a:pt x="25167" y="93668"/>
                  <a:pt x="26575" y="105422"/>
                  <a:pt x="29391" y="116442"/>
                </a:cubicBezTo>
                <a:cubicBezTo>
                  <a:pt x="32209" y="127462"/>
                  <a:pt x="36986" y="138972"/>
                  <a:pt x="43723" y="150971"/>
                </a:cubicBezTo>
                <a:lnTo>
                  <a:pt x="29026" y="162358"/>
                </a:lnTo>
                <a:close/>
                <a:moveTo>
                  <a:pt x="111877" y="125760"/>
                </a:moveTo>
                <a:lnTo>
                  <a:pt x="111877" y="116543"/>
                </a:lnTo>
                <a:cubicBezTo>
                  <a:pt x="105386" y="124123"/>
                  <a:pt x="96017" y="127913"/>
                  <a:pt x="83770" y="127913"/>
                </a:cubicBezTo>
                <a:cubicBezTo>
                  <a:pt x="75198" y="127913"/>
                  <a:pt x="67910" y="125193"/>
                  <a:pt x="61908" y="119753"/>
                </a:cubicBezTo>
                <a:cubicBezTo>
                  <a:pt x="55907" y="114313"/>
                  <a:pt x="52907" y="107253"/>
                  <a:pt x="52907" y="98572"/>
                </a:cubicBezTo>
                <a:cubicBezTo>
                  <a:pt x="52907" y="89894"/>
                  <a:pt x="55754" y="82957"/>
                  <a:pt x="61448" y="77762"/>
                </a:cubicBezTo>
                <a:cubicBezTo>
                  <a:pt x="67144" y="72565"/>
                  <a:pt x="74585" y="69966"/>
                  <a:pt x="83770" y="69966"/>
                </a:cubicBezTo>
                <a:cubicBezTo>
                  <a:pt x="96507" y="69966"/>
                  <a:pt x="105876" y="73573"/>
                  <a:pt x="111877" y="80786"/>
                </a:cubicBezTo>
                <a:lnTo>
                  <a:pt x="111877" y="68820"/>
                </a:lnTo>
                <a:cubicBezTo>
                  <a:pt x="111877" y="64281"/>
                  <a:pt x="110100" y="60661"/>
                  <a:pt x="106548" y="57960"/>
                </a:cubicBezTo>
                <a:cubicBezTo>
                  <a:pt x="102997" y="55260"/>
                  <a:pt x="98282" y="53910"/>
                  <a:pt x="92403" y="53910"/>
                </a:cubicBezTo>
                <a:cubicBezTo>
                  <a:pt x="82607" y="53910"/>
                  <a:pt x="73973" y="57401"/>
                  <a:pt x="66502" y="64382"/>
                </a:cubicBezTo>
                <a:lnTo>
                  <a:pt x="57684" y="48794"/>
                </a:lnTo>
                <a:cubicBezTo>
                  <a:pt x="68461" y="39467"/>
                  <a:pt x="81381" y="34804"/>
                  <a:pt x="96445" y="34804"/>
                </a:cubicBezTo>
                <a:cubicBezTo>
                  <a:pt x="108938" y="34804"/>
                  <a:pt x="118521" y="37713"/>
                  <a:pt x="125194" y="43533"/>
                </a:cubicBezTo>
                <a:cubicBezTo>
                  <a:pt x="131869" y="49350"/>
                  <a:pt x="135207" y="57649"/>
                  <a:pt x="135207" y="68430"/>
                </a:cubicBezTo>
                <a:lnTo>
                  <a:pt x="135207" y="125760"/>
                </a:lnTo>
                <a:lnTo>
                  <a:pt x="111877" y="125760"/>
                </a:lnTo>
                <a:moveTo>
                  <a:pt x="93140" y="112114"/>
                </a:moveTo>
                <a:cubicBezTo>
                  <a:pt x="101712" y="112114"/>
                  <a:pt x="107958" y="109552"/>
                  <a:pt x="111877" y="104428"/>
                </a:cubicBezTo>
                <a:lnTo>
                  <a:pt x="111877" y="93451"/>
                </a:lnTo>
                <a:cubicBezTo>
                  <a:pt x="107958" y="88327"/>
                  <a:pt x="101712" y="85765"/>
                  <a:pt x="93140" y="85765"/>
                </a:cubicBezTo>
                <a:cubicBezTo>
                  <a:pt x="88485" y="85765"/>
                  <a:pt x="84535" y="86924"/>
                  <a:pt x="81289" y="89243"/>
                </a:cubicBezTo>
                <a:cubicBezTo>
                  <a:pt x="78045" y="91561"/>
                  <a:pt x="76422" y="94854"/>
                  <a:pt x="76422" y="99122"/>
                </a:cubicBezTo>
                <a:cubicBezTo>
                  <a:pt x="76422" y="103270"/>
                  <a:pt x="78045" y="106473"/>
                  <a:pt x="81289" y="108731"/>
                </a:cubicBezTo>
                <a:cubicBezTo>
                  <a:pt x="84535" y="110987"/>
                  <a:pt x="88485" y="112114"/>
                  <a:pt x="93140" y="112114"/>
                </a:cubicBezTo>
                <a:close/>
                <a:moveTo>
                  <a:pt x="149904" y="150971"/>
                </a:moveTo>
                <a:cubicBezTo>
                  <a:pt x="156150" y="140196"/>
                  <a:pt x="160834" y="129391"/>
                  <a:pt x="163956" y="118556"/>
                </a:cubicBezTo>
                <a:cubicBezTo>
                  <a:pt x="167081" y="107719"/>
                  <a:pt x="168643" y="95260"/>
                  <a:pt x="168643" y="81179"/>
                </a:cubicBezTo>
                <a:cubicBezTo>
                  <a:pt x="168643" y="67711"/>
                  <a:pt x="167173" y="55589"/>
                  <a:pt x="164234" y="44814"/>
                </a:cubicBezTo>
                <a:cubicBezTo>
                  <a:pt x="161294" y="34038"/>
                  <a:pt x="156518" y="22774"/>
                  <a:pt x="149904" y="11019"/>
                </a:cubicBezTo>
                <a:lnTo>
                  <a:pt x="164601" y="0"/>
                </a:lnTo>
                <a:cubicBezTo>
                  <a:pt x="173420" y="9796"/>
                  <a:pt x="180523" y="21949"/>
                  <a:pt x="185910" y="36458"/>
                </a:cubicBezTo>
                <a:cubicBezTo>
                  <a:pt x="191300" y="50967"/>
                  <a:pt x="193995" y="65874"/>
                  <a:pt x="193995" y="81179"/>
                </a:cubicBezTo>
                <a:cubicBezTo>
                  <a:pt x="193995" y="96363"/>
                  <a:pt x="191300" y="111239"/>
                  <a:pt x="185910" y="125808"/>
                </a:cubicBezTo>
                <a:cubicBezTo>
                  <a:pt x="180523" y="140378"/>
                  <a:pt x="173420" y="152562"/>
                  <a:pt x="164601" y="162358"/>
                </a:cubicBezTo>
                <a:lnTo>
                  <a:pt x="149904" y="150971"/>
                </a:lnTo>
                <a:close/>
                <a:moveTo>
                  <a:pt x="407011" y="125760"/>
                </a:moveTo>
                <a:lnTo>
                  <a:pt x="407011" y="26193"/>
                </a:lnTo>
                <a:lnTo>
                  <a:pt x="371187" y="26193"/>
                </a:lnTo>
                <a:lnTo>
                  <a:pt x="371187" y="3229"/>
                </a:lnTo>
                <a:lnTo>
                  <a:pt x="468921" y="3229"/>
                </a:lnTo>
                <a:lnTo>
                  <a:pt x="468921" y="26193"/>
                </a:lnTo>
                <a:lnTo>
                  <a:pt x="433282" y="26193"/>
                </a:lnTo>
                <a:lnTo>
                  <a:pt x="433282" y="125760"/>
                </a:lnTo>
                <a:lnTo>
                  <a:pt x="407011" y="1257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ext↔VideoRetrieval">
            <a:extLst xmlns:a="http://schemas.openxmlformats.org/drawingml/2006/main">
              <a:ext uri="{FF2B5EF4-FFF2-40B4-BE49-F238E27FC236}">
                <a16:creationId xmlns:a16="http://schemas.microsoft.com/office/drawing/2014/main" id="{17428929-FC81-48C5-86B2-96B68CC2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207" y="4418153"/>
            <a:ext cx="1780985" cy="128272"/>
          </a:xfrm>
          <a:custGeom xmlns:a="http://schemas.openxmlformats.org/drawingml/2006/main">
            <a:pathLst>
              <a:path w="1780985" h="128272">
                <a:moveTo>
                  <a:pt x="47395" y="128272"/>
                </a:moveTo>
                <a:cubicBezTo>
                  <a:pt x="33434" y="128272"/>
                  <a:pt x="22044" y="123956"/>
                  <a:pt x="13225" y="115324"/>
                </a:cubicBezTo>
                <a:cubicBezTo>
                  <a:pt x="4408" y="106692"/>
                  <a:pt x="0" y="95459"/>
                  <a:pt x="0" y="81625"/>
                </a:cubicBezTo>
                <a:cubicBezTo>
                  <a:pt x="0" y="68403"/>
                  <a:pt x="4379" y="57354"/>
                  <a:pt x="13136" y="48477"/>
                </a:cubicBezTo>
                <a:cubicBezTo>
                  <a:pt x="21893" y="39601"/>
                  <a:pt x="32823" y="35163"/>
                  <a:pt x="45927" y="35163"/>
                </a:cubicBezTo>
                <a:cubicBezTo>
                  <a:pt x="59032" y="35163"/>
                  <a:pt x="69718" y="39663"/>
                  <a:pt x="77983" y="48665"/>
                </a:cubicBezTo>
                <a:cubicBezTo>
                  <a:pt x="86251" y="57667"/>
                  <a:pt x="90384" y="69455"/>
                  <a:pt x="90384" y="84030"/>
                </a:cubicBezTo>
                <a:lnTo>
                  <a:pt x="90384" y="89173"/>
                </a:lnTo>
                <a:lnTo>
                  <a:pt x="24432" y="89173"/>
                </a:lnTo>
                <a:cubicBezTo>
                  <a:pt x="25168" y="94798"/>
                  <a:pt x="27710" y="99629"/>
                  <a:pt x="32057" y="103666"/>
                </a:cubicBezTo>
                <a:cubicBezTo>
                  <a:pt x="36405" y="107700"/>
                  <a:pt x="42376" y="109718"/>
                  <a:pt x="49969" y="109718"/>
                </a:cubicBezTo>
                <a:cubicBezTo>
                  <a:pt x="53643" y="109718"/>
                  <a:pt x="57746" y="108952"/>
                  <a:pt x="62277" y="107422"/>
                </a:cubicBezTo>
                <a:cubicBezTo>
                  <a:pt x="66809" y="105891"/>
                  <a:pt x="70605" y="103718"/>
                  <a:pt x="73666" y="100902"/>
                </a:cubicBezTo>
                <a:lnTo>
                  <a:pt x="83954" y="115974"/>
                </a:lnTo>
                <a:cubicBezTo>
                  <a:pt x="79546" y="120013"/>
                  <a:pt x="74095" y="123072"/>
                  <a:pt x="67603" y="125152"/>
                </a:cubicBezTo>
                <a:cubicBezTo>
                  <a:pt x="61113" y="127232"/>
                  <a:pt x="54377" y="128272"/>
                  <a:pt x="47395" y="128272"/>
                </a:cubicBezTo>
                <a:moveTo>
                  <a:pt x="67788" y="73375"/>
                </a:moveTo>
                <a:cubicBezTo>
                  <a:pt x="67420" y="67496"/>
                  <a:pt x="65215" y="62750"/>
                  <a:pt x="61173" y="59138"/>
                </a:cubicBezTo>
                <a:cubicBezTo>
                  <a:pt x="57133" y="55524"/>
                  <a:pt x="52051" y="53717"/>
                  <a:pt x="45927" y="53717"/>
                </a:cubicBezTo>
                <a:cubicBezTo>
                  <a:pt x="39803" y="53717"/>
                  <a:pt x="34781" y="55584"/>
                  <a:pt x="30863" y="59320"/>
                </a:cubicBezTo>
                <a:cubicBezTo>
                  <a:pt x="26944" y="63056"/>
                  <a:pt x="24678" y="67741"/>
                  <a:pt x="24065" y="73375"/>
                </a:cubicBezTo>
                <a:lnTo>
                  <a:pt x="67788" y="73375"/>
                </a:lnTo>
                <a:close/>
                <a:moveTo>
                  <a:pt x="162213" y="126119"/>
                </a:moveTo>
                <a:lnTo>
                  <a:pt x="142005" y="96150"/>
                </a:lnTo>
                <a:lnTo>
                  <a:pt x="121615" y="126119"/>
                </a:lnTo>
                <a:lnTo>
                  <a:pt x="95711" y="126119"/>
                </a:lnTo>
                <a:lnTo>
                  <a:pt x="127126" y="80523"/>
                </a:lnTo>
                <a:lnTo>
                  <a:pt x="97547" y="37315"/>
                </a:lnTo>
                <a:lnTo>
                  <a:pt x="123633" y="37315"/>
                </a:lnTo>
                <a:lnTo>
                  <a:pt x="142005" y="64710"/>
                </a:lnTo>
                <a:lnTo>
                  <a:pt x="160192" y="37315"/>
                </a:lnTo>
                <a:lnTo>
                  <a:pt x="186278" y="37315"/>
                </a:lnTo>
                <a:lnTo>
                  <a:pt x="156517" y="80523"/>
                </a:lnTo>
                <a:lnTo>
                  <a:pt x="188299" y="126119"/>
                </a:lnTo>
                <a:lnTo>
                  <a:pt x="162213" y="126119"/>
                </a:lnTo>
                <a:close/>
                <a:moveTo>
                  <a:pt x="229635" y="128272"/>
                </a:moveTo>
                <a:cubicBezTo>
                  <a:pt x="212855" y="128272"/>
                  <a:pt x="204465" y="120185"/>
                  <a:pt x="204465" y="104013"/>
                </a:cubicBezTo>
                <a:lnTo>
                  <a:pt x="204465" y="57705"/>
                </a:lnTo>
                <a:lnTo>
                  <a:pt x="189768" y="57705"/>
                </a:lnTo>
                <a:lnTo>
                  <a:pt x="189768" y="37315"/>
                </a:lnTo>
                <a:lnTo>
                  <a:pt x="204465" y="37315"/>
                </a:lnTo>
                <a:lnTo>
                  <a:pt x="204465" y="13096"/>
                </a:lnTo>
                <a:lnTo>
                  <a:pt x="227981" y="13096"/>
                </a:lnTo>
                <a:lnTo>
                  <a:pt x="227981" y="37315"/>
                </a:lnTo>
                <a:lnTo>
                  <a:pt x="245983" y="37315"/>
                </a:lnTo>
                <a:lnTo>
                  <a:pt x="245983" y="57705"/>
                </a:lnTo>
                <a:lnTo>
                  <a:pt x="227981" y="57705"/>
                </a:lnTo>
                <a:lnTo>
                  <a:pt x="227981" y="97771"/>
                </a:lnTo>
                <a:cubicBezTo>
                  <a:pt x="227981" y="100589"/>
                  <a:pt x="228684" y="102917"/>
                  <a:pt x="230092" y="104756"/>
                </a:cubicBezTo>
                <a:cubicBezTo>
                  <a:pt x="231501" y="106593"/>
                  <a:pt x="233491" y="107512"/>
                  <a:pt x="236062" y="107512"/>
                </a:cubicBezTo>
                <a:cubicBezTo>
                  <a:pt x="239736" y="107512"/>
                  <a:pt x="242431" y="106654"/>
                  <a:pt x="244146" y="104938"/>
                </a:cubicBezTo>
                <a:lnTo>
                  <a:pt x="249105" y="122576"/>
                </a:lnTo>
                <a:cubicBezTo>
                  <a:pt x="245065" y="126373"/>
                  <a:pt x="238575" y="128272"/>
                  <a:pt x="229635" y="128272"/>
                </a:cubicBezTo>
                <a:close/>
                <a:moveTo>
                  <a:pt x="473606" y="77681"/>
                </a:moveTo>
                <a:lnTo>
                  <a:pt x="473606" y="81717"/>
                </a:lnTo>
                <a:cubicBezTo>
                  <a:pt x="467985" y="84288"/>
                  <a:pt x="462453" y="87757"/>
                  <a:pt x="457012" y="92122"/>
                </a:cubicBezTo>
                <a:cubicBezTo>
                  <a:pt x="451570" y="96488"/>
                  <a:pt x="444962" y="103096"/>
                  <a:pt x="437188" y="111946"/>
                </a:cubicBezTo>
                <a:lnTo>
                  <a:pt x="430012" y="111946"/>
                </a:lnTo>
                <a:cubicBezTo>
                  <a:pt x="434138" y="101660"/>
                  <a:pt x="439939" y="92362"/>
                  <a:pt x="447414" y="84049"/>
                </a:cubicBezTo>
                <a:lnTo>
                  <a:pt x="330355" y="84049"/>
                </a:lnTo>
                <a:cubicBezTo>
                  <a:pt x="337830" y="92362"/>
                  <a:pt x="343630" y="101660"/>
                  <a:pt x="347756" y="111946"/>
                </a:cubicBezTo>
                <a:lnTo>
                  <a:pt x="340580" y="111946"/>
                </a:lnTo>
                <a:cubicBezTo>
                  <a:pt x="332806" y="103096"/>
                  <a:pt x="326198" y="96488"/>
                  <a:pt x="320757" y="92122"/>
                </a:cubicBezTo>
                <a:cubicBezTo>
                  <a:pt x="315315" y="87757"/>
                  <a:pt x="309783" y="84288"/>
                  <a:pt x="304162" y="81717"/>
                </a:cubicBezTo>
                <a:lnTo>
                  <a:pt x="304162" y="77681"/>
                </a:lnTo>
                <a:cubicBezTo>
                  <a:pt x="309783" y="75049"/>
                  <a:pt x="315315" y="71566"/>
                  <a:pt x="320757" y="67230"/>
                </a:cubicBezTo>
                <a:cubicBezTo>
                  <a:pt x="326198" y="62895"/>
                  <a:pt x="332806" y="56272"/>
                  <a:pt x="340580" y="47362"/>
                </a:cubicBezTo>
                <a:lnTo>
                  <a:pt x="347756" y="47362"/>
                </a:lnTo>
                <a:cubicBezTo>
                  <a:pt x="343630" y="57647"/>
                  <a:pt x="337830" y="66946"/>
                  <a:pt x="330355" y="75259"/>
                </a:cubicBezTo>
                <a:lnTo>
                  <a:pt x="447414" y="75259"/>
                </a:lnTo>
                <a:cubicBezTo>
                  <a:pt x="439939" y="66946"/>
                  <a:pt x="434138" y="57647"/>
                  <a:pt x="430012" y="47362"/>
                </a:cubicBezTo>
                <a:lnTo>
                  <a:pt x="437188" y="47362"/>
                </a:lnTo>
                <a:cubicBezTo>
                  <a:pt x="444962" y="56272"/>
                  <a:pt x="451570" y="62895"/>
                  <a:pt x="457012" y="67230"/>
                </a:cubicBezTo>
                <a:cubicBezTo>
                  <a:pt x="462453" y="71566"/>
                  <a:pt x="467985" y="75049"/>
                  <a:pt x="473606" y="77681"/>
                </a:cubicBezTo>
                <a:close/>
                <a:moveTo>
                  <a:pt x="574218" y="126119"/>
                </a:moveTo>
                <a:lnTo>
                  <a:pt x="526820" y="3588"/>
                </a:lnTo>
                <a:lnTo>
                  <a:pt x="556581" y="3588"/>
                </a:lnTo>
                <a:lnTo>
                  <a:pt x="590566" y="97827"/>
                </a:lnTo>
                <a:lnTo>
                  <a:pt x="624369" y="3588"/>
                </a:lnTo>
                <a:lnTo>
                  <a:pt x="654130" y="3588"/>
                </a:lnTo>
                <a:lnTo>
                  <a:pt x="606917" y="126119"/>
                </a:lnTo>
                <a:lnTo>
                  <a:pt x="574218" y="126119"/>
                </a:lnTo>
                <a:close/>
                <a:moveTo>
                  <a:pt x="676543" y="27740"/>
                </a:moveTo>
                <a:cubicBezTo>
                  <a:pt x="672745" y="27740"/>
                  <a:pt x="669469" y="26392"/>
                  <a:pt x="666712" y="23698"/>
                </a:cubicBezTo>
                <a:cubicBezTo>
                  <a:pt x="663958" y="21003"/>
                  <a:pt x="662580" y="17696"/>
                  <a:pt x="662580" y="13777"/>
                </a:cubicBezTo>
                <a:cubicBezTo>
                  <a:pt x="662580" y="9859"/>
                  <a:pt x="663958" y="6583"/>
                  <a:pt x="666712" y="3950"/>
                </a:cubicBezTo>
                <a:cubicBezTo>
                  <a:pt x="669469" y="1317"/>
                  <a:pt x="672745" y="0"/>
                  <a:pt x="676543" y="0"/>
                </a:cubicBezTo>
                <a:cubicBezTo>
                  <a:pt x="680462" y="0"/>
                  <a:pt x="683767" y="1317"/>
                  <a:pt x="686460" y="3950"/>
                </a:cubicBezTo>
                <a:cubicBezTo>
                  <a:pt x="689155" y="6583"/>
                  <a:pt x="690502" y="9859"/>
                  <a:pt x="690502" y="13777"/>
                </a:cubicBezTo>
                <a:cubicBezTo>
                  <a:pt x="690502" y="17696"/>
                  <a:pt x="689155" y="21003"/>
                  <a:pt x="686460" y="23698"/>
                </a:cubicBezTo>
                <a:cubicBezTo>
                  <a:pt x="683767" y="26392"/>
                  <a:pt x="680462" y="27740"/>
                  <a:pt x="676543" y="27740"/>
                </a:cubicBezTo>
                <a:moveTo>
                  <a:pt x="664969" y="126119"/>
                </a:moveTo>
                <a:lnTo>
                  <a:pt x="664969" y="37315"/>
                </a:lnTo>
                <a:lnTo>
                  <a:pt x="688299" y="37315"/>
                </a:lnTo>
                <a:lnTo>
                  <a:pt x="688299" y="126119"/>
                </a:lnTo>
                <a:lnTo>
                  <a:pt x="664969" y="126119"/>
                </a:lnTo>
                <a:close/>
                <a:moveTo>
                  <a:pt x="772437" y="126119"/>
                </a:moveTo>
                <a:lnTo>
                  <a:pt x="772437" y="114682"/>
                </a:lnTo>
                <a:cubicBezTo>
                  <a:pt x="765089" y="123742"/>
                  <a:pt x="755965" y="128272"/>
                  <a:pt x="745064" y="128272"/>
                </a:cubicBezTo>
                <a:cubicBezTo>
                  <a:pt x="733306" y="128272"/>
                  <a:pt x="723814" y="124048"/>
                  <a:pt x="716587" y="115601"/>
                </a:cubicBezTo>
                <a:cubicBezTo>
                  <a:pt x="709363" y="107153"/>
                  <a:pt x="705750" y="95889"/>
                  <a:pt x="705750" y="81810"/>
                </a:cubicBezTo>
                <a:cubicBezTo>
                  <a:pt x="705750" y="67852"/>
                  <a:pt x="709363" y="56588"/>
                  <a:pt x="716587" y="48018"/>
                </a:cubicBezTo>
                <a:cubicBezTo>
                  <a:pt x="723814" y="39448"/>
                  <a:pt x="733306" y="35163"/>
                  <a:pt x="745064" y="35163"/>
                </a:cubicBezTo>
                <a:cubicBezTo>
                  <a:pt x="756210" y="35163"/>
                  <a:pt x="765334" y="39692"/>
                  <a:pt x="772437" y="48752"/>
                </a:cubicBezTo>
                <a:lnTo>
                  <a:pt x="772437" y="3588"/>
                </a:lnTo>
                <a:lnTo>
                  <a:pt x="795950" y="3588"/>
                </a:lnTo>
                <a:lnTo>
                  <a:pt x="795950" y="126119"/>
                </a:lnTo>
                <a:lnTo>
                  <a:pt x="772437" y="126119"/>
                </a:lnTo>
                <a:moveTo>
                  <a:pt x="752229" y="107512"/>
                </a:moveTo>
                <a:cubicBezTo>
                  <a:pt x="756148" y="107512"/>
                  <a:pt x="760005" y="106563"/>
                  <a:pt x="763801" y="104666"/>
                </a:cubicBezTo>
                <a:cubicBezTo>
                  <a:pt x="767598" y="102770"/>
                  <a:pt x="770477" y="100352"/>
                  <a:pt x="772437" y="97415"/>
                </a:cubicBezTo>
                <a:lnTo>
                  <a:pt x="772437" y="66020"/>
                </a:lnTo>
                <a:cubicBezTo>
                  <a:pt x="770477" y="63082"/>
                  <a:pt x="767598" y="60665"/>
                  <a:pt x="763801" y="58768"/>
                </a:cubicBezTo>
                <a:cubicBezTo>
                  <a:pt x="760005" y="56871"/>
                  <a:pt x="756148" y="55923"/>
                  <a:pt x="752229" y="55923"/>
                </a:cubicBezTo>
                <a:cubicBezTo>
                  <a:pt x="745616" y="55923"/>
                  <a:pt x="740226" y="58310"/>
                  <a:pt x="736061" y="63085"/>
                </a:cubicBezTo>
                <a:cubicBezTo>
                  <a:pt x="731897" y="67857"/>
                  <a:pt x="729815" y="74099"/>
                  <a:pt x="729815" y="81810"/>
                </a:cubicBezTo>
                <a:cubicBezTo>
                  <a:pt x="729815" y="89275"/>
                  <a:pt x="731836" y="95425"/>
                  <a:pt x="735878" y="100260"/>
                </a:cubicBezTo>
                <a:cubicBezTo>
                  <a:pt x="739921" y="105094"/>
                  <a:pt x="745371" y="107512"/>
                  <a:pt x="752229" y="107512"/>
                </a:cubicBezTo>
                <a:close/>
                <a:moveTo>
                  <a:pt x="860798" y="128272"/>
                </a:moveTo>
                <a:cubicBezTo>
                  <a:pt x="846836" y="128272"/>
                  <a:pt x="835446" y="123956"/>
                  <a:pt x="826628" y="115324"/>
                </a:cubicBezTo>
                <a:cubicBezTo>
                  <a:pt x="817811" y="106692"/>
                  <a:pt x="813402" y="95459"/>
                  <a:pt x="813402" y="81625"/>
                </a:cubicBezTo>
                <a:cubicBezTo>
                  <a:pt x="813402" y="68403"/>
                  <a:pt x="817781" y="57354"/>
                  <a:pt x="826538" y="48477"/>
                </a:cubicBezTo>
                <a:cubicBezTo>
                  <a:pt x="835295" y="39601"/>
                  <a:pt x="846225" y="35163"/>
                  <a:pt x="859329" y="35163"/>
                </a:cubicBezTo>
                <a:cubicBezTo>
                  <a:pt x="872435" y="35163"/>
                  <a:pt x="883120" y="39663"/>
                  <a:pt x="891386" y="48665"/>
                </a:cubicBezTo>
                <a:cubicBezTo>
                  <a:pt x="899653" y="57667"/>
                  <a:pt x="903787" y="69455"/>
                  <a:pt x="903787" y="84030"/>
                </a:cubicBezTo>
                <a:lnTo>
                  <a:pt x="903787" y="89173"/>
                </a:lnTo>
                <a:lnTo>
                  <a:pt x="837834" y="89173"/>
                </a:lnTo>
                <a:cubicBezTo>
                  <a:pt x="838571" y="94798"/>
                  <a:pt x="841112" y="99629"/>
                  <a:pt x="845459" y="103666"/>
                </a:cubicBezTo>
                <a:cubicBezTo>
                  <a:pt x="849808" y="107700"/>
                  <a:pt x="855778" y="109718"/>
                  <a:pt x="863371" y="109718"/>
                </a:cubicBezTo>
                <a:cubicBezTo>
                  <a:pt x="867045" y="109718"/>
                  <a:pt x="871148" y="108952"/>
                  <a:pt x="875680" y="107422"/>
                </a:cubicBezTo>
                <a:cubicBezTo>
                  <a:pt x="880211" y="105891"/>
                  <a:pt x="884008" y="103718"/>
                  <a:pt x="887069" y="100902"/>
                </a:cubicBezTo>
                <a:lnTo>
                  <a:pt x="897356" y="115974"/>
                </a:lnTo>
                <a:cubicBezTo>
                  <a:pt x="892948" y="120013"/>
                  <a:pt x="887498" y="123072"/>
                  <a:pt x="881006" y="125152"/>
                </a:cubicBezTo>
                <a:cubicBezTo>
                  <a:pt x="874515" y="127232"/>
                  <a:pt x="867779" y="128272"/>
                  <a:pt x="860798" y="128272"/>
                </a:cubicBezTo>
                <a:moveTo>
                  <a:pt x="881191" y="73375"/>
                </a:moveTo>
                <a:cubicBezTo>
                  <a:pt x="880822" y="67496"/>
                  <a:pt x="878617" y="62750"/>
                  <a:pt x="874575" y="59138"/>
                </a:cubicBezTo>
                <a:cubicBezTo>
                  <a:pt x="870535" y="55524"/>
                  <a:pt x="865453" y="53717"/>
                  <a:pt x="859329" y="53717"/>
                </a:cubicBezTo>
                <a:cubicBezTo>
                  <a:pt x="853205" y="53717"/>
                  <a:pt x="848184" y="55584"/>
                  <a:pt x="844265" y="59320"/>
                </a:cubicBezTo>
                <a:cubicBezTo>
                  <a:pt x="840346" y="63056"/>
                  <a:pt x="838080" y="67741"/>
                  <a:pt x="837467" y="73375"/>
                </a:cubicBezTo>
                <a:lnTo>
                  <a:pt x="881191" y="73375"/>
                </a:lnTo>
                <a:close/>
                <a:moveTo>
                  <a:pt x="961838" y="128272"/>
                </a:moveTo>
                <a:cubicBezTo>
                  <a:pt x="948122" y="128272"/>
                  <a:pt x="936885" y="123864"/>
                  <a:pt x="928128" y="115049"/>
                </a:cubicBezTo>
                <a:cubicBezTo>
                  <a:pt x="919371" y="106234"/>
                  <a:pt x="914992" y="95093"/>
                  <a:pt x="914992" y="81625"/>
                </a:cubicBezTo>
                <a:cubicBezTo>
                  <a:pt x="914992" y="68158"/>
                  <a:pt x="919371" y="57049"/>
                  <a:pt x="928128" y="48295"/>
                </a:cubicBezTo>
                <a:cubicBezTo>
                  <a:pt x="936885" y="39540"/>
                  <a:pt x="948122" y="35163"/>
                  <a:pt x="961838" y="35163"/>
                </a:cubicBezTo>
                <a:cubicBezTo>
                  <a:pt x="975555" y="35163"/>
                  <a:pt x="986822" y="39540"/>
                  <a:pt x="995638" y="48295"/>
                </a:cubicBezTo>
                <a:cubicBezTo>
                  <a:pt x="1004457" y="57049"/>
                  <a:pt x="1008866" y="68158"/>
                  <a:pt x="1008866" y="81625"/>
                </a:cubicBezTo>
                <a:cubicBezTo>
                  <a:pt x="1008866" y="95214"/>
                  <a:pt x="1004457" y="106387"/>
                  <a:pt x="995638" y="115142"/>
                </a:cubicBezTo>
                <a:cubicBezTo>
                  <a:pt x="986822" y="123895"/>
                  <a:pt x="975555" y="128272"/>
                  <a:pt x="961838" y="128272"/>
                </a:cubicBezTo>
                <a:moveTo>
                  <a:pt x="961838" y="107512"/>
                </a:moveTo>
                <a:cubicBezTo>
                  <a:pt x="968573" y="107512"/>
                  <a:pt x="974053" y="105094"/>
                  <a:pt x="978279" y="100260"/>
                </a:cubicBezTo>
                <a:cubicBezTo>
                  <a:pt x="982504" y="95425"/>
                  <a:pt x="984616" y="89214"/>
                  <a:pt x="984616" y="81625"/>
                </a:cubicBezTo>
                <a:cubicBezTo>
                  <a:pt x="984616" y="74282"/>
                  <a:pt x="982504" y="68163"/>
                  <a:pt x="978279" y="63267"/>
                </a:cubicBezTo>
                <a:cubicBezTo>
                  <a:pt x="974053" y="58371"/>
                  <a:pt x="968573" y="55923"/>
                  <a:pt x="961838" y="55923"/>
                </a:cubicBezTo>
                <a:cubicBezTo>
                  <a:pt x="955346" y="55923"/>
                  <a:pt x="949957" y="58279"/>
                  <a:pt x="945670" y="62992"/>
                </a:cubicBezTo>
                <a:cubicBezTo>
                  <a:pt x="941385" y="67703"/>
                  <a:pt x="939242" y="73914"/>
                  <a:pt x="939242" y="81625"/>
                </a:cubicBezTo>
                <a:cubicBezTo>
                  <a:pt x="939242" y="89458"/>
                  <a:pt x="941385" y="95732"/>
                  <a:pt x="945670" y="100445"/>
                </a:cubicBezTo>
                <a:cubicBezTo>
                  <a:pt x="949957" y="105156"/>
                  <a:pt x="955346" y="107512"/>
                  <a:pt x="961838" y="107512"/>
                </a:cubicBezTo>
                <a:close/>
                <a:moveTo>
                  <a:pt x="1142971" y="126119"/>
                </a:moveTo>
                <a:lnTo>
                  <a:pt x="1118906" y="82524"/>
                </a:lnTo>
                <a:lnTo>
                  <a:pt x="1099800" y="82524"/>
                </a:lnTo>
                <a:lnTo>
                  <a:pt x="1099800" y="126119"/>
                </a:lnTo>
                <a:lnTo>
                  <a:pt x="1073714" y="126119"/>
                </a:lnTo>
                <a:lnTo>
                  <a:pt x="1073714" y="3588"/>
                </a:lnTo>
                <a:lnTo>
                  <a:pt x="1131032" y="3588"/>
                </a:lnTo>
                <a:cubicBezTo>
                  <a:pt x="1143523" y="3588"/>
                  <a:pt x="1153504" y="7290"/>
                  <a:pt x="1160975" y="14694"/>
                </a:cubicBezTo>
                <a:cubicBezTo>
                  <a:pt x="1168447" y="22098"/>
                  <a:pt x="1172182" y="31552"/>
                  <a:pt x="1172182" y="43056"/>
                </a:cubicBezTo>
                <a:cubicBezTo>
                  <a:pt x="1172182" y="52602"/>
                  <a:pt x="1169641" y="60618"/>
                  <a:pt x="1164558" y="67104"/>
                </a:cubicBezTo>
                <a:cubicBezTo>
                  <a:pt x="1159475" y="73589"/>
                  <a:pt x="1153075" y="77688"/>
                  <a:pt x="1145359" y="79402"/>
                </a:cubicBezTo>
                <a:lnTo>
                  <a:pt x="1172917" y="126119"/>
                </a:lnTo>
                <a:lnTo>
                  <a:pt x="1142971" y="126119"/>
                </a:lnTo>
                <a:moveTo>
                  <a:pt x="1127172" y="59561"/>
                </a:moveTo>
                <a:cubicBezTo>
                  <a:pt x="1132439" y="59561"/>
                  <a:pt x="1136817" y="58094"/>
                  <a:pt x="1140308" y="55160"/>
                </a:cubicBezTo>
                <a:cubicBezTo>
                  <a:pt x="1143799" y="52226"/>
                  <a:pt x="1145544" y="48192"/>
                  <a:pt x="1145544" y="43056"/>
                </a:cubicBezTo>
                <a:cubicBezTo>
                  <a:pt x="1145544" y="37921"/>
                  <a:pt x="1143799" y="33886"/>
                  <a:pt x="1140308" y="30952"/>
                </a:cubicBezTo>
                <a:cubicBezTo>
                  <a:pt x="1136817" y="28018"/>
                  <a:pt x="1132439" y="26551"/>
                  <a:pt x="1127172" y="26551"/>
                </a:cubicBezTo>
                <a:lnTo>
                  <a:pt x="1099800" y="26551"/>
                </a:lnTo>
                <a:lnTo>
                  <a:pt x="1099800" y="59561"/>
                </a:lnTo>
                <a:lnTo>
                  <a:pt x="1127172" y="59561"/>
                </a:lnTo>
                <a:close/>
                <a:moveTo>
                  <a:pt x="1227476" y="128272"/>
                </a:moveTo>
                <a:cubicBezTo>
                  <a:pt x="1213514" y="128272"/>
                  <a:pt x="1202124" y="123956"/>
                  <a:pt x="1193306" y="115324"/>
                </a:cubicBezTo>
                <a:cubicBezTo>
                  <a:pt x="1184489" y="106692"/>
                  <a:pt x="1180080" y="95459"/>
                  <a:pt x="1180080" y="81625"/>
                </a:cubicBezTo>
                <a:cubicBezTo>
                  <a:pt x="1180080" y="68403"/>
                  <a:pt x="1184459" y="57354"/>
                  <a:pt x="1193216" y="48477"/>
                </a:cubicBezTo>
                <a:cubicBezTo>
                  <a:pt x="1201973" y="39601"/>
                  <a:pt x="1212903" y="35163"/>
                  <a:pt x="1226007" y="35163"/>
                </a:cubicBezTo>
                <a:cubicBezTo>
                  <a:pt x="1239113" y="35163"/>
                  <a:pt x="1249798" y="39663"/>
                  <a:pt x="1258064" y="48665"/>
                </a:cubicBezTo>
                <a:cubicBezTo>
                  <a:pt x="1266331" y="57667"/>
                  <a:pt x="1270465" y="69455"/>
                  <a:pt x="1270465" y="84030"/>
                </a:cubicBezTo>
                <a:lnTo>
                  <a:pt x="1270465" y="89173"/>
                </a:lnTo>
                <a:lnTo>
                  <a:pt x="1204513" y="89173"/>
                </a:lnTo>
                <a:cubicBezTo>
                  <a:pt x="1205249" y="94798"/>
                  <a:pt x="1207790" y="99629"/>
                  <a:pt x="1212137" y="103666"/>
                </a:cubicBezTo>
                <a:cubicBezTo>
                  <a:pt x="1216486" y="107700"/>
                  <a:pt x="1222456" y="109718"/>
                  <a:pt x="1230049" y="109718"/>
                </a:cubicBezTo>
                <a:cubicBezTo>
                  <a:pt x="1233723" y="109718"/>
                  <a:pt x="1237826" y="108952"/>
                  <a:pt x="1242358" y="107422"/>
                </a:cubicBezTo>
                <a:cubicBezTo>
                  <a:pt x="1246890" y="105891"/>
                  <a:pt x="1250686" y="103718"/>
                  <a:pt x="1253747" y="100902"/>
                </a:cubicBezTo>
                <a:lnTo>
                  <a:pt x="1264034" y="115974"/>
                </a:lnTo>
                <a:cubicBezTo>
                  <a:pt x="1259626" y="120013"/>
                  <a:pt x="1254176" y="123072"/>
                  <a:pt x="1247684" y="125152"/>
                </a:cubicBezTo>
                <a:cubicBezTo>
                  <a:pt x="1241194" y="127232"/>
                  <a:pt x="1234458" y="128272"/>
                  <a:pt x="1227476" y="128272"/>
                </a:cubicBezTo>
                <a:moveTo>
                  <a:pt x="1247869" y="73375"/>
                </a:moveTo>
                <a:cubicBezTo>
                  <a:pt x="1247501" y="67496"/>
                  <a:pt x="1245295" y="62750"/>
                  <a:pt x="1241253" y="59138"/>
                </a:cubicBezTo>
                <a:cubicBezTo>
                  <a:pt x="1237213" y="55524"/>
                  <a:pt x="1232131" y="53717"/>
                  <a:pt x="1226007" y="53717"/>
                </a:cubicBezTo>
                <a:cubicBezTo>
                  <a:pt x="1219883" y="53717"/>
                  <a:pt x="1214862" y="55584"/>
                  <a:pt x="1210943" y="59320"/>
                </a:cubicBezTo>
                <a:cubicBezTo>
                  <a:pt x="1207024" y="63056"/>
                  <a:pt x="1204758" y="67741"/>
                  <a:pt x="1204145" y="73375"/>
                </a:cubicBezTo>
                <a:lnTo>
                  <a:pt x="1247869" y="73375"/>
                </a:lnTo>
                <a:close/>
                <a:moveTo>
                  <a:pt x="1317127" y="128272"/>
                </a:moveTo>
                <a:cubicBezTo>
                  <a:pt x="1300348" y="128272"/>
                  <a:pt x="1291958" y="120185"/>
                  <a:pt x="1291958" y="104013"/>
                </a:cubicBezTo>
                <a:lnTo>
                  <a:pt x="1291958" y="57705"/>
                </a:lnTo>
                <a:lnTo>
                  <a:pt x="1277261" y="57705"/>
                </a:lnTo>
                <a:lnTo>
                  <a:pt x="1277261" y="37315"/>
                </a:lnTo>
                <a:lnTo>
                  <a:pt x="1291958" y="37315"/>
                </a:lnTo>
                <a:lnTo>
                  <a:pt x="1291958" y="13096"/>
                </a:lnTo>
                <a:lnTo>
                  <a:pt x="1315473" y="13096"/>
                </a:lnTo>
                <a:lnTo>
                  <a:pt x="1315473" y="37315"/>
                </a:lnTo>
                <a:lnTo>
                  <a:pt x="1333475" y="37315"/>
                </a:lnTo>
                <a:lnTo>
                  <a:pt x="1333475" y="57705"/>
                </a:lnTo>
                <a:lnTo>
                  <a:pt x="1315473" y="57705"/>
                </a:lnTo>
                <a:lnTo>
                  <a:pt x="1315473" y="97771"/>
                </a:lnTo>
                <a:cubicBezTo>
                  <a:pt x="1315473" y="100589"/>
                  <a:pt x="1316177" y="102917"/>
                  <a:pt x="1317584" y="104756"/>
                </a:cubicBezTo>
                <a:cubicBezTo>
                  <a:pt x="1318993" y="106593"/>
                  <a:pt x="1320983" y="107512"/>
                  <a:pt x="1323555" y="107512"/>
                </a:cubicBezTo>
                <a:cubicBezTo>
                  <a:pt x="1327229" y="107512"/>
                  <a:pt x="1329924" y="106654"/>
                  <a:pt x="1331639" y="104938"/>
                </a:cubicBezTo>
                <a:lnTo>
                  <a:pt x="1336598" y="122576"/>
                </a:lnTo>
                <a:cubicBezTo>
                  <a:pt x="1332558" y="126373"/>
                  <a:pt x="1326067" y="128272"/>
                  <a:pt x="1317127" y="128272"/>
                </a:cubicBezTo>
                <a:close/>
                <a:moveTo>
                  <a:pt x="1349459" y="126119"/>
                </a:moveTo>
                <a:lnTo>
                  <a:pt x="1349459" y="37315"/>
                </a:lnTo>
                <a:lnTo>
                  <a:pt x="1372789" y="37315"/>
                </a:lnTo>
                <a:lnTo>
                  <a:pt x="1372789" y="49492"/>
                </a:lnTo>
                <a:cubicBezTo>
                  <a:pt x="1375974" y="45573"/>
                  <a:pt x="1380107" y="42206"/>
                  <a:pt x="1385188" y="39390"/>
                </a:cubicBezTo>
                <a:cubicBezTo>
                  <a:pt x="1390271" y="36572"/>
                  <a:pt x="1395568" y="35163"/>
                  <a:pt x="1401079" y="35163"/>
                </a:cubicBezTo>
                <a:lnTo>
                  <a:pt x="1401079" y="57941"/>
                </a:lnTo>
                <a:lnTo>
                  <a:pt x="1394651" y="57391"/>
                </a:lnTo>
                <a:cubicBezTo>
                  <a:pt x="1390486" y="57391"/>
                  <a:pt x="1386290" y="58372"/>
                  <a:pt x="1382065" y="60332"/>
                </a:cubicBezTo>
                <a:cubicBezTo>
                  <a:pt x="1377840" y="62292"/>
                  <a:pt x="1374748" y="64681"/>
                  <a:pt x="1372789" y="67500"/>
                </a:cubicBezTo>
                <a:lnTo>
                  <a:pt x="1372789" y="126119"/>
                </a:lnTo>
                <a:lnTo>
                  <a:pt x="1349459" y="126119"/>
                </a:lnTo>
                <a:close/>
                <a:moveTo>
                  <a:pt x="1427168" y="27740"/>
                </a:moveTo>
                <a:cubicBezTo>
                  <a:pt x="1423370" y="27740"/>
                  <a:pt x="1420093" y="26392"/>
                  <a:pt x="1417337" y="23698"/>
                </a:cubicBezTo>
                <a:cubicBezTo>
                  <a:pt x="1414582" y="21003"/>
                  <a:pt x="1413205" y="17696"/>
                  <a:pt x="1413205" y="13777"/>
                </a:cubicBezTo>
                <a:cubicBezTo>
                  <a:pt x="1413205" y="9859"/>
                  <a:pt x="1414582" y="6583"/>
                  <a:pt x="1417337" y="3950"/>
                </a:cubicBezTo>
                <a:cubicBezTo>
                  <a:pt x="1420093" y="1317"/>
                  <a:pt x="1423370" y="0"/>
                  <a:pt x="1427168" y="0"/>
                </a:cubicBezTo>
                <a:cubicBezTo>
                  <a:pt x="1431086" y="0"/>
                  <a:pt x="1434392" y="1317"/>
                  <a:pt x="1437085" y="3950"/>
                </a:cubicBezTo>
                <a:cubicBezTo>
                  <a:pt x="1439780" y="6583"/>
                  <a:pt x="1441127" y="9859"/>
                  <a:pt x="1441127" y="13777"/>
                </a:cubicBezTo>
                <a:cubicBezTo>
                  <a:pt x="1441127" y="17696"/>
                  <a:pt x="1439780" y="21003"/>
                  <a:pt x="1437085" y="23698"/>
                </a:cubicBezTo>
                <a:cubicBezTo>
                  <a:pt x="1434392" y="26392"/>
                  <a:pt x="1431086" y="27740"/>
                  <a:pt x="1427168" y="27740"/>
                </a:cubicBezTo>
                <a:moveTo>
                  <a:pt x="1415593" y="126119"/>
                </a:moveTo>
                <a:lnTo>
                  <a:pt x="1415593" y="37315"/>
                </a:lnTo>
                <a:lnTo>
                  <a:pt x="1438924" y="37315"/>
                </a:lnTo>
                <a:lnTo>
                  <a:pt x="1438924" y="126119"/>
                </a:lnTo>
                <a:lnTo>
                  <a:pt x="1415593" y="126119"/>
                </a:lnTo>
                <a:close/>
                <a:moveTo>
                  <a:pt x="1503770" y="128272"/>
                </a:moveTo>
                <a:cubicBezTo>
                  <a:pt x="1489809" y="128272"/>
                  <a:pt x="1478419" y="123956"/>
                  <a:pt x="1469600" y="115324"/>
                </a:cubicBezTo>
                <a:cubicBezTo>
                  <a:pt x="1460783" y="106692"/>
                  <a:pt x="1456375" y="95459"/>
                  <a:pt x="1456375" y="81625"/>
                </a:cubicBezTo>
                <a:cubicBezTo>
                  <a:pt x="1456375" y="68403"/>
                  <a:pt x="1460753" y="57354"/>
                  <a:pt x="1469511" y="48477"/>
                </a:cubicBezTo>
                <a:cubicBezTo>
                  <a:pt x="1478268" y="39601"/>
                  <a:pt x="1489198" y="35163"/>
                  <a:pt x="1502302" y="35163"/>
                </a:cubicBezTo>
                <a:cubicBezTo>
                  <a:pt x="1515407" y="35163"/>
                  <a:pt x="1526093" y="39663"/>
                  <a:pt x="1534358" y="48665"/>
                </a:cubicBezTo>
                <a:cubicBezTo>
                  <a:pt x="1542626" y="57667"/>
                  <a:pt x="1546759" y="69455"/>
                  <a:pt x="1546759" y="84030"/>
                </a:cubicBezTo>
                <a:lnTo>
                  <a:pt x="1546759" y="89173"/>
                </a:lnTo>
                <a:lnTo>
                  <a:pt x="1480807" y="89173"/>
                </a:lnTo>
                <a:cubicBezTo>
                  <a:pt x="1481543" y="94798"/>
                  <a:pt x="1484085" y="99629"/>
                  <a:pt x="1488432" y="103666"/>
                </a:cubicBezTo>
                <a:cubicBezTo>
                  <a:pt x="1492780" y="107700"/>
                  <a:pt x="1498751" y="109718"/>
                  <a:pt x="1506344" y="109718"/>
                </a:cubicBezTo>
                <a:cubicBezTo>
                  <a:pt x="1510018" y="109718"/>
                  <a:pt x="1514121" y="108952"/>
                  <a:pt x="1518652" y="107422"/>
                </a:cubicBezTo>
                <a:cubicBezTo>
                  <a:pt x="1523184" y="105891"/>
                  <a:pt x="1526980" y="103718"/>
                  <a:pt x="1530041" y="100902"/>
                </a:cubicBezTo>
                <a:lnTo>
                  <a:pt x="1540329" y="115974"/>
                </a:lnTo>
                <a:cubicBezTo>
                  <a:pt x="1535921" y="120013"/>
                  <a:pt x="1530470" y="123072"/>
                  <a:pt x="1523978" y="125152"/>
                </a:cubicBezTo>
                <a:cubicBezTo>
                  <a:pt x="1517488" y="127232"/>
                  <a:pt x="1510752" y="128272"/>
                  <a:pt x="1503770" y="128272"/>
                </a:cubicBezTo>
                <a:moveTo>
                  <a:pt x="1524163" y="73375"/>
                </a:moveTo>
                <a:cubicBezTo>
                  <a:pt x="1523795" y="67496"/>
                  <a:pt x="1521590" y="62750"/>
                  <a:pt x="1517548" y="59138"/>
                </a:cubicBezTo>
                <a:cubicBezTo>
                  <a:pt x="1513508" y="55524"/>
                  <a:pt x="1508426" y="53717"/>
                  <a:pt x="1502302" y="53717"/>
                </a:cubicBezTo>
                <a:cubicBezTo>
                  <a:pt x="1496178" y="53717"/>
                  <a:pt x="1491156" y="55584"/>
                  <a:pt x="1487238" y="59320"/>
                </a:cubicBezTo>
                <a:cubicBezTo>
                  <a:pt x="1483319" y="63056"/>
                  <a:pt x="1481053" y="67741"/>
                  <a:pt x="1480440" y="73375"/>
                </a:cubicBezTo>
                <a:lnTo>
                  <a:pt x="1524163" y="73375"/>
                </a:lnTo>
                <a:close/>
                <a:moveTo>
                  <a:pt x="1586624" y="126119"/>
                </a:moveTo>
                <a:lnTo>
                  <a:pt x="1550985" y="37315"/>
                </a:lnTo>
                <a:lnTo>
                  <a:pt x="1575969" y="37315"/>
                </a:lnTo>
                <a:lnTo>
                  <a:pt x="1599115" y="99113"/>
                </a:lnTo>
                <a:lnTo>
                  <a:pt x="1622263" y="37315"/>
                </a:lnTo>
                <a:lnTo>
                  <a:pt x="1647430" y="37315"/>
                </a:lnTo>
                <a:lnTo>
                  <a:pt x="1611791" y="126119"/>
                </a:lnTo>
                <a:lnTo>
                  <a:pt x="1586624" y="126119"/>
                </a:lnTo>
                <a:close/>
                <a:moveTo>
                  <a:pt x="1711176" y="126119"/>
                </a:moveTo>
                <a:lnTo>
                  <a:pt x="1711176" y="116902"/>
                </a:lnTo>
                <a:cubicBezTo>
                  <a:pt x="1704685" y="124482"/>
                  <a:pt x="1695316" y="128272"/>
                  <a:pt x="1683069" y="128272"/>
                </a:cubicBezTo>
                <a:cubicBezTo>
                  <a:pt x="1674497" y="128272"/>
                  <a:pt x="1667209" y="125552"/>
                  <a:pt x="1661207" y="120112"/>
                </a:cubicBezTo>
                <a:cubicBezTo>
                  <a:pt x="1655206" y="114672"/>
                  <a:pt x="1652206" y="107612"/>
                  <a:pt x="1652206" y="98931"/>
                </a:cubicBezTo>
                <a:cubicBezTo>
                  <a:pt x="1652206" y="90253"/>
                  <a:pt x="1655053" y="83316"/>
                  <a:pt x="1660747" y="78121"/>
                </a:cubicBezTo>
                <a:cubicBezTo>
                  <a:pt x="1666443" y="72924"/>
                  <a:pt x="1673884" y="70325"/>
                  <a:pt x="1683069" y="70325"/>
                </a:cubicBezTo>
                <a:cubicBezTo>
                  <a:pt x="1695806" y="70325"/>
                  <a:pt x="1705175" y="73932"/>
                  <a:pt x="1711176" y="81145"/>
                </a:cubicBezTo>
                <a:lnTo>
                  <a:pt x="1711176" y="69179"/>
                </a:lnTo>
                <a:cubicBezTo>
                  <a:pt x="1711176" y="64639"/>
                  <a:pt x="1709399" y="61020"/>
                  <a:pt x="1705847" y="58319"/>
                </a:cubicBezTo>
                <a:cubicBezTo>
                  <a:pt x="1702296" y="55619"/>
                  <a:pt x="1697581" y="54269"/>
                  <a:pt x="1691702" y="54269"/>
                </a:cubicBezTo>
                <a:cubicBezTo>
                  <a:pt x="1681906" y="54269"/>
                  <a:pt x="1673273" y="57760"/>
                  <a:pt x="1665801" y="64741"/>
                </a:cubicBezTo>
                <a:lnTo>
                  <a:pt x="1656983" y="49153"/>
                </a:lnTo>
                <a:cubicBezTo>
                  <a:pt x="1667760" y="39826"/>
                  <a:pt x="1680680" y="35163"/>
                  <a:pt x="1695744" y="35163"/>
                </a:cubicBezTo>
                <a:cubicBezTo>
                  <a:pt x="1708237" y="35163"/>
                  <a:pt x="1717820" y="38072"/>
                  <a:pt x="1724493" y="43892"/>
                </a:cubicBezTo>
                <a:cubicBezTo>
                  <a:pt x="1731169" y="49709"/>
                  <a:pt x="1734506" y="58008"/>
                  <a:pt x="1734506" y="68789"/>
                </a:cubicBezTo>
                <a:lnTo>
                  <a:pt x="1734506" y="126119"/>
                </a:lnTo>
                <a:lnTo>
                  <a:pt x="1711176" y="126119"/>
                </a:lnTo>
                <a:moveTo>
                  <a:pt x="1692439" y="112473"/>
                </a:moveTo>
                <a:cubicBezTo>
                  <a:pt x="1701011" y="112473"/>
                  <a:pt x="1707257" y="109911"/>
                  <a:pt x="1711176" y="104787"/>
                </a:cubicBezTo>
                <a:lnTo>
                  <a:pt x="1711176" y="93810"/>
                </a:lnTo>
                <a:cubicBezTo>
                  <a:pt x="1707257" y="88686"/>
                  <a:pt x="1701011" y="86124"/>
                  <a:pt x="1692439" y="86124"/>
                </a:cubicBezTo>
                <a:cubicBezTo>
                  <a:pt x="1687784" y="86124"/>
                  <a:pt x="1683834" y="87283"/>
                  <a:pt x="1680588" y="89602"/>
                </a:cubicBezTo>
                <a:cubicBezTo>
                  <a:pt x="1677344" y="91920"/>
                  <a:pt x="1675722" y="95212"/>
                  <a:pt x="1675722" y="99481"/>
                </a:cubicBezTo>
                <a:cubicBezTo>
                  <a:pt x="1675722" y="103629"/>
                  <a:pt x="1677344" y="106832"/>
                  <a:pt x="1680588" y="109090"/>
                </a:cubicBezTo>
                <a:cubicBezTo>
                  <a:pt x="1683834" y="111345"/>
                  <a:pt x="1687784" y="112473"/>
                  <a:pt x="1692439" y="112473"/>
                </a:cubicBezTo>
                <a:close/>
                <a:moveTo>
                  <a:pt x="1757655" y="126119"/>
                </a:moveTo>
                <a:lnTo>
                  <a:pt x="1757655" y="3588"/>
                </a:lnTo>
                <a:lnTo>
                  <a:pt x="1780985" y="3588"/>
                </a:lnTo>
                <a:lnTo>
                  <a:pt x="1780985" y="126119"/>
                </a:lnTo>
                <a:lnTo>
                  <a:pt x="1757655" y="1261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8454B8-8F87-48C3-80F8-9AE2DC6B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020" y="1401536"/>
            <a:ext cx="1269527" cy="333926"/>
          </a:xfrm>
          <a:custGeom xmlns:a="http://schemas.openxmlformats.org/drawingml/2006/main">
            <a:pathLst>
              <a:path w="1269527" h="333926">
                <a:moveTo>
                  <a:pt x="0" y="0"/>
                </a:moveTo>
                <a:lnTo>
                  <a:pt x="1269527" y="0"/>
                </a:lnTo>
                <a:lnTo>
                  <a:pt x="1269527" y="333926"/>
                </a:lnTo>
                <a:lnTo>
                  <a:pt x="0" y="3339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video">
            <a:extLst xmlns:a="http://schemas.openxmlformats.org/drawingml/2006/main">
              <a:ext uri="{FF2B5EF4-FFF2-40B4-BE49-F238E27FC236}">
                <a16:creationId xmlns:a16="http://schemas.microsoft.com/office/drawing/2014/main" id="{C4AEE82C-8886-4D4B-AEE6-271FDFDD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5384" y="1504716"/>
            <a:ext cx="446310" cy="119481"/>
          </a:xfrm>
          <a:custGeom xmlns:a="http://schemas.openxmlformats.org/drawingml/2006/main">
            <a:pathLst>
              <a:path w="446310" h="119481">
                <a:moveTo>
                  <a:pt x="55220" y="117543"/>
                </a:moveTo>
                <a:lnTo>
                  <a:pt x="32534" y="117543"/>
                </a:lnTo>
                <a:lnTo>
                  <a:pt x="0" y="35521"/>
                </a:lnTo>
                <a:lnTo>
                  <a:pt x="21959" y="35521"/>
                </a:lnTo>
                <a:lnTo>
                  <a:pt x="38993" y="82113"/>
                </a:lnTo>
                <a:lnTo>
                  <a:pt x="44079" y="97159"/>
                </a:lnTo>
                <a:lnTo>
                  <a:pt x="49084" y="82761"/>
                </a:lnTo>
                <a:lnTo>
                  <a:pt x="66280" y="35521"/>
                </a:lnTo>
                <a:lnTo>
                  <a:pt x="87431" y="35521"/>
                </a:lnTo>
                <a:lnTo>
                  <a:pt x="55220" y="117543"/>
                </a:lnTo>
                <a:close/>
                <a:moveTo>
                  <a:pt x="148411" y="12957"/>
                </a:moveTo>
                <a:cubicBezTo>
                  <a:pt x="148411" y="14738"/>
                  <a:pt x="148088" y="16412"/>
                  <a:pt x="147442" y="17978"/>
                </a:cubicBezTo>
                <a:cubicBezTo>
                  <a:pt x="146796" y="19543"/>
                  <a:pt x="145895" y="20907"/>
                  <a:pt x="144738" y="22067"/>
                </a:cubicBezTo>
                <a:cubicBezTo>
                  <a:pt x="143580" y="23228"/>
                  <a:pt x="142221" y="24146"/>
                  <a:pt x="140661" y="24822"/>
                </a:cubicBezTo>
                <a:cubicBezTo>
                  <a:pt x="139100" y="25496"/>
                  <a:pt x="137405" y="25834"/>
                  <a:pt x="135575" y="25834"/>
                </a:cubicBezTo>
                <a:cubicBezTo>
                  <a:pt x="133745" y="25834"/>
                  <a:pt x="132036" y="25496"/>
                  <a:pt x="130448" y="24822"/>
                </a:cubicBezTo>
                <a:cubicBezTo>
                  <a:pt x="128861" y="24146"/>
                  <a:pt x="127488" y="23228"/>
                  <a:pt x="126331" y="22067"/>
                </a:cubicBezTo>
                <a:cubicBezTo>
                  <a:pt x="125174" y="20907"/>
                  <a:pt x="124272" y="19543"/>
                  <a:pt x="123627" y="17978"/>
                </a:cubicBezTo>
                <a:cubicBezTo>
                  <a:pt x="122981" y="16412"/>
                  <a:pt x="122658" y="14738"/>
                  <a:pt x="122658" y="12957"/>
                </a:cubicBezTo>
                <a:cubicBezTo>
                  <a:pt x="122658" y="11176"/>
                  <a:pt x="122981" y="9503"/>
                  <a:pt x="123627" y="7937"/>
                </a:cubicBezTo>
                <a:cubicBezTo>
                  <a:pt x="124272" y="6371"/>
                  <a:pt x="125174" y="4994"/>
                  <a:pt x="126331" y="3807"/>
                </a:cubicBezTo>
                <a:cubicBezTo>
                  <a:pt x="127488" y="2620"/>
                  <a:pt x="128861" y="1689"/>
                  <a:pt x="130448" y="1014"/>
                </a:cubicBezTo>
                <a:cubicBezTo>
                  <a:pt x="132036" y="338"/>
                  <a:pt x="133745" y="0"/>
                  <a:pt x="135575" y="0"/>
                </a:cubicBezTo>
                <a:cubicBezTo>
                  <a:pt x="137405" y="0"/>
                  <a:pt x="139100" y="338"/>
                  <a:pt x="140661" y="1014"/>
                </a:cubicBezTo>
                <a:cubicBezTo>
                  <a:pt x="142221" y="1689"/>
                  <a:pt x="143580" y="2620"/>
                  <a:pt x="144738" y="3807"/>
                </a:cubicBezTo>
                <a:cubicBezTo>
                  <a:pt x="145895" y="4994"/>
                  <a:pt x="146796" y="6371"/>
                  <a:pt x="147442" y="7937"/>
                </a:cubicBezTo>
                <a:cubicBezTo>
                  <a:pt x="148088" y="9503"/>
                  <a:pt x="148411" y="11176"/>
                  <a:pt x="148411" y="12957"/>
                </a:cubicBezTo>
                <a:moveTo>
                  <a:pt x="126614" y="50860"/>
                </a:moveTo>
                <a:lnTo>
                  <a:pt x="103444" y="50860"/>
                </a:lnTo>
                <a:lnTo>
                  <a:pt x="103444" y="35521"/>
                </a:lnTo>
                <a:lnTo>
                  <a:pt x="146796" y="35521"/>
                </a:lnTo>
                <a:lnTo>
                  <a:pt x="146796" y="102205"/>
                </a:lnTo>
                <a:lnTo>
                  <a:pt x="170450" y="102205"/>
                </a:lnTo>
                <a:lnTo>
                  <a:pt x="170450" y="117543"/>
                </a:lnTo>
                <a:lnTo>
                  <a:pt x="100618" y="117543"/>
                </a:lnTo>
                <a:lnTo>
                  <a:pt x="100618" y="102205"/>
                </a:lnTo>
                <a:lnTo>
                  <a:pt x="126614" y="102205"/>
                </a:lnTo>
                <a:lnTo>
                  <a:pt x="126614" y="50860"/>
                </a:lnTo>
                <a:close/>
                <a:moveTo>
                  <a:pt x="242490" y="117543"/>
                </a:moveTo>
                <a:lnTo>
                  <a:pt x="242006" y="105426"/>
                </a:lnTo>
                <a:cubicBezTo>
                  <a:pt x="240283" y="107539"/>
                  <a:pt x="238507" y="109462"/>
                  <a:pt x="236678" y="111196"/>
                </a:cubicBezTo>
                <a:cubicBezTo>
                  <a:pt x="234848" y="112928"/>
                  <a:pt x="232883" y="114404"/>
                  <a:pt x="230784" y="115624"/>
                </a:cubicBezTo>
                <a:cubicBezTo>
                  <a:pt x="228685" y="116841"/>
                  <a:pt x="226438" y="117788"/>
                  <a:pt x="224043" y="118464"/>
                </a:cubicBezTo>
                <a:cubicBezTo>
                  <a:pt x="221648" y="119142"/>
                  <a:pt x="218998" y="119481"/>
                  <a:pt x="216091" y="119481"/>
                </a:cubicBezTo>
                <a:cubicBezTo>
                  <a:pt x="211247" y="119481"/>
                  <a:pt x="206942" y="118511"/>
                  <a:pt x="203174" y="116572"/>
                </a:cubicBezTo>
                <a:cubicBezTo>
                  <a:pt x="199407" y="114633"/>
                  <a:pt x="196245" y="111872"/>
                  <a:pt x="193689" y="108290"/>
                </a:cubicBezTo>
                <a:cubicBezTo>
                  <a:pt x="191132" y="104707"/>
                  <a:pt x="189181" y="100357"/>
                  <a:pt x="187836" y="95239"/>
                </a:cubicBezTo>
                <a:cubicBezTo>
                  <a:pt x="186490" y="90121"/>
                  <a:pt x="185817" y="84410"/>
                  <a:pt x="185817" y="78107"/>
                </a:cubicBezTo>
                <a:cubicBezTo>
                  <a:pt x="185817" y="70565"/>
                  <a:pt x="186880" y="64033"/>
                  <a:pt x="189006" y="58512"/>
                </a:cubicBezTo>
                <a:cubicBezTo>
                  <a:pt x="191132" y="52990"/>
                  <a:pt x="194079" y="48411"/>
                  <a:pt x="197846" y="44775"/>
                </a:cubicBezTo>
                <a:cubicBezTo>
                  <a:pt x="201614" y="41139"/>
                  <a:pt x="206081" y="38445"/>
                  <a:pt x="211247" y="36694"/>
                </a:cubicBezTo>
                <a:cubicBezTo>
                  <a:pt x="216414" y="34944"/>
                  <a:pt x="222038" y="34068"/>
                  <a:pt x="228120" y="34068"/>
                </a:cubicBezTo>
                <a:cubicBezTo>
                  <a:pt x="230165" y="34068"/>
                  <a:pt x="232224" y="34203"/>
                  <a:pt x="234296" y="34472"/>
                </a:cubicBezTo>
                <a:cubicBezTo>
                  <a:pt x="236368" y="34741"/>
                  <a:pt x="238211" y="35091"/>
                  <a:pt x="239826" y="35521"/>
                </a:cubicBezTo>
                <a:lnTo>
                  <a:pt x="239826" y="3391"/>
                </a:lnTo>
                <a:lnTo>
                  <a:pt x="259524" y="3391"/>
                </a:lnTo>
                <a:lnTo>
                  <a:pt x="259524" y="117543"/>
                </a:lnTo>
                <a:lnTo>
                  <a:pt x="242490" y="117543"/>
                </a:lnTo>
                <a:moveTo>
                  <a:pt x="206484" y="77178"/>
                </a:moveTo>
                <a:cubicBezTo>
                  <a:pt x="206484" y="81699"/>
                  <a:pt x="206794" y="85561"/>
                  <a:pt x="207413" y="88763"/>
                </a:cubicBezTo>
                <a:cubicBezTo>
                  <a:pt x="208032" y="91965"/>
                  <a:pt x="208947" y="94589"/>
                  <a:pt x="210158" y="96634"/>
                </a:cubicBezTo>
                <a:cubicBezTo>
                  <a:pt x="211369" y="98679"/>
                  <a:pt x="212862" y="100173"/>
                  <a:pt x="214638" y="101115"/>
                </a:cubicBezTo>
                <a:cubicBezTo>
                  <a:pt x="216414" y="102057"/>
                  <a:pt x="218432" y="102528"/>
                  <a:pt x="220693" y="102528"/>
                </a:cubicBezTo>
                <a:cubicBezTo>
                  <a:pt x="224030" y="102528"/>
                  <a:pt x="227205" y="101182"/>
                  <a:pt x="230219" y="98491"/>
                </a:cubicBezTo>
                <a:cubicBezTo>
                  <a:pt x="233233" y="95800"/>
                  <a:pt x="236435" y="92113"/>
                  <a:pt x="239826" y="87431"/>
                </a:cubicBezTo>
                <a:lnTo>
                  <a:pt x="239826" y="51587"/>
                </a:lnTo>
                <a:cubicBezTo>
                  <a:pt x="238265" y="50995"/>
                  <a:pt x="236341" y="50510"/>
                  <a:pt x="234054" y="50134"/>
                </a:cubicBezTo>
                <a:cubicBezTo>
                  <a:pt x="231766" y="49757"/>
                  <a:pt x="229466" y="49568"/>
                  <a:pt x="227151" y="49568"/>
                </a:cubicBezTo>
                <a:cubicBezTo>
                  <a:pt x="223976" y="49568"/>
                  <a:pt x="221123" y="50214"/>
                  <a:pt x="218594" y="51506"/>
                </a:cubicBezTo>
                <a:cubicBezTo>
                  <a:pt x="216064" y="52798"/>
                  <a:pt x="213898" y="54628"/>
                  <a:pt x="212095" y="56996"/>
                </a:cubicBezTo>
                <a:cubicBezTo>
                  <a:pt x="210292" y="59364"/>
                  <a:pt x="208906" y="62257"/>
                  <a:pt x="207938" y="65674"/>
                </a:cubicBezTo>
                <a:cubicBezTo>
                  <a:pt x="206969" y="69092"/>
                  <a:pt x="206484" y="72926"/>
                  <a:pt x="206484" y="77178"/>
                </a:cubicBezTo>
                <a:close/>
                <a:moveTo>
                  <a:pt x="353119" y="70235"/>
                </a:moveTo>
                <a:cubicBezTo>
                  <a:pt x="353119" y="71581"/>
                  <a:pt x="353078" y="73330"/>
                  <a:pt x="352998" y="75483"/>
                </a:cubicBezTo>
                <a:cubicBezTo>
                  <a:pt x="352917" y="77636"/>
                  <a:pt x="352796" y="79654"/>
                  <a:pt x="352634" y="81538"/>
                </a:cubicBezTo>
                <a:lnTo>
                  <a:pt x="298707" y="81538"/>
                </a:lnTo>
                <a:cubicBezTo>
                  <a:pt x="298707" y="85144"/>
                  <a:pt x="299258" y="88319"/>
                  <a:pt x="300362" y="91064"/>
                </a:cubicBezTo>
                <a:cubicBezTo>
                  <a:pt x="301465" y="93809"/>
                  <a:pt x="303026" y="96110"/>
                  <a:pt x="305044" y="97966"/>
                </a:cubicBezTo>
                <a:cubicBezTo>
                  <a:pt x="307062" y="99823"/>
                  <a:pt x="309484" y="101236"/>
                  <a:pt x="312310" y="102205"/>
                </a:cubicBezTo>
                <a:cubicBezTo>
                  <a:pt x="315135" y="103173"/>
                  <a:pt x="318270" y="103658"/>
                  <a:pt x="321715" y="103658"/>
                </a:cubicBezTo>
                <a:cubicBezTo>
                  <a:pt x="325697" y="103658"/>
                  <a:pt x="329963" y="103342"/>
                  <a:pt x="334510" y="102712"/>
                </a:cubicBezTo>
                <a:cubicBezTo>
                  <a:pt x="339058" y="102079"/>
                  <a:pt x="343781" y="101049"/>
                  <a:pt x="348679" y="99621"/>
                </a:cubicBezTo>
                <a:lnTo>
                  <a:pt x="348679" y="115283"/>
                </a:lnTo>
                <a:cubicBezTo>
                  <a:pt x="346580" y="115899"/>
                  <a:pt x="344292" y="116459"/>
                  <a:pt x="341817" y="116963"/>
                </a:cubicBezTo>
                <a:cubicBezTo>
                  <a:pt x="339341" y="117466"/>
                  <a:pt x="336811" y="117913"/>
                  <a:pt x="334228" y="118305"/>
                </a:cubicBezTo>
                <a:cubicBezTo>
                  <a:pt x="331645" y="118697"/>
                  <a:pt x="329034" y="118991"/>
                  <a:pt x="326397" y="119186"/>
                </a:cubicBezTo>
                <a:cubicBezTo>
                  <a:pt x="323760" y="119383"/>
                  <a:pt x="321203" y="119481"/>
                  <a:pt x="318728" y="119481"/>
                </a:cubicBezTo>
                <a:cubicBezTo>
                  <a:pt x="312485" y="119481"/>
                  <a:pt x="306887" y="118592"/>
                  <a:pt x="301936" y="116814"/>
                </a:cubicBezTo>
                <a:cubicBezTo>
                  <a:pt x="296984" y="115037"/>
                  <a:pt x="292786" y="112410"/>
                  <a:pt x="289342" y="108936"/>
                </a:cubicBezTo>
                <a:cubicBezTo>
                  <a:pt x="285897" y="105461"/>
                  <a:pt x="283260" y="101164"/>
                  <a:pt x="281430" y="96046"/>
                </a:cubicBezTo>
                <a:cubicBezTo>
                  <a:pt x="279600" y="90928"/>
                  <a:pt x="278685" y="85003"/>
                  <a:pt x="278685" y="78271"/>
                </a:cubicBezTo>
                <a:cubicBezTo>
                  <a:pt x="278685" y="71590"/>
                  <a:pt x="279600" y="65516"/>
                  <a:pt x="281430" y="60048"/>
                </a:cubicBezTo>
                <a:cubicBezTo>
                  <a:pt x="283260" y="54580"/>
                  <a:pt x="285844" y="49894"/>
                  <a:pt x="289180" y="45989"/>
                </a:cubicBezTo>
                <a:cubicBezTo>
                  <a:pt x="292517" y="42082"/>
                  <a:pt x="296567" y="39064"/>
                  <a:pt x="301330" y="36937"/>
                </a:cubicBezTo>
                <a:cubicBezTo>
                  <a:pt x="306093" y="34809"/>
                  <a:pt x="311408" y="33745"/>
                  <a:pt x="317275" y="33745"/>
                </a:cubicBezTo>
                <a:cubicBezTo>
                  <a:pt x="323087" y="33745"/>
                  <a:pt x="328227" y="34647"/>
                  <a:pt x="332694" y="36450"/>
                </a:cubicBezTo>
                <a:cubicBezTo>
                  <a:pt x="337161" y="38253"/>
                  <a:pt x="340902" y="40769"/>
                  <a:pt x="343916" y="43998"/>
                </a:cubicBezTo>
                <a:cubicBezTo>
                  <a:pt x="346930" y="47227"/>
                  <a:pt x="349217" y="51075"/>
                  <a:pt x="350778" y="55542"/>
                </a:cubicBezTo>
                <a:cubicBezTo>
                  <a:pt x="352338" y="60010"/>
                  <a:pt x="353119" y="64907"/>
                  <a:pt x="353119" y="70235"/>
                </a:cubicBezTo>
                <a:moveTo>
                  <a:pt x="333098" y="67329"/>
                </a:moveTo>
                <a:cubicBezTo>
                  <a:pt x="333152" y="64113"/>
                  <a:pt x="332748" y="61313"/>
                  <a:pt x="331887" y="58928"/>
                </a:cubicBezTo>
                <a:cubicBezTo>
                  <a:pt x="331026" y="56543"/>
                  <a:pt x="329855" y="54574"/>
                  <a:pt x="328375" y="53020"/>
                </a:cubicBezTo>
                <a:cubicBezTo>
                  <a:pt x="326895" y="51466"/>
                  <a:pt x="325173" y="50314"/>
                  <a:pt x="323208" y="49563"/>
                </a:cubicBezTo>
                <a:cubicBezTo>
                  <a:pt x="321244" y="48813"/>
                  <a:pt x="319131" y="48438"/>
                  <a:pt x="316871" y="48438"/>
                </a:cubicBezTo>
                <a:cubicBezTo>
                  <a:pt x="311919" y="48438"/>
                  <a:pt x="307856" y="50086"/>
                  <a:pt x="304681" y="53383"/>
                </a:cubicBezTo>
                <a:cubicBezTo>
                  <a:pt x="301505" y="56678"/>
                  <a:pt x="299622" y="61326"/>
                  <a:pt x="299029" y="67329"/>
                </a:cubicBezTo>
                <a:lnTo>
                  <a:pt x="333098" y="67329"/>
                </a:lnTo>
                <a:close/>
                <a:moveTo>
                  <a:pt x="446310" y="75927"/>
                </a:moveTo>
                <a:cubicBezTo>
                  <a:pt x="446310" y="82390"/>
                  <a:pt x="445395" y="88302"/>
                  <a:pt x="443565" y="93662"/>
                </a:cubicBezTo>
                <a:cubicBezTo>
                  <a:pt x="441735" y="99023"/>
                  <a:pt x="439098" y="103616"/>
                  <a:pt x="435654" y="107442"/>
                </a:cubicBezTo>
                <a:cubicBezTo>
                  <a:pt x="432209" y="111267"/>
                  <a:pt x="427984" y="114229"/>
                  <a:pt x="422979" y="116330"/>
                </a:cubicBezTo>
                <a:cubicBezTo>
                  <a:pt x="417974" y="118431"/>
                  <a:pt x="412269" y="119481"/>
                  <a:pt x="405864" y="119481"/>
                </a:cubicBezTo>
                <a:cubicBezTo>
                  <a:pt x="399782" y="119481"/>
                  <a:pt x="394347" y="118592"/>
                  <a:pt x="389557" y="116814"/>
                </a:cubicBezTo>
                <a:cubicBezTo>
                  <a:pt x="384767" y="115037"/>
                  <a:pt x="380703" y="112383"/>
                  <a:pt x="377366" y="108855"/>
                </a:cubicBezTo>
                <a:cubicBezTo>
                  <a:pt x="374030" y="105326"/>
                  <a:pt x="371473" y="100909"/>
                  <a:pt x="369697" y="95602"/>
                </a:cubicBezTo>
                <a:cubicBezTo>
                  <a:pt x="367921" y="90296"/>
                  <a:pt x="367033" y="84114"/>
                  <a:pt x="367033" y="77057"/>
                </a:cubicBezTo>
                <a:cubicBezTo>
                  <a:pt x="367033" y="70540"/>
                  <a:pt x="367961" y="64615"/>
                  <a:pt x="369818" y="59281"/>
                </a:cubicBezTo>
                <a:cubicBezTo>
                  <a:pt x="371675" y="53948"/>
                  <a:pt x="374339" y="49396"/>
                  <a:pt x="377810" y="45625"/>
                </a:cubicBezTo>
                <a:cubicBezTo>
                  <a:pt x="381282" y="41853"/>
                  <a:pt x="385520" y="38930"/>
                  <a:pt x="390525" y="36856"/>
                </a:cubicBezTo>
                <a:cubicBezTo>
                  <a:pt x="395531" y="34782"/>
                  <a:pt x="401182" y="33745"/>
                  <a:pt x="407479" y="33745"/>
                </a:cubicBezTo>
                <a:cubicBezTo>
                  <a:pt x="413614" y="33745"/>
                  <a:pt x="419077" y="34648"/>
                  <a:pt x="423867" y="36452"/>
                </a:cubicBezTo>
                <a:cubicBezTo>
                  <a:pt x="428657" y="38257"/>
                  <a:pt x="432720" y="40937"/>
                  <a:pt x="436057" y="44493"/>
                </a:cubicBezTo>
                <a:cubicBezTo>
                  <a:pt x="439394" y="48048"/>
                  <a:pt x="441937" y="52452"/>
                  <a:pt x="443686" y="57705"/>
                </a:cubicBezTo>
                <a:cubicBezTo>
                  <a:pt x="445436" y="62957"/>
                  <a:pt x="446310" y="69031"/>
                  <a:pt x="446310" y="75927"/>
                </a:cubicBezTo>
                <a:moveTo>
                  <a:pt x="425805" y="76411"/>
                </a:moveTo>
                <a:cubicBezTo>
                  <a:pt x="425805" y="67921"/>
                  <a:pt x="424203" y="61540"/>
                  <a:pt x="421001" y="57268"/>
                </a:cubicBezTo>
                <a:cubicBezTo>
                  <a:pt x="417799" y="52996"/>
                  <a:pt x="413076" y="50860"/>
                  <a:pt x="406833" y="50860"/>
                </a:cubicBezTo>
                <a:cubicBezTo>
                  <a:pt x="403388" y="50860"/>
                  <a:pt x="400455" y="51532"/>
                  <a:pt x="398033" y="52876"/>
                </a:cubicBezTo>
                <a:cubicBezTo>
                  <a:pt x="395611" y="54218"/>
                  <a:pt x="393620" y="56058"/>
                  <a:pt x="392059" y="58396"/>
                </a:cubicBezTo>
                <a:cubicBezTo>
                  <a:pt x="390499" y="60734"/>
                  <a:pt x="389355" y="63461"/>
                  <a:pt x="388628" y="66577"/>
                </a:cubicBezTo>
                <a:cubicBezTo>
                  <a:pt x="387902" y="69694"/>
                  <a:pt x="387538" y="73026"/>
                  <a:pt x="387538" y="76573"/>
                </a:cubicBezTo>
                <a:cubicBezTo>
                  <a:pt x="387538" y="85117"/>
                  <a:pt x="389261" y="91552"/>
                  <a:pt x="392705" y="95877"/>
                </a:cubicBezTo>
                <a:cubicBezTo>
                  <a:pt x="396150" y="100203"/>
                  <a:pt x="400859" y="102366"/>
                  <a:pt x="406833" y="102366"/>
                </a:cubicBezTo>
                <a:cubicBezTo>
                  <a:pt x="410116" y="102366"/>
                  <a:pt x="412968" y="101708"/>
                  <a:pt x="415390" y="100391"/>
                </a:cubicBezTo>
                <a:cubicBezTo>
                  <a:pt x="417812" y="99074"/>
                  <a:pt x="419777" y="97247"/>
                  <a:pt x="421284" y="94911"/>
                </a:cubicBezTo>
                <a:cubicBezTo>
                  <a:pt x="422791" y="92573"/>
                  <a:pt x="423921" y="89819"/>
                  <a:pt x="424674" y="86649"/>
                </a:cubicBezTo>
                <a:cubicBezTo>
                  <a:pt x="425428" y="83479"/>
                  <a:pt x="425805" y="80066"/>
                  <a:pt x="425805" y="764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756120-E29F-4229-BB58-CFAE6054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1317" y="1960498"/>
            <a:ext cx="1227868" cy="333926"/>
          </a:xfrm>
          <a:custGeom xmlns:a="http://schemas.openxmlformats.org/drawingml/2006/main">
            <a:pathLst>
              <a:path w="1227868" h="333926">
                <a:moveTo>
                  <a:pt x="0" y="0"/>
                </a:moveTo>
                <a:lnTo>
                  <a:pt x="1227868" y="0"/>
                </a:lnTo>
                <a:lnTo>
                  <a:pt x="1227868" y="333926"/>
                </a:lnTo>
                <a:lnTo>
                  <a:pt x="0" y="3339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|VID_EMB|">
            <a:extLst xmlns:a="http://schemas.openxmlformats.org/drawingml/2006/main">
              <a:ext uri="{FF2B5EF4-FFF2-40B4-BE49-F238E27FC236}">
                <a16:creationId xmlns:a16="http://schemas.microsoft.com/office/drawing/2014/main" id="{14FF8C96-CB0F-497A-9189-E7ED3E1E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2600" y="2048985"/>
            <a:ext cx="744319" cy="165336"/>
          </a:xfrm>
          <a:custGeom xmlns:a="http://schemas.openxmlformats.org/drawingml/2006/main">
            <a:pathLst>
              <a:path w="744319" h="165336">
                <a:moveTo>
                  <a:pt x="0" y="165336"/>
                </a:moveTo>
                <a:lnTo>
                  <a:pt x="0" y="0"/>
                </a:lnTo>
                <a:lnTo>
                  <a:pt x="18164" y="0"/>
                </a:lnTo>
                <a:lnTo>
                  <a:pt x="18164" y="165336"/>
                </a:lnTo>
                <a:lnTo>
                  <a:pt x="0" y="165336"/>
                </a:lnTo>
                <a:close/>
                <a:moveTo>
                  <a:pt x="112889" y="132236"/>
                </a:moveTo>
                <a:lnTo>
                  <a:pt x="86571" y="132236"/>
                </a:lnTo>
                <a:lnTo>
                  <a:pt x="54360" y="26641"/>
                </a:lnTo>
                <a:lnTo>
                  <a:pt x="76884" y="26641"/>
                </a:lnTo>
                <a:lnTo>
                  <a:pt x="94725" y="90226"/>
                </a:lnTo>
                <a:lnTo>
                  <a:pt x="100457" y="111070"/>
                </a:lnTo>
                <a:lnTo>
                  <a:pt x="106431" y="89013"/>
                </a:lnTo>
                <a:lnTo>
                  <a:pt x="124111" y="26641"/>
                </a:lnTo>
                <a:lnTo>
                  <a:pt x="145262" y="26641"/>
                </a:lnTo>
                <a:lnTo>
                  <a:pt x="112889" y="132236"/>
                </a:lnTo>
                <a:close/>
                <a:moveTo>
                  <a:pt x="157239" y="42949"/>
                </a:moveTo>
                <a:lnTo>
                  <a:pt x="157239" y="26641"/>
                </a:lnTo>
                <a:lnTo>
                  <a:pt x="223922" y="26641"/>
                </a:lnTo>
                <a:lnTo>
                  <a:pt x="223922" y="42949"/>
                </a:lnTo>
                <a:lnTo>
                  <a:pt x="200672" y="42949"/>
                </a:lnTo>
                <a:lnTo>
                  <a:pt x="200672" y="115767"/>
                </a:lnTo>
                <a:lnTo>
                  <a:pt x="223922" y="115767"/>
                </a:lnTo>
                <a:lnTo>
                  <a:pt x="223922" y="132236"/>
                </a:lnTo>
                <a:lnTo>
                  <a:pt x="157239" y="132236"/>
                </a:lnTo>
                <a:lnTo>
                  <a:pt x="157239" y="115767"/>
                </a:lnTo>
                <a:lnTo>
                  <a:pt x="180489" y="115767"/>
                </a:lnTo>
                <a:lnTo>
                  <a:pt x="180489" y="42949"/>
                </a:lnTo>
                <a:lnTo>
                  <a:pt x="157239" y="42949"/>
                </a:lnTo>
                <a:close/>
                <a:moveTo>
                  <a:pt x="322522" y="78107"/>
                </a:moveTo>
                <a:cubicBezTo>
                  <a:pt x="322522" y="86292"/>
                  <a:pt x="321513" y="93725"/>
                  <a:pt x="319495" y="100403"/>
                </a:cubicBezTo>
                <a:cubicBezTo>
                  <a:pt x="317477" y="107082"/>
                  <a:pt x="314328" y="112779"/>
                  <a:pt x="310049" y="117493"/>
                </a:cubicBezTo>
                <a:cubicBezTo>
                  <a:pt x="305771" y="122206"/>
                  <a:pt x="300295" y="125841"/>
                  <a:pt x="293621" y="128399"/>
                </a:cubicBezTo>
                <a:cubicBezTo>
                  <a:pt x="286947" y="130957"/>
                  <a:pt x="278955" y="132236"/>
                  <a:pt x="269644" y="132236"/>
                </a:cubicBezTo>
                <a:lnTo>
                  <a:pt x="242841" y="132236"/>
                </a:lnTo>
                <a:lnTo>
                  <a:pt x="242841" y="26641"/>
                </a:lnTo>
                <a:lnTo>
                  <a:pt x="274084" y="26641"/>
                </a:lnTo>
                <a:cubicBezTo>
                  <a:pt x="282157" y="26641"/>
                  <a:pt x="289221" y="27651"/>
                  <a:pt x="295276" y="29671"/>
                </a:cubicBezTo>
                <a:cubicBezTo>
                  <a:pt x="301331" y="31691"/>
                  <a:pt x="306376" y="34802"/>
                  <a:pt x="310413" y="39003"/>
                </a:cubicBezTo>
                <a:cubicBezTo>
                  <a:pt x="314449" y="43204"/>
                  <a:pt x="317477" y="48537"/>
                  <a:pt x="319495" y="55000"/>
                </a:cubicBezTo>
                <a:cubicBezTo>
                  <a:pt x="321513" y="61464"/>
                  <a:pt x="322522" y="69166"/>
                  <a:pt x="322522" y="78107"/>
                </a:cubicBezTo>
                <a:moveTo>
                  <a:pt x="301210" y="79398"/>
                </a:moveTo>
                <a:cubicBezTo>
                  <a:pt x="301210" y="73687"/>
                  <a:pt x="300752" y="68595"/>
                  <a:pt x="299837" y="64123"/>
                </a:cubicBezTo>
                <a:cubicBezTo>
                  <a:pt x="298922" y="59650"/>
                  <a:pt x="297375" y="55865"/>
                  <a:pt x="295195" y="52767"/>
                </a:cubicBezTo>
                <a:cubicBezTo>
                  <a:pt x="293015" y="49669"/>
                  <a:pt x="290096" y="47312"/>
                  <a:pt x="286436" y="45696"/>
                </a:cubicBezTo>
                <a:cubicBezTo>
                  <a:pt x="282776" y="44080"/>
                  <a:pt x="278228" y="43271"/>
                  <a:pt x="272792" y="43271"/>
                </a:cubicBezTo>
                <a:lnTo>
                  <a:pt x="262701" y="43271"/>
                </a:lnTo>
                <a:lnTo>
                  <a:pt x="262701" y="115606"/>
                </a:lnTo>
                <a:lnTo>
                  <a:pt x="271420" y="115606"/>
                </a:lnTo>
                <a:cubicBezTo>
                  <a:pt x="281161" y="115606"/>
                  <a:pt x="288562" y="112696"/>
                  <a:pt x="293621" y="106877"/>
                </a:cubicBezTo>
                <a:cubicBezTo>
                  <a:pt x="298680" y="101058"/>
                  <a:pt x="301210" y="91898"/>
                  <a:pt x="301210" y="79398"/>
                </a:cubicBezTo>
                <a:close/>
                <a:moveTo>
                  <a:pt x="326668" y="165336"/>
                </a:moveTo>
                <a:lnTo>
                  <a:pt x="326668" y="149674"/>
                </a:lnTo>
                <a:lnTo>
                  <a:pt x="417570" y="149674"/>
                </a:lnTo>
                <a:lnTo>
                  <a:pt x="417570" y="165336"/>
                </a:lnTo>
                <a:lnTo>
                  <a:pt x="326668" y="165336"/>
                </a:lnTo>
                <a:close/>
                <a:moveTo>
                  <a:pt x="432292" y="132236"/>
                </a:moveTo>
                <a:lnTo>
                  <a:pt x="432292" y="26641"/>
                </a:lnTo>
                <a:lnTo>
                  <a:pt x="495827" y="26641"/>
                </a:lnTo>
                <a:lnTo>
                  <a:pt x="495827" y="43433"/>
                </a:lnTo>
                <a:lnTo>
                  <a:pt x="452474" y="43433"/>
                </a:lnTo>
                <a:lnTo>
                  <a:pt x="452474" y="69590"/>
                </a:lnTo>
                <a:lnTo>
                  <a:pt x="493808" y="69590"/>
                </a:lnTo>
                <a:lnTo>
                  <a:pt x="493808" y="86059"/>
                </a:lnTo>
                <a:lnTo>
                  <a:pt x="452474" y="86059"/>
                </a:lnTo>
                <a:lnTo>
                  <a:pt x="452474" y="115444"/>
                </a:lnTo>
                <a:lnTo>
                  <a:pt x="495827" y="115444"/>
                </a:lnTo>
                <a:lnTo>
                  <a:pt x="495827" y="132236"/>
                </a:lnTo>
                <a:lnTo>
                  <a:pt x="432292" y="132236"/>
                </a:lnTo>
                <a:close/>
                <a:moveTo>
                  <a:pt x="577958" y="132236"/>
                </a:moveTo>
                <a:lnTo>
                  <a:pt x="576020" y="72519"/>
                </a:lnTo>
                <a:lnTo>
                  <a:pt x="575294" y="48680"/>
                </a:lnTo>
                <a:lnTo>
                  <a:pt x="570208" y="64746"/>
                </a:lnTo>
                <a:lnTo>
                  <a:pt x="558502" y="100752"/>
                </a:lnTo>
                <a:lnTo>
                  <a:pt x="546069" y="100752"/>
                </a:lnTo>
                <a:lnTo>
                  <a:pt x="535494" y="64746"/>
                </a:lnTo>
                <a:lnTo>
                  <a:pt x="531053" y="48680"/>
                </a:lnTo>
                <a:lnTo>
                  <a:pt x="530488" y="72034"/>
                </a:lnTo>
                <a:lnTo>
                  <a:pt x="528712" y="132236"/>
                </a:lnTo>
                <a:lnTo>
                  <a:pt x="511840" y="132236"/>
                </a:lnTo>
                <a:lnTo>
                  <a:pt x="517006" y="26641"/>
                </a:lnTo>
                <a:lnTo>
                  <a:pt x="539449" y="26641"/>
                </a:lnTo>
                <a:lnTo>
                  <a:pt x="548733" y="56670"/>
                </a:lnTo>
                <a:lnTo>
                  <a:pt x="553173" y="73586"/>
                </a:lnTo>
                <a:lnTo>
                  <a:pt x="557614" y="57641"/>
                </a:lnTo>
                <a:lnTo>
                  <a:pt x="567382" y="26641"/>
                </a:lnTo>
                <a:lnTo>
                  <a:pt x="590229" y="26641"/>
                </a:lnTo>
                <a:lnTo>
                  <a:pt x="595476" y="132236"/>
                </a:lnTo>
                <a:lnTo>
                  <a:pt x="577958" y="132236"/>
                </a:lnTo>
                <a:close/>
                <a:moveTo>
                  <a:pt x="609390" y="132236"/>
                </a:moveTo>
                <a:lnTo>
                  <a:pt x="609390" y="26641"/>
                </a:lnTo>
                <a:lnTo>
                  <a:pt x="643459" y="26641"/>
                </a:lnTo>
                <a:cubicBezTo>
                  <a:pt x="655461" y="26641"/>
                  <a:pt x="664462" y="28743"/>
                  <a:pt x="670463" y="32948"/>
                </a:cubicBezTo>
                <a:cubicBezTo>
                  <a:pt x="676464" y="37153"/>
                  <a:pt x="679464" y="43514"/>
                  <a:pt x="679464" y="52031"/>
                </a:cubicBezTo>
                <a:cubicBezTo>
                  <a:pt x="679464" y="54673"/>
                  <a:pt x="679155" y="57248"/>
                  <a:pt x="678536" y="59756"/>
                </a:cubicBezTo>
                <a:cubicBezTo>
                  <a:pt x="677917" y="62262"/>
                  <a:pt x="676962" y="64566"/>
                  <a:pt x="675670" y="66668"/>
                </a:cubicBezTo>
                <a:cubicBezTo>
                  <a:pt x="674378" y="68771"/>
                  <a:pt x="672764" y="70631"/>
                  <a:pt x="670826" y="72249"/>
                </a:cubicBezTo>
                <a:cubicBezTo>
                  <a:pt x="668889" y="73865"/>
                  <a:pt x="666601" y="75131"/>
                  <a:pt x="663964" y="76048"/>
                </a:cubicBezTo>
                <a:cubicBezTo>
                  <a:pt x="666601" y="76479"/>
                  <a:pt x="669117" y="77326"/>
                  <a:pt x="671512" y="78591"/>
                </a:cubicBezTo>
                <a:cubicBezTo>
                  <a:pt x="673907" y="79856"/>
                  <a:pt x="676006" y="81497"/>
                  <a:pt x="677809" y="83516"/>
                </a:cubicBezTo>
                <a:cubicBezTo>
                  <a:pt x="679612" y="85534"/>
                  <a:pt x="681039" y="87915"/>
                  <a:pt x="682088" y="90660"/>
                </a:cubicBezTo>
                <a:cubicBezTo>
                  <a:pt x="683138" y="93405"/>
                  <a:pt x="683662" y="96473"/>
                  <a:pt x="683662" y="99863"/>
                </a:cubicBezTo>
                <a:cubicBezTo>
                  <a:pt x="683662" y="110628"/>
                  <a:pt x="680056" y="118714"/>
                  <a:pt x="672845" y="124123"/>
                </a:cubicBezTo>
                <a:cubicBezTo>
                  <a:pt x="665633" y="129532"/>
                  <a:pt x="655218" y="132236"/>
                  <a:pt x="641602" y="132236"/>
                </a:cubicBezTo>
                <a:lnTo>
                  <a:pt x="609390" y="132236"/>
                </a:lnTo>
                <a:moveTo>
                  <a:pt x="658797" y="55542"/>
                </a:moveTo>
                <a:cubicBezTo>
                  <a:pt x="658797" y="53551"/>
                  <a:pt x="658474" y="51748"/>
                  <a:pt x="657829" y="50134"/>
                </a:cubicBezTo>
                <a:cubicBezTo>
                  <a:pt x="657183" y="48519"/>
                  <a:pt x="656147" y="47147"/>
                  <a:pt x="654721" y="46016"/>
                </a:cubicBezTo>
                <a:cubicBezTo>
                  <a:pt x="653294" y="44886"/>
                  <a:pt x="651464" y="44012"/>
                  <a:pt x="649231" y="43393"/>
                </a:cubicBezTo>
                <a:cubicBezTo>
                  <a:pt x="646997" y="42774"/>
                  <a:pt x="644293" y="42464"/>
                  <a:pt x="641117" y="42464"/>
                </a:cubicBezTo>
                <a:lnTo>
                  <a:pt x="629089" y="42464"/>
                </a:lnTo>
                <a:lnTo>
                  <a:pt x="629089" y="70397"/>
                </a:lnTo>
                <a:lnTo>
                  <a:pt x="641117" y="70397"/>
                </a:lnTo>
                <a:cubicBezTo>
                  <a:pt x="644347" y="70397"/>
                  <a:pt x="647078" y="70007"/>
                  <a:pt x="649312" y="69226"/>
                </a:cubicBezTo>
                <a:cubicBezTo>
                  <a:pt x="651545" y="68446"/>
                  <a:pt x="653375" y="67369"/>
                  <a:pt x="654801" y="65997"/>
                </a:cubicBezTo>
                <a:cubicBezTo>
                  <a:pt x="656228" y="64625"/>
                  <a:pt x="657250" y="63050"/>
                  <a:pt x="657869" y="61274"/>
                </a:cubicBezTo>
                <a:cubicBezTo>
                  <a:pt x="658488" y="59498"/>
                  <a:pt x="658797" y="57588"/>
                  <a:pt x="658797" y="55542"/>
                </a:cubicBezTo>
                <a:moveTo>
                  <a:pt x="642974" y="115929"/>
                </a:moveTo>
                <a:cubicBezTo>
                  <a:pt x="646150" y="115929"/>
                  <a:pt x="648935" y="115527"/>
                  <a:pt x="651330" y="114723"/>
                </a:cubicBezTo>
                <a:cubicBezTo>
                  <a:pt x="653725" y="113917"/>
                  <a:pt x="655730" y="112803"/>
                  <a:pt x="657344" y="111380"/>
                </a:cubicBezTo>
                <a:cubicBezTo>
                  <a:pt x="658959" y="109957"/>
                  <a:pt x="660183" y="108280"/>
                  <a:pt x="661018" y="106347"/>
                </a:cubicBezTo>
                <a:cubicBezTo>
                  <a:pt x="661852" y="104415"/>
                  <a:pt x="662269" y="102348"/>
                  <a:pt x="662269" y="100149"/>
                </a:cubicBezTo>
                <a:cubicBezTo>
                  <a:pt x="662269" y="95586"/>
                  <a:pt x="660560" y="92016"/>
                  <a:pt x="657142" y="89439"/>
                </a:cubicBezTo>
                <a:cubicBezTo>
                  <a:pt x="653725" y="86863"/>
                  <a:pt x="648491" y="85574"/>
                  <a:pt x="641440" y="85574"/>
                </a:cubicBezTo>
                <a:lnTo>
                  <a:pt x="629089" y="85574"/>
                </a:lnTo>
                <a:lnTo>
                  <a:pt x="629089" y="115929"/>
                </a:lnTo>
                <a:lnTo>
                  <a:pt x="642974" y="115929"/>
                </a:lnTo>
                <a:close/>
                <a:moveTo>
                  <a:pt x="726155" y="165336"/>
                </a:moveTo>
                <a:lnTo>
                  <a:pt x="726155" y="0"/>
                </a:lnTo>
                <a:lnTo>
                  <a:pt x="744319" y="0"/>
                </a:lnTo>
                <a:lnTo>
                  <a:pt x="744319" y="165336"/>
                </a:lnTo>
                <a:lnTo>
                  <a:pt x="726155" y="165336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89FAB5-D4B2-4F95-9917-E710EA08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9022" y="2294424"/>
            <a:ext cx="1516229" cy="301163"/>
          </a:xfrm>
          <a:custGeom xmlns:a="http://schemas.openxmlformats.org/drawingml/2006/main">
            <a:pathLst>
              <a:path w="1516229" h="301163">
                <a:moveTo>
                  <a:pt x="0" y="301163"/>
                </a:moveTo>
                <a:cubicBezTo>
                  <a:pt x="0" y="225861"/>
                  <a:pt x="379057" y="188206"/>
                  <a:pt x="758115" y="150560"/>
                </a:cubicBezTo>
                <a:cubicBezTo>
                  <a:pt x="1137172" y="112915"/>
                  <a:pt x="1516229" y="75280"/>
                  <a:pt x="1516229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41ADA3-4515-4922-85A2-76252B12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708" y="2294424"/>
            <a:ext cx="1450543" cy="250970"/>
          </a:xfrm>
          <a:custGeom xmlns:a="http://schemas.openxmlformats.org/drawingml/2006/main">
            <a:pathLst>
              <a:path w="1450543" h="250970" fill="none">
                <a:moveTo>
                  <a:pt x="1450543" y="0"/>
                </a:moveTo>
                <a:cubicBezTo>
                  <a:pt x="1450543" y="75280"/>
                  <a:pt x="1071486" y="112915"/>
                  <a:pt x="692428" y="150560"/>
                </a:cubicBezTo>
                <a:cubicBezTo>
                  <a:pt x="502900" y="169383"/>
                  <a:pt x="313371" y="188208"/>
                  <a:pt x="171224" y="211741"/>
                </a:cubicBezTo>
                <a:cubicBezTo>
                  <a:pt x="135688" y="217624"/>
                  <a:pt x="103112" y="223801"/>
                  <a:pt x="74239" y="230346"/>
                </a:cubicBezTo>
                <a:cubicBezTo>
                  <a:pt x="59802" y="233618"/>
                  <a:pt x="46291" y="236983"/>
                  <a:pt x="33798" y="240448"/>
                </a:cubicBezTo>
                <a:cubicBezTo>
                  <a:pt x="27551" y="242181"/>
                  <a:pt x="21559" y="243939"/>
                  <a:pt x="15833" y="245724"/>
                </a:cubicBezTo>
                <a:cubicBezTo>
                  <a:pt x="12970" y="246616"/>
                  <a:pt x="10173" y="247515"/>
                  <a:pt x="7444" y="248420"/>
                </a:cubicBezTo>
                <a:cubicBezTo>
                  <a:pt x="6080" y="248873"/>
                  <a:pt x="4733" y="249327"/>
                  <a:pt x="3403" y="249784"/>
                </a:cubicBezTo>
                <a:lnTo>
                  <a:pt x="0" y="250970"/>
                </a:lnTo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FF"/>
            </a:solidFill>
            <a:round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9B831F-71F6-4285-9AE3-BBA52236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026" y="2527312"/>
            <a:ext cx="63499" cy="56046"/>
          </a:xfrm>
          <a:custGeom xmlns:a="http://schemas.openxmlformats.org/drawingml/2006/main">
            <a:pathLst>
              <a:path w="63499" h="56046">
                <a:moveTo>
                  <a:pt x="35865" y="0"/>
                </a:moveTo>
                <a:lnTo>
                  <a:pt x="63499" y="36166"/>
                </a:lnTo>
                <a:lnTo>
                  <a:pt x="0" y="56046"/>
                </a:lnTo>
                <a:lnTo>
                  <a:pt x="35865" y="0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89ACA9-457A-4F72-8FF4-74A8FC4F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026" y="2527312"/>
            <a:ext cx="63499" cy="56046"/>
          </a:xfrm>
          <a:custGeom xmlns:a="http://schemas.openxmlformats.org/drawingml/2006/main">
            <a:pathLst>
              <a:path w="63499" h="56046" fill="none">
                <a:moveTo>
                  <a:pt x="35865" y="0"/>
                </a:moveTo>
                <a:lnTo>
                  <a:pt x="0" y="56046"/>
                </a:lnTo>
                <a:lnTo>
                  <a:pt x="63499" y="36166"/>
                </a:lnTo>
                <a:lnTo>
                  <a:pt x="3586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FF"/>
            </a:solidFill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E0407E-4A48-4EAE-A85E-4E6E7D7A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6120" y="1596257"/>
            <a:ext cx="434" cy="198316"/>
          </a:xfrm>
          <a:custGeom xmlns:a="http://schemas.openxmlformats.org/drawingml/2006/main">
            <a:pathLst>
              <a:path w="434" h="198316">
                <a:moveTo>
                  <a:pt x="0" y="198316"/>
                </a:moveTo>
                <a:lnTo>
                  <a:pt x="0" y="99158"/>
                </a:lnTo>
                <a:lnTo>
                  <a:pt x="434" y="99158"/>
                </a:lnTo>
                <a:lnTo>
                  <a:pt x="434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6E2316-D166-4877-AC90-714F1C3C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6120" y="1596257"/>
            <a:ext cx="434" cy="115648"/>
          </a:xfrm>
          <a:custGeom xmlns:a="http://schemas.openxmlformats.org/drawingml/2006/main">
            <a:pathLst>
              <a:path w="434" h="115648" fill="none">
                <a:moveTo>
                  <a:pt x="434" y="0"/>
                </a:moveTo>
                <a:lnTo>
                  <a:pt x="434" y="99158"/>
                </a:lnTo>
                <a:lnTo>
                  <a:pt x="0" y="99158"/>
                </a:lnTo>
                <a:lnTo>
                  <a:pt x="0" y="115648"/>
                </a:lnTo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00"/>
            </a:solidFill>
            <a:round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0B10C9-C048-4E14-A4A1-ACE3291B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363" y="1711906"/>
            <a:ext cx="45515" cy="62526"/>
          </a:xfrm>
          <a:custGeom xmlns:a="http://schemas.openxmlformats.org/drawingml/2006/main">
            <a:pathLst>
              <a:path w="45515" h="62526">
                <a:moveTo>
                  <a:pt x="0" y="0"/>
                </a:moveTo>
                <a:lnTo>
                  <a:pt x="45515" y="0"/>
                </a:lnTo>
                <a:lnTo>
                  <a:pt x="22758" y="625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384F24-5883-41E0-B45C-8647866E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363" y="1711906"/>
            <a:ext cx="45515" cy="62526"/>
          </a:xfrm>
          <a:custGeom xmlns:a="http://schemas.openxmlformats.org/drawingml/2006/main">
            <a:pathLst>
              <a:path w="45515" h="62526" fill="none">
                <a:moveTo>
                  <a:pt x="0" y="0"/>
                </a:moveTo>
                <a:lnTo>
                  <a:pt x="22758" y="62526"/>
                </a:lnTo>
                <a:lnTo>
                  <a:pt x="4551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00"/>
            </a:solidFill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0CC386-A6ED-4F92-93EE-5BF8AD0F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638" y="2184200"/>
            <a:ext cx="881357" cy="411387"/>
          </a:xfrm>
          <a:custGeom xmlns:a="http://schemas.openxmlformats.org/drawingml/2006/main">
            <a:pathLst>
              <a:path w="881357" h="411387">
                <a:moveTo>
                  <a:pt x="0" y="0"/>
                </a:moveTo>
                <a:cubicBezTo>
                  <a:pt x="0" y="102836"/>
                  <a:pt x="220339" y="154249"/>
                  <a:pt x="440678" y="205673"/>
                </a:cubicBezTo>
                <a:cubicBezTo>
                  <a:pt x="661018" y="257096"/>
                  <a:pt x="881357" y="308530"/>
                  <a:pt x="881357" y="411387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0C6B98-EE6A-45B3-8935-A268D330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638" y="2184200"/>
            <a:ext cx="839672" cy="339998"/>
          </a:xfrm>
          <a:custGeom xmlns:a="http://schemas.openxmlformats.org/drawingml/2006/main">
            <a:pathLst>
              <a:path w="839672" h="339998" fill="none">
                <a:moveTo>
                  <a:pt x="0" y="0"/>
                </a:moveTo>
                <a:cubicBezTo>
                  <a:pt x="0" y="102836"/>
                  <a:pt x="220339" y="154249"/>
                  <a:pt x="440678" y="205673"/>
                </a:cubicBezTo>
                <a:cubicBezTo>
                  <a:pt x="550848" y="231385"/>
                  <a:pt x="661018" y="257099"/>
                  <a:pt x="743645" y="289242"/>
                </a:cubicBezTo>
                <a:cubicBezTo>
                  <a:pt x="764302" y="297278"/>
                  <a:pt x="783237" y="305716"/>
                  <a:pt x="800021" y="314656"/>
                </a:cubicBezTo>
                <a:cubicBezTo>
                  <a:pt x="808413" y="319126"/>
                  <a:pt x="816267" y="323721"/>
                  <a:pt x="823529" y="328455"/>
                </a:cubicBezTo>
                <a:cubicBezTo>
                  <a:pt x="827160" y="330821"/>
                  <a:pt x="830643" y="333223"/>
                  <a:pt x="833971" y="335660"/>
                </a:cubicBezTo>
                <a:cubicBezTo>
                  <a:pt x="835636" y="336879"/>
                  <a:pt x="837261" y="338107"/>
                  <a:pt x="838847" y="339344"/>
                </a:cubicBezTo>
                <a:lnTo>
                  <a:pt x="839672" y="339998"/>
                </a:lnTo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38761D"/>
            </a:solidFill>
            <a:round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9CA0DE-2518-4041-B485-C77A88DF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658" y="2512723"/>
            <a:ext cx="51181" cy="65470"/>
          </a:xfrm>
          <a:custGeom xmlns:a="http://schemas.openxmlformats.org/drawingml/2006/main">
            <a:pathLst>
              <a:path w="51181" h="65470">
                <a:moveTo>
                  <a:pt x="0" y="22951"/>
                </a:moveTo>
                <a:lnTo>
                  <a:pt x="39305" y="0"/>
                </a:lnTo>
                <a:lnTo>
                  <a:pt x="51181" y="65470"/>
                </a:lnTo>
                <a:lnTo>
                  <a:pt x="0" y="22951"/>
                </a:lnTo>
                <a:close/>
              </a:path>
            </a:pathLst>
          </a:custGeom>
          <a:solidFill xmlns:a="http://schemas.openxmlformats.org/drawingml/2006/main">
            <a:srgbClr val="38761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231599-3BE4-4AF2-856D-555ED5A4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658" y="2512723"/>
            <a:ext cx="51181" cy="65470"/>
          </a:xfrm>
          <a:custGeom xmlns:a="http://schemas.openxmlformats.org/drawingml/2006/main">
            <a:pathLst>
              <a:path w="51181" h="65470" fill="none">
                <a:moveTo>
                  <a:pt x="0" y="22951"/>
                </a:moveTo>
                <a:lnTo>
                  <a:pt x="51181" y="65470"/>
                </a:lnTo>
                <a:lnTo>
                  <a:pt x="39305" y="0"/>
                </a:lnTo>
                <a:lnTo>
                  <a:pt x="0" y="229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38761D"/>
            </a:solidFill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9CE16F-1EE8-43F6-A590-7337EA09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42" y="3230035"/>
            <a:ext cx="881357" cy="360397"/>
          </a:xfrm>
          <a:custGeom xmlns:a="http://schemas.openxmlformats.org/drawingml/2006/main">
            <a:pathLst>
              <a:path w="881357" h="360397">
                <a:moveTo>
                  <a:pt x="881357" y="0"/>
                </a:moveTo>
                <a:cubicBezTo>
                  <a:pt x="881357" y="90112"/>
                  <a:pt x="661018" y="135174"/>
                  <a:pt x="440678" y="180224"/>
                </a:cubicBezTo>
                <a:cubicBezTo>
                  <a:pt x="220339" y="225274"/>
                  <a:pt x="0" y="270311"/>
                  <a:pt x="0" y="360397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9568FA-9107-4EC8-B72D-2A091595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83" y="3230035"/>
            <a:ext cx="832917" cy="293408"/>
          </a:xfrm>
          <a:custGeom xmlns:a="http://schemas.openxmlformats.org/drawingml/2006/main">
            <a:pathLst>
              <a:path w="832917" h="293408" fill="none">
                <a:moveTo>
                  <a:pt x="832917" y="0"/>
                </a:moveTo>
                <a:cubicBezTo>
                  <a:pt x="832917" y="90112"/>
                  <a:pt x="612577" y="135174"/>
                  <a:pt x="392238" y="180224"/>
                </a:cubicBezTo>
                <a:cubicBezTo>
                  <a:pt x="282069" y="202749"/>
                  <a:pt x="171899" y="225271"/>
                  <a:pt x="89272" y="253422"/>
                </a:cubicBezTo>
                <a:cubicBezTo>
                  <a:pt x="68615" y="260460"/>
                  <a:pt x="49680" y="267849"/>
                  <a:pt x="32896" y="275679"/>
                </a:cubicBezTo>
                <a:cubicBezTo>
                  <a:pt x="24504" y="279594"/>
                  <a:pt x="16650" y="283619"/>
                  <a:pt x="9388" y="287764"/>
                </a:cubicBezTo>
                <a:cubicBezTo>
                  <a:pt x="7572" y="288800"/>
                  <a:pt x="5794" y="289844"/>
                  <a:pt x="4053" y="290896"/>
                </a:cubicBezTo>
                <a:cubicBezTo>
                  <a:pt x="3183" y="291422"/>
                  <a:pt x="2322" y="291950"/>
                  <a:pt x="1471" y="292479"/>
                </a:cubicBezTo>
                <a:lnTo>
                  <a:pt x="0" y="293408"/>
                </a:lnTo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38761D"/>
            </a:solidFill>
            <a:round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A696AC-9DEA-4B83-8A43-19D8064C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45" y="3510108"/>
            <a:ext cx="55079" cy="64002"/>
          </a:xfrm>
          <a:custGeom xmlns:a="http://schemas.openxmlformats.org/drawingml/2006/main">
            <a:pathLst>
              <a:path w="55079" h="64002">
                <a:moveTo>
                  <a:pt x="18196" y="0"/>
                </a:moveTo>
                <a:lnTo>
                  <a:pt x="55079" y="26670"/>
                </a:lnTo>
                <a:lnTo>
                  <a:pt x="0" y="64002"/>
                </a:lnTo>
                <a:lnTo>
                  <a:pt x="18196" y="0"/>
                </a:lnTo>
                <a:close/>
              </a:path>
            </a:pathLst>
          </a:custGeom>
          <a:solidFill xmlns:a="http://schemas.openxmlformats.org/drawingml/2006/main">
            <a:srgbClr val="38761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764686-159B-405A-B861-4532FF40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45" y="3510108"/>
            <a:ext cx="55079" cy="64002"/>
          </a:xfrm>
          <a:custGeom xmlns:a="http://schemas.openxmlformats.org/drawingml/2006/main">
            <a:pathLst>
              <a:path w="55079" h="64002" fill="none">
                <a:moveTo>
                  <a:pt x="18196" y="0"/>
                </a:moveTo>
                <a:lnTo>
                  <a:pt x="0" y="64002"/>
                </a:lnTo>
                <a:lnTo>
                  <a:pt x="55079" y="26670"/>
                </a:lnTo>
                <a:lnTo>
                  <a:pt x="1819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38761D"/>
            </a:solidFill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F0986A-A8D1-4221-B366-E684F93C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6846" y="1508657"/>
            <a:ext cx="6726" cy="2433821"/>
          </a:xfrm>
          <a:custGeom xmlns:a="http://schemas.openxmlformats.org/drawingml/2006/main">
            <a:pathLst>
              <a:path w="6726" h="2433821">
                <a:moveTo>
                  <a:pt x="6726" y="0"/>
                </a:moveTo>
                <a:lnTo>
                  <a:pt x="0" y="2433821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1F26C3-E379-44D5-9642-932F0968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6846" y="1508657"/>
            <a:ext cx="6726" cy="2433821"/>
          </a:xfrm>
          <a:custGeom xmlns:a="http://schemas.openxmlformats.org/drawingml/2006/main">
            <a:pathLst>
              <a:path w="6726" h="2433821" fill="none">
                <a:moveTo>
                  <a:pt x="6726" y="0"/>
                </a:moveTo>
                <a:lnTo>
                  <a:pt x="0" y="2433821"/>
                </a:lnTo>
              </a:path>
            </a:pathLst>
          </a:custGeom>
          <a:noFill xmlns:a="http://schemas.openxmlformats.org/drawingml/2006/main"/>
          <a:ln xmlns:a="http://schemas.openxmlformats.org/drawingml/2006/main" w="20667" cap="flat">
            <a:solidFill>
              <a:srgbClr val="000000"/>
            </a:solidFill>
            <a:custDash>
              <a:ds d="100000" sp="300000"/>
            </a:custDash>
            <a:round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E8EDE8-E4A6-414A-87F7-39941995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9040" y="2374651"/>
            <a:ext cx="617297" cy="220881"/>
          </a:xfrm>
          <a:custGeom xmlns:a="http://schemas.openxmlformats.org/drawingml/2006/main">
            <a:pathLst>
              <a:path w="617297" h="220881">
                <a:moveTo>
                  <a:pt x="617297" y="0"/>
                </a:moveTo>
                <a:cubicBezTo>
                  <a:pt x="617297" y="55224"/>
                  <a:pt x="462973" y="82837"/>
                  <a:pt x="308649" y="110448"/>
                </a:cubicBezTo>
                <a:cubicBezTo>
                  <a:pt x="154324" y="138058"/>
                  <a:pt x="0" y="165665"/>
                  <a:pt x="0" y="220881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2769DF-D8E0-41D5-B2D9-2C3143B5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535" y="2374651"/>
            <a:ext cx="554803" cy="166767"/>
          </a:xfrm>
          <a:custGeom xmlns:a="http://schemas.openxmlformats.org/drawingml/2006/main">
            <a:pathLst>
              <a:path w="554803" h="166767" fill="none">
                <a:moveTo>
                  <a:pt x="554803" y="0"/>
                </a:moveTo>
                <a:cubicBezTo>
                  <a:pt x="554803" y="55224"/>
                  <a:pt x="400478" y="82837"/>
                  <a:pt x="246154" y="110448"/>
                </a:cubicBezTo>
                <a:cubicBezTo>
                  <a:pt x="168992" y="124253"/>
                  <a:pt x="91830" y="138057"/>
                  <a:pt x="33958" y="155312"/>
                </a:cubicBezTo>
                <a:cubicBezTo>
                  <a:pt x="26724" y="157469"/>
                  <a:pt x="19792" y="159680"/>
                  <a:pt x="13198" y="161951"/>
                </a:cubicBezTo>
                <a:cubicBezTo>
                  <a:pt x="9902" y="163087"/>
                  <a:pt x="6690" y="164238"/>
                  <a:pt x="3567" y="165405"/>
                </a:cubicBezTo>
                <a:lnTo>
                  <a:pt x="0" y="166767"/>
                </a:lnTo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FF"/>
            </a:solidFill>
            <a:round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9B26F6-89D5-496E-9812-25C525F7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267" y="2524214"/>
            <a:ext cx="62165" cy="58134"/>
          </a:xfrm>
          <a:custGeom xmlns:a="http://schemas.openxmlformats.org/drawingml/2006/main">
            <a:pathLst>
              <a:path w="62165" h="58134">
                <a:moveTo>
                  <a:pt x="32370" y="0"/>
                </a:moveTo>
                <a:lnTo>
                  <a:pt x="62165" y="34408"/>
                </a:lnTo>
                <a:lnTo>
                  <a:pt x="0" y="58134"/>
                </a:lnTo>
                <a:lnTo>
                  <a:pt x="32370" y="0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A8F95C-301D-4510-A741-0C00129E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267" y="2524214"/>
            <a:ext cx="62165" cy="58134"/>
          </a:xfrm>
          <a:custGeom xmlns:a="http://schemas.openxmlformats.org/drawingml/2006/main">
            <a:pathLst>
              <a:path w="62165" h="58134" fill="none">
                <a:moveTo>
                  <a:pt x="32370" y="0"/>
                </a:moveTo>
                <a:lnTo>
                  <a:pt x="0" y="58134"/>
                </a:lnTo>
                <a:lnTo>
                  <a:pt x="62165" y="34408"/>
                </a:lnTo>
                <a:lnTo>
                  <a:pt x="3237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FF"/>
            </a:solidFill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D07EC2-F878-4507-ADBC-CFC59BA4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252" y="4305913"/>
            <a:ext cx="2613477" cy="329225"/>
          </a:xfrm>
          <a:custGeom xmlns:a="http://schemas.openxmlformats.org/drawingml/2006/main">
            <a:pathLst>
              <a:path w="2613477" h="329225">
                <a:moveTo>
                  <a:pt x="2613477" y="0"/>
                </a:moveTo>
                <a:lnTo>
                  <a:pt x="2613477" y="329225"/>
                </a:lnTo>
                <a:lnTo>
                  <a:pt x="0" y="329225"/>
                </a:lnTo>
                <a:lnTo>
                  <a:pt x="0" y="0"/>
                </a:lnTo>
                <a:lnTo>
                  <a:pt x="2613477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(c)T">
            <a:extLst xmlns:a="http://schemas.openxmlformats.org/drawingml/2006/main">
              <a:ext uri="{FF2B5EF4-FFF2-40B4-BE49-F238E27FC236}">
                <a16:creationId xmlns:a16="http://schemas.microsoft.com/office/drawing/2014/main" id="{50CFA5DD-2361-4195-B26C-07352E29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409" y="4418512"/>
            <a:ext cx="460841" cy="162358"/>
          </a:xfrm>
          <a:custGeom xmlns:a="http://schemas.openxmlformats.org/drawingml/2006/main">
            <a:pathLst>
              <a:path w="460841" h="162358">
                <a:moveTo>
                  <a:pt x="29026" y="162358"/>
                </a:moveTo>
                <a:cubicBezTo>
                  <a:pt x="19963" y="152072"/>
                  <a:pt x="12859" y="139644"/>
                  <a:pt x="7714" y="125073"/>
                </a:cubicBezTo>
                <a:cubicBezTo>
                  <a:pt x="2571" y="110502"/>
                  <a:pt x="0" y="95871"/>
                  <a:pt x="0" y="81179"/>
                </a:cubicBezTo>
                <a:cubicBezTo>
                  <a:pt x="0" y="66363"/>
                  <a:pt x="2571" y="51701"/>
                  <a:pt x="7714" y="37192"/>
                </a:cubicBezTo>
                <a:cubicBezTo>
                  <a:pt x="12859" y="22683"/>
                  <a:pt x="19963" y="10286"/>
                  <a:pt x="29026" y="0"/>
                </a:cubicBezTo>
                <a:lnTo>
                  <a:pt x="43723" y="11019"/>
                </a:lnTo>
                <a:cubicBezTo>
                  <a:pt x="36742" y="23876"/>
                  <a:pt x="31903" y="35753"/>
                  <a:pt x="29209" y="46650"/>
                </a:cubicBezTo>
                <a:cubicBezTo>
                  <a:pt x="26514" y="57547"/>
                  <a:pt x="25167" y="69056"/>
                  <a:pt x="25167" y="81179"/>
                </a:cubicBezTo>
                <a:cubicBezTo>
                  <a:pt x="25167" y="93668"/>
                  <a:pt x="26575" y="105422"/>
                  <a:pt x="29391" y="116442"/>
                </a:cubicBezTo>
                <a:cubicBezTo>
                  <a:pt x="32209" y="127462"/>
                  <a:pt x="36986" y="138972"/>
                  <a:pt x="43723" y="150971"/>
                </a:cubicBezTo>
                <a:lnTo>
                  <a:pt x="29026" y="162358"/>
                </a:lnTo>
                <a:close/>
                <a:moveTo>
                  <a:pt x="99935" y="127913"/>
                </a:moveTo>
                <a:cubicBezTo>
                  <a:pt x="85974" y="127913"/>
                  <a:pt x="74645" y="123505"/>
                  <a:pt x="65950" y="114690"/>
                </a:cubicBezTo>
                <a:cubicBezTo>
                  <a:pt x="57255" y="105875"/>
                  <a:pt x="52907" y="94734"/>
                  <a:pt x="52907" y="81266"/>
                </a:cubicBezTo>
                <a:cubicBezTo>
                  <a:pt x="52907" y="67921"/>
                  <a:pt x="57255" y="56841"/>
                  <a:pt x="65950" y="48026"/>
                </a:cubicBezTo>
                <a:cubicBezTo>
                  <a:pt x="74645" y="39211"/>
                  <a:pt x="85974" y="34804"/>
                  <a:pt x="99935" y="34804"/>
                </a:cubicBezTo>
                <a:cubicBezTo>
                  <a:pt x="108999" y="34804"/>
                  <a:pt x="116377" y="36457"/>
                  <a:pt x="122072" y="39763"/>
                </a:cubicBezTo>
                <a:cubicBezTo>
                  <a:pt x="127768" y="43068"/>
                  <a:pt x="132085" y="46741"/>
                  <a:pt x="135025" y="50782"/>
                </a:cubicBezTo>
                <a:lnTo>
                  <a:pt x="119776" y="65117"/>
                </a:lnTo>
                <a:cubicBezTo>
                  <a:pt x="115489" y="58748"/>
                  <a:pt x="109243" y="55564"/>
                  <a:pt x="101040" y="55564"/>
                </a:cubicBezTo>
                <a:cubicBezTo>
                  <a:pt x="93935" y="55564"/>
                  <a:pt x="88147" y="57920"/>
                  <a:pt x="83677" y="62633"/>
                </a:cubicBezTo>
                <a:cubicBezTo>
                  <a:pt x="79207" y="67344"/>
                  <a:pt x="76972" y="73555"/>
                  <a:pt x="76972" y="81266"/>
                </a:cubicBezTo>
                <a:cubicBezTo>
                  <a:pt x="76972" y="88976"/>
                  <a:pt x="79207" y="95219"/>
                  <a:pt x="83677" y="99994"/>
                </a:cubicBezTo>
                <a:cubicBezTo>
                  <a:pt x="88147" y="104766"/>
                  <a:pt x="93935" y="107153"/>
                  <a:pt x="101040" y="107153"/>
                </a:cubicBezTo>
                <a:cubicBezTo>
                  <a:pt x="108999" y="107153"/>
                  <a:pt x="115244" y="103968"/>
                  <a:pt x="119776" y="97600"/>
                </a:cubicBezTo>
                <a:lnTo>
                  <a:pt x="135025" y="111753"/>
                </a:lnTo>
                <a:cubicBezTo>
                  <a:pt x="132085" y="115914"/>
                  <a:pt x="127768" y="119648"/>
                  <a:pt x="122072" y="122954"/>
                </a:cubicBezTo>
                <a:cubicBezTo>
                  <a:pt x="116377" y="126260"/>
                  <a:pt x="108999" y="127913"/>
                  <a:pt x="99935" y="127913"/>
                </a:cubicBezTo>
                <a:close/>
                <a:moveTo>
                  <a:pt x="141821" y="150971"/>
                </a:moveTo>
                <a:cubicBezTo>
                  <a:pt x="148067" y="140196"/>
                  <a:pt x="152751" y="129391"/>
                  <a:pt x="155873" y="118556"/>
                </a:cubicBezTo>
                <a:cubicBezTo>
                  <a:pt x="158998" y="107719"/>
                  <a:pt x="160560" y="95260"/>
                  <a:pt x="160560" y="81179"/>
                </a:cubicBezTo>
                <a:cubicBezTo>
                  <a:pt x="160560" y="67711"/>
                  <a:pt x="159090" y="55589"/>
                  <a:pt x="156151" y="44814"/>
                </a:cubicBezTo>
                <a:cubicBezTo>
                  <a:pt x="153211" y="34038"/>
                  <a:pt x="148435" y="22774"/>
                  <a:pt x="141821" y="11019"/>
                </a:cubicBezTo>
                <a:lnTo>
                  <a:pt x="156518" y="0"/>
                </a:lnTo>
                <a:cubicBezTo>
                  <a:pt x="165337" y="9796"/>
                  <a:pt x="172440" y="21949"/>
                  <a:pt x="177828" y="36458"/>
                </a:cubicBezTo>
                <a:cubicBezTo>
                  <a:pt x="183217" y="50967"/>
                  <a:pt x="185912" y="65874"/>
                  <a:pt x="185912" y="81179"/>
                </a:cubicBezTo>
                <a:cubicBezTo>
                  <a:pt x="185912" y="96363"/>
                  <a:pt x="183217" y="111239"/>
                  <a:pt x="177828" y="125808"/>
                </a:cubicBezTo>
                <a:cubicBezTo>
                  <a:pt x="172440" y="140378"/>
                  <a:pt x="165337" y="152562"/>
                  <a:pt x="156518" y="162358"/>
                </a:cubicBezTo>
                <a:lnTo>
                  <a:pt x="141821" y="150971"/>
                </a:lnTo>
                <a:close/>
                <a:moveTo>
                  <a:pt x="398931" y="125760"/>
                </a:moveTo>
                <a:lnTo>
                  <a:pt x="398931" y="26193"/>
                </a:lnTo>
                <a:lnTo>
                  <a:pt x="363107" y="26193"/>
                </a:lnTo>
                <a:lnTo>
                  <a:pt x="363107" y="3229"/>
                </a:lnTo>
                <a:lnTo>
                  <a:pt x="460841" y="3229"/>
                </a:lnTo>
                <a:lnTo>
                  <a:pt x="460841" y="26193"/>
                </a:lnTo>
                <a:lnTo>
                  <a:pt x="425202" y="26193"/>
                </a:lnTo>
                <a:lnTo>
                  <a:pt x="425202" y="125760"/>
                </a:lnTo>
                <a:lnTo>
                  <a:pt x="398931" y="1257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ext↔VideoMatching">
            <a:extLst xmlns:a="http://schemas.openxmlformats.org/drawingml/2006/main">
              <a:ext uri="{FF2B5EF4-FFF2-40B4-BE49-F238E27FC236}">
                <a16:creationId xmlns:a16="http://schemas.microsoft.com/office/drawing/2014/main" id="{A6B40E9F-5008-4BED-9B97-7E9C6844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5901" y="4418153"/>
            <a:ext cx="1827812" cy="162178"/>
          </a:xfrm>
          <a:custGeom xmlns:a="http://schemas.openxmlformats.org/drawingml/2006/main">
            <a:pathLst>
              <a:path w="1827812" h="162178">
                <a:moveTo>
                  <a:pt x="47395" y="128272"/>
                </a:moveTo>
                <a:cubicBezTo>
                  <a:pt x="33434" y="128272"/>
                  <a:pt x="22044" y="123956"/>
                  <a:pt x="13225" y="115324"/>
                </a:cubicBezTo>
                <a:cubicBezTo>
                  <a:pt x="4408" y="106692"/>
                  <a:pt x="0" y="95459"/>
                  <a:pt x="0" y="81625"/>
                </a:cubicBezTo>
                <a:cubicBezTo>
                  <a:pt x="0" y="68403"/>
                  <a:pt x="4379" y="57354"/>
                  <a:pt x="13136" y="48477"/>
                </a:cubicBezTo>
                <a:cubicBezTo>
                  <a:pt x="21893" y="39601"/>
                  <a:pt x="32823" y="35163"/>
                  <a:pt x="45927" y="35163"/>
                </a:cubicBezTo>
                <a:cubicBezTo>
                  <a:pt x="59032" y="35163"/>
                  <a:pt x="69718" y="39663"/>
                  <a:pt x="77983" y="48665"/>
                </a:cubicBezTo>
                <a:cubicBezTo>
                  <a:pt x="86251" y="57667"/>
                  <a:pt x="90384" y="69455"/>
                  <a:pt x="90384" y="84030"/>
                </a:cubicBezTo>
                <a:lnTo>
                  <a:pt x="90384" y="89173"/>
                </a:lnTo>
                <a:lnTo>
                  <a:pt x="24432" y="89173"/>
                </a:lnTo>
                <a:cubicBezTo>
                  <a:pt x="25168" y="94798"/>
                  <a:pt x="27710" y="99629"/>
                  <a:pt x="32057" y="103666"/>
                </a:cubicBezTo>
                <a:cubicBezTo>
                  <a:pt x="36405" y="107700"/>
                  <a:pt x="42376" y="109718"/>
                  <a:pt x="49969" y="109718"/>
                </a:cubicBezTo>
                <a:cubicBezTo>
                  <a:pt x="53643" y="109718"/>
                  <a:pt x="57746" y="108952"/>
                  <a:pt x="62277" y="107422"/>
                </a:cubicBezTo>
                <a:cubicBezTo>
                  <a:pt x="66809" y="105891"/>
                  <a:pt x="70605" y="103718"/>
                  <a:pt x="73666" y="100902"/>
                </a:cubicBezTo>
                <a:lnTo>
                  <a:pt x="83954" y="115974"/>
                </a:lnTo>
                <a:cubicBezTo>
                  <a:pt x="79546" y="120013"/>
                  <a:pt x="74095" y="123072"/>
                  <a:pt x="67603" y="125152"/>
                </a:cubicBezTo>
                <a:cubicBezTo>
                  <a:pt x="61113" y="127232"/>
                  <a:pt x="54377" y="128272"/>
                  <a:pt x="47395" y="128272"/>
                </a:cubicBezTo>
                <a:moveTo>
                  <a:pt x="67788" y="73375"/>
                </a:moveTo>
                <a:cubicBezTo>
                  <a:pt x="67420" y="67496"/>
                  <a:pt x="65215" y="62750"/>
                  <a:pt x="61173" y="59138"/>
                </a:cubicBezTo>
                <a:cubicBezTo>
                  <a:pt x="57133" y="55524"/>
                  <a:pt x="52051" y="53717"/>
                  <a:pt x="45927" y="53717"/>
                </a:cubicBezTo>
                <a:cubicBezTo>
                  <a:pt x="39803" y="53717"/>
                  <a:pt x="34781" y="55584"/>
                  <a:pt x="30863" y="59320"/>
                </a:cubicBezTo>
                <a:cubicBezTo>
                  <a:pt x="26944" y="63056"/>
                  <a:pt x="24678" y="67741"/>
                  <a:pt x="24065" y="73375"/>
                </a:cubicBezTo>
                <a:lnTo>
                  <a:pt x="67788" y="73375"/>
                </a:lnTo>
                <a:close/>
                <a:moveTo>
                  <a:pt x="162213" y="126119"/>
                </a:moveTo>
                <a:lnTo>
                  <a:pt x="142005" y="96150"/>
                </a:lnTo>
                <a:lnTo>
                  <a:pt x="121615" y="126119"/>
                </a:lnTo>
                <a:lnTo>
                  <a:pt x="95711" y="126119"/>
                </a:lnTo>
                <a:lnTo>
                  <a:pt x="127126" y="80523"/>
                </a:lnTo>
                <a:lnTo>
                  <a:pt x="97547" y="37315"/>
                </a:lnTo>
                <a:lnTo>
                  <a:pt x="123633" y="37315"/>
                </a:lnTo>
                <a:lnTo>
                  <a:pt x="142005" y="64710"/>
                </a:lnTo>
                <a:lnTo>
                  <a:pt x="160192" y="37315"/>
                </a:lnTo>
                <a:lnTo>
                  <a:pt x="186278" y="37315"/>
                </a:lnTo>
                <a:lnTo>
                  <a:pt x="156517" y="80523"/>
                </a:lnTo>
                <a:lnTo>
                  <a:pt x="188299" y="126119"/>
                </a:lnTo>
                <a:lnTo>
                  <a:pt x="162213" y="126119"/>
                </a:lnTo>
                <a:close/>
                <a:moveTo>
                  <a:pt x="229634" y="128272"/>
                </a:moveTo>
                <a:cubicBezTo>
                  <a:pt x="212855" y="128272"/>
                  <a:pt x="204465" y="120185"/>
                  <a:pt x="204465" y="104013"/>
                </a:cubicBezTo>
                <a:lnTo>
                  <a:pt x="204465" y="57705"/>
                </a:lnTo>
                <a:lnTo>
                  <a:pt x="189768" y="57705"/>
                </a:lnTo>
                <a:lnTo>
                  <a:pt x="189768" y="37315"/>
                </a:lnTo>
                <a:lnTo>
                  <a:pt x="204465" y="37315"/>
                </a:lnTo>
                <a:lnTo>
                  <a:pt x="204465" y="13096"/>
                </a:lnTo>
                <a:lnTo>
                  <a:pt x="227980" y="13096"/>
                </a:lnTo>
                <a:lnTo>
                  <a:pt x="227980" y="37315"/>
                </a:lnTo>
                <a:lnTo>
                  <a:pt x="245982" y="37315"/>
                </a:lnTo>
                <a:lnTo>
                  <a:pt x="245982" y="57705"/>
                </a:lnTo>
                <a:lnTo>
                  <a:pt x="227980" y="57705"/>
                </a:lnTo>
                <a:lnTo>
                  <a:pt x="227980" y="97771"/>
                </a:lnTo>
                <a:cubicBezTo>
                  <a:pt x="227980" y="100589"/>
                  <a:pt x="228684" y="102917"/>
                  <a:pt x="230091" y="104756"/>
                </a:cubicBezTo>
                <a:cubicBezTo>
                  <a:pt x="231500" y="106593"/>
                  <a:pt x="233490" y="107512"/>
                  <a:pt x="236062" y="107512"/>
                </a:cubicBezTo>
                <a:cubicBezTo>
                  <a:pt x="239736" y="107512"/>
                  <a:pt x="242431" y="106654"/>
                  <a:pt x="244146" y="104938"/>
                </a:cubicBezTo>
                <a:lnTo>
                  <a:pt x="249105" y="122576"/>
                </a:lnTo>
                <a:cubicBezTo>
                  <a:pt x="245065" y="126373"/>
                  <a:pt x="238574" y="128272"/>
                  <a:pt x="229634" y="128272"/>
                </a:cubicBezTo>
                <a:close/>
                <a:moveTo>
                  <a:pt x="473606" y="77681"/>
                </a:moveTo>
                <a:lnTo>
                  <a:pt x="473606" y="81717"/>
                </a:lnTo>
                <a:cubicBezTo>
                  <a:pt x="467985" y="84288"/>
                  <a:pt x="462454" y="87757"/>
                  <a:pt x="457012" y="92122"/>
                </a:cubicBezTo>
                <a:cubicBezTo>
                  <a:pt x="451570" y="96488"/>
                  <a:pt x="444962" y="103096"/>
                  <a:pt x="437188" y="111946"/>
                </a:cubicBezTo>
                <a:lnTo>
                  <a:pt x="430012" y="111946"/>
                </a:lnTo>
                <a:cubicBezTo>
                  <a:pt x="434138" y="101660"/>
                  <a:pt x="439939" y="92362"/>
                  <a:pt x="447414" y="84049"/>
                </a:cubicBezTo>
                <a:lnTo>
                  <a:pt x="330355" y="84049"/>
                </a:lnTo>
                <a:cubicBezTo>
                  <a:pt x="337830" y="92362"/>
                  <a:pt x="343630" y="101660"/>
                  <a:pt x="347757" y="111946"/>
                </a:cubicBezTo>
                <a:lnTo>
                  <a:pt x="340581" y="111946"/>
                </a:lnTo>
                <a:cubicBezTo>
                  <a:pt x="332807" y="103096"/>
                  <a:pt x="326199" y="96488"/>
                  <a:pt x="320757" y="92122"/>
                </a:cubicBezTo>
                <a:cubicBezTo>
                  <a:pt x="315315" y="87757"/>
                  <a:pt x="309784" y="84288"/>
                  <a:pt x="304162" y="81717"/>
                </a:cubicBezTo>
                <a:lnTo>
                  <a:pt x="304162" y="77681"/>
                </a:lnTo>
                <a:cubicBezTo>
                  <a:pt x="309784" y="75049"/>
                  <a:pt x="315315" y="71566"/>
                  <a:pt x="320757" y="67230"/>
                </a:cubicBezTo>
                <a:cubicBezTo>
                  <a:pt x="326199" y="62895"/>
                  <a:pt x="332807" y="56272"/>
                  <a:pt x="340581" y="47362"/>
                </a:cubicBezTo>
                <a:lnTo>
                  <a:pt x="347757" y="47362"/>
                </a:lnTo>
                <a:cubicBezTo>
                  <a:pt x="343630" y="57647"/>
                  <a:pt x="337830" y="66946"/>
                  <a:pt x="330355" y="75259"/>
                </a:cubicBezTo>
                <a:lnTo>
                  <a:pt x="447414" y="75259"/>
                </a:lnTo>
                <a:cubicBezTo>
                  <a:pt x="439939" y="66946"/>
                  <a:pt x="434138" y="57647"/>
                  <a:pt x="430012" y="47362"/>
                </a:cubicBezTo>
                <a:lnTo>
                  <a:pt x="437188" y="47362"/>
                </a:lnTo>
                <a:cubicBezTo>
                  <a:pt x="444962" y="56272"/>
                  <a:pt x="451570" y="62895"/>
                  <a:pt x="457012" y="67230"/>
                </a:cubicBezTo>
                <a:cubicBezTo>
                  <a:pt x="462454" y="71566"/>
                  <a:pt x="467985" y="75049"/>
                  <a:pt x="473606" y="77681"/>
                </a:cubicBezTo>
                <a:close/>
                <a:moveTo>
                  <a:pt x="574567" y="126119"/>
                </a:moveTo>
                <a:lnTo>
                  <a:pt x="527169" y="3588"/>
                </a:lnTo>
                <a:lnTo>
                  <a:pt x="556929" y="3588"/>
                </a:lnTo>
                <a:lnTo>
                  <a:pt x="590915" y="97827"/>
                </a:lnTo>
                <a:lnTo>
                  <a:pt x="624718" y="3588"/>
                </a:lnTo>
                <a:lnTo>
                  <a:pt x="654479" y="3588"/>
                </a:lnTo>
                <a:lnTo>
                  <a:pt x="607265" y="126119"/>
                </a:lnTo>
                <a:lnTo>
                  <a:pt x="574567" y="126119"/>
                </a:lnTo>
                <a:close/>
                <a:moveTo>
                  <a:pt x="676892" y="27740"/>
                </a:moveTo>
                <a:cubicBezTo>
                  <a:pt x="673095" y="27740"/>
                  <a:pt x="669818" y="26392"/>
                  <a:pt x="667061" y="23698"/>
                </a:cubicBezTo>
                <a:cubicBezTo>
                  <a:pt x="664307" y="21003"/>
                  <a:pt x="662930" y="17696"/>
                  <a:pt x="662930" y="13777"/>
                </a:cubicBezTo>
                <a:cubicBezTo>
                  <a:pt x="662930" y="9859"/>
                  <a:pt x="664307" y="6583"/>
                  <a:pt x="667061" y="3950"/>
                </a:cubicBezTo>
                <a:cubicBezTo>
                  <a:pt x="669818" y="1317"/>
                  <a:pt x="673095" y="0"/>
                  <a:pt x="676892" y="0"/>
                </a:cubicBezTo>
                <a:cubicBezTo>
                  <a:pt x="680811" y="0"/>
                  <a:pt x="684117" y="1317"/>
                  <a:pt x="686810" y="3950"/>
                </a:cubicBezTo>
                <a:cubicBezTo>
                  <a:pt x="689504" y="6583"/>
                  <a:pt x="690852" y="9859"/>
                  <a:pt x="690852" y="13777"/>
                </a:cubicBezTo>
                <a:cubicBezTo>
                  <a:pt x="690852" y="17696"/>
                  <a:pt x="689504" y="21003"/>
                  <a:pt x="686810" y="23698"/>
                </a:cubicBezTo>
                <a:cubicBezTo>
                  <a:pt x="684117" y="26392"/>
                  <a:pt x="680811" y="27740"/>
                  <a:pt x="676892" y="27740"/>
                </a:cubicBezTo>
                <a:moveTo>
                  <a:pt x="665318" y="126119"/>
                </a:moveTo>
                <a:lnTo>
                  <a:pt x="665318" y="37315"/>
                </a:lnTo>
                <a:lnTo>
                  <a:pt x="688648" y="37315"/>
                </a:lnTo>
                <a:lnTo>
                  <a:pt x="688648" y="126119"/>
                </a:lnTo>
                <a:lnTo>
                  <a:pt x="665318" y="126119"/>
                </a:lnTo>
                <a:close/>
                <a:moveTo>
                  <a:pt x="772786" y="126119"/>
                </a:moveTo>
                <a:lnTo>
                  <a:pt x="772786" y="114682"/>
                </a:lnTo>
                <a:cubicBezTo>
                  <a:pt x="765438" y="123742"/>
                  <a:pt x="756314" y="128272"/>
                  <a:pt x="745413" y="128272"/>
                </a:cubicBezTo>
                <a:cubicBezTo>
                  <a:pt x="733655" y="128272"/>
                  <a:pt x="724163" y="124048"/>
                  <a:pt x="716936" y="115601"/>
                </a:cubicBezTo>
                <a:cubicBezTo>
                  <a:pt x="709711" y="107153"/>
                  <a:pt x="706099" y="95889"/>
                  <a:pt x="706099" y="81810"/>
                </a:cubicBezTo>
                <a:cubicBezTo>
                  <a:pt x="706099" y="67852"/>
                  <a:pt x="709711" y="56588"/>
                  <a:pt x="716936" y="48018"/>
                </a:cubicBezTo>
                <a:cubicBezTo>
                  <a:pt x="724163" y="39448"/>
                  <a:pt x="733655" y="35163"/>
                  <a:pt x="745413" y="35163"/>
                </a:cubicBezTo>
                <a:cubicBezTo>
                  <a:pt x="756558" y="35163"/>
                  <a:pt x="765683" y="39692"/>
                  <a:pt x="772786" y="48752"/>
                </a:cubicBezTo>
                <a:lnTo>
                  <a:pt x="772786" y="3588"/>
                </a:lnTo>
                <a:lnTo>
                  <a:pt x="796298" y="3588"/>
                </a:lnTo>
                <a:lnTo>
                  <a:pt x="796298" y="126119"/>
                </a:lnTo>
                <a:lnTo>
                  <a:pt x="772786" y="126119"/>
                </a:lnTo>
                <a:moveTo>
                  <a:pt x="752578" y="107512"/>
                </a:moveTo>
                <a:cubicBezTo>
                  <a:pt x="756497" y="107512"/>
                  <a:pt x="760354" y="106563"/>
                  <a:pt x="764149" y="104666"/>
                </a:cubicBezTo>
                <a:cubicBezTo>
                  <a:pt x="767947" y="102770"/>
                  <a:pt x="770825" y="100352"/>
                  <a:pt x="772786" y="97415"/>
                </a:cubicBezTo>
                <a:lnTo>
                  <a:pt x="772786" y="66020"/>
                </a:lnTo>
                <a:cubicBezTo>
                  <a:pt x="770825" y="63082"/>
                  <a:pt x="767947" y="60665"/>
                  <a:pt x="764149" y="58768"/>
                </a:cubicBezTo>
                <a:cubicBezTo>
                  <a:pt x="760354" y="56871"/>
                  <a:pt x="756497" y="55923"/>
                  <a:pt x="752578" y="55923"/>
                </a:cubicBezTo>
                <a:cubicBezTo>
                  <a:pt x="745964" y="55923"/>
                  <a:pt x="740575" y="58310"/>
                  <a:pt x="736409" y="63085"/>
                </a:cubicBezTo>
                <a:cubicBezTo>
                  <a:pt x="732246" y="67857"/>
                  <a:pt x="730164" y="74099"/>
                  <a:pt x="730164" y="81810"/>
                </a:cubicBezTo>
                <a:cubicBezTo>
                  <a:pt x="730164" y="89275"/>
                  <a:pt x="732185" y="95425"/>
                  <a:pt x="736227" y="100260"/>
                </a:cubicBezTo>
                <a:cubicBezTo>
                  <a:pt x="740269" y="105094"/>
                  <a:pt x="745720" y="107512"/>
                  <a:pt x="752578" y="107512"/>
                </a:cubicBezTo>
                <a:close/>
                <a:moveTo>
                  <a:pt x="861147" y="128272"/>
                </a:moveTo>
                <a:cubicBezTo>
                  <a:pt x="847185" y="128272"/>
                  <a:pt x="835795" y="123956"/>
                  <a:pt x="826977" y="115324"/>
                </a:cubicBezTo>
                <a:cubicBezTo>
                  <a:pt x="818160" y="106692"/>
                  <a:pt x="813751" y="95459"/>
                  <a:pt x="813751" y="81625"/>
                </a:cubicBezTo>
                <a:cubicBezTo>
                  <a:pt x="813751" y="68403"/>
                  <a:pt x="818130" y="57354"/>
                  <a:pt x="826887" y="48477"/>
                </a:cubicBezTo>
                <a:cubicBezTo>
                  <a:pt x="835644" y="39601"/>
                  <a:pt x="846574" y="35163"/>
                  <a:pt x="859678" y="35163"/>
                </a:cubicBezTo>
                <a:cubicBezTo>
                  <a:pt x="872784" y="35163"/>
                  <a:pt x="883469" y="39663"/>
                  <a:pt x="891735" y="48665"/>
                </a:cubicBezTo>
                <a:cubicBezTo>
                  <a:pt x="900002" y="57667"/>
                  <a:pt x="904136" y="69455"/>
                  <a:pt x="904136" y="84030"/>
                </a:cubicBezTo>
                <a:lnTo>
                  <a:pt x="904136" y="89173"/>
                </a:lnTo>
                <a:lnTo>
                  <a:pt x="838184" y="89173"/>
                </a:lnTo>
                <a:cubicBezTo>
                  <a:pt x="838920" y="94798"/>
                  <a:pt x="841461" y="99629"/>
                  <a:pt x="845808" y="103666"/>
                </a:cubicBezTo>
                <a:cubicBezTo>
                  <a:pt x="850157" y="107700"/>
                  <a:pt x="856127" y="109718"/>
                  <a:pt x="863720" y="109718"/>
                </a:cubicBezTo>
                <a:cubicBezTo>
                  <a:pt x="867394" y="109718"/>
                  <a:pt x="871497" y="108952"/>
                  <a:pt x="876029" y="107422"/>
                </a:cubicBezTo>
                <a:cubicBezTo>
                  <a:pt x="880560" y="105891"/>
                  <a:pt x="884357" y="103718"/>
                  <a:pt x="887418" y="100902"/>
                </a:cubicBezTo>
                <a:lnTo>
                  <a:pt x="897705" y="115974"/>
                </a:lnTo>
                <a:cubicBezTo>
                  <a:pt x="893297" y="120013"/>
                  <a:pt x="887847" y="123072"/>
                  <a:pt x="881355" y="125152"/>
                </a:cubicBezTo>
                <a:cubicBezTo>
                  <a:pt x="874864" y="127232"/>
                  <a:pt x="868129" y="128272"/>
                  <a:pt x="861147" y="128272"/>
                </a:cubicBezTo>
                <a:moveTo>
                  <a:pt x="881540" y="73375"/>
                </a:moveTo>
                <a:cubicBezTo>
                  <a:pt x="881172" y="67496"/>
                  <a:pt x="878966" y="62750"/>
                  <a:pt x="874924" y="59138"/>
                </a:cubicBezTo>
                <a:cubicBezTo>
                  <a:pt x="870884" y="55524"/>
                  <a:pt x="865802" y="53717"/>
                  <a:pt x="859678" y="53717"/>
                </a:cubicBezTo>
                <a:cubicBezTo>
                  <a:pt x="853554" y="53717"/>
                  <a:pt x="848533" y="55584"/>
                  <a:pt x="844614" y="59320"/>
                </a:cubicBezTo>
                <a:cubicBezTo>
                  <a:pt x="840695" y="63056"/>
                  <a:pt x="838429" y="67741"/>
                  <a:pt x="837816" y="73375"/>
                </a:cubicBezTo>
                <a:lnTo>
                  <a:pt x="881540" y="73375"/>
                </a:lnTo>
                <a:close/>
                <a:moveTo>
                  <a:pt x="962187" y="128272"/>
                </a:moveTo>
                <a:cubicBezTo>
                  <a:pt x="948470" y="128272"/>
                  <a:pt x="937233" y="123864"/>
                  <a:pt x="928476" y="115049"/>
                </a:cubicBezTo>
                <a:cubicBezTo>
                  <a:pt x="919719" y="106234"/>
                  <a:pt x="915341" y="95093"/>
                  <a:pt x="915341" y="81625"/>
                </a:cubicBezTo>
                <a:cubicBezTo>
                  <a:pt x="915341" y="68158"/>
                  <a:pt x="919719" y="57049"/>
                  <a:pt x="928476" y="48295"/>
                </a:cubicBezTo>
                <a:cubicBezTo>
                  <a:pt x="937233" y="39540"/>
                  <a:pt x="948470" y="35163"/>
                  <a:pt x="962187" y="35163"/>
                </a:cubicBezTo>
                <a:cubicBezTo>
                  <a:pt x="975903" y="35163"/>
                  <a:pt x="987170" y="39540"/>
                  <a:pt x="995987" y="48295"/>
                </a:cubicBezTo>
                <a:cubicBezTo>
                  <a:pt x="1004806" y="57049"/>
                  <a:pt x="1009215" y="68158"/>
                  <a:pt x="1009215" y="81625"/>
                </a:cubicBezTo>
                <a:cubicBezTo>
                  <a:pt x="1009215" y="95214"/>
                  <a:pt x="1004806" y="106387"/>
                  <a:pt x="995987" y="115142"/>
                </a:cubicBezTo>
                <a:cubicBezTo>
                  <a:pt x="987170" y="123895"/>
                  <a:pt x="975903" y="128272"/>
                  <a:pt x="962187" y="128272"/>
                </a:cubicBezTo>
                <a:moveTo>
                  <a:pt x="962187" y="107512"/>
                </a:moveTo>
                <a:cubicBezTo>
                  <a:pt x="968922" y="107512"/>
                  <a:pt x="974402" y="105094"/>
                  <a:pt x="978627" y="100260"/>
                </a:cubicBezTo>
                <a:cubicBezTo>
                  <a:pt x="982852" y="95425"/>
                  <a:pt x="984965" y="89214"/>
                  <a:pt x="984965" y="81625"/>
                </a:cubicBezTo>
                <a:cubicBezTo>
                  <a:pt x="984965" y="74282"/>
                  <a:pt x="982852" y="68163"/>
                  <a:pt x="978627" y="63267"/>
                </a:cubicBezTo>
                <a:cubicBezTo>
                  <a:pt x="974402" y="58371"/>
                  <a:pt x="968922" y="55923"/>
                  <a:pt x="962187" y="55923"/>
                </a:cubicBezTo>
                <a:cubicBezTo>
                  <a:pt x="955695" y="55923"/>
                  <a:pt x="950305" y="58279"/>
                  <a:pt x="946018" y="62992"/>
                </a:cubicBezTo>
                <a:cubicBezTo>
                  <a:pt x="941733" y="67703"/>
                  <a:pt x="939591" y="73914"/>
                  <a:pt x="939591" y="81625"/>
                </a:cubicBezTo>
                <a:cubicBezTo>
                  <a:pt x="939591" y="89458"/>
                  <a:pt x="941733" y="95732"/>
                  <a:pt x="946018" y="100445"/>
                </a:cubicBezTo>
                <a:cubicBezTo>
                  <a:pt x="950305" y="105156"/>
                  <a:pt x="955695" y="107512"/>
                  <a:pt x="962187" y="107512"/>
                </a:cubicBezTo>
                <a:close/>
                <a:moveTo>
                  <a:pt x="1180613" y="126119"/>
                </a:moveTo>
                <a:lnTo>
                  <a:pt x="1180613" y="40329"/>
                </a:lnTo>
                <a:lnTo>
                  <a:pt x="1146076" y="126119"/>
                </a:lnTo>
                <a:lnTo>
                  <a:pt x="1134687" y="126119"/>
                </a:lnTo>
                <a:lnTo>
                  <a:pt x="1100149" y="40329"/>
                </a:lnTo>
                <a:lnTo>
                  <a:pt x="1100149" y="126119"/>
                </a:lnTo>
                <a:lnTo>
                  <a:pt x="1074063" y="126119"/>
                </a:lnTo>
                <a:lnTo>
                  <a:pt x="1074063" y="3588"/>
                </a:lnTo>
                <a:lnTo>
                  <a:pt x="1110622" y="3588"/>
                </a:lnTo>
                <a:lnTo>
                  <a:pt x="1140383" y="77622"/>
                </a:lnTo>
                <a:lnTo>
                  <a:pt x="1170143" y="3588"/>
                </a:lnTo>
                <a:lnTo>
                  <a:pt x="1206884" y="3588"/>
                </a:lnTo>
                <a:lnTo>
                  <a:pt x="1206884" y="126119"/>
                </a:lnTo>
                <a:lnTo>
                  <a:pt x="1180613" y="126119"/>
                </a:lnTo>
                <a:close/>
                <a:moveTo>
                  <a:pt x="1283856" y="126119"/>
                </a:moveTo>
                <a:lnTo>
                  <a:pt x="1283856" y="116902"/>
                </a:lnTo>
                <a:cubicBezTo>
                  <a:pt x="1277365" y="124482"/>
                  <a:pt x="1267996" y="128272"/>
                  <a:pt x="1255748" y="128272"/>
                </a:cubicBezTo>
                <a:cubicBezTo>
                  <a:pt x="1247177" y="128272"/>
                  <a:pt x="1239889" y="125552"/>
                  <a:pt x="1233887" y="120112"/>
                </a:cubicBezTo>
                <a:cubicBezTo>
                  <a:pt x="1227886" y="114672"/>
                  <a:pt x="1224886" y="107612"/>
                  <a:pt x="1224886" y="98931"/>
                </a:cubicBezTo>
                <a:cubicBezTo>
                  <a:pt x="1224886" y="90253"/>
                  <a:pt x="1227733" y="83316"/>
                  <a:pt x="1233427" y="78121"/>
                </a:cubicBezTo>
                <a:cubicBezTo>
                  <a:pt x="1239123" y="72924"/>
                  <a:pt x="1246564" y="70325"/>
                  <a:pt x="1255748" y="70325"/>
                </a:cubicBezTo>
                <a:cubicBezTo>
                  <a:pt x="1268486" y="70325"/>
                  <a:pt x="1277855" y="73932"/>
                  <a:pt x="1283856" y="81145"/>
                </a:cubicBezTo>
                <a:lnTo>
                  <a:pt x="1283856" y="69179"/>
                </a:lnTo>
                <a:cubicBezTo>
                  <a:pt x="1283856" y="64639"/>
                  <a:pt x="1282079" y="61020"/>
                  <a:pt x="1278527" y="58319"/>
                </a:cubicBezTo>
                <a:cubicBezTo>
                  <a:pt x="1274976" y="55619"/>
                  <a:pt x="1270261" y="54269"/>
                  <a:pt x="1264382" y="54269"/>
                </a:cubicBezTo>
                <a:cubicBezTo>
                  <a:pt x="1254586" y="54269"/>
                  <a:pt x="1245952" y="57760"/>
                  <a:pt x="1238481" y="64741"/>
                </a:cubicBezTo>
                <a:lnTo>
                  <a:pt x="1229662" y="49153"/>
                </a:lnTo>
                <a:cubicBezTo>
                  <a:pt x="1240440" y="39826"/>
                  <a:pt x="1253360" y="35163"/>
                  <a:pt x="1268424" y="35163"/>
                </a:cubicBezTo>
                <a:cubicBezTo>
                  <a:pt x="1280917" y="35163"/>
                  <a:pt x="1290500" y="38072"/>
                  <a:pt x="1297173" y="43892"/>
                </a:cubicBezTo>
                <a:cubicBezTo>
                  <a:pt x="1303848" y="49709"/>
                  <a:pt x="1307186" y="58008"/>
                  <a:pt x="1307186" y="68789"/>
                </a:cubicBezTo>
                <a:lnTo>
                  <a:pt x="1307186" y="126119"/>
                </a:lnTo>
                <a:lnTo>
                  <a:pt x="1283856" y="126119"/>
                </a:lnTo>
                <a:moveTo>
                  <a:pt x="1265119" y="112473"/>
                </a:moveTo>
                <a:cubicBezTo>
                  <a:pt x="1273691" y="112473"/>
                  <a:pt x="1279937" y="109911"/>
                  <a:pt x="1283856" y="104787"/>
                </a:cubicBezTo>
                <a:lnTo>
                  <a:pt x="1283856" y="93810"/>
                </a:lnTo>
                <a:cubicBezTo>
                  <a:pt x="1279937" y="88686"/>
                  <a:pt x="1273691" y="86124"/>
                  <a:pt x="1265119" y="86124"/>
                </a:cubicBezTo>
                <a:cubicBezTo>
                  <a:pt x="1260464" y="86124"/>
                  <a:pt x="1256514" y="87283"/>
                  <a:pt x="1253268" y="89602"/>
                </a:cubicBezTo>
                <a:cubicBezTo>
                  <a:pt x="1250024" y="91920"/>
                  <a:pt x="1248401" y="95212"/>
                  <a:pt x="1248401" y="99481"/>
                </a:cubicBezTo>
                <a:cubicBezTo>
                  <a:pt x="1248401" y="103629"/>
                  <a:pt x="1250024" y="106832"/>
                  <a:pt x="1253268" y="109090"/>
                </a:cubicBezTo>
                <a:cubicBezTo>
                  <a:pt x="1256514" y="111345"/>
                  <a:pt x="1260464" y="112473"/>
                  <a:pt x="1265119" y="112473"/>
                </a:cubicBezTo>
                <a:close/>
                <a:moveTo>
                  <a:pt x="1360096" y="128272"/>
                </a:moveTo>
                <a:cubicBezTo>
                  <a:pt x="1343317" y="128272"/>
                  <a:pt x="1334927" y="120185"/>
                  <a:pt x="1334927" y="104013"/>
                </a:cubicBezTo>
                <a:lnTo>
                  <a:pt x="1334927" y="57705"/>
                </a:lnTo>
                <a:lnTo>
                  <a:pt x="1320230" y="57705"/>
                </a:lnTo>
                <a:lnTo>
                  <a:pt x="1320230" y="37315"/>
                </a:lnTo>
                <a:lnTo>
                  <a:pt x="1334927" y="37315"/>
                </a:lnTo>
                <a:lnTo>
                  <a:pt x="1334927" y="13096"/>
                </a:lnTo>
                <a:lnTo>
                  <a:pt x="1358443" y="13096"/>
                </a:lnTo>
                <a:lnTo>
                  <a:pt x="1358443" y="37315"/>
                </a:lnTo>
                <a:lnTo>
                  <a:pt x="1376444" y="37315"/>
                </a:lnTo>
                <a:lnTo>
                  <a:pt x="1376444" y="57705"/>
                </a:lnTo>
                <a:lnTo>
                  <a:pt x="1358443" y="57705"/>
                </a:lnTo>
                <a:lnTo>
                  <a:pt x="1358443" y="97771"/>
                </a:lnTo>
                <a:cubicBezTo>
                  <a:pt x="1358443" y="100589"/>
                  <a:pt x="1359146" y="102917"/>
                  <a:pt x="1360553" y="104756"/>
                </a:cubicBezTo>
                <a:cubicBezTo>
                  <a:pt x="1361962" y="106593"/>
                  <a:pt x="1363953" y="107512"/>
                  <a:pt x="1366524" y="107512"/>
                </a:cubicBezTo>
                <a:cubicBezTo>
                  <a:pt x="1370198" y="107512"/>
                  <a:pt x="1372893" y="106654"/>
                  <a:pt x="1374608" y="104938"/>
                </a:cubicBezTo>
                <a:lnTo>
                  <a:pt x="1379567" y="122576"/>
                </a:lnTo>
                <a:cubicBezTo>
                  <a:pt x="1375527" y="126373"/>
                  <a:pt x="1369037" y="128272"/>
                  <a:pt x="1360096" y="128272"/>
                </a:cubicBezTo>
                <a:close/>
                <a:moveTo>
                  <a:pt x="1433760" y="128272"/>
                </a:moveTo>
                <a:cubicBezTo>
                  <a:pt x="1419799" y="128272"/>
                  <a:pt x="1408470" y="123864"/>
                  <a:pt x="1399775" y="115049"/>
                </a:cubicBezTo>
                <a:cubicBezTo>
                  <a:pt x="1391080" y="106234"/>
                  <a:pt x="1386732" y="95093"/>
                  <a:pt x="1386732" y="81625"/>
                </a:cubicBezTo>
                <a:cubicBezTo>
                  <a:pt x="1386732" y="68280"/>
                  <a:pt x="1391080" y="57200"/>
                  <a:pt x="1399775" y="48385"/>
                </a:cubicBezTo>
                <a:cubicBezTo>
                  <a:pt x="1408470" y="39570"/>
                  <a:pt x="1419799" y="35163"/>
                  <a:pt x="1433760" y="35163"/>
                </a:cubicBezTo>
                <a:cubicBezTo>
                  <a:pt x="1442824" y="35163"/>
                  <a:pt x="1450202" y="36815"/>
                  <a:pt x="1455897" y="40121"/>
                </a:cubicBezTo>
                <a:cubicBezTo>
                  <a:pt x="1461592" y="43427"/>
                  <a:pt x="1465910" y="47100"/>
                  <a:pt x="1468850" y="51140"/>
                </a:cubicBezTo>
                <a:lnTo>
                  <a:pt x="1453601" y="65476"/>
                </a:lnTo>
                <a:cubicBezTo>
                  <a:pt x="1449314" y="59107"/>
                  <a:pt x="1443068" y="55923"/>
                  <a:pt x="1434865" y="55923"/>
                </a:cubicBezTo>
                <a:cubicBezTo>
                  <a:pt x="1427760" y="55923"/>
                  <a:pt x="1421972" y="58279"/>
                  <a:pt x="1417502" y="62992"/>
                </a:cubicBezTo>
                <a:cubicBezTo>
                  <a:pt x="1413032" y="67703"/>
                  <a:pt x="1410797" y="73914"/>
                  <a:pt x="1410797" y="81625"/>
                </a:cubicBezTo>
                <a:cubicBezTo>
                  <a:pt x="1410797" y="89335"/>
                  <a:pt x="1413032" y="95578"/>
                  <a:pt x="1417502" y="100352"/>
                </a:cubicBezTo>
                <a:cubicBezTo>
                  <a:pt x="1421972" y="105125"/>
                  <a:pt x="1427760" y="107512"/>
                  <a:pt x="1434865" y="107512"/>
                </a:cubicBezTo>
                <a:cubicBezTo>
                  <a:pt x="1442824" y="107512"/>
                  <a:pt x="1449069" y="104327"/>
                  <a:pt x="1453601" y="97958"/>
                </a:cubicBezTo>
                <a:lnTo>
                  <a:pt x="1468850" y="112112"/>
                </a:lnTo>
                <a:cubicBezTo>
                  <a:pt x="1465910" y="116273"/>
                  <a:pt x="1461592" y="120007"/>
                  <a:pt x="1455897" y="123313"/>
                </a:cubicBezTo>
                <a:cubicBezTo>
                  <a:pt x="1450202" y="126619"/>
                  <a:pt x="1442824" y="128272"/>
                  <a:pt x="1433760" y="128272"/>
                </a:cubicBezTo>
                <a:close/>
                <a:moveTo>
                  <a:pt x="1544168" y="126119"/>
                </a:moveTo>
                <a:lnTo>
                  <a:pt x="1544168" y="72094"/>
                </a:lnTo>
                <a:cubicBezTo>
                  <a:pt x="1544168" y="61313"/>
                  <a:pt x="1538657" y="55923"/>
                  <a:pt x="1527635" y="55923"/>
                </a:cubicBezTo>
                <a:cubicBezTo>
                  <a:pt x="1519551" y="55923"/>
                  <a:pt x="1512815" y="59414"/>
                  <a:pt x="1507427" y="66398"/>
                </a:cubicBezTo>
                <a:lnTo>
                  <a:pt x="1507427" y="126119"/>
                </a:lnTo>
                <a:lnTo>
                  <a:pt x="1484096" y="126119"/>
                </a:lnTo>
                <a:lnTo>
                  <a:pt x="1484096" y="3588"/>
                </a:lnTo>
                <a:lnTo>
                  <a:pt x="1507427" y="3588"/>
                </a:lnTo>
                <a:lnTo>
                  <a:pt x="1507427" y="48943"/>
                </a:lnTo>
                <a:cubicBezTo>
                  <a:pt x="1510243" y="45514"/>
                  <a:pt x="1514315" y="42360"/>
                  <a:pt x="1519643" y="39482"/>
                </a:cubicBezTo>
                <a:cubicBezTo>
                  <a:pt x="1524971" y="36602"/>
                  <a:pt x="1531309" y="35163"/>
                  <a:pt x="1538657" y="35163"/>
                </a:cubicBezTo>
                <a:cubicBezTo>
                  <a:pt x="1548455" y="35163"/>
                  <a:pt x="1555711" y="37643"/>
                  <a:pt x="1560426" y="42605"/>
                </a:cubicBezTo>
                <a:cubicBezTo>
                  <a:pt x="1565141" y="47566"/>
                  <a:pt x="1567498" y="54396"/>
                  <a:pt x="1567498" y="63093"/>
                </a:cubicBezTo>
                <a:lnTo>
                  <a:pt x="1567498" y="126119"/>
                </a:lnTo>
                <a:lnTo>
                  <a:pt x="1544168" y="126119"/>
                </a:lnTo>
                <a:close/>
                <a:moveTo>
                  <a:pt x="1602221" y="27740"/>
                </a:moveTo>
                <a:cubicBezTo>
                  <a:pt x="1598424" y="27740"/>
                  <a:pt x="1595147" y="26392"/>
                  <a:pt x="1592390" y="23698"/>
                </a:cubicBezTo>
                <a:cubicBezTo>
                  <a:pt x="1589636" y="21003"/>
                  <a:pt x="1588259" y="17696"/>
                  <a:pt x="1588259" y="13777"/>
                </a:cubicBezTo>
                <a:cubicBezTo>
                  <a:pt x="1588259" y="9859"/>
                  <a:pt x="1589636" y="6583"/>
                  <a:pt x="1592390" y="3950"/>
                </a:cubicBezTo>
                <a:cubicBezTo>
                  <a:pt x="1595147" y="1317"/>
                  <a:pt x="1598424" y="0"/>
                  <a:pt x="1602221" y="0"/>
                </a:cubicBezTo>
                <a:cubicBezTo>
                  <a:pt x="1606140" y="0"/>
                  <a:pt x="1609446" y="1317"/>
                  <a:pt x="1612139" y="3950"/>
                </a:cubicBezTo>
                <a:cubicBezTo>
                  <a:pt x="1614833" y="6583"/>
                  <a:pt x="1616181" y="9859"/>
                  <a:pt x="1616181" y="13777"/>
                </a:cubicBezTo>
                <a:cubicBezTo>
                  <a:pt x="1616181" y="17696"/>
                  <a:pt x="1614833" y="21003"/>
                  <a:pt x="1612139" y="23698"/>
                </a:cubicBezTo>
                <a:cubicBezTo>
                  <a:pt x="1609446" y="26392"/>
                  <a:pt x="1606140" y="27740"/>
                  <a:pt x="1602221" y="27740"/>
                </a:cubicBezTo>
                <a:moveTo>
                  <a:pt x="1590647" y="126119"/>
                </a:moveTo>
                <a:lnTo>
                  <a:pt x="1590647" y="37315"/>
                </a:lnTo>
                <a:lnTo>
                  <a:pt x="1613977" y="37315"/>
                </a:lnTo>
                <a:lnTo>
                  <a:pt x="1613977" y="126119"/>
                </a:lnTo>
                <a:lnTo>
                  <a:pt x="1590647" y="126119"/>
                </a:lnTo>
                <a:close/>
                <a:moveTo>
                  <a:pt x="1697014" y="126119"/>
                </a:moveTo>
                <a:lnTo>
                  <a:pt x="1697014" y="72461"/>
                </a:lnTo>
                <a:cubicBezTo>
                  <a:pt x="1697014" y="61435"/>
                  <a:pt x="1691564" y="55923"/>
                  <a:pt x="1680664" y="55923"/>
                </a:cubicBezTo>
                <a:cubicBezTo>
                  <a:pt x="1672213" y="55923"/>
                  <a:pt x="1665477" y="59414"/>
                  <a:pt x="1660456" y="66398"/>
                </a:cubicBezTo>
                <a:lnTo>
                  <a:pt x="1660456" y="126119"/>
                </a:lnTo>
                <a:lnTo>
                  <a:pt x="1637125" y="126119"/>
                </a:lnTo>
                <a:lnTo>
                  <a:pt x="1637125" y="37315"/>
                </a:lnTo>
                <a:lnTo>
                  <a:pt x="1660456" y="37315"/>
                </a:lnTo>
                <a:lnTo>
                  <a:pt x="1660456" y="48898"/>
                </a:lnTo>
                <a:cubicBezTo>
                  <a:pt x="1663272" y="45480"/>
                  <a:pt x="1667313" y="42337"/>
                  <a:pt x="1672579" y="39468"/>
                </a:cubicBezTo>
                <a:cubicBezTo>
                  <a:pt x="1677846" y="36598"/>
                  <a:pt x="1684153" y="35163"/>
                  <a:pt x="1691501" y="35163"/>
                </a:cubicBezTo>
                <a:cubicBezTo>
                  <a:pt x="1701298" y="35163"/>
                  <a:pt x="1708555" y="37705"/>
                  <a:pt x="1713270" y="42790"/>
                </a:cubicBezTo>
                <a:cubicBezTo>
                  <a:pt x="1717987" y="47873"/>
                  <a:pt x="1720345" y="54763"/>
                  <a:pt x="1720345" y="63460"/>
                </a:cubicBezTo>
                <a:lnTo>
                  <a:pt x="1720345" y="126119"/>
                </a:lnTo>
                <a:lnTo>
                  <a:pt x="1697014" y="126119"/>
                </a:lnTo>
                <a:close/>
                <a:moveTo>
                  <a:pt x="1779864" y="162178"/>
                </a:moveTo>
                <a:cubicBezTo>
                  <a:pt x="1772148" y="162178"/>
                  <a:pt x="1765259" y="161197"/>
                  <a:pt x="1759197" y="159235"/>
                </a:cubicBezTo>
                <a:cubicBezTo>
                  <a:pt x="1753134" y="157275"/>
                  <a:pt x="1747286" y="153843"/>
                  <a:pt x="1741652" y="148939"/>
                </a:cubicBezTo>
                <a:lnTo>
                  <a:pt x="1752124" y="132025"/>
                </a:lnTo>
                <a:cubicBezTo>
                  <a:pt x="1758738" y="139390"/>
                  <a:pt x="1767984" y="143072"/>
                  <a:pt x="1779864" y="143072"/>
                </a:cubicBezTo>
                <a:cubicBezTo>
                  <a:pt x="1787580" y="143072"/>
                  <a:pt x="1793581" y="141110"/>
                  <a:pt x="1797866" y="137186"/>
                </a:cubicBezTo>
                <a:cubicBezTo>
                  <a:pt x="1802153" y="133261"/>
                  <a:pt x="1804296" y="127742"/>
                  <a:pt x="1804296" y="120627"/>
                </a:cubicBezTo>
                <a:lnTo>
                  <a:pt x="1804296" y="111613"/>
                </a:lnTo>
                <a:cubicBezTo>
                  <a:pt x="1796825" y="120925"/>
                  <a:pt x="1787701" y="125581"/>
                  <a:pt x="1776924" y="125581"/>
                </a:cubicBezTo>
                <a:cubicBezTo>
                  <a:pt x="1765044" y="125581"/>
                  <a:pt x="1755553" y="121507"/>
                  <a:pt x="1748449" y="113359"/>
                </a:cubicBezTo>
                <a:cubicBezTo>
                  <a:pt x="1741346" y="105211"/>
                  <a:pt x="1737795" y="94215"/>
                  <a:pt x="1737795" y="80372"/>
                </a:cubicBezTo>
                <a:cubicBezTo>
                  <a:pt x="1737795" y="66649"/>
                  <a:pt x="1741315" y="55684"/>
                  <a:pt x="1748357" y="47477"/>
                </a:cubicBezTo>
                <a:cubicBezTo>
                  <a:pt x="1755400" y="39267"/>
                  <a:pt x="1764922" y="35163"/>
                  <a:pt x="1776924" y="35163"/>
                </a:cubicBezTo>
                <a:cubicBezTo>
                  <a:pt x="1788069" y="35163"/>
                  <a:pt x="1797193" y="39696"/>
                  <a:pt x="1804296" y="48763"/>
                </a:cubicBezTo>
                <a:lnTo>
                  <a:pt x="1804296" y="37315"/>
                </a:lnTo>
                <a:lnTo>
                  <a:pt x="1827812" y="37315"/>
                </a:lnTo>
                <a:lnTo>
                  <a:pt x="1827812" y="120067"/>
                </a:lnTo>
                <a:cubicBezTo>
                  <a:pt x="1827812" y="133552"/>
                  <a:pt x="1823647" y="143941"/>
                  <a:pt x="1815318" y="151235"/>
                </a:cubicBezTo>
                <a:cubicBezTo>
                  <a:pt x="1806991" y="158531"/>
                  <a:pt x="1795173" y="162178"/>
                  <a:pt x="1779864" y="162178"/>
                </a:cubicBezTo>
                <a:moveTo>
                  <a:pt x="1784273" y="104821"/>
                </a:moveTo>
                <a:cubicBezTo>
                  <a:pt x="1788192" y="104821"/>
                  <a:pt x="1792019" y="103840"/>
                  <a:pt x="1795755" y="101880"/>
                </a:cubicBezTo>
                <a:cubicBezTo>
                  <a:pt x="1799491" y="99918"/>
                  <a:pt x="1802338" y="97528"/>
                  <a:pt x="1804296" y="94710"/>
                </a:cubicBezTo>
                <a:lnTo>
                  <a:pt x="1804296" y="66034"/>
                </a:lnTo>
                <a:cubicBezTo>
                  <a:pt x="1802338" y="63092"/>
                  <a:pt x="1799491" y="60672"/>
                  <a:pt x="1795755" y="58773"/>
                </a:cubicBezTo>
                <a:cubicBezTo>
                  <a:pt x="1792019" y="56873"/>
                  <a:pt x="1788192" y="55923"/>
                  <a:pt x="1784273" y="55923"/>
                </a:cubicBezTo>
                <a:cubicBezTo>
                  <a:pt x="1777660" y="55923"/>
                  <a:pt x="1772270" y="58068"/>
                  <a:pt x="1768105" y="62359"/>
                </a:cubicBezTo>
                <a:cubicBezTo>
                  <a:pt x="1763941" y="66647"/>
                  <a:pt x="1761860" y="72652"/>
                  <a:pt x="1761860" y="80372"/>
                </a:cubicBezTo>
                <a:cubicBezTo>
                  <a:pt x="1761860" y="88091"/>
                  <a:pt x="1763941" y="94097"/>
                  <a:pt x="1768105" y="98387"/>
                </a:cubicBezTo>
                <a:cubicBezTo>
                  <a:pt x="1772270" y="102676"/>
                  <a:pt x="1777660" y="104821"/>
                  <a:pt x="1784273" y="1048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03C576-6DC6-4A14-AE7D-41F8F1E9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578" y="1726447"/>
            <a:ext cx="10" cy="2532979"/>
          </a:xfrm>
          <a:custGeom xmlns:a="http://schemas.openxmlformats.org/drawingml/2006/main">
            <a:pathLst>
              <a:path w="1" h="2532979">
                <a:moveTo>
                  <a:pt x="0" y="0"/>
                </a:moveTo>
                <a:lnTo>
                  <a:pt x="0" y="2532979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08EDB7-1210-44F4-B122-EA67566D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578" y="1726447"/>
            <a:ext cx="10" cy="2532979"/>
          </a:xfrm>
          <a:custGeom xmlns:a="http://schemas.openxmlformats.org/drawingml/2006/main">
            <a:pathLst>
              <a:path w="1" h="2532979" fill="none">
                <a:moveTo>
                  <a:pt x="0" y="0"/>
                </a:moveTo>
                <a:lnTo>
                  <a:pt x="0" y="2532979"/>
                </a:lnTo>
              </a:path>
            </a:pathLst>
          </a:custGeom>
          <a:noFill xmlns:a="http://schemas.openxmlformats.org/drawingml/2006/main"/>
          <a:ln xmlns:a="http://schemas.openxmlformats.org/drawingml/2006/main" w="20667" cap="flat">
            <a:solidFill>
              <a:srgbClr val="000000"/>
            </a:solidFill>
            <a:custDash>
              <a:ds d="400000" sp="300000"/>
            </a:custDash>
            <a:round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24CA85-2F2F-4F7F-AA8C-1DF31A8B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2004" y="1875091"/>
            <a:ext cx="850329" cy="330455"/>
          </a:xfrm>
          <a:custGeom xmlns:a="http://schemas.openxmlformats.org/drawingml/2006/main">
            <a:pathLst>
              <a:path w="850329" h="330455">
                <a:moveTo>
                  <a:pt x="0" y="55077"/>
                </a:moveTo>
                <a:lnTo>
                  <a:pt x="0" y="55077"/>
                </a:lnTo>
                <a:cubicBezTo>
                  <a:pt x="0" y="24659"/>
                  <a:pt x="24659" y="0"/>
                  <a:pt x="55077" y="0"/>
                </a:cubicBezTo>
                <a:lnTo>
                  <a:pt x="795252" y="0"/>
                </a:lnTo>
                <a:cubicBezTo>
                  <a:pt x="809860" y="0"/>
                  <a:pt x="823869" y="5803"/>
                  <a:pt x="834198" y="16132"/>
                </a:cubicBezTo>
                <a:cubicBezTo>
                  <a:pt x="844527" y="26460"/>
                  <a:pt x="850329" y="40469"/>
                  <a:pt x="850329" y="55077"/>
                </a:cubicBezTo>
                <a:lnTo>
                  <a:pt x="850329" y="275378"/>
                </a:lnTo>
                <a:cubicBezTo>
                  <a:pt x="850329" y="305796"/>
                  <a:pt x="825671" y="330455"/>
                  <a:pt x="795252" y="330455"/>
                </a:cubicBezTo>
                <a:lnTo>
                  <a:pt x="55077" y="330455"/>
                </a:lnTo>
                <a:cubicBezTo>
                  <a:pt x="24659" y="330455"/>
                  <a:pt x="0" y="305796"/>
                  <a:pt x="0" y="275378"/>
                </a:cubicBezTo>
                <a:lnTo>
                  <a:pt x="0" y="55077"/>
                </a:ln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B429A6-8C88-40FD-AE27-2C596443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2004" y="1875091"/>
            <a:ext cx="850329" cy="330455"/>
          </a:xfrm>
          <a:custGeom xmlns:a="http://schemas.openxmlformats.org/drawingml/2006/main">
            <a:pathLst>
              <a:path w="850329" h="330455" fill="none">
                <a:moveTo>
                  <a:pt x="0" y="55077"/>
                </a:moveTo>
                <a:lnTo>
                  <a:pt x="0" y="55077"/>
                </a:lnTo>
                <a:cubicBezTo>
                  <a:pt x="0" y="24659"/>
                  <a:pt x="24659" y="0"/>
                  <a:pt x="55077" y="0"/>
                </a:cubicBezTo>
                <a:lnTo>
                  <a:pt x="795252" y="0"/>
                </a:lnTo>
                <a:cubicBezTo>
                  <a:pt x="809860" y="0"/>
                  <a:pt x="823869" y="5803"/>
                  <a:pt x="834198" y="16132"/>
                </a:cubicBezTo>
                <a:cubicBezTo>
                  <a:pt x="844527" y="26460"/>
                  <a:pt x="850329" y="40469"/>
                  <a:pt x="850329" y="55077"/>
                </a:cubicBezTo>
                <a:lnTo>
                  <a:pt x="850329" y="275378"/>
                </a:lnTo>
                <a:cubicBezTo>
                  <a:pt x="850329" y="305796"/>
                  <a:pt x="825671" y="330455"/>
                  <a:pt x="795252" y="330455"/>
                </a:cubicBezTo>
                <a:lnTo>
                  <a:pt x="55077" y="330455"/>
                </a:lnTo>
                <a:cubicBezTo>
                  <a:pt x="24659" y="330455"/>
                  <a:pt x="0" y="305796"/>
                  <a:pt x="0" y="275378"/>
                </a:cubicBezTo>
                <a:lnTo>
                  <a:pt x="0" y="550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114" name="Text Vision">
            <a:extLst xmlns:a="http://schemas.openxmlformats.org/drawingml/2006/main">
              <a:ext uri="{FF2B5EF4-FFF2-40B4-BE49-F238E27FC236}">
                <a16:creationId xmlns:a16="http://schemas.microsoft.com/office/drawing/2014/main" id="{53EE4B06-009F-421D-83D5-284076C7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077" y="1926439"/>
            <a:ext cx="335888" cy="87278"/>
          </a:xfrm>
          <a:custGeom xmlns:a="http://schemas.openxmlformats.org/drawingml/2006/main">
            <a:pathLst>
              <a:path w="335888" h="87278">
                <a:moveTo>
                  <a:pt x="34462" y="85772"/>
                </a:moveTo>
                <a:lnTo>
                  <a:pt x="0" y="0"/>
                </a:lnTo>
                <a:lnTo>
                  <a:pt x="12217" y="0"/>
                </a:lnTo>
                <a:lnTo>
                  <a:pt x="41149" y="74069"/>
                </a:lnTo>
                <a:lnTo>
                  <a:pt x="70084" y="0"/>
                </a:lnTo>
                <a:lnTo>
                  <a:pt x="82300" y="0"/>
                </a:lnTo>
                <a:lnTo>
                  <a:pt x="47709" y="85772"/>
                </a:lnTo>
                <a:lnTo>
                  <a:pt x="34462" y="85772"/>
                </a:lnTo>
                <a:close/>
                <a:moveTo>
                  <a:pt x="97860" y="14746"/>
                </a:moveTo>
                <a:cubicBezTo>
                  <a:pt x="96145" y="14746"/>
                  <a:pt x="94645" y="14125"/>
                  <a:pt x="93359" y="12882"/>
                </a:cubicBezTo>
                <a:cubicBezTo>
                  <a:pt x="92073" y="11638"/>
                  <a:pt x="91430" y="10116"/>
                  <a:pt x="91430" y="8316"/>
                </a:cubicBezTo>
                <a:cubicBezTo>
                  <a:pt x="91430" y="6516"/>
                  <a:pt x="92073" y="4973"/>
                  <a:pt x="93359" y="3687"/>
                </a:cubicBezTo>
                <a:cubicBezTo>
                  <a:pt x="94645" y="2401"/>
                  <a:pt x="96145" y="1758"/>
                  <a:pt x="97860" y="1758"/>
                </a:cubicBezTo>
                <a:cubicBezTo>
                  <a:pt x="99660" y="1758"/>
                  <a:pt x="101203" y="2401"/>
                  <a:pt x="102489" y="3687"/>
                </a:cubicBezTo>
                <a:cubicBezTo>
                  <a:pt x="103775" y="4973"/>
                  <a:pt x="104418" y="6516"/>
                  <a:pt x="104418" y="8316"/>
                </a:cubicBezTo>
                <a:cubicBezTo>
                  <a:pt x="104418" y="10116"/>
                  <a:pt x="103775" y="11638"/>
                  <a:pt x="102489" y="12882"/>
                </a:cubicBezTo>
                <a:cubicBezTo>
                  <a:pt x="101203" y="14125"/>
                  <a:pt x="99660" y="14746"/>
                  <a:pt x="97860" y="14746"/>
                </a:cubicBezTo>
                <a:moveTo>
                  <a:pt x="93102" y="85772"/>
                </a:moveTo>
                <a:lnTo>
                  <a:pt x="93102" y="23609"/>
                </a:lnTo>
                <a:lnTo>
                  <a:pt x="102746" y="23609"/>
                </a:lnTo>
                <a:lnTo>
                  <a:pt x="102746" y="85772"/>
                </a:lnTo>
                <a:lnTo>
                  <a:pt x="93102" y="85772"/>
                </a:lnTo>
                <a:close/>
                <a:moveTo>
                  <a:pt x="141710" y="87278"/>
                </a:moveTo>
                <a:cubicBezTo>
                  <a:pt x="131166" y="87278"/>
                  <a:pt x="122807" y="84024"/>
                  <a:pt x="116636" y="77515"/>
                </a:cubicBezTo>
                <a:lnTo>
                  <a:pt x="121651" y="70576"/>
                </a:lnTo>
                <a:cubicBezTo>
                  <a:pt x="123707" y="72973"/>
                  <a:pt x="126557" y="75048"/>
                  <a:pt x="130200" y="76802"/>
                </a:cubicBezTo>
                <a:cubicBezTo>
                  <a:pt x="133845" y="78557"/>
                  <a:pt x="137810" y="79434"/>
                  <a:pt x="142097" y="79434"/>
                </a:cubicBezTo>
                <a:cubicBezTo>
                  <a:pt x="146898" y="79434"/>
                  <a:pt x="150541" y="78427"/>
                  <a:pt x="153026" y="76414"/>
                </a:cubicBezTo>
                <a:cubicBezTo>
                  <a:pt x="155513" y="74399"/>
                  <a:pt x="156757" y="71850"/>
                  <a:pt x="156757" y="68765"/>
                </a:cubicBezTo>
                <a:cubicBezTo>
                  <a:pt x="156757" y="66023"/>
                  <a:pt x="155406" y="63860"/>
                  <a:pt x="152705" y="62274"/>
                </a:cubicBezTo>
                <a:cubicBezTo>
                  <a:pt x="150005" y="60689"/>
                  <a:pt x="144968" y="59039"/>
                  <a:pt x="137596" y="57326"/>
                </a:cubicBezTo>
                <a:cubicBezTo>
                  <a:pt x="131338" y="56040"/>
                  <a:pt x="126558" y="54004"/>
                  <a:pt x="123258" y="51219"/>
                </a:cubicBezTo>
                <a:cubicBezTo>
                  <a:pt x="119958" y="48434"/>
                  <a:pt x="118307" y="44684"/>
                  <a:pt x="118307" y="39970"/>
                </a:cubicBezTo>
                <a:cubicBezTo>
                  <a:pt x="118307" y="34743"/>
                  <a:pt x="120408" y="30458"/>
                  <a:pt x="124608" y="27116"/>
                </a:cubicBezTo>
                <a:cubicBezTo>
                  <a:pt x="128808" y="23773"/>
                  <a:pt x="134424" y="22102"/>
                  <a:pt x="141453" y="22102"/>
                </a:cubicBezTo>
                <a:cubicBezTo>
                  <a:pt x="150799" y="22102"/>
                  <a:pt x="158472" y="25104"/>
                  <a:pt x="164472" y="31109"/>
                </a:cubicBezTo>
                <a:lnTo>
                  <a:pt x="159971" y="37800"/>
                </a:lnTo>
                <a:cubicBezTo>
                  <a:pt x="158086" y="35568"/>
                  <a:pt x="155535" y="33701"/>
                  <a:pt x="152320" y="32200"/>
                </a:cubicBezTo>
                <a:cubicBezTo>
                  <a:pt x="149105" y="30698"/>
                  <a:pt x="145482" y="29947"/>
                  <a:pt x="141453" y="29947"/>
                </a:cubicBezTo>
                <a:cubicBezTo>
                  <a:pt x="137167" y="29947"/>
                  <a:pt x="133802" y="30890"/>
                  <a:pt x="131358" y="32775"/>
                </a:cubicBezTo>
                <a:cubicBezTo>
                  <a:pt x="128916" y="34660"/>
                  <a:pt x="127695" y="36973"/>
                  <a:pt x="127695" y="39715"/>
                </a:cubicBezTo>
                <a:cubicBezTo>
                  <a:pt x="127695" y="42200"/>
                  <a:pt x="129066" y="44172"/>
                  <a:pt x="131809" y="45629"/>
                </a:cubicBezTo>
                <a:cubicBezTo>
                  <a:pt x="134552" y="47085"/>
                  <a:pt x="139610" y="48584"/>
                  <a:pt x="146983" y="50126"/>
                </a:cubicBezTo>
                <a:cubicBezTo>
                  <a:pt x="153241" y="51584"/>
                  <a:pt x="157999" y="53791"/>
                  <a:pt x="161256" y="56749"/>
                </a:cubicBezTo>
                <a:cubicBezTo>
                  <a:pt x="164514" y="59705"/>
                  <a:pt x="166144" y="63626"/>
                  <a:pt x="166144" y="68510"/>
                </a:cubicBezTo>
                <a:cubicBezTo>
                  <a:pt x="166144" y="74251"/>
                  <a:pt x="163915" y="78815"/>
                  <a:pt x="159457" y="82200"/>
                </a:cubicBezTo>
                <a:cubicBezTo>
                  <a:pt x="154998" y="85586"/>
                  <a:pt x="149083" y="87278"/>
                  <a:pt x="141710" y="87278"/>
                </a:cubicBezTo>
                <a:close/>
                <a:moveTo>
                  <a:pt x="186590" y="14746"/>
                </a:moveTo>
                <a:cubicBezTo>
                  <a:pt x="184875" y="14746"/>
                  <a:pt x="183375" y="14125"/>
                  <a:pt x="182089" y="12882"/>
                </a:cubicBezTo>
                <a:cubicBezTo>
                  <a:pt x="180803" y="11638"/>
                  <a:pt x="180160" y="10116"/>
                  <a:pt x="180160" y="8316"/>
                </a:cubicBezTo>
                <a:cubicBezTo>
                  <a:pt x="180160" y="6516"/>
                  <a:pt x="180803" y="4973"/>
                  <a:pt x="182089" y="3687"/>
                </a:cubicBezTo>
                <a:cubicBezTo>
                  <a:pt x="183375" y="2401"/>
                  <a:pt x="184875" y="1758"/>
                  <a:pt x="186590" y="1758"/>
                </a:cubicBezTo>
                <a:cubicBezTo>
                  <a:pt x="188390" y="1758"/>
                  <a:pt x="189933" y="2401"/>
                  <a:pt x="191219" y="3687"/>
                </a:cubicBezTo>
                <a:cubicBezTo>
                  <a:pt x="192505" y="4973"/>
                  <a:pt x="193148" y="6516"/>
                  <a:pt x="193148" y="8316"/>
                </a:cubicBezTo>
                <a:cubicBezTo>
                  <a:pt x="193148" y="10116"/>
                  <a:pt x="192505" y="11638"/>
                  <a:pt x="191219" y="12882"/>
                </a:cubicBezTo>
                <a:cubicBezTo>
                  <a:pt x="189933" y="14125"/>
                  <a:pt x="188390" y="14746"/>
                  <a:pt x="186590" y="14746"/>
                </a:cubicBezTo>
                <a:moveTo>
                  <a:pt x="181832" y="85772"/>
                </a:moveTo>
                <a:lnTo>
                  <a:pt x="181832" y="23609"/>
                </a:lnTo>
                <a:lnTo>
                  <a:pt x="191476" y="23609"/>
                </a:lnTo>
                <a:lnTo>
                  <a:pt x="191476" y="85772"/>
                </a:lnTo>
                <a:lnTo>
                  <a:pt x="181832" y="85772"/>
                </a:lnTo>
                <a:close/>
                <a:moveTo>
                  <a:pt x="237899" y="87278"/>
                </a:moveTo>
                <a:cubicBezTo>
                  <a:pt x="228898" y="87278"/>
                  <a:pt x="221525" y="84215"/>
                  <a:pt x="215781" y="78088"/>
                </a:cubicBezTo>
                <a:cubicBezTo>
                  <a:pt x="210037" y="71959"/>
                  <a:pt x="207165" y="64138"/>
                  <a:pt x="207165" y="54626"/>
                </a:cubicBezTo>
                <a:cubicBezTo>
                  <a:pt x="207165" y="45028"/>
                  <a:pt x="210037" y="37208"/>
                  <a:pt x="215781" y="31166"/>
                </a:cubicBezTo>
                <a:cubicBezTo>
                  <a:pt x="221525" y="25123"/>
                  <a:pt x="228898" y="22102"/>
                  <a:pt x="237899" y="22102"/>
                </a:cubicBezTo>
                <a:cubicBezTo>
                  <a:pt x="246902" y="22102"/>
                  <a:pt x="254274" y="25123"/>
                  <a:pt x="260017" y="31166"/>
                </a:cubicBezTo>
                <a:cubicBezTo>
                  <a:pt x="265761" y="37208"/>
                  <a:pt x="268633" y="45028"/>
                  <a:pt x="268633" y="54626"/>
                </a:cubicBezTo>
                <a:cubicBezTo>
                  <a:pt x="268633" y="64138"/>
                  <a:pt x="265761" y="71959"/>
                  <a:pt x="260017" y="78088"/>
                </a:cubicBezTo>
                <a:cubicBezTo>
                  <a:pt x="254274" y="84215"/>
                  <a:pt x="246902" y="87278"/>
                  <a:pt x="237899" y="87278"/>
                </a:cubicBezTo>
                <a:moveTo>
                  <a:pt x="237899" y="78662"/>
                </a:moveTo>
                <a:cubicBezTo>
                  <a:pt x="243901" y="78662"/>
                  <a:pt x="248830" y="76413"/>
                  <a:pt x="252688" y="71914"/>
                </a:cubicBezTo>
                <a:cubicBezTo>
                  <a:pt x="256546" y="67416"/>
                  <a:pt x="258475" y="61653"/>
                  <a:pt x="258475" y="54626"/>
                </a:cubicBezTo>
                <a:cubicBezTo>
                  <a:pt x="258475" y="47685"/>
                  <a:pt x="256546" y="41965"/>
                  <a:pt x="252688" y="37466"/>
                </a:cubicBezTo>
                <a:cubicBezTo>
                  <a:pt x="248830" y="32968"/>
                  <a:pt x="243901" y="30718"/>
                  <a:pt x="237899" y="30718"/>
                </a:cubicBezTo>
                <a:cubicBezTo>
                  <a:pt x="231899" y="30718"/>
                  <a:pt x="226948" y="32947"/>
                  <a:pt x="223047" y="37403"/>
                </a:cubicBezTo>
                <a:cubicBezTo>
                  <a:pt x="219146" y="41859"/>
                  <a:pt x="217196" y="47600"/>
                  <a:pt x="217196" y="54626"/>
                </a:cubicBezTo>
                <a:cubicBezTo>
                  <a:pt x="217196" y="61738"/>
                  <a:pt x="219125" y="67522"/>
                  <a:pt x="222982" y="71979"/>
                </a:cubicBezTo>
                <a:cubicBezTo>
                  <a:pt x="226840" y="76435"/>
                  <a:pt x="231812" y="78662"/>
                  <a:pt x="237899" y="78662"/>
                </a:cubicBezTo>
                <a:close/>
                <a:moveTo>
                  <a:pt x="326244" y="85772"/>
                </a:moveTo>
                <a:lnTo>
                  <a:pt x="326244" y="45125"/>
                </a:lnTo>
                <a:cubicBezTo>
                  <a:pt x="326244" y="39637"/>
                  <a:pt x="324979" y="35864"/>
                  <a:pt x="322449" y="33807"/>
                </a:cubicBezTo>
                <a:cubicBezTo>
                  <a:pt x="319921" y="31748"/>
                  <a:pt x="316556" y="30718"/>
                  <a:pt x="312356" y="30718"/>
                </a:cubicBezTo>
                <a:cubicBezTo>
                  <a:pt x="308756" y="30718"/>
                  <a:pt x="305219" y="31683"/>
                  <a:pt x="301746" y="33612"/>
                </a:cubicBezTo>
                <a:cubicBezTo>
                  <a:pt x="298274" y="35541"/>
                  <a:pt x="295681" y="37791"/>
                  <a:pt x="293966" y="40362"/>
                </a:cubicBezTo>
                <a:lnTo>
                  <a:pt x="293966" y="85772"/>
                </a:lnTo>
                <a:lnTo>
                  <a:pt x="284322" y="85772"/>
                </a:lnTo>
                <a:lnTo>
                  <a:pt x="284322" y="23609"/>
                </a:lnTo>
                <a:lnTo>
                  <a:pt x="293966" y="23609"/>
                </a:lnTo>
                <a:lnTo>
                  <a:pt x="293966" y="32647"/>
                </a:lnTo>
                <a:cubicBezTo>
                  <a:pt x="296624" y="29561"/>
                  <a:pt x="299904" y="27033"/>
                  <a:pt x="303804" y="25061"/>
                </a:cubicBezTo>
                <a:cubicBezTo>
                  <a:pt x="307705" y="23089"/>
                  <a:pt x="311799" y="22102"/>
                  <a:pt x="316086" y="22102"/>
                </a:cubicBezTo>
                <a:cubicBezTo>
                  <a:pt x="329288" y="22102"/>
                  <a:pt x="335888" y="28791"/>
                  <a:pt x="335888" y="42168"/>
                </a:cubicBezTo>
                <a:lnTo>
                  <a:pt x="335888" y="85772"/>
                </a:lnTo>
                <a:lnTo>
                  <a:pt x="326244" y="857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Encoder">
            <a:extLst xmlns:a="http://schemas.openxmlformats.org/drawingml/2006/main">
              <a:ext uri="{FF2B5EF4-FFF2-40B4-BE49-F238E27FC236}">
                <a16:creationId xmlns:a16="http://schemas.microsoft.com/office/drawing/2014/main" id="{D59EFF1D-838D-497D-8F44-E0C5606B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2324" y="2077997"/>
            <a:ext cx="457539" cy="87278"/>
          </a:xfrm>
          <a:custGeom xmlns:a="http://schemas.openxmlformats.org/drawingml/2006/main">
            <a:pathLst>
              <a:path w="457539" h="87278">
                <a:moveTo>
                  <a:pt x="0" y="85772"/>
                </a:moveTo>
                <a:lnTo>
                  <a:pt x="0" y="0"/>
                </a:lnTo>
                <a:lnTo>
                  <a:pt x="56195" y="0"/>
                </a:lnTo>
                <a:lnTo>
                  <a:pt x="56195" y="9517"/>
                </a:lnTo>
                <a:lnTo>
                  <a:pt x="10672" y="9517"/>
                </a:lnTo>
                <a:lnTo>
                  <a:pt x="10672" y="37172"/>
                </a:lnTo>
                <a:lnTo>
                  <a:pt x="55295" y="37172"/>
                </a:lnTo>
                <a:lnTo>
                  <a:pt x="55295" y="46689"/>
                </a:lnTo>
                <a:lnTo>
                  <a:pt x="10672" y="46689"/>
                </a:lnTo>
                <a:lnTo>
                  <a:pt x="10672" y="76255"/>
                </a:lnTo>
                <a:lnTo>
                  <a:pt x="56195" y="76255"/>
                </a:lnTo>
                <a:lnTo>
                  <a:pt x="56195" y="85772"/>
                </a:lnTo>
                <a:lnTo>
                  <a:pt x="0" y="85772"/>
                </a:lnTo>
                <a:close/>
                <a:moveTo>
                  <a:pt x="114706" y="85772"/>
                </a:moveTo>
                <a:lnTo>
                  <a:pt x="114706" y="45125"/>
                </a:lnTo>
                <a:cubicBezTo>
                  <a:pt x="114706" y="39637"/>
                  <a:pt x="113441" y="35864"/>
                  <a:pt x="110911" y="33807"/>
                </a:cubicBezTo>
                <a:cubicBezTo>
                  <a:pt x="108383" y="31748"/>
                  <a:pt x="105018" y="30718"/>
                  <a:pt x="100818" y="30718"/>
                </a:cubicBezTo>
                <a:cubicBezTo>
                  <a:pt x="97218" y="30718"/>
                  <a:pt x="93681" y="31683"/>
                  <a:pt x="90208" y="33612"/>
                </a:cubicBezTo>
                <a:cubicBezTo>
                  <a:pt x="86737" y="35541"/>
                  <a:pt x="84143" y="37791"/>
                  <a:pt x="82428" y="40362"/>
                </a:cubicBezTo>
                <a:lnTo>
                  <a:pt x="82428" y="85772"/>
                </a:lnTo>
                <a:lnTo>
                  <a:pt x="72784" y="85772"/>
                </a:lnTo>
                <a:lnTo>
                  <a:pt x="72784" y="23609"/>
                </a:lnTo>
                <a:lnTo>
                  <a:pt x="82428" y="23609"/>
                </a:lnTo>
                <a:lnTo>
                  <a:pt x="82428" y="32647"/>
                </a:lnTo>
                <a:cubicBezTo>
                  <a:pt x="85086" y="29561"/>
                  <a:pt x="88366" y="27033"/>
                  <a:pt x="92267" y="25061"/>
                </a:cubicBezTo>
                <a:cubicBezTo>
                  <a:pt x="96168" y="23089"/>
                  <a:pt x="100261" y="22102"/>
                  <a:pt x="104548" y="22102"/>
                </a:cubicBezTo>
                <a:cubicBezTo>
                  <a:pt x="117750" y="22102"/>
                  <a:pt x="124351" y="28791"/>
                  <a:pt x="124351" y="42168"/>
                </a:cubicBezTo>
                <a:lnTo>
                  <a:pt x="124351" y="85772"/>
                </a:lnTo>
                <a:lnTo>
                  <a:pt x="114706" y="85772"/>
                </a:lnTo>
                <a:close/>
                <a:moveTo>
                  <a:pt x="171030" y="87278"/>
                </a:moveTo>
                <a:cubicBezTo>
                  <a:pt x="161943" y="87278"/>
                  <a:pt x="154507" y="84193"/>
                  <a:pt x="148720" y="78023"/>
                </a:cubicBezTo>
                <a:cubicBezTo>
                  <a:pt x="142932" y="71852"/>
                  <a:pt x="140039" y="64053"/>
                  <a:pt x="140039" y="54626"/>
                </a:cubicBezTo>
                <a:cubicBezTo>
                  <a:pt x="140039" y="45284"/>
                  <a:pt x="142932" y="37528"/>
                  <a:pt x="148720" y="31358"/>
                </a:cubicBezTo>
                <a:cubicBezTo>
                  <a:pt x="154507" y="25187"/>
                  <a:pt x="161943" y="22102"/>
                  <a:pt x="171030" y="22102"/>
                </a:cubicBezTo>
                <a:cubicBezTo>
                  <a:pt x="180631" y="22102"/>
                  <a:pt x="188219" y="25700"/>
                  <a:pt x="193791" y="32894"/>
                </a:cubicBezTo>
                <a:lnTo>
                  <a:pt x="187361" y="38804"/>
                </a:lnTo>
                <a:cubicBezTo>
                  <a:pt x="183418" y="33414"/>
                  <a:pt x="178147" y="30718"/>
                  <a:pt x="171546" y="30718"/>
                </a:cubicBezTo>
                <a:cubicBezTo>
                  <a:pt x="165201" y="30718"/>
                  <a:pt x="160036" y="32925"/>
                  <a:pt x="156048" y="37339"/>
                </a:cubicBezTo>
                <a:cubicBezTo>
                  <a:pt x="152063" y="41751"/>
                  <a:pt x="150070" y="47513"/>
                  <a:pt x="150070" y="54626"/>
                </a:cubicBezTo>
                <a:cubicBezTo>
                  <a:pt x="150070" y="61824"/>
                  <a:pt x="152041" y="67630"/>
                  <a:pt x="155984" y="72044"/>
                </a:cubicBezTo>
                <a:cubicBezTo>
                  <a:pt x="159928" y="76456"/>
                  <a:pt x="165115" y="78662"/>
                  <a:pt x="171546" y="78662"/>
                </a:cubicBezTo>
                <a:cubicBezTo>
                  <a:pt x="178060" y="78662"/>
                  <a:pt x="183332" y="75967"/>
                  <a:pt x="187361" y="70576"/>
                </a:cubicBezTo>
                <a:lnTo>
                  <a:pt x="193791" y="76486"/>
                </a:lnTo>
                <a:cubicBezTo>
                  <a:pt x="188219" y="83681"/>
                  <a:pt x="180631" y="87278"/>
                  <a:pt x="171030" y="87278"/>
                </a:cubicBezTo>
                <a:close/>
                <a:moveTo>
                  <a:pt x="234427" y="87278"/>
                </a:moveTo>
                <a:cubicBezTo>
                  <a:pt x="225426" y="87278"/>
                  <a:pt x="218053" y="84215"/>
                  <a:pt x="212309" y="78088"/>
                </a:cubicBezTo>
                <a:cubicBezTo>
                  <a:pt x="206565" y="71959"/>
                  <a:pt x="203693" y="64138"/>
                  <a:pt x="203693" y="54626"/>
                </a:cubicBezTo>
                <a:cubicBezTo>
                  <a:pt x="203693" y="45028"/>
                  <a:pt x="206565" y="37208"/>
                  <a:pt x="212309" y="31166"/>
                </a:cubicBezTo>
                <a:cubicBezTo>
                  <a:pt x="218053" y="25123"/>
                  <a:pt x="225426" y="22102"/>
                  <a:pt x="234427" y="22102"/>
                </a:cubicBezTo>
                <a:cubicBezTo>
                  <a:pt x="243429" y="22102"/>
                  <a:pt x="250802" y="25123"/>
                  <a:pt x="256545" y="31166"/>
                </a:cubicBezTo>
                <a:cubicBezTo>
                  <a:pt x="262289" y="37208"/>
                  <a:pt x="265161" y="45028"/>
                  <a:pt x="265161" y="54626"/>
                </a:cubicBezTo>
                <a:cubicBezTo>
                  <a:pt x="265161" y="64138"/>
                  <a:pt x="262289" y="71959"/>
                  <a:pt x="256545" y="78088"/>
                </a:cubicBezTo>
                <a:cubicBezTo>
                  <a:pt x="250802" y="84215"/>
                  <a:pt x="243429" y="87278"/>
                  <a:pt x="234427" y="87278"/>
                </a:cubicBezTo>
                <a:moveTo>
                  <a:pt x="234427" y="78662"/>
                </a:moveTo>
                <a:cubicBezTo>
                  <a:pt x="240429" y="78662"/>
                  <a:pt x="245358" y="76413"/>
                  <a:pt x="249216" y="71914"/>
                </a:cubicBezTo>
                <a:cubicBezTo>
                  <a:pt x="253074" y="67416"/>
                  <a:pt x="255003" y="61653"/>
                  <a:pt x="255003" y="54626"/>
                </a:cubicBezTo>
                <a:cubicBezTo>
                  <a:pt x="255003" y="47685"/>
                  <a:pt x="253074" y="41965"/>
                  <a:pt x="249216" y="37466"/>
                </a:cubicBezTo>
                <a:cubicBezTo>
                  <a:pt x="245358" y="32968"/>
                  <a:pt x="240429" y="30718"/>
                  <a:pt x="234427" y="30718"/>
                </a:cubicBezTo>
                <a:cubicBezTo>
                  <a:pt x="228427" y="30718"/>
                  <a:pt x="223476" y="32947"/>
                  <a:pt x="219575" y="37403"/>
                </a:cubicBezTo>
                <a:cubicBezTo>
                  <a:pt x="215674" y="41859"/>
                  <a:pt x="213724" y="47600"/>
                  <a:pt x="213724" y="54626"/>
                </a:cubicBezTo>
                <a:cubicBezTo>
                  <a:pt x="213724" y="61738"/>
                  <a:pt x="215653" y="67522"/>
                  <a:pt x="219510" y="71979"/>
                </a:cubicBezTo>
                <a:cubicBezTo>
                  <a:pt x="223368" y="76435"/>
                  <a:pt x="228340" y="78662"/>
                  <a:pt x="234427" y="78662"/>
                </a:cubicBezTo>
                <a:close/>
                <a:moveTo>
                  <a:pt x="325859" y="85772"/>
                </a:moveTo>
                <a:lnTo>
                  <a:pt x="325859" y="76475"/>
                </a:lnTo>
                <a:cubicBezTo>
                  <a:pt x="323543" y="79647"/>
                  <a:pt x="320564" y="82241"/>
                  <a:pt x="316921" y="84257"/>
                </a:cubicBezTo>
                <a:cubicBezTo>
                  <a:pt x="313278" y="86271"/>
                  <a:pt x="309270" y="87278"/>
                  <a:pt x="304896" y="87278"/>
                </a:cubicBezTo>
                <a:cubicBezTo>
                  <a:pt x="296581" y="87278"/>
                  <a:pt x="289894" y="84322"/>
                  <a:pt x="284835" y="78409"/>
                </a:cubicBezTo>
                <a:cubicBezTo>
                  <a:pt x="279778" y="72495"/>
                  <a:pt x="277249" y="64611"/>
                  <a:pt x="277249" y="54755"/>
                </a:cubicBezTo>
                <a:cubicBezTo>
                  <a:pt x="277249" y="44813"/>
                  <a:pt x="279799" y="36886"/>
                  <a:pt x="284900" y="30973"/>
                </a:cubicBezTo>
                <a:cubicBezTo>
                  <a:pt x="290001" y="25059"/>
                  <a:pt x="296667" y="22102"/>
                  <a:pt x="304896" y="22102"/>
                </a:cubicBezTo>
                <a:cubicBezTo>
                  <a:pt x="309098" y="22102"/>
                  <a:pt x="313021" y="23067"/>
                  <a:pt x="316664" y="24996"/>
                </a:cubicBezTo>
                <a:cubicBezTo>
                  <a:pt x="320307" y="26925"/>
                  <a:pt x="323372" y="29603"/>
                  <a:pt x="325859" y="33032"/>
                </a:cubicBezTo>
                <a:lnTo>
                  <a:pt x="325859" y="0"/>
                </a:lnTo>
                <a:lnTo>
                  <a:pt x="335503" y="0"/>
                </a:lnTo>
                <a:lnTo>
                  <a:pt x="335503" y="85772"/>
                </a:lnTo>
                <a:lnTo>
                  <a:pt x="325859" y="85772"/>
                </a:lnTo>
                <a:moveTo>
                  <a:pt x="307212" y="78662"/>
                </a:moveTo>
                <a:cubicBezTo>
                  <a:pt x="311070" y="78662"/>
                  <a:pt x="314713" y="77719"/>
                  <a:pt x="318141" y="75833"/>
                </a:cubicBezTo>
                <a:cubicBezTo>
                  <a:pt x="321571" y="73947"/>
                  <a:pt x="324144" y="71632"/>
                  <a:pt x="325859" y="68889"/>
                </a:cubicBezTo>
                <a:lnTo>
                  <a:pt x="325859" y="40747"/>
                </a:lnTo>
                <a:cubicBezTo>
                  <a:pt x="324144" y="38004"/>
                  <a:pt x="321571" y="35647"/>
                  <a:pt x="318141" y="33675"/>
                </a:cubicBezTo>
                <a:cubicBezTo>
                  <a:pt x="314713" y="31704"/>
                  <a:pt x="311070" y="30718"/>
                  <a:pt x="307212" y="30718"/>
                </a:cubicBezTo>
                <a:cubicBezTo>
                  <a:pt x="301211" y="30718"/>
                  <a:pt x="296389" y="32903"/>
                  <a:pt x="292745" y="37274"/>
                </a:cubicBezTo>
                <a:cubicBezTo>
                  <a:pt x="289101" y="41644"/>
                  <a:pt x="287280" y="47471"/>
                  <a:pt x="287280" y="54755"/>
                </a:cubicBezTo>
                <a:cubicBezTo>
                  <a:pt x="287280" y="61867"/>
                  <a:pt x="289080" y="67630"/>
                  <a:pt x="292680" y="72044"/>
                </a:cubicBezTo>
                <a:cubicBezTo>
                  <a:pt x="296281" y="76456"/>
                  <a:pt x="301125" y="78662"/>
                  <a:pt x="307212" y="78662"/>
                </a:cubicBezTo>
                <a:close/>
                <a:moveTo>
                  <a:pt x="382825" y="87278"/>
                </a:moveTo>
                <a:cubicBezTo>
                  <a:pt x="373481" y="87278"/>
                  <a:pt x="365873" y="84236"/>
                  <a:pt x="359999" y="78152"/>
                </a:cubicBezTo>
                <a:cubicBezTo>
                  <a:pt x="354127" y="72067"/>
                  <a:pt x="351191" y="64225"/>
                  <a:pt x="351191" y="54626"/>
                </a:cubicBezTo>
                <a:cubicBezTo>
                  <a:pt x="351191" y="45456"/>
                  <a:pt x="354105" y="37743"/>
                  <a:pt x="359934" y="31487"/>
                </a:cubicBezTo>
                <a:cubicBezTo>
                  <a:pt x="365765" y="25231"/>
                  <a:pt x="373052" y="22102"/>
                  <a:pt x="381797" y="22102"/>
                </a:cubicBezTo>
                <a:cubicBezTo>
                  <a:pt x="390713" y="22102"/>
                  <a:pt x="397915" y="25185"/>
                  <a:pt x="403401" y="31350"/>
                </a:cubicBezTo>
                <a:cubicBezTo>
                  <a:pt x="408887" y="37514"/>
                  <a:pt x="411630" y="45519"/>
                  <a:pt x="411630" y="55365"/>
                </a:cubicBezTo>
                <a:lnTo>
                  <a:pt x="411630" y="57806"/>
                </a:lnTo>
                <a:lnTo>
                  <a:pt x="361351" y="57806"/>
                </a:lnTo>
                <a:cubicBezTo>
                  <a:pt x="361694" y="64157"/>
                  <a:pt x="363987" y="69328"/>
                  <a:pt x="368231" y="73319"/>
                </a:cubicBezTo>
                <a:cubicBezTo>
                  <a:pt x="372474" y="77311"/>
                  <a:pt x="377639" y="79306"/>
                  <a:pt x="383726" y="79306"/>
                </a:cubicBezTo>
                <a:cubicBezTo>
                  <a:pt x="391270" y="79306"/>
                  <a:pt x="397657" y="76689"/>
                  <a:pt x="402887" y="71455"/>
                </a:cubicBezTo>
                <a:lnTo>
                  <a:pt x="407516" y="77758"/>
                </a:lnTo>
                <a:cubicBezTo>
                  <a:pt x="401171" y="84105"/>
                  <a:pt x="392941" y="87278"/>
                  <a:pt x="382825" y="87278"/>
                </a:cubicBezTo>
                <a:moveTo>
                  <a:pt x="402114" y="50735"/>
                </a:moveTo>
                <a:cubicBezTo>
                  <a:pt x="402114" y="45002"/>
                  <a:pt x="400228" y="40126"/>
                  <a:pt x="396455" y="36106"/>
                </a:cubicBezTo>
                <a:cubicBezTo>
                  <a:pt x="392684" y="32085"/>
                  <a:pt x="387754" y="30075"/>
                  <a:pt x="381668" y="30075"/>
                </a:cubicBezTo>
                <a:cubicBezTo>
                  <a:pt x="375924" y="30075"/>
                  <a:pt x="371144" y="32085"/>
                  <a:pt x="367330" y="36106"/>
                </a:cubicBezTo>
                <a:cubicBezTo>
                  <a:pt x="363515" y="40126"/>
                  <a:pt x="361523" y="45002"/>
                  <a:pt x="361351" y="50735"/>
                </a:cubicBezTo>
                <a:lnTo>
                  <a:pt x="402114" y="50735"/>
                </a:lnTo>
                <a:close/>
                <a:moveTo>
                  <a:pt x="427190" y="85772"/>
                </a:moveTo>
                <a:lnTo>
                  <a:pt x="427190" y="23609"/>
                </a:lnTo>
                <a:lnTo>
                  <a:pt x="436834" y="23609"/>
                </a:lnTo>
                <a:lnTo>
                  <a:pt x="436834" y="33671"/>
                </a:lnTo>
                <a:cubicBezTo>
                  <a:pt x="442578" y="26126"/>
                  <a:pt x="449480" y="22353"/>
                  <a:pt x="457539" y="22353"/>
                </a:cubicBezTo>
                <a:lnTo>
                  <a:pt x="457539" y="32257"/>
                </a:lnTo>
                <a:lnTo>
                  <a:pt x="453682" y="31870"/>
                </a:lnTo>
                <a:cubicBezTo>
                  <a:pt x="450766" y="31870"/>
                  <a:pt x="447550" y="32920"/>
                  <a:pt x="444035" y="35021"/>
                </a:cubicBezTo>
                <a:cubicBezTo>
                  <a:pt x="440521" y="37122"/>
                  <a:pt x="438120" y="39373"/>
                  <a:pt x="436834" y="41773"/>
                </a:cubicBezTo>
                <a:lnTo>
                  <a:pt x="436834" y="85772"/>
                </a:lnTo>
                <a:lnTo>
                  <a:pt x="427190" y="857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B18418-D8C6-44A5-A214-4C977D02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2002" y="2253244"/>
            <a:ext cx="850329" cy="165336"/>
          </a:xfrm>
          <a:custGeom xmlns:a="http://schemas.openxmlformats.org/drawingml/2006/main">
            <a:pathLst>
              <a:path w="850329" h="165336">
                <a:moveTo>
                  <a:pt x="0" y="27557"/>
                </a:moveTo>
                <a:lnTo>
                  <a:pt x="0" y="27557"/>
                </a:lnTo>
                <a:cubicBezTo>
                  <a:pt x="0" y="12337"/>
                  <a:pt x="12338" y="0"/>
                  <a:pt x="27557" y="0"/>
                </a:cubicBezTo>
                <a:lnTo>
                  <a:pt x="822773" y="0"/>
                </a:lnTo>
                <a:cubicBezTo>
                  <a:pt x="830081" y="0"/>
                  <a:pt x="837090" y="2903"/>
                  <a:pt x="842258" y="8071"/>
                </a:cubicBezTo>
                <a:cubicBezTo>
                  <a:pt x="847426" y="13239"/>
                  <a:pt x="850329" y="20248"/>
                  <a:pt x="850329" y="27557"/>
                </a:cubicBezTo>
                <a:lnTo>
                  <a:pt x="850329" y="137779"/>
                </a:lnTo>
                <a:cubicBezTo>
                  <a:pt x="850329" y="152998"/>
                  <a:pt x="837991" y="165336"/>
                  <a:pt x="822773" y="165336"/>
                </a:cubicBezTo>
                <a:lnTo>
                  <a:pt x="27557" y="165336"/>
                </a:lnTo>
                <a:cubicBezTo>
                  <a:pt x="12338" y="165336"/>
                  <a:pt x="0" y="152998"/>
                  <a:pt x="0" y="137779"/>
                </a:cubicBezTo>
                <a:lnTo>
                  <a:pt x="0" y="27557"/>
                </a:lnTo>
                <a:close/>
              </a:path>
            </a:pathLst>
          </a:custGeom>
          <a:solidFill xmlns:a="http://schemas.openxmlformats.org/drawingml/2006/main">
            <a:srgbClr val="B4A7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B840EB-4734-4330-A6B4-EB2890E0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2002" y="2253244"/>
            <a:ext cx="850329" cy="165336"/>
          </a:xfrm>
          <a:custGeom xmlns:a="http://schemas.openxmlformats.org/drawingml/2006/main">
            <a:pathLst>
              <a:path w="850329" h="165336" fill="none">
                <a:moveTo>
                  <a:pt x="0" y="27557"/>
                </a:moveTo>
                <a:lnTo>
                  <a:pt x="0" y="27557"/>
                </a:lnTo>
                <a:cubicBezTo>
                  <a:pt x="0" y="12337"/>
                  <a:pt x="12338" y="0"/>
                  <a:pt x="27557" y="0"/>
                </a:cubicBezTo>
                <a:lnTo>
                  <a:pt x="822773" y="0"/>
                </a:lnTo>
                <a:cubicBezTo>
                  <a:pt x="830081" y="0"/>
                  <a:pt x="837090" y="2903"/>
                  <a:pt x="842258" y="8071"/>
                </a:cubicBezTo>
                <a:cubicBezTo>
                  <a:pt x="847426" y="13239"/>
                  <a:pt x="850329" y="20248"/>
                  <a:pt x="850329" y="27557"/>
                </a:cubicBezTo>
                <a:lnTo>
                  <a:pt x="850329" y="137779"/>
                </a:lnTo>
                <a:cubicBezTo>
                  <a:pt x="850329" y="152998"/>
                  <a:pt x="837991" y="165336"/>
                  <a:pt x="822773" y="165336"/>
                </a:cubicBezTo>
                <a:lnTo>
                  <a:pt x="27557" y="165336"/>
                </a:lnTo>
                <a:cubicBezTo>
                  <a:pt x="12338" y="165336"/>
                  <a:pt x="0" y="152998"/>
                  <a:pt x="0" y="137779"/>
                </a:cubicBezTo>
                <a:lnTo>
                  <a:pt x="0" y="2755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118" name="Text Pro">
            <a:extLst xmlns:a="http://schemas.openxmlformats.org/drawingml/2006/main">
              <a:ext uri="{FF2B5EF4-FFF2-40B4-BE49-F238E27FC236}">
                <a16:creationId xmlns:a16="http://schemas.microsoft.com/office/drawing/2014/main" id="{00CA396A-311D-4EC5-AE61-ED15F481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547" y="2297812"/>
            <a:ext cx="175402" cy="87278"/>
          </a:xfrm>
          <a:custGeom xmlns:a="http://schemas.openxmlformats.org/drawingml/2006/main">
            <a:pathLst>
              <a:path w="175402" h="87278">
                <a:moveTo>
                  <a:pt x="0" y="85772"/>
                </a:moveTo>
                <a:lnTo>
                  <a:pt x="0" y="0"/>
                </a:lnTo>
                <a:lnTo>
                  <a:pt x="34462" y="0"/>
                </a:lnTo>
                <a:cubicBezTo>
                  <a:pt x="42606" y="0"/>
                  <a:pt x="49122" y="2446"/>
                  <a:pt x="54007" y="7337"/>
                </a:cubicBezTo>
                <a:cubicBezTo>
                  <a:pt x="58895" y="12226"/>
                  <a:pt x="61338" y="18404"/>
                  <a:pt x="61338" y="25870"/>
                </a:cubicBezTo>
                <a:cubicBezTo>
                  <a:pt x="61338" y="33420"/>
                  <a:pt x="58852" y="39619"/>
                  <a:pt x="53880" y="44467"/>
                </a:cubicBezTo>
                <a:cubicBezTo>
                  <a:pt x="48908" y="49315"/>
                  <a:pt x="42435" y="51739"/>
                  <a:pt x="34462" y="51739"/>
                </a:cubicBezTo>
                <a:lnTo>
                  <a:pt x="10672" y="51739"/>
                </a:lnTo>
                <a:lnTo>
                  <a:pt x="10672" y="85772"/>
                </a:lnTo>
                <a:lnTo>
                  <a:pt x="0" y="85772"/>
                </a:lnTo>
                <a:moveTo>
                  <a:pt x="33177" y="42223"/>
                </a:moveTo>
                <a:cubicBezTo>
                  <a:pt x="38320" y="42223"/>
                  <a:pt x="42457" y="40720"/>
                  <a:pt x="45586" y="37715"/>
                </a:cubicBezTo>
                <a:cubicBezTo>
                  <a:pt x="48715" y="34711"/>
                  <a:pt x="50279" y="30762"/>
                  <a:pt x="50279" y="25870"/>
                </a:cubicBezTo>
                <a:cubicBezTo>
                  <a:pt x="50279" y="20977"/>
                  <a:pt x="48715" y="17029"/>
                  <a:pt x="45586" y="14024"/>
                </a:cubicBezTo>
                <a:cubicBezTo>
                  <a:pt x="42457" y="11019"/>
                  <a:pt x="38320" y="9517"/>
                  <a:pt x="33177" y="9517"/>
                </a:cubicBezTo>
                <a:lnTo>
                  <a:pt x="10672" y="9517"/>
                </a:lnTo>
                <a:lnTo>
                  <a:pt x="10672" y="42223"/>
                </a:lnTo>
                <a:lnTo>
                  <a:pt x="33177" y="42223"/>
                </a:lnTo>
                <a:close/>
                <a:moveTo>
                  <a:pt x="75098" y="85772"/>
                </a:moveTo>
                <a:lnTo>
                  <a:pt x="75098" y="23609"/>
                </a:lnTo>
                <a:lnTo>
                  <a:pt x="84743" y="23609"/>
                </a:lnTo>
                <a:lnTo>
                  <a:pt x="84743" y="33671"/>
                </a:lnTo>
                <a:cubicBezTo>
                  <a:pt x="90487" y="26126"/>
                  <a:pt x="97388" y="22353"/>
                  <a:pt x="105448" y="22353"/>
                </a:cubicBezTo>
                <a:lnTo>
                  <a:pt x="105448" y="32257"/>
                </a:lnTo>
                <a:lnTo>
                  <a:pt x="101590" y="31870"/>
                </a:lnTo>
                <a:cubicBezTo>
                  <a:pt x="98674" y="31870"/>
                  <a:pt x="95459" y="32920"/>
                  <a:pt x="91944" y="35021"/>
                </a:cubicBezTo>
                <a:cubicBezTo>
                  <a:pt x="88429" y="37122"/>
                  <a:pt x="86028" y="39373"/>
                  <a:pt x="84743" y="41773"/>
                </a:cubicBezTo>
                <a:lnTo>
                  <a:pt x="84743" y="85772"/>
                </a:lnTo>
                <a:lnTo>
                  <a:pt x="75098" y="85772"/>
                </a:lnTo>
                <a:close/>
                <a:moveTo>
                  <a:pt x="144668" y="87278"/>
                </a:moveTo>
                <a:cubicBezTo>
                  <a:pt x="135666" y="87278"/>
                  <a:pt x="128294" y="84215"/>
                  <a:pt x="122550" y="78088"/>
                </a:cubicBezTo>
                <a:cubicBezTo>
                  <a:pt x="116806" y="71959"/>
                  <a:pt x="113934" y="64138"/>
                  <a:pt x="113934" y="54626"/>
                </a:cubicBezTo>
                <a:cubicBezTo>
                  <a:pt x="113934" y="45028"/>
                  <a:pt x="116806" y="37208"/>
                  <a:pt x="122550" y="31166"/>
                </a:cubicBezTo>
                <a:cubicBezTo>
                  <a:pt x="128294" y="25123"/>
                  <a:pt x="135666" y="22102"/>
                  <a:pt x="144668" y="22102"/>
                </a:cubicBezTo>
                <a:cubicBezTo>
                  <a:pt x="153670" y="22102"/>
                  <a:pt x="161043" y="25123"/>
                  <a:pt x="166786" y="31166"/>
                </a:cubicBezTo>
                <a:cubicBezTo>
                  <a:pt x="172530" y="37208"/>
                  <a:pt x="175402" y="45028"/>
                  <a:pt x="175402" y="54626"/>
                </a:cubicBezTo>
                <a:cubicBezTo>
                  <a:pt x="175402" y="64138"/>
                  <a:pt x="172530" y="71959"/>
                  <a:pt x="166786" y="78088"/>
                </a:cubicBezTo>
                <a:cubicBezTo>
                  <a:pt x="161043" y="84215"/>
                  <a:pt x="153670" y="87278"/>
                  <a:pt x="144668" y="87278"/>
                </a:cubicBezTo>
                <a:moveTo>
                  <a:pt x="144668" y="78662"/>
                </a:moveTo>
                <a:cubicBezTo>
                  <a:pt x="150669" y="78662"/>
                  <a:pt x="155599" y="76413"/>
                  <a:pt x="159457" y="71914"/>
                </a:cubicBezTo>
                <a:cubicBezTo>
                  <a:pt x="163314" y="67416"/>
                  <a:pt x="165243" y="61653"/>
                  <a:pt x="165243" y="54626"/>
                </a:cubicBezTo>
                <a:cubicBezTo>
                  <a:pt x="165243" y="47685"/>
                  <a:pt x="163314" y="41965"/>
                  <a:pt x="159457" y="37466"/>
                </a:cubicBezTo>
                <a:cubicBezTo>
                  <a:pt x="155599" y="32968"/>
                  <a:pt x="150669" y="30718"/>
                  <a:pt x="144668" y="30718"/>
                </a:cubicBezTo>
                <a:cubicBezTo>
                  <a:pt x="138667" y="30718"/>
                  <a:pt x="133717" y="32947"/>
                  <a:pt x="129816" y="37403"/>
                </a:cubicBezTo>
                <a:cubicBezTo>
                  <a:pt x="125915" y="41859"/>
                  <a:pt x="123965" y="47600"/>
                  <a:pt x="123965" y="54626"/>
                </a:cubicBezTo>
                <a:cubicBezTo>
                  <a:pt x="123965" y="61738"/>
                  <a:pt x="125893" y="67522"/>
                  <a:pt x="129751" y="71979"/>
                </a:cubicBezTo>
                <a:cubicBezTo>
                  <a:pt x="133609" y="76435"/>
                  <a:pt x="138581" y="78662"/>
                  <a:pt x="144668" y="786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jection">
            <a:extLst xmlns:a="http://schemas.openxmlformats.org/drawingml/2006/main">
              <a:ext uri="{FF2B5EF4-FFF2-40B4-BE49-F238E27FC236}">
                <a16:creationId xmlns:a16="http://schemas.microsoft.com/office/drawing/2014/main" id="{6473CAC9-415C-4A71-9B41-6C10A321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263" y="2299570"/>
            <a:ext cx="379225" cy="109255"/>
          </a:xfrm>
          <a:custGeom xmlns:a="http://schemas.openxmlformats.org/drawingml/2006/main">
            <a:pathLst>
              <a:path w="379225" h="109255">
                <a:moveTo>
                  <a:pt x="27133" y="12988"/>
                </a:moveTo>
                <a:cubicBezTo>
                  <a:pt x="25418" y="12988"/>
                  <a:pt x="23918" y="12366"/>
                  <a:pt x="22632" y="11124"/>
                </a:cubicBezTo>
                <a:cubicBezTo>
                  <a:pt x="21346" y="9880"/>
                  <a:pt x="20703" y="8358"/>
                  <a:pt x="20703" y="6558"/>
                </a:cubicBezTo>
                <a:cubicBezTo>
                  <a:pt x="20703" y="4758"/>
                  <a:pt x="21346" y="3215"/>
                  <a:pt x="22632" y="1929"/>
                </a:cubicBezTo>
                <a:cubicBezTo>
                  <a:pt x="23918" y="643"/>
                  <a:pt x="25418" y="0"/>
                  <a:pt x="27133" y="0"/>
                </a:cubicBezTo>
                <a:cubicBezTo>
                  <a:pt x="28933" y="0"/>
                  <a:pt x="30476" y="643"/>
                  <a:pt x="31762" y="1929"/>
                </a:cubicBezTo>
                <a:cubicBezTo>
                  <a:pt x="33048" y="3215"/>
                  <a:pt x="33691" y="4758"/>
                  <a:pt x="33691" y="6558"/>
                </a:cubicBezTo>
                <a:cubicBezTo>
                  <a:pt x="33691" y="8358"/>
                  <a:pt x="33048" y="9880"/>
                  <a:pt x="31762" y="11124"/>
                </a:cubicBezTo>
                <a:cubicBezTo>
                  <a:pt x="30476" y="12366"/>
                  <a:pt x="28933" y="12988"/>
                  <a:pt x="27133" y="12988"/>
                </a:cubicBezTo>
                <a:moveTo>
                  <a:pt x="13631" y="109255"/>
                </a:moveTo>
                <a:cubicBezTo>
                  <a:pt x="10459" y="109255"/>
                  <a:pt x="7887" y="108870"/>
                  <a:pt x="5916" y="108099"/>
                </a:cubicBezTo>
                <a:cubicBezTo>
                  <a:pt x="3943" y="107330"/>
                  <a:pt x="1971" y="106176"/>
                  <a:pt x="0" y="104636"/>
                </a:cubicBezTo>
                <a:lnTo>
                  <a:pt x="3471" y="97325"/>
                </a:lnTo>
                <a:cubicBezTo>
                  <a:pt x="6129" y="99963"/>
                  <a:pt x="9087" y="101283"/>
                  <a:pt x="12344" y="101283"/>
                </a:cubicBezTo>
                <a:cubicBezTo>
                  <a:pt x="19031" y="101283"/>
                  <a:pt x="22375" y="97549"/>
                  <a:pt x="22375" y="90082"/>
                </a:cubicBezTo>
                <a:lnTo>
                  <a:pt x="22375" y="21851"/>
                </a:lnTo>
                <a:lnTo>
                  <a:pt x="32019" y="21851"/>
                </a:lnTo>
                <a:lnTo>
                  <a:pt x="32019" y="90075"/>
                </a:lnTo>
                <a:cubicBezTo>
                  <a:pt x="32019" y="96254"/>
                  <a:pt x="30433" y="100996"/>
                  <a:pt x="27261" y="104299"/>
                </a:cubicBezTo>
                <a:cubicBezTo>
                  <a:pt x="24090" y="107603"/>
                  <a:pt x="19547" y="109255"/>
                  <a:pt x="13631" y="109255"/>
                </a:cubicBezTo>
                <a:close/>
                <a:moveTo>
                  <a:pt x="79343" y="85520"/>
                </a:moveTo>
                <a:cubicBezTo>
                  <a:pt x="69999" y="85520"/>
                  <a:pt x="62390" y="82478"/>
                  <a:pt x="56516" y="76394"/>
                </a:cubicBezTo>
                <a:cubicBezTo>
                  <a:pt x="50644" y="70309"/>
                  <a:pt x="47708" y="62467"/>
                  <a:pt x="47708" y="52867"/>
                </a:cubicBezTo>
                <a:cubicBezTo>
                  <a:pt x="47708" y="43697"/>
                  <a:pt x="50623" y="35985"/>
                  <a:pt x="56452" y="29729"/>
                </a:cubicBezTo>
                <a:cubicBezTo>
                  <a:pt x="62282" y="23472"/>
                  <a:pt x="69570" y="20344"/>
                  <a:pt x="78315" y="20344"/>
                </a:cubicBezTo>
                <a:cubicBezTo>
                  <a:pt x="87231" y="20344"/>
                  <a:pt x="94432" y="23427"/>
                  <a:pt x="99918" y="29592"/>
                </a:cubicBezTo>
                <a:cubicBezTo>
                  <a:pt x="105405" y="35756"/>
                  <a:pt x="108148" y="43761"/>
                  <a:pt x="108148" y="53607"/>
                </a:cubicBezTo>
                <a:lnTo>
                  <a:pt x="108148" y="56048"/>
                </a:lnTo>
                <a:lnTo>
                  <a:pt x="57868" y="56048"/>
                </a:lnTo>
                <a:cubicBezTo>
                  <a:pt x="58211" y="62399"/>
                  <a:pt x="60504" y="67570"/>
                  <a:pt x="64748" y="71561"/>
                </a:cubicBezTo>
                <a:cubicBezTo>
                  <a:pt x="68991" y="75552"/>
                  <a:pt x="74157" y="77548"/>
                  <a:pt x="80243" y="77548"/>
                </a:cubicBezTo>
                <a:cubicBezTo>
                  <a:pt x="87787" y="77548"/>
                  <a:pt x="94174" y="74931"/>
                  <a:pt x="99404" y="69697"/>
                </a:cubicBezTo>
                <a:lnTo>
                  <a:pt x="104033" y="76000"/>
                </a:lnTo>
                <a:cubicBezTo>
                  <a:pt x="97689" y="82347"/>
                  <a:pt x="89459" y="85520"/>
                  <a:pt x="79343" y="85520"/>
                </a:cubicBezTo>
                <a:moveTo>
                  <a:pt x="98631" y="48976"/>
                </a:moveTo>
                <a:cubicBezTo>
                  <a:pt x="98631" y="43244"/>
                  <a:pt x="96745" y="38368"/>
                  <a:pt x="92972" y="34348"/>
                </a:cubicBezTo>
                <a:cubicBezTo>
                  <a:pt x="89201" y="30327"/>
                  <a:pt x="84272" y="28316"/>
                  <a:pt x="78185" y="28316"/>
                </a:cubicBezTo>
                <a:cubicBezTo>
                  <a:pt x="72441" y="28316"/>
                  <a:pt x="67662" y="30327"/>
                  <a:pt x="63847" y="34348"/>
                </a:cubicBezTo>
                <a:cubicBezTo>
                  <a:pt x="60033" y="38368"/>
                  <a:pt x="58040" y="43244"/>
                  <a:pt x="57868" y="48976"/>
                </a:cubicBezTo>
                <a:lnTo>
                  <a:pt x="98631" y="48976"/>
                </a:lnTo>
                <a:close/>
                <a:moveTo>
                  <a:pt x="151098" y="85520"/>
                </a:moveTo>
                <a:cubicBezTo>
                  <a:pt x="142011" y="85520"/>
                  <a:pt x="134575" y="82435"/>
                  <a:pt x="128787" y="76265"/>
                </a:cubicBezTo>
                <a:cubicBezTo>
                  <a:pt x="123000" y="70094"/>
                  <a:pt x="120107" y="62295"/>
                  <a:pt x="120107" y="52867"/>
                </a:cubicBezTo>
                <a:cubicBezTo>
                  <a:pt x="120107" y="43526"/>
                  <a:pt x="123000" y="35770"/>
                  <a:pt x="128787" y="29600"/>
                </a:cubicBezTo>
                <a:cubicBezTo>
                  <a:pt x="134575" y="23429"/>
                  <a:pt x="142011" y="20344"/>
                  <a:pt x="151098" y="20344"/>
                </a:cubicBezTo>
                <a:cubicBezTo>
                  <a:pt x="160699" y="20344"/>
                  <a:pt x="168286" y="23941"/>
                  <a:pt x="173859" y="31136"/>
                </a:cubicBezTo>
                <a:lnTo>
                  <a:pt x="167429" y="37046"/>
                </a:lnTo>
                <a:cubicBezTo>
                  <a:pt x="163486" y="31655"/>
                  <a:pt x="158214" y="28960"/>
                  <a:pt x="151614" y="28960"/>
                </a:cubicBezTo>
                <a:cubicBezTo>
                  <a:pt x="145269" y="28960"/>
                  <a:pt x="140103" y="31167"/>
                  <a:pt x="136116" y="35581"/>
                </a:cubicBezTo>
                <a:cubicBezTo>
                  <a:pt x="132130" y="39993"/>
                  <a:pt x="130137" y="45755"/>
                  <a:pt x="130137" y="52867"/>
                </a:cubicBezTo>
                <a:cubicBezTo>
                  <a:pt x="130137" y="60066"/>
                  <a:pt x="132109" y="65872"/>
                  <a:pt x="136051" y="70286"/>
                </a:cubicBezTo>
                <a:cubicBezTo>
                  <a:pt x="139995" y="74698"/>
                  <a:pt x="145183" y="76904"/>
                  <a:pt x="151614" y="76904"/>
                </a:cubicBezTo>
                <a:cubicBezTo>
                  <a:pt x="158128" y="76904"/>
                  <a:pt x="163400" y="74209"/>
                  <a:pt x="167429" y="68818"/>
                </a:cubicBezTo>
                <a:lnTo>
                  <a:pt x="173859" y="74728"/>
                </a:lnTo>
                <a:cubicBezTo>
                  <a:pt x="168286" y="81923"/>
                  <a:pt x="160699" y="85520"/>
                  <a:pt x="151098" y="85520"/>
                </a:cubicBezTo>
                <a:close/>
                <a:moveTo>
                  <a:pt x="203052" y="85520"/>
                </a:moveTo>
                <a:cubicBezTo>
                  <a:pt x="193878" y="85520"/>
                  <a:pt x="189291" y="80675"/>
                  <a:pt x="189291" y="70984"/>
                </a:cubicBezTo>
                <a:lnTo>
                  <a:pt x="189291" y="30338"/>
                </a:lnTo>
                <a:lnTo>
                  <a:pt x="179003" y="30338"/>
                </a:lnTo>
                <a:lnTo>
                  <a:pt x="179003" y="21851"/>
                </a:lnTo>
                <a:lnTo>
                  <a:pt x="189291" y="21851"/>
                </a:lnTo>
                <a:lnTo>
                  <a:pt x="189291" y="4898"/>
                </a:lnTo>
                <a:lnTo>
                  <a:pt x="198935" y="4898"/>
                </a:lnTo>
                <a:lnTo>
                  <a:pt x="198935" y="21851"/>
                </a:lnTo>
                <a:lnTo>
                  <a:pt x="211538" y="21851"/>
                </a:lnTo>
                <a:lnTo>
                  <a:pt x="211538" y="30338"/>
                </a:lnTo>
                <a:lnTo>
                  <a:pt x="198935" y="30338"/>
                </a:lnTo>
                <a:lnTo>
                  <a:pt x="198935" y="68928"/>
                </a:lnTo>
                <a:cubicBezTo>
                  <a:pt x="198935" y="71243"/>
                  <a:pt x="199449" y="73152"/>
                  <a:pt x="200477" y="74654"/>
                </a:cubicBezTo>
                <a:cubicBezTo>
                  <a:pt x="201507" y="76154"/>
                  <a:pt x="203093" y="76904"/>
                  <a:pt x="205237" y="76904"/>
                </a:cubicBezTo>
                <a:cubicBezTo>
                  <a:pt x="207894" y="76904"/>
                  <a:pt x="210080" y="76051"/>
                  <a:pt x="211795" y="74344"/>
                </a:cubicBezTo>
                <a:lnTo>
                  <a:pt x="214625" y="81537"/>
                </a:lnTo>
                <a:cubicBezTo>
                  <a:pt x="211966" y="84193"/>
                  <a:pt x="208109" y="85520"/>
                  <a:pt x="203052" y="85520"/>
                </a:cubicBezTo>
                <a:close/>
                <a:moveTo>
                  <a:pt x="229927" y="12988"/>
                </a:moveTo>
                <a:cubicBezTo>
                  <a:pt x="228212" y="12988"/>
                  <a:pt x="226711" y="12366"/>
                  <a:pt x="225425" y="11124"/>
                </a:cubicBezTo>
                <a:cubicBezTo>
                  <a:pt x="224139" y="9880"/>
                  <a:pt x="223496" y="8358"/>
                  <a:pt x="223496" y="6558"/>
                </a:cubicBezTo>
                <a:cubicBezTo>
                  <a:pt x="223496" y="4758"/>
                  <a:pt x="224139" y="3215"/>
                  <a:pt x="225425" y="1929"/>
                </a:cubicBezTo>
                <a:cubicBezTo>
                  <a:pt x="226711" y="643"/>
                  <a:pt x="228212" y="0"/>
                  <a:pt x="229927" y="0"/>
                </a:cubicBezTo>
                <a:cubicBezTo>
                  <a:pt x="231727" y="0"/>
                  <a:pt x="233270" y="643"/>
                  <a:pt x="234555" y="1929"/>
                </a:cubicBezTo>
                <a:cubicBezTo>
                  <a:pt x="235841" y="3215"/>
                  <a:pt x="236484" y="4758"/>
                  <a:pt x="236484" y="6558"/>
                </a:cubicBezTo>
                <a:cubicBezTo>
                  <a:pt x="236484" y="8358"/>
                  <a:pt x="235841" y="9880"/>
                  <a:pt x="234555" y="11124"/>
                </a:cubicBezTo>
                <a:cubicBezTo>
                  <a:pt x="233270" y="12366"/>
                  <a:pt x="231727" y="12988"/>
                  <a:pt x="229927" y="12988"/>
                </a:cubicBezTo>
                <a:moveTo>
                  <a:pt x="225168" y="84013"/>
                </a:moveTo>
                <a:lnTo>
                  <a:pt x="225168" y="21851"/>
                </a:lnTo>
                <a:lnTo>
                  <a:pt x="234812" y="21851"/>
                </a:lnTo>
                <a:lnTo>
                  <a:pt x="234812" y="84013"/>
                </a:lnTo>
                <a:lnTo>
                  <a:pt x="225168" y="84013"/>
                </a:lnTo>
                <a:close/>
                <a:moveTo>
                  <a:pt x="281235" y="85520"/>
                </a:moveTo>
                <a:cubicBezTo>
                  <a:pt x="272234" y="85520"/>
                  <a:pt x="264862" y="82457"/>
                  <a:pt x="259118" y="76329"/>
                </a:cubicBezTo>
                <a:cubicBezTo>
                  <a:pt x="253374" y="70201"/>
                  <a:pt x="250502" y="62380"/>
                  <a:pt x="250502" y="52867"/>
                </a:cubicBezTo>
                <a:cubicBezTo>
                  <a:pt x="250502" y="43270"/>
                  <a:pt x="253374" y="35450"/>
                  <a:pt x="259118" y="29407"/>
                </a:cubicBezTo>
                <a:cubicBezTo>
                  <a:pt x="264862" y="23365"/>
                  <a:pt x="272234" y="20344"/>
                  <a:pt x="281235" y="20344"/>
                </a:cubicBezTo>
                <a:cubicBezTo>
                  <a:pt x="290238" y="20344"/>
                  <a:pt x="297611" y="23365"/>
                  <a:pt x="303353" y="29407"/>
                </a:cubicBezTo>
                <a:cubicBezTo>
                  <a:pt x="309097" y="35450"/>
                  <a:pt x="311969" y="43270"/>
                  <a:pt x="311969" y="52867"/>
                </a:cubicBezTo>
                <a:cubicBezTo>
                  <a:pt x="311969" y="62380"/>
                  <a:pt x="309097" y="70201"/>
                  <a:pt x="303353" y="76329"/>
                </a:cubicBezTo>
                <a:cubicBezTo>
                  <a:pt x="297611" y="82457"/>
                  <a:pt x="290238" y="85520"/>
                  <a:pt x="281235" y="85520"/>
                </a:cubicBezTo>
                <a:moveTo>
                  <a:pt x="281235" y="76904"/>
                </a:moveTo>
                <a:cubicBezTo>
                  <a:pt x="287237" y="76904"/>
                  <a:pt x="292167" y="74655"/>
                  <a:pt x="296024" y="70156"/>
                </a:cubicBezTo>
                <a:cubicBezTo>
                  <a:pt x="299882" y="65658"/>
                  <a:pt x="301811" y="59895"/>
                  <a:pt x="301811" y="52867"/>
                </a:cubicBezTo>
                <a:cubicBezTo>
                  <a:pt x="301811" y="45927"/>
                  <a:pt x="299882" y="40207"/>
                  <a:pt x="296024" y="35708"/>
                </a:cubicBezTo>
                <a:cubicBezTo>
                  <a:pt x="292167" y="31209"/>
                  <a:pt x="287237" y="28960"/>
                  <a:pt x="281235" y="28960"/>
                </a:cubicBezTo>
                <a:cubicBezTo>
                  <a:pt x="275235" y="28960"/>
                  <a:pt x="270284" y="31188"/>
                  <a:pt x="266384" y="35645"/>
                </a:cubicBezTo>
                <a:cubicBezTo>
                  <a:pt x="262483" y="40101"/>
                  <a:pt x="260532" y="45841"/>
                  <a:pt x="260532" y="52867"/>
                </a:cubicBezTo>
                <a:cubicBezTo>
                  <a:pt x="260532" y="59980"/>
                  <a:pt x="262461" y="65764"/>
                  <a:pt x="266319" y="70221"/>
                </a:cubicBezTo>
                <a:cubicBezTo>
                  <a:pt x="270176" y="74677"/>
                  <a:pt x="275149" y="76904"/>
                  <a:pt x="281235" y="76904"/>
                </a:cubicBezTo>
                <a:close/>
                <a:moveTo>
                  <a:pt x="369581" y="84013"/>
                </a:moveTo>
                <a:lnTo>
                  <a:pt x="369581" y="43366"/>
                </a:lnTo>
                <a:cubicBezTo>
                  <a:pt x="369581" y="37879"/>
                  <a:pt x="368316" y="34106"/>
                  <a:pt x="365786" y="32049"/>
                </a:cubicBezTo>
                <a:cubicBezTo>
                  <a:pt x="363257" y="29990"/>
                  <a:pt x="359893" y="28960"/>
                  <a:pt x="355692" y="28960"/>
                </a:cubicBezTo>
                <a:cubicBezTo>
                  <a:pt x="352092" y="28960"/>
                  <a:pt x="348556" y="29925"/>
                  <a:pt x="345083" y="31854"/>
                </a:cubicBezTo>
                <a:cubicBezTo>
                  <a:pt x="341611" y="33782"/>
                  <a:pt x="339017" y="36032"/>
                  <a:pt x="337302" y="38604"/>
                </a:cubicBezTo>
                <a:lnTo>
                  <a:pt x="337302" y="84013"/>
                </a:lnTo>
                <a:lnTo>
                  <a:pt x="327658" y="84013"/>
                </a:lnTo>
                <a:lnTo>
                  <a:pt x="327658" y="21851"/>
                </a:lnTo>
                <a:lnTo>
                  <a:pt x="337302" y="21851"/>
                </a:lnTo>
                <a:lnTo>
                  <a:pt x="337302" y="30889"/>
                </a:lnTo>
                <a:cubicBezTo>
                  <a:pt x="339961" y="27803"/>
                  <a:pt x="343240" y="25274"/>
                  <a:pt x="347141" y="23303"/>
                </a:cubicBezTo>
                <a:cubicBezTo>
                  <a:pt x="351042" y="21330"/>
                  <a:pt x="355136" y="20344"/>
                  <a:pt x="359422" y="20344"/>
                </a:cubicBezTo>
                <a:cubicBezTo>
                  <a:pt x="372624" y="20344"/>
                  <a:pt x="379225" y="27033"/>
                  <a:pt x="379225" y="40409"/>
                </a:cubicBezTo>
                <a:lnTo>
                  <a:pt x="379225" y="84013"/>
                </a:lnTo>
                <a:lnTo>
                  <a:pt x="369581" y="840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C2EDBD-EBCB-4D28-B3C5-F2FE794C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381" y="2602336"/>
            <a:ext cx="1770091" cy="354756"/>
          </a:xfrm>
          <a:custGeom xmlns:a="http://schemas.openxmlformats.org/drawingml/2006/main">
            <a:pathLst>
              <a:path w="1770091" h="354756">
                <a:moveTo>
                  <a:pt x="0" y="59127"/>
                </a:moveTo>
                <a:lnTo>
                  <a:pt x="0" y="59127"/>
                </a:lnTo>
                <a:cubicBezTo>
                  <a:pt x="0" y="26472"/>
                  <a:pt x="26472" y="0"/>
                  <a:pt x="59128" y="0"/>
                </a:cubicBezTo>
                <a:lnTo>
                  <a:pt x="1710963" y="0"/>
                </a:lnTo>
                <a:cubicBezTo>
                  <a:pt x="1726645" y="0"/>
                  <a:pt x="1741685" y="6230"/>
                  <a:pt x="1752773" y="17318"/>
                </a:cubicBezTo>
                <a:cubicBezTo>
                  <a:pt x="1763862" y="28406"/>
                  <a:pt x="1770091" y="43446"/>
                  <a:pt x="1770091" y="59127"/>
                </a:cubicBezTo>
                <a:lnTo>
                  <a:pt x="1770091" y="295629"/>
                </a:lnTo>
                <a:cubicBezTo>
                  <a:pt x="1770091" y="328284"/>
                  <a:pt x="1743619" y="354756"/>
                  <a:pt x="1710963" y="354756"/>
                </a:cubicBezTo>
                <a:lnTo>
                  <a:pt x="59128" y="354756"/>
                </a:lnTo>
                <a:cubicBezTo>
                  <a:pt x="26472" y="354756"/>
                  <a:pt x="0" y="328284"/>
                  <a:pt x="0" y="295629"/>
                </a:cubicBezTo>
                <a:lnTo>
                  <a:pt x="0" y="59127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E1467A-E82C-4177-A38F-4A406396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381" y="2602336"/>
            <a:ext cx="1770091" cy="354756"/>
          </a:xfrm>
          <a:custGeom xmlns:a="http://schemas.openxmlformats.org/drawingml/2006/main">
            <a:pathLst>
              <a:path w="1770091" h="354756" fill="none">
                <a:moveTo>
                  <a:pt x="0" y="59127"/>
                </a:moveTo>
                <a:lnTo>
                  <a:pt x="0" y="59127"/>
                </a:lnTo>
                <a:cubicBezTo>
                  <a:pt x="0" y="26472"/>
                  <a:pt x="26472" y="0"/>
                  <a:pt x="59128" y="0"/>
                </a:cubicBezTo>
                <a:lnTo>
                  <a:pt x="1710963" y="0"/>
                </a:lnTo>
                <a:cubicBezTo>
                  <a:pt x="1726645" y="0"/>
                  <a:pt x="1741685" y="6230"/>
                  <a:pt x="1752773" y="17318"/>
                </a:cubicBezTo>
                <a:cubicBezTo>
                  <a:pt x="1763862" y="28406"/>
                  <a:pt x="1770091" y="43446"/>
                  <a:pt x="1770091" y="59127"/>
                </a:cubicBezTo>
                <a:lnTo>
                  <a:pt x="1770091" y="295629"/>
                </a:lnTo>
                <a:cubicBezTo>
                  <a:pt x="1770091" y="328284"/>
                  <a:pt x="1743619" y="354756"/>
                  <a:pt x="1710963" y="354756"/>
                </a:cubicBezTo>
                <a:lnTo>
                  <a:pt x="59128" y="354756"/>
                </a:lnTo>
                <a:cubicBezTo>
                  <a:pt x="26472" y="354756"/>
                  <a:pt x="0" y="328284"/>
                  <a:pt x="0" y="295629"/>
                </a:cubicBezTo>
                <a:lnTo>
                  <a:pt x="0" y="5912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122" name="Text LLMTransformerLayers">
            <a:extLst xmlns:a="http://schemas.openxmlformats.org/drawingml/2006/main">
              <a:ext uri="{FF2B5EF4-FFF2-40B4-BE49-F238E27FC236}">
                <a16:creationId xmlns:a16="http://schemas.microsoft.com/office/drawing/2014/main" id="{EE4152A4-A2C7-4809-A99F-EA06B7D6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8287" y="2740358"/>
            <a:ext cx="1329024" cy="112269"/>
          </a:xfrm>
          <a:custGeom xmlns:a="http://schemas.openxmlformats.org/drawingml/2006/main">
            <a:pathLst>
              <a:path w="1329024" h="112269">
                <a:moveTo>
                  <a:pt x="0" y="87027"/>
                </a:moveTo>
                <a:lnTo>
                  <a:pt x="0" y="1256"/>
                </a:lnTo>
                <a:lnTo>
                  <a:pt x="10672" y="1256"/>
                </a:lnTo>
                <a:lnTo>
                  <a:pt x="10672" y="77511"/>
                </a:lnTo>
                <a:lnTo>
                  <a:pt x="50536" y="77511"/>
                </a:lnTo>
                <a:lnTo>
                  <a:pt x="50536" y="87027"/>
                </a:lnTo>
                <a:lnTo>
                  <a:pt x="0" y="87027"/>
                </a:lnTo>
                <a:close/>
                <a:moveTo>
                  <a:pt x="65583" y="87027"/>
                </a:moveTo>
                <a:lnTo>
                  <a:pt x="65583" y="1256"/>
                </a:lnTo>
                <a:lnTo>
                  <a:pt x="76256" y="1256"/>
                </a:lnTo>
                <a:lnTo>
                  <a:pt x="76256" y="77511"/>
                </a:lnTo>
                <a:lnTo>
                  <a:pt x="116120" y="77511"/>
                </a:lnTo>
                <a:lnTo>
                  <a:pt x="116120" y="87027"/>
                </a:lnTo>
                <a:lnTo>
                  <a:pt x="65583" y="87027"/>
                </a:lnTo>
                <a:close/>
                <a:moveTo>
                  <a:pt x="204464" y="87027"/>
                </a:moveTo>
                <a:lnTo>
                  <a:pt x="204464" y="16429"/>
                </a:lnTo>
                <a:lnTo>
                  <a:pt x="175275" y="87027"/>
                </a:lnTo>
                <a:lnTo>
                  <a:pt x="170901" y="87027"/>
                </a:lnTo>
                <a:lnTo>
                  <a:pt x="141839" y="16429"/>
                </a:lnTo>
                <a:lnTo>
                  <a:pt x="141839" y="87027"/>
                </a:lnTo>
                <a:lnTo>
                  <a:pt x="131166" y="87027"/>
                </a:lnTo>
                <a:lnTo>
                  <a:pt x="131166" y="1256"/>
                </a:lnTo>
                <a:lnTo>
                  <a:pt x="146470" y="1256"/>
                </a:lnTo>
                <a:lnTo>
                  <a:pt x="173089" y="65810"/>
                </a:lnTo>
                <a:lnTo>
                  <a:pt x="199835" y="1256"/>
                </a:lnTo>
                <a:lnTo>
                  <a:pt x="215139" y="1256"/>
                </a:lnTo>
                <a:lnTo>
                  <a:pt x="215139" y="87027"/>
                </a:lnTo>
                <a:lnTo>
                  <a:pt x="204464" y="87027"/>
                </a:lnTo>
                <a:close/>
                <a:moveTo>
                  <a:pt x="289594" y="87027"/>
                </a:moveTo>
                <a:lnTo>
                  <a:pt x="289594" y="10772"/>
                </a:lnTo>
                <a:lnTo>
                  <a:pt x="262461" y="10772"/>
                </a:lnTo>
                <a:lnTo>
                  <a:pt x="262461" y="1256"/>
                </a:lnTo>
                <a:lnTo>
                  <a:pt x="327529" y="1256"/>
                </a:lnTo>
                <a:lnTo>
                  <a:pt x="327529" y="10772"/>
                </a:lnTo>
                <a:lnTo>
                  <a:pt x="300268" y="10772"/>
                </a:lnTo>
                <a:lnTo>
                  <a:pt x="300268" y="87027"/>
                </a:lnTo>
                <a:lnTo>
                  <a:pt x="289594" y="87027"/>
                </a:lnTo>
                <a:close/>
                <a:moveTo>
                  <a:pt x="330358" y="87027"/>
                </a:moveTo>
                <a:lnTo>
                  <a:pt x="330358" y="24865"/>
                </a:lnTo>
                <a:lnTo>
                  <a:pt x="340003" y="24865"/>
                </a:lnTo>
                <a:lnTo>
                  <a:pt x="340003" y="34927"/>
                </a:lnTo>
                <a:cubicBezTo>
                  <a:pt x="345747" y="27382"/>
                  <a:pt x="352648" y="23609"/>
                  <a:pt x="360708" y="23609"/>
                </a:cubicBezTo>
                <a:lnTo>
                  <a:pt x="360708" y="33512"/>
                </a:lnTo>
                <a:lnTo>
                  <a:pt x="356850" y="33126"/>
                </a:lnTo>
                <a:cubicBezTo>
                  <a:pt x="353934" y="33126"/>
                  <a:pt x="350719" y="34176"/>
                  <a:pt x="347204" y="36277"/>
                </a:cubicBezTo>
                <a:cubicBezTo>
                  <a:pt x="343689" y="38378"/>
                  <a:pt x="341289" y="40629"/>
                  <a:pt x="340003" y="43029"/>
                </a:cubicBezTo>
                <a:lnTo>
                  <a:pt x="340003" y="87027"/>
                </a:lnTo>
                <a:lnTo>
                  <a:pt x="330358" y="87027"/>
                </a:lnTo>
                <a:close/>
                <a:moveTo>
                  <a:pt x="411630" y="87027"/>
                </a:moveTo>
                <a:lnTo>
                  <a:pt x="411630" y="79920"/>
                </a:lnTo>
                <a:cubicBezTo>
                  <a:pt x="406400" y="85663"/>
                  <a:pt x="399542" y="88534"/>
                  <a:pt x="391055" y="88534"/>
                </a:cubicBezTo>
                <a:cubicBezTo>
                  <a:pt x="384796" y="88534"/>
                  <a:pt x="379610" y="86560"/>
                  <a:pt x="375494" y="82612"/>
                </a:cubicBezTo>
                <a:cubicBezTo>
                  <a:pt x="371380" y="78664"/>
                  <a:pt x="369323" y="73773"/>
                  <a:pt x="369323" y="67937"/>
                </a:cubicBezTo>
                <a:cubicBezTo>
                  <a:pt x="369323" y="61930"/>
                  <a:pt x="371359" y="57018"/>
                  <a:pt x="375432" y="53199"/>
                </a:cubicBezTo>
                <a:cubicBezTo>
                  <a:pt x="379504" y="49379"/>
                  <a:pt x="384711" y="47469"/>
                  <a:pt x="391055" y="47469"/>
                </a:cubicBezTo>
                <a:cubicBezTo>
                  <a:pt x="399971" y="47469"/>
                  <a:pt x="406829" y="50299"/>
                  <a:pt x="411630" y="55958"/>
                </a:cubicBezTo>
                <a:lnTo>
                  <a:pt x="411630" y="44799"/>
                </a:lnTo>
                <a:cubicBezTo>
                  <a:pt x="411630" y="40609"/>
                  <a:pt x="410151" y="37381"/>
                  <a:pt x="407194" y="35115"/>
                </a:cubicBezTo>
                <a:cubicBezTo>
                  <a:pt x="404236" y="32850"/>
                  <a:pt x="400486" y="31717"/>
                  <a:pt x="395942" y="31717"/>
                </a:cubicBezTo>
                <a:cubicBezTo>
                  <a:pt x="388655" y="31717"/>
                  <a:pt x="382310" y="34582"/>
                  <a:pt x="376909" y="40311"/>
                </a:cubicBezTo>
                <a:lnTo>
                  <a:pt x="372410" y="33632"/>
                </a:lnTo>
                <a:cubicBezTo>
                  <a:pt x="379011" y="26783"/>
                  <a:pt x="387283" y="23358"/>
                  <a:pt x="397228" y="23358"/>
                </a:cubicBezTo>
                <a:cubicBezTo>
                  <a:pt x="404858" y="23358"/>
                  <a:pt x="410773" y="25202"/>
                  <a:pt x="414974" y="28889"/>
                </a:cubicBezTo>
                <a:cubicBezTo>
                  <a:pt x="419174" y="32576"/>
                  <a:pt x="421274" y="37721"/>
                  <a:pt x="421274" y="44324"/>
                </a:cubicBezTo>
                <a:lnTo>
                  <a:pt x="421274" y="87027"/>
                </a:lnTo>
                <a:lnTo>
                  <a:pt x="411630" y="87027"/>
                </a:lnTo>
                <a:moveTo>
                  <a:pt x="394528" y="81590"/>
                </a:moveTo>
                <a:cubicBezTo>
                  <a:pt x="402157" y="81590"/>
                  <a:pt x="407858" y="79018"/>
                  <a:pt x="411630" y="73875"/>
                </a:cubicBezTo>
                <a:lnTo>
                  <a:pt x="411630" y="62131"/>
                </a:lnTo>
                <a:cubicBezTo>
                  <a:pt x="407858" y="56986"/>
                  <a:pt x="402157" y="54414"/>
                  <a:pt x="394528" y="54414"/>
                </a:cubicBezTo>
                <a:cubicBezTo>
                  <a:pt x="389983" y="54414"/>
                  <a:pt x="386296" y="55681"/>
                  <a:pt x="383467" y="58214"/>
                </a:cubicBezTo>
                <a:cubicBezTo>
                  <a:pt x="380639" y="60747"/>
                  <a:pt x="379224" y="64031"/>
                  <a:pt x="379224" y="68067"/>
                </a:cubicBezTo>
                <a:cubicBezTo>
                  <a:pt x="379224" y="72016"/>
                  <a:pt x="380639" y="75257"/>
                  <a:pt x="383467" y="77791"/>
                </a:cubicBezTo>
                <a:cubicBezTo>
                  <a:pt x="386296" y="80324"/>
                  <a:pt x="389983" y="81590"/>
                  <a:pt x="394528" y="81590"/>
                </a:cubicBezTo>
                <a:close/>
                <a:moveTo>
                  <a:pt x="482486" y="87027"/>
                </a:moveTo>
                <a:lnTo>
                  <a:pt x="482486" y="46380"/>
                </a:lnTo>
                <a:cubicBezTo>
                  <a:pt x="482486" y="40893"/>
                  <a:pt x="481221" y="37120"/>
                  <a:pt x="478691" y="35062"/>
                </a:cubicBezTo>
                <a:cubicBezTo>
                  <a:pt x="476163" y="33003"/>
                  <a:pt x="472798" y="31974"/>
                  <a:pt x="468598" y="31974"/>
                </a:cubicBezTo>
                <a:cubicBezTo>
                  <a:pt x="464998" y="31974"/>
                  <a:pt x="461461" y="32939"/>
                  <a:pt x="457988" y="34868"/>
                </a:cubicBezTo>
                <a:cubicBezTo>
                  <a:pt x="454516" y="36796"/>
                  <a:pt x="451923" y="39046"/>
                  <a:pt x="450208" y="41618"/>
                </a:cubicBezTo>
                <a:lnTo>
                  <a:pt x="450208" y="87027"/>
                </a:lnTo>
                <a:lnTo>
                  <a:pt x="440564" y="87027"/>
                </a:lnTo>
                <a:lnTo>
                  <a:pt x="440564" y="24865"/>
                </a:lnTo>
                <a:lnTo>
                  <a:pt x="450208" y="24865"/>
                </a:lnTo>
                <a:lnTo>
                  <a:pt x="450208" y="33903"/>
                </a:lnTo>
                <a:cubicBezTo>
                  <a:pt x="452866" y="30817"/>
                  <a:pt x="456146" y="28288"/>
                  <a:pt x="460046" y="26317"/>
                </a:cubicBezTo>
                <a:cubicBezTo>
                  <a:pt x="463947" y="24344"/>
                  <a:pt x="468041" y="23358"/>
                  <a:pt x="472328" y="23358"/>
                </a:cubicBezTo>
                <a:cubicBezTo>
                  <a:pt x="485529" y="23358"/>
                  <a:pt x="492130" y="30046"/>
                  <a:pt x="492130" y="43423"/>
                </a:cubicBezTo>
                <a:lnTo>
                  <a:pt x="492130" y="87027"/>
                </a:lnTo>
                <a:lnTo>
                  <a:pt x="482486" y="87027"/>
                </a:lnTo>
                <a:close/>
                <a:moveTo>
                  <a:pt x="531095" y="88534"/>
                </a:moveTo>
                <a:cubicBezTo>
                  <a:pt x="520550" y="88534"/>
                  <a:pt x="512191" y="85280"/>
                  <a:pt x="506020" y="78770"/>
                </a:cubicBezTo>
                <a:lnTo>
                  <a:pt x="511035" y="71832"/>
                </a:lnTo>
                <a:cubicBezTo>
                  <a:pt x="513091" y="74229"/>
                  <a:pt x="515941" y="76304"/>
                  <a:pt x="519584" y="78058"/>
                </a:cubicBezTo>
                <a:cubicBezTo>
                  <a:pt x="523229" y="79812"/>
                  <a:pt x="527194" y="80689"/>
                  <a:pt x="531481" y="80689"/>
                </a:cubicBezTo>
                <a:cubicBezTo>
                  <a:pt x="536282" y="80689"/>
                  <a:pt x="539925" y="79683"/>
                  <a:pt x="542411" y="77670"/>
                </a:cubicBezTo>
                <a:cubicBezTo>
                  <a:pt x="544897" y="75655"/>
                  <a:pt x="546141" y="73106"/>
                  <a:pt x="546141" y="70021"/>
                </a:cubicBezTo>
                <a:cubicBezTo>
                  <a:pt x="546141" y="67279"/>
                  <a:pt x="544790" y="65115"/>
                  <a:pt x="542089" y="63530"/>
                </a:cubicBezTo>
                <a:cubicBezTo>
                  <a:pt x="539389" y="61945"/>
                  <a:pt x="534353" y="60295"/>
                  <a:pt x="526980" y="58581"/>
                </a:cubicBezTo>
                <a:cubicBezTo>
                  <a:pt x="520722" y="57295"/>
                  <a:pt x="515943" y="55260"/>
                  <a:pt x="512642" y="52475"/>
                </a:cubicBezTo>
                <a:cubicBezTo>
                  <a:pt x="509342" y="49690"/>
                  <a:pt x="507692" y="45940"/>
                  <a:pt x="507692" y="41226"/>
                </a:cubicBezTo>
                <a:cubicBezTo>
                  <a:pt x="507692" y="35998"/>
                  <a:pt x="509792" y="31714"/>
                  <a:pt x="513992" y="28371"/>
                </a:cubicBezTo>
                <a:cubicBezTo>
                  <a:pt x="518193" y="25029"/>
                  <a:pt x="523808" y="23358"/>
                  <a:pt x="530838" y="23358"/>
                </a:cubicBezTo>
                <a:cubicBezTo>
                  <a:pt x="540183" y="23358"/>
                  <a:pt x="547856" y="26360"/>
                  <a:pt x="553856" y="32364"/>
                </a:cubicBezTo>
                <a:lnTo>
                  <a:pt x="549355" y="39056"/>
                </a:lnTo>
                <a:cubicBezTo>
                  <a:pt x="547470" y="36824"/>
                  <a:pt x="544920" y="34957"/>
                  <a:pt x="541704" y="33455"/>
                </a:cubicBezTo>
                <a:cubicBezTo>
                  <a:pt x="538489" y="31954"/>
                  <a:pt x="534867" y="31203"/>
                  <a:pt x="530838" y="31203"/>
                </a:cubicBezTo>
                <a:cubicBezTo>
                  <a:pt x="526551" y="31203"/>
                  <a:pt x="523186" y="32145"/>
                  <a:pt x="520742" y="34030"/>
                </a:cubicBezTo>
                <a:cubicBezTo>
                  <a:pt x="518300" y="35915"/>
                  <a:pt x="517079" y="38229"/>
                  <a:pt x="517079" y="40971"/>
                </a:cubicBezTo>
                <a:cubicBezTo>
                  <a:pt x="517079" y="43456"/>
                  <a:pt x="518450" y="45427"/>
                  <a:pt x="521193" y="46885"/>
                </a:cubicBezTo>
                <a:cubicBezTo>
                  <a:pt x="523937" y="48341"/>
                  <a:pt x="528994" y="49840"/>
                  <a:pt x="536367" y="51382"/>
                </a:cubicBezTo>
                <a:cubicBezTo>
                  <a:pt x="542625" y="52839"/>
                  <a:pt x="547383" y="55047"/>
                  <a:pt x="550640" y="58004"/>
                </a:cubicBezTo>
                <a:cubicBezTo>
                  <a:pt x="553899" y="60961"/>
                  <a:pt x="555528" y="64881"/>
                  <a:pt x="555528" y="69766"/>
                </a:cubicBezTo>
                <a:cubicBezTo>
                  <a:pt x="555528" y="75507"/>
                  <a:pt x="553299" y="80071"/>
                  <a:pt x="548841" y="83456"/>
                </a:cubicBezTo>
                <a:cubicBezTo>
                  <a:pt x="544383" y="86842"/>
                  <a:pt x="538467" y="88534"/>
                  <a:pt x="531095" y="88534"/>
                </a:cubicBezTo>
                <a:close/>
                <a:moveTo>
                  <a:pt x="573916" y="87027"/>
                </a:moveTo>
                <a:lnTo>
                  <a:pt x="573916" y="33351"/>
                </a:lnTo>
                <a:lnTo>
                  <a:pt x="563630" y="33351"/>
                </a:lnTo>
                <a:lnTo>
                  <a:pt x="563630" y="24865"/>
                </a:lnTo>
                <a:lnTo>
                  <a:pt x="573916" y="24865"/>
                </a:lnTo>
                <a:lnTo>
                  <a:pt x="573916" y="20122"/>
                </a:lnTo>
                <a:cubicBezTo>
                  <a:pt x="573916" y="13714"/>
                  <a:pt x="575523" y="8758"/>
                  <a:pt x="578739" y="5255"/>
                </a:cubicBezTo>
                <a:cubicBezTo>
                  <a:pt x="581954" y="1752"/>
                  <a:pt x="586348" y="0"/>
                  <a:pt x="591919" y="0"/>
                </a:cubicBezTo>
                <a:cubicBezTo>
                  <a:pt x="597149" y="0"/>
                  <a:pt x="601521" y="1585"/>
                  <a:pt x="605036" y="4754"/>
                </a:cubicBezTo>
                <a:lnTo>
                  <a:pt x="601051" y="11051"/>
                </a:lnTo>
                <a:cubicBezTo>
                  <a:pt x="598822" y="8999"/>
                  <a:pt x="596249" y="7972"/>
                  <a:pt x="593334" y="7972"/>
                </a:cubicBezTo>
                <a:cubicBezTo>
                  <a:pt x="586819" y="7972"/>
                  <a:pt x="583562" y="12025"/>
                  <a:pt x="583562" y="20130"/>
                </a:cubicBezTo>
                <a:lnTo>
                  <a:pt x="583562" y="24865"/>
                </a:lnTo>
                <a:lnTo>
                  <a:pt x="596163" y="24865"/>
                </a:lnTo>
                <a:lnTo>
                  <a:pt x="596163" y="33351"/>
                </a:lnTo>
                <a:lnTo>
                  <a:pt x="583562" y="33351"/>
                </a:lnTo>
                <a:lnTo>
                  <a:pt x="583562" y="87027"/>
                </a:lnTo>
                <a:lnTo>
                  <a:pt x="573916" y="87027"/>
                </a:lnTo>
                <a:close/>
                <a:moveTo>
                  <a:pt x="634742" y="88534"/>
                </a:moveTo>
                <a:cubicBezTo>
                  <a:pt x="625740" y="88534"/>
                  <a:pt x="618368" y="85471"/>
                  <a:pt x="612624" y="79343"/>
                </a:cubicBezTo>
                <a:cubicBezTo>
                  <a:pt x="606880" y="73215"/>
                  <a:pt x="604008" y="65394"/>
                  <a:pt x="604008" y="55881"/>
                </a:cubicBezTo>
                <a:cubicBezTo>
                  <a:pt x="604008" y="46284"/>
                  <a:pt x="606880" y="38464"/>
                  <a:pt x="612624" y="32421"/>
                </a:cubicBezTo>
                <a:cubicBezTo>
                  <a:pt x="618368" y="26379"/>
                  <a:pt x="625740" y="23358"/>
                  <a:pt x="634742" y="23358"/>
                </a:cubicBezTo>
                <a:cubicBezTo>
                  <a:pt x="643744" y="23358"/>
                  <a:pt x="651117" y="26379"/>
                  <a:pt x="656859" y="32421"/>
                </a:cubicBezTo>
                <a:cubicBezTo>
                  <a:pt x="662603" y="38464"/>
                  <a:pt x="665475" y="46284"/>
                  <a:pt x="665475" y="55881"/>
                </a:cubicBezTo>
                <a:cubicBezTo>
                  <a:pt x="665475" y="65394"/>
                  <a:pt x="662603" y="73215"/>
                  <a:pt x="656859" y="79343"/>
                </a:cubicBezTo>
                <a:cubicBezTo>
                  <a:pt x="651117" y="85471"/>
                  <a:pt x="643744" y="88534"/>
                  <a:pt x="634742" y="88534"/>
                </a:cubicBezTo>
                <a:moveTo>
                  <a:pt x="634742" y="79918"/>
                </a:moveTo>
                <a:cubicBezTo>
                  <a:pt x="640743" y="79918"/>
                  <a:pt x="645673" y="77669"/>
                  <a:pt x="649531" y="73170"/>
                </a:cubicBezTo>
                <a:cubicBezTo>
                  <a:pt x="653388" y="68672"/>
                  <a:pt x="655317" y="62909"/>
                  <a:pt x="655317" y="55881"/>
                </a:cubicBezTo>
                <a:cubicBezTo>
                  <a:pt x="655317" y="48940"/>
                  <a:pt x="653388" y="43221"/>
                  <a:pt x="649531" y="38722"/>
                </a:cubicBezTo>
                <a:cubicBezTo>
                  <a:pt x="645673" y="34223"/>
                  <a:pt x="640743" y="31974"/>
                  <a:pt x="634742" y="31974"/>
                </a:cubicBezTo>
                <a:cubicBezTo>
                  <a:pt x="628741" y="31974"/>
                  <a:pt x="623791" y="34202"/>
                  <a:pt x="619890" y="38659"/>
                </a:cubicBezTo>
                <a:cubicBezTo>
                  <a:pt x="615989" y="43115"/>
                  <a:pt x="614038" y="48855"/>
                  <a:pt x="614038" y="55881"/>
                </a:cubicBezTo>
                <a:cubicBezTo>
                  <a:pt x="614038" y="62994"/>
                  <a:pt x="615967" y="68778"/>
                  <a:pt x="619825" y="73235"/>
                </a:cubicBezTo>
                <a:cubicBezTo>
                  <a:pt x="623683" y="77691"/>
                  <a:pt x="628655" y="79918"/>
                  <a:pt x="634742" y="79918"/>
                </a:cubicBezTo>
                <a:close/>
                <a:moveTo>
                  <a:pt x="681164" y="87027"/>
                </a:moveTo>
                <a:lnTo>
                  <a:pt x="681164" y="24865"/>
                </a:lnTo>
                <a:lnTo>
                  <a:pt x="690809" y="24865"/>
                </a:lnTo>
                <a:lnTo>
                  <a:pt x="690809" y="34927"/>
                </a:lnTo>
                <a:cubicBezTo>
                  <a:pt x="696553" y="27382"/>
                  <a:pt x="703454" y="23609"/>
                  <a:pt x="711514" y="23609"/>
                </a:cubicBezTo>
                <a:lnTo>
                  <a:pt x="711514" y="33512"/>
                </a:lnTo>
                <a:lnTo>
                  <a:pt x="707656" y="33126"/>
                </a:lnTo>
                <a:cubicBezTo>
                  <a:pt x="704740" y="33126"/>
                  <a:pt x="701525" y="34176"/>
                  <a:pt x="698010" y="36277"/>
                </a:cubicBezTo>
                <a:cubicBezTo>
                  <a:pt x="694495" y="38378"/>
                  <a:pt x="692094" y="40629"/>
                  <a:pt x="690809" y="43029"/>
                </a:cubicBezTo>
                <a:lnTo>
                  <a:pt x="690809" y="87027"/>
                </a:lnTo>
                <a:lnTo>
                  <a:pt x="681164" y="87027"/>
                </a:lnTo>
                <a:close/>
                <a:moveTo>
                  <a:pt x="798572" y="87027"/>
                </a:moveTo>
                <a:lnTo>
                  <a:pt x="798572" y="44836"/>
                </a:lnTo>
                <a:cubicBezTo>
                  <a:pt x="798572" y="36261"/>
                  <a:pt x="794757" y="31974"/>
                  <a:pt x="787126" y="31974"/>
                </a:cubicBezTo>
                <a:cubicBezTo>
                  <a:pt x="783869" y="31974"/>
                  <a:pt x="780718" y="32939"/>
                  <a:pt x="777674" y="34868"/>
                </a:cubicBezTo>
                <a:cubicBezTo>
                  <a:pt x="774632" y="36796"/>
                  <a:pt x="772295" y="39003"/>
                  <a:pt x="770665" y="41489"/>
                </a:cubicBezTo>
                <a:lnTo>
                  <a:pt x="770665" y="87027"/>
                </a:lnTo>
                <a:lnTo>
                  <a:pt x="761021" y="87027"/>
                </a:lnTo>
                <a:lnTo>
                  <a:pt x="761021" y="44836"/>
                </a:lnTo>
                <a:cubicBezTo>
                  <a:pt x="761021" y="36261"/>
                  <a:pt x="757206" y="31974"/>
                  <a:pt x="749576" y="31974"/>
                </a:cubicBezTo>
                <a:cubicBezTo>
                  <a:pt x="746405" y="31974"/>
                  <a:pt x="743319" y="32960"/>
                  <a:pt x="740318" y="34933"/>
                </a:cubicBezTo>
                <a:cubicBezTo>
                  <a:pt x="737317" y="36904"/>
                  <a:pt x="734959" y="39133"/>
                  <a:pt x="733244" y="41618"/>
                </a:cubicBezTo>
                <a:lnTo>
                  <a:pt x="733244" y="87027"/>
                </a:lnTo>
                <a:lnTo>
                  <a:pt x="723600" y="87027"/>
                </a:lnTo>
                <a:lnTo>
                  <a:pt x="723600" y="24865"/>
                </a:lnTo>
                <a:lnTo>
                  <a:pt x="733244" y="24865"/>
                </a:lnTo>
                <a:lnTo>
                  <a:pt x="733244" y="33903"/>
                </a:lnTo>
                <a:cubicBezTo>
                  <a:pt x="734703" y="31416"/>
                  <a:pt x="737447" y="29037"/>
                  <a:pt x="741476" y="26766"/>
                </a:cubicBezTo>
                <a:cubicBezTo>
                  <a:pt x="745505" y="24494"/>
                  <a:pt x="749448" y="23358"/>
                  <a:pt x="753306" y="23358"/>
                </a:cubicBezTo>
                <a:cubicBezTo>
                  <a:pt x="758107" y="23358"/>
                  <a:pt x="761857" y="24473"/>
                  <a:pt x="764557" y="26702"/>
                </a:cubicBezTo>
                <a:cubicBezTo>
                  <a:pt x="767258" y="28931"/>
                  <a:pt x="769081" y="31674"/>
                  <a:pt x="770024" y="34931"/>
                </a:cubicBezTo>
                <a:cubicBezTo>
                  <a:pt x="772167" y="31587"/>
                  <a:pt x="775209" y="28823"/>
                  <a:pt x="779152" y="26637"/>
                </a:cubicBezTo>
                <a:cubicBezTo>
                  <a:pt x="783096" y="24451"/>
                  <a:pt x="786997" y="23358"/>
                  <a:pt x="790856" y="23358"/>
                </a:cubicBezTo>
                <a:cubicBezTo>
                  <a:pt x="802429" y="23358"/>
                  <a:pt x="808216" y="29618"/>
                  <a:pt x="808216" y="42138"/>
                </a:cubicBezTo>
                <a:lnTo>
                  <a:pt x="808216" y="87027"/>
                </a:lnTo>
                <a:lnTo>
                  <a:pt x="798572" y="87027"/>
                </a:lnTo>
                <a:close/>
                <a:moveTo>
                  <a:pt x="855539" y="88534"/>
                </a:moveTo>
                <a:cubicBezTo>
                  <a:pt x="846195" y="88534"/>
                  <a:pt x="838587" y="85492"/>
                  <a:pt x="832713" y="79408"/>
                </a:cubicBezTo>
                <a:cubicBezTo>
                  <a:pt x="826841" y="73323"/>
                  <a:pt x="823905" y="65480"/>
                  <a:pt x="823905" y="55881"/>
                </a:cubicBezTo>
                <a:cubicBezTo>
                  <a:pt x="823905" y="46711"/>
                  <a:pt x="826819" y="38999"/>
                  <a:pt x="832648" y="32743"/>
                </a:cubicBezTo>
                <a:cubicBezTo>
                  <a:pt x="838479" y="26486"/>
                  <a:pt x="845766" y="23358"/>
                  <a:pt x="854511" y="23358"/>
                </a:cubicBezTo>
                <a:cubicBezTo>
                  <a:pt x="863427" y="23358"/>
                  <a:pt x="870629" y="26441"/>
                  <a:pt x="876115" y="32606"/>
                </a:cubicBezTo>
                <a:cubicBezTo>
                  <a:pt x="881601" y="38770"/>
                  <a:pt x="884344" y="46775"/>
                  <a:pt x="884344" y="56621"/>
                </a:cubicBezTo>
                <a:lnTo>
                  <a:pt x="884344" y="59062"/>
                </a:lnTo>
                <a:lnTo>
                  <a:pt x="834065" y="59062"/>
                </a:lnTo>
                <a:cubicBezTo>
                  <a:pt x="834408" y="65413"/>
                  <a:pt x="836701" y="70584"/>
                  <a:pt x="840945" y="74575"/>
                </a:cubicBezTo>
                <a:cubicBezTo>
                  <a:pt x="845188" y="78566"/>
                  <a:pt x="850353" y="80562"/>
                  <a:pt x="856440" y="80562"/>
                </a:cubicBezTo>
                <a:cubicBezTo>
                  <a:pt x="863984" y="80562"/>
                  <a:pt x="870371" y="77945"/>
                  <a:pt x="875601" y="72711"/>
                </a:cubicBezTo>
                <a:lnTo>
                  <a:pt x="880230" y="79014"/>
                </a:lnTo>
                <a:cubicBezTo>
                  <a:pt x="873885" y="85361"/>
                  <a:pt x="865655" y="88534"/>
                  <a:pt x="855539" y="88534"/>
                </a:cubicBezTo>
                <a:moveTo>
                  <a:pt x="874828" y="51990"/>
                </a:moveTo>
                <a:cubicBezTo>
                  <a:pt x="874828" y="46258"/>
                  <a:pt x="872941" y="41382"/>
                  <a:pt x="869169" y="37362"/>
                </a:cubicBezTo>
                <a:cubicBezTo>
                  <a:pt x="865397" y="33341"/>
                  <a:pt x="860468" y="31330"/>
                  <a:pt x="854382" y="31330"/>
                </a:cubicBezTo>
                <a:cubicBezTo>
                  <a:pt x="848638" y="31330"/>
                  <a:pt x="843858" y="33341"/>
                  <a:pt x="840044" y="37362"/>
                </a:cubicBezTo>
                <a:cubicBezTo>
                  <a:pt x="836229" y="41382"/>
                  <a:pt x="834236" y="46258"/>
                  <a:pt x="834065" y="51990"/>
                </a:cubicBezTo>
                <a:lnTo>
                  <a:pt x="874828" y="51990"/>
                </a:lnTo>
                <a:close/>
                <a:moveTo>
                  <a:pt x="899904" y="87027"/>
                </a:moveTo>
                <a:lnTo>
                  <a:pt x="899904" y="24865"/>
                </a:lnTo>
                <a:lnTo>
                  <a:pt x="909548" y="24865"/>
                </a:lnTo>
                <a:lnTo>
                  <a:pt x="909548" y="34927"/>
                </a:lnTo>
                <a:cubicBezTo>
                  <a:pt x="915292" y="27382"/>
                  <a:pt x="922194" y="23609"/>
                  <a:pt x="930253" y="23609"/>
                </a:cubicBezTo>
                <a:lnTo>
                  <a:pt x="930253" y="33512"/>
                </a:lnTo>
                <a:lnTo>
                  <a:pt x="926396" y="33126"/>
                </a:lnTo>
                <a:cubicBezTo>
                  <a:pt x="923480" y="33126"/>
                  <a:pt x="920264" y="34176"/>
                  <a:pt x="916749" y="36277"/>
                </a:cubicBezTo>
                <a:cubicBezTo>
                  <a:pt x="913234" y="38378"/>
                  <a:pt x="910834" y="40629"/>
                  <a:pt x="909548" y="43029"/>
                </a:cubicBezTo>
                <a:lnTo>
                  <a:pt x="909548" y="87027"/>
                </a:lnTo>
                <a:lnTo>
                  <a:pt x="899904" y="87027"/>
                </a:lnTo>
                <a:close/>
                <a:moveTo>
                  <a:pt x="975904" y="87027"/>
                </a:moveTo>
                <a:lnTo>
                  <a:pt x="975904" y="1256"/>
                </a:lnTo>
                <a:lnTo>
                  <a:pt x="986577" y="1256"/>
                </a:lnTo>
                <a:lnTo>
                  <a:pt x="986577" y="77511"/>
                </a:lnTo>
                <a:lnTo>
                  <a:pt x="1026441" y="77511"/>
                </a:lnTo>
                <a:lnTo>
                  <a:pt x="1026441" y="87027"/>
                </a:lnTo>
                <a:lnTo>
                  <a:pt x="975904" y="87027"/>
                </a:lnTo>
                <a:close/>
                <a:moveTo>
                  <a:pt x="1078136" y="87027"/>
                </a:moveTo>
                <a:lnTo>
                  <a:pt x="1078136" y="79920"/>
                </a:lnTo>
                <a:cubicBezTo>
                  <a:pt x="1072906" y="85663"/>
                  <a:pt x="1066048" y="88534"/>
                  <a:pt x="1057561" y="88534"/>
                </a:cubicBezTo>
                <a:cubicBezTo>
                  <a:pt x="1051303" y="88534"/>
                  <a:pt x="1046116" y="86560"/>
                  <a:pt x="1042001" y="82612"/>
                </a:cubicBezTo>
                <a:cubicBezTo>
                  <a:pt x="1037886" y="78664"/>
                  <a:pt x="1035829" y="73773"/>
                  <a:pt x="1035829" y="67937"/>
                </a:cubicBezTo>
                <a:cubicBezTo>
                  <a:pt x="1035829" y="61930"/>
                  <a:pt x="1037866" y="57018"/>
                  <a:pt x="1041938" y="53199"/>
                </a:cubicBezTo>
                <a:cubicBezTo>
                  <a:pt x="1046010" y="49379"/>
                  <a:pt x="1051218" y="47469"/>
                  <a:pt x="1057561" y="47469"/>
                </a:cubicBezTo>
                <a:cubicBezTo>
                  <a:pt x="1066477" y="47469"/>
                  <a:pt x="1073335" y="50299"/>
                  <a:pt x="1078136" y="55958"/>
                </a:cubicBezTo>
                <a:lnTo>
                  <a:pt x="1078136" y="44799"/>
                </a:lnTo>
                <a:cubicBezTo>
                  <a:pt x="1078136" y="40609"/>
                  <a:pt x="1076657" y="37381"/>
                  <a:pt x="1073700" y="35115"/>
                </a:cubicBezTo>
                <a:cubicBezTo>
                  <a:pt x="1070742" y="32850"/>
                  <a:pt x="1066992" y="31717"/>
                  <a:pt x="1062449" y="31717"/>
                </a:cubicBezTo>
                <a:cubicBezTo>
                  <a:pt x="1055161" y="31717"/>
                  <a:pt x="1048817" y="34582"/>
                  <a:pt x="1043415" y="40311"/>
                </a:cubicBezTo>
                <a:lnTo>
                  <a:pt x="1038916" y="33632"/>
                </a:lnTo>
                <a:cubicBezTo>
                  <a:pt x="1045517" y="26783"/>
                  <a:pt x="1053789" y="23358"/>
                  <a:pt x="1063734" y="23358"/>
                </a:cubicBezTo>
                <a:cubicBezTo>
                  <a:pt x="1071364" y="23358"/>
                  <a:pt x="1077279" y="25202"/>
                  <a:pt x="1081480" y="28889"/>
                </a:cubicBezTo>
                <a:cubicBezTo>
                  <a:pt x="1085680" y="32576"/>
                  <a:pt x="1087781" y="37721"/>
                  <a:pt x="1087781" y="44324"/>
                </a:cubicBezTo>
                <a:lnTo>
                  <a:pt x="1087781" y="87027"/>
                </a:lnTo>
                <a:lnTo>
                  <a:pt x="1078136" y="87027"/>
                </a:lnTo>
                <a:moveTo>
                  <a:pt x="1061034" y="81590"/>
                </a:moveTo>
                <a:cubicBezTo>
                  <a:pt x="1068663" y="81590"/>
                  <a:pt x="1074364" y="79018"/>
                  <a:pt x="1078136" y="73875"/>
                </a:cubicBezTo>
                <a:lnTo>
                  <a:pt x="1078136" y="62131"/>
                </a:lnTo>
                <a:cubicBezTo>
                  <a:pt x="1074364" y="56986"/>
                  <a:pt x="1068663" y="54414"/>
                  <a:pt x="1061034" y="54414"/>
                </a:cubicBezTo>
                <a:cubicBezTo>
                  <a:pt x="1056489" y="54414"/>
                  <a:pt x="1052802" y="55681"/>
                  <a:pt x="1049973" y="58214"/>
                </a:cubicBezTo>
                <a:cubicBezTo>
                  <a:pt x="1047145" y="60747"/>
                  <a:pt x="1045731" y="64031"/>
                  <a:pt x="1045731" y="68067"/>
                </a:cubicBezTo>
                <a:cubicBezTo>
                  <a:pt x="1045731" y="72016"/>
                  <a:pt x="1047145" y="75257"/>
                  <a:pt x="1049973" y="77791"/>
                </a:cubicBezTo>
                <a:cubicBezTo>
                  <a:pt x="1052802" y="80324"/>
                  <a:pt x="1056489" y="81590"/>
                  <a:pt x="1061034" y="81590"/>
                </a:cubicBezTo>
                <a:close/>
                <a:moveTo>
                  <a:pt x="1105140" y="102599"/>
                </a:moveTo>
                <a:cubicBezTo>
                  <a:pt x="1106512" y="103302"/>
                  <a:pt x="1108270" y="103653"/>
                  <a:pt x="1110413" y="103653"/>
                </a:cubicBezTo>
                <a:cubicBezTo>
                  <a:pt x="1112557" y="103653"/>
                  <a:pt x="1114357" y="103201"/>
                  <a:pt x="1115815" y="102297"/>
                </a:cubicBezTo>
                <a:cubicBezTo>
                  <a:pt x="1117272" y="101395"/>
                  <a:pt x="1118558" y="99653"/>
                  <a:pt x="1119672" y="97074"/>
                </a:cubicBezTo>
                <a:lnTo>
                  <a:pt x="1123787" y="87655"/>
                </a:lnTo>
                <a:lnTo>
                  <a:pt x="1097811" y="24865"/>
                </a:lnTo>
                <a:lnTo>
                  <a:pt x="1108227" y="24865"/>
                </a:lnTo>
                <a:lnTo>
                  <a:pt x="1128930" y="75823"/>
                </a:lnTo>
                <a:lnTo>
                  <a:pt x="1149505" y="24865"/>
                </a:lnTo>
                <a:lnTo>
                  <a:pt x="1160050" y="24865"/>
                </a:lnTo>
                <a:lnTo>
                  <a:pt x="1128930" y="99654"/>
                </a:lnTo>
                <a:cubicBezTo>
                  <a:pt x="1125501" y="107893"/>
                  <a:pt x="1119414" y="112098"/>
                  <a:pt x="1110670" y="112269"/>
                </a:cubicBezTo>
                <a:cubicBezTo>
                  <a:pt x="1108184" y="112269"/>
                  <a:pt x="1105827" y="111968"/>
                  <a:pt x="1103598" y="111366"/>
                </a:cubicBezTo>
                <a:lnTo>
                  <a:pt x="1105140" y="102599"/>
                </a:lnTo>
                <a:close/>
                <a:moveTo>
                  <a:pt x="1198115" y="88534"/>
                </a:moveTo>
                <a:cubicBezTo>
                  <a:pt x="1188771" y="88534"/>
                  <a:pt x="1181162" y="85492"/>
                  <a:pt x="1175289" y="79408"/>
                </a:cubicBezTo>
                <a:cubicBezTo>
                  <a:pt x="1169417" y="73323"/>
                  <a:pt x="1166481" y="65480"/>
                  <a:pt x="1166481" y="55881"/>
                </a:cubicBezTo>
                <a:cubicBezTo>
                  <a:pt x="1166481" y="46711"/>
                  <a:pt x="1169395" y="38999"/>
                  <a:pt x="1175224" y="32743"/>
                </a:cubicBezTo>
                <a:cubicBezTo>
                  <a:pt x="1181054" y="26486"/>
                  <a:pt x="1188342" y="23358"/>
                  <a:pt x="1197087" y="23358"/>
                </a:cubicBezTo>
                <a:cubicBezTo>
                  <a:pt x="1206003" y="23358"/>
                  <a:pt x="1213204" y="26441"/>
                  <a:pt x="1218691" y="32606"/>
                </a:cubicBezTo>
                <a:cubicBezTo>
                  <a:pt x="1224177" y="38770"/>
                  <a:pt x="1226920" y="46775"/>
                  <a:pt x="1226920" y="56621"/>
                </a:cubicBezTo>
                <a:lnTo>
                  <a:pt x="1226920" y="59062"/>
                </a:lnTo>
                <a:lnTo>
                  <a:pt x="1176641" y="59062"/>
                </a:lnTo>
                <a:cubicBezTo>
                  <a:pt x="1176984" y="65413"/>
                  <a:pt x="1179277" y="70584"/>
                  <a:pt x="1183520" y="74575"/>
                </a:cubicBezTo>
                <a:cubicBezTo>
                  <a:pt x="1187764" y="78566"/>
                  <a:pt x="1192929" y="80562"/>
                  <a:pt x="1199016" y="80562"/>
                </a:cubicBezTo>
                <a:cubicBezTo>
                  <a:pt x="1206560" y="80562"/>
                  <a:pt x="1212947" y="77945"/>
                  <a:pt x="1218177" y="72711"/>
                </a:cubicBezTo>
                <a:lnTo>
                  <a:pt x="1222805" y="79014"/>
                </a:lnTo>
                <a:cubicBezTo>
                  <a:pt x="1216461" y="85361"/>
                  <a:pt x="1208231" y="88534"/>
                  <a:pt x="1198115" y="88534"/>
                </a:cubicBezTo>
                <a:moveTo>
                  <a:pt x="1217403" y="51990"/>
                </a:moveTo>
                <a:cubicBezTo>
                  <a:pt x="1217403" y="46258"/>
                  <a:pt x="1215517" y="41382"/>
                  <a:pt x="1211744" y="37362"/>
                </a:cubicBezTo>
                <a:cubicBezTo>
                  <a:pt x="1207973" y="33341"/>
                  <a:pt x="1203044" y="31330"/>
                  <a:pt x="1196957" y="31330"/>
                </a:cubicBezTo>
                <a:cubicBezTo>
                  <a:pt x="1191213" y="31330"/>
                  <a:pt x="1186434" y="33341"/>
                  <a:pt x="1182620" y="37362"/>
                </a:cubicBezTo>
                <a:cubicBezTo>
                  <a:pt x="1178805" y="41382"/>
                  <a:pt x="1176812" y="46258"/>
                  <a:pt x="1176641" y="51990"/>
                </a:cubicBezTo>
                <a:lnTo>
                  <a:pt x="1217403" y="51990"/>
                </a:lnTo>
                <a:close/>
                <a:moveTo>
                  <a:pt x="1242480" y="87027"/>
                </a:moveTo>
                <a:lnTo>
                  <a:pt x="1242480" y="24865"/>
                </a:lnTo>
                <a:lnTo>
                  <a:pt x="1252124" y="24865"/>
                </a:lnTo>
                <a:lnTo>
                  <a:pt x="1252124" y="34927"/>
                </a:lnTo>
                <a:cubicBezTo>
                  <a:pt x="1257868" y="27382"/>
                  <a:pt x="1264770" y="23609"/>
                  <a:pt x="1272829" y="23609"/>
                </a:cubicBezTo>
                <a:lnTo>
                  <a:pt x="1272829" y="33512"/>
                </a:lnTo>
                <a:lnTo>
                  <a:pt x="1268971" y="33126"/>
                </a:lnTo>
                <a:cubicBezTo>
                  <a:pt x="1266055" y="33126"/>
                  <a:pt x="1262840" y="34176"/>
                  <a:pt x="1259325" y="36277"/>
                </a:cubicBezTo>
                <a:cubicBezTo>
                  <a:pt x="1255810" y="38378"/>
                  <a:pt x="1253410" y="40629"/>
                  <a:pt x="1252124" y="43029"/>
                </a:cubicBezTo>
                <a:lnTo>
                  <a:pt x="1252124" y="87027"/>
                </a:lnTo>
                <a:lnTo>
                  <a:pt x="1242480" y="87027"/>
                </a:lnTo>
                <a:close/>
                <a:moveTo>
                  <a:pt x="1304591" y="88534"/>
                </a:moveTo>
                <a:cubicBezTo>
                  <a:pt x="1294046" y="88534"/>
                  <a:pt x="1285688" y="85280"/>
                  <a:pt x="1279516" y="78770"/>
                </a:cubicBezTo>
                <a:lnTo>
                  <a:pt x="1284531" y="71832"/>
                </a:lnTo>
                <a:cubicBezTo>
                  <a:pt x="1286588" y="74229"/>
                  <a:pt x="1289437" y="76304"/>
                  <a:pt x="1293081" y="78058"/>
                </a:cubicBezTo>
                <a:cubicBezTo>
                  <a:pt x="1296725" y="79812"/>
                  <a:pt x="1300691" y="80689"/>
                  <a:pt x="1304977" y="80689"/>
                </a:cubicBezTo>
                <a:cubicBezTo>
                  <a:pt x="1309778" y="80689"/>
                  <a:pt x="1313421" y="79683"/>
                  <a:pt x="1315907" y="77670"/>
                </a:cubicBezTo>
                <a:cubicBezTo>
                  <a:pt x="1318393" y="75655"/>
                  <a:pt x="1319637" y="73106"/>
                  <a:pt x="1319637" y="70021"/>
                </a:cubicBezTo>
                <a:cubicBezTo>
                  <a:pt x="1319637" y="67279"/>
                  <a:pt x="1318286" y="65115"/>
                  <a:pt x="1315585" y="63530"/>
                </a:cubicBezTo>
                <a:cubicBezTo>
                  <a:pt x="1312885" y="61945"/>
                  <a:pt x="1307849" y="60295"/>
                  <a:pt x="1300476" y="58581"/>
                </a:cubicBezTo>
                <a:cubicBezTo>
                  <a:pt x="1294218" y="57295"/>
                  <a:pt x="1289439" y="55260"/>
                  <a:pt x="1286138" y="52475"/>
                </a:cubicBezTo>
                <a:cubicBezTo>
                  <a:pt x="1282838" y="49690"/>
                  <a:pt x="1281188" y="45940"/>
                  <a:pt x="1281188" y="41226"/>
                </a:cubicBezTo>
                <a:cubicBezTo>
                  <a:pt x="1281188" y="35998"/>
                  <a:pt x="1283288" y="31714"/>
                  <a:pt x="1287488" y="28371"/>
                </a:cubicBezTo>
                <a:cubicBezTo>
                  <a:pt x="1291689" y="25029"/>
                  <a:pt x="1297304" y="23358"/>
                  <a:pt x="1304334" y="23358"/>
                </a:cubicBezTo>
                <a:cubicBezTo>
                  <a:pt x="1313679" y="23358"/>
                  <a:pt x="1321352" y="26360"/>
                  <a:pt x="1327352" y="32364"/>
                </a:cubicBezTo>
                <a:lnTo>
                  <a:pt x="1322851" y="39056"/>
                </a:lnTo>
                <a:cubicBezTo>
                  <a:pt x="1320966" y="36824"/>
                  <a:pt x="1318416" y="34957"/>
                  <a:pt x="1315200" y="33455"/>
                </a:cubicBezTo>
                <a:cubicBezTo>
                  <a:pt x="1311985" y="31954"/>
                  <a:pt x="1308363" y="31203"/>
                  <a:pt x="1304334" y="31203"/>
                </a:cubicBezTo>
                <a:cubicBezTo>
                  <a:pt x="1300047" y="31203"/>
                  <a:pt x="1296682" y="32145"/>
                  <a:pt x="1294238" y="34030"/>
                </a:cubicBezTo>
                <a:cubicBezTo>
                  <a:pt x="1291796" y="35915"/>
                  <a:pt x="1290575" y="38229"/>
                  <a:pt x="1290575" y="40971"/>
                </a:cubicBezTo>
                <a:cubicBezTo>
                  <a:pt x="1290575" y="43456"/>
                  <a:pt x="1291946" y="45427"/>
                  <a:pt x="1294690" y="46885"/>
                </a:cubicBezTo>
                <a:cubicBezTo>
                  <a:pt x="1297433" y="48341"/>
                  <a:pt x="1302491" y="49840"/>
                  <a:pt x="1309863" y="51382"/>
                </a:cubicBezTo>
                <a:cubicBezTo>
                  <a:pt x="1316121" y="52839"/>
                  <a:pt x="1320879" y="55047"/>
                  <a:pt x="1324136" y="58004"/>
                </a:cubicBezTo>
                <a:cubicBezTo>
                  <a:pt x="1327395" y="60961"/>
                  <a:pt x="1329024" y="64881"/>
                  <a:pt x="1329024" y="69766"/>
                </a:cubicBezTo>
                <a:cubicBezTo>
                  <a:pt x="1329024" y="75507"/>
                  <a:pt x="1326795" y="80071"/>
                  <a:pt x="1322337" y="83456"/>
                </a:cubicBezTo>
                <a:cubicBezTo>
                  <a:pt x="1317879" y="86842"/>
                  <a:pt x="1311963" y="88534"/>
                  <a:pt x="1304591" y="885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982824-9A5A-4740-94E9-B30098D9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169" y="1655077"/>
            <a:ext cx="434" cy="198316"/>
          </a:xfrm>
          <a:custGeom xmlns:a="http://schemas.openxmlformats.org/drawingml/2006/main">
            <a:pathLst>
              <a:path w="434" h="198316">
                <a:moveTo>
                  <a:pt x="0" y="198316"/>
                </a:moveTo>
                <a:lnTo>
                  <a:pt x="0" y="99158"/>
                </a:lnTo>
                <a:lnTo>
                  <a:pt x="434" y="99158"/>
                </a:lnTo>
                <a:lnTo>
                  <a:pt x="434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1C1587-019E-4C7E-991B-0BA6557C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169" y="1655077"/>
            <a:ext cx="434" cy="115648"/>
          </a:xfrm>
          <a:custGeom xmlns:a="http://schemas.openxmlformats.org/drawingml/2006/main">
            <a:pathLst>
              <a:path w="434" h="115648" fill="none">
                <a:moveTo>
                  <a:pt x="434" y="0"/>
                </a:moveTo>
                <a:lnTo>
                  <a:pt x="434" y="99158"/>
                </a:lnTo>
                <a:lnTo>
                  <a:pt x="0" y="99158"/>
                </a:lnTo>
                <a:lnTo>
                  <a:pt x="0" y="115648"/>
                </a:lnTo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00"/>
            </a:solidFill>
            <a:round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CBE48B-78F4-4E9F-8363-532A26D9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411" y="1770725"/>
            <a:ext cx="45515" cy="62526"/>
          </a:xfrm>
          <a:custGeom xmlns:a="http://schemas.openxmlformats.org/drawingml/2006/main">
            <a:pathLst>
              <a:path w="45515" h="62526">
                <a:moveTo>
                  <a:pt x="0" y="0"/>
                </a:moveTo>
                <a:lnTo>
                  <a:pt x="45515" y="0"/>
                </a:lnTo>
                <a:lnTo>
                  <a:pt x="22758" y="625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525B12-7647-4D96-A5BE-B14EF3E2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411" y="1770725"/>
            <a:ext cx="45515" cy="62526"/>
          </a:xfrm>
          <a:custGeom xmlns:a="http://schemas.openxmlformats.org/drawingml/2006/main">
            <a:pathLst>
              <a:path w="45515" h="62526" fill="none">
                <a:moveTo>
                  <a:pt x="0" y="0"/>
                </a:moveTo>
                <a:lnTo>
                  <a:pt x="22758" y="62526"/>
                </a:lnTo>
                <a:lnTo>
                  <a:pt x="4551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00"/>
            </a:solidFill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87BFC9-019A-4CFB-81D3-8FA30263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927" y="3162148"/>
            <a:ext cx="1190331" cy="205042"/>
          </a:xfrm>
          <a:custGeom xmlns:a="http://schemas.openxmlformats.org/drawingml/2006/main">
            <a:pathLst>
              <a:path w="1190331" h="205042">
                <a:moveTo>
                  <a:pt x="0" y="34174"/>
                </a:moveTo>
                <a:lnTo>
                  <a:pt x="0" y="34174"/>
                </a:lnTo>
                <a:cubicBezTo>
                  <a:pt x="0" y="15301"/>
                  <a:pt x="15301" y="0"/>
                  <a:pt x="34175" y="0"/>
                </a:cubicBezTo>
                <a:lnTo>
                  <a:pt x="1156156" y="0"/>
                </a:lnTo>
                <a:cubicBezTo>
                  <a:pt x="1165220" y="0"/>
                  <a:pt x="1173912" y="3601"/>
                  <a:pt x="1180321" y="10009"/>
                </a:cubicBezTo>
                <a:cubicBezTo>
                  <a:pt x="1186730" y="16418"/>
                  <a:pt x="1190331" y="25111"/>
                  <a:pt x="1190331" y="34174"/>
                </a:cubicBezTo>
                <a:lnTo>
                  <a:pt x="1190331" y="170868"/>
                </a:lnTo>
                <a:cubicBezTo>
                  <a:pt x="1190331" y="189742"/>
                  <a:pt x="1175031" y="205042"/>
                  <a:pt x="1156156" y="205042"/>
                </a:cubicBezTo>
                <a:lnTo>
                  <a:pt x="34175" y="205042"/>
                </a:lnTo>
                <a:cubicBezTo>
                  <a:pt x="15301" y="205042"/>
                  <a:pt x="0" y="189742"/>
                  <a:pt x="0" y="170868"/>
                </a:cubicBezTo>
                <a:lnTo>
                  <a:pt x="0" y="34174"/>
                </a:lnTo>
                <a:close/>
              </a:path>
            </a:pathLst>
          </a:custGeom>
          <a:solidFill xmlns:a="http://schemas.openxmlformats.org/drawingml/2006/main">
            <a:srgbClr val="F9CB9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40F3EE-1DCE-4302-929E-1CC6F1CD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927" y="3162148"/>
            <a:ext cx="1190331" cy="205042"/>
          </a:xfrm>
          <a:custGeom xmlns:a="http://schemas.openxmlformats.org/drawingml/2006/main">
            <a:pathLst>
              <a:path w="1190331" h="205042" fill="none">
                <a:moveTo>
                  <a:pt x="0" y="34174"/>
                </a:moveTo>
                <a:lnTo>
                  <a:pt x="0" y="34174"/>
                </a:lnTo>
                <a:cubicBezTo>
                  <a:pt x="0" y="15301"/>
                  <a:pt x="15301" y="0"/>
                  <a:pt x="34175" y="0"/>
                </a:cubicBezTo>
                <a:lnTo>
                  <a:pt x="1156156" y="0"/>
                </a:lnTo>
                <a:cubicBezTo>
                  <a:pt x="1165220" y="0"/>
                  <a:pt x="1173912" y="3601"/>
                  <a:pt x="1180321" y="10009"/>
                </a:cubicBezTo>
                <a:cubicBezTo>
                  <a:pt x="1186730" y="16418"/>
                  <a:pt x="1190331" y="25111"/>
                  <a:pt x="1190331" y="34174"/>
                </a:cubicBezTo>
                <a:lnTo>
                  <a:pt x="1190331" y="170868"/>
                </a:lnTo>
                <a:cubicBezTo>
                  <a:pt x="1190331" y="189742"/>
                  <a:pt x="1175031" y="205042"/>
                  <a:pt x="1156156" y="205042"/>
                </a:cubicBezTo>
                <a:lnTo>
                  <a:pt x="34175" y="205042"/>
                </a:lnTo>
                <a:cubicBezTo>
                  <a:pt x="15301" y="205042"/>
                  <a:pt x="0" y="189742"/>
                  <a:pt x="0" y="170868"/>
                </a:cubicBezTo>
                <a:lnTo>
                  <a:pt x="0" y="3417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129" name="Text LMHead">
            <a:extLst xmlns:a="http://schemas.openxmlformats.org/drawingml/2006/main">
              <a:ext uri="{FF2B5EF4-FFF2-40B4-BE49-F238E27FC236}">
                <a16:creationId xmlns:a16="http://schemas.microsoft.com/office/drawing/2014/main" id="{24FA8B0F-E820-4CCC-A33C-00E36285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033" y="3226569"/>
            <a:ext cx="488787" cy="87278"/>
          </a:xfrm>
          <a:custGeom xmlns:a="http://schemas.openxmlformats.org/drawingml/2006/main">
            <a:pathLst>
              <a:path w="488787" h="87278">
                <a:moveTo>
                  <a:pt x="0" y="85772"/>
                </a:moveTo>
                <a:lnTo>
                  <a:pt x="0" y="0"/>
                </a:lnTo>
                <a:lnTo>
                  <a:pt x="10672" y="0"/>
                </a:lnTo>
                <a:lnTo>
                  <a:pt x="10672" y="76255"/>
                </a:lnTo>
                <a:lnTo>
                  <a:pt x="50536" y="76255"/>
                </a:lnTo>
                <a:lnTo>
                  <a:pt x="50536" y="85772"/>
                </a:lnTo>
                <a:lnTo>
                  <a:pt x="0" y="85772"/>
                </a:lnTo>
                <a:close/>
                <a:moveTo>
                  <a:pt x="138881" y="85772"/>
                </a:moveTo>
                <a:lnTo>
                  <a:pt x="138881" y="15174"/>
                </a:lnTo>
                <a:lnTo>
                  <a:pt x="109692" y="85772"/>
                </a:lnTo>
                <a:lnTo>
                  <a:pt x="105318" y="85772"/>
                </a:lnTo>
                <a:lnTo>
                  <a:pt x="76256" y="15174"/>
                </a:lnTo>
                <a:lnTo>
                  <a:pt x="76256" y="85772"/>
                </a:lnTo>
                <a:lnTo>
                  <a:pt x="65583" y="85772"/>
                </a:lnTo>
                <a:lnTo>
                  <a:pt x="65583" y="0"/>
                </a:lnTo>
                <a:lnTo>
                  <a:pt x="80887" y="0"/>
                </a:lnTo>
                <a:lnTo>
                  <a:pt x="107506" y="64554"/>
                </a:lnTo>
                <a:lnTo>
                  <a:pt x="134252" y="0"/>
                </a:lnTo>
                <a:lnTo>
                  <a:pt x="149556" y="0"/>
                </a:lnTo>
                <a:lnTo>
                  <a:pt x="149556" y="85772"/>
                </a:lnTo>
                <a:lnTo>
                  <a:pt x="138881" y="85772"/>
                </a:lnTo>
                <a:close/>
                <a:moveTo>
                  <a:pt x="263618" y="85772"/>
                </a:moveTo>
                <a:lnTo>
                  <a:pt x="263618" y="46437"/>
                </a:lnTo>
                <a:lnTo>
                  <a:pt x="213466" y="46437"/>
                </a:lnTo>
                <a:lnTo>
                  <a:pt x="213466" y="85772"/>
                </a:lnTo>
                <a:lnTo>
                  <a:pt x="202794" y="85772"/>
                </a:lnTo>
                <a:lnTo>
                  <a:pt x="202794" y="0"/>
                </a:lnTo>
                <a:lnTo>
                  <a:pt x="213466" y="0"/>
                </a:lnTo>
                <a:lnTo>
                  <a:pt x="213466" y="36921"/>
                </a:lnTo>
                <a:lnTo>
                  <a:pt x="263618" y="36921"/>
                </a:lnTo>
                <a:lnTo>
                  <a:pt x="263618" y="0"/>
                </a:lnTo>
                <a:lnTo>
                  <a:pt x="274292" y="0"/>
                </a:lnTo>
                <a:lnTo>
                  <a:pt x="274292" y="85772"/>
                </a:lnTo>
                <a:lnTo>
                  <a:pt x="263618" y="85772"/>
                </a:lnTo>
                <a:close/>
                <a:moveTo>
                  <a:pt x="322000" y="87278"/>
                </a:moveTo>
                <a:cubicBezTo>
                  <a:pt x="312656" y="87278"/>
                  <a:pt x="305048" y="84236"/>
                  <a:pt x="299174" y="78152"/>
                </a:cubicBezTo>
                <a:cubicBezTo>
                  <a:pt x="293302" y="72067"/>
                  <a:pt x="290366" y="64225"/>
                  <a:pt x="290366" y="54626"/>
                </a:cubicBezTo>
                <a:cubicBezTo>
                  <a:pt x="290366" y="45456"/>
                  <a:pt x="293280" y="37743"/>
                  <a:pt x="299109" y="31487"/>
                </a:cubicBezTo>
                <a:cubicBezTo>
                  <a:pt x="304940" y="25231"/>
                  <a:pt x="312227" y="22102"/>
                  <a:pt x="320972" y="22102"/>
                </a:cubicBezTo>
                <a:cubicBezTo>
                  <a:pt x="329888" y="22102"/>
                  <a:pt x="337090" y="25185"/>
                  <a:pt x="342576" y="31350"/>
                </a:cubicBezTo>
                <a:cubicBezTo>
                  <a:pt x="348062" y="37514"/>
                  <a:pt x="350805" y="45519"/>
                  <a:pt x="350805" y="55365"/>
                </a:cubicBezTo>
                <a:lnTo>
                  <a:pt x="350805" y="57806"/>
                </a:lnTo>
                <a:lnTo>
                  <a:pt x="300526" y="57806"/>
                </a:lnTo>
                <a:cubicBezTo>
                  <a:pt x="300869" y="64157"/>
                  <a:pt x="303162" y="69328"/>
                  <a:pt x="307406" y="73319"/>
                </a:cubicBezTo>
                <a:cubicBezTo>
                  <a:pt x="311649" y="77311"/>
                  <a:pt x="316814" y="79306"/>
                  <a:pt x="322901" y="79306"/>
                </a:cubicBezTo>
                <a:cubicBezTo>
                  <a:pt x="330445" y="79306"/>
                  <a:pt x="336832" y="76689"/>
                  <a:pt x="342062" y="71455"/>
                </a:cubicBezTo>
                <a:lnTo>
                  <a:pt x="346691" y="77758"/>
                </a:lnTo>
                <a:cubicBezTo>
                  <a:pt x="340346" y="84105"/>
                  <a:pt x="332116" y="87278"/>
                  <a:pt x="322000" y="87278"/>
                </a:cubicBezTo>
                <a:moveTo>
                  <a:pt x="341289" y="50735"/>
                </a:moveTo>
                <a:cubicBezTo>
                  <a:pt x="341289" y="45002"/>
                  <a:pt x="339402" y="40126"/>
                  <a:pt x="335630" y="36106"/>
                </a:cubicBezTo>
                <a:cubicBezTo>
                  <a:pt x="331858" y="32085"/>
                  <a:pt x="326929" y="30075"/>
                  <a:pt x="320843" y="30075"/>
                </a:cubicBezTo>
                <a:cubicBezTo>
                  <a:pt x="315099" y="30075"/>
                  <a:pt x="310319" y="32085"/>
                  <a:pt x="306505" y="36106"/>
                </a:cubicBezTo>
                <a:cubicBezTo>
                  <a:pt x="302690" y="40126"/>
                  <a:pt x="300698" y="45002"/>
                  <a:pt x="300526" y="50735"/>
                </a:cubicBezTo>
                <a:lnTo>
                  <a:pt x="341289" y="50735"/>
                </a:lnTo>
                <a:close/>
                <a:moveTo>
                  <a:pt x="405201" y="85772"/>
                </a:moveTo>
                <a:lnTo>
                  <a:pt x="405201" y="78664"/>
                </a:lnTo>
                <a:cubicBezTo>
                  <a:pt x="399971" y="84407"/>
                  <a:pt x="393113" y="87278"/>
                  <a:pt x="384626" y="87278"/>
                </a:cubicBezTo>
                <a:cubicBezTo>
                  <a:pt x="378368" y="87278"/>
                  <a:pt x="373181" y="85305"/>
                  <a:pt x="369066" y="81357"/>
                </a:cubicBezTo>
                <a:cubicBezTo>
                  <a:pt x="364951" y="77409"/>
                  <a:pt x="362894" y="72517"/>
                  <a:pt x="362894" y="66681"/>
                </a:cubicBezTo>
                <a:cubicBezTo>
                  <a:pt x="362894" y="60674"/>
                  <a:pt x="364931" y="55762"/>
                  <a:pt x="369003" y="51943"/>
                </a:cubicBezTo>
                <a:cubicBezTo>
                  <a:pt x="373075" y="48124"/>
                  <a:pt x="378283" y="46214"/>
                  <a:pt x="384626" y="46214"/>
                </a:cubicBezTo>
                <a:cubicBezTo>
                  <a:pt x="393542" y="46214"/>
                  <a:pt x="400401" y="49043"/>
                  <a:pt x="405201" y="54702"/>
                </a:cubicBezTo>
                <a:lnTo>
                  <a:pt x="405201" y="43543"/>
                </a:lnTo>
                <a:cubicBezTo>
                  <a:pt x="405201" y="39353"/>
                  <a:pt x="403723" y="36125"/>
                  <a:pt x="400765" y="33860"/>
                </a:cubicBezTo>
                <a:cubicBezTo>
                  <a:pt x="397807" y="31594"/>
                  <a:pt x="394057" y="30461"/>
                  <a:pt x="389514" y="30461"/>
                </a:cubicBezTo>
                <a:cubicBezTo>
                  <a:pt x="382226" y="30461"/>
                  <a:pt x="375882" y="33326"/>
                  <a:pt x="370480" y="39056"/>
                </a:cubicBezTo>
                <a:lnTo>
                  <a:pt x="365981" y="32376"/>
                </a:lnTo>
                <a:cubicBezTo>
                  <a:pt x="372582" y="25527"/>
                  <a:pt x="380854" y="22102"/>
                  <a:pt x="390799" y="22102"/>
                </a:cubicBezTo>
                <a:cubicBezTo>
                  <a:pt x="398429" y="22102"/>
                  <a:pt x="404345" y="23946"/>
                  <a:pt x="408545" y="27634"/>
                </a:cubicBezTo>
                <a:cubicBezTo>
                  <a:pt x="412745" y="31320"/>
                  <a:pt x="414846" y="36465"/>
                  <a:pt x="414846" y="43068"/>
                </a:cubicBezTo>
                <a:lnTo>
                  <a:pt x="414846" y="85772"/>
                </a:lnTo>
                <a:lnTo>
                  <a:pt x="405201" y="85772"/>
                </a:lnTo>
                <a:moveTo>
                  <a:pt x="388099" y="80334"/>
                </a:moveTo>
                <a:cubicBezTo>
                  <a:pt x="395728" y="80334"/>
                  <a:pt x="401429" y="77762"/>
                  <a:pt x="405201" y="72619"/>
                </a:cubicBezTo>
                <a:lnTo>
                  <a:pt x="405201" y="60875"/>
                </a:lnTo>
                <a:cubicBezTo>
                  <a:pt x="401429" y="55730"/>
                  <a:pt x="395728" y="53158"/>
                  <a:pt x="388099" y="53158"/>
                </a:cubicBezTo>
                <a:cubicBezTo>
                  <a:pt x="383554" y="53158"/>
                  <a:pt x="379867" y="54425"/>
                  <a:pt x="377038" y="56959"/>
                </a:cubicBezTo>
                <a:cubicBezTo>
                  <a:pt x="374210" y="59491"/>
                  <a:pt x="372796" y="62775"/>
                  <a:pt x="372796" y="66811"/>
                </a:cubicBezTo>
                <a:cubicBezTo>
                  <a:pt x="372796" y="70760"/>
                  <a:pt x="374210" y="74002"/>
                  <a:pt x="377038" y="76535"/>
                </a:cubicBezTo>
                <a:cubicBezTo>
                  <a:pt x="379867" y="79068"/>
                  <a:pt x="383554" y="80334"/>
                  <a:pt x="388099" y="80334"/>
                </a:cubicBezTo>
                <a:close/>
                <a:moveTo>
                  <a:pt x="479143" y="85772"/>
                </a:moveTo>
                <a:lnTo>
                  <a:pt x="479143" y="76475"/>
                </a:lnTo>
                <a:cubicBezTo>
                  <a:pt x="476828" y="79647"/>
                  <a:pt x="473848" y="82241"/>
                  <a:pt x="470205" y="84257"/>
                </a:cubicBezTo>
                <a:cubicBezTo>
                  <a:pt x="466562" y="86271"/>
                  <a:pt x="462554" y="87278"/>
                  <a:pt x="458181" y="87278"/>
                </a:cubicBezTo>
                <a:cubicBezTo>
                  <a:pt x="449865" y="87278"/>
                  <a:pt x="443178" y="84322"/>
                  <a:pt x="438119" y="78409"/>
                </a:cubicBezTo>
                <a:cubicBezTo>
                  <a:pt x="433062" y="72495"/>
                  <a:pt x="430533" y="64611"/>
                  <a:pt x="430533" y="54755"/>
                </a:cubicBezTo>
                <a:cubicBezTo>
                  <a:pt x="430533" y="44813"/>
                  <a:pt x="433084" y="36886"/>
                  <a:pt x="438184" y="30973"/>
                </a:cubicBezTo>
                <a:cubicBezTo>
                  <a:pt x="443286" y="25059"/>
                  <a:pt x="449951" y="22102"/>
                  <a:pt x="458181" y="22102"/>
                </a:cubicBezTo>
                <a:cubicBezTo>
                  <a:pt x="462382" y="22102"/>
                  <a:pt x="466305" y="23067"/>
                  <a:pt x="469948" y="24996"/>
                </a:cubicBezTo>
                <a:cubicBezTo>
                  <a:pt x="473591" y="26925"/>
                  <a:pt x="476656" y="29603"/>
                  <a:pt x="479143" y="33032"/>
                </a:cubicBezTo>
                <a:lnTo>
                  <a:pt x="479143" y="0"/>
                </a:lnTo>
                <a:lnTo>
                  <a:pt x="488787" y="0"/>
                </a:lnTo>
                <a:lnTo>
                  <a:pt x="488787" y="85772"/>
                </a:lnTo>
                <a:lnTo>
                  <a:pt x="479143" y="85772"/>
                </a:lnTo>
                <a:moveTo>
                  <a:pt x="460496" y="78662"/>
                </a:moveTo>
                <a:cubicBezTo>
                  <a:pt x="464354" y="78662"/>
                  <a:pt x="467997" y="77719"/>
                  <a:pt x="471426" y="75833"/>
                </a:cubicBezTo>
                <a:cubicBezTo>
                  <a:pt x="474856" y="73947"/>
                  <a:pt x="477428" y="71632"/>
                  <a:pt x="479143" y="68889"/>
                </a:cubicBezTo>
                <a:lnTo>
                  <a:pt x="479143" y="40747"/>
                </a:lnTo>
                <a:cubicBezTo>
                  <a:pt x="477428" y="38004"/>
                  <a:pt x="474856" y="35647"/>
                  <a:pt x="471426" y="33675"/>
                </a:cubicBezTo>
                <a:cubicBezTo>
                  <a:pt x="467997" y="31704"/>
                  <a:pt x="464354" y="30718"/>
                  <a:pt x="460496" y="30718"/>
                </a:cubicBezTo>
                <a:cubicBezTo>
                  <a:pt x="454496" y="30718"/>
                  <a:pt x="449673" y="32903"/>
                  <a:pt x="446029" y="37274"/>
                </a:cubicBezTo>
                <a:cubicBezTo>
                  <a:pt x="442386" y="41644"/>
                  <a:pt x="440564" y="47471"/>
                  <a:pt x="440564" y="54755"/>
                </a:cubicBezTo>
                <a:cubicBezTo>
                  <a:pt x="440564" y="61867"/>
                  <a:pt x="442364" y="67630"/>
                  <a:pt x="445964" y="72044"/>
                </a:cubicBezTo>
                <a:cubicBezTo>
                  <a:pt x="449565" y="76456"/>
                  <a:pt x="454409" y="78662"/>
                  <a:pt x="460496" y="786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B1A207-FA04-4551-8D97-17A7B93A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054" y="2412386"/>
            <a:ext cx="217" cy="185081"/>
          </a:xfrm>
          <a:custGeom xmlns:a="http://schemas.openxmlformats.org/drawingml/2006/main">
            <a:pathLst>
              <a:path w="217" h="185081">
                <a:moveTo>
                  <a:pt x="217" y="0"/>
                </a:moveTo>
                <a:lnTo>
                  <a:pt x="0" y="185081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C5D549-D67B-494A-8918-32C205B7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152" y="2412386"/>
            <a:ext cx="120" cy="102413"/>
          </a:xfrm>
          <a:custGeom xmlns:a="http://schemas.openxmlformats.org/drawingml/2006/main">
            <a:pathLst>
              <a:path w="120" h="102413" fill="none">
                <a:moveTo>
                  <a:pt x="120" y="0"/>
                </a:moveTo>
                <a:lnTo>
                  <a:pt x="0" y="102413"/>
                </a:lnTo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00"/>
            </a:solidFill>
            <a:round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00A529-EA6D-4877-BF2F-A84138C1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393" y="2514772"/>
            <a:ext cx="45515" cy="62552"/>
          </a:xfrm>
          <a:custGeom xmlns:a="http://schemas.openxmlformats.org/drawingml/2006/main">
            <a:pathLst>
              <a:path w="45515" h="62552">
                <a:moveTo>
                  <a:pt x="0" y="0"/>
                </a:moveTo>
                <a:lnTo>
                  <a:pt x="45515" y="53"/>
                </a:lnTo>
                <a:lnTo>
                  <a:pt x="22685" y="625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EBC831-20A8-48A7-B93F-658FA5B2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393" y="2514772"/>
            <a:ext cx="45515" cy="62552"/>
          </a:xfrm>
          <a:custGeom xmlns:a="http://schemas.openxmlformats.org/drawingml/2006/main">
            <a:pathLst>
              <a:path w="45515" h="62552" fill="none">
                <a:moveTo>
                  <a:pt x="0" y="0"/>
                </a:moveTo>
                <a:lnTo>
                  <a:pt x="22685" y="62552"/>
                </a:lnTo>
                <a:lnTo>
                  <a:pt x="45515" y="5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00"/>
            </a:solidFill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BB82D0-6A6E-4AE7-A051-8FA825EA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644" y="1596261"/>
            <a:ext cx="1338092" cy="734681"/>
          </a:xfrm>
          <a:custGeom xmlns:a="http://schemas.openxmlformats.org/drawingml/2006/main">
            <a:pathLst>
              <a:path w="1338092" h="734681">
                <a:moveTo>
                  <a:pt x="0" y="0"/>
                </a:moveTo>
                <a:lnTo>
                  <a:pt x="1338092" y="0"/>
                </a:lnTo>
                <a:lnTo>
                  <a:pt x="1338092" y="734681"/>
                </a:lnTo>
                <a:lnTo>
                  <a:pt x="0" y="7346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Isthisavideo">
            <a:extLst xmlns:a="http://schemas.openxmlformats.org/drawingml/2006/main">
              <a:ext uri="{FF2B5EF4-FFF2-40B4-BE49-F238E27FC236}">
                <a16:creationId xmlns:a16="http://schemas.microsoft.com/office/drawing/2014/main" id="{BBEA7AA8-C05E-44A3-BBB2-C36CA19B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970" y="1703477"/>
            <a:ext cx="1007226" cy="115444"/>
          </a:xfrm>
          <a:custGeom xmlns:a="http://schemas.openxmlformats.org/drawingml/2006/main">
            <a:pathLst>
              <a:path w="1007226" h="115444">
                <a:moveTo>
                  <a:pt x="0" y="113507"/>
                </a:moveTo>
                <a:lnTo>
                  <a:pt x="0" y="3229"/>
                </a:lnTo>
                <a:lnTo>
                  <a:pt x="23477" y="3229"/>
                </a:lnTo>
                <a:lnTo>
                  <a:pt x="23477" y="113507"/>
                </a:lnTo>
                <a:lnTo>
                  <a:pt x="0" y="113507"/>
                </a:lnTo>
                <a:close/>
                <a:moveTo>
                  <a:pt x="73576" y="115444"/>
                </a:moveTo>
                <a:cubicBezTo>
                  <a:pt x="66631" y="115444"/>
                  <a:pt x="59990" y="114343"/>
                  <a:pt x="53653" y="112140"/>
                </a:cubicBezTo>
                <a:cubicBezTo>
                  <a:pt x="47316" y="109935"/>
                  <a:pt x="42052" y="106904"/>
                  <a:pt x="37863" y="103047"/>
                </a:cubicBezTo>
                <a:lnTo>
                  <a:pt x="46957" y="88329"/>
                </a:lnTo>
                <a:cubicBezTo>
                  <a:pt x="50153" y="91304"/>
                  <a:pt x="54396" y="93867"/>
                  <a:pt x="59688" y="96016"/>
                </a:cubicBezTo>
                <a:cubicBezTo>
                  <a:pt x="64979" y="98166"/>
                  <a:pt x="69939" y="99240"/>
                  <a:pt x="74567" y="99240"/>
                </a:cubicBezTo>
                <a:cubicBezTo>
                  <a:pt x="83496" y="99240"/>
                  <a:pt x="87961" y="96377"/>
                  <a:pt x="87961" y="90650"/>
                </a:cubicBezTo>
                <a:cubicBezTo>
                  <a:pt x="87961" y="88447"/>
                  <a:pt x="86776" y="86794"/>
                  <a:pt x="84406" y="85693"/>
                </a:cubicBezTo>
                <a:cubicBezTo>
                  <a:pt x="82037" y="84591"/>
                  <a:pt x="79143" y="83654"/>
                  <a:pt x="75725" y="82882"/>
                </a:cubicBezTo>
                <a:lnTo>
                  <a:pt x="64317" y="80569"/>
                </a:lnTo>
                <a:cubicBezTo>
                  <a:pt x="48445" y="77153"/>
                  <a:pt x="40509" y="69220"/>
                  <a:pt x="40509" y="56769"/>
                </a:cubicBezTo>
                <a:cubicBezTo>
                  <a:pt x="40509" y="49387"/>
                  <a:pt x="43568" y="43355"/>
                  <a:pt x="49685" y="38672"/>
                </a:cubicBezTo>
                <a:cubicBezTo>
                  <a:pt x="55802" y="33988"/>
                  <a:pt x="63655" y="31646"/>
                  <a:pt x="73245" y="31646"/>
                </a:cubicBezTo>
                <a:cubicBezTo>
                  <a:pt x="85701" y="31646"/>
                  <a:pt x="96448" y="35283"/>
                  <a:pt x="105484" y="42555"/>
                </a:cubicBezTo>
                <a:lnTo>
                  <a:pt x="97053" y="56943"/>
                </a:lnTo>
                <a:cubicBezTo>
                  <a:pt x="94628" y="54406"/>
                  <a:pt x="91321" y="52229"/>
                  <a:pt x="87133" y="50411"/>
                </a:cubicBezTo>
                <a:cubicBezTo>
                  <a:pt x="82946" y="48593"/>
                  <a:pt x="78371" y="47684"/>
                  <a:pt x="73409" y="47684"/>
                </a:cubicBezTo>
                <a:cubicBezTo>
                  <a:pt x="69553" y="47684"/>
                  <a:pt x="66494" y="48455"/>
                  <a:pt x="64234" y="49997"/>
                </a:cubicBezTo>
                <a:cubicBezTo>
                  <a:pt x="61975" y="51540"/>
                  <a:pt x="60846" y="53412"/>
                  <a:pt x="60846" y="55613"/>
                </a:cubicBezTo>
                <a:cubicBezTo>
                  <a:pt x="60846" y="57596"/>
                  <a:pt x="62003" y="59084"/>
                  <a:pt x="64317" y="60076"/>
                </a:cubicBezTo>
                <a:cubicBezTo>
                  <a:pt x="66631" y="61067"/>
                  <a:pt x="69552" y="61920"/>
                  <a:pt x="73079" y="62637"/>
                </a:cubicBezTo>
                <a:cubicBezTo>
                  <a:pt x="76607" y="63353"/>
                  <a:pt x="80410" y="64180"/>
                  <a:pt x="84487" y="65117"/>
                </a:cubicBezTo>
                <a:cubicBezTo>
                  <a:pt x="88566" y="66053"/>
                  <a:pt x="92368" y="67459"/>
                  <a:pt x="95895" y="69332"/>
                </a:cubicBezTo>
                <a:cubicBezTo>
                  <a:pt x="99424" y="71204"/>
                  <a:pt x="102345" y="73738"/>
                  <a:pt x="104660" y="76934"/>
                </a:cubicBezTo>
                <a:cubicBezTo>
                  <a:pt x="106974" y="80129"/>
                  <a:pt x="108131" y="84426"/>
                  <a:pt x="108131" y="89825"/>
                </a:cubicBezTo>
                <a:cubicBezTo>
                  <a:pt x="108131" y="97538"/>
                  <a:pt x="104989" y="103737"/>
                  <a:pt x="98706" y="108421"/>
                </a:cubicBezTo>
                <a:cubicBezTo>
                  <a:pt x="92424" y="113103"/>
                  <a:pt x="84047" y="115444"/>
                  <a:pt x="73576" y="115444"/>
                </a:cubicBezTo>
                <a:close/>
                <a:moveTo>
                  <a:pt x="192783" y="115444"/>
                </a:moveTo>
                <a:cubicBezTo>
                  <a:pt x="177682" y="115444"/>
                  <a:pt x="170131" y="108167"/>
                  <a:pt x="170131" y="93612"/>
                </a:cubicBezTo>
                <a:lnTo>
                  <a:pt x="170131" y="51935"/>
                </a:lnTo>
                <a:lnTo>
                  <a:pt x="156904" y="51935"/>
                </a:lnTo>
                <a:lnTo>
                  <a:pt x="156904" y="33584"/>
                </a:lnTo>
                <a:lnTo>
                  <a:pt x="170131" y="33584"/>
                </a:lnTo>
                <a:lnTo>
                  <a:pt x="170131" y="11787"/>
                </a:lnTo>
                <a:lnTo>
                  <a:pt x="191295" y="11787"/>
                </a:lnTo>
                <a:lnTo>
                  <a:pt x="191295" y="33584"/>
                </a:lnTo>
                <a:lnTo>
                  <a:pt x="207496" y="33584"/>
                </a:lnTo>
                <a:lnTo>
                  <a:pt x="207496" y="51935"/>
                </a:lnTo>
                <a:lnTo>
                  <a:pt x="191295" y="51935"/>
                </a:lnTo>
                <a:lnTo>
                  <a:pt x="191295" y="87994"/>
                </a:lnTo>
                <a:cubicBezTo>
                  <a:pt x="191295" y="90530"/>
                  <a:pt x="191928" y="92625"/>
                  <a:pt x="193194" y="94280"/>
                </a:cubicBezTo>
                <a:cubicBezTo>
                  <a:pt x="194463" y="95934"/>
                  <a:pt x="196254" y="96760"/>
                  <a:pt x="198568" y="96760"/>
                </a:cubicBezTo>
                <a:cubicBezTo>
                  <a:pt x="201875" y="96760"/>
                  <a:pt x="204300" y="95988"/>
                  <a:pt x="205844" y="94444"/>
                </a:cubicBezTo>
                <a:lnTo>
                  <a:pt x="210307" y="110318"/>
                </a:lnTo>
                <a:cubicBezTo>
                  <a:pt x="206670" y="113736"/>
                  <a:pt x="200829" y="115444"/>
                  <a:pt x="192783" y="115444"/>
                </a:cubicBezTo>
                <a:close/>
                <a:moveTo>
                  <a:pt x="275947" y="113507"/>
                </a:moveTo>
                <a:lnTo>
                  <a:pt x="275947" y="64885"/>
                </a:lnTo>
                <a:cubicBezTo>
                  <a:pt x="275947" y="55182"/>
                  <a:pt x="270987" y="50330"/>
                  <a:pt x="261067" y="50330"/>
                </a:cubicBezTo>
                <a:cubicBezTo>
                  <a:pt x="253791" y="50330"/>
                  <a:pt x="247729" y="53473"/>
                  <a:pt x="242880" y="59758"/>
                </a:cubicBezTo>
                <a:lnTo>
                  <a:pt x="242880" y="113507"/>
                </a:lnTo>
                <a:lnTo>
                  <a:pt x="221882" y="113507"/>
                </a:lnTo>
                <a:lnTo>
                  <a:pt x="221882" y="3229"/>
                </a:lnTo>
                <a:lnTo>
                  <a:pt x="242880" y="3229"/>
                </a:lnTo>
                <a:lnTo>
                  <a:pt x="242880" y="44049"/>
                </a:lnTo>
                <a:cubicBezTo>
                  <a:pt x="245415" y="40962"/>
                  <a:pt x="249079" y="38124"/>
                  <a:pt x="253874" y="35534"/>
                </a:cubicBezTo>
                <a:cubicBezTo>
                  <a:pt x="258669" y="32942"/>
                  <a:pt x="264374" y="31646"/>
                  <a:pt x="270987" y="31646"/>
                </a:cubicBezTo>
                <a:cubicBezTo>
                  <a:pt x="279805" y="31646"/>
                  <a:pt x="286336" y="33879"/>
                  <a:pt x="290579" y="38344"/>
                </a:cubicBezTo>
                <a:cubicBezTo>
                  <a:pt x="294822" y="42810"/>
                  <a:pt x="296944" y="48956"/>
                  <a:pt x="296944" y="56784"/>
                </a:cubicBezTo>
                <a:lnTo>
                  <a:pt x="296944" y="113507"/>
                </a:lnTo>
                <a:lnTo>
                  <a:pt x="275947" y="113507"/>
                </a:lnTo>
                <a:close/>
                <a:moveTo>
                  <a:pt x="328194" y="24966"/>
                </a:moveTo>
                <a:cubicBezTo>
                  <a:pt x="324776" y="24966"/>
                  <a:pt x="321827" y="23753"/>
                  <a:pt x="319347" y="21328"/>
                </a:cubicBezTo>
                <a:cubicBezTo>
                  <a:pt x="316867" y="18903"/>
                  <a:pt x="315628" y="15927"/>
                  <a:pt x="315628" y="12400"/>
                </a:cubicBezTo>
                <a:cubicBezTo>
                  <a:pt x="315628" y="8873"/>
                  <a:pt x="316867" y="5924"/>
                  <a:pt x="319347" y="3555"/>
                </a:cubicBezTo>
                <a:cubicBezTo>
                  <a:pt x="321827" y="1185"/>
                  <a:pt x="324776" y="0"/>
                  <a:pt x="328194" y="0"/>
                </a:cubicBezTo>
                <a:cubicBezTo>
                  <a:pt x="331721" y="0"/>
                  <a:pt x="334696" y="1185"/>
                  <a:pt x="337120" y="3555"/>
                </a:cubicBezTo>
                <a:cubicBezTo>
                  <a:pt x="339545" y="5924"/>
                  <a:pt x="340758" y="8873"/>
                  <a:pt x="340758" y="12400"/>
                </a:cubicBezTo>
                <a:cubicBezTo>
                  <a:pt x="340758" y="15927"/>
                  <a:pt x="339545" y="18903"/>
                  <a:pt x="337120" y="21328"/>
                </a:cubicBezTo>
                <a:cubicBezTo>
                  <a:pt x="334696" y="23753"/>
                  <a:pt x="331721" y="24966"/>
                  <a:pt x="328194" y="24966"/>
                </a:cubicBezTo>
                <a:moveTo>
                  <a:pt x="317777" y="113507"/>
                </a:moveTo>
                <a:lnTo>
                  <a:pt x="317777" y="33584"/>
                </a:lnTo>
                <a:lnTo>
                  <a:pt x="338775" y="33584"/>
                </a:lnTo>
                <a:lnTo>
                  <a:pt x="338775" y="113507"/>
                </a:lnTo>
                <a:lnTo>
                  <a:pt x="317777" y="113507"/>
                </a:lnTo>
                <a:close/>
                <a:moveTo>
                  <a:pt x="388375" y="115444"/>
                </a:moveTo>
                <a:cubicBezTo>
                  <a:pt x="381431" y="115444"/>
                  <a:pt x="374790" y="114343"/>
                  <a:pt x="368452" y="112140"/>
                </a:cubicBezTo>
                <a:cubicBezTo>
                  <a:pt x="362115" y="109935"/>
                  <a:pt x="356852" y="106904"/>
                  <a:pt x="352662" y="103047"/>
                </a:cubicBezTo>
                <a:lnTo>
                  <a:pt x="361757" y="88329"/>
                </a:lnTo>
                <a:cubicBezTo>
                  <a:pt x="364952" y="91304"/>
                  <a:pt x="369196" y="93867"/>
                  <a:pt x="374487" y="96016"/>
                </a:cubicBezTo>
                <a:cubicBezTo>
                  <a:pt x="379778" y="98166"/>
                  <a:pt x="384738" y="99240"/>
                  <a:pt x="389367" y="99240"/>
                </a:cubicBezTo>
                <a:cubicBezTo>
                  <a:pt x="398296" y="99240"/>
                  <a:pt x="402760" y="96377"/>
                  <a:pt x="402760" y="90650"/>
                </a:cubicBezTo>
                <a:cubicBezTo>
                  <a:pt x="402760" y="88447"/>
                  <a:pt x="401575" y="86794"/>
                  <a:pt x="399206" y="85693"/>
                </a:cubicBezTo>
                <a:cubicBezTo>
                  <a:pt x="396836" y="84591"/>
                  <a:pt x="393942" y="83654"/>
                  <a:pt x="390525" y="82882"/>
                </a:cubicBezTo>
                <a:lnTo>
                  <a:pt x="379116" y="80569"/>
                </a:lnTo>
                <a:cubicBezTo>
                  <a:pt x="363244" y="77153"/>
                  <a:pt x="355308" y="69220"/>
                  <a:pt x="355308" y="56769"/>
                </a:cubicBezTo>
                <a:cubicBezTo>
                  <a:pt x="355308" y="49387"/>
                  <a:pt x="358367" y="43355"/>
                  <a:pt x="364484" y="38672"/>
                </a:cubicBezTo>
                <a:cubicBezTo>
                  <a:pt x="370601" y="33988"/>
                  <a:pt x="378455" y="31646"/>
                  <a:pt x="388045" y="31646"/>
                </a:cubicBezTo>
                <a:cubicBezTo>
                  <a:pt x="400501" y="31646"/>
                  <a:pt x="411247" y="35283"/>
                  <a:pt x="420284" y="42555"/>
                </a:cubicBezTo>
                <a:lnTo>
                  <a:pt x="411853" y="56943"/>
                </a:lnTo>
                <a:cubicBezTo>
                  <a:pt x="409427" y="54406"/>
                  <a:pt x="406121" y="52229"/>
                  <a:pt x="401933" y="50411"/>
                </a:cubicBezTo>
                <a:cubicBezTo>
                  <a:pt x="397745" y="48593"/>
                  <a:pt x="393170" y="47684"/>
                  <a:pt x="388209" y="47684"/>
                </a:cubicBezTo>
                <a:cubicBezTo>
                  <a:pt x="384352" y="47684"/>
                  <a:pt x="381294" y="48455"/>
                  <a:pt x="379033" y="49997"/>
                </a:cubicBezTo>
                <a:cubicBezTo>
                  <a:pt x="376774" y="51540"/>
                  <a:pt x="375645" y="53412"/>
                  <a:pt x="375645" y="55613"/>
                </a:cubicBezTo>
                <a:cubicBezTo>
                  <a:pt x="375645" y="57596"/>
                  <a:pt x="376802" y="59084"/>
                  <a:pt x="379116" y="60076"/>
                </a:cubicBezTo>
                <a:cubicBezTo>
                  <a:pt x="381431" y="61067"/>
                  <a:pt x="384351" y="61920"/>
                  <a:pt x="387878" y="62637"/>
                </a:cubicBezTo>
                <a:cubicBezTo>
                  <a:pt x="391407" y="63353"/>
                  <a:pt x="395209" y="64180"/>
                  <a:pt x="399286" y="65117"/>
                </a:cubicBezTo>
                <a:cubicBezTo>
                  <a:pt x="403365" y="66053"/>
                  <a:pt x="407168" y="67459"/>
                  <a:pt x="410695" y="69332"/>
                </a:cubicBezTo>
                <a:cubicBezTo>
                  <a:pt x="414223" y="71204"/>
                  <a:pt x="417145" y="73738"/>
                  <a:pt x="419459" y="76934"/>
                </a:cubicBezTo>
                <a:cubicBezTo>
                  <a:pt x="421773" y="80129"/>
                  <a:pt x="422930" y="84426"/>
                  <a:pt x="422930" y="89825"/>
                </a:cubicBezTo>
                <a:cubicBezTo>
                  <a:pt x="422930" y="97538"/>
                  <a:pt x="419789" y="103737"/>
                  <a:pt x="413505" y="108421"/>
                </a:cubicBezTo>
                <a:cubicBezTo>
                  <a:pt x="407223" y="113103"/>
                  <a:pt x="398847" y="115444"/>
                  <a:pt x="388375" y="115444"/>
                </a:cubicBezTo>
                <a:close/>
                <a:moveTo>
                  <a:pt x="528744" y="113507"/>
                </a:moveTo>
                <a:lnTo>
                  <a:pt x="528744" y="105212"/>
                </a:lnTo>
                <a:cubicBezTo>
                  <a:pt x="522903" y="112034"/>
                  <a:pt x="514471" y="115444"/>
                  <a:pt x="503448" y="115444"/>
                </a:cubicBezTo>
                <a:cubicBezTo>
                  <a:pt x="495733" y="115444"/>
                  <a:pt x="489174" y="112996"/>
                  <a:pt x="483772" y="108100"/>
                </a:cubicBezTo>
                <a:cubicBezTo>
                  <a:pt x="478372" y="103205"/>
                  <a:pt x="475671" y="96850"/>
                  <a:pt x="475671" y="89038"/>
                </a:cubicBezTo>
                <a:cubicBezTo>
                  <a:pt x="475671" y="81227"/>
                  <a:pt x="478234" y="74984"/>
                  <a:pt x="483358" y="70309"/>
                </a:cubicBezTo>
                <a:cubicBezTo>
                  <a:pt x="488485" y="65631"/>
                  <a:pt x="495181" y="63293"/>
                  <a:pt x="503448" y="63293"/>
                </a:cubicBezTo>
                <a:cubicBezTo>
                  <a:pt x="514911" y="63293"/>
                  <a:pt x="523343" y="66539"/>
                  <a:pt x="528744" y="73031"/>
                </a:cubicBezTo>
                <a:lnTo>
                  <a:pt x="528744" y="62261"/>
                </a:lnTo>
                <a:cubicBezTo>
                  <a:pt x="528744" y="58175"/>
                  <a:pt x="527145" y="54918"/>
                  <a:pt x="523948" y="52487"/>
                </a:cubicBezTo>
                <a:cubicBezTo>
                  <a:pt x="520752" y="50057"/>
                  <a:pt x="516509" y="48842"/>
                  <a:pt x="511218" y="48842"/>
                </a:cubicBezTo>
                <a:cubicBezTo>
                  <a:pt x="502401" y="48842"/>
                  <a:pt x="494631" y="51984"/>
                  <a:pt x="487907" y="58267"/>
                </a:cubicBezTo>
                <a:lnTo>
                  <a:pt x="479970" y="44238"/>
                </a:lnTo>
                <a:cubicBezTo>
                  <a:pt x="489670" y="35843"/>
                  <a:pt x="501298" y="31646"/>
                  <a:pt x="514856" y="31646"/>
                </a:cubicBezTo>
                <a:cubicBezTo>
                  <a:pt x="526099" y="31646"/>
                  <a:pt x="534724" y="34265"/>
                  <a:pt x="540730" y="39502"/>
                </a:cubicBezTo>
                <a:cubicBezTo>
                  <a:pt x="546738" y="44738"/>
                  <a:pt x="549741" y="52207"/>
                  <a:pt x="549741" y="61910"/>
                </a:cubicBezTo>
                <a:lnTo>
                  <a:pt x="549741" y="113507"/>
                </a:lnTo>
                <a:lnTo>
                  <a:pt x="528744" y="113507"/>
                </a:lnTo>
                <a:moveTo>
                  <a:pt x="511881" y="101226"/>
                </a:moveTo>
                <a:cubicBezTo>
                  <a:pt x="519596" y="101226"/>
                  <a:pt x="525217" y="98920"/>
                  <a:pt x="528744" y="94308"/>
                </a:cubicBezTo>
                <a:lnTo>
                  <a:pt x="528744" y="84429"/>
                </a:lnTo>
                <a:cubicBezTo>
                  <a:pt x="525217" y="79817"/>
                  <a:pt x="519596" y="77511"/>
                  <a:pt x="511881" y="77511"/>
                </a:cubicBezTo>
                <a:cubicBezTo>
                  <a:pt x="507692" y="77511"/>
                  <a:pt x="504136" y="78555"/>
                  <a:pt x="501215" y="80642"/>
                </a:cubicBezTo>
                <a:cubicBezTo>
                  <a:pt x="498295" y="82728"/>
                  <a:pt x="496835" y="85691"/>
                  <a:pt x="496835" y="89533"/>
                </a:cubicBezTo>
                <a:cubicBezTo>
                  <a:pt x="496835" y="93266"/>
                  <a:pt x="498295" y="96149"/>
                  <a:pt x="501215" y="98181"/>
                </a:cubicBezTo>
                <a:cubicBezTo>
                  <a:pt x="504136" y="100211"/>
                  <a:pt x="507692" y="101226"/>
                  <a:pt x="511881" y="101226"/>
                </a:cubicBezTo>
                <a:close/>
                <a:moveTo>
                  <a:pt x="633569" y="113507"/>
                </a:moveTo>
                <a:lnTo>
                  <a:pt x="601493" y="33584"/>
                </a:lnTo>
                <a:lnTo>
                  <a:pt x="623979" y="33584"/>
                </a:lnTo>
                <a:lnTo>
                  <a:pt x="644810" y="89202"/>
                </a:lnTo>
                <a:lnTo>
                  <a:pt x="665644" y="33584"/>
                </a:lnTo>
                <a:lnTo>
                  <a:pt x="688294" y="33584"/>
                </a:lnTo>
                <a:lnTo>
                  <a:pt x="656219" y="113507"/>
                </a:lnTo>
                <a:lnTo>
                  <a:pt x="633569" y="113507"/>
                </a:lnTo>
                <a:close/>
                <a:moveTo>
                  <a:pt x="708136" y="24966"/>
                </a:moveTo>
                <a:cubicBezTo>
                  <a:pt x="704718" y="24966"/>
                  <a:pt x="701769" y="23753"/>
                  <a:pt x="699288" y="21328"/>
                </a:cubicBezTo>
                <a:cubicBezTo>
                  <a:pt x="696809" y="18903"/>
                  <a:pt x="695570" y="15927"/>
                  <a:pt x="695570" y="12400"/>
                </a:cubicBezTo>
                <a:cubicBezTo>
                  <a:pt x="695570" y="8873"/>
                  <a:pt x="696809" y="5924"/>
                  <a:pt x="699288" y="3555"/>
                </a:cubicBezTo>
                <a:cubicBezTo>
                  <a:pt x="701769" y="1185"/>
                  <a:pt x="704718" y="0"/>
                  <a:pt x="708136" y="0"/>
                </a:cubicBezTo>
                <a:cubicBezTo>
                  <a:pt x="711663" y="0"/>
                  <a:pt x="714638" y="1185"/>
                  <a:pt x="717062" y="3555"/>
                </a:cubicBezTo>
                <a:cubicBezTo>
                  <a:pt x="719487" y="5924"/>
                  <a:pt x="720699" y="8873"/>
                  <a:pt x="720699" y="12400"/>
                </a:cubicBezTo>
                <a:cubicBezTo>
                  <a:pt x="720699" y="15927"/>
                  <a:pt x="719487" y="18903"/>
                  <a:pt x="717062" y="21328"/>
                </a:cubicBezTo>
                <a:cubicBezTo>
                  <a:pt x="714638" y="23753"/>
                  <a:pt x="711663" y="24966"/>
                  <a:pt x="708136" y="24966"/>
                </a:cubicBezTo>
                <a:moveTo>
                  <a:pt x="697719" y="113507"/>
                </a:moveTo>
                <a:lnTo>
                  <a:pt x="697719" y="33584"/>
                </a:lnTo>
                <a:lnTo>
                  <a:pt x="718717" y="33584"/>
                </a:lnTo>
                <a:lnTo>
                  <a:pt x="718717" y="113507"/>
                </a:lnTo>
                <a:lnTo>
                  <a:pt x="697719" y="113507"/>
                </a:lnTo>
                <a:close/>
                <a:moveTo>
                  <a:pt x="794440" y="113507"/>
                </a:moveTo>
                <a:lnTo>
                  <a:pt x="794440" y="103214"/>
                </a:lnTo>
                <a:cubicBezTo>
                  <a:pt x="787827" y="111368"/>
                  <a:pt x="779616" y="115444"/>
                  <a:pt x="769805" y="115444"/>
                </a:cubicBezTo>
                <a:cubicBezTo>
                  <a:pt x="759223" y="115444"/>
                  <a:pt x="750680" y="111643"/>
                  <a:pt x="744176" y="104041"/>
                </a:cubicBezTo>
                <a:cubicBezTo>
                  <a:pt x="737674" y="96437"/>
                  <a:pt x="734422" y="86300"/>
                  <a:pt x="734422" y="73629"/>
                </a:cubicBezTo>
                <a:cubicBezTo>
                  <a:pt x="734422" y="61067"/>
                  <a:pt x="737674" y="50929"/>
                  <a:pt x="744176" y="43216"/>
                </a:cubicBezTo>
                <a:cubicBezTo>
                  <a:pt x="750680" y="35503"/>
                  <a:pt x="759223" y="31646"/>
                  <a:pt x="769805" y="31646"/>
                </a:cubicBezTo>
                <a:cubicBezTo>
                  <a:pt x="779836" y="31646"/>
                  <a:pt x="788048" y="35723"/>
                  <a:pt x="794440" y="43877"/>
                </a:cubicBezTo>
                <a:lnTo>
                  <a:pt x="794440" y="3229"/>
                </a:lnTo>
                <a:lnTo>
                  <a:pt x="815602" y="3229"/>
                </a:lnTo>
                <a:lnTo>
                  <a:pt x="815602" y="113507"/>
                </a:lnTo>
                <a:lnTo>
                  <a:pt x="794440" y="113507"/>
                </a:lnTo>
                <a:moveTo>
                  <a:pt x="776253" y="96760"/>
                </a:moveTo>
                <a:cubicBezTo>
                  <a:pt x="779780" y="96760"/>
                  <a:pt x="783252" y="95907"/>
                  <a:pt x="786668" y="94200"/>
                </a:cubicBezTo>
                <a:cubicBezTo>
                  <a:pt x="790085" y="92493"/>
                  <a:pt x="792676" y="90317"/>
                  <a:pt x="794440" y="87673"/>
                </a:cubicBezTo>
                <a:lnTo>
                  <a:pt x="794440" y="59418"/>
                </a:lnTo>
                <a:cubicBezTo>
                  <a:pt x="792676" y="56774"/>
                  <a:pt x="790085" y="54598"/>
                  <a:pt x="786668" y="52891"/>
                </a:cubicBezTo>
                <a:cubicBezTo>
                  <a:pt x="783252" y="51184"/>
                  <a:pt x="779780" y="50330"/>
                  <a:pt x="776253" y="50330"/>
                </a:cubicBezTo>
                <a:cubicBezTo>
                  <a:pt x="770301" y="50330"/>
                  <a:pt x="765451" y="52479"/>
                  <a:pt x="761702" y="56776"/>
                </a:cubicBezTo>
                <a:cubicBezTo>
                  <a:pt x="757955" y="61072"/>
                  <a:pt x="756081" y="66689"/>
                  <a:pt x="756081" y="73629"/>
                </a:cubicBezTo>
                <a:cubicBezTo>
                  <a:pt x="756081" y="80348"/>
                  <a:pt x="757900" y="85883"/>
                  <a:pt x="761538" y="90234"/>
                </a:cubicBezTo>
                <a:cubicBezTo>
                  <a:pt x="765176" y="94585"/>
                  <a:pt x="770081" y="96760"/>
                  <a:pt x="776253" y="96760"/>
                </a:cubicBezTo>
                <a:close/>
                <a:moveTo>
                  <a:pt x="873965" y="115444"/>
                </a:moveTo>
                <a:cubicBezTo>
                  <a:pt x="861399" y="115444"/>
                  <a:pt x="851148" y="111560"/>
                  <a:pt x="843212" y="103792"/>
                </a:cubicBezTo>
                <a:cubicBezTo>
                  <a:pt x="835276" y="96023"/>
                  <a:pt x="831309" y="85913"/>
                  <a:pt x="831309" y="73462"/>
                </a:cubicBezTo>
                <a:cubicBezTo>
                  <a:pt x="831309" y="61563"/>
                  <a:pt x="835250" y="51619"/>
                  <a:pt x="843131" y="43630"/>
                </a:cubicBezTo>
                <a:cubicBezTo>
                  <a:pt x="851012" y="35641"/>
                  <a:pt x="860849" y="31646"/>
                  <a:pt x="872643" y="31646"/>
                </a:cubicBezTo>
                <a:cubicBezTo>
                  <a:pt x="884438" y="31646"/>
                  <a:pt x="894055" y="35697"/>
                  <a:pt x="901494" y="43799"/>
                </a:cubicBezTo>
                <a:cubicBezTo>
                  <a:pt x="908934" y="51900"/>
                  <a:pt x="912655" y="62510"/>
                  <a:pt x="912655" y="75627"/>
                </a:cubicBezTo>
                <a:lnTo>
                  <a:pt x="912655" y="80256"/>
                </a:lnTo>
                <a:lnTo>
                  <a:pt x="853298" y="80256"/>
                </a:lnTo>
                <a:cubicBezTo>
                  <a:pt x="853960" y="85319"/>
                  <a:pt x="856248" y="89666"/>
                  <a:pt x="860160" y="93299"/>
                </a:cubicBezTo>
                <a:cubicBezTo>
                  <a:pt x="864074" y="96930"/>
                  <a:pt x="869447" y="98746"/>
                  <a:pt x="876281" y="98746"/>
                </a:cubicBezTo>
                <a:cubicBezTo>
                  <a:pt x="879587" y="98746"/>
                  <a:pt x="883280" y="98057"/>
                  <a:pt x="887358" y="96680"/>
                </a:cubicBezTo>
                <a:cubicBezTo>
                  <a:pt x="891437" y="95302"/>
                  <a:pt x="894854" y="93346"/>
                  <a:pt x="897609" y="90812"/>
                </a:cubicBezTo>
                <a:lnTo>
                  <a:pt x="906867" y="104377"/>
                </a:lnTo>
                <a:cubicBezTo>
                  <a:pt x="902900" y="108011"/>
                  <a:pt x="897995" y="110765"/>
                  <a:pt x="892152" y="112637"/>
                </a:cubicBezTo>
                <a:cubicBezTo>
                  <a:pt x="886311" y="114508"/>
                  <a:pt x="880248" y="115444"/>
                  <a:pt x="873965" y="115444"/>
                </a:cubicBezTo>
                <a:moveTo>
                  <a:pt x="892318" y="66037"/>
                </a:moveTo>
                <a:cubicBezTo>
                  <a:pt x="891987" y="60746"/>
                  <a:pt x="890002" y="56475"/>
                  <a:pt x="886364" y="53224"/>
                </a:cubicBezTo>
                <a:cubicBezTo>
                  <a:pt x="882728" y="49971"/>
                  <a:pt x="878154" y="48345"/>
                  <a:pt x="872643" y="48345"/>
                </a:cubicBezTo>
                <a:cubicBezTo>
                  <a:pt x="867131" y="48345"/>
                  <a:pt x="862612" y="50026"/>
                  <a:pt x="859085" y="53388"/>
                </a:cubicBezTo>
                <a:cubicBezTo>
                  <a:pt x="855558" y="56750"/>
                  <a:pt x="853519" y="60967"/>
                  <a:pt x="852967" y="66037"/>
                </a:cubicBezTo>
                <a:lnTo>
                  <a:pt x="892318" y="66037"/>
                </a:lnTo>
                <a:close/>
                <a:moveTo>
                  <a:pt x="964901" y="115444"/>
                </a:moveTo>
                <a:cubicBezTo>
                  <a:pt x="952556" y="115444"/>
                  <a:pt x="942443" y="111478"/>
                  <a:pt x="934561" y="103544"/>
                </a:cubicBezTo>
                <a:cubicBezTo>
                  <a:pt x="926680" y="95611"/>
                  <a:pt x="922739" y="85583"/>
                  <a:pt x="922739" y="73462"/>
                </a:cubicBezTo>
                <a:cubicBezTo>
                  <a:pt x="922739" y="61342"/>
                  <a:pt x="926680" y="51344"/>
                  <a:pt x="934561" y="43466"/>
                </a:cubicBezTo>
                <a:cubicBezTo>
                  <a:pt x="942443" y="35586"/>
                  <a:pt x="952556" y="31646"/>
                  <a:pt x="964901" y="31646"/>
                </a:cubicBezTo>
                <a:cubicBezTo>
                  <a:pt x="977246" y="31646"/>
                  <a:pt x="987386" y="35586"/>
                  <a:pt x="995321" y="43466"/>
                </a:cubicBezTo>
                <a:cubicBezTo>
                  <a:pt x="1003258" y="51344"/>
                  <a:pt x="1007226" y="61342"/>
                  <a:pt x="1007226" y="73462"/>
                </a:cubicBezTo>
                <a:cubicBezTo>
                  <a:pt x="1007226" y="85693"/>
                  <a:pt x="1003258" y="95748"/>
                  <a:pt x="995321" y="103628"/>
                </a:cubicBezTo>
                <a:cubicBezTo>
                  <a:pt x="987386" y="111505"/>
                  <a:pt x="977246" y="115444"/>
                  <a:pt x="964901" y="115444"/>
                </a:cubicBezTo>
                <a:moveTo>
                  <a:pt x="964901" y="96760"/>
                </a:moveTo>
                <a:cubicBezTo>
                  <a:pt x="970962" y="96760"/>
                  <a:pt x="975895" y="94585"/>
                  <a:pt x="979697" y="90234"/>
                </a:cubicBezTo>
                <a:cubicBezTo>
                  <a:pt x="983500" y="85883"/>
                  <a:pt x="985401" y="80292"/>
                  <a:pt x="985401" y="73462"/>
                </a:cubicBezTo>
                <a:cubicBezTo>
                  <a:pt x="985401" y="66854"/>
                  <a:pt x="983500" y="61347"/>
                  <a:pt x="979697" y="56940"/>
                </a:cubicBezTo>
                <a:cubicBezTo>
                  <a:pt x="975895" y="52534"/>
                  <a:pt x="970962" y="50330"/>
                  <a:pt x="964901" y="50330"/>
                </a:cubicBezTo>
                <a:cubicBezTo>
                  <a:pt x="959058" y="50330"/>
                  <a:pt x="954207" y="52451"/>
                  <a:pt x="950349" y="56693"/>
                </a:cubicBezTo>
                <a:cubicBezTo>
                  <a:pt x="946493" y="60933"/>
                  <a:pt x="944564" y="66523"/>
                  <a:pt x="944564" y="73462"/>
                </a:cubicBezTo>
                <a:cubicBezTo>
                  <a:pt x="944564" y="80513"/>
                  <a:pt x="946493" y="86159"/>
                  <a:pt x="950349" y="90400"/>
                </a:cubicBezTo>
                <a:cubicBezTo>
                  <a:pt x="954207" y="94640"/>
                  <a:pt x="959058" y="96760"/>
                  <a:pt x="964901" y="967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of">
            <a:extLst xmlns:a="http://schemas.openxmlformats.org/drawingml/2006/main">
              <a:ext uri="{FF2B5EF4-FFF2-40B4-BE49-F238E27FC236}">
                <a16:creationId xmlns:a16="http://schemas.microsoft.com/office/drawing/2014/main" id="{FD756887-11CE-444D-8AF8-C593587A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209" y="1903495"/>
            <a:ext cx="152440" cy="113830"/>
          </a:xfrm>
          <a:custGeom xmlns:a="http://schemas.openxmlformats.org/drawingml/2006/main">
            <a:pathLst>
              <a:path w="152440" h="113830">
                <a:moveTo>
                  <a:pt x="42161" y="113830"/>
                </a:moveTo>
                <a:cubicBezTo>
                  <a:pt x="29816" y="113830"/>
                  <a:pt x="19703" y="109863"/>
                  <a:pt x="11822" y="101930"/>
                </a:cubicBezTo>
                <a:cubicBezTo>
                  <a:pt x="3941" y="93996"/>
                  <a:pt x="0" y="83969"/>
                  <a:pt x="0" y="71848"/>
                </a:cubicBezTo>
                <a:cubicBezTo>
                  <a:pt x="0" y="59728"/>
                  <a:pt x="3941" y="49729"/>
                  <a:pt x="11822" y="41851"/>
                </a:cubicBezTo>
                <a:cubicBezTo>
                  <a:pt x="19703" y="33972"/>
                  <a:pt x="29816" y="30032"/>
                  <a:pt x="42161" y="30032"/>
                </a:cubicBezTo>
                <a:cubicBezTo>
                  <a:pt x="54506" y="30032"/>
                  <a:pt x="64647" y="33972"/>
                  <a:pt x="72582" y="41851"/>
                </a:cubicBezTo>
                <a:cubicBezTo>
                  <a:pt x="80518" y="49729"/>
                  <a:pt x="84487" y="59728"/>
                  <a:pt x="84487" y="71848"/>
                </a:cubicBezTo>
                <a:cubicBezTo>
                  <a:pt x="84487" y="84078"/>
                  <a:pt x="80518" y="94133"/>
                  <a:pt x="72582" y="102013"/>
                </a:cubicBezTo>
                <a:cubicBezTo>
                  <a:pt x="64647" y="109891"/>
                  <a:pt x="54506" y="113830"/>
                  <a:pt x="42161" y="113830"/>
                </a:cubicBezTo>
                <a:moveTo>
                  <a:pt x="42161" y="95146"/>
                </a:moveTo>
                <a:cubicBezTo>
                  <a:pt x="48223" y="95146"/>
                  <a:pt x="53155" y="92970"/>
                  <a:pt x="56958" y="88619"/>
                </a:cubicBezTo>
                <a:cubicBezTo>
                  <a:pt x="60761" y="84268"/>
                  <a:pt x="62662" y="78678"/>
                  <a:pt x="62662" y="71848"/>
                </a:cubicBezTo>
                <a:cubicBezTo>
                  <a:pt x="62662" y="65239"/>
                  <a:pt x="60761" y="59732"/>
                  <a:pt x="56958" y="55326"/>
                </a:cubicBezTo>
                <a:cubicBezTo>
                  <a:pt x="53155" y="50919"/>
                  <a:pt x="48223" y="48716"/>
                  <a:pt x="42161" y="48716"/>
                </a:cubicBezTo>
                <a:cubicBezTo>
                  <a:pt x="36319" y="48716"/>
                  <a:pt x="31468" y="50837"/>
                  <a:pt x="27610" y="55078"/>
                </a:cubicBezTo>
                <a:cubicBezTo>
                  <a:pt x="23753" y="59318"/>
                  <a:pt x="21825" y="64908"/>
                  <a:pt x="21825" y="71848"/>
                </a:cubicBezTo>
                <a:cubicBezTo>
                  <a:pt x="21825" y="78898"/>
                  <a:pt x="23753" y="84544"/>
                  <a:pt x="27610" y="88786"/>
                </a:cubicBezTo>
                <a:cubicBezTo>
                  <a:pt x="31468" y="93026"/>
                  <a:pt x="36319" y="95146"/>
                  <a:pt x="42161" y="95146"/>
                </a:cubicBezTo>
                <a:close/>
                <a:moveTo>
                  <a:pt x="104658" y="111892"/>
                </a:moveTo>
                <a:lnTo>
                  <a:pt x="104658" y="50320"/>
                </a:lnTo>
                <a:lnTo>
                  <a:pt x="91431" y="50320"/>
                </a:lnTo>
                <a:lnTo>
                  <a:pt x="91431" y="31969"/>
                </a:lnTo>
                <a:lnTo>
                  <a:pt x="104658" y="31969"/>
                </a:lnTo>
                <a:lnTo>
                  <a:pt x="104658" y="27685"/>
                </a:lnTo>
                <a:cubicBezTo>
                  <a:pt x="104658" y="19116"/>
                  <a:pt x="107138" y="12360"/>
                  <a:pt x="112098" y="7417"/>
                </a:cubicBezTo>
                <a:cubicBezTo>
                  <a:pt x="117058" y="2472"/>
                  <a:pt x="123561" y="0"/>
                  <a:pt x="131607" y="0"/>
                </a:cubicBezTo>
                <a:cubicBezTo>
                  <a:pt x="140977" y="0"/>
                  <a:pt x="147921" y="2472"/>
                  <a:pt x="152440" y="7415"/>
                </a:cubicBezTo>
                <a:lnTo>
                  <a:pt x="144504" y="19839"/>
                </a:lnTo>
                <a:cubicBezTo>
                  <a:pt x="142299" y="17636"/>
                  <a:pt x="139378" y="16535"/>
                  <a:pt x="135742" y="16535"/>
                </a:cubicBezTo>
                <a:cubicBezTo>
                  <a:pt x="132876" y="16535"/>
                  <a:pt x="130505" y="17466"/>
                  <a:pt x="128630" y="19327"/>
                </a:cubicBezTo>
                <a:cubicBezTo>
                  <a:pt x="126756" y="21188"/>
                  <a:pt x="125820" y="23979"/>
                  <a:pt x="125820" y="27701"/>
                </a:cubicBezTo>
                <a:lnTo>
                  <a:pt x="125820" y="31969"/>
                </a:lnTo>
                <a:lnTo>
                  <a:pt x="142024" y="31969"/>
                </a:lnTo>
                <a:lnTo>
                  <a:pt x="142024" y="50320"/>
                </a:lnTo>
                <a:lnTo>
                  <a:pt x="125820" y="50320"/>
                </a:lnTo>
                <a:lnTo>
                  <a:pt x="125820" y="111892"/>
                </a:lnTo>
                <a:lnTo>
                  <a:pt x="104658" y="1118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{caption}">
            <a:extLst xmlns:a="http://schemas.openxmlformats.org/drawingml/2006/main">
              <a:ext uri="{FF2B5EF4-FFF2-40B4-BE49-F238E27FC236}">
                <a16:creationId xmlns:a16="http://schemas.microsoft.com/office/drawing/2014/main" id="{49D1793A-A83E-49ED-8348-11ABF17E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708" y="1901880"/>
            <a:ext cx="651257" cy="144992"/>
          </a:xfrm>
          <a:custGeom xmlns:a="http://schemas.openxmlformats.org/drawingml/2006/main">
            <a:pathLst>
              <a:path w="651257" h="144992">
                <a:moveTo>
                  <a:pt x="34225" y="144992"/>
                </a:moveTo>
                <a:cubicBezTo>
                  <a:pt x="27060" y="144992"/>
                  <a:pt x="20997" y="142511"/>
                  <a:pt x="16035" y="137549"/>
                </a:cubicBezTo>
                <a:cubicBezTo>
                  <a:pt x="11075" y="132590"/>
                  <a:pt x="8595" y="126306"/>
                  <a:pt x="8595" y="118699"/>
                </a:cubicBezTo>
                <a:lnTo>
                  <a:pt x="8595" y="90257"/>
                </a:lnTo>
                <a:cubicBezTo>
                  <a:pt x="8595" y="87169"/>
                  <a:pt x="7879" y="84550"/>
                  <a:pt x="6446" y="82400"/>
                </a:cubicBezTo>
                <a:cubicBezTo>
                  <a:pt x="5015" y="80251"/>
                  <a:pt x="2866" y="79176"/>
                  <a:pt x="0" y="79176"/>
                </a:cubicBezTo>
                <a:lnTo>
                  <a:pt x="0" y="67271"/>
                </a:lnTo>
                <a:cubicBezTo>
                  <a:pt x="2866" y="67271"/>
                  <a:pt x="5015" y="66196"/>
                  <a:pt x="6446" y="64047"/>
                </a:cubicBezTo>
                <a:cubicBezTo>
                  <a:pt x="7879" y="61897"/>
                  <a:pt x="8595" y="59279"/>
                  <a:pt x="8595" y="56191"/>
                </a:cubicBezTo>
                <a:lnTo>
                  <a:pt x="8595" y="27913"/>
                </a:lnTo>
                <a:cubicBezTo>
                  <a:pt x="8595" y="20416"/>
                  <a:pt x="11047" y="14133"/>
                  <a:pt x="15952" y="9062"/>
                </a:cubicBezTo>
                <a:cubicBezTo>
                  <a:pt x="20858" y="3989"/>
                  <a:pt x="26949" y="1453"/>
                  <a:pt x="34225" y="1453"/>
                </a:cubicBezTo>
                <a:lnTo>
                  <a:pt x="44308" y="1453"/>
                </a:lnTo>
                <a:lnTo>
                  <a:pt x="44308" y="15505"/>
                </a:lnTo>
                <a:lnTo>
                  <a:pt x="34225" y="15505"/>
                </a:lnTo>
                <a:cubicBezTo>
                  <a:pt x="31359" y="15505"/>
                  <a:pt x="28933" y="16608"/>
                  <a:pt x="26949" y="18813"/>
                </a:cubicBezTo>
                <a:cubicBezTo>
                  <a:pt x="24964" y="21018"/>
                  <a:pt x="23972" y="23995"/>
                  <a:pt x="23972" y="27743"/>
                </a:cubicBezTo>
                <a:lnTo>
                  <a:pt x="23972" y="58338"/>
                </a:lnTo>
                <a:cubicBezTo>
                  <a:pt x="23972" y="66056"/>
                  <a:pt x="21437" y="71017"/>
                  <a:pt x="16368" y="73222"/>
                </a:cubicBezTo>
                <a:cubicBezTo>
                  <a:pt x="21437" y="75427"/>
                  <a:pt x="23972" y="80389"/>
                  <a:pt x="23972" y="88107"/>
                </a:cubicBezTo>
                <a:lnTo>
                  <a:pt x="23972" y="118535"/>
                </a:lnTo>
                <a:cubicBezTo>
                  <a:pt x="23972" y="122282"/>
                  <a:pt x="24964" y="125286"/>
                  <a:pt x="26949" y="127546"/>
                </a:cubicBezTo>
                <a:cubicBezTo>
                  <a:pt x="28933" y="129807"/>
                  <a:pt x="31359" y="130937"/>
                  <a:pt x="34225" y="130937"/>
                </a:cubicBezTo>
                <a:lnTo>
                  <a:pt x="44308" y="130937"/>
                </a:lnTo>
                <a:lnTo>
                  <a:pt x="44308" y="144992"/>
                </a:lnTo>
                <a:lnTo>
                  <a:pt x="34225" y="144992"/>
                </a:lnTo>
                <a:close/>
                <a:moveTo>
                  <a:pt x="94736" y="115444"/>
                </a:moveTo>
                <a:cubicBezTo>
                  <a:pt x="82170" y="115444"/>
                  <a:pt x="71975" y="111478"/>
                  <a:pt x="64149" y="103544"/>
                </a:cubicBezTo>
                <a:cubicBezTo>
                  <a:pt x="56323" y="95611"/>
                  <a:pt x="52410" y="85583"/>
                  <a:pt x="52410" y="73462"/>
                </a:cubicBezTo>
                <a:cubicBezTo>
                  <a:pt x="52410" y="61452"/>
                  <a:pt x="56323" y="51480"/>
                  <a:pt x="64149" y="43546"/>
                </a:cubicBezTo>
                <a:cubicBezTo>
                  <a:pt x="71975" y="35613"/>
                  <a:pt x="82170" y="31646"/>
                  <a:pt x="94736" y="31646"/>
                </a:cubicBezTo>
                <a:cubicBezTo>
                  <a:pt x="102893" y="31646"/>
                  <a:pt x="109534" y="33134"/>
                  <a:pt x="114658" y="36109"/>
                </a:cubicBezTo>
                <a:cubicBezTo>
                  <a:pt x="119785" y="39084"/>
                  <a:pt x="123671" y="42390"/>
                  <a:pt x="126316" y="46026"/>
                </a:cubicBezTo>
                <a:lnTo>
                  <a:pt x="112592" y="58928"/>
                </a:lnTo>
                <a:cubicBezTo>
                  <a:pt x="108734" y="53196"/>
                  <a:pt x="103113" y="50330"/>
                  <a:pt x="95730" y="50330"/>
                </a:cubicBezTo>
                <a:cubicBezTo>
                  <a:pt x="89335" y="50330"/>
                  <a:pt x="84126" y="52451"/>
                  <a:pt x="80103" y="56693"/>
                </a:cubicBezTo>
                <a:cubicBezTo>
                  <a:pt x="76080" y="60933"/>
                  <a:pt x="74069" y="66523"/>
                  <a:pt x="74069" y="73462"/>
                </a:cubicBezTo>
                <a:cubicBezTo>
                  <a:pt x="74069" y="80402"/>
                  <a:pt x="76080" y="86020"/>
                  <a:pt x="80103" y="90317"/>
                </a:cubicBezTo>
                <a:cubicBezTo>
                  <a:pt x="84126" y="94613"/>
                  <a:pt x="89335" y="96760"/>
                  <a:pt x="95730" y="96760"/>
                </a:cubicBezTo>
                <a:cubicBezTo>
                  <a:pt x="102893" y="96760"/>
                  <a:pt x="108514" y="93894"/>
                  <a:pt x="112592" y="88163"/>
                </a:cubicBezTo>
                <a:lnTo>
                  <a:pt x="126316" y="100900"/>
                </a:lnTo>
                <a:cubicBezTo>
                  <a:pt x="123671" y="104646"/>
                  <a:pt x="119785" y="108006"/>
                  <a:pt x="114658" y="110982"/>
                </a:cubicBezTo>
                <a:cubicBezTo>
                  <a:pt x="109534" y="113957"/>
                  <a:pt x="102893" y="115444"/>
                  <a:pt x="94736" y="115444"/>
                </a:cubicBezTo>
                <a:close/>
                <a:moveTo>
                  <a:pt x="187985" y="113507"/>
                </a:moveTo>
                <a:lnTo>
                  <a:pt x="187985" y="105212"/>
                </a:lnTo>
                <a:cubicBezTo>
                  <a:pt x="182144" y="112034"/>
                  <a:pt x="173712" y="115444"/>
                  <a:pt x="162689" y="115444"/>
                </a:cubicBezTo>
                <a:cubicBezTo>
                  <a:pt x="154974" y="115444"/>
                  <a:pt x="148416" y="112996"/>
                  <a:pt x="143014" y="108100"/>
                </a:cubicBezTo>
                <a:cubicBezTo>
                  <a:pt x="137613" y="103205"/>
                  <a:pt x="134913" y="96850"/>
                  <a:pt x="134913" y="89038"/>
                </a:cubicBezTo>
                <a:cubicBezTo>
                  <a:pt x="134913" y="81227"/>
                  <a:pt x="137475" y="74984"/>
                  <a:pt x="142600" y="70309"/>
                </a:cubicBezTo>
                <a:cubicBezTo>
                  <a:pt x="147726" y="65631"/>
                  <a:pt x="154423" y="63293"/>
                  <a:pt x="162689" y="63293"/>
                </a:cubicBezTo>
                <a:cubicBezTo>
                  <a:pt x="174153" y="63293"/>
                  <a:pt x="182585" y="66539"/>
                  <a:pt x="187985" y="73031"/>
                </a:cubicBezTo>
                <a:lnTo>
                  <a:pt x="187985" y="62261"/>
                </a:lnTo>
                <a:cubicBezTo>
                  <a:pt x="187985" y="58175"/>
                  <a:pt x="186387" y="54918"/>
                  <a:pt x="183190" y="52487"/>
                </a:cubicBezTo>
                <a:cubicBezTo>
                  <a:pt x="179994" y="50057"/>
                  <a:pt x="175751" y="48842"/>
                  <a:pt x="170459" y="48842"/>
                </a:cubicBezTo>
                <a:cubicBezTo>
                  <a:pt x="161643" y="48842"/>
                  <a:pt x="153873" y="51984"/>
                  <a:pt x="147148" y="58267"/>
                </a:cubicBezTo>
                <a:lnTo>
                  <a:pt x="139212" y="44238"/>
                </a:lnTo>
                <a:cubicBezTo>
                  <a:pt x="148911" y="35843"/>
                  <a:pt x="160540" y="31646"/>
                  <a:pt x="174097" y="31646"/>
                </a:cubicBezTo>
                <a:cubicBezTo>
                  <a:pt x="185341" y="31646"/>
                  <a:pt x="193965" y="34265"/>
                  <a:pt x="199971" y="39502"/>
                </a:cubicBezTo>
                <a:cubicBezTo>
                  <a:pt x="205979" y="44738"/>
                  <a:pt x="208983" y="52207"/>
                  <a:pt x="208983" y="61910"/>
                </a:cubicBezTo>
                <a:lnTo>
                  <a:pt x="208983" y="113507"/>
                </a:lnTo>
                <a:lnTo>
                  <a:pt x="187985" y="113507"/>
                </a:lnTo>
                <a:moveTo>
                  <a:pt x="171123" y="101226"/>
                </a:moveTo>
                <a:cubicBezTo>
                  <a:pt x="178838" y="101226"/>
                  <a:pt x="184459" y="98920"/>
                  <a:pt x="187985" y="94308"/>
                </a:cubicBezTo>
                <a:lnTo>
                  <a:pt x="187985" y="84429"/>
                </a:lnTo>
                <a:cubicBezTo>
                  <a:pt x="184459" y="79817"/>
                  <a:pt x="178838" y="77511"/>
                  <a:pt x="171123" y="77511"/>
                </a:cubicBezTo>
                <a:cubicBezTo>
                  <a:pt x="166933" y="77511"/>
                  <a:pt x="163378" y="78555"/>
                  <a:pt x="160456" y="80642"/>
                </a:cubicBezTo>
                <a:cubicBezTo>
                  <a:pt x="157537" y="82728"/>
                  <a:pt x="156077" y="85691"/>
                  <a:pt x="156077" y="89533"/>
                </a:cubicBezTo>
                <a:cubicBezTo>
                  <a:pt x="156077" y="93266"/>
                  <a:pt x="157537" y="96149"/>
                  <a:pt x="160456" y="98181"/>
                </a:cubicBezTo>
                <a:cubicBezTo>
                  <a:pt x="163378" y="100211"/>
                  <a:pt x="166933" y="101226"/>
                  <a:pt x="171123" y="101226"/>
                </a:cubicBezTo>
                <a:close/>
                <a:moveTo>
                  <a:pt x="275449" y="115444"/>
                </a:moveTo>
                <a:cubicBezTo>
                  <a:pt x="265198" y="115444"/>
                  <a:pt x="256986" y="111368"/>
                  <a:pt x="250814" y="103214"/>
                </a:cubicBezTo>
                <a:lnTo>
                  <a:pt x="250814" y="143862"/>
                </a:lnTo>
                <a:lnTo>
                  <a:pt x="229816" y="143862"/>
                </a:lnTo>
                <a:lnTo>
                  <a:pt x="229816" y="33584"/>
                </a:lnTo>
                <a:lnTo>
                  <a:pt x="250814" y="33584"/>
                </a:lnTo>
                <a:lnTo>
                  <a:pt x="250814" y="43713"/>
                </a:lnTo>
                <a:cubicBezTo>
                  <a:pt x="257206" y="35669"/>
                  <a:pt x="265418" y="31646"/>
                  <a:pt x="275449" y="31646"/>
                </a:cubicBezTo>
                <a:cubicBezTo>
                  <a:pt x="286030" y="31646"/>
                  <a:pt x="294571" y="35365"/>
                  <a:pt x="301073" y="42802"/>
                </a:cubicBezTo>
                <a:cubicBezTo>
                  <a:pt x="307577" y="50240"/>
                  <a:pt x="310829" y="60459"/>
                  <a:pt x="310829" y="73462"/>
                </a:cubicBezTo>
                <a:cubicBezTo>
                  <a:pt x="310829" y="86244"/>
                  <a:pt x="307605" y="96437"/>
                  <a:pt x="301157" y="104041"/>
                </a:cubicBezTo>
                <a:cubicBezTo>
                  <a:pt x="294710" y="111643"/>
                  <a:pt x="286141" y="115444"/>
                  <a:pt x="275449" y="115444"/>
                </a:cubicBezTo>
                <a:moveTo>
                  <a:pt x="268834" y="96760"/>
                </a:moveTo>
                <a:cubicBezTo>
                  <a:pt x="274897" y="96760"/>
                  <a:pt x="279775" y="94613"/>
                  <a:pt x="283466" y="90317"/>
                </a:cubicBezTo>
                <a:cubicBezTo>
                  <a:pt x="287160" y="86020"/>
                  <a:pt x="289007" y="80402"/>
                  <a:pt x="289007" y="73462"/>
                </a:cubicBezTo>
                <a:cubicBezTo>
                  <a:pt x="289007" y="66523"/>
                  <a:pt x="287160" y="60933"/>
                  <a:pt x="283466" y="56693"/>
                </a:cubicBezTo>
                <a:cubicBezTo>
                  <a:pt x="279775" y="52451"/>
                  <a:pt x="274897" y="50330"/>
                  <a:pt x="268834" y="50330"/>
                </a:cubicBezTo>
                <a:cubicBezTo>
                  <a:pt x="265418" y="50330"/>
                  <a:pt x="262001" y="51212"/>
                  <a:pt x="258584" y="52974"/>
                </a:cubicBezTo>
                <a:cubicBezTo>
                  <a:pt x="255166" y="54737"/>
                  <a:pt x="252576" y="56885"/>
                  <a:pt x="250814" y="59418"/>
                </a:cubicBezTo>
                <a:lnTo>
                  <a:pt x="250814" y="87673"/>
                </a:lnTo>
                <a:cubicBezTo>
                  <a:pt x="252576" y="90206"/>
                  <a:pt x="255166" y="92354"/>
                  <a:pt x="258584" y="94116"/>
                </a:cubicBezTo>
                <a:cubicBezTo>
                  <a:pt x="262001" y="95879"/>
                  <a:pt x="265418" y="96760"/>
                  <a:pt x="268834" y="96760"/>
                </a:cubicBezTo>
                <a:close/>
                <a:moveTo>
                  <a:pt x="352992" y="115444"/>
                </a:moveTo>
                <a:cubicBezTo>
                  <a:pt x="337891" y="115444"/>
                  <a:pt x="330340" y="108167"/>
                  <a:pt x="330340" y="93612"/>
                </a:cubicBezTo>
                <a:lnTo>
                  <a:pt x="330340" y="51935"/>
                </a:lnTo>
                <a:lnTo>
                  <a:pt x="317113" y="51935"/>
                </a:lnTo>
                <a:lnTo>
                  <a:pt x="317113" y="33584"/>
                </a:lnTo>
                <a:lnTo>
                  <a:pt x="330340" y="33584"/>
                </a:lnTo>
                <a:lnTo>
                  <a:pt x="330340" y="11787"/>
                </a:lnTo>
                <a:lnTo>
                  <a:pt x="351504" y="11787"/>
                </a:lnTo>
                <a:lnTo>
                  <a:pt x="351504" y="33584"/>
                </a:lnTo>
                <a:lnTo>
                  <a:pt x="367705" y="33584"/>
                </a:lnTo>
                <a:lnTo>
                  <a:pt x="367705" y="51935"/>
                </a:lnTo>
                <a:lnTo>
                  <a:pt x="351504" y="51935"/>
                </a:lnTo>
                <a:lnTo>
                  <a:pt x="351504" y="87994"/>
                </a:lnTo>
                <a:cubicBezTo>
                  <a:pt x="351504" y="90530"/>
                  <a:pt x="352137" y="92625"/>
                  <a:pt x="353404" y="94280"/>
                </a:cubicBezTo>
                <a:cubicBezTo>
                  <a:pt x="354672" y="95934"/>
                  <a:pt x="356463" y="96760"/>
                  <a:pt x="358777" y="96760"/>
                </a:cubicBezTo>
                <a:cubicBezTo>
                  <a:pt x="362084" y="96760"/>
                  <a:pt x="364509" y="95988"/>
                  <a:pt x="366053" y="94444"/>
                </a:cubicBezTo>
                <a:lnTo>
                  <a:pt x="370516" y="110318"/>
                </a:lnTo>
                <a:cubicBezTo>
                  <a:pt x="366880" y="113736"/>
                  <a:pt x="361039" y="115444"/>
                  <a:pt x="352992" y="115444"/>
                </a:cubicBezTo>
                <a:close/>
                <a:moveTo>
                  <a:pt x="392507" y="24966"/>
                </a:moveTo>
                <a:cubicBezTo>
                  <a:pt x="389090" y="24966"/>
                  <a:pt x="386141" y="23753"/>
                  <a:pt x="383660" y="21328"/>
                </a:cubicBezTo>
                <a:cubicBezTo>
                  <a:pt x="381181" y="18903"/>
                  <a:pt x="379941" y="15927"/>
                  <a:pt x="379941" y="12400"/>
                </a:cubicBezTo>
                <a:cubicBezTo>
                  <a:pt x="379941" y="8873"/>
                  <a:pt x="381181" y="5924"/>
                  <a:pt x="383660" y="3555"/>
                </a:cubicBezTo>
                <a:cubicBezTo>
                  <a:pt x="386141" y="1185"/>
                  <a:pt x="389090" y="0"/>
                  <a:pt x="392507" y="0"/>
                </a:cubicBezTo>
                <a:cubicBezTo>
                  <a:pt x="396034" y="0"/>
                  <a:pt x="399009" y="1185"/>
                  <a:pt x="401433" y="3555"/>
                </a:cubicBezTo>
                <a:cubicBezTo>
                  <a:pt x="403858" y="5924"/>
                  <a:pt x="405071" y="8873"/>
                  <a:pt x="405071" y="12400"/>
                </a:cubicBezTo>
                <a:cubicBezTo>
                  <a:pt x="405071" y="15927"/>
                  <a:pt x="403858" y="18903"/>
                  <a:pt x="401433" y="21328"/>
                </a:cubicBezTo>
                <a:cubicBezTo>
                  <a:pt x="399009" y="23753"/>
                  <a:pt x="396034" y="24966"/>
                  <a:pt x="392507" y="24966"/>
                </a:cubicBezTo>
                <a:moveTo>
                  <a:pt x="382091" y="113507"/>
                </a:moveTo>
                <a:lnTo>
                  <a:pt x="382091" y="33584"/>
                </a:lnTo>
                <a:lnTo>
                  <a:pt x="403088" y="33584"/>
                </a:lnTo>
                <a:lnTo>
                  <a:pt x="403088" y="113507"/>
                </a:lnTo>
                <a:lnTo>
                  <a:pt x="382091" y="113507"/>
                </a:lnTo>
                <a:close/>
                <a:moveTo>
                  <a:pt x="460955" y="115444"/>
                </a:moveTo>
                <a:cubicBezTo>
                  <a:pt x="448610" y="115444"/>
                  <a:pt x="438497" y="111478"/>
                  <a:pt x="430616" y="103544"/>
                </a:cubicBezTo>
                <a:cubicBezTo>
                  <a:pt x="422735" y="95611"/>
                  <a:pt x="418794" y="85583"/>
                  <a:pt x="418794" y="73462"/>
                </a:cubicBezTo>
                <a:cubicBezTo>
                  <a:pt x="418794" y="61342"/>
                  <a:pt x="422735" y="51344"/>
                  <a:pt x="430616" y="43466"/>
                </a:cubicBezTo>
                <a:cubicBezTo>
                  <a:pt x="438497" y="35586"/>
                  <a:pt x="448610" y="31646"/>
                  <a:pt x="460955" y="31646"/>
                </a:cubicBezTo>
                <a:cubicBezTo>
                  <a:pt x="473300" y="31646"/>
                  <a:pt x="483440" y="35586"/>
                  <a:pt x="491376" y="43466"/>
                </a:cubicBezTo>
                <a:cubicBezTo>
                  <a:pt x="499312" y="51344"/>
                  <a:pt x="503281" y="61342"/>
                  <a:pt x="503281" y="73462"/>
                </a:cubicBezTo>
                <a:cubicBezTo>
                  <a:pt x="503281" y="85693"/>
                  <a:pt x="499312" y="95748"/>
                  <a:pt x="491376" y="103628"/>
                </a:cubicBezTo>
                <a:cubicBezTo>
                  <a:pt x="483440" y="111505"/>
                  <a:pt x="473300" y="115444"/>
                  <a:pt x="460955" y="115444"/>
                </a:cubicBezTo>
                <a:moveTo>
                  <a:pt x="460955" y="96760"/>
                </a:moveTo>
                <a:cubicBezTo>
                  <a:pt x="467017" y="96760"/>
                  <a:pt x="471949" y="94585"/>
                  <a:pt x="475752" y="90234"/>
                </a:cubicBezTo>
                <a:cubicBezTo>
                  <a:pt x="479555" y="85883"/>
                  <a:pt x="481456" y="80292"/>
                  <a:pt x="481456" y="73462"/>
                </a:cubicBezTo>
                <a:cubicBezTo>
                  <a:pt x="481456" y="66854"/>
                  <a:pt x="479555" y="61347"/>
                  <a:pt x="475752" y="56940"/>
                </a:cubicBezTo>
                <a:cubicBezTo>
                  <a:pt x="471949" y="52534"/>
                  <a:pt x="467017" y="50330"/>
                  <a:pt x="460955" y="50330"/>
                </a:cubicBezTo>
                <a:cubicBezTo>
                  <a:pt x="455113" y="50330"/>
                  <a:pt x="450262" y="52451"/>
                  <a:pt x="446404" y="56693"/>
                </a:cubicBezTo>
                <a:cubicBezTo>
                  <a:pt x="442547" y="60933"/>
                  <a:pt x="440619" y="66523"/>
                  <a:pt x="440619" y="73462"/>
                </a:cubicBezTo>
                <a:cubicBezTo>
                  <a:pt x="440619" y="80513"/>
                  <a:pt x="442547" y="86159"/>
                  <a:pt x="446404" y="90400"/>
                </a:cubicBezTo>
                <a:cubicBezTo>
                  <a:pt x="450262" y="94640"/>
                  <a:pt x="455113" y="96760"/>
                  <a:pt x="460955" y="96760"/>
                </a:cubicBezTo>
                <a:close/>
                <a:moveTo>
                  <a:pt x="572724" y="113507"/>
                </a:moveTo>
                <a:lnTo>
                  <a:pt x="572724" y="65215"/>
                </a:lnTo>
                <a:cubicBezTo>
                  <a:pt x="572724" y="55292"/>
                  <a:pt x="567819" y="50330"/>
                  <a:pt x="558008" y="50330"/>
                </a:cubicBezTo>
                <a:cubicBezTo>
                  <a:pt x="550403" y="50330"/>
                  <a:pt x="544340" y="53473"/>
                  <a:pt x="539821" y="59758"/>
                </a:cubicBezTo>
                <a:lnTo>
                  <a:pt x="539821" y="113507"/>
                </a:lnTo>
                <a:lnTo>
                  <a:pt x="518824" y="113507"/>
                </a:lnTo>
                <a:lnTo>
                  <a:pt x="518824" y="33584"/>
                </a:lnTo>
                <a:lnTo>
                  <a:pt x="539821" y="33584"/>
                </a:lnTo>
                <a:lnTo>
                  <a:pt x="539821" y="44008"/>
                </a:lnTo>
                <a:cubicBezTo>
                  <a:pt x="542356" y="40932"/>
                  <a:pt x="545993" y="38103"/>
                  <a:pt x="550732" y="35521"/>
                </a:cubicBezTo>
                <a:cubicBezTo>
                  <a:pt x="555472" y="32938"/>
                  <a:pt x="561148" y="31646"/>
                  <a:pt x="567761" y="31646"/>
                </a:cubicBezTo>
                <a:cubicBezTo>
                  <a:pt x="576579" y="31646"/>
                  <a:pt x="583110" y="33935"/>
                  <a:pt x="587354" y="38511"/>
                </a:cubicBezTo>
                <a:cubicBezTo>
                  <a:pt x="591599" y="43086"/>
                  <a:pt x="593721" y="49287"/>
                  <a:pt x="593721" y="57114"/>
                </a:cubicBezTo>
                <a:lnTo>
                  <a:pt x="593721" y="113507"/>
                </a:lnTo>
                <a:lnTo>
                  <a:pt x="572724" y="113507"/>
                </a:lnTo>
                <a:close/>
                <a:moveTo>
                  <a:pt x="606946" y="130937"/>
                </a:moveTo>
                <a:lnTo>
                  <a:pt x="617033" y="130937"/>
                </a:lnTo>
                <a:cubicBezTo>
                  <a:pt x="619899" y="130937"/>
                  <a:pt x="622351" y="129807"/>
                  <a:pt x="624389" y="127546"/>
                </a:cubicBezTo>
                <a:cubicBezTo>
                  <a:pt x="626429" y="125286"/>
                  <a:pt x="627449" y="122282"/>
                  <a:pt x="627449" y="118535"/>
                </a:cubicBezTo>
                <a:lnTo>
                  <a:pt x="627449" y="88107"/>
                </a:lnTo>
                <a:cubicBezTo>
                  <a:pt x="627449" y="80389"/>
                  <a:pt x="629984" y="75427"/>
                  <a:pt x="635053" y="73222"/>
                </a:cubicBezTo>
                <a:cubicBezTo>
                  <a:pt x="629984" y="71017"/>
                  <a:pt x="627449" y="66056"/>
                  <a:pt x="627449" y="58338"/>
                </a:cubicBezTo>
                <a:lnTo>
                  <a:pt x="627449" y="27743"/>
                </a:lnTo>
                <a:cubicBezTo>
                  <a:pt x="627449" y="23995"/>
                  <a:pt x="626429" y="21018"/>
                  <a:pt x="624389" y="18813"/>
                </a:cubicBezTo>
                <a:cubicBezTo>
                  <a:pt x="622351" y="16608"/>
                  <a:pt x="619899" y="15505"/>
                  <a:pt x="617033" y="15505"/>
                </a:cubicBezTo>
                <a:lnTo>
                  <a:pt x="606946" y="15505"/>
                </a:lnTo>
                <a:lnTo>
                  <a:pt x="606946" y="1453"/>
                </a:lnTo>
                <a:lnTo>
                  <a:pt x="617033" y="1453"/>
                </a:lnTo>
                <a:cubicBezTo>
                  <a:pt x="624307" y="1453"/>
                  <a:pt x="630396" y="3989"/>
                  <a:pt x="635300" y="9062"/>
                </a:cubicBezTo>
                <a:cubicBezTo>
                  <a:pt x="640207" y="14133"/>
                  <a:pt x="642660" y="20416"/>
                  <a:pt x="642660" y="27913"/>
                </a:cubicBezTo>
                <a:lnTo>
                  <a:pt x="642660" y="56191"/>
                </a:lnTo>
                <a:cubicBezTo>
                  <a:pt x="642660" y="59279"/>
                  <a:pt x="643376" y="61897"/>
                  <a:pt x="644809" y="64047"/>
                </a:cubicBezTo>
                <a:cubicBezTo>
                  <a:pt x="646242" y="66196"/>
                  <a:pt x="648391" y="67271"/>
                  <a:pt x="651257" y="67271"/>
                </a:cubicBezTo>
                <a:lnTo>
                  <a:pt x="651257" y="79176"/>
                </a:lnTo>
                <a:cubicBezTo>
                  <a:pt x="648391" y="79176"/>
                  <a:pt x="646242" y="80251"/>
                  <a:pt x="644809" y="82400"/>
                </a:cubicBezTo>
                <a:cubicBezTo>
                  <a:pt x="643376" y="84550"/>
                  <a:pt x="642660" y="87169"/>
                  <a:pt x="642660" y="90257"/>
                </a:cubicBezTo>
                <a:lnTo>
                  <a:pt x="642660" y="118699"/>
                </a:lnTo>
                <a:cubicBezTo>
                  <a:pt x="642660" y="126306"/>
                  <a:pt x="640180" y="132590"/>
                  <a:pt x="635220" y="137549"/>
                </a:cubicBezTo>
                <a:cubicBezTo>
                  <a:pt x="630260" y="142511"/>
                  <a:pt x="624197" y="144992"/>
                  <a:pt x="617033" y="144992"/>
                </a:cubicBezTo>
                <a:lnTo>
                  <a:pt x="606946" y="144992"/>
                </a:lnTo>
                <a:lnTo>
                  <a:pt x="606946" y="130937"/>
                </a:lnTo>
                <a:close/>
              </a:path>
            </a:pathLst>
          </a:custGeom>
          <a:solidFill xmlns:a="http://schemas.openxmlformats.org/drawingml/2006/main">
            <a:srgbClr val="38761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(yes/no)?">
            <a:extLst xmlns:a="http://schemas.openxmlformats.org/drawingml/2006/main">
              <a:ext uri="{FF2B5EF4-FFF2-40B4-BE49-F238E27FC236}">
                <a16:creationId xmlns:a16="http://schemas.microsoft.com/office/drawing/2014/main" id="{9662C565-09AB-4EC1-8419-79046EED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2434" y="2100283"/>
            <a:ext cx="705985" cy="146445"/>
          </a:xfrm>
          <a:custGeom xmlns:a="http://schemas.openxmlformats.org/drawingml/2006/main">
            <a:pathLst>
              <a:path w="705985" h="146445">
                <a:moveTo>
                  <a:pt x="26124" y="146445"/>
                </a:moveTo>
                <a:cubicBezTo>
                  <a:pt x="17967" y="137188"/>
                  <a:pt x="11573" y="126002"/>
                  <a:pt x="6943" y="112889"/>
                </a:cubicBezTo>
                <a:cubicBezTo>
                  <a:pt x="2314" y="99775"/>
                  <a:pt x="0" y="86607"/>
                  <a:pt x="0" y="73384"/>
                </a:cubicBezTo>
                <a:cubicBezTo>
                  <a:pt x="0" y="60050"/>
                  <a:pt x="2314" y="46854"/>
                  <a:pt x="6943" y="33796"/>
                </a:cubicBezTo>
                <a:cubicBezTo>
                  <a:pt x="11573" y="20738"/>
                  <a:pt x="17967" y="9580"/>
                  <a:pt x="26124" y="323"/>
                </a:cubicBezTo>
                <a:lnTo>
                  <a:pt x="39351" y="10240"/>
                </a:lnTo>
                <a:cubicBezTo>
                  <a:pt x="33067" y="21812"/>
                  <a:pt x="28713" y="32501"/>
                  <a:pt x="26288" y="42308"/>
                </a:cubicBezTo>
                <a:cubicBezTo>
                  <a:pt x="23863" y="52115"/>
                  <a:pt x="22650" y="62474"/>
                  <a:pt x="22650" y="73384"/>
                </a:cubicBezTo>
                <a:cubicBezTo>
                  <a:pt x="22650" y="84624"/>
                  <a:pt x="23917" y="95203"/>
                  <a:pt x="26452" y="105121"/>
                </a:cubicBezTo>
                <a:cubicBezTo>
                  <a:pt x="28988" y="115039"/>
                  <a:pt x="33288" y="125398"/>
                  <a:pt x="39351" y="136197"/>
                </a:cubicBezTo>
                <a:lnTo>
                  <a:pt x="26124" y="146445"/>
                </a:lnTo>
                <a:close/>
                <a:moveTo>
                  <a:pt x="53073" y="125955"/>
                </a:moveTo>
                <a:cubicBezTo>
                  <a:pt x="54836" y="126836"/>
                  <a:pt x="57040" y="127276"/>
                  <a:pt x="59685" y="127276"/>
                </a:cubicBezTo>
                <a:cubicBezTo>
                  <a:pt x="65308" y="127276"/>
                  <a:pt x="69001" y="125336"/>
                  <a:pt x="70763" y="121456"/>
                </a:cubicBezTo>
                <a:lnTo>
                  <a:pt x="73740" y="114637"/>
                </a:lnTo>
                <a:lnTo>
                  <a:pt x="41334" y="33584"/>
                </a:lnTo>
                <a:lnTo>
                  <a:pt x="63820" y="33584"/>
                </a:lnTo>
                <a:lnTo>
                  <a:pt x="84651" y="89174"/>
                </a:lnTo>
                <a:lnTo>
                  <a:pt x="105485" y="33584"/>
                </a:lnTo>
                <a:lnTo>
                  <a:pt x="128135" y="33584"/>
                </a:lnTo>
                <a:lnTo>
                  <a:pt x="90605" y="126598"/>
                </a:lnTo>
                <a:cubicBezTo>
                  <a:pt x="87628" y="134099"/>
                  <a:pt x="83550" y="139173"/>
                  <a:pt x="78369" y="141821"/>
                </a:cubicBezTo>
                <a:cubicBezTo>
                  <a:pt x="73189" y="144470"/>
                  <a:pt x="67182" y="145850"/>
                  <a:pt x="60346" y="145961"/>
                </a:cubicBezTo>
                <a:cubicBezTo>
                  <a:pt x="56490" y="145961"/>
                  <a:pt x="53018" y="145575"/>
                  <a:pt x="49932" y="144803"/>
                </a:cubicBezTo>
                <a:lnTo>
                  <a:pt x="53073" y="125955"/>
                </a:lnTo>
                <a:close/>
                <a:moveTo>
                  <a:pt x="175089" y="115444"/>
                </a:moveTo>
                <a:cubicBezTo>
                  <a:pt x="162524" y="115444"/>
                  <a:pt x="152273" y="111560"/>
                  <a:pt x="144336" y="103792"/>
                </a:cubicBezTo>
                <a:cubicBezTo>
                  <a:pt x="136401" y="96023"/>
                  <a:pt x="132433" y="85913"/>
                  <a:pt x="132433" y="73462"/>
                </a:cubicBezTo>
                <a:cubicBezTo>
                  <a:pt x="132433" y="61563"/>
                  <a:pt x="136374" y="51619"/>
                  <a:pt x="144255" y="43630"/>
                </a:cubicBezTo>
                <a:cubicBezTo>
                  <a:pt x="152137" y="35641"/>
                  <a:pt x="161974" y="31646"/>
                  <a:pt x="173767" y="31646"/>
                </a:cubicBezTo>
                <a:cubicBezTo>
                  <a:pt x="185562" y="31646"/>
                  <a:pt x="195179" y="35697"/>
                  <a:pt x="202618" y="43799"/>
                </a:cubicBezTo>
                <a:cubicBezTo>
                  <a:pt x="210059" y="51900"/>
                  <a:pt x="213779" y="62510"/>
                  <a:pt x="213779" y="75627"/>
                </a:cubicBezTo>
                <a:lnTo>
                  <a:pt x="213779" y="80256"/>
                </a:lnTo>
                <a:lnTo>
                  <a:pt x="154422" y="80256"/>
                </a:lnTo>
                <a:cubicBezTo>
                  <a:pt x="155085" y="85319"/>
                  <a:pt x="157372" y="89666"/>
                  <a:pt x="161284" y="93299"/>
                </a:cubicBezTo>
                <a:cubicBezTo>
                  <a:pt x="165198" y="96930"/>
                  <a:pt x="170572" y="98746"/>
                  <a:pt x="177405" y="98746"/>
                </a:cubicBezTo>
                <a:cubicBezTo>
                  <a:pt x="180712" y="98746"/>
                  <a:pt x="184404" y="98057"/>
                  <a:pt x="188483" y="96680"/>
                </a:cubicBezTo>
                <a:cubicBezTo>
                  <a:pt x="192562" y="95302"/>
                  <a:pt x="195978" y="93346"/>
                  <a:pt x="198733" y="90812"/>
                </a:cubicBezTo>
                <a:lnTo>
                  <a:pt x="207992" y="104377"/>
                </a:lnTo>
                <a:cubicBezTo>
                  <a:pt x="204024" y="108011"/>
                  <a:pt x="199119" y="110765"/>
                  <a:pt x="193276" y="112637"/>
                </a:cubicBezTo>
                <a:cubicBezTo>
                  <a:pt x="187435" y="114508"/>
                  <a:pt x="181373" y="115444"/>
                  <a:pt x="175089" y="115444"/>
                </a:cubicBezTo>
                <a:moveTo>
                  <a:pt x="193443" y="66037"/>
                </a:moveTo>
                <a:cubicBezTo>
                  <a:pt x="193112" y="60746"/>
                  <a:pt x="191127" y="56475"/>
                  <a:pt x="187489" y="53224"/>
                </a:cubicBezTo>
                <a:cubicBezTo>
                  <a:pt x="183853" y="49971"/>
                  <a:pt x="179279" y="48345"/>
                  <a:pt x="173767" y="48345"/>
                </a:cubicBezTo>
                <a:cubicBezTo>
                  <a:pt x="168256" y="48345"/>
                  <a:pt x="163737" y="50026"/>
                  <a:pt x="160210" y="53388"/>
                </a:cubicBezTo>
                <a:cubicBezTo>
                  <a:pt x="156683" y="56750"/>
                  <a:pt x="154644" y="60967"/>
                  <a:pt x="154092" y="66037"/>
                </a:cubicBezTo>
                <a:lnTo>
                  <a:pt x="193443" y="66037"/>
                </a:lnTo>
                <a:close/>
                <a:moveTo>
                  <a:pt x="257758" y="115444"/>
                </a:moveTo>
                <a:cubicBezTo>
                  <a:pt x="250814" y="115444"/>
                  <a:pt x="244173" y="114343"/>
                  <a:pt x="237835" y="112140"/>
                </a:cubicBezTo>
                <a:cubicBezTo>
                  <a:pt x="231498" y="109935"/>
                  <a:pt x="226235" y="106904"/>
                  <a:pt x="222045" y="103047"/>
                </a:cubicBezTo>
                <a:lnTo>
                  <a:pt x="231140" y="88329"/>
                </a:lnTo>
                <a:cubicBezTo>
                  <a:pt x="234335" y="91304"/>
                  <a:pt x="238579" y="93867"/>
                  <a:pt x="243870" y="96016"/>
                </a:cubicBezTo>
                <a:cubicBezTo>
                  <a:pt x="249161" y="98166"/>
                  <a:pt x="254121" y="99240"/>
                  <a:pt x="258750" y="99240"/>
                </a:cubicBezTo>
                <a:cubicBezTo>
                  <a:pt x="267679" y="99240"/>
                  <a:pt x="272143" y="96377"/>
                  <a:pt x="272143" y="90650"/>
                </a:cubicBezTo>
                <a:cubicBezTo>
                  <a:pt x="272143" y="88447"/>
                  <a:pt x="270958" y="86794"/>
                  <a:pt x="268589" y="85693"/>
                </a:cubicBezTo>
                <a:cubicBezTo>
                  <a:pt x="266219" y="84591"/>
                  <a:pt x="263325" y="83654"/>
                  <a:pt x="259908" y="82882"/>
                </a:cubicBezTo>
                <a:lnTo>
                  <a:pt x="248499" y="80569"/>
                </a:lnTo>
                <a:cubicBezTo>
                  <a:pt x="232627" y="77153"/>
                  <a:pt x="224691" y="69220"/>
                  <a:pt x="224691" y="56769"/>
                </a:cubicBezTo>
                <a:cubicBezTo>
                  <a:pt x="224691" y="49387"/>
                  <a:pt x="227750" y="43355"/>
                  <a:pt x="233867" y="38672"/>
                </a:cubicBezTo>
                <a:cubicBezTo>
                  <a:pt x="239984" y="33988"/>
                  <a:pt x="247838" y="31646"/>
                  <a:pt x="257428" y="31646"/>
                </a:cubicBezTo>
                <a:cubicBezTo>
                  <a:pt x="269884" y="31646"/>
                  <a:pt x="280630" y="35283"/>
                  <a:pt x="289667" y="42555"/>
                </a:cubicBezTo>
                <a:lnTo>
                  <a:pt x="281236" y="56943"/>
                </a:lnTo>
                <a:cubicBezTo>
                  <a:pt x="278810" y="54406"/>
                  <a:pt x="275504" y="52229"/>
                  <a:pt x="271316" y="50411"/>
                </a:cubicBezTo>
                <a:cubicBezTo>
                  <a:pt x="267128" y="48593"/>
                  <a:pt x="262553" y="47684"/>
                  <a:pt x="257592" y="47684"/>
                </a:cubicBezTo>
                <a:cubicBezTo>
                  <a:pt x="253735" y="47684"/>
                  <a:pt x="250677" y="48455"/>
                  <a:pt x="248416" y="49997"/>
                </a:cubicBezTo>
                <a:cubicBezTo>
                  <a:pt x="246157" y="51540"/>
                  <a:pt x="245028" y="53412"/>
                  <a:pt x="245028" y="55613"/>
                </a:cubicBezTo>
                <a:cubicBezTo>
                  <a:pt x="245028" y="57596"/>
                  <a:pt x="246185" y="59084"/>
                  <a:pt x="248499" y="60076"/>
                </a:cubicBezTo>
                <a:cubicBezTo>
                  <a:pt x="250814" y="61067"/>
                  <a:pt x="253734" y="61920"/>
                  <a:pt x="257261" y="62637"/>
                </a:cubicBezTo>
                <a:cubicBezTo>
                  <a:pt x="260790" y="63353"/>
                  <a:pt x="264592" y="64180"/>
                  <a:pt x="268669" y="65117"/>
                </a:cubicBezTo>
                <a:cubicBezTo>
                  <a:pt x="272748" y="66053"/>
                  <a:pt x="276551" y="67459"/>
                  <a:pt x="280078" y="69332"/>
                </a:cubicBezTo>
                <a:cubicBezTo>
                  <a:pt x="283606" y="71204"/>
                  <a:pt x="286528" y="73738"/>
                  <a:pt x="288842" y="76934"/>
                </a:cubicBezTo>
                <a:cubicBezTo>
                  <a:pt x="291156" y="80129"/>
                  <a:pt x="292313" y="84426"/>
                  <a:pt x="292313" y="89825"/>
                </a:cubicBezTo>
                <a:cubicBezTo>
                  <a:pt x="292313" y="97538"/>
                  <a:pt x="289171" y="103737"/>
                  <a:pt x="282888" y="108421"/>
                </a:cubicBezTo>
                <a:cubicBezTo>
                  <a:pt x="276606" y="113103"/>
                  <a:pt x="268230" y="115444"/>
                  <a:pt x="257758" y="115444"/>
                </a:cubicBezTo>
                <a:close/>
                <a:moveTo>
                  <a:pt x="297439" y="116736"/>
                </a:moveTo>
                <a:lnTo>
                  <a:pt x="336624" y="0"/>
                </a:lnTo>
                <a:lnTo>
                  <a:pt x="351834" y="0"/>
                </a:lnTo>
                <a:lnTo>
                  <a:pt x="312649" y="116736"/>
                </a:lnTo>
                <a:lnTo>
                  <a:pt x="297439" y="116736"/>
                </a:lnTo>
                <a:close/>
                <a:moveTo>
                  <a:pt x="416151" y="113507"/>
                </a:moveTo>
                <a:lnTo>
                  <a:pt x="416151" y="65215"/>
                </a:lnTo>
                <a:cubicBezTo>
                  <a:pt x="416151" y="55292"/>
                  <a:pt x="411246" y="50330"/>
                  <a:pt x="401436" y="50330"/>
                </a:cubicBezTo>
                <a:cubicBezTo>
                  <a:pt x="393830" y="50330"/>
                  <a:pt x="387768" y="53473"/>
                  <a:pt x="383249" y="59758"/>
                </a:cubicBezTo>
                <a:lnTo>
                  <a:pt x="383249" y="113507"/>
                </a:lnTo>
                <a:lnTo>
                  <a:pt x="362251" y="113507"/>
                </a:lnTo>
                <a:lnTo>
                  <a:pt x="362251" y="33584"/>
                </a:lnTo>
                <a:lnTo>
                  <a:pt x="383249" y="33584"/>
                </a:lnTo>
                <a:lnTo>
                  <a:pt x="383249" y="44008"/>
                </a:lnTo>
                <a:cubicBezTo>
                  <a:pt x="385783" y="40932"/>
                  <a:pt x="389420" y="38103"/>
                  <a:pt x="394160" y="35521"/>
                </a:cubicBezTo>
                <a:cubicBezTo>
                  <a:pt x="398900" y="32938"/>
                  <a:pt x="404576" y="31646"/>
                  <a:pt x="411189" y="31646"/>
                </a:cubicBezTo>
                <a:cubicBezTo>
                  <a:pt x="420007" y="31646"/>
                  <a:pt x="426538" y="33935"/>
                  <a:pt x="430781" y="38511"/>
                </a:cubicBezTo>
                <a:cubicBezTo>
                  <a:pt x="435026" y="43086"/>
                  <a:pt x="437149" y="49287"/>
                  <a:pt x="437149" y="57114"/>
                </a:cubicBezTo>
                <a:lnTo>
                  <a:pt x="437149" y="113507"/>
                </a:lnTo>
                <a:lnTo>
                  <a:pt x="416151" y="113507"/>
                </a:lnTo>
                <a:close/>
                <a:moveTo>
                  <a:pt x="495016" y="115444"/>
                </a:moveTo>
                <a:cubicBezTo>
                  <a:pt x="482671" y="115444"/>
                  <a:pt x="472558" y="111478"/>
                  <a:pt x="464676" y="103544"/>
                </a:cubicBezTo>
                <a:cubicBezTo>
                  <a:pt x="456795" y="95611"/>
                  <a:pt x="452854" y="85583"/>
                  <a:pt x="452854" y="73462"/>
                </a:cubicBezTo>
                <a:cubicBezTo>
                  <a:pt x="452854" y="61342"/>
                  <a:pt x="456795" y="51344"/>
                  <a:pt x="464676" y="43466"/>
                </a:cubicBezTo>
                <a:cubicBezTo>
                  <a:pt x="472558" y="35586"/>
                  <a:pt x="482671" y="31646"/>
                  <a:pt x="495016" y="31646"/>
                </a:cubicBezTo>
                <a:cubicBezTo>
                  <a:pt x="507361" y="31646"/>
                  <a:pt x="517501" y="35586"/>
                  <a:pt x="525436" y="43466"/>
                </a:cubicBezTo>
                <a:cubicBezTo>
                  <a:pt x="533373" y="51344"/>
                  <a:pt x="537341" y="61342"/>
                  <a:pt x="537341" y="73462"/>
                </a:cubicBezTo>
                <a:cubicBezTo>
                  <a:pt x="537341" y="85693"/>
                  <a:pt x="533373" y="95748"/>
                  <a:pt x="525436" y="103628"/>
                </a:cubicBezTo>
                <a:cubicBezTo>
                  <a:pt x="517501" y="111505"/>
                  <a:pt x="507361" y="115444"/>
                  <a:pt x="495016" y="115444"/>
                </a:cubicBezTo>
                <a:moveTo>
                  <a:pt x="495016" y="96760"/>
                </a:moveTo>
                <a:cubicBezTo>
                  <a:pt x="501077" y="96760"/>
                  <a:pt x="506009" y="94585"/>
                  <a:pt x="509812" y="90234"/>
                </a:cubicBezTo>
                <a:cubicBezTo>
                  <a:pt x="513615" y="85883"/>
                  <a:pt x="515516" y="80292"/>
                  <a:pt x="515516" y="73462"/>
                </a:cubicBezTo>
                <a:cubicBezTo>
                  <a:pt x="515516" y="66854"/>
                  <a:pt x="513615" y="61347"/>
                  <a:pt x="509812" y="56940"/>
                </a:cubicBezTo>
                <a:cubicBezTo>
                  <a:pt x="506009" y="52534"/>
                  <a:pt x="501077" y="50330"/>
                  <a:pt x="495016" y="50330"/>
                </a:cubicBezTo>
                <a:cubicBezTo>
                  <a:pt x="489173" y="50330"/>
                  <a:pt x="484322" y="52451"/>
                  <a:pt x="480464" y="56693"/>
                </a:cubicBezTo>
                <a:cubicBezTo>
                  <a:pt x="476608" y="60933"/>
                  <a:pt x="474679" y="66523"/>
                  <a:pt x="474679" y="73462"/>
                </a:cubicBezTo>
                <a:cubicBezTo>
                  <a:pt x="474679" y="80513"/>
                  <a:pt x="476608" y="86159"/>
                  <a:pt x="480464" y="90400"/>
                </a:cubicBezTo>
                <a:cubicBezTo>
                  <a:pt x="484322" y="94640"/>
                  <a:pt x="489173" y="96760"/>
                  <a:pt x="495016" y="96760"/>
                </a:cubicBezTo>
                <a:close/>
                <a:moveTo>
                  <a:pt x="545277" y="136197"/>
                </a:moveTo>
                <a:cubicBezTo>
                  <a:pt x="550898" y="126499"/>
                  <a:pt x="555114" y="116775"/>
                  <a:pt x="557924" y="107023"/>
                </a:cubicBezTo>
                <a:cubicBezTo>
                  <a:pt x="560736" y="97270"/>
                  <a:pt x="562142" y="86057"/>
                  <a:pt x="562142" y="73384"/>
                </a:cubicBezTo>
                <a:cubicBezTo>
                  <a:pt x="562142" y="61263"/>
                  <a:pt x="560819" y="50353"/>
                  <a:pt x="558174" y="40655"/>
                </a:cubicBezTo>
                <a:cubicBezTo>
                  <a:pt x="555528" y="30958"/>
                  <a:pt x="551229" y="20819"/>
                  <a:pt x="545277" y="10240"/>
                </a:cubicBezTo>
                <a:lnTo>
                  <a:pt x="558504" y="323"/>
                </a:lnTo>
                <a:cubicBezTo>
                  <a:pt x="566441" y="9139"/>
                  <a:pt x="572834" y="20077"/>
                  <a:pt x="577683" y="33135"/>
                </a:cubicBezTo>
                <a:cubicBezTo>
                  <a:pt x="582533" y="46193"/>
                  <a:pt x="584959" y="59609"/>
                  <a:pt x="584959" y="73384"/>
                </a:cubicBezTo>
                <a:cubicBezTo>
                  <a:pt x="584959" y="87049"/>
                  <a:pt x="582533" y="100438"/>
                  <a:pt x="577683" y="113550"/>
                </a:cubicBezTo>
                <a:cubicBezTo>
                  <a:pt x="572834" y="126663"/>
                  <a:pt x="566441" y="137628"/>
                  <a:pt x="558504" y="146445"/>
                </a:cubicBezTo>
                <a:lnTo>
                  <a:pt x="545277" y="136197"/>
                </a:lnTo>
                <a:close/>
                <a:moveTo>
                  <a:pt x="663326" y="79762"/>
                </a:moveTo>
                <a:cubicBezTo>
                  <a:pt x="659690" y="75796"/>
                  <a:pt x="657872" y="70949"/>
                  <a:pt x="657872" y="65223"/>
                </a:cubicBezTo>
                <a:cubicBezTo>
                  <a:pt x="657872" y="57516"/>
                  <a:pt x="661895" y="50911"/>
                  <a:pt x="669941" y="45406"/>
                </a:cubicBezTo>
                <a:cubicBezTo>
                  <a:pt x="674460" y="42323"/>
                  <a:pt x="677601" y="39791"/>
                  <a:pt x="679364" y="37810"/>
                </a:cubicBezTo>
                <a:cubicBezTo>
                  <a:pt x="681128" y="35827"/>
                  <a:pt x="682010" y="33845"/>
                  <a:pt x="682010" y="31863"/>
                </a:cubicBezTo>
                <a:cubicBezTo>
                  <a:pt x="682010" y="29330"/>
                  <a:pt x="681018" y="27128"/>
                  <a:pt x="679033" y="25256"/>
                </a:cubicBezTo>
                <a:cubicBezTo>
                  <a:pt x="677050" y="23384"/>
                  <a:pt x="673744" y="22448"/>
                  <a:pt x="669114" y="22448"/>
                </a:cubicBezTo>
                <a:cubicBezTo>
                  <a:pt x="661179" y="22448"/>
                  <a:pt x="654400" y="25861"/>
                  <a:pt x="648777" y="32688"/>
                </a:cubicBezTo>
                <a:lnTo>
                  <a:pt x="635386" y="17647"/>
                </a:lnTo>
                <a:cubicBezTo>
                  <a:pt x="639794" y="12469"/>
                  <a:pt x="645139" y="8502"/>
                  <a:pt x="651421" y="5747"/>
                </a:cubicBezTo>
                <a:cubicBezTo>
                  <a:pt x="657705" y="2992"/>
                  <a:pt x="664429" y="1615"/>
                  <a:pt x="671594" y="1615"/>
                </a:cubicBezTo>
                <a:cubicBezTo>
                  <a:pt x="682065" y="1615"/>
                  <a:pt x="690415" y="4011"/>
                  <a:pt x="696643" y="8805"/>
                </a:cubicBezTo>
                <a:cubicBezTo>
                  <a:pt x="702871" y="13598"/>
                  <a:pt x="705985" y="19907"/>
                  <a:pt x="705985" y="27731"/>
                </a:cubicBezTo>
                <a:cubicBezTo>
                  <a:pt x="705985" y="36870"/>
                  <a:pt x="701410" y="44744"/>
                  <a:pt x="692261" y="51352"/>
                </a:cubicBezTo>
                <a:cubicBezTo>
                  <a:pt x="686640" y="55426"/>
                  <a:pt x="682919" y="58508"/>
                  <a:pt x="681100" y="60601"/>
                </a:cubicBezTo>
                <a:cubicBezTo>
                  <a:pt x="679281" y="62693"/>
                  <a:pt x="678372" y="65006"/>
                  <a:pt x="678372" y="67539"/>
                </a:cubicBezTo>
                <a:cubicBezTo>
                  <a:pt x="678372" y="70401"/>
                  <a:pt x="679365" y="72714"/>
                  <a:pt x="681349" y="74476"/>
                </a:cubicBezTo>
                <a:lnTo>
                  <a:pt x="663326" y="79762"/>
                </a:lnTo>
                <a:moveTo>
                  <a:pt x="671263" y="115283"/>
                </a:moveTo>
                <a:cubicBezTo>
                  <a:pt x="667625" y="115283"/>
                  <a:pt x="664483" y="113960"/>
                  <a:pt x="661838" y="111315"/>
                </a:cubicBezTo>
                <a:cubicBezTo>
                  <a:pt x="659194" y="108669"/>
                  <a:pt x="657872" y="105528"/>
                  <a:pt x="657872" y="101892"/>
                </a:cubicBezTo>
                <a:cubicBezTo>
                  <a:pt x="657872" y="98254"/>
                  <a:pt x="659194" y="95112"/>
                  <a:pt x="661838" y="92467"/>
                </a:cubicBezTo>
                <a:cubicBezTo>
                  <a:pt x="664483" y="89821"/>
                  <a:pt x="667625" y="88498"/>
                  <a:pt x="671263" y="88498"/>
                </a:cubicBezTo>
                <a:cubicBezTo>
                  <a:pt x="674901" y="88498"/>
                  <a:pt x="678043" y="89821"/>
                  <a:pt x="680688" y="92467"/>
                </a:cubicBezTo>
                <a:cubicBezTo>
                  <a:pt x="683334" y="95112"/>
                  <a:pt x="684657" y="98254"/>
                  <a:pt x="684657" y="101892"/>
                </a:cubicBezTo>
                <a:cubicBezTo>
                  <a:pt x="684657" y="105528"/>
                  <a:pt x="683334" y="108669"/>
                  <a:pt x="680688" y="111315"/>
                </a:cubicBezTo>
                <a:cubicBezTo>
                  <a:pt x="678043" y="113960"/>
                  <a:pt x="674901" y="115283"/>
                  <a:pt x="671263" y="1152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0377A1-D204-48B9-A2D3-59EBBE15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563" y="2962096"/>
            <a:ext cx="1085" cy="211552"/>
          </a:xfrm>
          <a:custGeom xmlns:a="http://schemas.openxmlformats.org/drawingml/2006/main">
            <a:pathLst>
              <a:path w="1085" h="211552">
                <a:moveTo>
                  <a:pt x="0" y="0"/>
                </a:moveTo>
                <a:lnTo>
                  <a:pt x="1085" y="211552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47A1BE-40E6-4C8A-97E6-F6C7BD0F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563" y="2962096"/>
            <a:ext cx="661" cy="128885"/>
          </a:xfrm>
          <a:custGeom xmlns:a="http://schemas.openxmlformats.org/drawingml/2006/main">
            <a:pathLst>
              <a:path w="661" h="128885" fill="none">
                <a:moveTo>
                  <a:pt x="0" y="0"/>
                </a:moveTo>
                <a:lnTo>
                  <a:pt x="661" y="128885"/>
                </a:lnTo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00"/>
            </a:solidFill>
            <a:round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96EC54-B774-4E2F-AF49-91E0785B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6466" y="3090864"/>
            <a:ext cx="45515" cy="62642"/>
          </a:xfrm>
          <a:custGeom xmlns:a="http://schemas.openxmlformats.org/drawingml/2006/main">
            <a:pathLst>
              <a:path w="45515" h="62642">
                <a:moveTo>
                  <a:pt x="0" y="233"/>
                </a:moveTo>
                <a:lnTo>
                  <a:pt x="45515" y="0"/>
                </a:lnTo>
                <a:lnTo>
                  <a:pt x="23078" y="62642"/>
                </a:lnTo>
                <a:lnTo>
                  <a:pt x="0" y="2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F6A6C5-B25A-4C2B-8313-CEFB1E09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6466" y="3090864"/>
            <a:ext cx="45515" cy="62642"/>
          </a:xfrm>
          <a:custGeom xmlns:a="http://schemas.openxmlformats.org/drawingml/2006/main">
            <a:pathLst>
              <a:path w="45515" h="62642" fill="none">
                <a:moveTo>
                  <a:pt x="0" y="233"/>
                </a:moveTo>
                <a:lnTo>
                  <a:pt x="23078" y="62642"/>
                </a:lnTo>
                <a:lnTo>
                  <a:pt x="45515" y="0"/>
                </a:lnTo>
                <a:lnTo>
                  <a:pt x="0" y="23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00"/>
            </a:solidFill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7D61B0-6D34-4DEB-850B-A6797116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436" y="3675188"/>
            <a:ext cx="434" cy="429830"/>
          </a:xfrm>
          <a:custGeom xmlns:a="http://schemas.openxmlformats.org/drawingml/2006/main">
            <a:pathLst>
              <a:path w="434" h="429830">
                <a:moveTo>
                  <a:pt x="434" y="0"/>
                </a:moveTo>
                <a:lnTo>
                  <a:pt x="0" y="42983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550B41-D728-4617-B7D0-41160E42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520" y="3757856"/>
            <a:ext cx="267" cy="264494"/>
          </a:xfrm>
          <a:custGeom xmlns:a="http://schemas.openxmlformats.org/drawingml/2006/main">
            <a:pathLst>
              <a:path w="267" h="264494" fill="none">
                <a:moveTo>
                  <a:pt x="267" y="0"/>
                </a:moveTo>
                <a:lnTo>
                  <a:pt x="0" y="264494"/>
                </a:lnTo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FF0000"/>
            </a:solidFill>
            <a:custDash>
              <a:ds d="400000" sp="300000"/>
              <a:ds d="100000" sp="300000"/>
            </a:custDash>
            <a:round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EF2C3B-F23C-45FD-B337-5860DA94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3029" y="3695330"/>
            <a:ext cx="45515" cy="62549"/>
          </a:xfrm>
          <a:custGeom xmlns:a="http://schemas.openxmlformats.org/drawingml/2006/main">
            <a:pathLst>
              <a:path w="45515" h="62549">
                <a:moveTo>
                  <a:pt x="45515" y="62549"/>
                </a:moveTo>
                <a:lnTo>
                  <a:pt x="0" y="62503"/>
                </a:lnTo>
                <a:lnTo>
                  <a:pt x="22821" y="0"/>
                </a:lnTo>
                <a:lnTo>
                  <a:pt x="45515" y="62549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9475BC-26C4-4805-A61C-13939A11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3029" y="3695330"/>
            <a:ext cx="45515" cy="62549"/>
          </a:xfrm>
          <a:custGeom xmlns:a="http://schemas.openxmlformats.org/drawingml/2006/main">
            <a:pathLst>
              <a:path w="45515" h="62549" fill="none">
                <a:moveTo>
                  <a:pt x="45515" y="62549"/>
                </a:moveTo>
                <a:lnTo>
                  <a:pt x="22821" y="0"/>
                </a:lnTo>
                <a:lnTo>
                  <a:pt x="0" y="62503"/>
                </a:lnTo>
                <a:lnTo>
                  <a:pt x="45515" y="625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FF0000"/>
            </a:solidFill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92F073-4E1E-4FA6-A3F4-5FFBFF4A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762" y="4022327"/>
            <a:ext cx="45515" cy="62549"/>
          </a:xfrm>
          <a:custGeom xmlns:a="http://schemas.openxmlformats.org/drawingml/2006/main">
            <a:pathLst>
              <a:path w="45515" h="62549">
                <a:moveTo>
                  <a:pt x="0" y="0"/>
                </a:moveTo>
                <a:lnTo>
                  <a:pt x="45515" y="46"/>
                </a:lnTo>
                <a:lnTo>
                  <a:pt x="22694" y="625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17134C-49C8-4FC9-A34B-8F9AE9C6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762" y="4022327"/>
            <a:ext cx="45515" cy="62549"/>
          </a:xfrm>
          <a:custGeom xmlns:a="http://schemas.openxmlformats.org/drawingml/2006/main">
            <a:pathLst>
              <a:path w="45515" h="62549" fill="none">
                <a:moveTo>
                  <a:pt x="0" y="0"/>
                </a:moveTo>
                <a:lnTo>
                  <a:pt x="22694" y="62549"/>
                </a:lnTo>
                <a:lnTo>
                  <a:pt x="45515" y="4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FF0000"/>
            </a:solidFill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B4188B-9151-41C3-BD5B-0DA6CECF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482" y="2330942"/>
            <a:ext cx="823207" cy="271437"/>
          </a:xfrm>
          <a:custGeom xmlns:a="http://schemas.openxmlformats.org/drawingml/2006/main">
            <a:pathLst>
              <a:path w="823207" h="271437">
                <a:moveTo>
                  <a:pt x="0" y="271437"/>
                </a:moveTo>
                <a:cubicBezTo>
                  <a:pt x="0" y="203567"/>
                  <a:pt x="205802" y="169626"/>
                  <a:pt x="411604" y="135697"/>
                </a:cubicBezTo>
                <a:cubicBezTo>
                  <a:pt x="617406" y="101767"/>
                  <a:pt x="823207" y="67848"/>
                  <a:pt x="823207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95BF05-30C7-4B45-9D0F-2DCCEBA7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0128" y="2330942"/>
            <a:ext cx="763562" cy="214198"/>
          </a:xfrm>
          <a:custGeom xmlns:a="http://schemas.openxmlformats.org/drawingml/2006/main">
            <a:pathLst>
              <a:path w="763562" h="214198" fill="none">
                <a:moveTo>
                  <a:pt x="763562" y="0"/>
                </a:moveTo>
                <a:cubicBezTo>
                  <a:pt x="763562" y="67848"/>
                  <a:pt x="557760" y="101767"/>
                  <a:pt x="351958" y="135697"/>
                </a:cubicBezTo>
                <a:cubicBezTo>
                  <a:pt x="249057" y="152662"/>
                  <a:pt x="146156" y="169629"/>
                  <a:pt x="68980" y="190839"/>
                </a:cubicBezTo>
                <a:cubicBezTo>
                  <a:pt x="49686" y="196142"/>
                  <a:pt x="32000" y="201709"/>
                  <a:pt x="16324" y="207609"/>
                </a:cubicBezTo>
                <a:cubicBezTo>
                  <a:pt x="12405" y="209083"/>
                  <a:pt x="8611" y="210579"/>
                  <a:pt x="4950" y="212096"/>
                </a:cubicBezTo>
                <a:cubicBezTo>
                  <a:pt x="4034" y="212476"/>
                  <a:pt x="3128" y="212856"/>
                  <a:pt x="2229" y="213238"/>
                </a:cubicBezTo>
                <a:lnTo>
                  <a:pt x="0" y="214198"/>
                </a:lnTo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00"/>
            </a:solidFill>
            <a:round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14A76A-5DB2-49A7-87EE-E6106565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5015" y="2528720"/>
            <a:ext cx="60870" cy="59713"/>
          </a:xfrm>
          <a:custGeom xmlns:a="http://schemas.openxmlformats.org/drawingml/2006/main">
            <a:pathLst>
              <a:path w="60870" h="59713">
                <a:moveTo>
                  <a:pt x="29356" y="0"/>
                </a:moveTo>
                <a:lnTo>
                  <a:pt x="60870" y="32840"/>
                </a:lnTo>
                <a:lnTo>
                  <a:pt x="0" y="59713"/>
                </a:lnTo>
                <a:lnTo>
                  <a:pt x="2935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AA01BA-97E7-4E66-8B62-67406C73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5015" y="2528720"/>
            <a:ext cx="60870" cy="59713"/>
          </a:xfrm>
          <a:custGeom xmlns:a="http://schemas.openxmlformats.org/drawingml/2006/main">
            <a:pathLst>
              <a:path w="60870" h="59713" fill="none">
                <a:moveTo>
                  <a:pt x="29356" y="0"/>
                </a:moveTo>
                <a:lnTo>
                  <a:pt x="0" y="59713"/>
                </a:lnTo>
                <a:lnTo>
                  <a:pt x="60870" y="32840"/>
                </a:lnTo>
                <a:lnTo>
                  <a:pt x="2935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00"/>
            </a:solidFill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4499C5-A72E-432E-93C8-29023053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220" y="1412836"/>
            <a:ext cx="1269527" cy="333926"/>
          </a:xfrm>
          <a:custGeom xmlns:a="http://schemas.openxmlformats.org/drawingml/2006/main">
            <a:pathLst>
              <a:path w="1269527" h="333926">
                <a:moveTo>
                  <a:pt x="0" y="0"/>
                </a:moveTo>
                <a:lnTo>
                  <a:pt x="1269527" y="0"/>
                </a:lnTo>
                <a:lnTo>
                  <a:pt x="1269527" y="333926"/>
                </a:lnTo>
                <a:lnTo>
                  <a:pt x="0" y="3339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video">
            <a:extLst xmlns:a="http://schemas.openxmlformats.org/drawingml/2006/main">
              <a:ext uri="{FF2B5EF4-FFF2-40B4-BE49-F238E27FC236}">
                <a16:creationId xmlns:a16="http://schemas.microsoft.com/office/drawing/2014/main" id="{DF32053B-191F-4149-8DB2-0848C59A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2585" y="1516016"/>
            <a:ext cx="446310" cy="119481"/>
          </a:xfrm>
          <a:custGeom xmlns:a="http://schemas.openxmlformats.org/drawingml/2006/main">
            <a:pathLst>
              <a:path w="446310" h="119481">
                <a:moveTo>
                  <a:pt x="55220" y="117543"/>
                </a:moveTo>
                <a:lnTo>
                  <a:pt x="32534" y="117543"/>
                </a:lnTo>
                <a:lnTo>
                  <a:pt x="0" y="35521"/>
                </a:lnTo>
                <a:lnTo>
                  <a:pt x="21959" y="35521"/>
                </a:lnTo>
                <a:lnTo>
                  <a:pt x="38993" y="82113"/>
                </a:lnTo>
                <a:lnTo>
                  <a:pt x="44079" y="97159"/>
                </a:lnTo>
                <a:lnTo>
                  <a:pt x="49084" y="82761"/>
                </a:lnTo>
                <a:lnTo>
                  <a:pt x="66280" y="35521"/>
                </a:lnTo>
                <a:lnTo>
                  <a:pt x="87431" y="35521"/>
                </a:lnTo>
                <a:lnTo>
                  <a:pt x="55220" y="117543"/>
                </a:lnTo>
                <a:close/>
                <a:moveTo>
                  <a:pt x="148411" y="12957"/>
                </a:moveTo>
                <a:cubicBezTo>
                  <a:pt x="148411" y="14738"/>
                  <a:pt x="148088" y="16412"/>
                  <a:pt x="147442" y="17978"/>
                </a:cubicBezTo>
                <a:cubicBezTo>
                  <a:pt x="146796" y="19543"/>
                  <a:pt x="145895" y="20907"/>
                  <a:pt x="144738" y="22067"/>
                </a:cubicBezTo>
                <a:cubicBezTo>
                  <a:pt x="143580" y="23228"/>
                  <a:pt x="142221" y="24146"/>
                  <a:pt x="140661" y="24822"/>
                </a:cubicBezTo>
                <a:cubicBezTo>
                  <a:pt x="139100" y="25496"/>
                  <a:pt x="137405" y="25834"/>
                  <a:pt x="135575" y="25834"/>
                </a:cubicBezTo>
                <a:cubicBezTo>
                  <a:pt x="133745" y="25834"/>
                  <a:pt x="132036" y="25496"/>
                  <a:pt x="130448" y="24822"/>
                </a:cubicBezTo>
                <a:cubicBezTo>
                  <a:pt x="128861" y="24146"/>
                  <a:pt x="127488" y="23228"/>
                  <a:pt x="126331" y="22067"/>
                </a:cubicBezTo>
                <a:cubicBezTo>
                  <a:pt x="125174" y="20907"/>
                  <a:pt x="124272" y="19543"/>
                  <a:pt x="123627" y="17978"/>
                </a:cubicBezTo>
                <a:cubicBezTo>
                  <a:pt x="122981" y="16412"/>
                  <a:pt x="122658" y="14738"/>
                  <a:pt x="122658" y="12957"/>
                </a:cubicBezTo>
                <a:cubicBezTo>
                  <a:pt x="122658" y="11176"/>
                  <a:pt x="122981" y="9503"/>
                  <a:pt x="123627" y="7937"/>
                </a:cubicBezTo>
                <a:cubicBezTo>
                  <a:pt x="124272" y="6371"/>
                  <a:pt x="125174" y="4994"/>
                  <a:pt x="126331" y="3807"/>
                </a:cubicBezTo>
                <a:cubicBezTo>
                  <a:pt x="127488" y="2620"/>
                  <a:pt x="128861" y="1689"/>
                  <a:pt x="130448" y="1014"/>
                </a:cubicBezTo>
                <a:cubicBezTo>
                  <a:pt x="132036" y="338"/>
                  <a:pt x="133745" y="0"/>
                  <a:pt x="135575" y="0"/>
                </a:cubicBezTo>
                <a:cubicBezTo>
                  <a:pt x="137405" y="0"/>
                  <a:pt x="139100" y="338"/>
                  <a:pt x="140661" y="1014"/>
                </a:cubicBezTo>
                <a:cubicBezTo>
                  <a:pt x="142221" y="1689"/>
                  <a:pt x="143580" y="2620"/>
                  <a:pt x="144738" y="3807"/>
                </a:cubicBezTo>
                <a:cubicBezTo>
                  <a:pt x="145895" y="4994"/>
                  <a:pt x="146796" y="6371"/>
                  <a:pt x="147442" y="7937"/>
                </a:cubicBezTo>
                <a:cubicBezTo>
                  <a:pt x="148088" y="9503"/>
                  <a:pt x="148411" y="11176"/>
                  <a:pt x="148411" y="12957"/>
                </a:cubicBezTo>
                <a:moveTo>
                  <a:pt x="126614" y="50860"/>
                </a:moveTo>
                <a:lnTo>
                  <a:pt x="103444" y="50860"/>
                </a:lnTo>
                <a:lnTo>
                  <a:pt x="103444" y="35521"/>
                </a:lnTo>
                <a:lnTo>
                  <a:pt x="146796" y="35521"/>
                </a:lnTo>
                <a:lnTo>
                  <a:pt x="146796" y="102205"/>
                </a:lnTo>
                <a:lnTo>
                  <a:pt x="170450" y="102205"/>
                </a:lnTo>
                <a:lnTo>
                  <a:pt x="170450" y="117543"/>
                </a:lnTo>
                <a:lnTo>
                  <a:pt x="100618" y="117543"/>
                </a:lnTo>
                <a:lnTo>
                  <a:pt x="100618" y="102205"/>
                </a:lnTo>
                <a:lnTo>
                  <a:pt x="126614" y="102205"/>
                </a:lnTo>
                <a:lnTo>
                  <a:pt x="126614" y="50860"/>
                </a:lnTo>
                <a:close/>
                <a:moveTo>
                  <a:pt x="242490" y="117543"/>
                </a:moveTo>
                <a:lnTo>
                  <a:pt x="242006" y="105426"/>
                </a:lnTo>
                <a:cubicBezTo>
                  <a:pt x="240283" y="107539"/>
                  <a:pt x="238507" y="109462"/>
                  <a:pt x="236678" y="111196"/>
                </a:cubicBezTo>
                <a:cubicBezTo>
                  <a:pt x="234848" y="112928"/>
                  <a:pt x="232883" y="114404"/>
                  <a:pt x="230784" y="115624"/>
                </a:cubicBezTo>
                <a:cubicBezTo>
                  <a:pt x="228685" y="116841"/>
                  <a:pt x="226438" y="117788"/>
                  <a:pt x="224043" y="118464"/>
                </a:cubicBezTo>
                <a:cubicBezTo>
                  <a:pt x="221648" y="119142"/>
                  <a:pt x="218998" y="119481"/>
                  <a:pt x="216091" y="119481"/>
                </a:cubicBezTo>
                <a:cubicBezTo>
                  <a:pt x="211247" y="119481"/>
                  <a:pt x="206942" y="118511"/>
                  <a:pt x="203174" y="116572"/>
                </a:cubicBezTo>
                <a:cubicBezTo>
                  <a:pt x="199407" y="114633"/>
                  <a:pt x="196245" y="111872"/>
                  <a:pt x="193689" y="108290"/>
                </a:cubicBezTo>
                <a:cubicBezTo>
                  <a:pt x="191132" y="104707"/>
                  <a:pt x="189181" y="100357"/>
                  <a:pt x="187836" y="95239"/>
                </a:cubicBezTo>
                <a:cubicBezTo>
                  <a:pt x="186490" y="90121"/>
                  <a:pt x="185817" y="84410"/>
                  <a:pt x="185817" y="78107"/>
                </a:cubicBezTo>
                <a:cubicBezTo>
                  <a:pt x="185817" y="70565"/>
                  <a:pt x="186880" y="64033"/>
                  <a:pt x="189006" y="58512"/>
                </a:cubicBezTo>
                <a:cubicBezTo>
                  <a:pt x="191132" y="52990"/>
                  <a:pt x="194079" y="48411"/>
                  <a:pt x="197846" y="44775"/>
                </a:cubicBezTo>
                <a:cubicBezTo>
                  <a:pt x="201614" y="41139"/>
                  <a:pt x="206081" y="38445"/>
                  <a:pt x="211247" y="36694"/>
                </a:cubicBezTo>
                <a:cubicBezTo>
                  <a:pt x="216414" y="34944"/>
                  <a:pt x="222038" y="34068"/>
                  <a:pt x="228120" y="34068"/>
                </a:cubicBezTo>
                <a:cubicBezTo>
                  <a:pt x="230165" y="34068"/>
                  <a:pt x="232224" y="34203"/>
                  <a:pt x="234296" y="34472"/>
                </a:cubicBezTo>
                <a:cubicBezTo>
                  <a:pt x="236368" y="34741"/>
                  <a:pt x="238211" y="35091"/>
                  <a:pt x="239826" y="35521"/>
                </a:cubicBezTo>
                <a:lnTo>
                  <a:pt x="239826" y="3391"/>
                </a:lnTo>
                <a:lnTo>
                  <a:pt x="259524" y="3391"/>
                </a:lnTo>
                <a:lnTo>
                  <a:pt x="259524" y="117543"/>
                </a:lnTo>
                <a:lnTo>
                  <a:pt x="242490" y="117543"/>
                </a:lnTo>
                <a:moveTo>
                  <a:pt x="206484" y="77178"/>
                </a:moveTo>
                <a:cubicBezTo>
                  <a:pt x="206484" y="81699"/>
                  <a:pt x="206794" y="85561"/>
                  <a:pt x="207413" y="88763"/>
                </a:cubicBezTo>
                <a:cubicBezTo>
                  <a:pt x="208032" y="91965"/>
                  <a:pt x="208947" y="94589"/>
                  <a:pt x="210158" y="96634"/>
                </a:cubicBezTo>
                <a:cubicBezTo>
                  <a:pt x="211369" y="98679"/>
                  <a:pt x="212862" y="100173"/>
                  <a:pt x="214638" y="101115"/>
                </a:cubicBezTo>
                <a:cubicBezTo>
                  <a:pt x="216414" y="102057"/>
                  <a:pt x="218432" y="102528"/>
                  <a:pt x="220693" y="102528"/>
                </a:cubicBezTo>
                <a:cubicBezTo>
                  <a:pt x="224030" y="102528"/>
                  <a:pt x="227205" y="101182"/>
                  <a:pt x="230219" y="98491"/>
                </a:cubicBezTo>
                <a:cubicBezTo>
                  <a:pt x="233233" y="95800"/>
                  <a:pt x="236435" y="92113"/>
                  <a:pt x="239826" y="87431"/>
                </a:cubicBezTo>
                <a:lnTo>
                  <a:pt x="239826" y="51587"/>
                </a:lnTo>
                <a:cubicBezTo>
                  <a:pt x="238265" y="50995"/>
                  <a:pt x="236341" y="50510"/>
                  <a:pt x="234054" y="50134"/>
                </a:cubicBezTo>
                <a:cubicBezTo>
                  <a:pt x="231766" y="49757"/>
                  <a:pt x="229466" y="49568"/>
                  <a:pt x="227151" y="49568"/>
                </a:cubicBezTo>
                <a:cubicBezTo>
                  <a:pt x="223976" y="49568"/>
                  <a:pt x="221123" y="50214"/>
                  <a:pt x="218594" y="51506"/>
                </a:cubicBezTo>
                <a:cubicBezTo>
                  <a:pt x="216064" y="52798"/>
                  <a:pt x="213898" y="54628"/>
                  <a:pt x="212095" y="56996"/>
                </a:cubicBezTo>
                <a:cubicBezTo>
                  <a:pt x="210292" y="59364"/>
                  <a:pt x="208906" y="62257"/>
                  <a:pt x="207938" y="65674"/>
                </a:cubicBezTo>
                <a:cubicBezTo>
                  <a:pt x="206969" y="69092"/>
                  <a:pt x="206484" y="72926"/>
                  <a:pt x="206484" y="77178"/>
                </a:cubicBezTo>
                <a:close/>
                <a:moveTo>
                  <a:pt x="353119" y="70235"/>
                </a:moveTo>
                <a:cubicBezTo>
                  <a:pt x="353119" y="71581"/>
                  <a:pt x="353078" y="73330"/>
                  <a:pt x="352998" y="75483"/>
                </a:cubicBezTo>
                <a:cubicBezTo>
                  <a:pt x="352917" y="77636"/>
                  <a:pt x="352796" y="79654"/>
                  <a:pt x="352634" y="81538"/>
                </a:cubicBezTo>
                <a:lnTo>
                  <a:pt x="298707" y="81538"/>
                </a:lnTo>
                <a:cubicBezTo>
                  <a:pt x="298707" y="85144"/>
                  <a:pt x="299258" y="88319"/>
                  <a:pt x="300362" y="91064"/>
                </a:cubicBezTo>
                <a:cubicBezTo>
                  <a:pt x="301465" y="93809"/>
                  <a:pt x="303026" y="96110"/>
                  <a:pt x="305044" y="97966"/>
                </a:cubicBezTo>
                <a:cubicBezTo>
                  <a:pt x="307062" y="99823"/>
                  <a:pt x="309484" y="101236"/>
                  <a:pt x="312310" y="102205"/>
                </a:cubicBezTo>
                <a:cubicBezTo>
                  <a:pt x="315135" y="103173"/>
                  <a:pt x="318270" y="103658"/>
                  <a:pt x="321715" y="103658"/>
                </a:cubicBezTo>
                <a:cubicBezTo>
                  <a:pt x="325697" y="103658"/>
                  <a:pt x="329963" y="103342"/>
                  <a:pt x="334510" y="102712"/>
                </a:cubicBezTo>
                <a:cubicBezTo>
                  <a:pt x="339058" y="102079"/>
                  <a:pt x="343781" y="101049"/>
                  <a:pt x="348679" y="99621"/>
                </a:cubicBezTo>
                <a:lnTo>
                  <a:pt x="348679" y="115283"/>
                </a:lnTo>
                <a:cubicBezTo>
                  <a:pt x="346580" y="115899"/>
                  <a:pt x="344292" y="116459"/>
                  <a:pt x="341817" y="116963"/>
                </a:cubicBezTo>
                <a:cubicBezTo>
                  <a:pt x="339341" y="117466"/>
                  <a:pt x="336811" y="117913"/>
                  <a:pt x="334228" y="118305"/>
                </a:cubicBezTo>
                <a:cubicBezTo>
                  <a:pt x="331645" y="118697"/>
                  <a:pt x="329034" y="118991"/>
                  <a:pt x="326397" y="119186"/>
                </a:cubicBezTo>
                <a:cubicBezTo>
                  <a:pt x="323760" y="119383"/>
                  <a:pt x="321203" y="119481"/>
                  <a:pt x="318728" y="119481"/>
                </a:cubicBezTo>
                <a:cubicBezTo>
                  <a:pt x="312485" y="119481"/>
                  <a:pt x="306887" y="118592"/>
                  <a:pt x="301936" y="116814"/>
                </a:cubicBezTo>
                <a:cubicBezTo>
                  <a:pt x="296984" y="115037"/>
                  <a:pt x="292786" y="112410"/>
                  <a:pt x="289342" y="108936"/>
                </a:cubicBezTo>
                <a:cubicBezTo>
                  <a:pt x="285897" y="105461"/>
                  <a:pt x="283260" y="101164"/>
                  <a:pt x="281430" y="96046"/>
                </a:cubicBezTo>
                <a:cubicBezTo>
                  <a:pt x="279600" y="90928"/>
                  <a:pt x="278685" y="85003"/>
                  <a:pt x="278685" y="78271"/>
                </a:cubicBezTo>
                <a:cubicBezTo>
                  <a:pt x="278685" y="71590"/>
                  <a:pt x="279600" y="65516"/>
                  <a:pt x="281430" y="60048"/>
                </a:cubicBezTo>
                <a:cubicBezTo>
                  <a:pt x="283260" y="54580"/>
                  <a:pt x="285844" y="49894"/>
                  <a:pt x="289180" y="45989"/>
                </a:cubicBezTo>
                <a:cubicBezTo>
                  <a:pt x="292517" y="42082"/>
                  <a:pt x="296567" y="39064"/>
                  <a:pt x="301330" y="36937"/>
                </a:cubicBezTo>
                <a:cubicBezTo>
                  <a:pt x="306093" y="34809"/>
                  <a:pt x="311408" y="33745"/>
                  <a:pt x="317275" y="33745"/>
                </a:cubicBezTo>
                <a:cubicBezTo>
                  <a:pt x="323087" y="33745"/>
                  <a:pt x="328227" y="34647"/>
                  <a:pt x="332694" y="36450"/>
                </a:cubicBezTo>
                <a:cubicBezTo>
                  <a:pt x="337161" y="38253"/>
                  <a:pt x="340902" y="40769"/>
                  <a:pt x="343916" y="43998"/>
                </a:cubicBezTo>
                <a:cubicBezTo>
                  <a:pt x="346930" y="47227"/>
                  <a:pt x="349217" y="51075"/>
                  <a:pt x="350778" y="55542"/>
                </a:cubicBezTo>
                <a:cubicBezTo>
                  <a:pt x="352338" y="60010"/>
                  <a:pt x="353119" y="64907"/>
                  <a:pt x="353119" y="70235"/>
                </a:cubicBezTo>
                <a:moveTo>
                  <a:pt x="333098" y="67329"/>
                </a:moveTo>
                <a:cubicBezTo>
                  <a:pt x="333152" y="64113"/>
                  <a:pt x="332748" y="61313"/>
                  <a:pt x="331887" y="58928"/>
                </a:cubicBezTo>
                <a:cubicBezTo>
                  <a:pt x="331026" y="56543"/>
                  <a:pt x="329855" y="54574"/>
                  <a:pt x="328375" y="53020"/>
                </a:cubicBezTo>
                <a:cubicBezTo>
                  <a:pt x="326895" y="51466"/>
                  <a:pt x="325173" y="50314"/>
                  <a:pt x="323208" y="49563"/>
                </a:cubicBezTo>
                <a:cubicBezTo>
                  <a:pt x="321244" y="48813"/>
                  <a:pt x="319131" y="48438"/>
                  <a:pt x="316871" y="48438"/>
                </a:cubicBezTo>
                <a:cubicBezTo>
                  <a:pt x="311919" y="48438"/>
                  <a:pt x="307856" y="50086"/>
                  <a:pt x="304681" y="53383"/>
                </a:cubicBezTo>
                <a:cubicBezTo>
                  <a:pt x="301505" y="56678"/>
                  <a:pt x="299622" y="61326"/>
                  <a:pt x="299029" y="67329"/>
                </a:cubicBezTo>
                <a:lnTo>
                  <a:pt x="333098" y="67329"/>
                </a:lnTo>
                <a:close/>
                <a:moveTo>
                  <a:pt x="446310" y="75927"/>
                </a:moveTo>
                <a:cubicBezTo>
                  <a:pt x="446310" y="82390"/>
                  <a:pt x="445395" y="88302"/>
                  <a:pt x="443565" y="93662"/>
                </a:cubicBezTo>
                <a:cubicBezTo>
                  <a:pt x="441735" y="99023"/>
                  <a:pt x="439098" y="103616"/>
                  <a:pt x="435654" y="107442"/>
                </a:cubicBezTo>
                <a:cubicBezTo>
                  <a:pt x="432209" y="111267"/>
                  <a:pt x="427984" y="114229"/>
                  <a:pt x="422979" y="116330"/>
                </a:cubicBezTo>
                <a:cubicBezTo>
                  <a:pt x="417974" y="118431"/>
                  <a:pt x="412269" y="119481"/>
                  <a:pt x="405864" y="119481"/>
                </a:cubicBezTo>
                <a:cubicBezTo>
                  <a:pt x="399782" y="119481"/>
                  <a:pt x="394347" y="118592"/>
                  <a:pt x="389557" y="116814"/>
                </a:cubicBezTo>
                <a:cubicBezTo>
                  <a:pt x="384767" y="115037"/>
                  <a:pt x="380703" y="112383"/>
                  <a:pt x="377366" y="108855"/>
                </a:cubicBezTo>
                <a:cubicBezTo>
                  <a:pt x="374030" y="105326"/>
                  <a:pt x="371473" y="100909"/>
                  <a:pt x="369697" y="95602"/>
                </a:cubicBezTo>
                <a:cubicBezTo>
                  <a:pt x="367921" y="90296"/>
                  <a:pt x="367033" y="84114"/>
                  <a:pt x="367033" y="77057"/>
                </a:cubicBezTo>
                <a:cubicBezTo>
                  <a:pt x="367033" y="70540"/>
                  <a:pt x="367961" y="64615"/>
                  <a:pt x="369818" y="59281"/>
                </a:cubicBezTo>
                <a:cubicBezTo>
                  <a:pt x="371675" y="53948"/>
                  <a:pt x="374339" y="49396"/>
                  <a:pt x="377810" y="45625"/>
                </a:cubicBezTo>
                <a:cubicBezTo>
                  <a:pt x="381282" y="41853"/>
                  <a:pt x="385520" y="38930"/>
                  <a:pt x="390525" y="36856"/>
                </a:cubicBezTo>
                <a:cubicBezTo>
                  <a:pt x="395531" y="34782"/>
                  <a:pt x="401182" y="33745"/>
                  <a:pt x="407479" y="33745"/>
                </a:cubicBezTo>
                <a:cubicBezTo>
                  <a:pt x="413614" y="33745"/>
                  <a:pt x="419077" y="34648"/>
                  <a:pt x="423867" y="36452"/>
                </a:cubicBezTo>
                <a:cubicBezTo>
                  <a:pt x="428657" y="38257"/>
                  <a:pt x="432720" y="40937"/>
                  <a:pt x="436057" y="44493"/>
                </a:cubicBezTo>
                <a:cubicBezTo>
                  <a:pt x="439394" y="48048"/>
                  <a:pt x="441937" y="52452"/>
                  <a:pt x="443686" y="57705"/>
                </a:cubicBezTo>
                <a:cubicBezTo>
                  <a:pt x="445436" y="62957"/>
                  <a:pt x="446310" y="69031"/>
                  <a:pt x="446310" y="75927"/>
                </a:cubicBezTo>
                <a:moveTo>
                  <a:pt x="425805" y="76411"/>
                </a:moveTo>
                <a:cubicBezTo>
                  <a:pt x="425805" y="67921"/>
                  <a:pt x="424203" y="61540"/>
                  <a:pt x="421001" y="57268"/>
                </a:cubicBezTo>
                <a:cubicBezTo>
                  <a:pt x="417799" y="52996"/>
                  <a:pt x="413076" y="50860"/>
                  <a:pt x="406833" y="50860"/>
                </a:cubicBezTo>
                <a:cubicBezTo>
                  <a:pt x="403388" y="50860"/>
                  <a:pt x="400455" y="51532"/>
                  <a:pt x="398033" y="52876"/>
                </a:cubicBezTo>
                <a:cubicBezTo>
                  <a:pt x="395611" y="54218"/>
                  <a:pt x="393620" y="56058"/>
                  <a:pt x="392059" y="58396"/>
                </a:cubicBezTo>
                <a:cubicBezTo>
                  <a:pt x="390499" y="60734"/>
                  <a:pt x="389355" y="63461"/>
                  <a:pt x="388628" y="66577"/>
                </a:cubicBezTo>
                <a:cubicBezTo>
                  <a:pt x="387902" y="69694"/>
                  <a:pt x="387538" y="73026"/>
                  <a:pt x="387538" y="76573"/>
                </a:cubicBezTo>
                <a:cubicBezTo>
                  <a:pt x="387538" y="85117"/>
                  <a:pt x="389261" y="91552"/>
                  <a:pt x="392705" y="95877"/>
                </a:cubicBezTo>
                <a:cubicBezTo>
                  <a:pt x="396150" y="100203"/>
                  <a:pt x="400859" y="102366"/>
                  <a:pt x="406833" y="102366"/>
                </a:cubicBezTo>
                <a:cubicBezTo>
                  <a:pt x="410116" y="102366"/>
                  <a:pt x="412968" y="101708"/>
                  <a:pt x="415390" y="100391"/>
                </a:cubicBezTo>
                <a:cubicBezTo>
                  <a:pt x="417812" y="99074"/>
                  <a:pt x="419777" y="97247"/>
                  <a:pt x="421284" y="94911"/>
                </a:cubicBezTo>
                <a:cubicBezTo>
                  <a:pt x="422791" y="92573"/>
                  <a:pt x="423921" y="89819"/>
                  <a:pt x="424674" y="86649"/>
                </a:cubicBezTo>
                <a:cubicBezTo>
                  <a:pt x="425428" y="83479"/>
                  <a:pt x="425805" y="80066"/>
                  <a:pt x="425805" y="764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825CC7-8DB7-4D3F-B015-5DFB1F1B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860" y="1726447"/>
            <a:ext cx="10" cy="2532979"/>
          </a:xfrm>
          <a:custGeom xmlns:a="http://schemas.openxmlformats.org/drawingml/2006/main">
            <a:pathLst>
              <a:path w="1" h="2532979">
                <a:moveTo>
                  <a:pt x="0" y="0"/>
                </a:moveTo>
                <a:lnTo>
                  <a:pt x="0" y="2532979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F7DE90-FF96-4A28-928C-C7FE91E5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860" y="1726447"/>
            <a:ext cx="10" cy="2532979"/>
          </a:xfrm>
          <a:custGeom xmlns:a="http://schemas.openxmlformats.org/drawingml/2006/main">
            <a:pathLst>
              <a:path w="1" h="2532979" fill="none">
                <a:moveTo>
                  <a:pt x="0" y="0"/>
                </a:moveTo>
                <a:lnTo>
                  <a:pt x="0" y="2532979"/>
                </a:lnTo>
              </a:path>
            </a:pathLst>
          </a:custGeom>
          <a:noFill xmlns:a="http://schemas.openxmlformats.org/drawingml/2006/main"/>
          <a:ln xmlns:a="http://schemas.openxmlformats.org/drawingml/2006/main" w="20667" cap="flat">
            <a:solidFill>
              <a:srgbClr val="000000"/>
            </a:solidFill>
            <a:custDash>
              <a:ds d="400000" sp="300000"/>
            </a:custDash>
            <a:round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7B4C77-B2F1-4347-856B-000670BF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651" y="1505999"/>
            <a:ext cx="10" cy="2532979"/>
          </a:xfrm>
          <a:custGeom xmlns:a="http://schemas.openxmlformats.org/drawingml/2006/main">
            <a:pathLst>
              <a:path w="1" h="2532979">
                <a:moveTo>
                  <a:pt x="0" y="0"/>
                </a:moveTo>
                <a:lnTo>
                  <a:pt x="0" y="2532979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900029-2B80-4B12-AB2F-10FA3835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651" y="1505999"/>
            <a:ext cx="10" cy="2532979"/>
          </a:xfrm>
          <a:custGeom xmlns:a="http://schemas.openxmlformats.org/drawingml/2006/main">
            <a:pathLst>
              <a:path w="1" h="2532979" fill="none">
                <a:moveTo>
                  <a:pt x="0" y="0"/>
                </a:moveTo>
                <a:lnTo>
                  <a:pt x="0" y="2532979"/>
                </a:lnTo>
              </a:path>
            </a:pathLst>
          </a:custGeom>
          <a:noFill xmlns:a="http://schemas.openxmlformats.org/drawingml/2006/main"/>
          <a:ln xmlns:a="http://schemas.openxmlformats.org/drawingml/2006/main" w="20667" cap="flat">
            <a:solidFill>
              <a:srgbClr val="000000"/>
            </a:solidFill>
            <a:custDash>
              <a:ds d="400000" sp="300000"/>
            </a:custDash>
            <a:round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C8022A-819E-4006-959E-733209B0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9949" y="1758414"/>
            <a:ext cx="1443108" cy="667852"/>
          </a:xfrm>
          <a:custGeom xmlns:a="http://schemas.openxmlformats.org/drawingml/2006/main">
            <a:pathLst>
              <a:path w="1443108" h="667852">
                <a:moveTo>
                  <a:pt x="0" y="0"/>
                </a:moveTo>
                <a:lnTo>
                  <a:pt x="1443108" y="0"/>
                </a:lnTo>
                <a:lnTo>
                  <a:pt x="1443108" y="667852"/>
                </a:lnTo>
                <a:lnTo>
                  <a:pt x="0" y="6678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Text |TXT_EMB|">
            <a:extLst xmlns:a="http://schemas.openxmlformats.org/drawingml/2006/main">
              <a:ext uri="{FF2B5EF4-FFF2-40B4-BE49-F238E27FC236}">
                <a16:creationId xmlns:a16="http://schemas.microsoft.com/office/drawing/2014/main" id="{8F5CC595-D439-4AC3-94FE-4E7C1E3D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345" y="1843958"/>
            <a:ext cx="661616" cy="146965"/>
          </a:xfrm>
          <a:custGeom xmlns:a="http://schemas.openxmlformats.org/drawingml/2006/main">
            <a:pathLst>
              <a:path w="661616" h="146965">
                <a:moveTo>
                  <a:pt x="0" y="146965"/>
                </a:moveTo>
                <a:lnTo>
                  <a:pt x="0" y="0"/>
                </a:lnTo>
                <a:lnTo>
                  <a:pt x="16146" y="0"/>
                </a:lnTo>
                <a:lnTo>
                  <a:pt x="16146" y="146965"/>
                </a:lnTo>
                <a:lnTo>
                  <a:pt x="0" y="146965"/>
                </a:lnTo>
                <a:close/>
                <a:moveTo>
                  <a:pt x="97763" y="38464"/>
                </a:moveTo>
                <a:lnTo>
                  <a:pt x="97763" y="117543"/>
                </a:lnTo>
                <a:lnTo>
                  <a:pt x="79679" y="117543"/>
                </a:lnTo>
                <a:lnTo>
                  <a:pt x="79679" y="38464"/>
                </a:lnTo>
                <a:lnTo>
                  <a:pt x="53989" y="38464"/>
                </a:lnTo>
                <a:lnTo>
                  <a:pt x="53989" y="23681"/>
                </a:lnTo>
                <a:lnTo>
                  <a:pt x="123453" y="23681"/>
                </a:lnTo>
                <a:lnTo>
                  <a:pt x="123453" y="38464"/>
                </a:lnTo>
                <a:lnTo>
                  <a:pt x="97763" y="38464"/>
                </a:lnTo>
                <a:close/>
                <a:moveTo>
                  <a:pt x="186771" y="117543"/>
                </a:moveTo>
                <a:lnTo>
                  <a:pt x="168687" y="83000"/>
                </a:lnTo>
                <a:lnTo>
                  <a:pt x="150891" y="117543"/>
                </a:lnTo>
                <a:lnTo>
                  <a:pt x="129578" y="117543"/>
                </a:lnTo>
                <a:lnTo>
                  <a:pt x="158322" y="69343"/>
                </a:lnTo>
                <a:lnTo>
                  <a:pt x="131372" y="23681"/>
                </a:lnTo>
                <a:lnTo>
                  <a:pt x="152111" y="23681"/>
                </a:lnTo>
                <a:lnTo>
                  <a:pt x="169118" y="56285"/>
                </a:lnTo>
                <a:lnTo>
                  <a:pt x="185551" y="23681"/>
                </a:lnTo>
                <a:lnTo>
                  <a:pt x="206290" y="23681"/>
                </a:lnTo>
                <a:lnTo>
                  <a:pt x="179615" y="68876"/>
                </a:lnTo>
                <a:lnTo>
                  <a:pt x="209232" y="117543"/>
                </a:lnTo>
                <a:lnTo>
                  <a:pt x="186771" y="117543"/>
                </a:lnTo>
                <a:close/>
                <a:moveTo>
                  <a:pt x="259130" y="38464"/>
                </a:moveTo>
                <a:lnTo>
                  <a:pt x="259130" y="117543"/>
                </a:lnTo>
                <a:lnTo>
                  <a:pt x="241046" y="117543"/>
                </a:lnTo>
                <a:lnTo>
                  <a:pt x="241046" y="38464"/>
                </a:lnTo>
                <a:lnTo>
                  <a:pt x="215356" y="38464"/>
                </a:lnTo>
                <a:lnTo>
                  <a:pt x="215356" y="23681"/>
                </a:lnTo>
                <a:lnTo>
                  <a:pt x="284820" y="23681"/>
                </a:lnTo>
                <a:lnTo>
                  <a:pt x="284820" y="38464"/>
                </a:lnTo>
                <a:lnTo>
                  <a:pt x="259130" y="38464"/>
                </a:lnTo>
                <a:close/>
                <a:moveTo>
                  <a:pt x="290371" y="146965"/>
                </a:moveTo>
                <a:lnTo>
                  <a:pt x="290371" y="133044"/>
                </a:lnTo>
                <a:lnTo>
                  <a:pt x="371173" y="133044"/>
                </a:lnTo>
                <a:lnTo>
                  <a:pt x="371173" y="146965"/>
                </a:lnTo>
                <a:lnTo>
                  <a:pt x="290371" y="146965"/>
                </a:lnTo>
                <a:close/>
                <a:moveTo>
                  <a:pt x="384260" y="117543"/>
                </a:moveTo>
                <a:lnTo>
                  <a:pt x="384260" y="23681"/>
                </a:lnTo>
                <a:lnTo>
                  <a:pt x="440735" y="23681"/>
                </a:lnTo>
                <a:lnTo>
                  <a:pt x="440735" y="38607"/>
                </a:lnTo>
                <a:lnTo>
                  <a:pt x="402200" y="38607"/>
                </a:lnTo>
                <a:lnTo>
                  <a:pt x="402200" y="61857"/>
                </a:lnTo>
                <a:lnTo>
                  <a:pt x="438941" y="61857"/>
                </a:lnTo>
                <a:lnTo>
                  <a:pt x="438941" y="76497"/>
                </a:lnTo>
                <a:lnTo>
                  <a:pt x="402200" y="76497"/>
                </a:lnTo>
                <a:lnTo>
                  <a:pt x="402200" y="102617"/>
                </a:lnTo>
                <a:lnTo>
                  <a:pt x="440735" y="102617"/>
                </a:lnTo>
                <a:lnTo>
                  <a:pt x="440735" y="117543"/>
                </a:lnTo>
                <a:lnTo>
                  <a:pt x="384260" y="117543"/>
                </a:lnTo>
                <a:close/>
                <a:moveTo>
                  <a:pt x="513740" y="117543"/>
                </a:moveTo>
                <a:lnTo>
                  <a:pt x="512018" y="64461"/>
                </a:lnTo>
                <a:lnTo>
                  <a:pt x="511372" y="43271"/>
                </a:lnTo>
                <a:lnTo>
                  <a:pt x="506851" y="57552"/>
                </a:lnTo>
                <a:lnTo>
                  <a:pt x="496446" y="89557"/>
                </a:lnTo>
                <a:lnTo>
                  <a:pt x="485395" y="89557"/>
                </a:lnTo>
                <a:lnTo>
                  <a:pt x="475994" y="57552"/>
                </a:lnTo>
                <a:lnTo>
                  <a:pt x="472048" y="43271"/>
                </a:lnTo>
                <a:lnTo>
                  <a:pt x="471545" y="64030"/>
                </a:lnTo>
                <a:lnTo>
                  <a:pt x="469967" y="117543"/>
                </a:lnTo>
                <a:lnTo>
                  <a:pt x="454969" y="117543"/>
                </a:lnTo>
                <a:lnTo>
                  <a:pt x="459561" y="23681"/>
                </a:lnTo>
                <a:lnTo>
                  <a:pt x="479511" y="23681"/>
                </a:lnTo>
                <a:lnTo>
                  <a:pt x="487763" y="50374"/>
                </a:lnTo>
                <a:lnTo>
                  <a:pt x="491710" y="65410"/>
                </a:lnTo>
                <a:lnTo>
                  <a:pt x="495657" y="51237"/>
                </a:lnTo>
                <a:lnTo>
                  <a:pt x="504340" y="23681"/>
                </a:lnTo>
                <a:lnTo>
                  <a:pt x="524648" y="23681"/>
                </a:lnTo>
                <a:lnTo>
                  <a:pt x="529312" y="117543"/>
                </a:lnTo>
                <a:lnTo>
                  <a:pt x="513740" y="117543"/>
                </a:lnTo>
                <a:close/>
                <a:moveTo>
                  <a:pt x="541680" y="117543"/>
                </a:moveTo>
                <a:lnTo>
                  <a:pt x="541680" y="23681"/>
                </a:lnTo>
                <a:lnTo>
                  <a:pt x="571963" y="23681"/>
                </a:lnTo>
                <a:cubicBezTo>
                  <a:pt x="582632" y="23681"/>
                  <a:pt x="590633" y="25550"/>
                  <a:pt x="595967" y="29287"/>
                </a:cubicBezTo>
                <a:cubicBezTo>
                  <a:pt x="601301" y="33025"/>
                  <a:pt x="603968" y="38679"/>
                  <a:pt x="603968" y="46250"/>
                </a:cubicBezTo>
                <a:cubicBezTo>
                  <a:pt x="603968" y="48598"/>
                  <a:pt x="603693" y="50887"/>
                  <a:pt x="603143" y="53116"/>
                </a:cubicBezTo>
                <a:cubicBezTo>
                  <a:pt x="602593" y="55344"/>
                  <a:pt x="601744" y="57392"/>
                  <a:pt x="600596" y="59261"/>
                </a:cubicBezTo>
                <a:cubicBezTo>
                  <a:pt x="599447" y="61129"/>
                  <a:pt x="598012" y="62783"/>
                  <a:pt x="596290" y="64221"/>
                </a:cubicBezTo>
                <a:cubicBezTo>
                  <a:pt x="594568" y="65658"/>
                  <a:pt x="592534" y="66783"/>
                  <a:pt x="590190" y="67598"/>
                </a:cubicBezTo>
                <a:cubicBezTo>
                  <a:pt x="592534" y="67981"/>
                  <a:pt x="594771" y="68734"/>
                  <a:pt x="596900" y="69859"/>
                </a:cubicBezTo>
                <a:cubicBezTo>
                  <a:pt x="599029" y="70983"/>
                  <a:pt x="600895" y="72442"/>
                  <a:pt x="602497" y="74236"/>
                </a:cubicBezTo>
                <a:cubicBezTo>
                  <a:pt x="604100" y="76030"/>
                  <a:pt x="605368" y="78147"/>
                  <a:pt x="606301" y="80587"/>
                </a:cubicBezTo>
                <a:cubicBezTo>
                  <a:pt x="607233" y="83027"/>
                  <a:pt x="607700" y="85754"/>
                  <a:pt x="607700" y="88768"/>
                </a:cubicBezTo>
                <a:cubicBezTo>
                  <a:pt x="607700" y="98336"/>
                  <a:pt x="604495" y="105524"/>
                  <a:pt x="598084" y="110332"/>
                </a:cubicBezTo>
                <a:cubicBezTo>
                  <a:pt x="591673" y="115139"/>
                  <a:pt x="582416" y="117543"/>
                  <a:pt x="570313" y="117543"/>
                </a:cubicBezTo>
                <a:lnTo>
                  <a:pt x="541680" y="117543"/>
                </a:lnTo>
                <a:moveTo>
                  <a:pt x="585598" y="49371"/>
                </a:moveTo>
                <a:cubicBezTo>
                  <a:pt x="585598" y="47601"/>
                  <a:pt x="585311" y="45998"/>
                  <a:pt x="584737" y="44563"/>
                </a:cubicBezTo>
                <a:cubicBezTo>
                  <a:pt x="584162" y="43128"/>
                  <a:pt x="583242" y="41908"/>
                  <a:pt x="581974" y="40903"/>
                </a:cubicBezTo>
                <a:cubicBezTo>
                  <a:pt x="580706" y="39899"/>
                  <a:pt x="579079" y="39121"/>
                  <a:pt x="577094" y="38571"/>
                </a:cubicBezTo>
                <a:cubicBezTo>
                  <a:pt x="575109" y="38021"/>
                  <a:pt x="572705" y="37746"/>
                  <a:pt x="569882" y="37746"/>
                </a:cubicBezTo>
                <a:lnTo>
                  <a:pt x="559190" y="37746"/>
                </a:lnTo>
                <a:lnTo>
                  <a:pt x="559190" y="62575"/>
                </a:lnTo>
                <a:lnTo>
                  <a:pt x="569882" y="62575"/>
                </a:lnTo>
                <a:cubicBezTo>
                  <a:pt x="572753" y="62575"/>
                  <a:pt x="575180" y="62228"/>
                  <a:pt x="577166" y="61534"/>
                </a:cubicBezTo>
                <a:cubicBezTo>
                  <a:pt x="579151" y="60841"/>
                  <a:pt x="580778" y="59884"/>
                  <a:pt x="582046" y="58664"/>
                </a:cubicBezTo>
                <a:cubicBezTo>
                  <a:pt x="583313" y="57444"/>
                  <a:pt x="584222" y="56045"/>
                  <a:pt x="584772" y="54466"/>
                </a:cubicBezTo>
                <a:cubicBezTo>
                  <a:pt x="585323" y="52887"/>
                  <a:pt x="585598" y="51189"/>
                  <a:pt x="585598" y="49371"/>
                </a:cubicBezTo>
                <a:moveTo>
                  <a:pt x="571533" y="103048"/>
                </a:moveTo>
                <a:cubicBezTo>
                  <a:pt x="574355" y="103048"/>
                  <a:pt x="576831" y="102691"/>
                  <a:pt x="578960" y="101976"/>
                </a:cubicBezTo>
                <a:cubicBezTo>
                  <a:pt x="581089" y="101260"/>
                  <a:pt x="582871" y="100269"/>
                  <a:pt x="584306" y="99005"/>
                </a:cubicBezTo>
                <a:cubicBezTo>
                  <a:pt x="585741" y="97740"/>
                  <a:pt x="586830" y="96249"/>
                  <a:pt x="587571" y="94531"/>
                </a:cubicBezTo>
                <a:cubicBezTo>
                  <a:pt x="588313" y="92813"/>
                  <a:pt x="588683" y="90976"/>
                  <a:pt x="588683" y="89021"/>
                </a:cubicBezTo>
                <a:cubicBezTo>
                  <a:pt x="588683" y="84965"/>
                  <a:pt x="587164" y="81792"/>
                  <a:pt x="584127" y="79501"/>
                </a:cubicBezTo>
                <a:cubicBezTo>
                  <a:pt x="581089" y="77211"/>
                  <a:pt x="576436" y="76066"/>
                  <a:pt x="570169" y="76066"/>
                </a:cubicBezTo>
                <a:lnTo>
                  <a:pt x="559190" y="76066"/>
                </a:lnTo>
                <a:lnTo>
                  <a:pt x="559190" y="103048"/>
                </a:lnTo>
                <a:lnTo>
                  <a:pt x="571533" y="103048"/>
                </a:lnTo>
                <a:close/>
                <a:moveTo>
                  <a:pt x="645470" y="146965"/>
                </a:moveTo>
                <a:lnTo>
                  <a:pt x="645470" y="0"/>
                </a:lnTo>
                <a:lnTo>
                  <a:pt x="661616" y="0"/>
                </a:lnTo>
                <a:lnTo>
                  <a:pt x="661616" y="146965"/>
                </a:lnTo>
                <a:lnTo>
                  <a:pt x="645470" y="146965"/>
                </a:lnTo>
                <a:close/>
              </a:path>
            </a:pathLst>
          </a:custGeom>
          <a:solidFill xmlns:a="http://schemas.openxmlformats.org/drawingml/2006/main">
            <a:srgbClr val="38761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{Text">
            <a:extLst xmlns:a="http://schemas.openxmlformats.org/drawingml/2006/main">
              <a:ext uri="{FF2B5EF4-FFF2-40B4-BE49-F238E27FC236}">
                <a16:creationId xmlns:a16="http://schemas.microsoft.com/office/drawing/2014/main" id="{F0D2BBEC-97E6-4042-A6AA-8533FBED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453" y="2033233"/>
            <a:ext cx="381939" cy="133187"/>
          </a:xfrm>
          <a:custGeom xmlns:a="http://schemas.openxmlformats.org/drawingml/2006/main">
            <a:pathLst>
              <a:path w="381939" h="133187">
                <a:moveTo>
                  <a:pt x="48295" y="133187"/>
                </a:moveTo>
                <a:cubicBezTo>
                  <a:pt x="38392" y="133187"/>
                  <a:pt x="31000" y="130807"/>
                  <a:pt x="26121" y="126047"/>
                </a:cubicBezTo>
                <a:cubicBezTo>
                  <a:pt x="21241" y="121287"/>
                  <a:pt x="18801" y="113740"/>
                  <a:pt x="18801" y="103407"/>
                </a:cubicBezTo>
                <a:lnTo>
                  <a:pt x="18801" y="85180"/>
                </a:lnTo>
                <a:cubicBezTo>
                  <a:pt x="18801" y="80252"/>
                  <a:pt x="17701" y="76544"/>
                  <a:pt x="15500" y="74057"/>
                </a:cubicBezTo>
                <a:cubicBezTo>
                  <a:pt x="13300" y="71569"/>
                  <a:pt x="9640" y="70325"/>
                  <a:pt x="4521" y="70325"/>
                </a:cubicBezTo>
                <a:lnTo>
                  <a:pt x="0" y="70325"/>
                </a:lnTo>
                <a:lnTo>
                  <a:pt x="0" y="56691"/>
                </a:lnTo>
                <a:lnTo>
                  <a:pt x="4521" y="56691"/>
                </a:lnTo>
                <a:cubicBezTo>
                  <a:pt x="7104" y="56691"/>
                  <a:pt x="9305" y="56416"/>
                  <a:pt x="11123" y="55865"/>
                </a:cubicBezTo>
                <a:cubicBezTo>
                  <a:pt x="12941" y="55315"/>
                  <a:pt x="14424" y="54466"/>
                  <a:pt x="15572" y="53318"/>
                </a:cubicBezTo>
                <a:cubicBezTo>
                  <a:pt x="16720" y="52170"/>
                  <a:pt x="17545" y="50699"/>
                  <a:pt x="18048" y="48905"/>
                </a:cubicBezTo>
                <a:cubicBezTo>
                  <a:pt x="18550" y="47111"/>
                  <a:pt x="18801" y="44970"/>
                  <a:pt x="18801" y="42482"/>
                </a:cubicBezTo>
                <a:lnTo>
                  <a:pt x="18801" y="29852"/>
                </a:lnTo>
                <a:cubicBezTo>
                  <a:pt x="18801" y="24925"/>
                  <a:pt x="19363" y="20595"/>
                  <a:pt x="20488" y="16864"/>
                </a:cubicBezTo>
                <a:cubicBezTo>
                  <a:pt x="21612" y="13132"/>
                  <a:pt x="23370" y="10023"/>
                  <a:pt x="25762" y="7535"/>
                </a:cubicBezTo>
                <a:cubicBezTo>
                  <a:pt x="28154" y="5047"/>
                  <a:pt x="31204" y="3169"/>
                  <a:pt x="34911" y="1902"/>
                </a:cubicBezTo>
                <a:cubicBezTo>
                  <a:pt x="38619" y="634"/>
                  <a:pt x="43080" y="0"/>
                  <a:pt x="48295" y="0"/>
                </a:cubicBezTo>
                <a:lnTo>
                  <a:pt x="54323" y="0"/>
                </a:lnTo>
                <a:lnTo>
                  <a:pt x="54323" y="13491"/>
                </a:lnTo>
                <a:lnTo>
                  <a:pt x="49802" y="13491"/>
                </a:lnTo>
                <a:cubicBezTo>
                  <a:pt x="47505" y="13491"/>
                  <a:pt x="45436" y="13767"/>
                  <a:pt x="43594" y="14318"/>
                </a:cubicBezTo>
                <a:cubicBezTo>
                  <a:pt x="41753" y="14869"/>
                  <a:pt x="40162" y="15766"/>
                  <a:pt x="38822" y="17012"/>
                </a:cubicBezTo>
                <a:cubicBezTo>
                  <a:pt x="37483" y="18256"/>
                  <a:pt x="36454" y="19895"/>
                  <a:pt x="35737" y="21930"/>
                </a:cubicBezTo>
                <a:cubicBezTo>
                  <a:pt x="35019" y="23964"/>
                  <a:pt x="34660" y="26489"/>
                  <a:pt x="34660" y="29505"/>
                </a:cubicBezTo>
                <a:lnTo>
                  <a:pt x="34660" y="42072"/>
                </a:lnTo>
                <a:cubicBezTo>
                  <a:pt x="34660" y="45663"/>
                  <a:pt x="34361" y="48727"/>
                  <a:pt x="33763" y="51264"/>
                </a:cubicBezTo>
                <a:cubicBezTo>
                  <a:pt x="33165" y="53801"/>
                  <a:pt x="32244" y="55919"/>
                  <a:pt x="31000" y="57619"/>
                </a:cubicBezTo>
                <a:cubicBezTo>
                  <a:pt x="29757" y="59319"/>
                  <a:pt x="28178" y="60636"/>
                  <a:pt x="26264" y="61570"/>
                </a:cubicBezTo>
                <a:cubicBezTo>
                  <a:pt x="24351" y="62503"/>
                  <a:pt x="22102" y="63161"/>
                  <a:pt x="19519" y="63544"/>
                </a:cubicBezTo>
                <a:cubicBezTo>
                  <a:pt x="24638" y="64118"/>
                  <a:pt x="28441" y="66117"/>
                  <a:pt x="30929" y="69540"/>
                </a:cubicBezTo>
                <a:cubicBezTo>
                  <a:pt x="33416" y="72962"/>
                  <a:pt x="34660" y="78216"/>
                  <a:pt x="34660" y="85301"/>
                </a:cubicBezTo>
                <a:lnTo>
                  <a:pt x="34660" y="103539"/>
                </a:lnTo>
                <a:cubicBezTo>
                  <a:pt x="34660" y="106652"/>
                  <a:pt x="35019" y="109236"/>
                  <a:pt x="35737" y="111294"/>
                </a:cubicBezTo>
                <a:cubicBezTo>
                  <a:pt x="36454" y="113352"/>
                  <a:pt x="37483" y="115004"/>
                  <a:pt x="38822" y="116249"/>
                </a:cubicBezTo>
                <a:cubicBezTo>
                  <a:pt x="40162" y="117495"/>
                  <a:pt x="41753" y="118381"/>
                  <a:pt x="43594" y="118907"/>
                </a:cubicBezTo>
                <a:cubicBezTo>
                  <a:pt x="45436" y="119433"/>
                  <a:pt x="47505" y="119696"/>
                  <a:pt x="49802" y="119696"/>
                </a:cubicBezTo>
                <a:lnTo>
                  <a:pt x="54323" y="119696"/>
                </a:lnTo>
                <a:lnTo>
                  <a:pt x="54323" y="133187"/>
                </a:lnTo>
                <a:lnTo>
                  <a:pt x="48295" y="133187"/>
                </a:lnTo>
                <a:close/>
                <a:moveTo>
                  <a:pt x="119220" y="25547"/>
                </a:moveTo>
                <a:lnTo>
                  <a:pt x="119220" y="104627"/>
                </a:lnTo>
                <a:lnTo>
                  <a:pt x="101136" y="104627"/>
                </a:lnTo>
                <a:lnTo>
                  <a:pt x="101136" y="25547"/>
                </a:lnTo>
                <a:lnTo>
                  <a:pt x="75446" y="25547"/>
                </a:lnTo>
                <a:lnTo>
                  <a:pt x="75446" y="10764"/>
                </a:lnTo>
                <a:lnTo>
                  <a:pt x="144910" y="10764"/>
                </a:lnTo>
                <a:lnTo>
                  <a:pt x="144910" y="25547"/>
                </a:lnTo>
                <a:lnTo>
                  <a:pt x="119220" y="25547"/>
                </a:lnTo>
                <a:close/>
                <a:moveTo>
                  <a:pt x="223943" y="62575"/>
                </a:moveTo>
                <a:cubicBezTo>
                  <a:pt x="223943" y="63771"/>
                  <a:pt x="223907" y="65326"/>
                  <a:pt x="223836" y="67239"/>
                </a:cubicBezTo>
                <a:cubicBezTo>
                  <a:pt x="223764" y="69153"/>
                  <a:pt x="223656" y="70947"/>
                  <a:pt x="223513" y="72621"/>
                </a:cubicBezTo>
                <a:lnTo>
                  <a:pt x="175577" y="72621"/>
                </a:lnTo>
                <a:cubicBezTo>
                  <a:pt x="175577" y="75827"/>
                  <a:pt x="176067" y="78649"/>
                  <a:pt x="177048" y="81089"/>
                </a:cubicBezTo>
                <a:cubicBezTo>
                  <a:pt x="178029" y="83529"/>
                  <a:pt x="179416" y="85574"/>
                  <a:pt x="181210" y="87225"/>
                </a:cubicBezTo>
                <a:cubicBezTo>
                  <a:pt x="183004" y="88875"/>
                  <a:pt x="185157" y="90131"/>
                  <a:pt x="187668" y="90992"/>
                </a:cubicBezTo>
                <a:cubicBezTo>
                  <a:pt x="190180" y="91853"/>
                  <a:pt x="192967" y="92284"/>
                  <a:pt x="196028" y="92284"/>
                </a:cubicBezTo>
                <a:cubicBezTo>
                  <a:pt x="199569" y="92284"/>
                  <a:pt x="203360" y="92003"/>
                  <a:pt x="207402" y="91443"/>
                </a:cubicBezTo>
                <a:cubicBezTo>
                  <a:pt x="211445" y="90881"/>
                  <a:pt x="215643" y="89965"/>
                  <a:pt x="219996" y="88696"/>
                </a:cubicBezTo>
                <a:lnTo>
                  <a:pt x="219996" y="102617"/>
                </a:lnTo>
                <a:cubicBezTo>
                  <a:pt x="218131" y="103164"/>
                  <a:pt x="216097" y="103662"/>
                  <a:pt x="213897" y="104111"/>
                </a:cubicBezTo>
                <a:cubicBezTo>
                  <a:pt x="211696" y="104558"/>
                  <a:pt x="209448" y="104955"/>
                  <a:pt x="207151" y="105304"/>
                </a:cubicBezTo>
                <a:cubicBezTo>
                  <a:pt x="204855" y="105652"/>
                  <a:pt x="202535" y="105913"/>
                  <a:pt x="200191" y="106086"/>
                </a:cubicBezTo>
                <a:cubicBezTo>
                  <a:pt x="197846" y="106261"/>
                  <a:pt x="195574" y="106349"/>
                  <a:pt x="193373" y="106349"/>
                </a:cubicBezTo>
                <a:cubicBezTo>
                  <a:pt x="187824" y="106349"/>
                  <a:pt x="182848" y="105559"/>
                  <a:pt x="178447" y="103978"/>
                </a:cubicBezTo>
                <a:cubicBezTo>
                  <a:pt x="174046" y="102398"/>
                  <a:pt x="170314" y="100064"/>
                  <a:pt x="167253" y="96975"/>
                </a:cubicBezTo>
                <a:cubicBezTo>
                  <a:pt x="164191" y="93886"/>
                  <a:pt x="161847" y="90067"/>
                  <a:pt x="160220" y="85518"/>
                </a:cubicBezTo>
                <a:cubicBezTo>
                  <a:pt x="158593" y="80969"/>
                  <a:pt x="157780" y="75702"/>
                  <a:pt x="157780" y="69717"/>
                </a:cubicBezTo>
                <a:cubicBezTo>
                  <a:pt x="157780" y="63779"/>
                  <a:pt x="158593" y="58380"/>
                  <a:pt x="160220" y="53520"/>
                </a:cubicBezTo>
                <a:cubicBezTo>
                  <a:pt x="161847" y="48659"/>
                  <a:pt x="164143" y="44494"/>
                  <a:pt x="167109" y="41022"/>
                </a:cubicBezTo>
                <a:cubicBezTo>
                  <a:pt x="170075" y="37549"/>
                  <a:pt x="173675" y="34867"/>
                  <a:pt x="177909" y="32976"/>
                </a:cubicBezTo>
                <a:cubicBezTo>
                  <a:pt x="182143" y="31085"/>
                  <a:pt x="186867" y="30139"/>
                  <a:pt x="192082" y="30139"/>
                </a:cubicBezTo>
                <a:cubicBezTo>
                  <a:pt x="197248" y="30139"/>
                  <a:pt x="201817" y="30941"/>
                  <a:pt x="205788" y="32543"/>
                </a:cubicBezTo>
                <a:cubicBezTo>
                  <a:pt x="209759" y="34146"/>
                  <a:pt x="213083" y="36382"/>
                  <a:pt x="215763" y="39253"/>
                </a:cubicBezTo>
                <a:cubicBezTo>
                  <a:pt x="218442" y="42123"/>
                  <a:pt x="220475" y="45544"/>
                  <a:pt x="221862" y="49515"/>
                </a:cubicBezTo>
                <a:cubicBezTo>
                  <a:pt x="223249" y="53485"/>
                  <a:pt x="223943" y="57839"/>
                  <a:pt x="223943" y="62575"/>
                </a:cubicBezTo>
                <a:moveTo>
                  <a:pt x="206147" y="59992"/>
                </a:moveTo>
                <a:cubicBezTo>
                  <a:pt x="206194" y="57133"/>
                  <a:pt x="205836" y="54644"/>
                  <a:pt x="205070" y="52524"/>
                </a:cubicBezTo>
                <a:cubicBezTo>
                  <a:pt x="204305" y="50404"/>
                  <a:pt x="203264" y="48654"/>
                  <a:pt x="201949" y="47272"/>
                </a:cubicBezTo>
                <a:cubicBezTo>
                  <a:pt x="200633" y="45891"/>
                  <a:pt x="199102" y="44867"/>
                  <a:pt x="197356" y="44200"/>
                </a:cubicBezTo>
                <a:cubicBezTo>
                  <a:pt x="195610" y="43533"/>
                  <a:pt x="193732" y="43200"/>
                  <a:pt x="191723" y="43200"/>
                </a:cubicBezTo>
                <a:cubicBezTo>
                  <a:pt x="187321" y="43200"/>
                  <a:pt x="183710" y="44665"/>
                  <a:pt x="180887" y="47595"/>
                </a:cubicBezTo>
                <a:cubicBezTo>
                  <a:pt x="178064" y="50524"/>
                  <a:pt x="176390" y="54656"/>
                  <a:pt x="175864" y="59992"/>
                </a:cubicBezTo>
                <a:lnTo>
                  <a:pt x="206147" y="59992"/>
                </a:lnTo>
                <a:close/>
                <a:moveTo>
                  <a:pt x="288050" y="104627"/>
                </a:moveTo>
                <a:lnTo>
                  <a:pt x="271402" y="80013"/>
                </a:lnTo>
                <a:lnTo>
                  <a:pt x="254682" y="104627"/>
                </a:lnTo>
                <a:lnTo>
                  <a:pt x="233512" y="104627"/>
                </a:lnTo>
                <a:lnTo>
                  <a:pt x="260853" y="67885"/>
                </a:lnTo>
                <a:lnTo>
                  <a:pt x="234948" y="31718"/>
                </a:lnTo>
                <a:lnTo>
                  <a:pt x="256261" y="31718"/>
                </a:lnTo>
                <a:lnTo>
                  <a:pt x="272622" y="55722"/>
                </a:lnTo>
                <a:lnTo>
                  <a:pt x="288768" y="31718"/>
                </a:lnTo>
                <a:lnTo>
                  <a:pt x="308430" y="31718"/>
                </a:lnTo>
                <a:lnTo>
                  <a:pt x="283314" y="67742"/>
                </a:lnTo>
                <a:lnTo>
                  <a:pt x="309794" y="104627"/>
                </a:lnTo>
                <a:lnTo>
                  <a:pt x="288050" y="104627"/>
                </a:lnTo>
                <a:close/>
                <a:moveTo>
                  <a:pt x="381939" y="103909"/>
                </a:moveTo>
                <a:cubicBezTo>
                  <a:pt x="378781" y="104649"/>
                  <a:pt x="375600" y="105240"/>
                  <a:pt x="372395" y="105683"/>
                </a:cubicBezTo>
                <a:cubicBezTo>
                  <a:pt x="369189" y="106127"/>
                  <a:pt x="366152" y="106349"/>
                  <a:pt x="363281" y="106349"/>
                </a:cubicBezTo>
                <a:cubicBezTo>
                  <a:pt x="358497" y="106349"/>
                  <a:pt x="354371" y="105846"/>
                  <a:pt x="350903" y="104840"/>
                </a:cubicBezTo>
                <a:cubicBezTo>
                  <a:pt x="347434" y="103833"/>
                  <a:pt x="344564" y="102301"/>
                  <a:pt x="342291" y="100242"/>
                </a:cubicBezTo>
                <a:cubicBezTo>
                  <a:pt x="340019" y="98182"/>
                  <a:pt x="338344" y="95560"/>
                  <a:pt x="337268" y="92376"/>
                </a:cubicBezTo>
                <a:cubicBezTo>
                  <a:pt x="336192" y="89190"/>
                  <a:pt x="335653" y="85394"/>
                  <a:pt x="335653" y="80988"/>
                </a:cubicBezTo>
                <a:lnTo>
                  <a:pt x="335653" y="45353"/>
                </a:lnTo>
                <a:lnTo>
                  <a:pt x="316063" y="45353"/>
                </a:lnTo>
                <a:lnTo>
                  <a:pt x="316063" y="31718"/>
                </a:lnTo>
                <a:lnTo>
                  <a:pt x="335653" y="31718"/>
                </a:lnTo>
                <a:lnTo>
                  <a:pt x="335653" y="13002"/>
                </a:lnTo>
                <a:lnTo>
                  <a:pt x="353594" y="8324"/>
                </a:lnTo>
                <a:lnTo>
                  <a:pt x="353594" y="31718"/>
                </a:lnTo>
                <a:lnTo>
                  <a:pt x="381939" y="31718"/>
                </a:lnTo>
                <a:lnTo>
                  <a:pt x="381939" y="45353"/>
                </a:lnTo>
                <a:lnTo>
                  <a:pt x="353594" y="45353"/>
                </a:lnTo>
                <a:lnTo>
                  <a:pt x="353594" y="79654"/>
                </a:lnTo>
                <a:cubicBezTo>
                  <a:pt x="353594" y="83816"/>
                  <a:pt x="354550" y="86962"/>
                  <a:pt x="356464" y="89090"/>
                </a:cubicBezTo>
                <a:cubicBezTo>
                  <a:pt x="358378" y="91219"/>
                  <a:pt x="361583" y="92284"/>
                  <a:pt x="366080" y="92284"/>
                </a:cubicBezTo>
                <a:cubicBezTo>
                  <a:pt x="368950" y="92284"/>
                  <a:pt x="371749" y="92038"/>
                  <a:pt x="374476" y="91546"/>
                </a:cubicBezTo>
                <a:cubicBezTo>
                  <a:pt x="377203" y="91053"/>
                  <a:pt x="379690" y="90485"/>
                  <a:pt x="381939" y="89844"/>
                </a:cubicBezTo>
                <a:lnTo>
                  <a:pt x="381939" y="103909"/>
                </a:lnTo>
                <a:close/>
              </a:path>
            </a:pathLst>
          </a:custGeom>
          <a:solidFill xmlns:a="http://schemas.openxmlformats.org/drawingml/2006/main">
            <a:srgbClr val="38761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Text Description}">
            <a:extLst xmlns:a="http://schemas.openxmlformats.org/drawingml/2006/main">
              <a:ext uri="{FF2B5EF4-FFF2-40B4-BE49-F238E27FC236}">
                <a16:creationId xmlns:a16="http://schemas.microsoft.com/office/drawing/2014/main" id="{4816B5BA-331E-4D19-A5D3-4E8B4E6B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2979" y="2209592"/>
            <a:ext cx="951316" cy="133187"/>
          </a:xfrm>
          <a:custGeom xmlns:a="http://schemas.openxmlformats.org/drawingml/2006/main">
            <a:pathLst>
              <a:path w="951316" h="133187">
                <a:moveTo>
                  <a:pt x="70827" y="56511"/>
                </a:moveTo>
                <a:cubicBezTo>
                  <a:pt x="70827" y="63787"/>
                  <a:pt x="69930" y="70394"/>
                  <a:pt x="68136" y="76331"/>
                </a:cubicBezTo>
                <a:cubicBezTo>
                  <a:pt x="66342" y="82267"/>
                  <a:pt x="63544" y="87331"/>
                  <a:pt x="59740" y="91521"/>
                </a:cubicBezTo>
                <a:cubicBezTo>
                  <a:pt x="55937" y="95710"/>
                  <a:pt x="51069" y="98942"/>
                  <a:pt x="45137" y="101216"/>
                </a:cubicBezTo>
                <a:cubicBezTo>
                  <a:pt x="39205" y="103490"/>
                  <a:pt x="32101" y="104627"/>
                  <a:pt x="23824" y="104627"/>
                </a:cubicBezTo>
                <a:lnTo>
                  <a:pt x="0" y="104627"/>
                </a:lnTo>
                <a:lnTo>
                  <a:pt x="0" y="10764"/>
                </a:lnTo>
                <a:lnTo>
                  <a:pt x="27771" y="10764"/>
                </a:lnTo>
                <a:cubicBezTo>
                  <a:pt x="34947" y="10764"/>
                  <a:pt x="41226" y="11662"/>
                  <a:pt x="46608" y="13457"/>
                </a:cubicBezTo>
                <a:cubicBezTo>
                  <a:pt x="51990" y="15253"/>
                  <a:pt x="56475" y="18018"/>
                  <a:pt x="60063" y="21752"/>
                </a:cubicBezTo>
                <a:cubicBezTo>
                  <a:pt x="63651" y="25487"/>
                  <a:pt x="66342" y="30227"/>
                  <a:pt x="68136" y="35972"/>
                </a:cubicBezTo>
                <a:cubicBezTo>
                  <a:pt x="69930" y="41717"/>
                  <a:pt x="70827" y="48564"/>
                  <a:pt x="70827" y="56511"/>
                </a:cubicBezTo>
                <a:moveTo>
                  <a:pt x="51883" y="57659"/>
                </a:moveTo>
                <a:cubicBezTo>
                  <a:pt x="51883" y="52582"/>
                  <a:pt x="51476" y="48056"/>
                  <a:pt x="50663" y="44081"/>
                </a:cubicBezTo>
                <a:cubicBezTo>
                  <a:pt x="49850" y="40106"/>
                  <a:pt x="48474" y="36741"/>
                  <a:pt x="46537" y="33987"/>
                </a:cubicBezTo>
                <a:cubicBezTo>
                  <a:pt x="44599" y="31234"/>
                  <a:pt x="42004" y="29138"/>
                  <a:pt x="38751" y="27702"/>
                </a:cubicBezTo>
                <a:cubicBezTo>
                  <a:pt x="35497" y="26265"/>
                  <a:pt x="31455" y="25547"/>
                  <a:pt x="26623" y="25547"/>
                </a:cubicBezTo>
                <a:lnTo>
                  <a:pt x="17653" y="25547"/>
                </a:lnTo>
                <a:lnTo>
                  <a:pt x="17653" y="89844"/>
                </a:lnTo>
                <a:lnTo>
                  <a:pt x="25403" y="89844"/>
                </a:lnTo>
                <a:cubicBezTo>
                  <a:pt x="34062" y="89844"/>
                  <a:pt x="40640" y="87258"/>
                  <a:pt x="45137" y="82085"/>
                </a:cubicBezTo>
                <a:cubicBezTo>
                  <a:pt x="49634" y="76912"/>
                  <a:pt x="51883" y="68770"/>
                  <a:pt x="51883" y="57659"/>
                </a:cubicBezTo>
                <a:close/>
                <a:moveTo>
                  <a:pt x="147995" y="62575"/>
                </a:moveTo>
                <a:cubicBezTo>
                  <a:pt x="147995" y="63771"/>
                  <a:pt x="147959" y="65326"/>
                  <a:pt x="147887" y="67239"/>
                </a:cubicBezTo>
                <a:cubicBezTo>
                  <a:pt x="147815" y="69153"/>
                  <a:pt x="147708" y="70947"/>
                  <a:pt x="147564" y="72621"/>
                </a:cubicBezTo>
                <a:lnTo>
                  <a:pt x="99628" y="72621"/>
                </a:lnTo>
                <a:cubicBezTo>
                  <a:pt x="99628" y="75827"/>
                  <a:pt x="100119" y="78649"/>
                  <a:pt x="101099" y="81089"/>
                </a:cubicBezTo>
                <a:cubicBezTo>
                  <a:pt x="102080" y="83529"/>
                  <a:pt x="103467" y="85574"/>
                  <a:pt x="105261" y="87225"/>
                </a:cubicBezTo>
                <a:cubicBezTo>
                  <a:pt x="107055" y="88875"/>
                  <a:pt x="109208" y="90131"/>
                  <a:pt x="111720" y="90992"/>
                </a:cubicBezTo>
                <a:cubicBezTo>
                  <a:pt x="114231" y="91853"/>
                  <a:pt x="117018" y="92284"/>
                  <a:pt x="120080" y="92284"/>
                </a:cubicBezTo>
                <a:cubicBezTo>
                  <a:pt x="123620" y="92284"/>
                  <a:pt x="127411" y="92003"/>
                  <a:pt x="131454" y="91443"/>
                </a:cubicBezTo>
                <a:cubicBezTo>
                  <a:pt x="135496" y="90881"/>
                  <a:pt x="139694" y="89965"/>
                  <a:pt x="144048" y="88696"/>
                </a:cubicBezTo>
                <a:lnTo>
                  <a:pt x="144048" y="102617"/>
                </a:lnTo>
                <a:cubicBezTo>
                  <a:pt x="142182" y="103164"/>
                  <a:pt x="140149" y="103662"/>
                  <a:pt x="137948" y="104111"/>
                </a:cubicBezTo>
                <a:cubicBezTo>
                  <a:pt x="135748" y="104558"/>
                  <a:pt x="133499" y="104955"/>
                  <a:pt x="131203" y="105304"/>
                </a:cubicBezTo>
                <a:cubicBezTo>
                  <a:pt x="128906" y="105652"/>
                  <a:pt x="126586" y="105913"/>
                  <a:pt x="124242" y="106086"/>
                </a:cubicBezTo>
                <a:cubicBezTo>
                  <a:pt x="121898" y="106261"/>
                  <a:pt x="119625" y="106349"/>
                  <a:pt x="117425" y="106349"/>
                </a:cubicBezTo>
                <a:cubicBezTo>
                  <a:pt x="111875" y="106349"/>
                  <a:pt x="106900" y="105559"/>
                  <a:pt x="102499" y="103978"/>
                </a:cubicBezTo>
                <a:cubicBezTo>
                  <a:pt x="98097" y="102398"/>
                  <a:pt x="94366" y="100064"/>
                  <a:pt x="91304" y="96975"/>
                </a:cubicBezTo>
                <a:cubicBezTo>
                  <a:pt x="88242" y="93886"/>
                  <a:pt x="85898" y="90067"/>
                  <a:pt x="84272" y="85518"/>
                </a:cubicBezTo>
                <a:cubicBezTo>
                  <a:pt x="82645" y="80969"/>
                  <a:pt x="81832" y="75702"/>
                  <a:pt x="81832" y="69717"/>
                </a:cubicBezTo>
                <a:cubicBezTo>
                  <a:pt x="81832" y="63779"/>
                  <a:pt x="82645" y="58380"/>
                  <a:pt x="84272" y="53520"/>
                </a:cubicBezTo>
                <a:cubicBezTo>
                  <a:pt x="85898" y="48659"/>
                  <a:pt x="88194" y="44494"/>
                  <a:pt x="91161" y="41022"/>
                </a:cubicBezTo>
                <a:cubicBezTo>
                  <a:pt x="94127" y="37549"/>
                  <a:pt x="97727" y="34867"/>
                  <a:pt x="101960" y="32976"/>
                </a:cubicBezTo>
                <a:cubicBezTo>
                  <a:pt x="106194" y="31085"/>
                  <a:pt x="110919" y="30139"/>
                  <a:pt x="116133" y="30139"/>
                </a:cubicBezTo>
                <a:cubicBezTo>
                  <a:pt x="121300" y="30139"/>
                  <a:pt x="125869" y="30941"/>
                  <a:pt x="129839" y="32543"/>
                </a:cubicBezTo>
                <a:cubicBezTo>
                  <a:pt x="133810" y="34146"/>
                  <a:pt x="137135" y="36382"/>
                  <a:pt x="139814" y="39253"/>
                </a:cubicBezTo>
                <a:cubicBezTo>
                  <a:pt x="142493" y="42123"/>
                  <a:pt x="144526" y="45544"/>
                  <a:pt x="145914" y="49515"/>
                </a:cubicBezTo>
                <a:cubicBezTo>
                  <a:pt x="147301" y="53485"/>
                  <a:pt x="147995" y="57839"/>
                  <a:pt x="147995" y="62575"/>
                </a:cubicBezTo>
                <a:moveTo>
                  <a:pt x="130198" y="59992"/>
                </a:moveTo>
                <a:cubicBezTo>
                  <a:pt x="130246" y="57133"/>
                  <a:pt x="129887" y="54644"/>
                  <a:pt x="129122" y="52524"/>
                </a:cubicBezTo>
                <a:cubicBezTo>
                  <a:pt x="128356" y="50404"/>
                  <a:pt x="127316" y="48654"/>
                  <a:pt x="126000" y="47272"/>
                </a:cubicBezTo>
                <a:cubicBezTo>
                  <a:pt x="124685" y="45891"/>
                  <a:pt x="123154" y="44867"/>
                  <a:pt x="121408" y="44200"/>
                </a:cubicBezTo>
                <a:cubicBezTo>
                  <a:pt x="119661" y="43533"/>
                  <a:pt x="117784" y="43200"/>
                  <a:pt x="115774" y="43200"/>
                </a:cubicBezTo>
                <a:cubicBezTo>
                  <a:pt x="111373" y="43200"/>
                  <a:pt x="107761" y="44665"/>
                  <a:pt x="104939" y="47595"/>
                </a:cubicBezTo>
                <a:cubicBezTo>
                  <a:pt x="102116" y="50524"/>
                  <a:pt x="100442" y="54656"/>
                  <a:pt x="99915" y="59992"/>
                </a:cubicBezTo>
                <a:lnTo>
                  <a:pt x="130198" y="59992"/>
                </a:lnTo>
                <a:close/>
                <a:moveTo>
                  <a:pt x="225306" y="83220"/>
                </a:moveTo>
                <a:cubicBezTo>
                  <a:pt x="225306" y="87386"/>
                  <a:pt x="224385" y="90942"/>
                  <a:pt x="222543" y="93887"/>
                </a:cubicBezTo>
                <a:cubicBezTo>
                  <a:pt x="220701" y="96832"/>
                  <a:pt x="218262" y="99227"/>
                  <a:pt x="215224" y="101070"/>
                </a:cubicBezTo>
                <a:cubicBezTo>
                  <a:pt x="212186" y="102913"/>
                  <a:pt x="208741" y="104254"/>
                  <a:pt x="204890" y="105091"/>
                </a:cubicBezTo>
                <a:cubicBezTo>
                  <a:pt x="201039" y="105929"/>
                  <a:pt x="197104" y="106349"/>
                  <a:pt x="193086" y="106349"/>
                </a:cubicBezTo>
                <a:cubicBezTo>
                  <a:pt x="187728" y="106349"/>
                  <a:pt x="182896" y="106092"/>
                  <a:pt x="178590" y="105577"/>
                </a:cubicBezTo>
                <a:cubicBezTo>
                  <a:pt x="174284" y="105063"/>
                  <a:pt x="170218" y="104316"/>
                  <a:pt x="166391" y="103335"/>
                </a:cubicBezTo>
                <a:lnTo>
                  <a:pt x="166391" y="87548"/>
                </a:lnTo>
                <a:cubicBezTo>
                  <a:pt x="170888" y="89413"/>
                  <a:pt x="175373" y="90765"/>
                  <a:pt x="179846" y="91602"/>
                </a:cubicBezTo>
                <a:cubicBezTo>
                  <a:pt x="184319" y="92439"/>
                  <a:pt x="188541" y="92858"/>
                  <a:pt x="192512" y="92858"/>
                </a:cubicBezTo>
                <a:cubicBezTo>
                  <a:pt x="197104" y="92858"/>
                  <a:pt x="200537" y="92134"/>
                  <a:pt x="202809" y="90685"/>
                </a:cubicBezTo>
                <a:cubicBezTo>
                  <a:pt x="205082" y="89235"/>
                  <a:pt x="206218" y="87345"/>
                  <a:pt x="206218" y="85016"/>
                </a:cubicBezTo>
                <a:cubicBezTo>
                  <a:pt x="206218" y="83914"/>
                  <a:pt x="205979" y="82909"/>
                  <a:pt x="205500" y="82000"/>
                </a:cubicBezTo>
                <a:cubicBezTo>
                  <a:pt x="205022" y="81089"/>
                  <a:pt x="204125" y="80215"/>
                  <a:pt x="202809" y="79378"/>
                </a:cubicBezTo>
                <a:cubicBezTo>
                  <a:pt x="201494" y="78539"/>
                  <a:pt x="199640" y="77678"/>
                  <a:pt x="197248" y="76793"/>
                </a:cubicBezTo>
                <a:cubicBezTo>
                  <a:pt x="194856" y="75906"/>
                  <a:pt x="191722" y="74912"/>
                  <a:pt x="187847" y="73810"/>
                </a:cubicBezTo>
                <a:cubicBezTo>
                  <a:pt x="184259" y="72805"/>
                  <a:pt x="181114" y="71668"/>
                  <a:pt x="178411" y="70399"/>
                </a:cubicBezTo>
                <a:cubicBezTo>
                  <a:pt x="175708" y="69130"/>
                  <a:pt x="173471" y="67633"/>
                  <a:pt x="171701" y="65910"/>
                </a:cubicBezTo>
                <a:cubicBezTo>
                  <a:pt x="169931" y="64186"/>
                  <a:pt x="168603" y="62187"/>
                  <a:pt x="167718" y="59913"/>
                </a:cubicBezTo>
                <a:cubicBezTo>
                  <a:pt x="166833" y="57638"/>
                  <a:pt x="166391" y="54968"/>
                  <a:pt x="166391" y="51903"/>
                </a:cubicBezTo>
                <a:cubicBezTo>
                  <a:pt x="166391" y="48934"/>
                  <a:pt x="167061" y="46133"/>
                  <a:pt x="168400" y="43500"/>
                </a:cubicBezTo>
                <a:cubicBezTo>
                  <a:pt x="169740" y="40866"/>
                  <a:pt x="171737" y="38555"/>
                  <a:pt x="174392" y="36569"/>
                </a:cubicBezTo>
                <a:cubicBezTo>
                  <a:pt x="177047" y="34580"/>
                  <a:pt x="180360" y="33012"/>
                  <a:pt x="184331" y="31864"/>
                </a:cubicBezTo>
                <a:cubicBezTo>
                  <a:pt x="188302" y="30714"/>
                  <a:pt x="192942" y="30139"/>
                  <a:pt x="198252" y="30139"/>
                </a:cubicBezTo>
                <a:cubicBezTo>
                  <a:pt x="202845" y="30139"/>
                  <a:pt x="206911" y="30379"/>
                  <a:pt x="210452" y="30857"/>
                </a:cubicBezTo>
                <a:cubicBezTo>
                  <a:pt x="213992" y="31335"/>
                  <a:pt x="217125" y="31862"/>
                  <a:pt x="219852" y="32436"/>
                </a:cubicBezTo>
                <a:lnTo>
                  <a:pt x="219852" y="46788"/>
                </a:lnTo>
                <a:cubicBezTo>
                  <a:pt x="215690" y="45421"/>
                  <a:pt x="211779" y="44458"/>
                  <a:pt x="208119" y="43897"/>
                </a:cubicBezTo>
                <a:cubicBezTo>
                  <a:pt x="204460" y="43337"/>
                  <a:pt x="200836" y="43056"/>
                  <a:pt x="197248" y="43056"/>
                </a:cubicBezTo>
                <a:cubicBezTo>
                  <a:pt x="193660" y="43056"/>
                  <a:pt x="190777" y="43704"/>
                  <a:pt x="188601" y="45000"/>
                </a:cubicBezTo>
                <a:cubicBezTo>
                  <a:pt x="186424" y="46295"/>
                  <a:pt x="185336" y="48094"/>
                  <a:pt x="185336" y="50396"/>
                </a:cubicBezTo>
                <a:cubicBezTo>
                  <a:pt x="185336" y="51498"/>
                  <a:pt x="185551" y="52480"/>
                  <a:pt x="185981" y="53343"/>
                </a:cubicBezTo>
                <a:cubicBezTo>
                  <a:pt x="186412" y="54204"/>
                  <a:pt x="187261" y="55042"/>
                  <a:pt x="188529" y="55856"/>
                </a:cubicBezTo>
                <a:cubicBezTo>
                  <a:pt x="189797" y="56670"/>
                  <a:pt x="191567" y="57520"/>
                  <a:pt x="193839" y="58406"/>
                </a:cubicBezTo>
                <a:cubicBezTo>
                  <a:pt x="196112" y="59291"/>
                  <a:pt x="199114" y="60260"/>
                  <a:pt x="202845" y="61312"/>
                </a:cubicBezTo>
                <a:cubicBezTo>
                  <a:pt x="207055" y="62510"/>
                  <a:pt x="210595" y="63791"/>
                  <a:pt x="213466" y="65156"/>
                </a:cubicBezTo>
                <a:cubicBezTo>
                  <a:pt x="216336" y="66521"/>
                  <a:pt x="218644" y="68065"/>
                  <a:pt x="220390" y="69789"/>
                </a:cubicBezTo>
                <a:cubicBezTo>
                  <a:pt x="222137" y="71513"/>
                  <a:pt x="223392" y="73477"/>
                  <a:pt x="224158" y="75680"/>
                </a:cubicBezTo>
                <a:cubicBezTo>
                  <a:pt x="224923" y="77882"/>
                  <a:pt x="225306" y="80395"/>
                  <a:pt x="225306" y="83220"/>
                </a:cubicBezTo>
                <a:close/>
                <a:moveTo>
                  <a:pt x="304842" y="101756"/>
                </a:moveTo>
                <a:cubicBezTo>
                  <a:pt x="301397" y="103167"/>
                  <a:pt x="297833" y="104214"/>
                  <a:pt x="294149" y="104896"/>
                </a:cubicBezTo>
                <a:cubicBezTo>
                  <a:pt x="290466" y="105577"/>
                  <a:pt x="286615" y="105918"/>
                  <a:pt x="282596" y="105918"/>
                </a:cubicBezTo>
                <a:cubicBezTo>
                  <a:pt x="276807" y="105918"/>
                  <a:pt x="271617" y="105129"/>
                  <a:pt x="267024" y="103550"/>
                </a:cubicBezTo>
                <a:cubicBezTo>
                  <a:pt x="262431" y="101971"/>
                  <a:pt x="258532" y="99627"/>
                  <a:pt x="255327" y="96518"/>
                </a:cubicBezTo>
                <a:cubicBezTo>
                  <a:pt x="252122" y="93408"/>
                  <a:pt x="249670" y="89557"/>
                  <a:pt x="247972" y="84964"/>
                </a:cubicBezTo>
                <a:cubicBezTo>
                  <a:pt x="246273" y="80372"/>
                  <a:pt x="245424" y="75061"/>
                  <a:pt x="245424" y="69033"/>
                </a:cubicBezTo>
                <a:cubicBezTo>
                  <a:pt x="245424" y="63197"/>
                  <a:pt x="246345" y="57911"/>
                  <a:pt x="248187" y="53174"/>
                </a:cubicBezTo>
                <a:cubicBezTo>
                  <a:pt x="250029" y="48438"/>
                  <a:pt x="252624" y="44396"/>
                  <a:pt x="255973" y="41047"/>
                </a:cubicBezTo>
                <a:cubicBezTo>
                  <a:pt x="259322" y="37698"/>
                  <a:pt x="263352" y="35115"/>
                  <a:pt x="268065" y="33297"/>
                </a:cubicBezTo>
                <a:cubicBezTo>
                  <a:pt x="272777" y="31479"/>
                  <a:pt x="278027" y="30570"/>
                  <a:pt x="283816" y="30570"/>
                </a:cubicBezTo>
                <a:cubicBezTo>
                  <a:pt x="288552" y="30570"/>
                  <a:pt x="292535" y="30828"/>
                  <a:pt x="295764" y="31344"/>
                </a:cubicBezTo>
                <a:cubicBezTo>
                  <a:pt x="298993" y="31859"/>
                  <a:pt x="301900" y="32510"/>
                  <a:pt x="304483" y="33297"/>
                </a:cubicBezTo>
                <a:lnTo>
                  <a:pt x="304483" y="50376"/>
                </a:lnTo>
                <a:cubicBezTo>
                  <a:pt x="301517" y="48870"/>
                  <a:pt x="298300" y="47705"/>
                  <a:pt x="294831" y="46880"/>
                </a:cubicBezTo>
                <a:cubicBezTo>
                  <a:pt x="291363" y="46053"/>
                  <a:pt x="288074" y="45640"/>
                  <a:pt x="284964" y="45640"/>
                </a:cubicBezTo>
                <a:cubicBezTo>
                  <a:pt x="281711" y="45640"/>
                  <a:pt x="278793" y="46188"/>
                  <a:pt x="276209" y="47286"/>
                </a:cubicBezTo>
                <a:cubicBezTo>
                  <a:pt x="273626" y="48381"/>
                  <a:pt x="271449" y="49907"/>
                  <a:pt x="269679" y="51863"/>
                </a:cubicBezTo>
                <a:cubicBezTo>
                  <a:pt x="267909" y="53818"/>
                  <a:pt x="266558" y="56191"/>
                  <a:pt x="265625" y="58980"/>
                </a:cubicBezTo>
                <a:cubicBezTo>
                  <a:pt x="264692" y="61770"/>
                  <a:pt x="264225" y="64834"/>
                  <a:pt x="264225" y="68172"/>
                </a:cubicBezTo>
                <a:cubicBezTo>
                  <a:pt x="264225" y="71653"/>
                  <a:pt x="264728" y="74777"/>
                  <a:pt x="265732" y="77544"/>
                </a:cubicBezTo>
                <a:cubicBezTo>
                  <a:pt x="266737" y="80310"/>
                  <a:pt x="268160" y="82658"/>
                  <a:pt x="270002" y="84590"/>
                </a:cubicBezTo>
                <a:cubicBezTo>
                  <a:pt x="271844" y="86520"/>
                  <a:pt x="274057" y="87998"/>
                  <a:pt x="276640" y="89023"/>
                </a:cubicBezTo>
                <a:cubicBezTo>
                  <a:pt x="279223" y="90049"/>
                  <a:pt x="282094" y="90562"/>
                  <a:pt x="285251" y="90562"/>
                </a:cubicBezTo>
                <a:cubicBezTo>
                  <a:pt x="286782" y="90562"/>
                  <a:pt x="288397" y="90452"/>
                  <a:pt x="290095" y="90234"/>
                </a:cubicBezTo>
                <a:cubicBezTo>
                  <a:pt x="291793" y="90014"/>
                  <a:pt x="293492" y="89698"/>
                  <a:pt x="295190" y="89286"/>
                </a:cubicBezTo>
                <a:cubicBezTo>
                  <a:pt x="296888" y="88871"/>
                  <a:pt x="298563" y="88398"/>
                  <a:pt x="300213" y="87864"/>
                </a:cubicBezTo>
                <a:cubicBezTo>
                  <a:pt x="301864" y="87329"/>
                  <a:pt x="303406" y="86745"/>
                  <a:pt x="304842" y="86112"/>
                </a:cubicBezTo>
                <a:lnTo>
                  <a:pt x="304842" y="101756"/>
                </a:lnTo>
                <a:close/>
                <a:moveTo>
                  <a:pt x="373469" y="59992"/>
                </a:moveTo>
                <a:cubicBezTo>
                  <a:pt x="373565" y="57278"/>
                  <a:pt x="373434" y="54969"/>
                  <a:pt x="373075" y="53065"/>
                </a:cubicBezTo>
                <a:cubicBezTo>
                  <a:pt x="372716" y="51160"/>
                  <a:pt x="372142" y="49589"/>
                  <a:pt x="371353" y="48351"/>
                </a:cubicBezTo>
                <a:cubicBezTo>
                  <a:pt x="370563" y="47111"/>
                  <a:pt x="369594" y="46206"/>
                  <a:pt x="368446" y="45635"/>
                </a:cubicBezTo>
                <a:cubicBezTo>
                  <a:pt x="367298" y="45064"/>
                  <a:pt x="365982" y="44778"/>
                  <a:pt x="364499" y="44778"/>
                </a:cubicBezTo>
                <a:cubicBezTo>
                  <a:pt x="361916" y="44778"/>
                  <a:pt x="359249" y="45849"/>
                  <a:pt x="356498" y="47990"/>
                </a:cubicBezTo>
                <a:cubicBezTo>
                  <a:pt x="353747" y="50129"/>
                  <a:pt x="350721" y="53651"/>
                  <a:pt x="347420" y="58556"/>
                </a:cubicBezTo>
                <a:lnTo>
                  <a:pt x="347420" y="104627"/>
                </a:lnTo>
                <a:lnTo>
                  <a:pt x="329480" y="104627"/>
                </a:lnTo>
                <a:lnTo>
                  <a:pt x="329480" y="31718"/>
                </a:lnTo>
                <a:lnTo>
                  <a:pt x="345339" y="31718"/>
                </a:lnTo>
                <a:lnTo>
                  <a:pt x="345985" y="42339"/>
                </a:lnTo>
                <a:cubicBezTo>
                  <a:pt x="347181" y="40473"/>
                  <a:pt x="348533" y="38798"/>
                  <a:pt x="350040" y="37315"/>
                </a:cubicBezTo>
                <a:cubicBezTo>
                  <a:pt x="351547" y="35832"/>
                  <a:pt x="353221" y="34553"/>
                  <a:pt x="355063" y="33476"/>
                </a:cubicBezTo>
                <a:cubicBezTo>
                  <a:pt x="356905" y="32400"/>
                  <a:pt x="358950" y="31575"/>
                  <a:pt x="361198" y="31000"/>
                </a:cubicBezTo>
                <a:cubicBezTo>
                  <a:pt x="363447" y="30426"/>
                  <a:pt x="365911" y="30139"/>
                  <a:pt x="368590" y="30139"/>
                </a:cubicBezTo>
                <a:cubicBezTo>
                  <a:pt x="372273" y="30139"/>
                  <a:pt x="375539" y="30772"/>
                  <a:pt x="378385" y="32037"/>
                </a:cubicBezTo>
                <a:cubicBezTo>
                  <a:pt x="381232" y="33301"/>
                  <a:pt x="383624" y="35175"/>
                  <a:pt x="385561" y="37656"/>
                </a:cubicBezTo>
                <a:cubicBezTo>
                  <a:pt x="387499" y="40138"/>
                  <a:pt x="388934" y="43252"/>
                  <a:pt x="389867" y="46999"/>
                </a:cubicBezTo>
                <a:cubicBezTo>
                  <a:pt x="390800" y="50745"/>
                  <a:pt x="391194" y="55076"/>
                  <a:pt x="391051" y="59992"/>
                </a:cubicBezTo>
                <a:lnTo>
                  <a:pt x="373469" y="59992"/>
                </a:lnTo>
                <a:close/>
                <a:moveTo>
                  <a:pt x="450134" y="11661"/>
                </a:moveTo>
                <a:cubicBezTo>
                  <a:pt x="450134" y="13244"/>
                  <a:pt x="449847" y="14732"/>
                  <a:pt x="449273" y="16124"/>
                </a:cubicBezTo>
                <a:cubicBezTo>
                  <a:pt x="448699" y="17516"/>
                  <a:pt x="447898" y="18727"/>
                  <a:pt x="446869" y="19759"/>
                </a:cubicBezTo>
                <a:cubicBezTo>
                  <a:pt x="445840" y="20790"/>
                  <a:pt x="444632" y="21607"/>
                  <a:pt x="443245" y="22208"/>
                </a:cubicBezTo>
                <a:cubicBezTo>
                  <a:pt x="441858" y="22807"/>
                  <a:pt x="440351" y="23107"/>
                  <a:pt x="438724" y="23107"/>
                </a:cubicBezTo>
                <a:cubicBezTo>
                  <a:pt x="437098" y="23107"/>
                  <a:pt x="435579" y="22807"/>
                  <a:pt x="434167" y="22208"/>
                </a:cubicBezTo>
                <a:cubicBezTo>
                  <a:pt x="432756" y="21607"/>
                  <a:pt x="431536" y="20790"/>
                  <a:pt x="430508" y="19759"/>
                </a:cubicBezTo>
                <a:cubicBezTo>
                  <a:pt x="429479" y="18727"/>
                  <a:pt x="428678" y="17516"/>
                  <a:pt x="428104" y="16124"/>
                </a:cubicBezTo>
                <a:cubicBezTo>
                  <a:pt x="427530" y="14732"/>
                  <a:pt x="427243" y="13244"/>
                  <a:pt x="427243" y="11661"/>
                </a:cubicBezTo>
                <a:cubicBezTo>
                  <a:pt x="427243" y="10078"/>
                  <a:pt x="427530" y="8590"/>
                  <a:pt x="428104" y="7198"/>
                </a:cubicBezTo>
                <a:cubicBezTo>
                  <a:pt x="428678" y="5807"/>
                  <a:pt x="429479" y="4583"/>
                  <a:pt x="430508" y="3527"/>
                </a:cubicBezTo>
                <a:cubicBezTo>
                  <a:pt x="431536" y="2472"/>
                  <a:pt x="432756" y="1645"/>
                  <a:pt x="434167" y="1045"/>
                </a:cubicBezTo>
                <a:cubicBezTo>
                  <a:pt x="435579" y="444"/>
                  <a:pt x="437098" y="144"/>
                  <a:pt x="438724" y="144"/>
                </a:cubicBezTo>
                <a:cubicBezTo>
                  <a:pt x="440351" y="144"/>
                  <a:pt x="441858" y="444"/>
                  <a:pt x="443245" y="1045"/>
                </a:cubicBezTo>
                <a:cubicBezTo>
                  <a:pt x="444632" y="1645"/>
                  <a:pt x="445840" y="2472"/>
                  <a:pt x="446869" y="3527"/>
                </a:cubicBezTo>
                <a:cubicBezTo>
                  <a:pt x="447898" y="4583"/>
                  <a:pt x="448699" y="5807"/>
                  <a:pt x="449273" y="7198"/>
                </a:cubicBezTo>
                <a:cubicBezTo>
                  <a:pt x="449847" y="8590"/>
                  <a:pt x="450134" y="10078"/>
                  <a:pt x="450134" y="11661"/>
                </a:cubicBezTo>
                <a:moveTo>
                  <a:pt x="430759" y="45353"/>
                </a:moveTo>
                <a:lnTo>
                  <a:pt x="410164" y="45353"/>
                </a:lnTo>
                <a:lnTo>
                  <a:pt x="410164" y="31718"/>
                </a:lnTo>
                <a:lnTo>
                  <a:pt x="448699" y="31718"/>
                </a:lnTo>
                <a:lnTo>
                  <a:pt x="448699" y="90992"/>
                </a:lnTo>
                <a:lnTo>
                  <a:pt x="469725" y="90992"/>
                </a:lnTo>
                <a:lnTo>
                  <a:pt x="469725" y="104627"/>
                </a:lnTo>
                <a:lnTo>
                  <a:pt x="407652" y="104627"/>
                </a:lnTo>
                <a:lnTo>
                  <a:pt x="407652" y="90992"/>
                </a:lnTo>
                <a:lnTo>
                  <a:pt x="430759" y="90992"/>
                </a:lnTo>
                <a:lnTo>
                  <a:pt x="430759" y="45353"/>
                </a:lnTo>
                <a:close/>
                <a:moveTo>
                  <a:pt x="553496" y="66881"/>
                </a:moveTo>
                <a:cubicBezTo>
                  <a:pt x="553496" y="73578"/>
                  <a:pt x="552551" y="79367"/>
                  <a:pt x="550661" y="84247"/>
                </a:cubicBezTo>
                <a:cubicBezTo>
                  <a:pt x="548771" y="89126"/>
                  <a:pt x="546140" y="93181"/>
                  <a:pt x="542767" y="96410"/>
                </a:cubicBezTo>
                <a:cubicBezTo>
                  <a:pt x="539395" y="99639"/>
                  <a:pt x="535412" y="102031"/>
                  <a:pt x="530819" y="103586"/>
                </a:cubicBezTo>
                <a:cubicBezTo>
                  <a:pt x="526227" y="105141"/>
                  <a:pt x="521227" y="105918"/>
                  <a:pt x="515821" y="105918"/>
                </a:cubicBezTo>
                <a:cubicBezTo>
                  <a:pt x="514003" y="105918"/>
                  <a:pt x="512186" y="105799"/>
                  <a:pt x="510368" y="105559"/>
                </a:cubicBezTo>
                <a:cubicBezTo>
                  <a:pt x="508550" y="105320"/>
                  <a:pt x="506899" y="105009"/>
                  <a:pt x="505416" y="104627"/>
                </a:cubicBezTo>
                <a:lnTo>
                  <a:pt x="505416" y="133187"/>
                </a:lnTo>
                <a:lnTo>
                  <a:pt x="487907" y="133187"/>
                </a:lnTo>
                <a:lnTo>
                  <a:pt x="487907" y="31718"/>
                </a:lnTo>
                <a:lnTo>
                  <a:pt x="503048" y="31718"/>
                </a:lnTo>
                <a:lnTo>
                  <a:pt x="503479" y="42482"/>
                </a:lnTo>
                <a:cubicBezTo>
                  <a:pt x="504962" y="40616"/>
                  <a:pt x="506505" y="38918"/>
                  <a:pt x="508107" y="37387"/>
                </a:cubicBezTo>
                <a:cubicBezTo>
                  <a:pt x="509710" y="35856"/>
                  <a:pt x="511444" y="34553"/>
                  <a:pt x="513310" y="33476"/>
                </a:cubicBezTo>
                <a:cubicBezTo>
                  <a:pt x="515176" y="32400"/>
                  <a:pt x="517185" y="31575"/>
                  <a:pt x="519338" y="31000"/>
                </a:cubicBezTo>
                <a:cubicBezTo>
                  <a:pt x="521490" y="30426"/>
                  <a:pt x="523906" y="30139"/>
                  <a:pt x="526585" y="30139"/>
                </a:cubicBezTo>
                <a:cubicBezTo>
                  <a:pt x="530891" y="30139"/>
                  <a:pt x="534718" y="31000"/>
                  <a:pt x="538067" y="32723"/>
                </a:cubicBezTo>
                <a:cubicBezTo>
                  <a:pt x="541416" y="34445"/>
                  <a:pt x="544227" y="36897"/>
                  <a:pt x="546499" y="40078"/>
                </a:cubicBezTo>
                <a:cubicBezTo>
                  <a:pt x="548771" y="43260"/>
                  <a:pt x="550506" y="47111"/>
                  <a:pt x="551702" y="51632"/>
                </a:cubicBezTo>
                <a:cubicBezTo>
                  <a:pt x="552898" y="56152"/>
                  <a:pt x="553496" y="61235"/>
                  <a:pt x="553496" y="66881"/>
                </a:cubicBezTo>
                <a:moveTo>
                  <a:pt x="535125" y="67636"/>
                </a:moveTo>
                <a:cubicBezTo>
                  <a:pt x="535125" y="63624"/>
                  <a:pt x="534838" y="60208"/>
                  <a:pt x="534264" y="57390"/>
                </a:cubicBezTo>
                <a:cubicBezTo>
                  <a:pt x="533690" y="54572"/>
                  <a:pt x="532865" y="52256"/>
                  <a:pt x="531788" y="50441"/>
                </a:cubicBezTo>
                <a:cubicBezTo>
                  <a:pt x="530712" y="48624"/>
                  <a:pt x="529396" y="47298"/>
                  <a:pt x="527841" y="46463"/>
                </a:cubicBezTo>
                <a:cubicBezTo>
                  <a:pt x="526286" y="45627"/>
                  <a:pt x="524504" y="45209"/>
                  <a:pt x="522495" y="45209"/>
                </a:cubicBezTo>
                <a:cubicBezTo>
                  <a:pt x="519529" y="45209"/>
                  <a:pt x="516695" y="46404"/>
                  <a:pt x="513992" y="48793"/>
                </a:cubicBezTo>
                <a:cubicBezTo>
                  <a:pt x="511289" y="51180"/>
                  <a:pt x="508430" y="54428"/>
                  <a:pt x="505416" y="58536"/>
                </a:cubicBezTo>
                <a:lnTo>
                  <a:pt x="505416" y="90349"/>
                </a:lnTo>
                <a:cubicBezTo>
                  <a:pt x="506804" y="90875"/>
                  <a:pt x="508514" y="91305"/>
                  <a:pt x="510547" y="91640"/>
                </a:cubicBezTo>
                <a:cubicBezTo>
                  <a:pt x="512580" y="91974"/>
                  <a:pt x="514649" y="92140"/>
                  <a:pt x="516754" y="92140"/>
                </a:cubicBezTo>
                <a:cubicBezTo>
                  <a:pt x="519529" y="92140"/>
                  <a:pt x="522053" y="91567"/>
                  <a:pt x="524325" y="90420"/>
                </a:cubicBezTo>
                <a:cubicBezTo>
                  <a:pt x="526597" y="89274"/>
                  <a:pt x="528535" y="87650"/>
                  <a:pt x="530138" y="85550"/>
                </a:cubicBezTo>
                <a:cubicBezTo>
                  <a:pt x="531740" y="83448"/>
                  <a:pt x="532972" y="80880"/>
                  <a:pt x="533833" y="77847"/>
                </a:cubicBezTo>
                <a:cubicBezTo>
                  <a:pt x="534694" y="74813"/>
                  <a:pt x="535125" y="71410"/>
                  <a:pt x="535125" y="67636"/>
                </a:cubicBezTo>
                <a:close/>
                <a:moveTo>
                  <a:pt x="628725" y="103909"/>
                </a:moveTo>
                <a:cubicBezTo>
                  <a:pt x="625568" y="104649"/>
                  <a:pt x="622387" y="105240"/>
                  <a:pt x="619181" y="105683"/>
                </a:cubicBezTo>
                <a:cubicBezTo>
                  <a:pt x="615976" y="106127"/>
                  <a:pt x="612938" y="106349"/>
                  <a:pt x="610068" y="106349"/>
                </a:cubicBezTo>
                <a:cubicBezTo>
                  <a:pt x="605284" y="106349"/>
                  <a:pt x="601157" y="105846"/>
                  <a:pt x="597689" y="104840"/>
                </a:cubicBezTo>
                <a:cubicBezTo>
                  <a:pt x="594221" y="103833"/>
                  <a:pt x="591350" y="102301"/>
                  <a:pt x="589078" y="100242"/>
                </a:cubicBezTo>
                <a:cubicBezTo>
                  <a:pt x="586805" y="98182"/>
                  <a:pt x="585131" y="95560"/>
                  <a:pt x="584055" y="92376"/>
                </a:cubicBezTo>
                <a:cubicBezTo>
                  <a:pt x="582978" y="89190"/>
                  <a:pt x="582440" y="85394"/>
                  <a:pt x="582440" y="80988"/>
                </a:cubicBezTo>
                <a:lnTo>
                  <a:pt x="582440" y="45353"/>
                </a:lnTo>
                <a:lnTo>
                  <a:pt x="562849" y="45353"/>
                </a:lnTo>
                <a:lnTo>
                  <a:pt x="562849" y="31718"/>
                </a:lnTo>
                <a:lnTo>
                  <a:pt x="582440" y="31718"/>
                </a:lnTo>
                <a:lnTo>
                  <a:pt x="582440" y="13002"/>
                </a:lnTo>
                <a:lnTo>
                  <a:pt x="600380" y="8324"/>
                </a:lnTo>
                <a:lnTo>
                  <a:pt x="600380" y="31718"/>
                </a:lnTo>
                <a:lnTo>
                  <a:pt x="628725" y="31718"/>
                </a:lnTo>
                <a:lnTo>
                  <a:pt x="628725" y="45353"/>
                </a:lnTo>
                <a:lnTo>
                  <a:pt x="600380" y="45353"/>
                </a:lnTo>
                <a:lnTo>
                  <a:pt x="600380" y="79654"/>
                </a:lnTo>
                <a:cubicBezTo>
                  <a:pt x="600380" y="83816"/>
                  <a:pt x="601337" y="86962"/>
                  <a:pt x="603250" y="89090"/>
                </a:cubicBezTo>
                <a:cubicBezTo>
                  <a:pt x="605164" y="91219"/>
                  <a:pt x="608369" y="92284"/>
                  <a:pt x="612866" y="92284"/>
                </a:cubicBezTo>
                <a:cubicBezTo>
                  <a:pt x="615737" y="92284"/>
                  <a:pt x="618535" y="92038"/>
                  <a:pt x="621262" y="91546"/>
                </a:cubicBezTo>
                <a:cubicBezTo>
                  <a:pt x="623989" y="91053"/>
                  <a:pt x="626477" y="90485"/>
                  <a:pt x="628725" y="89844"/>
                </a:cubicBezTo>
                <a:lnTo>
                  <a:pt x="628725" y="103909"/>
                </a:lnTo>
                <a:close/>
                <a:moveTo>
                  <a:pt x="692187" y="11661"/>
                </a:moveTo>
                <a:cubicBezTo>
                  <a:pt x="692187" y="13244"/>
                  <a:pt x="691900" y="14732"/>
                  <a:pt x="691326" y="16124"/>
                </a:cubicBezTo>
                <a:cubicBezTo>
                  <a:pt x="690752" y="17516"/>
                  <a:pt x="689950" y="18727"/>
                  <a:pt x="688922" y="19759"/>
                </a:cubicBezTo>
                <a:cubicBezTo>
                  <a:pt x="687893" y="20790"/>
                  <a:pt x="686685" y="21607"/>
                  <a:pt x="685298" y="22208"/>
                </a:cubicBezTo>
                <a:cubicBezTo>
                  <a:pt x="683911" y="22807"/>
                  <a:pt x="682404" y="23107"/>
                  <a:pt x="680777" y="23107"/>
                </a:cubicBezTo>
                <a:cubicBezTo>
                  <a:pt x="679150" y="23107"/>
                  <a:pt x="677632" y="22807"/>
                  <a:pt x="676220" y="22208"/>
                </a:cubicBezTo>
                <a:cubicBezTo>
                  <a:pt x="674809" y="21607"/>
                  <a:pt x="673589" y="20790"/>
                  <a:pt x="672560" y="19759"/>
                </a:cubicBezTo>
                <a:cubicBezTo>
                  <a:pt x="671532" y="18727"/>
                  <a:pt x="670731" y="17516"/>
                  <a:pt x="670157" y="16124"/>
                </a:cubicBezTo>
                <a:cubicBezTo>
                  <a:pt x="669582" y="14732"/>
                  <a:pt x="669295" y="13244"/>
                  <a:pt x="669295" y="11661"/>
                </a:cubicBezTo>
                <a:cubicBezTo>
                  <a:pt x="669295" y="10078"/>
                  <a:pt x="669582" y="8590"/>
                  <a:pt x="670157" y="7198"/>
                </a:cubicBezTo>
                <a:cubicBezTo>
                  <a:pt x="670731" y="5807"/>
                  <a:pt x="671532" y="4583"/>
                  <a:pt x="672560" y="3527"/>
                </a:cubicBezTo>
                <a:cubicBezTo>
                  <a:pt x="673589" y="2472"/>
                  <a:pt x="674809" y="1645"/>
                  <a:pt x="676220" y="1045"/>
                </a:cubicBezTo>
                <a:cubicBezTo>
                  <a:pt x="677632" y="444"/>
                  <a:pt x="679150" y="144"/>
                  <a:pt x="680777" y="144"/>
                </a:cubicBezTo>
                <a:cubicBezTo>
                  <a:pt x="682404" y="144"/>
                  <a:pt x="683911" y="444"/>
                  <a:pt x="685298" y="1045"/>
                </a:cubicBezTo>
                <a:cubicBezTo>
                  <a:pt x="686685" y="1645"/>
                  <a:pt x="687893" y="2472"/>
                  <a:pt x="688922" y="3527"/>
                </a:cubicBezTo>
                <a:cubicBezTo>
                  <a:pt x="689950" y="4583"/>
                  <a:pt x="690752" y="5807"/>
                  <a:pt x="691326" y="7198"/>
                </a:cubicBezTo>
                <a:cubicBezTo>
                  <a:pt x="691900" y="8590"/>
                  <a:pt x="692187" y="10078"/>
                  <a:pt x="692187" y="11661"/>
                </a:cubicBezTo>
                <a:moveTo>
                  <a:pt x="672812" y="45353"/>
                </a:moveTo>
                <a:lnTo>
                  <a:pt x="652216" y="45353"/>
                </a:lnTo>
                <a:lnTo>
                  <a:pt x="652216" y="31718"/>
                </a:lnTo>
                <a:lnTo>
                  <a:pt x="690752" y="31718"/>
                </a:lnTo>
                <a:lnTo>
                  <a:pt x="690752" y="90992"/>
                </a:lnTo>
                <a:lnTo>
                  <a:pt x="711778" y="90992"/>
                </a:lnTo>
                <a:lnTo>
                  <a:pt x="711778" y="104627"/>
                </a:lnTo>
                <a:lnTo>
                  <a:pt x="649705" y="104627"/>
                </a:lnTo>
                <a:lnTo>
                  <a:pt x="649705" y="90992"/>
                </a:lnTo>
                <a:lnTo>
                  <a:pt x="672812" y="90992"/>
                </a:lnTo>
                <a:lnTo>
                  <a:pt x="672812" y="45353"/>
                </a:lnTo>
                <a:close/>
                <a:moveTo>
                  <a:pt x="795618" y="67634"/>
                </a:moveTo>
                <a:cubicBezTo>
                  <a:pt x="795618" y="73379"/>
                  <a:pt x="794805" y="78634"/>
                  <a:pt x="793179" y="83399"/>
                </a:cubicBezTo>
                <a:cubicBezTo>
                  <a:pt x="791552" y="88164"/>
                  <a:pt x="789208" y="92246"/>
                  <a:pt x="786146" y="95648"/>
                </a:cubicBezTo>
                <a:cubicBezTo>
                  <a:pt x="783084" y="99047"/>
                  <a:pt x="779329" y="101681"/>
                  <a:pt x="774880" y="103548"/>
                </a:cubicBezTo>
                <a:cubicBezTo>
                  <a:pt x="770431" y="105415"/>
                  <a:pt x="765360" y="106349"/>
                  <a:pt x="759667" y="106349"/>
                </a:cubicBezTo>
                <a:cubicBezTo>
                  <a:pt x="754261" y="106349"/>
                  <a:pt x="749429" y="105559"/>
                  <a:pt x="745171" y="103978"/>
                </a:cubicBezTo>
                <a:cubicBezTo>
                  <a:pt x="740913" y="102398"/>
                  <a:pt x="737301" y="100040"/>
                  <a:pt x="734335" y="96903"/>
                </a:cubicBezTo>
                <a:cubicBezTo>
                  <a:pt x="731369" y="93767"/>
                  <a:pt x="729097" y="89840"/>
                  <a:pt x="727518" y="85123"/>
                </a:cubicBezTo>
                <a:cubicBezTo>
                  <a:pt x="725939" y="80407"/>
                  <a:pt x="725150" y="74912"/>
                  <a:pt x="725150" y="68639"/>
                </a:cubicBezTo>
                <a:cubicBezTo>
                  <a:pt x="725150" y="62846"/>
                  <a:pt x="725975" y="57579"/>
                  <a:pt x="727626" y="52838"/>
                </a:cubicBezTo>
                <a:cubicBezTo>
                  <a:pt x="729276" y="48097"/>
                  <a:pt x="731644" y="44051"/>
                  <a:pt x="734730" y="40699"/>
                </a:cubicBezTo>
                <a:cubicBezTo>
                  <a:pt x="737816" y="37346"/>
                  <a:pt x="741583" y="34748"/>
                  <a:pt x="746032" y="32904"/>
                </a:cubicBezTo>
                <a:cubicBezTo>
                  <a:pt x="750481" y="31061"/>
                  <a:pt x="755504" y="30139"/>
                  <a:pt x="761102" y="30139"/>
                </a:cubicBezTo>
                <a:cubicBezTo>
                  <a:pt x="766556" y="30139"/>
                  <a:pt x="771411" y="30941"/>
                  <a:pt x="775669" y="32546"/>
                </a:cubicBezTo>
                <a:cubicBezTo>
                  <a:pt x="779927" y="34150"/>
                  <a:pt x="783539" y="36532"/>
                  <a:pt x="786505" y="39692"/>
                </a:cubicBezTo>
                <a:cubicBezTo>
                  <a:pt x="789471" y="42853"/>
                  <a:pt x="791731" y="46768"/>
                  <a:pt x="793286" y="51436"/>
                </a:cubicBezTo>
                <a:cubicBezTo>
                  <a:pt x="794841" y="56105"/>
                  <a:pt x="795618" y="61505"/>
                  <a:pt x="795618" y="67634"/>
                </a:cubicBezTo>
                <a:moveTo>
                  <a:pt x="777391" y="68065"/>
                </a:moveTo>
                <a:cubicBezTo>
                  <a:pt x="777391" y="60518"/>
                  <a:pt x="775968" y="54846"/>
                  <a:pt x="773122" y="51049"/>
                </a:cubicBezTo>
                <a:cubicBezTo>
                  <a:pt x="770275" y="47251"/>
                  <a:pt x="766077" y="45353"/>
                  <a:pt x="760528" y="45353"/>
                </a:cubicBezTo>
                <a:cubicBezTo>
                  <a:pt x="757466" y="45353"/>
                  <a:pt x="754859" y="45950"/>
                  <a:pt x="752706" y="47144"/>
                </a:cubicBezTo>
                <a:cubicBezTo>
                  <a:pt x="750553" y="48337"/>
                  <a:pt x="748783" y="49973"/>
                  <a:pt x="747396" y="52051"/>
                </a:cubicBezTo>
                <a:cubicBezTo>
                  <a:pt x="746008" y="54129"/>
                  <a:pt x="744992" y="56553"/>
                  <a:pt x="744346" y="59323"/>
                </a:cubicBezTo>
                <a:cubicBezTo>
                  <a:pt x="743700" y="62094"/>
                  <a:pt x="743377" y="65055"/>
                  <a:pt x="743377" y="68208"/>
                </a:cubicBezTo>
                <a:cubicBezTo>
                  <a:pt x="743377" y="75803"/>
                  <a:pt x="744908" y="81523"/>
                  <a:pt x="747970" y="85368"/>
                </a:cubicBezTo>
                <a:cubicBezTo>
                  <a:pt x="751031" y="89213"/>
                  <a:pt x="755217" y="91136"/>
                  <a:pt x="760528" y="91136"/>
                </a:cubicBezTo>
                <a:cubicBezTo>
                  <a:pt x="763446" y="91136"/>
                  <a:pt x="765981" y="90550"/>
                  <a:pt x="768134" y="89380"/>
                </a:cubicBezTo>
                <a:cubicBezTo>
                  <a:pt x="770287" y="88209"/>
                  <a:pt x="772033" y="86586"/>
                  <a:pt x="773373" y="84509"/>
                </a:cubicBezTo>
                <a:cubicBezTo>
                  <a:pt x="774712" y="82431"/>
                  <a:pt x="775717" y="79983"/>
                  <a:pt x="776387" y="77165"/>
                </a:cubicBezTo>
                <a:cubicBezTo>
                  <a:pt x="777056" y="74347"/>
                  <a:pt x="777391" y="71313"/>
                  <a:pt x="777391" y="68065"/>
                </a:cubicBezTo>
                <a:close/>
                <a:moveTo>
                  <a:pt x="854128" y="104627"/>
                </a:moveTo>
                <a:lnTo>
                  <a:pt x="854128" y="57180"/>
                </a:lnTo>
                <a:cubicBezTo>
                  <a:pt x="854128" y="49199"/>
                  <a:pt x="851162" y="45209"/>
                  <a:pt x="845230" y="45209"/>
                </a:cubicBezTo>
                <a:cubicBezTo>
                  <a:pt x="842264" y="45209"/>
                  <a:pt x="839429" y="46404"/>
                  <a:pt x="836726" y="48793"/>
                </a:cubicBezTo>
                <a:cubicBezTo>
                  <a:pt x="834023" y="51182"/>
                  <a:pt x="831165" y="54431"/>
                  <a:pt x="828151" y="58541"/>
                </a:cubicBezTo>
                <a:lnTo>
                  <a:pt x="828151" y="104627"/>
                </a:lnTo>
                <a:lnTo>
                  <a:pt x="810642" y="104627"/>
                </a:lnTo>
                <a:lnTo>
                  <a:pt x="810642" y="31718"/>
                </a:lnTo>
                <a:lnTo>
                  <a:pt x="825783" y="31718"/>
                </a:lnTo>
                <a:lnTo>
                  <a:pt x="826214" y="42482"/>
                </a:lnTo>
                <a:cubicBezTo>
                  <a:pt x="827697" y="40616"/>
                  <a:pt x="829239" y="38918"/>
                  <a:pt x="830842" y="37387"/>
                </a:cubicBezTo>
                <a:cubicBezTo>
                  <a:pt x="832445" y="35856"/>
                  <a:pt x="834179" y="34553"/>
                  <a:pt x="836045" y="33476"/>
                </a:cubicBezTo>
                <a:cubicBezTo>
                  <a:pt x="837910" y="32400"/>
                  <a:pt x="839920" y="31575"/>
                  <a:pt x="842073" y="31000"/>
                </a:cubicBezTo>
                <a:cubicBezTo>
                  <a:pt x="844225" y="30426"/>
                  <a:pt x="846641" y="30139"/>
                  <a:pt x="849320" y="30139"/>
                </a:cubicBezTo>
                <a:cubicBezTo>
                  <a:pt x="853052" y="30139"/>
                  <a:pt x="856305" y="30749"/>
                  <a:pt x="859080" y="31969"/>
                </a:cubicBezTo>
                <a:cubicBezTo>
                  <a:pt x="861855" y="33189"/>
                  <a:pt x="864175" y="34911"/>
                  <a:pt x="866041" y="37136"/>
                </a:cubicBezTo>
                <a:cubicBezTo>
                  <a:pt x="867906" y="39361"/>
                  <a:pt x="869306" y="42040"/>
                  <a:pt x="870239" y="45173"/>
                </a:cubicBezTo>
                <a:cubicBezTo>
                  <a:pt x="871171" y="48307"/>
                  <a:pt x="871638" y="51811"/>
                  <a:pt x="871638" y="55686"/>
                </a:cubicBezTo>
                <a:lnTo>
                  <a:pt x="871638" y="104627"/>
                </a:lnTo>
                <a:lnTo>
                  <a:pt x="854128" y="104627"/>
                </a:lnTo>
                <a:close/>
                <a:moveTo>
                  <a:pt x="902950" y="0"/>
                </a:moveTo>
                <a:cubicBezTo>
                  <a:pt x="912901" y="0"/>
                  <a:pt x="920316" y="2380"/>
                  <a:pt x="925196" y="7140"/>
                </a:cubicBezTo>
                <a:cubicBezTo>
                  <a:pt x="930075" y="11900"/>
                  <a:pt x="932515" y="19471"/>
                  <a:pt x="932515" y="29852"/>
                </a:cubicBezTo>
                <a:lnTo>
                  <a:pt x="932515" y="41908"/>
                </a:lnTo>
                <a:cubicBezTo>
                  <a:pt x="932515" y="46836"/>
                  <a:pt x="933604" y="50531"/>
                  <a:pt x="935780" y="52995"/>
                </a:cubicBezTo>
                <a:cubicBezTo>
                  <a:pt x="937957" y="55459"/>
                  <a:pt x="941605" y="56691"/>
                  <a:pt x="946724" y="56691"/>
                </a:cubicBezTo>
                <a:lnTo>
                  <a:pt x="951316" y="56691"/>
                </a:lnTo>
                <a:lnTo>
                  <a:pt x="951316" y="70325"/>
                </a:lnTo>
                <a:lnTo>
                  <a:pt x="946724" y="70325"/>
                </a:lnTo>
                <a:cubicBezTo>
                  <a:pt x="944140" y="70325"/>
                  <a:pt x="941940" y="70600"/>
                  <a:pt x="940122" y="71150"/>
                </a:cubicBezTo>
                <a:cubicBezTo>
                  <a:pt x="938304" y="71701"/>
                  <a:pt x="936833" y="72550"/>
                  <a:pt x="935709" y="73698"/>
                </a:cubicBezTo>
                <a:cubicBezTo>
                  <a:pt x="934584" y="74846"/>
                  <a:pt x="933771" y="76317"/>
                  <a:pt x="933269" y="78111"/>
                </a:cubicBezTo>
                <a:cubicBezTo>
                  <a:pt x="932766" y="79905"/>
                  <a:pt x="932515" y="82046"/>
                  <a:pt x="932515" y="84534"/>
                </a:cubicBezTo>
                <a:lnTo>
                  <a:pt x="932515" y="103407"/>
                </a:lnTo>
                <a:cubicBezTo>
                  <a:pt x="932515" y="108334"/>
                  <a:pt x="931953" y="112652"/>
                  <a:pt x="930829" y="116359"/>
                </a:cubicBezTo>
                <a:cubicBezTo>
                  <a:pt x="929705" y="120067"/>
                  <a:pt x="927946" y="123165"/>
                  <a:pt x="925554" y="125652"/>
                </a:cubicBezTo>
                <a:cubicBezTo>
                  <a:pt x="923162" y="128140"/>
                  <a:pt x="920101" y="130018"/>
                  <a:pt x="916369" y="131286"/>
                </a:cubicBezTo>
                <a:cubicBezTo>
                  <a:pt x="912638" y="132553"/>
                  <a:pt x="908165" y="133187"/>
                  <a:pt x="902950" y="133187"/>
                </a:cubicBezTo>
                <a:lnTo>
                  <a:pt x="896922" y="133187"/>
                </a:lnTo>
                <a:lnTo>
                  <a:pt x="896922" y="119696"/>
                </a:lnTo>
                <a:lnTo>
                  <a:pt x="901515" y="119696"/>
                </a:lnTo>
                <a:cubicBezTo>
                  <a:pt x="903811" y="119696"/>
                  <a:pt x="905880" y="119433"/>
                  <a:pt x="907722" y="118907"/>
                </a:cubicBezTo>
                <a:cubicBezTo>
                  <a:pt x="909564" y="118381"/>
                  <a:pt x="911155" y="117483"/>
                  <a:pt x="912494" y="116214"/>
                </a:cubicBezTo>
                <a:cubicBezTo>
                  <a:pt x="913834" y="114944"/>
                  <a:pt x="914862" y="113292"/>
                  <a:pt x="915580" y="111258"/>
                </a:cubicBezTo>
                <a:cubicBezTo>
                  <a:pt x="916297" y="109224"/>
                  <a:pt x="916656" y="106699"/>
                  <a:pt x="916656" y="103682"/>
                </a:cubicBezTo>
                <a:lnTo>
                  <a:pt x="916656" y="85014"/>
                </a:lnTo>
                <a:cubicBezTo>
                  <a:pt x="916656" y="81424"/>
                  <a:pt x="916955" y="78349"/>
                  <a:pt x="917553" y="75788"/>
                </a:cubicBezTo>
                <a:cubicBezTo>
                  <a:pt x="918151" y="73225"/>
                  <a:pt x="919060" y="71095"/>
                  <a:pt x="920280" y="69397"/>
                </a:cubicBezTo>
                <a:cubicBezTo>
                  <a:pt x="921500" y="67697"/>
                  <a:pt x="923067" y="66393"/>
                  <a:pt x="924980" y="65484"/>
                </a:cubicBezTo>
                <a:cubicBezTo>
                  <a:pt x="926894" y="64573"/>
                  <a:pt x="929142" y="63926"/>
                  <a:pt x="931726" y="63544"/>
                </a:cubicBezTo>
                <a:cubicBezTo>
                  <a:pt x="926607" y="62922"/>
                  <a:pt x="922816" y="60899"/>
                  <a:pt x="920352" y="57476"/>
                </a:cubicBezTo>
                <a:cubicBezTo>
                  <a:pt x="917888" y="54052"/>
                  <a:pt x="916656" y="48798"/>
                  <a:pt x="916656" y="41713"/>
                </a:cubicBezTo>
                <a:lnTo>
                  <a:pt x="916656" y="29720"/>
                </a:lnTo>
                <a:cubicBezTo>
                  <a:pt x="916656" y="26609"/>
                  <a:pt x="916297" y="24012"/>
                  <a:pt x="915580" y="21930"/>
                </a:cubicBezTo>
                <a:cubicBezTo>
                  <a:pt x="914862" y="19847"/>
                  <a:pt x="913834" y="18184"/>
                  <a:pt x="912494" y="16940"/>
                </a:cubicBezTo>
                <a:cubicBezTo>
                  <a:pt x="911155" y="15695"/>
                  <a:pt x="909564" y="14809"/>
                  <a:pt x="907722" y="14283"/>
                </a:cubicBezTo>
                <a:cubicBezTo>
                  <a:pt x="905880" y="13755"/>
                  <a:pt x="903811" y="13491"/>
                  <a:pt x="901515" y="13491"/>
                </a:cubicBezTo>
                <a:lnTo>
                  <a:pt x="896922" y="13491"/>
                </a:lnTo>
                <a:lnTo>
                  <a:pt x="896922" y="0"/>
                </a:lnTo>
                <a:lnTo>
                  <a:pt x="902950" y="0"/>
                </a:lnTo>
                <a:close/>
              </a:path>
            </a:pathLst>
          </a:custGeom>
          <a:solidFill xmlns:a="http://schemas.openxmlformats.org/drawingml/2006/main">
            <a:srgbClr val="38761D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ac7c94e8449cd"/>
          <a:stretch xmlns:a="http://schemas.openxmlformats.org/drawingml/2006/main"/>
        </p:blipFill>
        <p:spPr>
          <a:xfrm xmlns:a="http://schemas.openxmlformats.org/drawingml/2006/main">
            <a:off x="8951356" y="3586008"/>
            <a:ext cx="1658607" cy="185081"/>
          </a:xfrm>
          <a:prstGeom xmlns:a="http://schemas.openxmlformats.org/drawingml/2006/main" prst="rect">
            <a:avLst/>
          </a:prstGeom>
        </p:spPr>
      </p:pic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F1D453-84B9-4D5B-8800-B93604E5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7471" y="3586008"/>
            <a:ext cx="1666377" cy="185081"/>
          </a:xfrm>
          <a:custGeom xmlns:a="http://schemas.openxmlformats.org/drawingml/2006/main">
            <a:pathLst>
              <a:path w="1666377" h="185081" fill="none">
                <a:moveTo>
                  <a:pt x="0" y="0"/>
                </a:moveTo>
                <a:lnTo>
                  <a:pt x="1666377" y="0"/>
                </a:lnTo>
                <a:lnTo>
                  <a:pt x="1666377" y="185081"/>
                </a:lnTo>
                <a:lnTo>
                  <a:pt x="0" y="1850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DA4F60-B5BC-48A2-9C2F-1BA95F9D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298" y="2724139"/>
            <a:ext cx="1770091" cy="354756"/>
          </a:xfrm>
          <a:custGeom xmlns:a="http://schemas.openxmlformats.org/drawingml/2006/main">
            <a:pathLst>
              <a:path w="1770091" h="354756">
                <a:moveTo>
                  <a:pt x="0" y="59127"/>
                </a:moveTo>
                <a:lnTo>
                  <a:pt x="0" y="59127"/>
                </a:lnTo>
                <a:cubicBezTo>
                  <a:pt x="0" y="26472"/>
                  <a:pt x="26473" y="0"/>
                  <a:pt x="59128" y="0"/>
                </a:cubicBezTo>
                <a:lnTo>
                  <a:pt x="1710965" y="0"/>
                </a:lnTo>
                <a:cubicBezTo>
                  <a:pt x="1726645" y="0"/>
                  <a:pt x="1741685" y="6230"/>
                  <a:pt x="1752773" y="17318"/>
                </a:cubicBezTo>
                <a:cubicBezTo>
                  <a:pt x="1763862" y="28407"/>
                  <a:pt x="1770091" y="43446"/>
                  <a:pt x="1770091" y="59127"/>
                </a:cubicBezTo>
                <a:lnTo>
                  <a:pt x="1770091" y="295629"/>
                </a:lnTo>
                <a:cubicBezTo>
                  <a:pt x="1770091" y="328284"/>
                  <a:pt x="1743620" y="354756"/>
                  <a:pt x="1710965" y="354756"/>
                </a:cubicBezTo>
                <a:lnTo>
                  <a:pt x="59128" y="354756"/>
                </a:lnTo>
                <a:cubicBezTo>
                  <a:pt x="26473" y="354756"/>
                  <a:pt x="0" y="328284"/>
                  <a:pt x="0" y="295629"/>
                </a:cubicBezTo>
                <a:lnTo>
                  <a:pt x="0" y="59127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E49C56-6727-4BD8-807E-A5CEFB32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298" y="2724139"/>
            <a:ext cx="1770091" cy="354756"/>
          </a:xfrm>
          <a:custGeom xmlns:a="http://schemas.openxmlformats.org/drawingml/2006/main">
            <a:pathLst>
              <a:path w="1770091" h="354756" fill="none">
                <a:moveTo>
                  <a:pt x="0" y="59127"/>
                </a:moveTo>
                <a:lnTo>
                  <a:pt x="0" y="59127"/>
                </a:lnTo>
                <a:cubicBezTo>
                  <a:pt x="0" y="26472"/>
                  <a:pt x="26473" y="0"/>
                  <a:pt x="59128" y="0"/>
                </a:cubicBezTo>
                <a:lnTo>
                  <a:pt x="1710965" y="0"/>
                </a:lnTo>
                <a:cubicBezTo>
                  <a:pt x="1726645" y="0"/>
                  <a:pt x="1741685" y="6230"/>
                  <a:pt x="1752773" y="17318"/>
                </a:cubicBezTo>
                <a:cubicBezTo>
                  <a:pt x="1763862" y="28407"/>
                  <a:pt x="1770091" y="43446"/>
                  <a:pt x="1770091" y="59127"/>
                </a:cubicBezTo>
                <a:lnTo>
                  <a:pt x="1770091" y="295629"/>
                </a:lnTo>
                <a:cubicBezTo>
                  <a:pt x="1770091" y="328284"/>
                  <a:pt x="1743620" y="354756"/>
                  <a:pt x="1710965" y="354756"/>
                </a:cubicBezTo>
                <a:lnTo>
                  <a:pt x="59128" y="354756"/>
                </a:lnTo>
                <a:cubicBezTo>
                  <a:pt x="26473" y="354756"/>
                  <a:pt x="0" y="328284"/>
                  <a:pt x="0" y="295629"/>
                </a:cubicBezTo>
                <a:lnTo>
                  <a:pt x="0" y="5912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167" name="Text LLMTransformerLayers">
            <a:extLst xmlns:a="http://schemas.openxmlformats.org/drawingml/2006/main">
              <a:ext uri="{FF2B5EF4-FFF2-40B4-BE49-F238E27FC236}">
                <a16:creationId xmlns:a16="http://schemas.microsoft.com/office/drawing/2014/main" id="{A0ACB820-0557-4A7B-9D6D-3174A0A3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204" y="2862161"/>
            <a:ext cx="1329024" cy="112269"/>
          </a:xfrm>
          <a:custGeom xmlns:a="http://schemas.openxmlformats.org/drawingml/2006/main">
            <a:pathLst>
              <a:path w="1329024" h="112269">
                <a:moveTo>
                  <a:pt x="0" y="87027"/>
                </a:moveTo>
                <a:lnTo>
                  <a:pt x="0" y="1256"/>
                </a:lnTo>
                <a:lnTo>
                  <a:pt x="10672" y="1256"/>
                </a:lnTo>
                <a:lnTo>
                  <a:pt x="10672" y="77511"/>
                </a:lnTo>
                <a:lnTo>
                  <a:pt x="50536" y="77511"/>
                </a:lnTo>
                <a:lnTo>
                  <a:pt x="50536" y="87027"/>
                </a:lnTo>
                <a:lnTo>
                  <a:pt x="0" y="87027"/>
                </a:lnTo>
                <a:close/>
                <a:moveTo>
                  <a:pt x="65583" y="87027"/>
                </a:moveTo>
                <a:lnTo>
                  <a:pt x="65583" y="1256"/>
                </a:lnTo>
                <a:lnTo>
                  <a:pt x="76255" y="1256"/>
                </a:lnTo>
                <a:lnTo>
                  <a:pt x="76255" y="77511"/>
                </a:lnTo>
                <a:lnTo>
                  <a:pt x="116119" y="77511"/>
                </a:lnTo>
                <a:lnTo>
                  <a:pt x="116119" y="87027"/>
                </a:lnTo>
                <a:lnTo>
                  <a:pt x="65583" y="87027"/>
                </a:lnTo>
                <a:close/>
                <a:moveTo>
                  <a:pt x="204464" y="87027"/>
                </a:moveTo>
                <a:lnTo>
                  <a:pt x="204464" y="16429"/>
                </a:lnTo>
                <a:lnTo>
                  <a:pt x="175274" y="87027"/>
                </a:lnTo>
                <a:lnTo>
                  <a:pt x="170901" y="87027"/>
                </a:lnTo>
                <a:lnTo>
                  <a:pt x="141838" y="16429"/>
                </a:lnTo>
                <a:lnTo>
                  <a:pt x="141838" y="87027"/>
                </a:lnTo>
                <a:lnTo>
                  <a:pt x="131166" y="87027"/>
                </a:lnTo>
                <a:lnTo>
                  <a:pt x="131166" y="1256"/>
                </a:lnTo>
                <a:lnTo>
                  <a:pt x="146469" y="1256"/>
                </a:lnTo>
                <a:lnTo>
                  <a:pt x="173088" y="65810"/>
                </a:lnTo>
                <a:lnTo>
                  <a:pt x="199835" y="1256"/>
                </a:lnTo>
                <a:lnTo>
                  <a:pt x="215138" y="1256"/>
                </a:lnTo>
                <a:lnTo>
                  <a:pt x="215138" y="87027"/>
                </a:lnTo>
                <a:lnTo>
                  <a:pt x="204464" y="87027"/>
                </a:lnTo>
                <a:close/>
                <a:moveTo>
                  <a:pt x="289594" y="87027"/>
                </a:moveTo>
                <a:lnTo>
                  <a:pt x="289594" y="10772"/>
                </a:lnTo>
                <a:lnTo>
                  <a:pt x="262460" y="10772"/>
                </a:lnTo>
                <a:lnTo>
                  <a:pt x="262460" y="1256"/>
                </a:lnTo>
                <a:lnTo>
                  <a:pt x="327529" y="1256"/>
                </a:lnTo>
                <a:lnTo>
                  <a:pt x="327529" y="10772"/>
                </a:lnTo>
                <a:lnTo>
                  <a:pt x="300268" y="10772"/>
                </a:lnTo>
                <a:lnTo>
                  <a:pt x="300268" y="87027"/>
                </a:lnTo>
                <a:lnTo>
                  <a:pt x="289594" y="87027"/>
                </a:lnTo>
                <a:close/>
                <a:moveTo>
                  <a:pt x="330358" y="87027"/>
                </a:moveTo>
                <a:lnTo>
                  <a:pt x="330358" y="24865"/>
                </a:lnTo>
                <a:lnTo>
                  <a:pt x="340002" y="24865"/>
                </a:lnTo>
                <a:lnTo>
                  <a:pt x="340002" y="34927"/>
                </a:lnTo>
                <a:cubicBezTo>
                  <a:pt x="345746" y="27382"/>
                  <a:pt x="352648" y="23609"/>
                  <a:pt x="360707" y="23609"/>
                </a:cubicBezTo>
                <a:lnTo>
                  <a:pt x="360707" y="33512"/>
                </a:lnTo>
                <a:lnTo>
                  <a:pt x="356850" y="33126"/>
                </a:lnTo>
                <a:cubicBezTo>
                  <a:pt x="353934" y="33126"/>
                  <a:pt x="350718" y="34176"/>
                  <a:pt x="347203" y="36277"/>
                </a:cubicBezTo>
                <a:cubicBezTo>
                  <a:pt x="343688" y="38378"/>
                  <a:pt x="341288" y="40629"/>
                  <a:pt x="340002" y="43029"/>
                </a:cubicBezTo>
                <a:lnTo>
                  <a:pt x="340002" y="87027"/>
                </a:lnTo>
                <a:lnTo>
                  <a:pt x="330358" y="87027"/>
                </a:lnTo>
                <a:close/>
                <a:moveTo>
                  <a:pt x="411630" y="87027"/>
                </a:moveTo>
                <a:lnTo>
                  <a:pt x="411630" y="79920"/>
                </a:lnTo>
                <a:cubicBezTo>
                  <a:pt x="406400" y="85663"/>
                  <a:pt x="399542" y="88534"/>
                  <a:pt x="391055" y="88534"/>
                </a:cubicBezTo>
                <a:cubicBezTo>
                  <a:pt x="384796" y="88534"/>
                  <a:pt x="379610" y="86560"/>
                  <a:pt x="375494" y="82612"/>
                </a:cubicBezTo>
                <a:cubicBezTo>
                  <a:pt x="371380" y="78664"/>
                  <a:pt x="369323" y="73773"/>
                  <a:pt x="369323" y="67937"/>
                </a:cubicBezTo>
                <a:cubicBezTo>
                  <a:pt x="369323" y="61930"/>
                  <a:pt x="371359" y="57018"/>
                  <a:pt x="375432" y="53199"/>
                </a:cubicBezTo>
                <a:cubicBezTo>
                  <a:pt x="379504" y="49379"/>
                  <a:pt x="384711" y="47469"/>
                  <a:pt x="391055" y="47469"/>
                </a:cubicBezTo>
                <a:cubicBezTo>
                  <a:pt x="399971" y="47469"/>
                  <a:pt x="406829" y="50299"/>
                  <a:pt x="411630" y="55958"/>
                </a:cubicBezTo>
                <a:lnTo>
                  <a:pt x="411630" y="44799"/>
                </a:lnTo>
                <a:cubicBezTo>
                  <a:pt x="411630" y="40609"/>
                  <a:pt x="410151" y="37381"/>
                  <a:pt x="407194" y="35115"/>
                </a:cubicBezTo>
                <a:cubicBezTo>
                  <a:pt x="404236" y="32850"/>
                  <a:pt x="400486" y="31717"/>
                  <a:pt x="395942" y="31717"/>
                </a:cubicBezTo>
                <a:cubicBezTo>
                  <a:pt x="388655" y="31717"/>
                  <a:pt x="382310" y="34582"/>
                  <a:pt x="376909" y="40311"/>
                </a:cubicBezTo>
                <a:lnTo>
                  <a:pt x="372410" y="33632"/>
                </a:lnTo>
                <a:cubicBezTo>
                  <a:pt x="379011" y="26783"/>
                  <a:pt x="387283" y="23358"/>
                  <a:pt x="397228" y="23358"/>
                </a:cubicBezTo>
                <a:cubicBezTo>
                  <a:pt x="404858" y="23358"/>
                  <a:pt x="410773" y="25202"/>
                  <a:pt x="414974" y="28889"/>
                </a:cubicBezTo>
                <a:cubicBezTo>
                  <a:pt x="419174" y="32576"/>
                  <a:pt x="421274" y="37721"/>
                  <a:pt x="421274" y="44324"/>
                </a:cubicBezTo>
                <a:lnTo>
                  <a:pt x="421274" y="87027"/>
                </a:lnTo>
                <a:lnTo>
                  <a:pt x="411630" y="87027"/>
                </a:lnTo>
                <a:moveTo>
                  <a:pt x="394528" y="81590"/>
                </a:moveTo>
                <a:cubicBezTo>
                  <a:pt x="402157" y="81590"/>
                  <a:pt x="407858" y="79018"/>
                  <a:pt x="411630" y="73875"/>
                </a:cubicBezTo>
                <a:lnTo>
                  <a:pt x="411630" y="62131"/>
                </a:lnTo>
                <a:cubicBezTo>
                  <a:pt x="407858" y="56986"/>
                  <a:pt x="402157" y="54414"/>
                  <a:pt x="394528" y="54414"/>
                </a:cubicBezTo>
                <a:cubicBezTo>
                  <a:pt x="389983" y="54414"/>
                  <a:pt x="386296" y="55681"/>
                  <a:pt x="383467" y="58214"/>
                </a:cubicBezTo>
                <a:cubicBezTo>
                  <a:pt x="380639" y="60747"/>
                  <a:pt x="379224" y="64031"/>
                  <a:pt x="379224" y="68067"/>
                </a:cubicBezTo>
                <a:cubicBezTo>
                  <a:pt x="379224" y="72016"/>
                  <a:pt x="380639" y="75257"/>
                  <a:pt x="383467" y="77791"/>
                </a:cubicBezTo>
                <a:cubicBezTo>
                  <a:pt x="386296" y="80324"/>
                  <a:pt x="389983" y="81590"/>
                  <a:pt x="394528" y="81590"/>
                </a:cubicBezTo>
                <a:close/>
                <a:moveTo>
                  <a:pt x="482486" y="87027"/>
                </a:moveTo>
                <a:lnTo>
                  <a:pt x="482486" y="46380"/>
                </a:lnTo>
                <a:cubicBezTo>
                  <a:pt x="482486" y="40893"/>
                  <a:pt x="481221" y="37120"/>
                  <a:pt x="478691" y="35062"/>
                </a:cubicBezTo>
                <a:cubicBezTo>
                  <a:pt x="476163" y="33003"/>
                  <a:pt x="472798" y="31974"/>
                  <a:pt x="468598" y="31974"/>
                </a:cubicBezTo>
                <a:cubicBezTo>
                  <a:pt x="464998" y="31974"/>
                  <a:pt x="461461" y="32939"/>
                  <a:pt x="457988" y="34868"/>
                </a:cubicBezTo>
                <a:cubicBezTo>
                  <a:pt x="454517" y="36796"/>
                  <a:pt x="451923" y="39046"/>
                  <a:pt x="450208" y="41618"/>
                </a:cubicBezTo>
                <a:lnTo>
                  <a:pt x="450208" y="87027"/>
                </a:lnTo>
                <a:lnTo>
                  <a:pt x="440564" y="87027"/>
                </a:lnTo>
                <a:lnTo>
                  <a:pt x="440564" y="24865"/>
                </a:lnTo>
                <a:lnTo>
                  <a:pt x="450208" y="24865"/>
                </a:lnTo>
                <a:lnTo>
                  <a:pt x="450208" y="33903"/>
                </a:lnTo>
                <a:cubicBezTo>
                  <a:pt x="452866" y="30817"/>
                  <a:pt x="456146" y="28288"/>
                  <a:pt x="460047" y="26317"/>
                </a:cubicBezTo>
                <a:cubicBezTo>
                  <a:pt x="463947" y="24344"/>
                  <a:pt x="468041" y="23358"/>
                  <a:pt x="472328" y="23358"/>
                </a:cubicBezTo>
                <a:cubicBezTo>
                  <a:pt x="485530" y="23358"/>
                  <a:pt x="492131" y="30046"/>
                  <a:pt x="492131" y="43423"/>
                </a:cubicBezTo>
                <a:lnTo>
                  <a:pt x="492131" y="87027"/>
                </a:lnTo>
                <a:lnTo>
                  <a:pt x="482486" y="87027"/>
                </a:lnTo>
                <a:close/>
                <a:moveTo>
                  <a:pt x="531094" y="88534"/>
                </a:moveTo>
                <a:cubicBezTo>
                  <a:pt x="520549" y="88534"/>
                  <a:pt x="512191" y="85280"/>
                  <a:pt x="506019" y="78770"/>
                </a:cubicBezTo>
                <a:lnTo>
                  <a:pt x="511034" y="71832"/>
                </a:lnTo>
                <a:cubicBezTo>
                  <a:pt x="513091" y="74229"/>
                  <a:pt x="515940" y="76304"/>
                  <a:pt x="519584" y="78058"/>
                </a:cubicBezTo>
                <a:cubicBezTo>
                  <a:pt x="523228" y="79812"/>
                  <a:pt x="527194" y="80689"/>
                  <a:pt x="531480" y="80689"/>
                </a:cubicBezTo>
                <a:cubicBezTo>
                  <a:pt x="536281" y="80689"/>
                  <a:pt x="539924" y="79683"/>
                  <a:pt x="542410" y="77670"/>
                </a:cubicBezTo>
                <a:cubicBezTo>
                  <a:pt x="544897" y="75655"/>
                  <a:pt x="546140" y="73106"/>
                  <a:pt x="546140" y="70021"/>
                </a:cubicBezTo>
                <a:cubicBezTo>
                  <a:pt x="546140" y="67279"/>
                  <a:pt x="544789" y="65115"/>
                  <a:pt x="542088" y="63530"/>
                </a:cubicBezTo>
                <a:cubicBezTo>
                  <a:pt x="539388" y="61945"/>
                  <a:pt x="534352" y="60295"/>
                  <a:pt x="526979" y="58581"/>
                </a:cubicBezTo>
                <a:cubicBezTo>
                  <a:pt x="520721" y="57295"/>
                  <a:pt x="515942" y="55260"/>
                  <a:pt x="512641" y="52475"/>
                </a:cubicBezTo>
                <a:cubicBezTo>
                  <a:pt x="509341" y="49690"/>
                  <a:pt x="507691" y="45940"/>
                  <a:pt x="507691" y="41226"/>
                </a:cubicBezTo>
                <a:cubicBezTo>
                  <a:pt x="507691" y="35998"/>
                  <a:pt x="509791" y="31714"/>
                  <a:pt x="513991" y="28371"/>
                </a:cubicBezTo>
                <a:cubicBezTo>
                  <a:pt x="518192" y="25029"/>
                  <a:pt x="523807" y="23358"/>
                  <a:pt x="530837" y="23358"/>
                </a:cubicBezTo>
                <a:cubicBezTo>
                  <a:pt x="540182" y="23358"/>
                  <a:pt x="547855" y="26360"/>
                  <a:pt x="553855" y="32364"/>
                </a:cubicBezTo>
                <a:lnTo>
                  <a:pt x="549354" y="39056"/>
                </a:lnTo>
                <a:cubicBezTo>
                  <a:pt x="547469" y="36824"/>
                  <a:pt x="544919" y="34957"/>
                  <a:pt x="541703" y="33455"/>
                </a:cubicBezTo>
                <a:cubicBezTo>
                  <a:pt x="538488" y="31954"/>
                  <a:pt x="534866" y="31203"/>
                  <a:pt x="530837" y="31203"/>
                </a:cubicBezTo>
                <a:cubicBezTo>
                  <a:pt x="526550" y="31203"/>
                  <a:pt x="523185" y="32145"/>
                  <a:pt x="520741" y="34030"/>
                </a:cubicBezTo>
                <a:cubicBezTo>
                  <a:pt x="518299" y="35915"/>
                  <a:pt x="517078" y="38229"/>
                  <a:pt x="517078" y="40971"/>
                </a:cubicBezTo>
                <a:cubicBezTo>
                  <a:pt x="517078" y="43456"/>
                  <a:pt x="518449" y="45427"/>
                  <a:pt x="521193" y="46885"/>
                </a:cubicBezTo>
                <a:cubicBezTo>
                  <a:pt x="523936" y="48341"/>
                  <a:pt x="528994" y="49840"/>
                  <a:pt x="536366" y="51382"/>
                </a:cubicBezTo>
                <a:cubicBezTo>
                  <a:pt x="542624" y="52839"/>
                  <a:pt x="547382" y="55047"/>
                  <a:pt x="550639" y="58004"/>
                </a:cubicBezTo>
                <a:cubicBezTo>
                  <a:pt x="553898" y="60961"/>
                  <a:pt x="555527" y="64881"/>
                  <a:pt x="555527" y="69766"/>
                </a:cubicBezTo>
                <a:cubicBezTo>
                  <a:pt x="555527" y="75507"/>
                  <a:pt x="553298" y="80071"/>
                  <a:pt x="548840" y="83456"/>
                </a:cubicBezTo>
                <a:cubicBezTo>
                  <a:pt x="544382" y="86842"/>
                  <a:pt x="538466" y="88534"/>
                  <a:pt x="531094" y="88534"/>
                </a:cubicBezTo>
                <a:close/>
                <a:moveTo>
                  <a:pt x="573915" y="87027"/>
                </a:moveTo>
                <a:lnTo>
                  <a:pt x="573915" y="33351"/>
                </a:lnTo>
                <a:lnTo>
                  <a:pt x="563630" y="33351"/>
                </a:lnTo>
                <a:lnTo>
                  <a:pt x="563630" y="24865"/>
                </a:lnTo>
                <a:lnTo>
                  <a:pt x="573915" y="24865"/>
                </a:lnTo>
                <a:lnTo>
                  <a:pt x="573915" y="20122"/>
                </a:lnTo>
                <a:cubicBezTo>
                  <a:pt x="573915" y="13714"/>
                  <a:pt x="575523" y="8758"/>
                  <a:pt x="578739" y="5255"/>
                </a:cubicBezTo>
                <a:cubicBezTo>
                  <a:pt x="581954" y="1752"/>
                  <a:pt x="586347" y="0"/>
                  <a:pt x="591919" y="0"/>
                </a:cubicBezTo>
                <a:cubicBezTo>
                  <a:pt x="597149" y="0"/>
                  <a:pt x="601521" y="1585"/>
                  <a:pt x="605036" y="4754"/>
                </a:cubicBezTo>
                <a:lnTo>
                  <a:pt x="601051" y="11051"/>
                </a:lnTo>
                <a:cubicBezTo>
                  <a:pt x="598822" y="8999"/>
                  <a:pt x="596249" y="7972"/>
                  <a:pt x="593333" y="7972"/>
                </a:cubicBezTo>
                <a:cubicBezTo>
                  <a:pt x="586819" y="7972"/>
                  <a:pt x="583562" y="12025"/>
                  <a:pt x="583562" y="20130"/>
                </a:cubicBezTo>
                <a:lnTo>
                  <a:pt x="583562" y="24865"/>
                </a:lnTo>
                <a:lnTo>
                  <a:pt x="596163" y="24865"/>
                </a:lnTo>
                <a:lnTo>
                  <a:pt x="596163" y="33351"/>
                </a:lnTo>
                <a:lnTo>
                  <a:pt x="583562" y="33351"/>
                </a:lnTo>
                <a:lnTo>
                  <a:pt x="583562" y="87027"/>
                </a:lnTo>
                <a:lnTo>
                  <a:pt x="573915" y="87027"/>
                </a:lnTo>
                <a:close/>
                <a:moveTo>
                  <a:pt x="634740" y="88534"/>
                </a:moveTo>
                <a:cubicBezTo>
                  <a:pt x="625739" y="88534"/>
                  <a:pt x="618366" y="85471"/>
                  <a:pt x="612622" y="79343"/>
                </a:cubicBezTo>
                <a:cubicBezTo>
                  <a:pt x="606878" y="73215"/>
                  <a:pt x="604006" y="65394"/>
                  <a:pt x="604006" y="55881"/>
                </a:cubicBezTo>
                <a:cubicBezTo>
                  <a:pt x="604006" y="46284"/>
                  <a:pt x="606878" y="38464"/>
                  <a:pt x="612622" y="32421"/>
                </a:cubicBezTo>
                <a:cubicBezTo>
                  <a:pt x="618366" y="26379"/>
                  <a:pt x="625739" y="23358"/>
                  <a:pt x="634740" y="23358"/>
                </a:cubicBezTo>
                <a:cubicBezTo>
                  <a:pt x="643743" y="23358"/>
                  <a:pt x="651115" y="26379"/>
                  <a:pt x="656858" y="32421"/>
                </a:cubicBezTo>
                <a:cubicBezTo>
                  <a:pt x="662602" y="38464"/>
                  <a:pt x="665474" y="46284"/>
                  <a:pt x="665474" y="55881"/>
                </a:cubicBezTo>
                <a:cubicBezTo>
                  <a:pt x="665474" y="65394"/>
                  <a:pt x="662602" y="73215"/>
                  <a:pt x="656858" y="79343"/>
                </a:cubicBezTo>
                <a:cubicBezTo>
                  <a:pt x="651115" y="85471"/>
                  <a:pt x="643743" y="88534"/>
                  <a:pt x="634740" y="88534"/>
                </a:cubicBezTo>
                <a:moveTo>
                  <a:pt x="634740" y="79918"/>
                </a:moveTo>
                <a:cubicBezTo>
                  <a:pt x="640742" y="79918"/>
                  <a:pt x="645672" y="77669"/>
                  <a:pt x="649529" y="73170"/>
                </a:cubicBezTo>
                <a:cubicBezTo>
                  <a:pt x="653387" y="68672"/>
                  <a:pt x="655316" y="62909"/>
                  <a:pt x="655316" y="55881"/>
                </a:cubicBezTo>
                <a:cubicBezTo>
                  <a:pt x="655316" y="48940"/>
                  <a:pt x="653387" y="43221"/>
                  <a:pt x="649529" y="38722"/>
                </a:cubicBezTo>
                <a:cubicBezTo>
                  <a:pt x="645672" y="34223"/>
                  <a:pt x="640742" y="31974"/>
                  <a:pt x="634740" y="31974"/>
                </a:cubicBezTo>
                <a:cubicBezTo>
                  <a:pt x="628740" y="31974"/>
                  <a:pt x="623789" y="34202"/>
                  <a:pt x="619888" y="38659"/>
                </a:cubicBezTo>
                <a:cubicBezTo>
                  <a:pt x="615987" y="43115"/>
                  <a:pt x="614037" y="48855"/>
                  <a:pt x="614037" y="55881"/>
                </a:cubicBezTo>
                <a:cubicBezTo>
                  <a:pt x="614037" y="62994"/>
                  <a:pt x="615966" y="68778"/>
                  <a:pt x="619824" y="73235"/>
                </a:cubicBezTo>
                <a:cubicBezTo>
                  <a:pt x="623681" y="77691"/>
                  <a:pt x="628653" y="79918"/>
                  <a:pt x="634740" y="79918"/>
                </a:cubicBezTo>
                <a:close/>
                <a:moveTo>
                  <a:pt x="681164" y="87027"/>
                </a:moveTo>
                <a:lnTo>
                  <a:pt x="681164" y="24865"/>
                </a:lnTo>
                <a:lnTo>
                  <a:pt x="690808" y="24865"/>
                </a:lnTo>
                <a:lnTo>
                  <a:pt x="690808" y="34927"/>
                </a:lnTo>
                <a:cubicBezTo>
                  <a:pt x="696552" y="27382"/>
                  <a:pt x="703454" y="23609"/>
                  <a:pt x="711513" y="23609"/>
                </a:cubicBezTo>
                <a:lnTo>
                  <a:pt x="711513" y="33512"/>
                </a:lnTo>
                <a:lnTo>
                  <a:pt x="707656" y="33126"/>
                </a:lnTo>
                <a:cubicBezTo>
                  <a:pt x="704740" y="33126"/>
                  <a:pt x="701524" y="34176"/>
                  <a:pt x="698010" y="36277"/>
                </a:cubicBezTo>
                <a:cubicBezTo>
                  <a:pt x="694495" y="38378"/>
                  <a:pt x="692094" y="40629"/>
                  <a:pt x="690808" y="43029"/>
                </a:cubicBezTo>
                <a:lnTo>
                  <a:pt x="690808" y="87027"/>
                </a:lnTo>
                <a:lnTo>
                  <a:pt x="681164" y="87027"/>
                </a:lnTo>
                <a:close/>
                <a:moveTo>
                  <a:pt x="798572" y="87027"/>
                </a:moveTo>
                <a:lnTo>
                  <a:pt x="798572" y="44836"/>
                </a:lnTo>
                <a:cubicBezTo>
                  <a:pt x="798572" y="36261"/>
                  <a:pt x="794757" y="31974"/>
                  <a:pt x="787126" y="31974"/>
                </a:cubicBezTo>
                <a:cubicBezTo>
                  <a:pt x="783869" y="31974"/>
                  <a:pt x="780718" y="32939"/>
                  <a:pt x="777674" y="34868"/>
                </a:cubicBezTo>
                <a:cubicBezTo>
                  <a:pt x="774632" y="36796"/>
                  <a:pt x="772295" y="39003"/>
                  <a:pt x="770665" y="41489"/>
                </a:cubicBezTo>
                <a:lnTo>
                  <a:pt x="770665" y="87027"/>
                </a:lnTo>
                <a:lnTo>
                  <a:pt x="761021" y="87027"/>
                </a:lnTo>
                <a:lnTo>
                  <a:pt x="761021" y="44836"/>
                </a:lnTo>
                <a:cubicBezTo>
                  <a:pt x="761021" y="36261"/>
                  <a:pt x="757206" y="31974"/>
                  <a:pt x="749576" y="31974"/>
                </a:cubicBezTo>
                <a:cubicBezTo>
                  <a:pt x="746405" y="31974"/>
                  <a:pt x="743319" y="32960"/>
                  <a:pt x="740318" y="34933"/>
                </a:cubicBezTo>
                <a:cubicBezTo>
                  <a:pt x="737317" y="36904"/>
                  <a:pt x="734959" y="39133"/>
                  <a:pt x="733244" y="41618"/>
                </a:cubicBezTo>
                <a:lnTo>
                  <a:pt x="733244" y="87027"/>
                </a:lnTo>
                <a:lnTo>
                  <a:pt x="723600" y="87027"/>
                </a:lnTo>
                <a:lnTo>
                  <a:pt x="723600" y="24865"/>
                </a:lnTo>
                <a:lnTo>
                  <a:pt x="733244" y="24865"/>
                </a:lnTo>
                <a:lnTo>
                  <a:pt x="733244" y="33903"/>
                </a:lnTo>
                <a:cubicBezTo>
                  <a:pt x="734703" y="31416"/>
                  <a:pt x="737447" y="29037"/>
                  <a:pt x="741476" y="26766"/>
                </a:cubicBezTo>
                <a:cubicBezTo>
                  <a:pt x="745505" y="24494"/>
                  <a:pt x="749448" y="23358"/>
                  <a:pt x="753306" y="23358"/>
                </a:cubicBezTo>
                <a:cubicBezTo>
                  <a:pt x="758107" y="23358"/>
                  <a:pt x="761857" y="24473"/>
                  <a:pt x="764557" y="26702"/>
                </a:cubicBezTo>
                <a:cubicBezTo>
                  <a:pt x="767258" y="28931"/>
                  <a:pt x="769081" y="31674"/>
                  <a:pt x="770024" y="34931"/>
                </a:cubicBezTo>
                <a:cubicBezTo>
                  <a:pt x="772167" y="31587"/>
                  <a:pt x="775209" y="28823"/>
                  <a:pt x="779152" y="26637"/>
                </a:cubicBezTo>
                <a:cubicBezTo>
                  <a:pt x="783096" y="24451"/>
                  <a:pt x="786997" y="23358"/>
                  <a:pt x="790856" y="23358"/>
                </a:cubicBezTo>
                <a:cubicBezTo>
                  <a:pt x="802429" y="23358"/>
                  <a:pt x="808216" y="29618"/>
                  <a:pt x="808216" y="42138"/>
                </a:cubicBezTo>
                <a:lnTo>
                  <a:pt x="808216" y="87027"/>
                </a:lnTo>
                <a:lnTo>
                  <a:pt x="798572" y="87027"/>
                </a:lnTo>
                <a:close/>
                <a:moveTo>
                  <a:pt x="855539" y="88534"/>
                </a:moveTo>
                <a:cubicBezTo>
                  <a:pt x="846195" y="88534"/>
                  <a:pt x="838586" y="85492"/>
                  <a:pt x="832712" y="79408"/>
                </a:cubicBezTo>
                <a:cubicBezTo>
                  <a:pt x="826840" y="73323"/>
                  <a:pt x="823904" y="65480"/>
                  <a:pt x="823904" y="55881"/>
                </a:cubicBezTo>
                <a:cubicBezTo>
                  <a:pt x="823904" y="46711"/>
                  <a:pt x="826819" y="38999"/>
                  <a:pt x="832648" y="32743"/>
                </a:cubicBezTo>
                <a:cubicBezTo>
                  <a:pt x="838478" y="26486"/>
                  <a:pt x="845765" y="23358"/>
                  <a:pt x="854510" y="23358"/>
                </a:cubicBezTo>
                <a:cubicBezTo>
                  <a:pt x="863427" y="23358"/>
                  <a:pt x="870628" y="26441"/>
                  <a:pt x="876114" y="32606"/>
                </a:cubicBezTo>
                <a:cubicBezTo>
                  <a:pt x="881600" y="38770"/>
                  <a:pt x="884344" y="46775"/>
                  <a:pt x="884344" y="56621"/>
                </a:cubicBezTo>
                <a:lnTo>
                  <a:pt x="884344" y="59062"/>
                </a:lnTo>
                <a:lnTo>
                  <a:pt x="834064" y="59062"/>
                </a:lnTo>
                <a:cubicBezTo>
                  <a:pt x="834407" y="65413"/>
                  <a:pt x="836700" y="70584"/>
                  <a:pt x="840944" y="74575"/>
                </a:cubicBezTo>
                <a:cubicBezTo>
                  <a:pt x="845187" y="78566"/>
                  <a:pt x="850352" y="80562"/>
                  <a:pt x="856439" y="80562"/>
                </a:cubicBezTo>
                <a:cubicBezTo>
                  <a:pt x="863983" y="80562"/>
                  <a:pt x="870370" y="77945"/>
                  <a:pt x="875600" y="72711"/>
                </a:cubicBezTo>
                <a:lnTo>
                  <a:pt x="880229" y="79014"/>
                </a:lnTo>
                <a:cubicBezTo>
                  <a:pt x="873884" y="85361"/>
                  <a:pt x="865654" y="88534"/>
                  <a:pt x="855539" y="88534"/>
                </a:cubicBezTo>
                <a:moveTo>
                  <a:pt x="874827" y="51990"/>
                </a:moveTo>
                <a:cubicBezTo>
                  <a:pt x="874827" y="46258"/>
                  <a:pt x="872941" y="41382"/>
                  <a:pt x="869168" y="37362"/>
                </a:cubicBezTo>
                <a:cubicBezTo>
                  <a:pt x="865397" y="33341"/>
                  <a:pt x="860468" y="31330"/>
                  <a:pt x="854381" y="31330"/>
                </a:cubicBezTo>
                <a:cubicBezTo>
                  <a:pt x="848637" y="31330"/>
                  <a:pt x="843858" y="33341"/>
                  <a:pt x="840043" y="37362"/>
                </a:cubicBezTo>
                <a:cubicBezTo>
                  <a:pt x="836229" y="41382"/>
                  <a:pt x="834236" y="46258"/>
                  <a:pt x="834064" y="51990"/>
                </a:cubicBezTo>
                <a:lnTo>
                  <a:pt x="874827" y="51990"/>
                </a:lnTo>
                <a:close/>
                <a:moveTo>
                  <a:pt x="899903" y="87027"/>
                </a:moveTo>
                <a:lnTo>
                  <a:pt x="899903" y="24865"/>
                </a:lnTo>
                <a:lnTo>
                  <a:pt x="909547" y="24865"/>
                </a:lnTo>
                <a:lnTo>
                  <a:pt x="909547" y="34927"/>
                </a:lnTo>
                <a:cubicBezTo>
                  <a:pt x="915291" y="27382"/>
                  <a:pt x="922193" y="23609"/>
                  <a:pt x="930252" y="23609"/>
                </a:cubicBezTo>
                <a:lnTo>
                  <a:pt x="930252" y="33512"/>
                </a:lnTo>
                <a:lnTo>
                  <a:pt x="926395" y="33126"/>
                </a:lnTo>
                <a:cubicBezTo>
                  <a:pt x="923479" y="33126"/>
                  <a:pt x="920264" y="34176"/>
                  <a:pt x="916749" y="36277"/>
                </a:cubicBezTo>
                <a:cubicBezTo>
                  <a:pt x="913234" y="38378"/>
                  <a:pt x="910833" y="40629"/>
                  <a:pt x="909547" y="43029"/>
                </a:cubicBezTo>
                <a:lnTo>
                  <a:pt x="909547" y="87027"/>
                </a:lnTo>
                <a:lnTo>
                  <a:pt x="899903" y="87027"/>
                </a:lnTo>
                <a:close/>
                <a:moveTo>
                  <a:pt x="975903" y="87027"/>
                </a:moveTo>
                <a:lnTo>
                  <a:pt x="975903" y="1256"/>
                </a:lnTo>
                <a:lnTo>
                  <a:pt x="986576" y="1256"/>
                </a:lnTo>
                <a:lnTo>
                  <a:pt x="986576" y="77511"/>
                </a:lnTo>
                <a:lnTo>
                  <a:pt x="1026440" y="77511"/>
                </a:lnTo>
                <a:lnTo>
                  <a:pt x="1026440" y="87027"/>
                </a:lnTo>
                <a:lnTo>
                  <a:pt x="975903" y="87027"/>
                </a:lnTo>
                <a:close/>
                <a:moveTo>
                  <a:pt x="1078135" y="87027"/>
                </a:moveTo>
                <a:lnTo>
                  <a:pt x="1078135" y="79920"/>
                </a:lnTo>
                <a:cubicBezTo>
                  <a:pt x="1072905" y="85663"/>
                  <a:pt x="1066047" y="88534"/>
                  <a:pt x="1057560" y="88534"/>
                </a:cubicBezTo>
                <a:cubicBezTo>
                  <a:pt x="1051301" y="88534"/>
                  <a:pt x="1046115" y="86560"/>
                  <a:pt x="1041999" y="82612"/>
                </a:cubicBezTo>
                <a:cubicBezTo>
                  <a:pt x="1037885" y="78664"/>
                  <a:pt x="1035828" y="73773"/>
                  <a:pt x="1035828" y="67937"/>
                </a:cubicBezTo>
                <a:cubicBezTo>
                  <a:pt x="1035828" y="61930"/>
                  <a:pt x="1037864" y="57018"/>
                  <a:pt x="1041937" y="53199"/>
                </a:cubicBezTo>
                <a:cubicBezTo>
                  <a:pt x="1046009" y="49379"/>
                  <a:pt x="1051216" y="47469"/>
                  <a:pt x="1057560" y="47469"/>
                </a:cubicBezTo>
                <a:cubicBezTo>
                  <a:pt x="1066476" y="47469"/>
                  <a:pt x="1073334" y="50299"/>
                  <a:pt x="1078135" y="55958"/>
                </a:cubicBezTo>
                <a:lnTo>
                  <a:pt x="1078135" y="44799"/>
                </a:lnTo>
                <a:cubicBezTo>
                  <a:pt x="1078135" y="40609"/>
                  <a:pt x="1076656" y="37381"/>
                  <a:pt x="1073699" y="35115"/>
                </a:cubicBezTo>
                <a:cubicBezTo>
                  <a:pt x="1070741" y="32850"/>
                  <a:pt x="1066991" y="31717"/>
                  <a:pt x="1062447" y="31717"/>
                </a:cubicBezTo>
                <a:cubicBezTo>
                  <a:pt x="1055160" y="31717"/>
                  <a:pt x="1048815" y="34582"/>
                  <a:pt x="1043414" y="40311"/>
                </a:cubicBezTo>
                <a:lnTo>
                  <a:pt x="1038915" y="33632"/>
                </a:lnTo>
                <a:cubicBezTo>
                  <a:pt x="1045516" y="26783"/>
                  <a:pt x="1053788" y="23358"/>
                  <a:pt x="1063733" y="23358"/>
                </a:cubicBezTo>
                <a:cubicBezTo>
                  <a:pt x="1071363" y="23358"/>
                  <a:pt x="1077278" y="25202"/>
                  <a:pt x="1081479" y="28889"/>
                </a:cubicBezTo>
                <a:cubicBezTo>
                  <a:pt x="1085679" y="32576"/>
                  <a:pt x="1087779" y="37721"/>
                  <a:pt x="1087779" y="44324"/>
                </a:cubicBezTo>
                <a:lnTo>
                  <a:pt x="1087779" y="87027"/>
                </a:lnTo>
                <a:lnTo>
                  <a:pt x="1078135" y="87027"/>
                </a:lnTo>
                <a:moveTo>
                  <a:pt x="1061033" y="81590"/>
                </a:moveTo>
                <a:cubicBezTo>
                  <a:pt x="1068662" y="81590"/>
                  <a:pt x="1074363" y="79018"/>
                  <a:pt x="1078135" y="73875"/>
                </a:cubicBezTo>
                <a:lnTo>
                  <a:pt x="1078135" y="62131"/>
                </a:lnTo>
                <a:cubicBezTo>
                  <a:pt x="1074363" y="56986"/>
                  <a:pt x="1068662" y="54414"/>
                  <a:pt x="1061033" y="54414"/>
                </a:cubicBezTo>
                <a:cubicBezTo>
                  <a:pt x="1056488" y="54414"/>
                  <a:pt x="1052801" y="55681"/>
                  <a:pt x="1049972" y="58214"/>
                </a:cubicBezTo>
                <a:cubicBezTo>
                  <a:pt x="1047144" y="60747"/>
                  <a:pt x="1045730" y="64031"/>
                  <a:pt x="1045730" y="68067"/>
                </a:cubicBezTo>
                <a:cubicBezTo>
                  <a:pt x="1045730" y="72016"/>
                  <a:pt x="1047144" y="75257"/>
                  <a:pt x="1049972" y="77791"/>
                </a:cubicBezTo>
                <a:cubicBezTo>
                  <a:pt x="1052801" y="80324"/>
                  <a:pt x="1056488" y="81590"/>
                  <a:pt x="1061033" y="81590"/>
                </a:cubicBezTo>
                <a:close/>
                <a:moveTo>
                  <a:pt x="1105140" y="102599"/>
                </a:moveTo>
                <a:cubicBezTo>
                  <a:pt x="1106513" y="103302"/>
                  <a:pt x="1108270" y="103653"/>
                  <a:pt x="1110413" y="103653"/>
                </a:cubicBezTo>
                <a:cubicBezTo>
                  <a:pt x="1112557" y="103653"/>
                  <a:pt x="1114358" y="103201"/>
                  <a:pt x="1115815" y="102297"/>
                </a:cubicBezTo>
                <a:cubicBezTo>
                  <a:pt x="1117272" y="101395"/>
                  <a:pt x="1118558" y="99653"/>
                  <a:pt x="1119672" y="97074"/>
                </a:cubicBezTo>
                <a:lnTo>
                  <a:pt x="1123787" y="87655"/>
                </a:lnTo>
                <a:lnTo>
                  <a:pt x="1097812" y="24865"/>
                </a:lnTo>
                <a:lnTo>
                  <a:pt x="1108227" y="24865"/>
                </a:lnTo>
                <a:lnTo>
                  <a:pt x="1128930" y="75823"/>
                </a:lnTo>
                <a:lnTo>
                  <a:pt x="1149506" y="24865"/>
                </a:lnTo>
                <a:lnTo>
                  <a:pt x="1160051" y="24865"/>
                </a:lnTo>
                <a:lnTo>
                  <a:pt x="1128930" y="99654"/>
                </a:lnTo>
                <a:cubicBezTo>
                  <a:pt x="1125502" y="107893"/>
                  <a:pt x="1119415" y="112098"/>
                  <a:pt x="1110670" y="112269"/>
                </a:cubicBezTo>
                <a:cubicBezTo>
                  <a:pt x="1108184" y="112269"/>
                  <a:pt x="1105827" y="111968"/>
                  <a:pt x="1103598" y="111366"/>
                </a:cubicBezTo>
                <a:lnTo>
                  <a:pt x="1105140" y="102599"/>
                </a:lnTo>
                <a:close/>
                <a:moveTo>
                  <a:pt x="1198114" y="88534"/>
                </a:moveTo>
                <a:cubicBezTo>
                  <a:pt x="1188770" y="88534"/>
                  <a:pt x="1181161" y="85492"/>
                  <a:pt x="1175288" y="79408"/>
                </a:cubicBezTo>
                <a:cubicBezTo>
                  <a:pt x="1169415" y="73323"/>
                  <a:pt x="1166479" y="65480"/>
                  <a:pt x="1166479" y="55881"/>
                </a:cubicBezTo>
                <a:cubicBezTo>
                  <a:pt x="1166479" y="46711"/>
                  <a:pt x="1169394" y="38999"/>
                  <a:pt x="1175223" y="32743"/>
                </a:cubicBezTo>
                <a:cubicBezTo>
                  <a:pt x="1181053" y="26486"/>
                  <a:pt x="1188341" y="23358"/>
                  <a:pt x="1197086" y="23358"/>
                </a:cubicBezTo>
                <a:cubicBezTo>
                  <a:pt x="1206002" y="23358"/>
                  <a:pt x="1213203" y="26441"/>
                  <a:pt x="1218690" y="32606"/>
                </a:cubicBezTo>
                <a:cubicBezTo>
                  <a:pt x="1224176" y="38770"/>
                  <a:pt x="1226919" y="46775"/>
                  <a:pt x="1226919" y="56621"/>
                </a:cubicBezTo>
                <a:lnTo>
                  <a:pt x="1226919" y="59062"/>
                </a:lnTo>
                <a:lnTo>
                  <a:pt x="1176640" y="59062"/>
                </a:lnTo>
                <a:cubicBezTo>
                  <a:pt x="1176982" y="65413"/>
                  <a:pt x="1179276" y="70584"/>
                  <a:pt x="1183519" y="74575"/>
                </a:cubicBezTo>
                <a:cubicBezTo>
                  <a:pt x="1187763" y="78566"/>
                  <a:pt x="1192928" y="80562"/>
                  <a:pt x="1199015" y="80562"/>
                </a:cubicBezTo>
                <a:cubicBezTo>
                  <a:pt x="1206559" y="80562"/>
                  <a:pt x="1212946" y="77945"/>
                  <a:pt x="1218175" y="72711"/>
                </a:cubicBezTo>
                <a:lnTo>
                  <a:pt x="1222804" y="79014"/>
                </a:lnTo>
                <a:cubicBezTo>
                  <a:pt x="1216460" y="85361"/>
                  <a:pt x="1208230" y="88534"/>
                  <a:pt x="1198114" y="88534"/>
                </a:cubicBezTo>
                <a:moveTo>
                  <a:pt x="1217402" y="51990"/>
                </a:moveTo>
                <a:cubicBezTo>
                  <a:pt x="1217402" y="46258"/>
                  <a:pt x="1215516" y="41382"/>
                  <a:pt x="1211743" y="37362"/>
                </a:cubicBezTo>
                <a:cubicBezTo>
                  <a:pt x="1207972" y="33341"/>
                  <a:pt x="1203043" y="31330"/>
                  <a:pt x="1196956" y="31330"/>
                </a:cubicBezTo>
                <a:cubicBezTo>
                  <a:pt x="1191212" y="31330"/>
                  <a:pt x="1186433" y="33341"/>
                  <a:pt x="1182618" y="37362"/>
                </a:cubicBezTo>
                <a:cubicBezTo>
                  <a:pt x="1178804" y="41382"/>
                  <a:pt x="1176811" y="46258"/>
                  <a:pt x="1176640" y="51990"/>
                </a:cubicBezTo>
                <a:lnTo>
                  <a:pt x="1217402" y="51990"/>
                </a:lnTo>
                <a:close/>
                <a:moveTo>
                  <a:pt x="1242479" y="87027"/>
                </a:moveTo>
                <a:lnTo>
                  <a:pt x="1242479" y="24865"/>
                </a:lnTo>
                <a:lnTo>
                  <a:pt x="1252123" y="24865"/>
                </a:lnTo>
                <a:lnTo>
                  <a:pt x="1252123" y="34927"/>
                </a:lnTo>
                <a:cubicBezTo>
                  <a:pt x="1257867" y="27382"/>
                  <a:pt x="1264769" y="23609"/>
                  <a:pt x="1272828" y="23609"/>
                </a:cubicBezTo>
                <a:lnTo>
                  <a:pt x="1272828" y="33512"/>
                </a:lnTo>
                <a:lnTo>
                  <a:pt x="1268970" y="33126"/>
                </a:lnTo>
                <a:cubicBezTo>
                  <a:pt x="1266055" y="33126"/>
                  <a:pt x="1262839" y="34176"/>
                  <a:pt x="1259324" y="36277"/>
                </a:cubicBezTo>
                <a:cubicBezTo>
                  <a:pt x="1255809" y="38378"/>
                  <a:pt x="1253409" y="40629"/>
                  <a:pt x="1252123" y="43029"/>
                </a:cubicBezTo>
                <a:lnTo>
                  <a:pt x="1252123" y="87027"/>
                </a:lnTo>
                <a:lnTo>
                  <a:pt x="1242479" y="87027"/>
                </a:lnTo>
                <a:close/>
                <a:moveTo>
                  <a:pt x="1304590" y="88534"/>
                </a:moveTo>
                <a:cubicBezTo>
                  <a:pt x="1294046" y="88534"/>
                  <a:pt x="1285687" y="85280"/>
                  <a:pt x="1279516" y="78770"/>
                </a:cubicBezTo>
                <a:lnTo>
                  <a:pt x="1284531" y="71832"/>
                </a:lnTo>
                <a:cubicBezTo>
                  <a:pt x="1286587" y="74229"/>
                  <a:pt x="1289437" y="76304"/>
                  <a:pt x="1293080" y="78058"/>
                </a:cubicBezTo>
                <a:cubicBezTo>
                  <a:pt x="1296725" y="79812"/>
                  <a:pt x="1300690" y="80689"/>
                  <a:pt x="1304977" y="80689"/>
                </a:cubicBezTo>
                <a:cubicBezTo>
                  <a:pt x="1309778" y="80689"/>
                  <a:pt x="1313421" y="79683"/>
                  <a:pt x="1315906" y="77670"/>
                </a:cubicBezTo>
                <a:cubicBezTo>
                  <a:pt x="1318393" y="75655"/>
                  <a:pt x="1319637" y="73106"/>
                  <a:pt x="1319637" y="70021"/>
                </a:cubicBezTo>
                <a:cubicBezTo>
                  <a:pt x="1319637" y="67279"/>
                  <a:pt x="1318286" y="65115"/>
                  <a:pt x="1315585" y="63530"/>
                </a:cubicBezTo>
                <a:cubicBezTo>
                  <a:pt x="1312885" y="61945"/>
                  <a:pt x="1307848" y="60295"/>
                  <a:pt x="1300476" y="58581"/>
                </a:cubicBezTo>
                <a:cubicBezTo>
                  <a:pt x="1294218" y="57295"/>
                  <a:pt x="1289438" y="55260"/>
                  <a:pt x="1286138" y="52475"/>
                </a:cubicBezTo>
                <a:cubicBezTo>
                  <a:pt x="1282838" y="49690"/>
                  <a:pt x="1281187" y="45940"/>
                  <a:pt x="1281187" y="41226"/>
                </a:cubicBezTo>
                <a:cubicBezTo>
                  <a:pt x="1281187" y="35998"/>
                  <a:pt x="1283288" y="31714"/>
                  <a:pt x="1287488" y="28371"/>
                </a:cubicBezTo>
                <a:cubicBezTo>
                  <a:pt x="1291688" y="25029"/>
                  <a:pt x="1297304" y="23358"/>
                  <a:pt x="1304333" y="23358"/>
                </a:cubicBezTo>
                <a:cubicBezTo>
                  <a:pt x="1313679" y="23358"/>
                  <a:pt x="1321352" y="26360"/>
                  <a:pt x="1327352" y="32364"/>
                </a:cubicBezTo>
                <a:lnTo>
                  <a:pt x="1322851" y="39056"/>
                </a:lnTo>
                <a:cubicBezTo>
                  <a:pt x="1320966" y="36824"/>
                  <a:pt x="1318415" y="34957"/>
                  <a:pt x="1315200" y="33455"/>
                </a:cubicBezTo>
                <a:cubicBezTo>
                  <a:pt x="1311985" y="31954"/>
                  <a:pt x="1308362" y="31203"/>
                  <a:pt x="1304333" y="31203"/>
                </a:cubicBezTo>
                <a:cubicBezTo>
                  <a:pt x="1300047" y="31203"/>
                  <a:pt x="1296682" y="32145"/>
                  <a:pt x="1294238" y="34030"/>
                </a:cubicBezTo>
                <a:cubicBezTo>
                  <a:pt x="1291796" y="35915"/>
                  <a:pt x="1290574" y="38229"/>
                  <a:pt x="1290574" y="40971"/>
                </a:cubicBezTo>
                <a:cubicBezTo>
                  <a:pt x="1290574" y="43456"/>
                  <a:pt x="1291946" y="45427"/>
                  <a:pt x="1294689" y="46885"/>
                </a:cubicBezTo>
                <a:cubicBezTo>
                  <a:pt x="1297432" y="48341"/>
                  <a:pt x="1302490" y="49840"/>
                  <a:pt x="1309863" y="51382"/>
                </a:cubicBezTo>
                <a:cubicBezTo>
                  <a:pt x="1316121" y="52839"/>
                  <a:pt x="1320879" y="55047"/>
                  <a:pt x="1324136" y="58004"/>
                </a:cubicBezTo>
                <a:cubicBezTo>
                  <a:pt x="1327394" y="60961"/>
                  <a:pt x="1329024" y="64881"/>
                  <a:pt x="1329024" y="69766"/>
                </a:cubicBezTo>
                <a:cubicBezTo>
                  <a:pt x="1329024" y="75507"/>
                  <a:pt x="1326795" y="80071"/>
                  <a:pt x="1322337" y="83456"/>
                </a:cubicBezTo>
                <a:cubicBezTo>
                  <a:pt x="1317878" y="86842"/>
                  <a:pt x="1311963" y="88534"/>
                  <a:pt x="1304590" y="885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278888-53E5-4956-9D8C-04466771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6419" y="3129811"/>
            <a:ext cx="1191850" cy="202222"/>
          </a:xfrm>
          <a:custGeom xmlns:a="http://schemas.openxmlformats.org/drawingml/2006/main">
            <a:pathLst>
              <a:path w="1191850" h="202222">
                <a:moveTo>
                  <a:pt x="0" y="33705"/>
                </a:moveTo>
                <a:lnTo>
                  <a:pt x="0" y="33705"/>
                </a:lnTo>
                <a:cubicBezTo>
                  <a:pt x="0" y="15090"/>
                  <a:pt x="15091" y="0"/>
                  <a:pt x="33705" y="0"/>
                </a:cubicBezTo>
                <a:lnTo>
                  <a:pt x="1158146" y="0"/>
                </a:lnTo>
                <a:cubicBezTo>
                  <a:pt x="1167085" y="0"/>
                  <a:pt x="1175658" y="3551"/>
                  <a:pt x="1181977" y="9872"/>
                </a:cubicBezTo>
                <a:cubicBezTo>
                  <a:pt x="1188300" y="16193"/>
                  <a:pt x="1191850" y="24765"/>
                  <a:pt x="1191850" y="33705"/>
                </a:cubicBezTo>
                <a:lnTo>
                  <a:pt x="1191850" y="168518"/>
                </a:lnTo>
                <a:cubicBezTo>
                  <a:pt x="1191850" y="187132"/>
                  <a:pt x="1176761" y="202222"/>
                  <a:pt x="1158146" y="202222"/>
                </a:cubicBezTo>
                <a:lnTo>
                  <a:pt x="33705" y="202222"/>
                </a:lnTo>
                <a:cubicBezTo>
                  <a:pt x="15091" y="202222"/>
                  <a:pt x="0" y="187132"/>
                  <a:pt x="0" y="168518"/>
                </a:cubicBezTo>
                <a:lnTo>
                  <a:pt x="0" y="33705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36BC26-8610-4BB2-A0F7-D2B1C367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6419" y="3129811"/>
            <a:ext cx="1191850" cy="202222"/>
          </a:xfrm>
          <a:custGeom xmlns:a="http://schemas.openxmlformats.org/drawingml/2006/main">
            <a:pathLst>
              <a:path w="1191850" h="202222" fill="none">
                <a:moveTo>
                  <a:pt x="0" y="33705"/>
                </a:moveTo>
                <a:lnTo>
                  <a:pt x="0" y="33705"/>
                </a:lnTo>
                <a:cubicBezTo>
                  <a:pt x="0" y="15090"/>
                  <a:pt x="15091" y="0"/>
                  <a:pt x="33705" y="0"/>
                </a:cubicBezTo>
                <a:lnTo>
                  <a:pt x="1158146" y="0"/>
                </a:lnTo>
                <a:cubicBezTo>
                  <a:pt x="1167085" y="0"/>
                  <a:pt x="1175658" y="3551"/>
                  <a:pt x="1181977" y="9872"/>
                </a:cubicBezTo>
                <a:cubicBezTo>
                  <a:pt x="1188300" y="16193"/>
                  <a:pt x="1191850" y="24765"/>
                  <a:pt x="1191850" y="33705"/>
                </a:cubicBezTo>
                <a:lnTo>
                  <a:pt x="1191850" y="168518"/>
                </a:lnTo>
                <a:cubicBezTo>
                  <a:pt x="1191850" y="187132"/>
                  <a:pt x="1176761" y="202222"/>
                  <a:pt x="1158146" y="202222"/>
                </a:cubicBezTo>
                <a:lnTo>
                  <a:pt x="33705" y="202222"/>
                </a:lnTo>
                <a:cubicBezTo>
                  <a:pt x="15091" y="202222"/>
                  <a:pt x="0" y="187132"/>
                  <a:pt x="0" y="168518"/>
                </a:cubicBezTo>
                <a:lnTo>
                  <a:pt x="0" y="3370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170" name="Text EmbeddingHead">
            <a:extLst xmlns:a="http://schemas.openxmlformats.org/drawingml/2006/main">
              <a:ext uri="{FF2B5EF4-FFF2-40B4-BE49-F238E27FC236}">
                <a16:creationId xmlns:a16="http://schemas.microsoft.com/office/drawing/2014/main" id="{7F8224FF-F7A5-4C95-B588-8FF4E43E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195" y="3192822"/>
            <a:ext cx="997250" cy="111013"/>
          </a:xfrm>
          <a:custGeom xmlns:a="http://schemas.openxmlformats.org/drawingml/2006/main">
            <a:pathLst>
              <a:path w="997250" h="111013">
                <a:moveTo>
                  <a:pt x="0" y="85772"/>
                </a:moveTo>
                <a:lnTo>
                  <a:pt x="0" y="0"/>
                </a:lnTo>
                <a:lnTo>
                  <a:pt x="56195" y="0"/>
                </a:lnTo>
                <a:lnTo>
                  <a:pt x="56195" y="9517"/>
                </a:lnTo>
                <a:lnTo>
                  <a:pt x="10672" y="9517"/>
                </a:lnTo>
                <a:lnTo>
                  <a:pt x="10672" y="37172"/>
                </a:lnTo>
                <a:lnTo>
                  <a:pt x="55295" y="37172"/>
                </a:lnTo>
                <a:lnTo>
                  <a:pt x="55295" y="46689"/>
                </a:lnTo>
                <a:lnTo>
                  <a:pt x="10672" y="46689"/>
                </a:lnTo>
                <a:lnTo>
                  <a:pt x="10672" y="76255"/>
                </a:lnTo>
                <a:lnTo>
                  <a:pt x="56195" y="76255"/>
                </a:lnTo>
                <a:lnTo>
                  <a:pt x="56195" y="85772"/>
                </a:lnTo>
                <a:lnTo>
                  <a:pt x="0" y="85772"/>
                </a:lnTo>
                <a:close/>
                <a:moveTo>
                  <a:pt x="147755" y="85772"/>
                </a:moveTo>
                <a:lnTo>
                  <a:pt x="147755" y="43580"/>
                </a:lnTo>
                <a:cubicBezTo>
                  <a:pt x="147755" y="35006"/>
                  <a:pt x="143940" y="30718"/>
                  <a:pt x="136310" y="30718"/>
                </a:cubicBezTo>
                <a:cubicBezTo>
                  <a:pt x="133052" y="30718"/>
                  <a:pt x="129902" y="31683"/>
                  <a:pt x="126858" y="33612"/>
                </a:cubicBezTo>
                <a:cubicBezTo>
                  <a:pt x="123815" y="35541"/>
                  <a:pt x="121479" y="37747"/>
                  <a:pt x="119849" y="40233"/>
                </a:cubicBezTo>
                <a:lnTo>
                  <a:pt x="119849" y="85772"/>
                </a:lnTo>
                <a:lnTo>
                  <a:pt x="110204" y="85772"/>
                </a:lnTo>
                <a:lnTo>
                  <a:pt x="110204" y="43580"/>
                </a:lnTo>
                <a:cubicBezTo>
                  <a:pt x="110204" y="35006"/>
                  <a:pt x="106389" y="30718"/>
                  <a:pt x="98759" y="30718"/>
                </a:cubicBezTo>
                <a:cubicBezTo>
                  <a:pt x="95588" y="30718"/>
                  <a:pt x="92502" y="31705"/>
                  <a:pt x="89501" y="33677"/>
                </a:cubicBezTo>
                <a:cubicBezTo>
                  <a:pt x="86501" y="35649"/>
                  <a:pt x="84143" y="37877"/>
                  <a:pt x="82428" y="40362"/>
                </a:cubicBezTo>
                <a:lnTo>
                  <a:pt x="82428" y="85772"/>
                </a:lnTo>
                <a:lnTo>
                  <a:pt x="72783" y="85772"/>
                </a:lnTo>
                <a:lnTo>
                  <a:pt x="72783" y="23609"/>
                </a:lnTo>
                <a:lnTo>
                  <a:pt x="82428" y="23609"/>
                </a:lnTo>
                <a:lnTo>
                  <a:pt x="82428" y="32647"/>
                </a:lnTo>
                <a:cubicBezTo>
                  <a:pt x="83886" y="30160"/>
                  <a:pt x="86630" y="27781"/>
                  <a:pt x="90659" y="25511"/>
                </a:cubicBezTo>
                <a:cubicBezTo>
                  <a:pt x="94688" y="23238"/>
                  <a:pt x="98631" y="22102"/>
                  <a:pt x="102489" y="22102"/>
                </a:cubicBezTo>
                <a:cubicBezTo>
                  <a:pt x="107290" y="22102"/>
                  <a:pt x="111040" y="23217"/>
                  <a:pt x="113740" y="25446"/>
                </a:cubicBezTo>
                <a:cubicBezTo>
                  <a:pt x="116442" y="27675"/>
                  <a:pt x="118264" y="30418"/>
                  <a:pt x="119207" y="33675"/>
                </a:cubicBezTo>
                <a:cubicBezTo>
                  <a:pt x="121350" y="30332"/>
                  <a:pt x="124392" y="27567"/>
                  <a:pt x="128335" y="25381"/>
                </a:cubicBezTo>
                <a:cubicBezTo>
                  <a:pt x="132279" y="23195"/>
                  <a:pt x="136181" y="22102"/>
                  <a:pt x="140040" y="22102"/>
                </a:cubicBezTo>
                <a:cubicBezTo>
                  <a:pt x="151613" y="22102"/>
                  <a:pt x="157399" y="28362"/>
                  <a:pt x="157399" y="40882"/>
                </a:cubicBezTo>
                <a:lnTo>
                  <a:pt x="157399" y="85772"/>
                </a:lnTo>
                <a:lnTo>
                  <a:pt x="147755" y="85772"/>
                </a:lnTo>
                <a:close/>
                <a:moveTo>
                  <a:pt x="186332" y="68889"/>
                </a:moveTo>
                <a:cubicBezTo>
                  <a:pt x="188047" y="71632"/>
                  <a:pt x="190597" y="73947"/>
                  <a:pt x="193983" y="75833"/>
                </a:cubicBezTo>
                <a:cubicBezTo>
                  <a:pt x="197369" y="77719"/>
                  <a:pt x="200992" y="78662"/>
                  <a:pt x="204851" y="78662"/>
                </a:cubicBezTo>
                <a:cubicBezTo>
                  <a:pt x="210938" y="78662"/>
                  <a:pt x="215803" y="76456"/>
                  <a:pt x="219446" y="72044"/>
                </a:cubicBezTo>
                <a:cubicBezTo>
                  <a:pt x="223089" y="67630"/>
                  <a:pt x="224911" y="61867"/>
                  <a:pt x="224911" y="54755"/>
                </a:cubicBezTo>
                <a:cubicBezTo>
                  <a:pt x="224911" y="47556"/>
                  <a:pt x="223110" y="41751"/>
                  <a:pt x="219509" y="37339"/>
                </a:cubicBezTo>
                <a:cubicBezTo>
                  <a:pt x="215909" y="32925"/>
                  <a:pt x="211023" y="30718"/>
                  <a:pt x="204851" y="30718"/>
                </a:cubicBezTo>
                <a:cubicBezTo>
                  <a:pt x="200992" y="30718"/>
                  <a:pt x="197369" y="31704"/>
                  <a:pt x="193983" y="33675"/>
                </a:cubicBezTo>
                <a:cubicBezTo>
                  <a:pt x="190597" y="35647"/>
                  <a:pt x="188047" y="38004"/>
                  <a:pt x="186332" y="40747"/>
                </a:cubicBezTo>
                <a:lnTo>
                  <a:pt x="186332" y="68889"/>
                </a:lnTo>
                <a:moveTo>
                  <a:pt x="176688" y="85772"/>
                </a:moveTo>
                <a:lnTo>
                  <a:pt x="176688" y="0"/>
                </a:lnTo>
                <a:lnTo>
                  <a:pt x="186332" y="0"/>
                </a:lnTo>
                <a:lnTo>
                  <a:pt x="186332" y="33032"/>
                </a:lnTo>
                <a:cubicBezTo>
                  <a:pt x="191648" y="25745"/>
                  <a:pt x="198636" y="22102"/>
                  <a:pt x="207294" y="22102"/>
                </a:cubicBezTo>
                <a:cubicBezTo>
                  <a:pt x="215524" y="22102"/>
                  <a:pt x="222189" y="25102"/>
                  <a:pt x="227289" y="31101"/>
                </a:cubicBezTo>
                <a:cubicBezTo>
                  <a:pt x="232391" y="37100"/>
                  <a:pt x="234942" y="44985"/>
                  <a:pt x="234942" y="54755"/>
                </a:cubicBezTo>
                <a:cubicBezTo>
                  <a:pt x="234942" y="64696"/>
                  <a:pt x="232391" y="72601"/>
                  <a:pt x="227289" y="78472"/>
                </a:cubicBezTo>
                <a:cubicBezTo>
                  <a:pt x="222189" y="84343"/>
                  <a:pt x="215524" y="87278"/>
                  <a:pt x="207294" y="87278"/>
                </a:cubicBezTo>
                <a:cubicBezTo>
                  <a:pt x="202921" y="87278"/>
                  <a:pt x="198913" y="86271"/>
                  <a:pt x="195270" y="84257"/>
                </a:cubicBezTo>
                <a:cubicBezTo>
                  <a:pt x="191627" y="82241"/>
                  <a:pt x="188647" y="79647"/>
                  <a:pt x="186332" y="76475"/>
                </a:cubicBezTo>
                <a:lnTo>
                  <a:pt x="186332" y="85772"/>
                </a:lnTo>
                <a:lnTo>
                  <a:pt x="176688" y="85772"/>
                </a:lnTo>
                <a:close/>
                <a:moveTo>
                  <a:pt x="278664" y="87278"/>
                </a:moveTo>
                <a:cubicBezTo>
                  <a:pt x="269320" y="87278"/>
                  <a:pt x="261711" y="84236"/>
                  <a:pt x="255838" y="78152"/>
                </a:cubicBezTo>
                <a:cubicBezTo>
                  <a:pt x="249965" y="72067"/>
                  <a:pt x="247029" y="64225"/>
                  <a:pt x="247029" y="54626"/>
                </a:cubicBezTo>
                <a:cubicBezTo>
                  <a:pt x="247029" y="45456"/>
                  <a:pt x="249944" y="37743"/>
                  <a:pt x="255773" y="31487"/>
                </a:cubicBezTo>
                <a:cubicBezTo>
                  <a:pt x="261603" y="25231"/>
                  <a:pt x="268891" y="22102"/>
                  <a:pt x="277636" y="22102"/>
                </a:cubicBezTo>
                <a:cubicBezTo>
                  <a:pt x="286552" y="22102"/>
                  <a:pt x="293753" y="25185"/>
                  <a:pt x="299239" y="31350"/>
                </a:cubicBezTo>
                <a:cubicBezTo>
                  <a:pt x="304726" y="37514"/>
                  <a:pt x="307469" y="45519"/>
                  <a:pt x="307469" y="55365"/>
                </a:cubicBezTo>
                <a:lnTo>
                  <a:pt x="307469" y="57806"/>
                </a:lnTo>
                <a:lnTo>
                  <a:pt x="257190" y="57806"/>
                </a:lnTo>
                <a:cubicBezTo>
                  <a:pt x="257532" y="64157"/>
                  <a:pt x="259825" y="69328"/>
                  <a:pt x="264069" y="73319"/>
                </a:cubicBezTo>
                <a:cubicBezTo>
                  <a:pt x="268313" y="77311"/>
                  <a:pt x="273478" y="79306"/>
                  <a:pt x="279565" y="79306"/>
                </a:cubicBezTo>
                <a:cubicBezTo>
                  <a:pt x="287109" y="79306"/>
                  <a:pt x="293495" y="76689"/>
                  <a:pt x="298725" y="71455"/>
                </a:cubicBezTo>
                <a:lnTo>
                  <a:pt x="303354" y="77758"/>
                </a:lnTo>
                <a:cubicBezTo>
                  <a:pt x="297010" y="84105"/>
                  <a:pt x="288780" y="87278"/>
                  <a:pt x="278664" y="87278"/>
                </a:cubicBezTo>
                <a:moveTo>
                  <a:pt x="297952" y="50735"/>
                </a:moveTo>
                <a:cubicBezTo>
                  <a:pt x="297952" y="45002"/>
                  <a:pt x="296066" y="40126"/>
                  <a:pt x="292293" y="36106"/>
                </a:cubicBezTo>
                <a:cubicBezTo>
                  <a:pt x="288522" y="32085"/>
                  <a:pt x="283593" y="30075"/>
                  <a:pt x="277506" y="30075"/>
                </a:cubicBezTo>
                <a:cubicBezTo>
                  <a:pt x="271762" y="30075"/>
                  <a:pt x="266983" y="32085"/>
                  <a:pt x="263168" y="36106"/>
                </a:cubicBezTo>
                <a:cubicBezTo>
                  <a:pt x="259354" y="40126"/>
                  <a:pt x="257361" y="45002"/>
                  <a:pt x="257190" y="50735"/>
                </a:cubicBezTo>
                <a:lnTo>
                  <a:pt x="297952" y="50735"/>
                </a:lnTo>
                <a:close/>
                <a:moveTo>
                  <a:pt x="368037" y="85772"/>
                </a:moveTo>
                <a:lnTo>
                  <a:pt x="368037" y="76475"/>
                </a:lnTo>
                <a:cubicBezTo>
                  <a:pt x="365722" y="79647"/>
                  <a:pt x="362743" y="82241"/>
                  <a:pt x="359099" y="84257"/>
                </a:cubicBezTo>
                <a:cubicBezTo>
                  <a:pt x="355456" y="86271"/>
                  <a:pt x="351448" y="87278"/>
                  <a:pt x="347075" y="87278"/>
                </a:cubicBezTo>
                <a:cubicBezTo>
                  <a:pt x="338759" y="87278"/>
                  <a:pt x="332072" y="84322"/>
                  <a:pt x="327014" y="78409"/>
                </a:cubicBezTo>
                <a:cubicBezTo>
                  <a:pt x="321956" y="72495"/>
                  <a:pt x="319428" y="64611"/>
                  <a:pt x="319428" y="54755"/>
                </a:cubicBezTo>
                <a:cubicBezTo>
                  <a:pt x="319428" y="44813"/>
                  <a:pt x="321978" y="36886"/>
                  <a:pt x="327078" y="30973"/>
                </a:cubicBezTo>
                <a:cubicBezTo>
                  <a:pt x="332180" y="25059"/>
                  <a:pt x="338846" y="22102"/>
                  <a:pt x="347075" y="22102"/>
                </a:cubicBezTo>
                <a:cubicBezTo>
                  <a:pt x="351277" y="22102"/>
                  <a:pt x="355199" y="23067"/>
                  <a:pt x="358842" y="24996"/>
                </a:cubicBezTo>
                <a:cubicBezTo>
                  <a:pt x="362486" y="26925"/>
                  <a:pt x="365551" y="29603"/>
                  <a:pt x="368037" y="33032"/>
                </a:cubicBezTo>
                <a:lnTo>
                  <a:pt x="368037" y="0"/>
                </a:lnTo>
                <a:lnTo>
                  <a:pt x="377681" y="0"/>
                </a:lnTo>
                <a:lnTo>
                  <a:pt x="377681" y="85772"/>
                </a:lnTo>
                <a:lnTo>
                  <a:pt x="368037" y="85772"/>
                </a:lnTo>
                <a:moveTo>
                  <a:pt x="349391" y="78662"/>
                </a:moveTo>
                <a:cubicBezTo>
                  <a:pt x="353248" y="78662"/>
                  <a:pt x="356891" y="77719"/>
                  <a:pt x="360320" y="75833"/>
                </a:cubicBezTo>
                <a:cubicBezTo>
                  <a:pt x="363750" y="73947"/>
                  <a:pt x="366322" y="71632"/>
                  <a:pt x="368037" y="68889"/>
                </a:cubicBezTo>
                <a:lnTo>
                  <a:pt x="368037" y="40747"/>
                </a:lnTo>
                <a:cubicBezTo>
                  <a:pt x="366322" y="38004"/>
                  <a:pt x="363750" y="35647"/>
                  <a:pt x="360320" y="33675"/>
                </a:cubicBezTo>
                <a:cubicBezTo>
                  <a:pt x="356891" y="31704"/>
                  <a:pt x="353248" y="30718"/>
                  <a:pt x="349391" y="30718"/>
                </a:cubicBezTo>
                <a:cubicBezTo>
                  <a:pt x="343390" y="30718"/>
                  <a:pt x="338568" y="32903"/>
                  <a:pt x="334923" y="37274"/>
                </a:cubicBezTo>
                <a:cubicBezTo>
                  <a:pt x="331280" y="41644"/>
                  <a:pt x="329459" y="47471"/>
                  <a:pt x="329459" y="54755"/>
                </a:cubicBezTo>
                <a:cubicBezTo>
                  <a:pt x="329459" y="61867"/>
                  <a:pt x="331259" y="67630"/>
                  <a:pt x="334859" y="72044"/>
                </a:cubicBezTo>
                <a:cubicBezTo>
                  <a:pt x="338460" y="76456"/>
                  <a:pt x="343304" y="78662"/>
                  <a:pt x="349391" y="78662"/>
                </a:cubicBezTo>
                <a:close/>
                <a:moveTo>
                  <a:pt x="441979" y="85772"/>
                </a:moveTo>
                <a:lnTo>
                  <a:pt x="441979" y="76475"/>
                </a:lnTo>
                <a:cubicBezTo>
                  <a:pt x="439664" y="79647"/>
                  <a:pt x="436684" y="82241"/>
                  <a:pt x="433041" y="84257"/>
                </a:cubicBezTo>
                <a:cubicBezTo>
                  <a:pt x="429398" y="86271"/>
                  <a:pt x="425390" y="87278"/>
                  <a:pt x="421017" y="87278"/>
                </a:cubicBezTo>
                <a:cubicBezTo>
                  <a:pt x="412701" y="87278"/>
                  <a:pt x="406014" y="84322"/>
                  <a:pt x="400955" y="78409"/>
                </a:cubicBezTo>
                <a:cubicBezTo>
                  <a:pt x="395898" y="72495"/>
                  <a:pt x="393370" y="64611"/>
                  <a:pt x="393370" y="54755"/>
                </a:cubicBezTo>
                <a:cubicBezTo>
                  <a:pt x="393370" y="44813"/>
                  <a:pt x="395920" y="36886"/>
                  <a:pt x="401020" y="30973"/>
                </a:cubicBezTo>
                <a:cubicBezTo>
                  <a:pt x="406122" y="25059"/>
                  <a:pt x="412788" y="22102"/>
                  <a:pt x="421017" y="22102"/>
                </a:cubicBezTo>
                <a:cubicBezTo>
                  <a:pt x="425219" y="22102"/>
                  <a:pt x="429141" y="23067"/>
                  <a:pt x="432784" y="24996"/>
                </a:cubicBezTo>
                <a:cubicBezTo>
                  <a:pt x="436427" y="26925"/>
                  <a:pt x="439492" y="29603"/>
                  <a:pt x="441979" y="33032"/>
                </a:cubicBezTo>
                <a:lnTo>
                  <a:pt x="441979" y="0"/>
                </a:lnTo>
                <a:lnTo>
                  <a:pt x="451623" y="0"/>
                </a:lnTo>
                <a:lnTo>
                  <a:pt x="451623" y="85772"/>
                </a:lnTo>
                <a:lnTo>
                  <a:pt x="441979" y="85772"/>
                </a:lnTo>
                <a:moveTo>
                  <a:pt x="423332" y="78662"/>
                </a:moveTo>
                <a:cubicBezTo>
                  <a:pt x="427190" y="78662"/>
                  <a:pt x="430833" y="77719"/>
                  <a:pt x="434262" y="75833"/>
                </a:cubicBezTo>
                <a:cubicBezTo>
                  <a:pt x="437692" y="73947"/>
                  <a:pt x="440264" y="71632"/>
                  <a:pt x="441979" y="68889"/>
                </a:cubicBezTo>
                <a:lnTo>
                  <a:pt x="441979" y="40747"/>
                </a:lnTo>
                <a:cubicBezTo>
                  <a:pt x="440264" y="38004"/>
                  <a:pt x="437692" y="35647"/>
                  <a:pt x="434262" y="33675"/>
                </a:cubicBezTo>
                <a:cubicBezTo>
                  <a:pt x="430833" y="31704"/>
                  <a:pt x="427190" y="30718"/>
                  <a:pt x="423332" y="30718"/>
                </a:cubicBezTo>
                <a:cubicBezTo>
                  <a:pt x="417332" y="30718"/>
                  <a:pt x="412510" y="32903"/>
                  <a:pt x="408865" y="37274"/>
                </a:cubicBezTo>
                <a:cubicBezTo>
                  <a:pt x="405222" y="41644"/>
                  <a:pt x="403400" y="47471"/>
                  <a:pt x="403400" y="54755"/>
                </a:cubicBezTo>
                <a:cubicBezTo>
                  <a:pt x="403400" y="61867"/>
                  <a:pt x="405200" y="67630"/>
                  <a:pt x="408800" y="72044"/>
                </a:cubicBezTo>
                <a:cubicBezTo>
                  <a:pt x="412402" y="76456"/>
                  <a:pt x="417246" y="78662"/>
                  <a:pt x="423332" y="78662"/>
                </a:cubicBezTo>
                <a:close/>
                <a:moveTo>
                  <a:pt x="475671" y="14746"/>
                </a:moveTo>
                <a:cubicBezTo>
                  <a:pt x="473956" y="14746"/>
                  <a:pt x="472455" y="14125"/>
                  <a:pt x="471169" y="12882"/>
                </a:cubicBezTo>
                <a:cubicBezTo>
                  <a:pt x="469884" y="11638"/>
                  <a:pt x="469241" y="10116"/>
                  <a:pt x="469241" y="8316"/>
                </a:cubicBezTo>
                <a:cubicBezTo>
                  <a:pt x="469241" y="6516"/>
                  <a:pt x="469884" y="4973"/>
                  <a:pt x="471169" y="3687"/>
                </a:cubicBezTo>
                <a:cubicBezTo>
                  <a:pt x="472455" y="2401"/>
                  <a:pt x="473956" y="1758"/>
                  <a:pt x="475671" y="1758"/>
                </a:cubicBezTo>
                <a:cubicBezTo>
                  <a:pt x="477471" y="1758"/>
                  <a:pt x="479014" y="2401"/>
                  <a:pt x="480300" y="3687"/>
                </a:cubicBezTo>
                <a:cubicBezTo>
                  <a:pt x="481585" y="4973"/>
                  <a:pt x="482228" y="6516"/>
                  <a:pt x="482228" y="8316"/>
                </a:cubicBezTo>
                <a:cubicBezTo>
                  <a:pt x="482228" y="10116"/>
                  <a:pt x="481585" y="11638"/>
                  <a:pt x="480300" y="12882"/>
                </a:cubicBezTo>
                <a:cubicBezTo>
                  <a:pt x="479014" y="14125"/>
                  <a:pt x="477471" y="14746"/>
                  <a:pt x="475671" y="14746"/>
                </a:cubicBezTo>
                <a:moveTo>
                  <a:pt x="470912" y="85772"/>
                </a:moveTo>
                <a:lnTo>
                  <a:pt x="470912" y="23609"/>
                </a:lnTo>
                <a:lnTo>
                  <a:pt x="480557" y="23609"/>
                </a:lnTo>
                <a:lnTo>
                  <a:pt x="480557" y="85772"/>
                </a:lnTo>
                <a:lnTo>
                  <a:pt x="470912" y="85772"/>
                </a:lnTo>
                <a:close/>
                <a:moveTo>
                  <a:pt x="541768" y="85772"/>
                </a:moveTo>
                <a:lnTo>
                  <a:pt x="541768" y="45125"/>
                </a:lnTo>
                <a:cubicBezTo>
                  <a:pt x="541768" y="39637"/>
                  <a:pt x="540503" y="35864"/>
                  <a:pt x="537973" y="33807"/>
                </a:cubicBezTo>
                <a:cubicBezTo>
                  <a:pt x="535445" y="31748"/>
                  <a:pt x="532080" y="30718"/>
                  <a:pt x="527880" y="30718"/>
                </a:cubicBezTo>
                <a:cubicBezTo>
                  <a:pt x="524280" y="30718"/>
                  <a:pt x="520743" y="31683"/>
                  <a:pt x="517270" y="33612"/>
                </a:cubicBezTo>
                <a:cubicBezTo>
                  <a:pt x="513798" y="35541"/>
                  <a:pt x="511205" y="37791"/>
                  <a:pt x="509490" y="40362"/>
                </a:cubicBezTo>
                <a:lnTo>
                  <a:pt x="509490" y="85772"/>
                </a:lnTo>
                <a:lnTo>
                  <a:pt x="499846" y="85772"/>
                </a:lnTo>
                <a:lnTo>
                  <a:pt x="499846" y="23609"/>
                </a:lnTo>
                <a:lnTo>
                  <a:pt x="509490" y="23609"/>
                </a:lnTo>
                <a:lnTo>
                  <a:pt x="509490" y="32647"/>
                </a:lnTo>
                <a:cubicBezTo>
                  <a:pt x="512148" y="29561"/>
                  <a:pt x="515428" y="27033"/>
                  <a:pt x="519329" y="25061"/>
                </a:cubicBezTo>
                <a:cubicBezTo>
                  <a:pt x="523229" y="23089"/>
                  <a:pt x="527323" y="22102"/>
                  <a:pt x="531610" y="22102"/>
                </a:cubicBezTo>
                <a:cubicBezTo>
                  <a:pt x="544812" y="22102"/>
                  <a:pt x="551412" y="28791"/>
                  <a:pt x="551412" y="42168"/>
                </a:cubicBezTo>
                <a:lnTo>
                  <a:pt x="551412" y="85772"/>
                </a:lnTo>
                <a:lnTo>
                  <a:pt x="541768" y="85772"/>
                </a:lnTo>
                <a:close/>
                <a:moveTo>
                  <a:pt x="595649" y="111013"/>
                </a:moveTo>
                <a:cubicBezTo>
                  <a:pt x="590334" y="111013"/>
                  <a:pt x="585748" y="110370"/>
                  <a:pt x="581890" y="109084"/>
                </a:cubicBezTo>
                <a:cubicBezTo>
                  <a:pt x="578032" y="107800"/>
                  <a:pt x="574260" y="105358"/>
                  <a:pt x="570574" y="101760"/>
                </a:cubicBezTo>
                <a:lnTo>
                  <a:pt x="575460" y="94562"/>
                </a:lnTo>
                <a:cubicBezTo>
                  <a:pt x="578032" y="97645"/>
                  <a:pt x="580925" y="99829"/>
                  <a:pt x="584139" y="101114"/>
                </a:cubicBezTo>
                <a:cubicBezTo>
                  <a:pt x="587354" y="102399"/>
                  <a:pt x="591191" y="103041"/>
                  <a:pt x="595649" y="103041"/>
                </a:cubicBezTo>
                <a:cubicBezTo>
                  <a:pt x="601993" y="103041"/>
                  <a:pt x="606902" y="101387"/>
                  <a:pt x="610373" y="98080"/>
                </a:cubicBezTo>
                <a:cubicBezTo>
                  <a:pt x="613845" y="94773"/>
                  <a:pt x="615581" y="90199"/>
                  <a:pt x="615581" y="84357"/>
                </a:cubicBezTo>
                <a:lnTo>
                  <a:pt x="615581" y="75466"/>
                </a:lnTo>
                <a:cubicBezTo>
                  <a:pt x="613352" y="78638"/>
                  <a:pt x="610416" y="81275"/>
                  <a:pt x="606773" y="83376"/>
                </a:cubicBezTo>
                <a:cubicBezTo>
                  <a:pt x="603130" y="85475"/>
                  <a:pt x="599121" y="86525"/>
                  <a:pt x="594748" y="86525"/>
                </a:cubicBezTo>
                <a:cubicBezTo>
                  <a:pt x="586348" y="86525"/>
                  <a:pt x="579639" y="83567"/>
                  <a:pt x="574624" y="77652"/>
                </a:cubicBezTo>
                <a:cubicBezTo>
                  <a:pt x="569609" y="71737"/>
                  <a:pt x="567101" y="63979"/>
                  <a:pt x="567101" y="54378"/>
                </a:cubicBezTo>
                <a:cubicBezTo>
                  <a:pt x="567101" y="44434"/>
                  <a:pt x="569651" y="36569"/>
                  <a:pt x="574752" y="30783"/>
                </a:cubicBezTo>
                <a:cubicBezTo>
                  <a:pt x="579853" y="24996"/>
                  <a:pt x="586519" y="22102"/>
                  <a:pt x="594748" y="22102"/>
                </a:cubicBezTo>
                <a:cubicBezTo>
                  <a:pt x="603322" y="22102"/>
                  <a:pt x="610266" y="25745"/>
                  <a:pt x="615581" y="33032"/>
                </a:cubicBezTo>
                <a:lnTo>
                  <a:pt x="615581" y="23609"/>
                </a:lnTo>
                <a:lnTo>
                  <a:pt x="625225" y="23609"/>
                </a:lnTo>
                <a:lnTo>
                  <a:pt x="625225" y="83982"/>
                </a:lnTo>
                <a:cubicBezTo>
                  <a:pt x="625225" y="92735"/>
                  <a:pt x="622653" y="99428"/>
                  <a:pt x="617510" y="104061"/>
                </a:cubicBezTo>
                <a:cubicBezTo>
                  <a:pt x="612366" y="108696"/>
                  <a:pt x="605079" y="111013"/>
                  <a:pt x="595649" y="111013"/>
                </a:cubicBezTo>
                <a:moveTo>
                  <a:pt x="597064" y="78039"/>
                </a:moveTo>
                <a:cubicBezTo>
                  <a:pt x="600579" y="78039"/>
                  <a:pt x="604072" y="77095"/>
                  <a:pt x="607544" y="75209"/>
                </a:cubicBezTo>
                <a:cubicBezTo>
                  <a:pt x="611016" y="73323"/>
                  <a:pt x="613695" y="70879"/>
                  <a:pt x="615581" y="67878"/>
                </a:cubicBezTo>
                <a:lnTo>
                  <a:pt x="615581" y="40747"/>
                </a:lnTo>
                <a:cubicBezTo>
                  <a:pt x="613695" y="37747"/>
                  <a:pt x="610994" y="35326"/>
                  <a:pt x="607479" y="33483"/>
                </a:cubicBezTo>
                <a:cubicBezTo>
                  <a:pt x="603965" y="31640"/>
                  <a:pt x="600494" y="30718"/>
                  <a:pt x="597064" y="30718"/>
                </a:cubicBezTo>
                <a:cubicBezTo>
                  <a:pt x="590977" y="30718"/>
                  <a:pt x="586133" y="32904"/>
                  <a:pt x="582532" y="37276"/>
                </a:cubicBezTo>
                <a:cubicBezTo>
                  <a:pt x="578932" y="41648"/>
                  <a:pt x="577132" y="47348"/>
                  <a:pt x="577132" y="54378"/>
                </a:cubicBezTo>
                <a:cubicBezTo>
                  <a:pt x="577132" y="61493"/>
                  <a:pt x="578975" y="67216"/>
                  <a:pt x="582661" y="71546"/>
                </a:cubicBezTo>
                <a:cubicBezTo>
                  <a:pt x="586348" y="75874"/>
                  <a:pt x="591148" y="78039"/>
                  <a:pt x="597064" y="78039"/>
                </a:cubicBezTo>
                <a:close/>
                <a:moveTo>
                  <a:pt x="772080" y="85772"/>
                </a:moveTo>
                <a:lnTo>
                  <a:pt x="772080" y="46437"/>
                </a:lnTo>
                <a:lnTo>
                  <a:pt x="721928" y="46437"/>
                </a:lnTo>
                <a:lnTo>
                  <a:pt x="721928" y="85772"/>
                </a:lnTo>
                <a:lnTo>
                  <a:pt x="711256" y="85772"/>
                </a:lnTo>
                <a:lnTo>
                  <a:pt x="711256" y="0"/>
                </a:lnTo>
                <a:lnTo>
                  <a:pt x="721928" y="0"/>
                </a:lnTo>
                <a:lnTo>
                  <a:pt x="721928" y="36921"/>
                </a:lnTo>
                <a:lnTo>
                  <a:pt x="772080" y="36921"/>
                </a:lnTo>
                <a:lnTo>
                  <a:pt x="772080" y="0"/>
                </a:lnTo>
                <a:lnTo>
                  <a:pt x="782755" y="0"/>
                </a:lnTo>
                <a:lnTo>
                  <a:pt x="782755" y="85772"/>
                </a:lnTo>
                <a:lnTo>
                  <a:pt x="772080" y="85772"/>
                </a:lnTo>
                <a:close/>
                <a:moveTo>
                  <a:pt x="830463" y="87278"/>
                </a:moveTo>
                <a:cubicBezTo>
                  <a:pt x="821119" y="87278"/>
                  <a:pt x="813510" y="84236"/>
                  <a:pt x="807637" y="78152"/>
                </a:cubicBezTo>
                <a:cubicBezTo>
                  <a:pt x="801764" y="72067"/>
                  <a:pt x="798828" y="64225"/>
                  <a:pt x="798828" y="54626"/>
                </a:cubicBezTo>
                <a:cubicBezTo>
                  <a:pt x="798828" y="45456"/>
                  <a:pt x="801743" y="37743"/>
                  <a:pt x="807572" y="31487"/>
                </a:cubicBezTo>
                <a:cubicBezTo>
                  <a:pt x="813402" y="25231"/>
                  <a:pt x="820690" y="22102"/>
                  <a:pt x="829435" y="22102"/>
                </a:cubicBezTo>
                <a:cubicBezTo>
                  <a:pt x="838351" y="22102"/>
                  <a:pt x="845552" y="25185"/>
                  <a:pt x="851038" y="31350"/>
                </a:cubicBezTo>
                <a:cubicBezTo>
                  <a:pt x="856525" y="37514"/>
                  <a:pt x="859268" y="45519"/>
                  <a:pt x="859268" y="55365"/>
                </a:cubicBezTo>
                <a:lnTo>
                  <a:pt x="859268" y="57806"/>
                </a:lnTo>
                <a:lnTo>
                  <a:pt x="808989" y="57806"/>
                </a:lnTo>
                <a:cubicBezTo>
                  <a:pt x="809331" y="64157"/>
                  <a:pt x="811624" y="69328"/>
                  <a:pt x="815868" y="73319"/>
                </a:cubicBezTo>
                <a:cubicBezTo>
                  <a:pt x="820112" y="77311"/>
                  <a:pt x="825277" y="79306"/>
                  <a:pt x="831363" y="79306"/>
                </a:cubicBezTo>
                <a:cubicBezTo>
                  <a:pt x="838907" y="79306"/>
                  <a:pt x="845294" y="76689"/>
                  <a:pt x="850524" y="71455"/>
                </a:cubicBezTo>
                <a:lnTo>
                  <a:pt x="855153" y="77758"/>
                </a:lnTo>
                <a:cubicBezTo>
                  <a:pt x="848809" y="84105"/>
                  <a:pt x="840579" y="87278"/>
                  <a:pt x="830463" y="87278"/>
                </a:cubicBezTo>
                <a:moveTo>
                  <a:pt x="849751" y="50735"/>
                </a:moveTo>
                <a:cubicBezTo>
                  <a:pt x="849751" y="45002"/>
                  <a:pt x="847865" y="40126"/>
                  <a:pt x="844092" y="36106"/>
                </a:cubicBezTo>
                <a:cubicBezTo>
                  <a:pt x="840321" y="32085"/>
                  <a:pt x="835392" y="30075"/>
                  <a:pt x="829305" y="30075"/>
                </a:cubicBezTo>
                <a:cubicBezTo>
                  <a:pt x="823561" y="30075"/>
                  <a:pt x="818782" y="32085"/>
                  <a:pt x="814967" y="36106"/>
                </a:cubicBezTo>
                <a:cubicBezTo>
                  <a:pt x="811153" y="40126"/>
                  <a:pt x="809160" y="45002"/>
                  <a:pt x="808989" y="50735"/>
                </a:cubicBezTo>
                <a:lnTo>
                  <a:pt x="849751" y="50735"/>
                </a:lnTo>
                <a:close/>
                <a:moveTo>
                  <a:pt x="913664" y="85772"/>
                </a:moveTo>
                <a:lnTo>
                  <a:pt x="913664" y="78664"/>
                </a:lnTo>
                <a:cubicBezTo>
                  <a:pt x="908434" y="84407"/>
                  <a:pt x="901576" y="87278"/>
                  <a:pt x="893088" y="87278"/>
                </a:cubicBezTo>
                <a:cubicBezTo>
                  <a:pt x="886830" y="87278"/>
                  <a:pt x="881644" y="85305"/>
                  <a:pt x="877528" y="81357"/>
                </a:cubicBezTo>
                <a:cubicBezTo>
                  <a:pt x="873414" y="77409"/>
                  <a:pt x="871357" y="72517"/>
                  <a:pt x="871357" y="66681"/>
                </a:cubicBezTo>
                <a:cubicBezTo>
                  <a:pt x="871357" y="60674"/>
                  <a:pt x="873393" y="55762"/>
                  <a:pt x="877465" y="51943"/>
                </a:cubicBezTo>
                <a:cubicBezTo>
                  <a:pt x="881538" y="48124"/>
                  <a:pt x="886745" y="46214"/>
                  <a:pt x="893088" y="46214"/>
                </a:cubicBezTo>
                <a:cubicBezTo>
                  <a:pt x="902005" y="46214"/>
                  <a:pt x="908863" y="49043"/>
                  <a:pt x="913664" y="54702"/>
                </a:cubicBezTo>
                <a:lnTo>
                  <a:pt x="913664" y="43543"/>
                </a:lnTo>
                <a:cubicBezTo>
                  <a:pt x="913664" y="39353"/>
                  <a:pt x="912185" y="36125"/>
                  <a:pt x="909228" y="33860"/>
                </a:cubicBezTo>
                <a:cubicBezTo>
                  <a:pt x="906270" y="31594"/>
                  <a:pt x="902519" y="30461"/>
                  <a:pt x="897976" y="30461"/>
                </a:cubicBezTo>
                <a:cubicBezTo>
                  <a:pt x="890689" y="30461"/>
                  <a:pt x="884344" y="33326"/>
                  <a:pt x="878943" y="39056"/>
                </a:cubicBezTo>
                <a:lnTo>
                  <a:pt x="874444" y="32376"/>
                </a:lnTo>
                <a:cubicBezTo>
                  <a:pt x="881045" y="25527"/>
                  <a:pt x="889317" y="22102"/>
                  <a:pt x="899262" y="22102"/>
                </a:cubicBezTo>
                <a:cubicBezTo>
                  <a:pt x="906892" y="22102"/>
                  <a:pt x="912807" y="23946"/>
                  <a:pt x="917008" y="27634"/>
                </a:cubicBezTo>
                <a:cubicBezTo>
                  <a:pt x="921208" y="31320"/>
                  <a:pt x="923308" y="36465"/>
                  <a:pt x="923308" y="43068"/>
                </a:cubicBezTo>
                <a:lnTo>
                  <a:pt x="923308" y="85772"/>
                </a:lnTo>
                <a:lnTo>
                  <a:pt x="913664" y="85772"/>
                </a:lnTo>
                <a:moveTo>
                  <a:pt x="896562" y="80334"/>
                </a:moveTo>
                <a:cubicBezTo>
                  <a:pt x="904191" y="80334"/>
                  <a:pt x="909891" y="77762"/>
                  <a:pt x="913664" y="72619"/>
                </a:cubicBezTo>
                <a:lnTo>
                  <a:pt x="913664" y="60875"/>
                </a:lnTo>
                <a:cubicBezTo>
                  <a:pt x="909891" y="55730"/>
                  <a:pt x="904191" y="53158"/>
                  <a:pt x="896562" y="53158"/>
                </a:cubicBezTo>
                <a:cubicBezTo>
                  <a:pt x="892017" y="53158"/>
                  <a:pt x="888330" y="54425"/>
                  <a:pt x="885501" y="56959"/>
                </a:cubicBezTo>
                <a:cubicBezTo>
                  <a:pt x="882672" y="59491"/>
                  <a:pt x="881258" y="62775"/>
                  <a:pt x="881258" y="66811"/>
                </a:cubicBezTo>
                <a:cubicBezTo>
                  <a:pt x="881258" y="70760"/>
                  <a:pt x="882672" y="74002"/>
                  <a:pt x="885501" y="76535"/>
                </a:cubicBezTo>
                <a:cubicBezTo>
                  <a:pt x="888330" y="79068"/>
                  <a:pt x="892017" y="80334"/>
                  <a:pt x="896562" y="80334"/>
                </a:cubicBezTo>
                <a:close/>
                <a:moveTo>
                  <a:pt x="987606" y="85772"/>
                </a:moveTo>
                <a:lnTo>
                  <a:pt x="987606" y="76475"/>
                </a:lnTo>
                <a:cubicBezTo>
                  <a:pt x="985290" y="79647"/>
                  <a:pt x="982311" y="82241"/>
                  <a:pt x="978668" y="84257"/>
                </a:cubicBezTo>
                <a:cubicBezTo>
                  <a:pt x="975025" y="86271"/>
                  <a:pt x="971017" y="87278"/>
                  <a:pt x="966644" y="87278"/>
                </a:cubicBezTo>
                <a:cubicBezTo>
                  <a:pt x="958328" y="87278"/>
                  <a:pt x="951641" y="84322"/>
                  <a:pt x="946582" y="78409"/>
                </a:cubicBezTo>
                <a:cubicBezTo>
                  <a:pt x="941525" y="72495"/>
                  <a:pt x="938996" y="64611"/>
                  <a:pt x="938996" y="54755"/>
                </a:cubicBezTo>
                <a:cubicBezTo>
                  <a:pt x="938996" y="44813"/>
                  <a:pt x="941547" y="36886"/>
                  <a:pt x="946647" y="30973"/>
                </a:cubicBezTo>
                <a:cubicBezTo>
                  <a:pt x="951749" y="25059"/>
                  <a:pt x="958414" y="22102"/>
                  <a:pt x="966644" y="22102"/>
                </a:cubicBezTo>
                <a:cubicBezTo>
                  <a:pt x="970845" y="22102"/>
                  <a:pt x="974768" y="23067"/>
                  <a:pt x="978411" y="24996"/>
                </a:cubicBezTo>
                <a:cubicBezTo>
                  <a:pt x="982054" y="26925"/>
                  <a:pt x="985119" y="29603"/>
                  <a:pt x="987606" y="33032"/>
                </a:cubicBezTo>
                <a:lnTo>
                  <a:pt x="987606" y="0"/>
                </a:lnTo>
                <a:lnTo>
                  <a:pt x="997250" y="0"/>
                </a:lnTo>
                <a:lnTo>
                  <a:pt x="997250" y="85772"/>
                </a:lnTo>
                <a:lnTo>
                  <a:pt x="987606" y="85772"/>
                </a:lnTo>
                <a:moveTo>
                  <a:pt x="968959" y="78662"/>
                </a:moveTo>
                <a:cubicBezTo>
                  <a:pt x="972817" y="78662"/>
                  <a:pt x="976460" y="77719"/>
                  <a:pt x="979889" y="75833"/>
                </a:cubicBezTo>
                <a:cubicBezTo>
                  <a:pt x="983318" y="73947"/>
                  <a:pt x="985891" y="71632"/>
                  <a:pt x="987606" y="68889"/>
                </a:cubicBezTo>
                <a:lnTo>
                  <a:pt x="987606" y="40747"/>
                </a:lnTo>
                <a:cubicBezTo>
                  <a:pt x="985891" y="38004"/>
                  <a:pt x="983318" y="35647"/>
                  <a:pt x="979889" y="33675"/>
                </a:cubicBezTo>
                <a:cubicBezTo>
                  <a:pt x="976460" y="31704"/>
                  <a:pt x="972817" y="30718"/>
                  <a:pt x="968959" y="30718"/>
                </a:cubicBezTo>
                <a:cubicBezTo>
                  <a:pt x="962959" y="30718"/>
                  <a:pt x="958136" y="32903"/>
                  <a:pt x="954492" y="37274"/>
                </a:cubicBezTo>
                <a:cubicBezTo>
                  <a:pt x="950849" y="41644"/>
                  <a:pt x="949027" y="47471"/>
                  <a:pt x="949027" y="54755"/>
                </a:cubicBezTo>
                <a:cubicBezTo>
                  <a:pt x="949027" y="61867"/>
                  <a:pt x="950827" y="67630"/>
                  <a:pt x="954427" y="72044"/>
                </a:cubicBezTo>
                <a:cubicBezTo>
                  <a:pt x="958028" y="76456"/>
                  <a:pt x="962872" y="78662"/>
                  <a:pt x="968959" y="786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DA49EE-8B5B-4AC5-941F-4F43FC28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5561" y="1936816"/>
            <a:ext cx="788057" cy="330672"/>
          </a:xfrm>
          <a:custGeom xmlns:a="http://schemas.openxmlformats.org/drawingml/2006/main">
            <a:pathLst>
              <a:path w="788057" h="330672">
                <a:moveTo>
                  <a:pt x="0" y="55113"/>
                </a:moveTo>
                <a:lnTo>
                  <a:pt x="0" y="55113"/>
                </a:lnTo>
                <a:cubicBezTo>
                  <a:pt x="0" y="24675"/>
                  <a:pt x="24676" y="0"/>
                  <a:pt x="55114" y="0"/>
                </a:cubicBezTo>
                <a:lnTo>
                  <a:pt x="732945" y="0"/>
                </a:lnTo>
                <a:cubicBezTo>
                  <a:pt x="747562" y="0"/>
                  <a:pt x="761580" y="5807"/>
                  <a:pt x="771916" y="16142"/>
                </a:cubicBezTo>
                <a:cubicBezTo>
                  <a:pt x="782251" y="26478"/>
                  <a:pt x="788057" y="40496"/>
                  <a:pt x="788057" y="55113"/>
                </a:cubicBezTo>
                <a:lnTo>
                  <a:pt x="788057" y="275559"/>
                </a:lnTo>
                <a:cubicBezTo>
                  <a:pt x="788057" y="305997"/>
                  <a:pt x="763383" y="330672"/>
                  <a:pt x="732945" y="330672"/>
                </a:cubicBezTo>
                <a:lnTo>
                  <a:pt x="55114" y="330672"/>
                </a:lnTo>
                <a:cubicBezTo>
                  <a:pt x="24676" y="330672"/>
                  <a:pt x="0" y="305997"/>
                  <a:pt x="0" y="275559"/>
                </a:cubicBezTo>
                <a:lnTo>
                  <a:pt x="0" y="55113"/>
                </a:ln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20E503-A561-416B-A574-CD1F42C0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5561" y="1936816"/>
            <a:ext cx="788057" cy="330672"/>
          </a:xfrm>
          <a:custGeom xmlns:a="http://schemas.openxmlformats.org/drawingml/2006/main">
            <a:pathLst>
              <a:path w="788057" h="330672" fill="none">
                <a:moveTo>
                  <a:pt x="0" y="55113"/>
                </a:moveTo>
                <a:lnTo>
                  <a:pt x="0" y="55113"/>
                </a:lnTo>
                <a:cubicBezTo>
                  <a:pt x="0" y="24675"/>
                  <a:pt x="24676" y="0"/>
                  <a:pt x="55114" y="0"/>
                </a:cubicBezTo>
                <a:lnTo>
                  <a:pt x="732945" y="0"/>
                </a:lnTo>
                <a:cubicBezTo>
                  <a:pt x="747562" y="0"/>
                  <a:pt x="761580" y="5807"/>
                  <a:pt x="771916" y="16142"/>
                </a:cubicBezTo>
                <a:cubicBezTo>
                  <a:pt x="782251" y="26478"/>
                  <a:pt x="788057" y="40496"/>
                  <a:pt x="788057" y="55113"/>
                </a:cubicBezTo>
                <a:lnTo>
                  <a:pt x="788057" y="275559"/>
                </a:lnTo>
                <a:cubicBezTo>
                  <a:pt x="788057" y="305997"/>
                  <a:pt x="763383" y="330672"/>
                  <a:pt x="732945" y="330672"/>
                </a:cubicBezTo>
                <a:lnTo>
                  <a:pt x="55114" y="330672"/>
                </a:lnTo>
                <a:cubicBezTo>
                  <a:pt x="24676" y="330672"/>
                  <a:pt x="0" y="305997"/>
                  <a:pt x="0" y="275559"/>
                </a:cubicBezTo>
                <a:lnTo>
                  <a:pt x="0" y="551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173" name="Text Vision">
            <a:extLst xmlns:a="http://schemas.openxmlformats.org/drawingml/2006/main">
              <a:ext uri="{FF2B5EF4-FFF2-40B4-BE49-F238E27FC236}">
                <a16:creationId xmlns:a16="http://schemas.microsoft.com/office/drawing/2014/main" id="{57249864-EB59-442B-90E5-781559BB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7500" y="1988273"/>
            <a:ext cx="335888" cy="87278"/>
          </a:xfrm>
          <a:custGeom xmlns:a="http://schemas.openxmlformats.org/drawingml/2006/main">
            <a:pathLst>
              <a:path w="335888" h="87278">
                <a:moveTo>
                  <a:pt x="34462" y="85772"/>
                </a:moveTo>
                <a:lnTo>
                  <a:pt x="0" y="0"/>
                </a:lnTo>
                <a:lnTo>
                  <a:pt x="12217" y="0"/>
                </a:lnTo>
                <a:lnTo>
                  <a:pt x="41149" y="74069"/>
                </a:lnTo>
                <a:lnTo>
                  <a:pt x="70084" y="0"/>
                </a:lnTo>
                <a:lnTo>
                  <a:pt x="82300" y="0"/>
                </a:lnTo>
                <a:lnTo>
                  <a:pt x="47709" y="85772"/>
                </a:lnTo>
                <a:lnTo>
                  <a:pt x="34462" y="85772"/>
                </a:lnTo>
                <a:close/>
                <a:moveTo>
                  <a:pt x="97860" y="14746"/>
                </a:moveTo>
                <a:cubicBezTo>
                  <a:pt x="96145" y="14746"/>
                  <a:pt x="94644" y="14125"/>
                  <a:pt x="93358" y="12882"/>
                </a:cubicBezTo>
                <a:cubicBezTo>
                  <a:pt x="92073" y="11638"/>
                  <a:pt x="91430" y="10116"/>
                  <a:pt x="91430" y="8316"/>
                </a:cubicBezTo>
                <a:cubicBezTo>
                  <a:pt x="91430" y="6516"/>
                  <a:pt x="92073" y="4973"/>
                  <a:pt x="93358" y="3687"/>
                </a:cubicBezTo>
                <a:cubicBezTo>
                  <a:pt x="94644" y="2401"/>
                  <a:pt x="96145" y="1758"/>
                  <a:pt x="97860" y="1758"/>
                </a:cubicBezTo>
                <a:cubicBezTo>
                  <a:pt x="99660" y="1758"/>
                  <a:pt x="101203" y="2401"/>
                  <a:pt x="102489" y="3687"/>
                </a:cubicBezTo>
                <a:cubicBezTo>
                  <a:pt x="103774" y="4973"/>
                  <a:pt x="104417" y="6516"/>
                  <a:pt x="104417" y="8316"/>
                </a:cubicBezTo>
                <a:cubicBezTo>
                  <a:pt x="104417" y="10116"/>
                  <a:pt x="103774" y="11638"/>
                  <a:pt x="102489" y="12882"/>
                </a:cubicBezTo>
                <a:cubicBezTo>
                  <a:pt x="101203" y="14125"/>
                  <a:pt x="99660" y="14746"/>
                  <a:pt x="97860" y="14746"/>
                </a:cubicBezTo>
                <a:moveTo>
                  <a:pt x="93101" y="85772"/>
                </a:moveTo>
                <a:lnTo>
                  <a:pt x="93101" y="23609"/>
                </a:lnTo>
                <a:lnTo>
                  <a:pt x="102746" y="23609"/>
                </a:lnTo>
                <a:lnTo>
                  <a:pt x="102746" y="85772"/>
                </a:lnTo>
                <a:lnTo>
                  <a:pt x="93101" y="85772"/>
                </a:lnTo>
                <a:close/>
                <a:moveTo>
                  <a:pt x="141709" y="87278"/>
                </a:moveTo>
                <a:cubicBezTo>
                  <a:pt x="131164" y="87278"/>
                  <a:pt x="122806" y="84024"/>
                  <a:pt x="116634" y="77515"/>
                </a:cubicBezTo>
                <a:lnTo>
                  <a:pt x="121650" y="70576"/>
                </a:lnTo>
                <a:cubicBezTo>
                  <a:pt x="123706" y="72973"/>
                  <a:pt x="126556" y="75048"/>
                  <a:pt x="130199" y="76802"/>
                </a:cubicBezTo>
                <a:cubicBezTo>
                  <a:pt x="133843" y="78557"/>
                  <a:pt x="137809" y="79434"/>
                  <a:pt x="142096" y="79434"/>
                </a:cubicBezTo>
                <a:cubicBezTo>
                  <a:pt x="146896" y="79434"/>
                  <a:pt x="150540" y="78427"/>
                  <a:pt x="153025" y="76414"/>
                </a:cubicBezTo>
                <a:cubicBezTo>
                  <a:pt x="155512" y="74399"/>
                  <a:pt x="156755" y="71850"/>
                  <a:pt x="156755" y="68765"/>
                </a:cubicBezTo>
                <a:cubicBezTo>
                  <a:pt x="156755" y="66023"/>
                  <a:pt x="155405" y="63860"/>
                  <a:pt x="152703" y="62274"/>
                </a:cubicBezTo>
                <a:cubicBezTo>
                  <a:pt x="150003" y="60689"/>
                  <a:pt x="144967" y="59039"/>
                  <a:pt x="137594" y="57326"/>
                </a:cubicBezTo>
                <a:cubicBezTo>
                  <a:pt x="131336" y="56040"/>
                  <a:pt x="126557" y="54004"/>
                  <a:pt x="123257" y="51219"/>
                </a:cubicBezTo>
                <a:cubicBezTo>
                  <a:pt x="119956" y="48434"/>
                  <a:pt x="118306" y="44684"/>
                  <a:pt x="118306" y="39970"/>
                </a:cubicBezTo>
                <a:cubicBezTo>
                  <a:pt x="118306" y="34743"/>
                  <a:pt x="120406" y="30458"/>
                  <a:pt x="124607" y="27116"/>
                </a:cubicBezTo>
                <a:cubicBezTo>
                  <a:pt x="128807" y="23773"/>
                  <a:pt x="134422" y="22102"/>
                  <a:pt x="141452" y="22102"/>
                </a:cubicBezTo>
                <a:cubicBezTo>
                  <a:pt x="150797" y="22102"/>
                  <a:pt x="158470" y="25104"/>
                  <a:pt x="164471" y="31109"/>
                </a:cubicBezTo>
                <a:lnTo>
                  <a:pt x="159969" y="37800"/>
                </a:lnTo>
                <a:cubicBezTo>
                  <a:pt x="158084" y="35568"/>
                  <a:pt x="155534" y="33701"/>
                  <a:pt x="152319" y="32200"/>
                </a:cubicBezTo>
                <a:cubicBezTo>
                  <a:pt x="149103" y="30698"/>
                  <a:pt x="145481" y="29947"/>
                  <a:pt x="141452" y="29947"/>
                </a:cubicBezTo>
                <a:cubicBezTo>
                  <a:pt x="137165" y="29947"/>
                  <a:pt x="133800" y="30890"/>
                  <a:pt x="131357" y="32775"/>
                </a:cubicBezTo>
                <a:cubicBezTo>
                  <a:pt x="128914" y="34660"/>
                  <a:pt x="127693" y="36973"/>
                  <a:pt x="127693" y="39715"/>
                </a:cubicBezTo>
                <a:cubicBezTo>
                  <a:pt x="127693" y="42200"/>
                  <a:pt x="129065" y="44172"/>
                  <a:pt x="131808" y="45629"/>
                </a:cubicBezTo>
                <a:cubicBezTo>
                  <a:pt x="134551" y="47085"/>
                  <a:pt x="139609" y="48584"/>
                  <a:pt x="146981" y="50126"/>
                </a:cubicBezTo>
                <a:cubicBezTo>
                  <a:pt x="153240" y="51584"/>
                  <a:pt x="157997" y="53791"/>
                  <a:pt x="161255" y="56749"/>
                </a:cubicBezTo>
                <a:cubicBezTo>
                  <a:pt x="164513" y="59705"/>
                  <a:pt x="166142" y="63626"/>
                  <a:pt x="166142" y="68510"/>
                </a:cubicBezTo>
                <a:cubicBezTo>
                  <a:pt x="166142" y="74251"/>
                  <a:pt x="163913" y="78815"/>
                  <a:pt x="159455" y="82200"/>
                </a:cubicBezTo>
                <a:cubicBezTo>
                  <a:pt x="154997" y="85586"/>
                  <a:pt x="149082" y="87278"/>
                  <a:pt x="141709" y="87278"/>
                </a:cubicBezTo>
                <a:close/>
                <a:moveTo>
                  <a:pt x="186590" y="14746"/>
                </a:moveTo>
                <a:cubicBezTo>
                  <a:pt x="184875" y="14746"/>
                  <a:pt x="183374" y="14125"/>
                  <a:pt x="182088" y="12882"/>
                </a:cubicBezTo>
                <a:cubicBezTo>
                  <a:pt x="180802" y="11638"/>
                  <a:pt x="180160" y="10116"/>
                  <a:pt x="180160" y="8316"/>
                </a:cubicBezTo>
                <a:cubicBezTo>
                  <a:pt x="180160" y="6516"/>
                  <a:pt x="180802" y="4973"/>
                  <a:pt x="182088" y="3687"/>
                </a:cubicBezTo>
                <a:cubicBezTo>
                  <a:pt x="183374" y="2401"/>
                  <a:pt x="184875" y="1758"/>
                  <a:pt x="186590" y="1758"/>
                </a:cubicBezTo>
                <a:cubicBezTo>
                  <a:pt x="188390" y="1758"/>
                  <a:pt x="189933" y="2401"/>
                  <a:pt x="191218" y="3687"/>
                </a:cubicBezTo>
                <a:cubicBezTo>
                  <a:pt x="192504" y="4973"/>
                  <a:pt x="193147" y="6516"/>
                  <a:pt x="193147" y="8316"/>
                </a:cubicBezTo>
                <a:cubicBezTo>
                  <a:pt x="193147" y="10116"/>
                  <a:pt x="192504" y="11638"/>
                  <a:pt x="191218" y="12882"/>
                </a:cubicBezTo>
                <a:cubicBezTo>
                  <a:pt x="189933" y="14125"/>
                  <a:pt x="188390" y="14746"/>
                  <a:pt x="186590" y="14746"/>
                </a:cubicBezTo>
                <a:moveTo>
                  <a:pt x="181831" y="85772"/>
                </a:moveTo>
                <a:lnTo>
                  <a:pt x="181831" y="23609"/>
                </a:lnTo>
                <a:lnTo>
                  <a:pt x="191476" y="23609"/>
                </a:lnTo>
                <a:lnTo>
                  <a:pt x="191476" y="85772"/>
                </a:lnTo>
                <a:lnTo>
                  <a:pt x="181831" y="85772"/>
                </a:lnTo>
                <a:close/>
                <a:moveTo>
                  <a:pt x="237898" y="87278"/>
                </a:moveTo>
                <a:cubicBezTo>
                  <a:pt x="228897" y="87278"/>
                  <a:pt x="221525" y="84215"/>
                  <a:pt x="215781" y="78088"/>
                </a:cubicBezTo>
                <a:cubicBezTo>
                  <a:pt x="210037" y="71959"/>
                  <a:pt x="207165" y="64138"/>
                  <a:pt x="207165" y="54626"/>
                </a:cubicBezTo>
                <a:cubicBezTo>
                  <a:pt x="207165" y="45028"/>
                  <a:pt x="210037" y="37208"/>
                  <a:pt x="215781" y="31166"/>
                </a:cubicBezTo>
                <a:cubicBezTo>
                  <a:pt x="221525" y="25123"/>
                  <a:pt x="228897" y="22102"/>
                  <a:pt x="237898" y="22102"/>
                </a:cubicBezTo>
                <a:cubicBezTo>
                  <a:pt x="246901" y="22102"/>
                  <a:pt x="254274" y="25123"/>
                  <a:pt x="260016" y="31166"/>
                </a:cubicBezTo>
                <a:cubicBezTo>
                  <a:pt x="265760" y="37208"/>
                  <a:pt x="268632" y="45028"/>
                  <a:pt x="268632" y="54626"/>
                </a:cubicBezTo>
                <a:cubicBezTo>
                  <a:pt x="268632" y="64138"/>
                  <a:pt x="265760" y="71959"/>
                  <a:pt x="260016" y="78088"/>
                </a:cubicBezTo>
                <a:cubicBezTo>
                  <a:pt x="254274" y="84215"/>
                  <a:pt x="246901" y="87278"/>
                  <a:pt x="237898" y="87278"/>
                </a:cubicBezTo>
                <a:moveTo>
                  <a:pt x="237898" y="78662"/>
                </a:moveTo>
                <a:cubicBezTo>
                  <a:pt x="243900" y="78662"/>
                  <a:pt x="248830" y="76413"/>
                  <a:pt x="252688" y="71914"/>
                </a:cubicBezTo>
                <a:cubicBezTo>
                  <a:pt x="256545" y="67416"/>
                  <a:pt x="258474" y="61653"/>
                  <a:pt x="258474" y="54626"/>
                </a:cubicBezTo>
                <a:cubicBezTo>
                  <a:pt x="258474" y="47685"/>
                  <a:pt x="256545" y="41965"/>
                  <a:pt x="252688" y="37466"/>
                </a:cubicBezTo>
                <a:cubicBezTo>
                  <a:pt x="248830" y="32968"/>
                  <a:pt x="243900" y="30718"/>
                  <a:pt x="237898" y="30718"/>
                </a:cubicBezTo>
                <a:cubicBezTo>
                  <a:pt x="231898" y="30718"/>
                  <a:pt x="226947" y="32947"/>
                  <a:pt x="223047" y="37403"/>
                </a:cubicBezTo>
                <a:cubicBezTo>
                  <a:pt x="219146" y="41859"/>
                  <a:pt x="217195" y="47600"/>
                  <a:pt x="217195" y="54626"/>
                </a:cubicBezTo>
                <a:cubicBezTo>
                  <a:pt x="217195" y="61738"/>
                  <a:pt x="219124" y="67522"/>
                  <a:pt x="222982" y="71979"/>
                </a:cubicBezTo>
                <a:cubicBezTo>
                  <a:pt x="226840" y="76435"/>
                  <a:pt x="231812" y="78662"/>
                  <a:pt x="237898" y="78662"/>
                </a:cubicBezTo>
                <a:close/>
                <a:moveTo>
                  <a:pt x="326244" y="85772"/>
                </a:moveTo>
                <a:lnTo>
                  <a:pt x="326244" y="45125"/>
                </a:lnTo>
                <a:cubicBezTo>
                  <a:pt x="326244" y="39637"/>
                  <a:pt x="324979" y="35864"/>
                  <a:pt x="322449" y="33807"/>
                </a:cubicBezTo>
                <a:cubicBezTo>
                  <a:pt x="319920" y="31748"/>
                  <a:pt x="316556" y="30718"/>
                  <a:pt x="312355" y="30718"/>
                </a:cubicBezTo>
                <a:cubicBezTo>
                  <a:pt x="308755" y="30718"/>
                  <a:pt x="305219" y="31683"/>
                  <a:pt x="301746" y="33612"/>
                </a:cubicBezTo>
                <a:cubicBezTo>
                  <a:pt x="298274" y="35541"/>
                  <a:pt x="295680" y="37791"/>
                  <a:pt x="293965" y="40362"/>
                </a:cubicBezTo>
                <a:lnTo>
                  <a:pt x="293965" y="85772"/>
                </a:lnTo>
                <a:lnTo>
                  <a:pt x="284321" y="85772"/>
                </a:lnTo>
                <a:lnTo>
                  <a:pt x="284321" y="23609"/>
                </a:lnTo>
                <a:lnTo>
                  <a:pt x="293965" y="23609"/>
                </a:lnTo>
                <a:lnTo>
                  <a:pt x="293965" y="32647"/>
                </a:lnTo>
                <a:cubicBezTo>
                  <a:pt x="296624" y="29561"/>
                  <a:pt x="299903" y="27033"/>
                  <a:pt x="303804" y="25061"/>
                </a:cubicBezTo>
                <a:cubicBezTo>
                  <a:pt x="307705" y="23089"/>
                  <a:pt x="311799" y="22102"/>
                  <a:pt x="316085" y="22102"/>
                </a:cubicBezTo>
                <a:cubicBezTo>
                  <a:pt x="329287" y="22102"/>
                  <a:pt x="335888" y="28791"/>
                  <a:pt x="335888" y="42168"/>
                </a:cubicBezTo>
                <a:lnTo>
                  <a:pt x="335888" y="85772"/>
                </a:lnTo>
                <a:lnTo>
                  <a:pt x="326244" y="857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Text Encoder">
            <a:extLst xmlns:a="http://schemas.openxmlformats.org/drawingml/2006/main">
              <a:ext uri="{FF2B5EF4-FFF2-40B4-BE49-F238E27FC236}">
                <a16:creationId xmlns:a16="http://schemas.microsoft.com/office/drawing/2014/main" id="{80720CA9-2038-4EFE-B5B1-882521D3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746" y="2139831"/>
            <a:ext cx="457540" cy="87278"/>
          </a:xfrm>
          <a:custGeom xmlns:a="http://schemas.openxmlformats.org/drawingml/2006/main">
            <a:pathLst>
              <a:path w="457540" h="87278">
                <a:moveTo>
                  <a:pt x="0" y="85772"/>
                </a:moveTo>
                <a:lnTo>
                  <a:pt x="0" y="0"/>
                </a:lnTo>
                <a:lnTo>
                  <a:pt x="56195" y="0"/>
                </a:lnTo>
                <a:lnTo>
                  <a:pt x="56195" y="9517"/>
                </a:lnTo>
                <a:lnTo>
                  <a:pt x="10672" y="9517"/>
                </a:lnTo>
                <a:lnTo>
                  <a:pt x="10672" y="37172"/>
                </a:lnTo>
                <a:lnTo>
                  <a:pt x="55295" y="37172"/>
                </a:lnTo>
                <a:lnTo>
                  <a:pt x="55295" y="46689"/>
                </a:lnTo>
                <a:lnTo>
                  <a:pt x="10672" y="46689"/>
                </a:lnTo>
                <a:lnTo>
                  <a:pt x="10672" y="76255"/>
                </a:lnTo>
                <a:lnTo>
                  <a:pt x="56195" y="76255"/>
                </a:lnTo>
                <a:lnTo>
                  <a:pt x="56195" y="85772"/>
                </a:lnTo>
                <a:lnTo>
                  <a:pt x="0" y="85772"/>
                </a:lnTo>
                <a:close/>
                <a:moveTo>
                  <a:pt x="114706" y="85772"/>
                </a:moveTo>
                <a:lnTo>
                  <a:pt x="114706" y="45125"/>
                </a:lnTo>
                <a:cubicBezTo>
                  <a:pt x="114706" y="39637"/>
                  <a:pt x="113441" y="35864"/>
                  <a:pt x="110911" y="33807"/>
                </a:cubicBezTo>
                <a:cubicBezTo>
                  <a:pt x="108383" y="31748"/>
                  <a:pt x="105018" y="30718"/>
                  <a:pt x="100818" y="30718"/>
                </a:cubicBezTo>
                <a:cubicBezTo>
                  <a:pt x="97218" y="30718"/>
                  <a:pt x="93681" y="31683"/>
                  <a:pt x="90208" y="33612"/>
                </a:cubicBezTo>
                <a:cubicBezTo>
                  <a:pt x="86736" y="35541"/>
                  <a:pt x="84143" y="37791"/>
                  <a:pt x="82428" y="40362"/>
                </a:cubicBezTo>
                <a:lnTo>
                  <a:pt x="82428" y="85772"/>
                </a:lnTo>
                <a:lnTo>
                  <a:pt x="72784" y="85772"/>
                </a:lnTo>
                <a:lnTo>
                  <a:pt x="72784" y="23609"/>
                </a:lnTo>
                <a:lnTo>
                  <a:pt x="82428" y="23609"/>
                </a:lnTo>
                <a:lnTo>
                  <a:pt x="82428" y="32647"/>
                </a:lnTo>
                <a:cubicBezTo>
                  <a:pt x="85086" y="29561"/>
                  <a:pt x="88366" y="27033"/>
                  <a:pt x="92266" y="25061"/>
                </a:cubicBezTo>
                <a:cubicBezTo>
                  <a:pt x="96167" y="23089"/>
                  <a:pt x="100261" y="22102"/>
                  <a:pt x="104548" y="22102"/>
                </a:cubicBezTo>
                <a:cubicBezTo>
                  <a:pt x="117749" y="22102"/>
                  <a:pt x="124350" y="28791"/>
                  <a:pt x="124350" y="42168"/>
                </a:cubicBezTo>
                <a:lnTo>
                  <a:pt x="124350" y="85772"/>
                </a:lnTo>
                <a:lnTo>
                  <a:pt x="114706" y="85772"/>
                </a:lnTo>
                <a:close/>
                <a:moveTo>
                  <a:pt x="171030" y="87278"/>
                </a:moveTo>
                <a:cubicBezTo>
                  <a:pt x="161943" y="87278"/>
                  <a:pt x="154507" y="84193"/>
                  <a:pt x="148720" y="78023"/>
                </a:cubicBezTo>
                <a:cubicBezTo>
                  <a:pt x="142932" y="71852"/>
                  <a:pt x="140039" y="64053"/>
                  <a:pt x="140039" y="54626"/>
                </a:cubicBezTo>
                <a:cubicBezTo>
                  <a:pt x="140039" y="45284"/>
                  <a:pt x="142932" y="37528"/>
                  <a:pt x="148720" y="31358"/>
                </a:cubicBezTo>
                <a:cubicBezTo>
                  <a:pt x="154507" y="25187"/>
                  <a:pt x="161943" y="22102"/>
                  <a:pt x="171030" y="22102"/>
                </a:cubicBezTo>
                <a:cubicBezTo>
                  <a:pt x="180631" y="22102"/>
                  <a:pt x="188219" y="25700"/>
                  <a:pt x="193791" y="32894"/>
                </a:cubicBezTo>
                <a:lnTo>
                  <a:pt x="187361" y="38804"/>
                </a:lnTo>
                <a:cubicBezTo>
                  <a:pt x="183418" y="33414"/>
                  <a:pt x="178147" y="30718"/>
                  <a:pt x="171546" y="30718"/>
                </a:cubicBezTo>
                <a:cubicBezTo>
                  <a:pt x="165201" y="30718"/>
                  <a:pt x="160036" y="32925"/>
                  <a:pt x="156048" y="37339"/>
                </a:cubicBezTo>
                <a:cubicBezTo>
                  <a:pt x="152063" y="41751"/>
                  <a:pt x="150070" y="47513"/>
                  <a:pt x="150070" y="54626"/>
                </a:cubicBezTo>
                <a:cubicBezTo>
                  <a:pt x="150070" y="61824"/>
                  <a:pt x="152041" y="67630"/>
                  <a:pt x="155984" y="72044"/>
                </a:cubicBezTo>
                <a:cubicBezTo>
                  <a:pt x="159928" y="76456"/>
                  <a:pt x="165115" y="78662"/>
                  <a:pt x="171546" y="78662"/>
                </a:cubicBezTo>
                <a:cubicBezTo>
                  <a:pt x="178060" y="78662"/>
                  <a:pt x="183332" y="75967"/>
                  <a:pt x="187361" y="70576"/>
                </a:cubicBezTo>
                <a:lnTo>
                  <a:pt x="193791" y="76486"/>
                </a:lnTo>
                <a:cubicBezTo>
                  <a:pt x="188219" y="83681"/>
                  <a:pt x="180631" y="87278"/>
                  <a:pt x="171030" y="87278"/>
                </a:cubicBezTo>
                <a:close/>
                <a:moveTo>
                  <a:pt x="234428" y="87278"/>
                </a:moveTo>
                <a:cubicBezTo>
                  <a:pt x="225426" y="87278"/>
                  <a:pt x="218054" y="84215"/>
                  <a:pt x="212310" y="78088"/>
                </a:cubicBezTo>
                <a:cubicBezTo>
                  <a:pt x="206566" y="71959"/>
                  <a:pt x="203694" y="64138"/>
                  <a:pt x="203694" y="54626"/>
                </a:cubicBezTo>
                <a:cubicBezTo>
                  <a:pt x="203694" y="45028"/>
                  <a:pt x="206566" y="37208"/>
                  <a:pt x="212310" y="31166"/>
                </a:cubicBezTo>
                <a:cubicBezTo>
                  <a:pt x="218054" y="25123"/>
                  <a:pt x="225426" y="22102"/>
                  <a:pt x="234428" y="22102"/>
                </a:cubicBezTo>
                <a:cubicBezTo>
                  <a:pt x="243430" y="22102"/>
                  <a:pt x="250803" y="25123"/>
                  <a:pt x="256545" y="31166"/>
                </a:cubicBezTo>
                <a:cubicBezTo>
                  <a:pt x="262289" y="37208"/>
                  <a:pt x="265161" y="45028"/>
                  <a:pt x="265161" y="54626"/>
                </a:cubicBezTo>
                <a:cubicBezTo>
                  <a:pt x="265161" y="64138"/>
                  <a:pt x="262289" y="71959"/>
                  <a:pt x="256545" y="78088"/>
                </a:cubicBezTo>
                <a:cubicBezTo>
                  <a:pt x="250803" y="84215"/>
                  <a:pt x="243430" y="87278"/>
                  <a:pt x="234428" y="87278"/>
                </a:cubicBezTo>
                <a:moveTo>
                  <a:pt x="234428" y="78662"/>
                </a:moveTo>
                <a:cubicBezTo>
                  <a:pt x="240429" y="78662"/>
                  <a:pt x="245359" y="76413"/>
                  <a:pt x="249217" y="71914"/>
                </a:cubicBezTo>
                <a:cubicBezTo>
                  <a:pt x="253074" y="67416"/>
                  <a:pt x="255003" y="61653"/>
                  <a:pt x="255003" y="54626"/>
                </a:cubicBezTo>
                <a:cubicBezTo>
                  <a:pt x="255003" y="47685"/>
                  <a:pt x="253074" y="41965"/>
                  <a:pt x="249217" y="37466"/>
                </a:cubicBezTo>
                <a:cubicBezTo>
                  <a:pt x="245359" y="32968"/>
                  <a:pt x="240429" y="30718"/>
                  <a:pt x="234428" y="30718"/>
                </a:cubicBezTo>
                <a:cubicBezTo>
                  <a:pt x="228427" y="30718"/>
                  <a:pt x="223476" y="32947"/>
                  <a:pt x="219576" y="37403"/>
                </a:cubicBezTo>
                <a:cubicBezTo>
                  <a:pt x="215675" y="41859"/>
                  <a:pt x="213724" y="47600"/>
                  <a:pt x="213724" y="54626"/>
                </a:cubicBezTo>
                <a:cubicBezTo>
                  <a:pt x="213724" y="61738"/>
                  <a:pt x="215653" y="67522"/>
                  <a:pt x="219511" y="71979"/>
                </a:cubicBezTo>
                <a:cubicBezTo>
                  <a:pt x="223369" y="76435"/>
                  <a:pt x="228341" y="78662"/>
                  <a:pt x="234428" y="78662"/>
                </a:cubicBezTo>
                <a:close/>
                <a:moveTo>
                  <a:pt x="325859" y="85772"/>
                </a:moveTo>
                <a:lnTo>
                  <a:pt x="325859" y="76475"/>
                </a:lnTo>
                <a:cubicBezTo>
                  <a:pt x="323543" y="79647"/>
                  <a:pt x="320564" y="82241"/>
                  <a:pt x="316921" y="84257"/>
                </a:cubicBezTo>
                <a:cubicBezTo>
                  <a:pt x="313278" y="86271"/>
                  <a:pt x="309270" y="87278"/>
                  <a:pt x="304896" y="87278"/>
                </a:cubicBezTo>
                <a:cubicBezTo>
                  <a:pt x="296581" y="87278"/>
                  <a:pt x="289894" y="84322"/>
                  <a:pt x="284835" y="78409"/>
                </a:cubicBezTo>
                <a:cubicBezTo>
                  <a:pt x="279778" y="72495"/>
                  <a:pt x="277249" y="64611"/>
                  <a:pt x="277249" y="54755"/>
                </a:cubicBezTo>
                <a:cubicBezTo>
                  <a:pt x="277249" y="44813"/>
                  <a:pt x="279799" y="36886"/>
                  <a:pt x="284900" y="30973"/>
                </a:cubicBezTo>
                <a:cubicBezTo>
                  <a:pt x="290001" y="25059"/>
                  <a:pt x="296667" y="22102"/>
                  <a:pt x="304896" y="22102"/>
                </a:cubicBezTo>
                <a:cubicBezTo>
                  <a:pt x="309098" y="22102"/>
                  <a:pt x="313021" y="23067"/>
                  <a:pt x="316664" y="24996"/>
                </a:cubicBezTo>
                <a:cubicBezTo>
                  <a:pt x="320307" y="26925"/>
                  <a:pt x="323372" y="29603"/>
                  <a:pt x="325859" y="33032"/>
                </a:cubicBezTo>
                <a:lnTo>
                  <a:pt x="325859" y="0"/>
                </a:lnTo>
                <a:lnTo>
                  <a:pt x="335503" y="0"/>
                </a:lnTo>
                <a:lnTo>
                  <a:pt x="335503" y="85772"/>
                </a:lnTo>
                <a:lnTo>
                  <a:pt x="325859" y="85772"/>
                </a:lnTo>
                <a:moveTo>
                  <a:pt x="307212" y="78662"/>
                </a:moveTo>
                <a:cubicBezTo>
                  <a:pt x="311070" y="78662"/>
                  <a:pt x="314713" y="77719"/>
                  <a:pt x="318141" y="75833"/>
                </a:cubicBezTo>
                <a:cubicBezTo>
                  <a:pt x="321571" y="73947"/>
                  <a:pt x="324144" y="71632"/>
                  <a:pt x="325859" y="68889"/>
                </a:cubicBezTo>
                <a:lnTo>
                  <a:pt x="325859" y="40747"/>
                </a:lnTo>
                <a:cubicBezTo>
                  <a:pt x="324144" y="38004"/>
                  <a:pt x="321571" y="35647"/>
                  <a:pt x="318141" y="33675"/>
                </a:cubicBezTo>
                <a:cubicBezTo>
                  <a:pt x="314713" y="31704"/>
                  <a:pt x="311070" y="30718"/>
                  <a:pt x="307212" y="30718"/>
                </a:cubicBezTo>
                <a:cubicBezTo>
                  <a:pt x="301211" y="30718"/>
                  <a:pt x="296389" y="32903"/>
                  <a:pt x="292745" y="37274"/>
                </a:cubicBezTo>
                <a:cubicBezTo>
                  <a:pt x="289101" y="41644"/>
                  <a:pt x="287280" y="47471"/>
                  <a:pt x="287280" y="54755"/>
                </a:cubicBezTo>
                <a:cubicBezTo>
                  <a:pt x="287280" y="61867"/>
                  <a:pt x="289080" y="67630"/>
                  <a:pt x="292680" y="72044"/>
                </a:cubicBezTo>
                <a:cubicBezTo>
                  <a:pt x="296281" y="76456"/>
                  <a:pt x="301125" y="78662"/>
                  <a:pt x="307212" y="78662"/>
                </a:cubicBezTo>
                <a:close/>
                <a:moveTo>
                  <a:pt x="382826" y="87278"/>
                </a:moveTo>
                <a:cubicBezTo>
                  <a:pt x="373482" y="87278"/>
                  <a:pt x="365873" y="84236"/>
                  <a:pt x="360000" y="78152"/>
                </a:cubicBezTo>
                <a:cubicBezTo>
                  <a:pt x="354127" y="72067"/>
                  <a:pt x="351191" y="64225"/>
                  <a:pt x="351191" y="54626"/>
                </a:cubicBezTo>
                <a:cubicBezTo>
                  <a:pt x="351191" y="45456"/>
                  <a:pt x="354106" y="37743"/>
                  <a:pt x="359935" y="31487"/>
                </a:cubicBezTo>
                <a:cubicBezTo>
                  <a:pt x="365765" y="25231"/>
                  <a:pt x="373053" y="22102"/>
                  <a:pt x="381798" y="22102"/>
                </a:cubicBezTo>
                <a:cubicBezTo>
                  <a:pt x="390714" y="22102"/>
                  <a:pt x="397915" y="25185"/>
                  <a:pt x="403401" y="31350"/>
                </a:cubicBezTo>
                <a:cubicBezTo>
                  <a:pt x="408888" y="37514"/>
                  <a:pt x="411631" y="45519"/>
                  <a:pt x="411631" y="55365"/>
                </a:cubicBezTo>
                <a:lnTo>
                  <a:pt x="411631" y="57806"/>
                </a:lnTo>
                <a:lnTo>
                  <a:pt x="361351" y="57806"/>
                </a:lnTo>
                <a:cubicBezTo>
                  <a:pt x="361694" y="64157"/>
                  <a:pt x="363987" y="69328"/>
                  <a:pt x="368231" y="73319"/>
                </a:cubicBezTo>
                <a:cubicBezTo>
                  <a:pt x="372475" y="77311"/>
                  <a:pt x="377640" y="79306"/>
                  <a:pt x="383726" y="79306"/>
                </a:cubicBezTo>
                <a:cubicBezTo>
                  <a:pt x="391270" y="79306"/>
                  <a:pt x="397657" y="76689"/>
                  <a:pt x="402887" y="71455"/>
                </a:cubicBezTo>
                <a:lnTo>
                  <a:pt x="407516" y="77758"/>
                </a:lnTo>
                <a:cubicBezTo>
                  <a:pt x="401172" y="84105"/>
                  <a:pt x="392942" y="87278"/>
                  <a:pt x="382826" y="87278"/>
                </a:cubicBezTo>
                <a:moveTo>
                  <a:pt x="402114" y="50735"/>
                </a:moveTo>
                <a:cubicBezTo>
                  <a:pt x="402114" y="45002"/>
                  <a:pt x="400228" y="40126"/>
                  <a:pt x="396455" y="36106"/>
                </a:cubicBezTo>
                <a:cubicBezTo>
                  <a:pt x="392684" y="32085"/>
                  <a:pt x="387755" y="30075"/>
                  <a:pt x="381668" y="30075"/>
                </a:cubicBezTo>
                <a:cubicBezTo>
                  <a:pt x="375924" y="30075"/>
                  <a:pt x="371145" y="32085"/>
                  <a:pt x="367330" y="36106"/>
                </a:cubicBezTo>
                <a:cubicBezTo>
                  <a:pt x="363516" y="40126"/>
                  <a:pt x="361523" y="45002"/>
                  <a:pt x="361351" y="50735"/>
                </a:cubicBezTo>
                <a:lnTo>
                  <a:pt x="402114" y="50735"/>
                </a:lnTo>
                <a:close/>
                <a:moveTo>
                  <a:pt x="427190" y="85772"/>
                </a:moveTo>
                <a:lnTo>
                  <a:pt x="427190" y="23609"/>
                </a:lnTo>
                <a:lnTo>
                  <a:pt x="436835" y="23609"/>
                </a:lnTo>
                <a:lnTo>
                  <a:pt x="436835" y="33671"/>
                </a:lnTo>
                <a:cubicBezTo>
                  <a:pt x="442579" y="26126"/>
                  <a:pt x="449480" y="22353"/>
                  <a:pt x="457540" y="22353"/>
                </a:cubicBezTo>
                <a:lnTo>
                  <a:pt x="457540" y="32257"/>
                </a:lnTo>
                <a:lnTo>
                  <a:pt x="453682" y="31870"/>
                </a:lnTo>
                <a:cubicBezTo>
                  <a:pt x="450766" y="31870"/>
                  <a:pt x="447551" y="32920"/>
                  <a:pt x="444036" y="35021"/>
                </a:cubicBezTo>
                <a:cubicBezTo>
                  <a:pt x="440521" y="37122"/>
                  <a:pt x="438120" y="39373"/>
                  <a:pt x="436835" y="41773"/>
                </a:cubicBezTo>
                <a:lnTo>
                  <a:pt x="436835" y="85772"/>
                </a:lnTo>
                <a:lnTo>
                  <a:pt x="427190" y="857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2D0BE0-2888-4C29-87BF-E92D6C5F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5554" y="2337910"/>
            <a:ext cx="788057" cy="165336"/>
          </a:xfrm>
          <a:custGeom xmlns:a="http://schemas.openxmlformats.org/drawingml/2006/main">
            <a:pathLst>
              <a:path w="788057" h="165336">
                <a:moveTo>
                  <a:pt x="0" y="27557"/>
                </a:moveTo>
                <a:lnTo>
                  <a:pt x="0" y="27557"/>
                </a:lnTo>
                <a:cubicBezTo>
                  <a:pt x="0" y="12337"/>
                  <a:pt x="12337" y="0"/>
                  <a:pt x="27556" y="0"/>
                </a:cubicBezTo>
                <a:lnTo>
                  <a:pt x="760499" y="0"/>
                </a:lnTo>
                <a:cubicBezTo>
                  <a:pt x="767808" y="0"/>
                  <a:pt x="774818" y="2903"/>
                  <a:pt x="779986" y="8071"/>
                </a:cubicBezTo>
                <a:cubicBezTo>
                  <a:pt x="785153" y="13239"/>
                  <a:pt x="788057" y="20248"/>
                  <a:pt x="788057" y="27557"/>
                </a:cubicBezTo>
                <a:lnTo>
                  <a:pt x="788057" y="137779"/>
                </a:lnTo>
                <a:cubicBezTo>
                  <a:pt x="788057" y="152998"/>
                  <a:pt x="775719" y="165336"/>
                  <a:pt x="760499" y="165336"/>
                </a:cubicBezTo>
                <a:lnTo>
                  <a:pt x="27556" y="165336"/>
                </a:lnTo>
                <a:cubicBezTo>
                  <a:pt x="12337" y="165336"/>
                  <a:pt x="0" y="152998"/>
                  <a:pt x="0" y="137779"/>
                </a:cubicBezTo>
                <a:lnTo>
                  <a:pt x="0" y="27557"/>
                </a:lnTo>
                <a:close/>
              </a:path>
            </a:pathLst>
          </a:custGeom>
          <a:solidFill xmlns:a="http://schemas.openxmlformats.org/drawingml/2006/main">
            <a:srgbClr val="B4A7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B73250-284E-479F-8C5D-E99638F1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5554" y="2337910"/>
            <a:ext cx="788057" cy="165336"/>
          </a:xfrm>
          <a:custGeom xmlns:a="http://schemas.openxmlformats.org/drawingml/2006/main">
            <a:pathLst>
              <a:path w="788057" h="165336" fill="none">
                <a:moveTo>
                  <a:pt x="0" y="27557"/>
                </a:moveTo>
                <a:lnTo>
                  <a:pt x="0" y="27557"/>
                </a:lnTo>
                <a:cubicBezTo>
                  <a:pt x="0" y="12337"/>
                  <a:pt x="12337" y="0"/>
                  <a:pt x="27556" y="0"/>
                </a:cubicBezTo>
                <a:lnTo>
                  <a:pt x="760499" y="0"/>
                </a:lnTo>
                <a:cubicBezTo>
                  <a:pt x="767808" y="0"/>
                  <a:pt x="774818" y="2903"/>
                  <a:pt x="779986" y="8071"/>
                </a:cubicBezTo>
                <a:cubicBezTo>
                  <a:pt x="785153" y="13239"/>
                  <a:pt x="788057" y="20248"/>
                  <a:pt x="788057" y="27557"/>
                </a:cubicBezTo>
                <a:lnTo>
                  <a:pt x="788057" y="137779"/>
                </a:lnTo>
                <a:cubicBezTo>
                  <a:pt x="788057" y="152998"/>
                  <a:pt x="775719" y="165336"/>
                  <a:pt x="760499" y="165336"/>
                </a:cubicBezTo>
                <a:lnTo>
                  <a:pt x="27556" y="165336"/>
                </a:lnTo>
                <a:cubicBezTo>
                  <a:pt x="12337" y="165336"/>
                  <a:pt x="0" y="152998"/>
                  <a:pt x="0" y="137779"/>
                </a:cubicBezTo>
                <a:lnTo>
                  <a:pt x="0" y="2755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177" name="Text Pro">
            <a:extLst xmlns:a="http://schemas.openxmlformats.org/drawingml/2006/main">
              <a:ext uri="{FF2B5EF4-FFF2-40B4-BE49-F238E27FC236}">
                <a16:creationId xmlns:a16="http://schemas.microsoft.com/office/drawing/2014/main" id="{6279FF76-F39B-4CCB-8233-21EB61ED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963" y="2382478"/>
            <a:ext cx="175402" cy="87278"/>
          </a:xfrm>
          <a:custGeom xmlns:a="http://schemas.openxmlformats.org/drawingml/2006/main">
            <a:pathLst>
              <a:path w="175402" h="87278">
                <a:moveTo>
                  <a:pt x="0" y="85772"/>
                </a:moveTo>
                <a:lnTo>
                  <a:pt x="0" y="0"/>
                </a:lnTo>
                <a:lnTo>
                  <a:pt x="34462" y="0"/>
                </a:lnTo>
                <a:cubicBezTo>
                  <a:pt x="42606" y="0"/>
                  <a:pt x="49122" y="2446"/>
                  <a:pt x="54007" y="7337"/>
                </a:cubicBezTo>
                <a:cubicBezTo>
                  <a:pt x="58895" y="12226"/>
                  <a:pt x="61338" y="18404"/>
                  <a:pt x="61338" y="25870"/>
                </a:cubicBezTo>
                <a:cubicBezTo>
                  <a:pt x="61338" y="33420"/>
                  <a:pt x="58852" y="39619"/>
                  <a:pt x="53880" y="44467"/>
                </a:cubicBezTo>
                <a:cubicBezTo>
                  <a:pt x="48908" y="49315"/>
                  <a:pt x="42435" y="51739"/>
                  <a:pt x="34462" y="51739"/>
                </a:cubicBezTo>
                <a:lnTo>
                  <a:pt x="10672" y="51739"/>
                </a:lnTo>
                <a:lnTo>
                  <a:pt x="10672" y="85772"/>
                </a:lnTo>
                <a:lnTo>
                  <a:pt x="0" y="85772"/>
                </a:lnTo>
                <a:moveTo>
                  <a:pt x="33177" y="42223"/>
                </a:moveTo>
                <a:cubicBezTo>
                  <a:pt x="38320" y="42223"/>
                  <a:pt x="42457" y="40720"/>
                  <a:pt x="45586" y="37715"/>
                </a:cubicBezTo>
                <a:cubicBezTo>
                  <a:pt x="48715" y="34711"/>
                  <a:pt x="50279" y="30762"/>
                  <a:pt x="50279" y="25870"/>
                </a:cubicBezTo>
                <a:cubicBezTo>
                  <a:pt x="50279" y="20977"/>
                  <a:pt x="48715" y="17029"/>
                  <a:pt x="45586" y="14024"/>
                </a:cubicBezTo>
                <a:cubicBezTo>
                  <a:pt x="42457" y="11019"/>
                  <a:pt x="38320" y="9517"/>
                  <a:pt x="33177" y="9517"/>
                </a:cubicBezTo>
                <a:lnTo>
                  <a:pt x="10672" y="9517"/>
                </a:lnTo>
                <a:lnTo>
                  <a:pt x="10672" y="42223"/>
                </a:lnTo>
                <a:lnTo>
                  <a:pt x="33177" y="42223"/>
                </a:lnTo>
                <a:close/>
                <a:moveTo>
                  <a:pt x="75098" y="85772"/>
                </a:moveTo>
                <a:lnTo>
                  <a:pt x="75098" y="23609"/>
                </a:lnTo>
                <a:lnTo>
                  <a:pt x="84742" y="23609"/>
                </a:lnTo>
                <a:lnTo>
                  <a:pt x="84742" y="33671"/>
                </a:lnTo>
                <a:cubicBezTo>
                  <a:pt x="90486" y="26126"/>
                  <a:pt x="97388" y="22353"/>
                  <a:pt x="105447" y="22353"/>
                </a:cubicBezTo>
                <a:lnTo>
                  <a:pt x="105447" y="32257"/>
                </a:lnTo>
                <a:lnTo>
                  <a:pt x="101590" y="31870"/>
                </a:lnTo>
                <a:cubicBezTo>
                  <a:pt x="98674" y="31870"/>
                  <a:pt x="95458" y="32920"/>
                  <a:pt x="91943" y="35021"/>
                </a:cubicBezTo>
                <a:cubicBezTo>
                  <a:pt x="88429" y="37122"/>
                  <a:pt x="86028" y="39373"/>
                  <a:pt x="84742" y="41773"/>
                </a:cubicBezTo>
                <a:lnTo>
                  <a:pt x="84742" y="85772"/>
                </a:lnTo>
                <a:lnTo>
                  <a:pt x="75098" y="85772"/>
                </a:lnTo>
                <a:close/>
                <a:moveTo>
                  <a:pt x="144668" y="87278"/>
                </a:moveTo>
                <a:cubicBezTo>
                  <a:pt x="135667" y="87278"/>
                  <a:pt x="128294" y="84215"/>
                  <a:pt x="122550" y="78088"/>
                </a:cubicBezTo>
                <a:cubicBezTo>
                  <a:pt x="116806" y="71959"/>
                  <a:pt x="113934" y="64138"/>
                  <a:pt x="113934" y="54626"/>
                </a:cubicBezTo>
                <a:cubicBezTo>
                  <a:pt x="113934" y="45028"/>
                  <a:pt x="116806" y="37208"/>
                  <a:pt x="122550" y="31166"/>
                </a:cubicBezTo>
                <a:cubicBezTo>
                  <a:pt x="128294" y="25123"/>
                  <a:pt x="135667" y="22102"/>
                  <a:pt x="144668" y="22102"/>
                </a:cubicBezTo>
                <a:cubicBezTo>
                  <a:pt x="153671" y="22102"/>
                  <a:pt x="161043" y="25123"/>
                  <a:pt x="166786" y="31166"/>
                </a:cubicBezTo>
                <a:cubicBezTo>
                  <a:pt x="172530" y="37208"/>
                  <a:pt x="175402" y="45028"/>
                  <a:pt x="175402" y="54626"/>
                </a:cubicBezTo>
                <a:cubicBezTo>
                  <a:pt x="175402" y="64138"/>
                  <a:pt x="172530" y="71959"/>
                  <a:pt x="166786" y="78088"/>
                </a:cubicBezTo>
                <a:cubicBezTo>
                  <a:pt x="161043" y="84215"/>
                  <a:pt x="153671" y="87278"/>
                  <a:pt x="144668" y="87278"/>
                </a:cubicBezTo>
                <a:moveTo>
                  <a:pt x="144668" y="78662"/>
                </a:moveTo>
                <a:cubicBezTo>
                  <a:pt x="150670" y="78662"/>
                  <a:pt x="155600" y="76413"/>
                  <a:pt x="159457" y="71914"/>
                </a:cubicBezTo>
                <a:cubicBezTo>
                  <a:pt x="163315" y="67416"/>
                  <a:pt x="165244" y="61653"/>
                  <a:pt x="165244" y="54626"/>
                </a:cubicBezTo>
                <a:cubicBezTo>
                  <a:pt x="165244" y="47685"/>
                  <a:pt x="163315" y="41965"/>
                  <a:pt x="159457" y="37466"/>
                </a:cubicBezTo>
                <a:cubicBezTo>
                  <a:pt x="155600" y="32968"/>
                  <a:pt x="150670" y="30718"/>
                  <a:pt x="144668" y="30718"/>
                </a:cubicBezTo>
                <a:cubicBezTo>
                  <a:pt x="138668" y="30718"/>
                  <a:pt x="133717" y="32947"/>
                  <a:pt x="129816" y="37403"/>
                </a:cubicBezTo>
                <a:cubicBezTo>
                  <a:pt x="125916" y="41859"/>
                  <a:pt x="123965" y="47600"/>
                  <a:pt x="123965" y="54626"/>
                </a:cubicBezTo>
                <a:cubicBezTo>
                  <a:pt x="123965" y="61738"/>
                  <a:pt x="125894" y="67522"/>
                  <a:pt x="129752" y="71979"/>
                </a:cubicBezTo>
                <a:cubicBezTo>
                  <a:pt x="133609" y="76435"/>
                  <a:pt x="138582" y="78662"/>
                  <a:pt x="144668" y="786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Text jection">
            <a:extLst xmlns:a="http://schemas.openxmlformats.org/drawingml/2006/main">
              <a:ext uri="{FF2B5EF4-FFF2-40B4-BE49-F238E27FC236}">
                <a16:creationId xmlns:a16="http://schemas.microsoft.com/office/drawing/2014/main" id="{AAFC90C3-365B-4256-96DE-E231D3EB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4678" y="2384236"/>
            <a:ext cx="379225" cy="109255"/>
          </a:xfrm>
          <a:custGeom xmlns:a="http://schemas.openxmlformats.org/drawingml/2006/main">
            <a:pathLst>
              <a:path w="379225" h="109255">
                <a:moveTo>
                  <a:pt x="27133" y="12988"/>
                </a:moveTo>
                <a:cubicBezTo>
                  <a:pt x="25418" y="12988"/>
                  <a:pt x="23918" y="12366"/>
                  <a:pt x="22632" y="11124"/>
                </a:cubicBezTo>
                <a:cubicBezTo>
                  <a:pt x="21346" y="9880"/>
                  <a:pt x="20703" y="8358"/>
                  <a:pt x="20703" y="6558"/>
                </a:cubicBezTo>
                <a:cubicBezTo>
                  <a:pt x="20703" y="4758"/>
                  <a:pt x="21346" y="3215"/>
                  <a:pt x="22632" y="1929"/>
                </a:cubicBezTo>
                <a:cubicBezTo>
                  <a:pt x="23918" y="643"/>
                  <a:pt x="25418" y="0"/>
                  <a:pt x="27133" y="0"/>
                </a:cubicBezTo>
                <a:cubicBezTo>
                  <a:pt x="28933" y="0"/>
                  <a:pt x="30476" y="643"/>
                  <a:pt x="31762" y="1929"/>
                </a:cubicBezTo>
                <a:cubicBezTo>
                  <a:pt x="33048" y="3215"/>
                  <a:pt x="33691" y="4758"/>
                  <a:pt x="33691" y="6558"/>
                </a:cubicBezTo>
                <a:cubicBezTo>
                  <a:pt x="33691" y="8358"/>
                  <a:pt x="33048" y="9880"/>
                  <a:pt x="31762" y="11124"/>
                </a:cubicBezTo>
                <a:cubicBezTo>
                  <a:pt x="30476" y="12366"/>
                  <a:pt x="28933" y="12988"/>
                  <a:pt x="27133" y="12988"/>
                </a:cubicBezTo>
                <a:moveTo>
                  <a:pt x="13631" y="109255"/>
                </a:moveTo>
                <a:cubicBezTo>
                  <a:pt x="10459" y="109255"/>
                  <a:pt x="7887" y="108870"/>
                  <a:pt x="5916" y="108099"/>
                </a:cubicBezTo>
                <a:cubicBezTo>
                  <a:pt x="3943" y="107330"/>
                  <a:pt x="1971" y="106176"/>
                  <a:pt x="0" y="104636"/>
                </a:cubicBezTo>
                <a:lnTo>
                  <a:pt x="3471" y="97325"/>
                </a:lnTo>
                <a:cubicBezTo>
                  <a:pt x="6129" y="99963"/>
                  <a:pt x="9087" y="101283"/>
                  <a:pt x="12344" y="101283"/>
                </a:cubicBezTo>
                <a:cubicBezTo>
                  <a:pt x="19031" y="101283"/>
                  <a:pt x="22375" y="97549"/>
                  <a:pt x="22375" y="90082"/>
                </a:cubicBezTo>
                <a:lnTo>
                  <a:pt x="22375" y="21851"/>
                </a:lnTo>
                <a:lnTo>
                  <a:pt x="32019" y="21851"/>
                </a:lnTo>
                <a:lnTo>
                  <a:pt x="32019" y="90075"/>
                </a:lnTo>
                <a:cubicBezTo>
                  <a:pt x="32019" y="96254"/>
                  <a:pt x="30433" y="100996"/>
                  <a:pt x="27261" y="104299"/>
                </a:cubicBezTo>
                <a:cubicBezTo>
                  <a:pt x="24090" y="107603"/>
                  <a:pt x="19547" y="109255"/>
                  <a:pt x="13631" y="109255"/>
                </a:cubicBezTo>
                <a:close/>
                <a:moveTo>
                  <a:pt x="79342" y="85520"/>
                </a:moveTo>
                <a:cubicBezTo>
                  <a:pt x="69998" y="85520"/>
                  <a:pt x="62390" y="82478"/>
                  <a:pt x="56516" y="76394"/>
                </a:cubicBezTo>
                <a:cubicBezTo>
                  <a:pt x="50644" y="70309"/>
                  <a:pt x="47708" y="62467"/>
                  <a:pt x="47708" y="52867"/>
                </a:cubicBezTo>
                <a:cubicBezTo>
                  <a:pt x="47708" y="43697"/>
                  <a:pt x="50622" y="35985"/>
                  <a:pt x="56451" y="29729"/>
                </a:cubicBezTo>
                <a:cubicBezTo>
                  <a:pt x="62282" y="23472"/>
                  <a:pt x="69569" y="20344"/>
                  <a:pt x="78314" y="20344"/>
                </a:cubicBezTo>
                <a:cubicBezTo>
                  <a:pt x="87230" y="20344"/>
                  <a:pt x="94432" y="23427"/>
                  <a:pt x="99918" y="29592"/>
                </a:cubicBezTo>
                <a:cubicBezTo>
                  <a:pt x="105404" y="35756"/>
                  <a:pt x="108147" y="43761"/>
                  <a:pt x="108147" y="53607"/>
                </a:cubicBezTo>
                <a:lnTo>
                  <a:pt x="108147" y="56048"/>
                </a:lnTo>
                <a:lnTo>
                  <a:pt x="57868" y="56048"/>
                </a:lnTo>
                <a:cubicBezTo>
                  <a:pt x="58211" y="62399"/>
                  <a:pt x="60504" y="67570"/>
                  <a:pt x="64748" y="71561"/>
                </a:cubicBezTo>
                <a:cubicBezTo>
                  <a:pt x="68991" y="75552"/>
                  <a:pt x="74156" y="77548"/>
                  <a:pt x="80243" y="77548"/>
                </a:cubicBezTo>
                <a:cubicBezTo>
                  <a:pt x="87787" y="77548"/>
                  <a:pt x="94174" y="74931"/>
                  <a:pt x="99404" y="69697"/>
                </a:cubicBezTo>
                <a:lnTo>
                  <a:pt x="104033" y="76000"/>
                </a:lnTo>
                <a:cubicBezTo>
                  <a:pt x="97688" y="82347"/>
                  <a:pt x="89458" y="85520"/>
                  <a:pt x="79342" y="85520"/>
                </a:cubicBezTo>
                <a:moveTo>
                  <a:pt x="98631" y="48976"/>
                </a:moveTo>
                <a:cubicBezTo>
                  <a:pt x="98631" y="43244"/>
                  <a:pt x="96745" y="38368"/>
                  <a:pt x="92972" y="34348"/>
                </a:cubicBezTo>
                <a:cubicBezTo>
                  <a:pt x="89201" y="30327"/>
                  <a:pt x="84271" y="28316"/>
                  <a:pt x="78185" y="28316"/>
                </a:cubicBezTo>
                <a:cubicBezTo>
                  <a:pt x="72441" y="28316"/>
                  <a:pt x="67661" y="30327"/>
                  <a:pt x="63847" y="34348"/>
                </a:cubicBezTo>
                <a:cubicBezTo>
                  <a:pt x="60032" y="38368"/>
                  <a:pt x="58040" y="43244"/>
                  <a:pt x="57868" y="48976"/>
                </a:cubicBezTo>
                <a:lnTo>
                  <a:pt x="98631" y="48976"/>
                </a:lnTo>
                <a:close/>
                <a:moveTo>
                  <a:pt x="151098" y="85520"/>
                </a:moveTo>
                <a:cubicBezTo>
                  <a:pt x="142012" y="85520"/>
                  <a:pt x="134575" y="82435"/>
                  <a:pt x="128788" y="76265"/>
                </a:cubicBezTo>
                <a:cubicBezTo>
                  <a:pt x="123001" y="70094"/>
                  <a:pt x="120107" y="62295"/>
                  <a:pt x="120107" y="52867"/>
                </a:cubicBezTo>
                <a:cubicBezTo>
                  <a:pt x="120107" y="43526"/>
                  <a:pt x="123001" y="35770"/>
                  <a:pt x="128788" y="29600"/>
                </a:cubicBezTo>
                <a:cubicBezTo>
                  <a:pt x="134575" y="23429"/>
                  <a:pt x="142012" y="20344"/>
                  <a:pt x="151098" y="20344"/>
                </a:cubicBezTo>
                <a:cubicBezTo>
                  <a:pt x="160700" y="20344"/>
                  <a:pt x="168287" y="23941"/>
                  <a:pt x="173859" y="31136"/>
                </a:cubicBezTo>
                <a:lnTo>
                  <a:pt x="167429" y="37046"/>
                </a:lnTo>
                <a:cubicBezTo>
                  <a:pt x="163487" y="31655"/>
                  <a:pt x="158215" y="28960"/>
                  <a:pt x="151614" y="28960"/>
                </a:cubicBezTo>
                <a:cubicBezTo>
                  <a:pt x="145270" y="28960"/>
                  <a:pt x="140104" y="31167"/>
                  <a:pt x="136117" y="35581"/>
                </a:cubicBezTo>
                <a:cubicBezTo>
                  <a:pt x="132131" y="39993"/>
                  <a:pt x="130138" y="45755"/>
                  <a:pt x="130138" y="52867"/>
                </a:cubicBezTo>
                <a:cubicBezTo>
                  <a:pt x="130138" y="60066"/>
                  <a:pt x="132109" y="65872"/>
                  <a:pt x="136052" y="70286"/>
                </a:cubicBezTo>
                <a:cubicBezTo>
                  <a:pt x="139996" y="74698"/>
                  <a:pt x="145183" y="76904"/>
                  <a:pt x="151614" y="76904"/>
                </a:cubicBezTo>
                <a:cubicBezTo>
                  <a:pt x="158128" y="76904"/>
                  <a:pt x="163400" y="74209"/>
                  <a:pt x="167429" y="68818"/>
                </a:cubicBezTo>
                <a:lnTo>
                  <a:pt x="173859" y="74728"/>
                </a:lnTo>
                <a:cubicBezTo>
                  <a:pt x="168287" y="81923"/>
                  <a:pt x="160700" y="85520"/>
                  <a:pt x="151098" y="85520"/>
                </a:cubicBezTo>
                <a:close/>
                <a:moveTo>
                  <a:pt x="203051" y="85520"/>
                </a:moveTo>
                <a:cubicBezTo>
                  <a:pt x="193877" y="85520"/>
                  <a:pt x="189290" y="80675"/>
                  <a:pt x="189290" y="70984"/>
                </a:cubicBezTo>
                <a:lnTo>
                  <a:pt x="189290" y="30338"/>
                </a:lnTo>
                <a:lnTo>
                  <a:pt x="179002" y="30338"/>
                </a:lnTo>
                <a:lnTo>
                  <a:pt x="179002" y="21851"/>
                </a:lnTo>
                <a:lnTo>
                  <a:pt x="189290" y="21851"/>
                </a:lnTo>
                <a:lnTo>
                  <a:pt x="189290" y="4898"/>
                </a:lnTo>
                <a:lnTo>
                  <a:pt x="198934" y="4898"/>
                </a:lnTo>
                <a:lnTo>
                  <a:pt x="198934" y="21851"/>
                </a:lnTo>
                <a:lnTo>
                  <a:pt x="211537" y="21851"/>
                </a:lnTo>
                <a:lnTo>
                  <a:pt x="211537" y="30338"/>
                </a:lnTo>
                <a:lnTo>
                  <a:pt x="198934" y="30338"/>
                </a:lnTo>
                <a:lnTo>
                  <a:pt x="198934" y="68928"/>
                </a:lnTo>
                <a:cubicBezTo>
                  <a:pt x="198934" y="71243"/>
                  <a:pt x="199448" y="73152"/>
                  <a:pt x="200477" y="74654"/>
                </a:cubicBezTo>
                <a:cubicBezTo>
                  <a:pt x="201506" y="76154"/>
                  <a:pt x="203093" y="76904"/>
                  <a:pt x="205237" y="76904"/>
                </a:cubicBezTo>
                <a:cubicBezTo>
                  <a:pt x="207894" y="76904"/>
                  <a:pt x="210080" y="76051"/>
                  <a:pt x="211795" y="74344"/>
                </a:cubicBezTo>
                <a:lnTo>
                  <a:pt x="214624" y="81537"/>
                </a:lnTo>
                <a:cubicBezTo>
                  <a:pt x="211966" y="84193"/>
                  <a:pt x="208108" y="85520"/>
                  <a:pt x="203051" y="85520"/>
                </a:cubicBezTo>
                <a:close/>
                <a:moveTo>
                  <a:pt x="229927" y="12988"/>
                </a:moveTo>
                <a:cubicBezTo>
                  <a:pt x="228212" y="12988"/>
                  <a:pt x="226712" y="12366"/>
                  <a:pt x="225426" y="11124"/>
                </a:cubicBezTo>
                <a:cubicBezTo>
                  <a:pt x="224140" y="9880"/>
                  <a:pt x="223497" y="8358"/>
                  <a:pt x="223497" y="6558"/>
                </a:cubicBezTo>
                <a:cubicBezTo>
                  <a:pt x="223497" y="4758"/>
                  <a:pt x="224140" y="3215"/>
                  <a:pt x="225426" y="1929"/>
                </a:cubicBezTo>
                <a:cubicBezTo>
                  <a:pt x="226712" y="643"/>
                  <a:pt x="228212" y="0"/>
                  <a:pt x="229927" y="0"/>
                </a:cubicBezTo>
                <a:cubicBezTo>
                  <a:pt x="231727" y="0"/>
                  <a:pt x="233270" y="643"/>
                  <a:pt x="234556" y="1929"/>
                </a:cubicBezTo>
                <a:cubicBezTo>
                  <a:pt x="235842" y="3215"/>
                  <a:pt x="236485" y="4758"/>
                  <a:pt x="236485" y="6558"/>
                </a:cubicBezTo>
                <a:cubicBezTo>
                  <a:pt x="236485" y="8358"/>
                  <a:pt x="235842" y="9880"/>
                  <a:pt x="234556" y="11124"/>
                </a:cubicBezTo>
                <a:cubicBezTo>
                  <a:pt x="233270" y="12366"/>
                  <a:pt x="231727" y="12988"/>
                  <a:pt x="229927" y="12988"/>
                </a:cubicBezTo>
                <a:moveTo>
                  <a:pt x="225169" y="84013"/>
                </a:moveTo>
                <a:lnTo>
                  <a:pt x="225169" y="21851"/>
                </a:lnTo>
                <a:lnTo>
                  <a:pt x="234813" y="21851"/>
                </a:lnTo>
                <a:lnTo>
                  <a:pt x="234813" y="84013"/>
                </a:lnTo>
                <a:lnTo>
                  <a:pt x="225169" y="84013"/>
                </a:lnTo>
                <a:close/>
                <a:moveTo>
                  <a:pt x="281235" y="85520"/>
                </a:moveTo>
                <a:cubicBezTo>
                  <a:pt x="272234" y="85520"/>
                  <a:pt x="264862" y="82457"/>
                  <a:pt x="259118" y="76329"/>
                </a:cubicBezTo>
                <a:cubicBezTo>
                  <a:pt x="253374" y="70201"/>
                  <a:pt x="250502" y="62380"/>
                  <a:pt x="250502" y="52867"/>
                </a:cubicBezTo>
                <a:cubicBezTo>
                  <a:pt x="250502" y="43270"/>
                  <a:pt x="253374" y="35450"/>
                  <a:pt x="259118" y="29407"/>
                </a:cubicBezTo>
                <a:cubicBezTo>
                  <a:pt x="264862" y="23365"/>
                  <a:pt x="272234" y="20344"/>
                  <a:pt x="281235" y="20344"/>
                </a:cubicBezTo>
                <a:cubicBezTo>
                  <a:pt x="290238" y="20344"/>
                  <a:pt x="297611" y="23365"/>
                  <a:pt x="303353" y="29407"/>
                </a:cubicBezTo>
                <a:cubicBezTo>
                  <a:pt x="309097" y="35450"/>
                  <a:pt x="311969" y="43270"/>
                  <a:pt x="311969" y="52867"/>
                </a:cubicBezTo>
                <a:cubicBezTo>
                  <a:pt x="311969" y="62380"/>
                  <a:pt x="309097" y="70201"/>
                  <a:pt x="303353" y="76329"/>
                </a:cubicBezTo>
                <a:cubicBezTo>
                  <a:pt x="297611" y="82457"/>
                  <a:pt x="290238" y="85520"/>
                  <a:pt x="281235" y="85520"/>
                </a:cubicBezTo>
                <a:moveTo>
                  <a:pt x="281235" y="76904"/>
                </a:moveTo>
                <a:cubicBezTo>
                  <a:pt x="287237" y="76904"/>
                  <a:pt x="292167" y="74655"/>
                  <a:pt x="296024" y="70156"/>
                </a:cubicBezTo>
                <a:cubicBezTo>
                  <a:pt x="299882" y="65658"/>
                  <a:pt x="301811" y="59895"/>
                  <a:pt x="301811" y="52867"/>
                </a:cubicBezTo>
                <a:cubicBezTo>
                  <a:pt x="301811" y="45927"/>
                  <a:pt x="299882" y="40207"/>
                  <a:pt x="296024" y="35708"/>
                </a:cubicBezTo>
                <a:cubicBezTo>
                  <a:pt x="292167" y="31209"/>
                  <a:pt x="287237" y="28960"/>
                  <a:pt x="281235" y="28960"/>
                </a:cubicBezTo>
                <a:cubicBezTo>
                  <a:pt x="275235" y="28960"/>
                  <a:pt x="270284" y="31188"/>
                  <a:pt x="266384" y="35645"/>
                </a:cubicBezTo>
                <a:cubicBezTo>
                  <a:pt x="262483" y="40101"/>
                  <a:pt x="260532" y="45841"/>
                  <a:pt x="260532" y="52867"/>
                </a:cubicBezTo>
                <a:cubicBezTo>
                  <a:pt x="260532" y="59980"/>
                  <a:pt x="262461" y="65764"/>
                  <a:pt x="266319" y="70221"/>
                </a:cubicBezTo>
                <a:cubicBezTo>
                  <a:pt x="270176" y="74677"/>
                  <a:pt x="275149" y="76904"/>
                  <a:pt x="281235" y="76904"/>
                </a:cubicBezTo>
                <a:close/>
                <a:moveTo>
                  <a:pt x="369581" y="84013"/>
                </a:moveTo>
                <a:lnTo>
                  <a:pt x="369581" y="43366"/>
                </a:lnTo>
                <a:cubicBezTo>
                  <a:pt x="369581" y="37879"/>
                  <a:pt x="368316" y="34106"/>
                  <a:pt x="365786" y="32049"/>
                </a:cubicBezTo>
                <a:cubicBezTo>
                  <a:pt x="363258" y="29990"/>
                  <a:pt x="359893" y="28960"/>
                  <a:pt x="355693" y="28960"/>
                </a:cubicBezTo>
                <a:cubicBezTo>
                  <a:pt x="352093" y="28960"/>
                  <a:pt x="348556" y="29925"/>
                  <a:pt x="345083" y="31854"/>
                </a:cubicBezTo>
                <a:cubicBezTo>
                  <a:pt x="341611" y="33782"/>
                  <a:pt x="339018" y="36032"/>
                  <a:pt x="337303" y="38604"/>
                </a:cubicBezTo>
                <a:lnTo>
                  <a:pt x="337303" y="84013"/>
                </a:lnTo>
                <a:lnTo>
                  <a:pt x="327659" y="84013"/>
                </a:lnTo>
                <a:lnTo>
                  <a:pt x="327659" y="21851"/>
                </a:lnTo>
                <a:lnTo>
                  <a:pt x="337303" y="21851"/>
                </a:lnTo>
                <a:lnTo>
                  <a:pt x="337303" y="30889"/>
                </a:lnTo>
                <a:cubicBezTo>
                  <a:pt x="339961" y="27803"/>
                  <a:pt x="343241" y="25274"/>
                  <a:pt x="347141" y="23303"/>
                </a:cubicBezTo>
                <a:cubicBezTo>
                  <a:pt x="351042" y="21330"/>
                  <a:pt x="355136" y="20344"/>
                  <a:pt x="359423" y="20344"/>
                </a:cubicBezTo>
                <a:cubicBezTo>
                  <a:pt x="372624" y="20344"/>
                  <a:pt x="379225" y="27033"/>
                  <a:pt x="379225" y="40409"/>
                </a:cubicBezTo>
                <a:lnTo>
                  <a:pt x="379225" y="84013"/>
                </a:lnTo>
                <a:lnTo>
                  <a:pt x="369581" y="840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A91137-78BA-409C-BFCF-870DA680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920" y="859302"/>
            <a:ext cx="617297" cy="200486"/>
          </a:xfrm>
          <a:custGeom xmlns:a="http://schemas.openxmlformats.org/drawingml/2006/main">
            <a:pathLst>
              <a:path w="617297" h="200486">
                <a:moveTo>
                  <a:pt x="0" y="0"/>
                </a:moveTo>
                <a:lnTo>
                  <a:pt x="617297" y="0"/>
                </a:lnTo>
                <a:lnTo>
                  <a:pt x="617297" y="200486"/>
                </a:lnTo>
                <a:lnTo>
                  <a:pt x="0" y="2004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Text video">
            <a:extLst xmlns:a="http://schemas.openxmlformats.org/drawingml/2006/main">
              <a:ext uri="{FF2B5EF4-FFF2-40B4-BE49-F238E27FC236}">
                <a16:creationId xmlns:a16="http://schemas.microsoft.com/office/drawing/2014/main" id="{928B55AD-4520-4B36-A4B8-7D985098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9644" y="904517"/>
            <a:ext cx="405734" cy="115444"/>
          </a:xfrm>
          <a:custGeom xmlns:a="http://schemas.openxmlformats.org/drawingml/2006/main">
            <a:pathLst>
              <a:path w="405734" h="115444">
                <a:moveTo>
                  <a:pt x="32075" y="113507"/>
                </a:moveTo>
                <a:lnTo>
                  <a:pt x="0" y="33584"/>
                </a:lnTo>
                <a:lnTo>
                  <a:pt x="22486" y="33584"/>
                </a:lnTo>
                <a:lnTo>
                  <a:pt x="43317" y="89202"/>
                </a:lnTo>
                <a:lnTo>
                  <a:pt x="64150" y="33584"/>
                </a:lnTo>
                <a:lnTo>
                  <a:pt x="86800" y="33584"/>
                </a:lnTo>
                <a:lnTo>
                  <a:pt x="54725" y="113507"/>
                </a:lnTo>
                <a:lnTo>
                  <a:pt x="32075" y="113507"/>
                </a:lnTo>
                <a:close/>
                <a:moveTo>
                  <a:pt x="106642" y="24966"/>
                </a:moveTo>
                <a:cubicBezTo>
                  <a:pt x="103225" y="24966"/>
                  <a:pt x="100275" y="23753"/>
                  <a:pt x="97795" y="21328"/>
                </a:cubicBezTo>
                <a:cubicBezTo>
                  <a:pt x="95315" y="18903"/>
                  <a:pt x="94076" y="15927"/>
                  <a:pt x="94076" y="12400"/>
                </a:cubicBezTo>
                <a:cubicBezTo>
                  <a:pt x="94076" y="8873"/>
                  <a:pt x="95315" y="5924"/>
                  <a:pt x="97795" y="3555"/>
                </a:cubicBezTo>
                <a:cubicBezTo>
                  <a:pt x="100275" y="1185"/>
                  <a:pt x="103225" y="0"/>
                  <a:pt x="106642" y="0"/>
                </a:cubicBezTo>
                <a:cubicBezTo>
                  <a:pt x="110169" y="0"/>
                  <a:pt x="113144" y="1185"/>
                  <a:pt x="115568" y="3555"/>
                </a:cubicBezTo>
                <a:cubicBezTo>
                  <a:pt x="117993" y="5924"/>
                  <a:pt x="119206" y="8873"/>
                  <a:pt x="119206" y="12400"/>
                </a:cubicBezTo>
                <a:cubicBezTo>
                  <a:pt x="119206" y="15927"/>
                  <a:pt x="117993" y="18903"/>
                  <a:pt x="115568" y="21328"/>
                </a:cubicBezTo>
                <a:cubicBezTo>
                  <a:pt x="113144" y="23753"/>
                  <a:pt x="110169" y="24966"/>
                  <a:pt x="106642" y="24966"/>
                </a:cubicBezTo>
                <a:moveTo>
                  <a:pt x="96225" y="113507"/>
                </a:moveTo>
                <a:lnTo>
                  <a:pt x="96225" y="33584"/>
                </a:lnTo>
                <a:lnTo>
                  <a:pt x="117223" y="33584"/>
                </a:lnTo>
                <a:lnTo>
                  <a:pt x="117223" y="113507"/>
                </a:lnTo>
                <a:lnTo>
                  <a:pt x="96225" y="113507"/>
                </a:lnTo>
                <a:close/>
                <a:moveTo>
                  <a:pt x="192947" y="113507"/>
                </a:moveTo>
                <a:lnTo>
                  <a:pt x="192947" y="103214"/>
                </a:lnTo>
                <a:cubicBezTo>
                  <a:pt x="186334" y="111368"/>
                  <a:pt x="178122" y="115444"/>
                  <a:pt x="168312" y="115444"/>
                </a:cubicBezTo>
                <a:cubicBezTo>
                  <a:pt x="157729" y="115444"/>
                  <a:pt x="149186" y="111643"/>
                  <a:pt x="142682" y="104041"/>
                </a:cubicBezTo>
                <a:cubicBezTo>
                  <a:pt x="136180" y="96437"/>
                  <a:pt x="132929" y="86300"/>
                  <a:pt x="132929" y="73629"/>
                </a:cubicBezTo>
                <a:cubicBezTo>
                  <a:pt x="132929" y="61067"/>
                  <a:pt x="136180" y="50929"/>
                  <a:pt x="142682" y="43216"/>
                </a:cubicBezTo>
                <a:cubicBezTo>
                  <a:pt x="149186" y="35503"/>
                  <a:pt x="157729" y="31646"/>
                  <a:pt x="168312" y="31646"/>
                </a:cubicBezTo>
                <a:cubicBezTo>
                  <a:pt x="178342" y="31646"/>
                  <a:pt x="186554" y="35723"/>
                  <a:pt x="192947" y="43877"/>
                </a:cubicBezTo>
                <a:lnTo>
                  <a:pt x="192947" y="3229"/>
                </a:lnTo>
                <a:lnTo>
                  <a:pt x="214109" y="3229"/>
                </a:lnTo>
                <a:lnTo>
                  <a:pt x="214109" y="113507"/>
                </a:lnTo>
                <a:lnTo>
                  <a:pt x="192947" y="113507"/>
                </a:lnTo>
                <a:moveTo>
                  <a:pt x="174760" y="96760"/>
                </a:moveTo>
                <a:cubicBezTo>
                  <a:pt x="178287" y="96760"/>
                  <a:pt x="181758" y="95907"/>
                  <a:pt x="185174" y="94200"/>
                </a:cubicBezTo>
                <a:cubicBezTo>
                  <a:pt x="188592" y="92493"/>
                  <a:pt x="191183" y="90317"/>
                  <a:pt x="192947" y="87673"/>
                </a:cubicBezTo>
                <a:lnTo>
                  <a:pt x="192947" y="59418"/>
                </a:lnTo>
                <a:cubicBezTo>
                  <a:pt x="191183" y="56774"/>
                  <a:pt x="188592" y="54598"/>
                  <a:pt x="185174" y="52891"/>
                </a:cubicBezTo>
                <a:cubicBezTo>
                  <a:pt x="181758" y="51184"/>
                  <a:pt x="178287" y="50330"/>
                  <a:pt x="174760" y="50330"/>
                </a:cubicBezTo>
                <a:cubicBezTo>
                  <a:pt x="168808" y="50330"/>
                  <a:pt x="163957" y="52479"/>
                  <a:pt x="160208" y="56776"/>
                </a:cubicBezTo>
                <a:cubicBezTo>
                  <a:pt x="156461" y="61072"/>
                  <a:pt x="154588" y="66689"/>
                  <a:pt x="154588" y="73629"/>
                </a:cubicBezTo>
                <a:cubicBezTo>
                  <a:pt x="154588" y="80348"/>
                  <a:pt x="156406" y="85883"/>
                  <a:pt x="160044" y="90234"/>
                </a:cubicBezTo>
                <a:cubicBezTo>
                  <a:pt x="163682" y="94585"/>
                  <a:pt x="168588" y="96760"/>
                  <a:pt x="174760" y="96760"/>
                </a:cubicBezTo>
                <a:close/>
                <a:moveTo>
                  <a:pt x="272472" y="115444"/>
                </a:moveTo>
                <a:cubicBezTo>
                  <a:pt x="259907" y="115444"/>
                  <a:pt x="249656" y="111560"/>
                  <a:pt x="241719" y="103792"/>
                </a:cubicBezTo>
                <a:cubicBezTo>
                  <a:pt x="233784" y="96023"/>
                  <a:pt x="229816" y="85913"/>
                  <a:pt x="229816" y="73462"/>
                </a:cubicBezTo>
                <a:cubicBezTo>
                  <a:pt x="229816" y="61563"/>
                  <a:pt x="233757" y="51619"/>
                  <a:pt x="241638" y="43630"/>
                </a:cubicBezTo>
                <a:cubicBezTo>
                  <a:pt x="249519" y="35641"/>
                  <a:pt x="259357" y="31646"/>
                  <a:pt x="271150" y="31646"/>
                </a:cubicBezTo>
                <a:cubicBezTo>
                  <a:pt x="282945" y="31646"/>
                  <a:pt x="292562" y="35697"/>
                  <a:pt x="300001" y="43799"/>
                </a:cubicBezTo>
                <a:cubicBezTo>
                  <a:pt x="307442" y="51900"/>
                  <a:pt x="311162" y="62510"/>
                  <a:pt x="311162" y="75627"/>
                </a:cubicBezTo>
                <a:lnTo>
                  <a:pt x="311162" y="80256"/>
                </a:lnTo>
                <a:lnTo>
                  <a:pt x="251805" y="80256"/>
                </a:lnTo>
                <a:cubicBezTo>
                  <a:pt x="252468" y="85319"/>
                  <a:pt x="254755" y="89666"/>
                  <a:pt x="258667" y="93299"/>
                </a:cubicBezTo>
                <a:cubicBezTo>
                  <a:pt x="262581" y="96930"/>
                  <a:pt x="267954" y="98746"/>
                  <a:pt x="274788" y="98746"/>
                </a:cubicBezTo>
                <a:cubicBezTo>
                  <a:pt x="278094" y="98746"/>
                  <a:pt x="281787" y="98057"/>
                  <a:pt x="285866" y="96680"/>
                </a:cubicBezTo>
                <a:cubicBezTo>
                  <a:pt x="289944" y="95302"/>
                  <a:pt x="293361" y="93346"/>
                  <a:pt x="296116" y="90812"/>
                </a:cubicBezTo>
                <a:lnTo>
                  <a:pt x="305375" y="104377"/>
                </a:lnTo>
                <a:cubicBezTo>
                  <a:pt x="301407" y="108011"/>
                  <a:pt x="296502" y="110765"/>
                  <a:pt x="290659" y="112637"/>
                </a:cubicBezTo>
                <a:cubicBezTo>
                  <a:pt x="284818" y="114508"/>
                  <a:pt x="278755" y="115444"/>
                  <a:pt x="272472" y="115444"/>
                </a:cubicBezTo>
                <a:moveTo>
                  <a:pt x="290826" y="66037"/>
                </a:moveTo>
                <a:cubicBezTo>
                  <a:pt x="290494" y="60746"/>
                  <a:pt x="288510" y="56475"/>
                  <a:pt x="284872" y="53224"/>
                </a:cubicBezTo>
                <a:cubicBezTo>
                  <a:pt x="281235" y="49971"/>
                  <a:pt x="276662" y="48345"/>
                  <a:pt x="271150" y="48345"/>
                </a:cubicBezTo>
                <a:cubicBezTo>
                  <a:pt x="265638" y="48345"/>
                  <a:pt x="261119" y="50026"/>
                  <a:pt x="257592" y="53388"/>
                </a:cubicBezTo>
                <a:cubicBezTo>
                  <a:pt x="254065" y="56750"/>
                  <a:pt x="252026" y="60967"/>
                  <a:pt x="251475" y="66037"/>
                </a:cubicBezTo>
                <a:lnTo>
                  <a:pt x="290826" y="66037"/>
                </a:lnTo>
                <a:close/>
                <a:moveTo>
                  <a:pt x="363408" y="115444"/>
                </a:moveTo>
                <a:cubicBezTo>
                  <a:pt x="351063" y="115444"/>
                  <a:pt x="340950" y="111478"/>
                  <a:pt x="333069" y="103544"/>
                </a:cubicBezTo>
                <a:cubicBezTo>
                  <a:pt x="325188" y="95611"/>
                  <a:pt x="321247" y="85583"/>
                  <a:pt x="321247" y="73462"/>
                </a:cubicBezTo>
                <a:cubicBezTo>
                  <a:pt x="321247" y="61342"/>
                  <a:pt x="325188" y="51344"/>
                  <a:pt x="333069" y="43466"/>
                </a:cubicBezTo>
                <a:cubicBezTo>
                  <a:pt x="340950" y="35586"/>
                  <a:pt x="351063" y="31646"/>
                  <a:pt x="363408" y="31646"/>
                </a:cubicBezTo>
                <a:cubicBezTo>
                  <a:pt x="375753" y="31646"/>
                  <a:pt x="385893" y="35586"/>
                  <a:pt x="393829" y="43466"/>
                </a:cubicBezTo>
                <a:cubicBezTo>
                  <a:pt x="401765" y="51344"/>
                  <a:pt x="405734" y="61342"/>
                  <a:pt x="405734" y="73462"/>
                </a:cubicBezTo>
                <a:cubicBezTo>
                  <a:pt x="405734" y="85693"/>
                  <a:pt x="401765" y="95748"/>
                  <a:pt x="393829" y="103628"/>
                </a:cubicBezTo>
                <a:cubicBezTo>
                  <a:pt x="385893" y="111505"/>
                  <a:pt x="375753" y="115444"/>
                  <a:pt x="363408" y="115444"/>
                </a:cubicBezTo>
                <a:moveTo>
                  <a:pt x="363408" y="96760"/>
                </a:moveTo>
                <a:cubicBezTo>
                  <a:pt x="369470" y="96760"/>
                  <a:pt x="374402" y="94585"/>
                  <a:pt x="378205" y="90234"/>
                </a:cubicBezTo>
                <a:cubicBezTo>
                  <a:pt x="382007" y="85883"/>
                  <a:pt x="383909" y="80292"/>
                  <a:pt x="383909" y="73462"/>
                </a:cubicBezTo>
                <a:cubicBezTo>
                  <a:pt x="383909" y="66854"/>
                  <a:pt x="382007" y="61347"/>
                  <a:pt x="378205" y="56940"/>
                </a:cubicBezTo>
                <a:cubicBezTo>
                  <a:pt x="374402" y="52534"/>
                  <a:pt x="369470" y="50330"/>
                  <a:pt x="363408" y="50330"/>
                </a:cubicBezTo>
                <a:cubicBezTo>
                  <a:pt x="357565" y="50330"/>
                  <a:pt x="352715" y="52451"/>
                  <a:pt x="348857" y="56693"/>
                </a:cubicBezTo>
                <a:cubicBezTo>
                  <a:pt x="345000" y="60933"/>
                  <a:pt x="343072" y="66523"/>
                  <a:pt x="343072" y="73462"/>
                </a:cubicBezTo>
                <a:cubicBezTo>
                  <a:pt x="343072" y="80513"/>
                  <a:pt x="345000" y="86159"/>
                  <a:pt x="348857" y="90400"/>
                </a:cubicBezTo>
                <a:cubicBezTo>
                  <a:pt x="352715" y="94640"/>
                  <a:pt x="357565" y="96760"/>
                  <a:pt x="363408" y="967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2203854ed4b7d"/>
          <a:stretch xmlns:a="http://schemas.openxmlformats.org/drawingml/2006/main"/>
        </p:blipFill>
        <p:spPr>
          <a:xfrm xmlns:a="http://schemas.openxmlformats.org/drawingml/2006/main">
            <a:off x="11013000" y="3586008"/>
            <a:ext cx="1658607" cy="185081"/>
          </a:xfrm>
          <a:prstGeom xmlns:a="http://schemas.openxmlformats.org/drawingml/2006/main" prst="rect">
            <a:avLst/>
          </a:prstGeom>
        </p:spPr>
      </p:pic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FE218A-3211-4075-81B1-804E1010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115" y="3586008"/>
            <a:ext cx="1666376" cy="185081"/>
          </a:xfrm>
          <a:custGeom xmlns:a="http://schemas.openxmlformats.org/drawingml/2006/main">
            <a:pathLst>
              <a:path w="1666376" h="185081" fill="none">
                <a:moveTo>
                  <a:pt x="0" y="0"/>
                </a:moveTo>
                <a:lnTo>
                  <a:pt x="1666376" y="0"/>
                </a:lnTo>
                <a:lnTo>
                  <a:pt x="1666376" y="185081"/>
                </a:lnTo>
                <a:lnTo>
                  <a:pt x="0" y="1850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212718-1D4E-4D26-B03D-B27C65D4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344" y="3332033"/>
            <a:ext cx="1069909" cy="254079"/>
          </a:xfrm>
          <a:custGeom xmlns:a="http://schemas.openxmlformats.org/drawingml/2006/main">
            <a:pathLst>
              <a:path w="1069909" h="254079">
                <a:moveTo>
                  <a:pt x="0" y="0"/>
                </a:moveTo>
                <a:cubicBezTo>
                  <a:pt x="0" y="63493"/>
                  <a:pt x="267477" y="95226"/>
                  <a:pt x="534955" y="126986"/>
                </a:cubicBezTo>
                <a:cubicBezTo>
                  <a:pt x="802432" y="158746"/>
                  <a:pt x="1069909" y="190533"/>
                  <a:pt x="1069909" y="254079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751ABE-B66F-4014-A935-54E25B68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344" y="3332033"/>
            <a:ext cx="1003932" cy="204270"/>
          </a:xfrm>
          <a:custGeom xmlns:a="http://schemas.openxmlformats.org/drawingml/2006/main">
            <a:pathLst>
              <a:path w="1003932" h="204270" fill="none">
                <a:moveTo>
                  <a:pt x="0" y="0"/>
                </a:moveTo>
                <a:cubicBezTo>
                  <a:pt x="0" y="63493"/>
                  <a:pt x="267477" y="95226"/>
                  <a:pt x="534955" y="126986"/>
                </a:cubicBezTo>
                <a:cubicBezTo>
                  <a:pt x="668693" y="142866"/>
                  <a:pt x="802432" y="158753"/>
                  <a:pt x="902736" y="178613"/>
                </a:cubicBezTo>
                <a:cubicBezTo>
                  <a:pt x="927813" y="183578"/>
                  <a:pt x="950798" y="188791"/>
                  <a:pt x="971173" y="194315"/>
                </a:cubicBezTo>
                <a:cubicBezTo>
                  <a:pt x="981359" y="197076"/>
                  <a:pt x="990894" y="199916"/>
                  <a:pt x="999710" y="202840"/>
                </a:cubicBezTo>
                <a:cubicBezTo>
                  <a:pt x="1000811" y="203206"/>
                  <a:pt x="1001903" y="203573"/>
                  <a:pt x="1002981" y="203941"/>
                </a:cubicBezTo>
                <a:lnTo>
                  <a:pt x="1003932" y="204270"/>
                </a:lnTo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FF"/>
            </a:solidFill>
            <a:round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4650B3-04CA-4148-A004-D847FC60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2565" y="3518140"/>
            <a:ext cx="63614" cy="55836"/>
          </a:xfrm>
          <a:custGeom xmlns:a="http://schemas.openxmlformats.org/drawingml/2006/main">
            <a:pathLst>
              <a:path w="63614" h="55836">
                <a:moveTo>
                  <a:pt x="0" y="36326"/>
                </a:moveTo>
                <a:lnTo>
                  <a:pt x="27424" y="0"/>
                </a:lnTo>
                <a:lnTo>
                  <a:pt x="63614" y="55836"/>
                </a:lnTo>
                <a:lnTo>
                  <a:pt x="0" y="36326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F27737-980B-4B44-B90F-0CAC7808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2565" y="3518140"/>
            <a:ext cx="63614" cy="55836"/>
          </a:xfrm>
          <a:custGeom xmlns:a="http://schemas.openxmlformats.org/drawingml/2006/main">
            <a:pathLst>
              <a:path w="63614" h="55836" fill="none">
                <a:moveTo>
                  <a:pt x="0" y="36326"/>
                </a:moveTo>
                <a:lnTo>
                  <a:pt x="63614" y="55836"/>
                </a:lnTo>
                <a:lnTo>
                  <a:pt x="27424" y="0"/>
                </a:lnTo>
                <a:lnTo>
                  <a:pt x="0" y="3632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FF"/>
            </a:solidFill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391C57-3782-46AE-B446-360F904C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115" y="2089086"/>
            <a:ext cx="991581" cy="311795"/>
          </a:xfrm>
          <a:custGeom xmlns:a="http://schemas.openxmlformats.org/drawingml/2006/main">
            <a:pathLst>
              <a:path w="991581" h="311795">
                <a:moveTo>
                  <a:pt x="0" y="0"/>
                </a:moveTo>
                <a:lnTo>
                  <a:pt x="991581" y="0"/>
                </a:lnTo>
                <a:lnTo>
                  <a:pt x="991581" y="311795"/>
                </a:lnTo>
                <a:lnTo>
                  <a:pt x="0" y="3117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Text |VID_EMB|">
            <a:extLst xmlns:a="http://schemas.openxmlformats.org/drawingml/2006/main">
              <a:ext uri="{FF2B5EF4-FFF2-40B4-BE49-F238E27FC236}">
                <a16:creationId xmlns:a16="http://schemas.microsoft.com/office/drawing/2014/main" id="{2CA835A2-0F68-443C-AA77-CD4C20C9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4748" y="2174630"/>
            <a:ext cx="661617" cy="146965"/>
          </a:xfrm>
          <a:custGeom xmlns:a="http://schemas.openxmlformats.org/drawingml/2006/main">
            <a:pathLst>
              <a:path w="661617" h="146965">
                <a:moveTo>
                  <a:pt x="0" y="146965"/>
                </a:moveTo>
                <a:lnTo>
                  <a:pt x="0" y="0"/>
                </a:lnTo>
                <a:lnTo>
                  <a:pt x="16146" y="0"/>
                </a:lnTo>
                <a:lnTo>
                  <a:pt x="16146" y="146965"/>
                </a:lnTo>
                <a:lnTo>
                  <a:pt x="0" y="146965"/>
                </a:lnTo>
                <a:close/>
                <a:moveTo>
                  <a:pt x="100347" y="117543"/>
                </a:moveTo>
                <a:lnTo>
                  <a:pt x="76953" y="117543"/>
                </a:lnTo>
                <a:lnTo>
                  <a:pt x="48320" y="23681"/>
                </a:lnTo>
                <a:lnTo>
                  <a:pt x="68342" y="23681"/>
                </a:lnTo>
                <a:lnTo>
                  <a:pt x="84201" y="80201"/>
                </a:lnTo>
                <a:lnTo>
                  <a:pt x="89296" y="98729"/>
                </a:lnTo>
                <a:lnTo>
                  <a:pt x="94606" y="79122"/>
                </a:lnTo>
                <a:lnTo>
                  <a:pt x="110321" y="23681"/>
                </a:lnTo>
                <a:lnTo>
                  <a:pt x="129123" y="23681"/>
                </a:lnTo>
                <a:lnTo>
                  <a:pt x="100347" y="117543"/>
                </a:lnTo>
                <a:close/>
                <a:moveTo>
                  <a:pt x="139769" y="38176"/>
                </a:moveTo>
                <a:lnTo>
                  <a:pt x="139769" y="23681"/>
                </a:lnTo>
                <a:lnTo>
                  <a:pt x="199043" y="23681"/>
                </a:lnTo>
                <a:lnTo>
                  <a:pt x="199043" y="38176"/>
                </a:lnTo>
                <a:lnTo>
                  <a:pt x="178376" y="38176"/>
                </a:lnTo>
                <a:lnTo>
                  <a:pt x="178376" y="102904"/>
                </a:lnTo>
                <a:lnTo>
                  <a:pt x="199043" y="102904"/>
                </a:lnTo>
                <a:lnTo>
                  <a:pt x="199043" y="117543"/>
                </a:lnTo>
                <a:lnTo>
                  <a:pt x="139769" y="117543"/>
                </a:lnTo>
                <a:lnTo>
                  <a:pt x="139769" y="102904"/>
                </a:lnTo>
                <a:lnTo>
                  <a:pt x="160436" y="102904"/>
                </a:lnTo>
                <a:lnTo>
                  <a:pt x="160436" y="38176"/>
                </a:lnTo>
                <a:lnTo>
                  <a:pt x="139769" y="38176"/>
                </a:lnTo>
                <a:close/>
                <a:moveTo>
                  <a:pt x="286687" y="69428"/>
                </a:moveTo>
                <a:cubicBezTo>
                  <a:pt x="286687" y="76704"/>
                  <a:pt x="285790" y="83311"/>
                  <a:pt x="283996" y="89247"/>
                </a:cubicBezTo>
                <a:cubicBezTo>
                  <a:pt x="282202" y="95184"/>
                  <a:pt x="279404" y="100248"/>
                  <a:pt x="275600" y="104438"/>
                </a:cubicBezTo>
                <a:cubicBezTo>
                  <a:pt x="271797" y="108627"/>
                  <a:pt x="266929" y="111859"/>
                  <a:pt x="260997" y="114133"/>
                </a:cubicBezTo>
                <a:cubicBezTo>
                  <a:pt x="255065" y="116406"/>
                  <a:pt x="247961" y="117543"/>
                  <a:pt x="239684" y="117543"/>
                </a:cubicBezTo>
                <a:lnTo>
                  <a:pt x="215860" y="117543"/>
                </a:lnTo>
                <a:lnTo>
                  <a:pt x="215860" y="23681"/>
                </a:lnTo>
                <a:lnTo>
                  <a:pt x="243631" y="23681"/>
                </a:lnTo>
                <a:cubicBezTo>
                  <a:pt x="250807" y="23681"/>
                  <a:pt x="257086" y="24579"/>
                  <a:pt x="262468" y="26374"/>
                </a:cubicBezTo>
                <a:cubicBezTo>
                  <a:pt x="267850" y="28170"/>
                  <a:pt x="272335" y="30935"/>
                  <a:pt x="275923" y="34669"/>
                </a:cubicBezTo>
                <a:cubicBezTo>
                  <a:pt x="279511" y="38404"/>
                  <a:pt x="282202" y="43144"/>
                  <a:pt x="283996" y="48889"/>
                </a:cubicBezTo>
                <a:cubicBezTo>
                  <a:pt x="285790" y="54634"/>
                  <a:pt x="286687" y="61481"/>
                  <a:pt x="286687" y="69428"/>
                </a:cubicBezTo>
                <a:moveTo>
                  <a:pt x="267742" y="70576"/>
                </a:moveTo>
                <a:cubicBezTo>
                  <a:pt x="267742" y="65499"/>
                  <a:pt x="267336" y="60973"/>
                  <a:pt x="266523" y="56998"/>
                </a:cubicBezTo>
                <a:cubicBezTo>
                  <a:pt x="265709" y="53023"/>
                  <a:pt x="264334" y="49658"/>
                  <a:pt x="262396" y="46904"/>
                </a:cubicBezTo>
                <a:cubicBezTo>
                  <a:pt x="260459" y="44151"/>
                  <a:pt x="257863" y="42055"/>
                  <a:pt x="254610" y="40619"/>
                </a:cubicBezTo>
                <a:cubicBezTo>
                  <a:pt x="251357" y="39182"/>
                  <a:pt x="247315" y="38464"/>
                  <a:pt x="242483" y="38464"/>
                </a:cubicBezTo>
                <a:lnTo>
                  <a:pt x="233513" y="38464"/>
                </a:lnTo>
                <a:lnTo>
                  <a:pt x="233513" y="102761"/>
                </a:lnTo>
                <a:lnTo>
                  <a:pt x="241263" y="102761"/>
                </a:lnTo>
                <a:cubicBezTo>
                  <a:pt x="249922" y="102761"/>
                  <a:pt x="256500" y="100174"/>
                  <a:pt x="260997" y="95002"/>
                </a:cubicBezTo>
                <a:cubicBezTo>
                  <a:pt x="265494" y="89829"/>
                  <a:pt x="267742" y="81687"/>
                  <a:pt x="267742" y="70576"/>
                </a:cubicBezTo>
                <a:close/>
                <a:moveTo>
                  <a:pt x="290372" y="146965"/>
                </a:moveTo>
                <a:lnTo>
                  <a:pt x="290372" y="133044"/>
                </a:lnTo>
                <a:lnTo>
                  <a:pt x="371174" y="133044"/>
                </a:lnTo>
                <a:lnTo>
                  <a:pt x="371174" y="146965"/>
                </a:lnTo>
                <a:lnTo>
                  <a:pt x="290372" y="146965"/>
                </a:lnTo>
                <a:close/>
                <a:moveTo>
                  <a:pt x="384260" y="117543"/>
                </a:moveTo>
                <a:lnTo>
                  <a:pt x="384260" y="23681"/>
                </a:lnTo>
                <a:lnTo>
                  <a:pt x="440735" y="23681"/>
                </a:lnTo>
                <a:lnTo>
                  <a:pt x="440735" y="38607"/>
                </a:lnTo>
                <a:lnTo>
                  <a:pt x="402200" y="38607"/>
                </a:lnTo>
                <a:lnTo>
                  <a:pt x="402200" y="61857"/>
                </a:lnTo>
                <a:lnTo>
                  <a:pt x="438941" y="61857"/>
                </a:lnTo>
                <a:lnTo>
                  <a:pt x="438941" y="76497"/>
                </a:lnTo>
                <a:lnTo>
                  <a:pt x="402200" y="76497"/>
                </a:lnTo>
                <a:lnTo>
                  <a:pt x="402200" y="102617"/>
                </a:lnTo>
                <a:lnTo>
                  <a:pt x="440735" y="102617"/>
                </a:lnTo>
                <a:lnTo>
                  <a:pt x="440735" y="117543"/>
                </a:lnTo>
                <a:lnTo>
                  <a:pt x="384260" y="117543"/>
                </a:lnTo>
                <a:close/>
                <a:moveTo>
                  <a:pt x="513740" y="117543"/>
                </a:moveTo>
                <a:lnTo>
                  <a:pt x="512018" y="64461"/>
                </a:lnTo>
                <a:lnTo>
                  <a:pt x="511372" y="43271"/>
                </a:lnTo>
                <a:lnTo>
                  <a:pt x="506851" y="57552"/>
                </a:lnTo>
                <a:lnTo>
                  <a:pt x="496446" y="89557"/>
                </a:lnTo>
                <a:lnTo>
                  <a:pt x="485395" y="89557"/>
                </a:lnTo>
                <a:lnTo>
                  <a:pt x="475994" y="57552"/>
                </a:lnTo>
                <a:lnTo>
                  <a:pt x="472048" y="43271"/>
                </a:lnTo>
                <a:lnTo>
                  <a:pt x="471545" y="64030"/>
                </a:lnTo>
                <a:lnTo>
                  <a:pt x="469967" y="117543"/>
                </a:lnTo>
                <a:lnTo>
                  <a:pt x="454969" y="117543"/>
                </a:lnTo>
                <a:lnTo>
                  <a:pt x="459561" y="23681"/>
                </a:lnTo>
                <a:lnTo>
                  <a:pt x="479511" y="23681"/>
                </a:lnTo>
                <a:lnTo>
                  <a:pt x="487763" y="50374"/>
                </a:lnTo>
                <a:lnTo>
                  <a:pt x="491710" y="65410"/>
                </a:lnTo>
                <a:lnTo>
                  <a:pt x="495657" y="51237"/>
                </a:lnTo>
                <a:lnTo>
                  <a:pt x="504340" y="23681"/>
                </a:lnTo>
                <a:lnTo>
                  <a:pt x="524648" y="23681"/>
                </a:lnTo>
                <a:lnTo>
                  <a:pt x="529312" y="117543"/>
                </a:lnTo>
                <a:lnTo>
                  <a:pt x="513740" y="117543"/>
                </a:lnTo>
                <a:close/>
                <a:moveTo>
                  <a:pt x="541680" y="117543"/>
                </a:moveTo>
                <a:lnTo>
                  <a:pt x="541680" y="23681"/>
                </a:lnTo>
                <a:lnTo>
                  <a:pt x="571963" y="23681"/>
                </a:lnTo>
                <a:cubicBezTo>
                  <a:pt x="582632" y="23681"/>
                  <a:pt x="590633" y="25550"/>
                  <a:pt x="595967" y="29287"/>
                </a:cubicBezTo>
                <a:cubicBezTo>
                  <a:pt x="601301" y="33025"/>
                  <a:pt x="603968" y="38679"/>
                  <a:pt x="603968" y="46250"/>
                </a:cubicBezTo>
                <a:cubicBezTo>
                  <a:pt x="603968" y="48598"/>
                  <a:pt x="603693" y="50887"/>
                  <a:pt x="603143" y="53116"/>
                </a:cubicBezTo>
                <a:cubicBezTo>
                  <a:pt x="602593" y="55344"/>
                  <a:pt x="601744" y="57392"/>
                  <a:pt x="600596" y="59261"/>
                </a:cubicBezTo>
                <a:cubicBezTo>
                  <a:pt x="599447" y="61129"/>
                  <a:pt x="598012" y="62783"/>
                  <a:pt x="596290" y="64221"/>
                </a:cubicBezTo>
                <a:cubicBezTo>
                  <a:pt x="594568" y="65658"/>
                  <a:pt x="592534" y="66783"/>
                  <a:pt x="590190" y="67598"/>
                </a:cubicBezTo>
                <a:cubicBezTo>
                  <a:pt x="592534" y="67981"/>
                  <a:pt x="594771" y="68734"/>
                  <a:pt x="596900" y="69859"/>
                </a:cubicBezTo>
                <a:cubicBezTo>
                  <a:pt x="599029" y="70983"/>
                  <a:pt x="600895" y="72442"/>
                  <a:pt x="602497" y="74236"/>
                </a:cubicBezTo>
                <a:cubicBezTo>
                  <a:pt x="604100" y="76030"/>
                  <a:pt x="605368" y="78147"/>
                  <a:pt x="606301" y="80587"/>
                </a:cubicBezTo>
                <a:cubicBezTo>
                  <a:pt x="607233" y="83027"/>
                  <a:pt x="607700" y="85754"/>
                  <a:pt x="607700" y="88768"/>
                </a:cubicBezTo>
                <a:cubicBezTo>
                  <a:pt x="607700" y="98336"/>
                  <a:pt x="604495" y="105524"/>
                  <a:pt x="598084" y="110332"/>
                </a:cubicBezTo>
                <a:cubicBezTo>
                  <a:pt x="591673" y="115139"/>
                  <a:pt x="582416" y="117543"/>
                  <a:pt x="570313" y="117543"/>
                </a:cubicBezTo>
                <a:lnTo>
                  <a:pt x="541680" y="117543"/>
                </a:lnTo>
                <a:moveTo>
                  <a:pt x="585598" y="49371"/>
                </a:moveTo>
                <a:cubicBezTo>
                  <a:pt x="585598" y="47601"/>
                  <a:pt x="585311" y="45998"/>
                  <a:pt x="584737" y="44563"/>
                </a:cubicBezTo>
                <a:cubicBezTo>
                  <a:pt x="584162" y="43128"/>
                  <a:pt x="583242" y="41908"/>
                  <a:pt x="581974" y="40903"/>
                </a:cubicBezTo>
                <a:cubicBezTo>
                  <a:pt x="580706" y="39899"/>
                  <a:pt x="579079" y="39121"/>
                  <a:pt x="577094" y="38571"/>
                </a:cubicBezTo>
                <a:cubicBezTo>
                  <a:pt x="575109" y="38021"/>
                  <a:pt x="572705" y="37746"/>
                  <a:pt x="569882" y="37746"/>
                </a:cubicBezTo>
                <a:lnTo>
                  <a:pt x="559190" y="37746"/>
                </a:lnTo>
                <a:lnTo>
                  <a:pt x="559190" y="62575"/>
                </a:lnTo>
                <a:lnTo>
                  <a:pt x="569882" y="62575"/>
                </a:lnTo>
                <a:cubicBezTo>
                  <a:pt x="572753" y="62575"/>
                  <a:pt x="575180" y="62228"/>
                  <a:pt x="577166" y="61534"/>
                </a:cubicBezTo>
                <a:cubicBezTo>
                  <a:pt x="579151" y="60841"/>
                  <a:pt x="580778" y="59884"/>
                  <a:pt x="582046" y="58664"/>
                </a:cubicBezTo>
                <a:cubicBezTo>
                  <a:pt x="583313" y="57444"/>
                  <a:pt x="584222" y="56045"/>
                  <a:pt x="584772" y="54466"/>
                </a:cubicBezTo>
                <a:cubicBezTo>
                  <a:pt x="585323" y="52887"/>
                  <a:pt x="585598" y="51189"/>
                  <a:pt x="585598" y="49371"/>
                </a:cubicBezTo>
                <a:moveTo>
                  <a:pt x="571533" y="103048"/>
                </a:moveTo>
                <a:cubicBezTo>
                  <a:pt x="574355" y="103048"/>
                  <a:pt x="576831" y="102691"/>
                  <a:pt x="578960" y="101976"/>
                </a:cubicBezTo>
                <a:cubicBezTo>
                  <a:pt x="581089" y="101260"/>
                  <a:pt x="582871" y="100269"/>
                  <a:pt x="584306" y="99005"/>
                </a:cubicBezTo>
                <a:cubicBezTo>
                  <a:pt x="585741" y="97740"/>
                  <a:pt x="586830" y="96249"/>
                  <a:pt x="587571" y="94531"/>
                </a:cubicBezTo>
                <a:cubicBezTo>
                  <a:pt x="588313" y="92813"/>
                  <a:pt x="588683" y="90976"/>
                  <a:pt x="588683" y="89021"/>
                </a:cubicBezTo>
                <a:cubicBezTo>
                  <a:pt x="588683" y="84965"/>
                  <a:pt x="587164" y="81792"/>
                  <a:pt x="584127" y="79501"/>
                </a:cubicBezTo>
                <a:cubicBezTo>
                  <a:pt x="581089" y="77211"/>
                  <a:pt x="576436" y="76066"/>
                  <a:pt x="570169" y="76066"/>
                </a:cubicBezTo>
                <a:lnTo>
                  <a:pt x="559190" y="76066"/>
                </a:lnTo>
                <a:lnTo>
                  <a:pt x="559190" y="103048"/>
                </a:lnTo>
                <a:lnTo>
                  <a:pt x="571533" y="103048"/>
                </a:lnTo>
                <a:close/>
                <a:moveTo>
                  <a:pt x="645471" y="146965"/>
                </a:moveTo>
                <a:lnTo>
                  <a:pt x="645471" y="0"/>
                </a:lnTo>
                <a:lnTo>
                  <a:pt x="661617" y="0"/>
                </a:lnTo>
                <a:lnTo>
                  <a:pt x="661617" y="146965"/>
                </a:lnTo>
                <a:lnTo>
                  <a:pt x="645471" y="146965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654588-02B3-4931-91BB-F4C7895E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369" y="2400881"/>
            <a:ext cx="1673537" cy="323294"/>
          </a:xfrm>
          <a:custGeom xmlns:a="http://schemas.openxmlformats.org/drawingml/2006/main">
            <a:pathLst>
              <a:path w="1673537" h="323294">
                <a:moveTo>
                  <a:pt x="0" y="323294"/>
                </a:moveTo>
                <a:cubicBezTo>
                  <a:pt x="0" y="242461"/>
                  <a:pt x="418384" y="202039"/>
                  <a:pt x="836768" y="161628"/>
                </a:cubicBezTo>
                <a:cubicBezTo>
                  <a:pt x="1255153" y="121216"/>
                  <a:pt x="1673537" y="80814"/>
                  <a:pt x="1673537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F5D38A-56B2-4919-856E-1D3ACFAD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7283" y="2400881"/>
            <a:ext cx="1608623" cy="272106"/>
          </a:xfrm>
          <a:custGeom xmlns:a="http://schemas.openxmlformats.org/drawingml/2006/main">
            <a:pathLst>
              <a:path w="1608623" h="272106" fill="none">
                <a:moveTo>
                  <a:pt x="1608623" y="0"/>
                </a:moveTo>
                <a:cubicBezTo>
                  <a:pt x="1608623" y="80814"/>
                  <a:pt x="1190239" y="121216"/>
                  <a:pt x="771855" y="161628"/>
                </a:cubicBezTo>
                <a:cubicBezTo>
                  <a:pt x="562663" y="181834"/>
                  <a:pt x="353471" y="202042"/>
                  <a:pt x="196577" y="227303"/>
                </a:cubicBezTo>
                <a:cubicBezTo>
                  <a:pt x="118129" y="239933"/>
                  <a:pt x="52758" y="253827"/>
                  <a:pt x="6996" y="269615"/>
                </a:cubicBezTo>
                <a:cubicBezTo>
                  <a:pt x="5567" y="270109"/>
                  <a:pt x="4155" y="270604"/>
                  <a:pt x="2764" y="271101"/>
                </a:cubicBezTo>
                <a:lnTo>
                  <a:pt x="0" y="272106"/>
                </a:lnTo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FF"/>
            </a:solidFill>
            <a:round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5138EF-ECB4-4541-A425-8B4FAC85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186" y="2655117"/>
            <a:ext cx="63189" cy="56586"/>
          </a:xfrm>
          <a:custGeom xmlns:a="http://schemas.openxmlformats.org/drawingml/2006/main">
            <a:pathLst>
              <a:path w="63189" h="56586">
                <a:moveTo>
                  <a:pt x="35005" y="0"/>
                </a:moveTo>
                <a:lnTo>
                  <a:pt x="63189" y="35740"/>
                </a:lnTo>
                <a:lnTo>
                  <a:pt x="0" y="56586"/>
                </a:lnTo>
                <a:lnTo>
                  <a:pt x="35005" y="0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E23E76-418F-4AE5-8399-A1956849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186" y="2655117"/>
            <a:ext cx="63189" cy="56586"/>
          </a:xfrm>
          <a:custGeom xmlns:a="http://schemas.openxmlformats.org/drawingml/2006/main">
            <a:pathLst>
              <a:path w="63189" h="56586" fill="none">
                <a:moveTo>
                  <a:pt x="35005" y="0"/>
                </a:moveTo>
                <a:lnTo>
                  <a:pt x="0" y="56586"/>
                </a:lnTo>
                <a:lnTo>
                  <a:pt x="63189" y="35740"/>
                </a:lnTo>
                <a:lnTo>
                  <a:pt x="3500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FF"/>
            </a:solidFill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BC445E-0DED-4C4A-A7E6-B9E47E74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9366" y="1724852"/>
            <a:ext cx="434" cy="198316"/>
          </a:xfrm>
          <a:custGeom xmlns:a="http://schemas.openxmlformats.org/drawingml/2006/main">
            <a:pathLst>
              <a:path w="434" h="198316">
                <a:moveTo>
                  <a:pt x="434" y="0"/>
                </a:moveTo>
                <a:lnTo>
                  <a:pt x="434" y="99158"/>
                </a:lnTo>
                <a:lnTo>
                  <a:pt x="0" y="99158"/>
                </a:lnTo>
                <a:lnTo>
                  <a:pt x="0" y="198316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87D824-29DA-4B8B-B895-CE4C1AF3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9366" y="1724852"/>
            <a:ext cx="434" cy="115648"/>
          </a:xfrm>
          <a:custGeom xmlns:a="http://schemas.openxmlformats.org/drawingml/2006/main">
            <a:pathLst>
              <a:path w="434" h="115648" fill="none">
                <a:moveTo>
                  <a:pt x="434" y="0"/>
                </a:moveTo>
                <a:lnTo>
                  <a:pt x="434" y="99158"/>
                </a:lnTo>
                <a:lnTo>
                  <a:pt x="0" y="99158"/>
                </a:lnTo>
                <a:lnTo>
                  <a:pt x="0" y="115648"/>
                </a:lnTo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00"/>
            </a:solidFill>
            <a:round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D2EF5D-0126-4BE4-8CFA-8D502D32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6608" y="1840500"/>
            <a:ext cx="45515" cy="62526"/>
          </a:xfrm>
          <a:custGeom xmlns:a="http://schemas.openxmlformats.org/drawingml/2006/main">
            <a:pathLst>
              <a:path w="45515" h="62526">
                <a:moveTo>
                  <a:pt x="0" y="0"/>
                </a:moveTo>
                <a:lnTo>
                  <a:pt x="45515" y="0"/>
                </a:lnTo>
                <a:lnTo>
                  <a:pt x="22758" y="625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7202B6-C571-41F4-8AEE-516001C0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6608" y="1840500"/>
            <a:ext cx="45515" cy="62526"/>
          </a:xfrm>
          <a:custGeom xmlns:a="http://schemas.openxmlformats.org/drawingml/2006/main">
            <a:pathLst>
              <a:path w="45515" h="62526" fill="none">
                <a:moveTo>
                  <a:pt x="0" y="0"/>
                </a:moveTo>
                <a:lnTo>
                  <a:pt x="22758" y="62526"/>
                </a:lnTo>
                <a:lnTo>
                  <a:pt x="4551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00"/>
            </a:solidFill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1481A0-8AD6-4C1A-B0D0-231F1E16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503" y="2426267"/>
            <a:ext cx="560883" cy="297908"/>
          </a:xfrm>
          <a:custGeom xmlns:a="http://schemas.openxmlformats.org/drawingml/2006/main">
            <a:pathLst>
              <a:path w="560883" h="297908">
                <a:moveTo>
                  <a:pt x="0" y="0"/>
                </a:moveTo>
                <a:cubicBezTo>
                  <a:pt x="0" y="74468"/>
                  <a:pt x="140221" y="111698"/>
                  <a:pt x="280442" y="148936"/>
                </a:cubicBezTo>
                <a:cubicBezTo>
                  <a:pt x="420662" y="186175"/>
                  <a:pt x="560883" y="223422"/>
                  <a:pt x="560883" y="297908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E9F62F-5529-43B0-B061-8030B14B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503" y="2426267"/>
            <a:ext cx="513189" cy="230386"/>
          </a:xfrm>
          <a:custGeom xmlns:a="http://schemas.openxmlformats.org/drawingml/2006/main">
            <a:pathLst>
              <a:path w="513189" h="230386" fill="none">
                <a:moveTo>
                  <a:pt x="0" y="0"/>
                </a:moveTo>
                <a:cubicBezTo>
                  <a:pt x="0" y="74468"/>
                  <a:pt x="140221" y="111698"/>
                  <a:pt x="280442" y="148936"/>
                </a:cubicBezTo>
                <a:cubicBezTo>
                  <a:pt x="350552" y="167556"/>
                  <a:pt x="420662" y="186177"/>
                  <a:pt x="473245" y="209454"/>
                </a:cubicBezTo>
                <a:cubicBezTo>
                  <a:pt x="486391" y="215274"/>
                  <a:pt x="498442" y="221384"/>
                  <a:pt x="509122" y="227858"/>
                </a:cubicBezTo>
                <a:cubicBezTo>
                  <a:pt x="510457" y="228668"/>
                  <a:pt x="511771" y="229482"/>
                  <a:pt x="513062" y="230303"/>
                </a:cubicBezTo>
                <a:lnTo>
                  <a:pt x="513189" y="230386"/>
                </a:lnTo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38761D"/>
            </a:solidFill>
            <a:round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A9EC5D-E191-4C17-B116-EEE07A58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4" y="2643523"/>
            <a:ext cx="54661" cy="64200"/>
          </a:xfrm>
          <a:custGeom xmlns:a="http://schemas.openxmlformats.org/drawingml/2006/main">
            <a:pathLst>
              <a:path w="54661" h="64200">
                <a:moveTo>
                  <a:pt x="0" y="26259"/>
                </a:moveTo>
                <a:lnTo>
                  <a:pt x="37177" y="0"/>
                </a:lnTo>
                <a:lnTo>
                  <a:pt x="54661" y="64200"/>
                </a:lnTo>
                <a:lnTo>
                  <a:pt x="0" y="26259"/>
                </a:lnTo>
                <a:close/>
              </a:path>
            </a:pathLst>
          </a:custGeom>
          <a:solidFill xmlns:a="http://schemas.openxmlformats.org/drawingml/2006/main">
            <a:srgbClr val="38761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E58FBB-D7DF-4C8C-800A-B7F99506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4" y="2643523"/>
            <a:ext cx="54661" cy="64200"/>
          </a:xfrm>
          <a:custGeom xmlns:a="http://schemas.openxmlformats.org/drawingml/2006/main">
            <a:pathLst>
              <a:path w="54661" h="64200" fill="none">
                <a:moveTo>
                  <a:pt x="0" y="26259"/>
                </a:moveTo>
                <a:lnTo>
                  <a:pt x="54661" y="64200"/>
                </a:lnTo>
                <a:lnTo>
                  <a:pt x="37177" y="0"/>
                </a:lnTo>
                <a:lnTo>
                  <a:pt x="0" y="2625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38761D"/>
            </a:solidFill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CAA476-DFC0-4038-BD4C-EBAAB922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763" y="3332033"/>
            <a:ext cx="991581" cy="254079"/>
          </a:xfrm>
          <a:custGeom xmlns:a="http://schemas.openxmlformats.org/drawingml/2006/main">
            <a:pathLst>
              <a:path w="991581" h="254079">
                <a:moveTo>
                  <a:pt x="0" y="254079"/>
                </a:moveTo>
                <a:cubicBezTo>
                  <a:pt x="0" y="190533"/>
                  <a:pt x="247895" y="158746"/>
                  <a:pt x="495790" y="126986"/>
                </a:cubicBezTo>
                <a:cubicBezTo>
                  <a:pt x="743686" y="95226"/>
                  <a:pt x="991581" y="63493"/>
                  <a:pt x="991581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0D5572-5AE9-42AC-93F8-7493C34B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678" y="3332033"/>
            <a:ext cx="926665" cy="202893"/>
          </a:xfrm>
          <a:custGeom xmlns:a="http://schemas.openxmlformats.org/drawingml/2006/main">
            <a:pathLst>
              <a:path w="926665" h="202893" fill="none">
                <a:moveTo>
                  <a:pt x="926665" y="0"/>
                </a:moveTo>
                <a:cubicBezTo>
                  <a:pt x="926665" y="63493"/>
                  <a:pt x="678770" y="95226"/>
                  <a:pt x="430875" y="126986"/>
                </a:cubicBezTo>
                <a:cubicBezTo>
                  <a:pt x="306927" y="142866"/>
                  <a:pt x="182980" y="158753"/>
                  <a:pt x="90020" y="178613"/>
                </a:cubicBezTo>
                <a:cubicBezTo>
                  <a:pt x="66780" y="183578"/>
                  <a:pt x="45476" y="188791"/>
                  <a:pt x="26594" y="194315"/>
                </a:cubicBezTo>
                <a:cubicBezTo>
                  <a:pt x="17152" y="197076"/>
                  <a:pt x="8316" y="199916"/>
                  <a:pt x="145" y="202840"/>
                </a:cubicBezTo>
                <a:lnTo>
                  <a:pt x="0" y="202893"/>
                </a:lnTo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38761D"/>
            </a:solidFill>
            <a:round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EF391F-DBFB-48CC-AFB6-0533BDBF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580" y="3517056"/>
            <a:ext cx="63189" cy="56585"/>
          </a:xfrm>
          <a:custGeom xmlns:a="http://schemas.openxmlformats.org/drawingml/2006/main">
            <a:pathLst>
              <a:path w="63189" h="56585">
                <a:moveTo>
                  <a:pt x="35007" y="0"/>
                </a:moveTo>
                <a:lnTo>
                  <a:pt x="63189" y="35741"/>
                </a:lnTo>
                <a:lnTo>
                  <a:pt x="0" y="56585"/>
                </a:lnTo>
                <a:lnTo>
                  <a:pt x="35007" y="0"/>
                </a:lnTo>
                <a:close/>
              </a:path>
            </a:pathLst>
          </a:custGeom>
          <a:solidFill xmlns:a="http://schemas.openxmlformats.org/drawingml/2006/main">
            <a:srgbClr val="38761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4E5A12-FAA8-452B-BA2D-97ADAF04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580" y="3517056"/>
            <a:ext cx="63189" cy="56585"/>
          </a:xfrm>
          <a:custGeom xmlns:a="http://schemas.openxmlformats.org/drawingml/2006/main">
            <a:pathLst>
              <a:path w="63189" h="56585" fill="none">
                <a:moveTo>
                  <a:pt x="35007" y="0"/>
                </a:moveTo>
                <a:lnTo>
                  <a:pt x="0" y="56585"/>
                </a:lnTo>
                <a:lnTo>
                  <a:pt x="63189" y="35741"/>
                </a:lnTo>
                <a:lnTo>
                  <a:pt x="3500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38761D"/>
            </a:solidFill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7B06E8-ED3E-48E9-B3D3-AB05E852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109" y="1239968"/>
            <a:ext cx="4990" cy="2565959"/>
          </a:xfrm>
          <a:custGeom xmlns:a="http://schemas.openxmlformats.org/drawingml/2006/main">
            <a:pathLst>
              <a:path w="4990" h="2565959">
                <a:moveTo>
                  <a:pt x="4990" y="0"/>
                </a:moveTo>
                <a:lnTo>
                  <a:pt x="0" y="2565959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B18EA8-771D-41FF-BCD4-D1D10B8B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109" y="1239968"/>
            <a:ext cx="4990" cy="2565959"/>
          </a:xfrm>
          <a:custGeom xmlns:a="http://schemas.openxmlformats.org/drawingml/2006/main">
            <a:pathLst>
              <a:path w="4990" h="2565959" fill="none">
                <a:moveTo>
                  <a:pt x="4990" y="0"/>
                </a:moveTo>
                <a:lnTo>
                  <a:pt x="0" y="2565959"/>
                </a:lnTo>
              </a:path>
            </a:pathLst>
          </a:custGeom>
          <a:noFill xmlns:a="http://schemas.openxmlformats.org/drawingml/2006/main"/>
          <a:ln xmlns:a="http://schemas.openxmlformats.org/drawingml/2006/main" w="20667" cap="flat">
            <a:solidFill>
              <a:srgbClr val="000000"/>
            </a:solidFill>
            <a:custDash>
              <a:ds d="100000" sp="300000"/>
            </a:custDash>
            <a:round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A55473-2C38-407A-9FB2-C77FD379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8376" y="1416171"/>
            <a:ext cx="252564" cy="209185"/>
          </a:xfrm>
          <a:custGeom xmlns:a="http://schemas.openxmlformats.org/drawingml/2006/main">
            <a:pathLst>
              <a:path w="252564" h="209185">
                <a:moveTo>
                  <a:pt x="0" y="0"/>
                </a:moveTo>
                <a:lnTo>
                  <a:pt x="252564" y="0"/>
                </a:lnTo>
                <a:lnTo>
                  <a:pt x="252564" y="209185"/>
                </a:lnTo>
                <a:lnTo>
                  <a:pt x="0" y="2091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811487-2EF4-4538-95EC-1421C48F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8376" y="1416171"/>
            <a:ext cx="252564" cy="209185"/>
          </a:xfrm>
          <a:custGeom xmlns:a="http://schemas.openxmlformats.org/drawingml/2006/main">
            <a:pathLst>
              <a:path w="252564" h="209185" fill="none">
                <a:moveTo>
                  <a:pt x="0" y="0"/>
                </a:moveTo>
                <a:lnTo>
                  <a:pt x="252564" y="0"/>
                </a:lnTo>
                <a:lnTo>
                  <a:pt x="252564" y="209185"/>
                </a:lnTo>
                <a:lnTo>
                  <a:pt x="0" y="2091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31EC1B-243B-4ECC-B0A0-31CF819B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0122" y="1460535"/>
            <a:ext cx="252564" cy="209185"/>
          </a:xfrm>
          <a:custGeom xmlns:a="http://schemas.openxmlformats.org/drawingml/2006/main">
            <a:pathLst>
              <a:path w="252564" h="209185">
                <a:moveTo>
                  <a:pt x="0" y="0"/>
                </a:moveTo>
                <a:lnTo>
                  <a:pt x="252564" y="0"/>
                </a:lnTo>
                <a:lnTo>
                  <a:pt x="252564" y="209185"/>
                </a:lnTo>
                <a:lnTo>
                  <a:pt x="0" y="2091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134D70-3FE1-43C5-A6C9-6B456083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0122" y="1460535"/>
            <a:ext cx="252564" cy="209185"/>
          </a:xfrm>
          <a:custGeom xmlns:a="http://schemas.openxmlformats.org/drawingml/2006/main">
            <a:pathLst>
              <a:path w="252564" h="209185" fill="none">
                <a:moveTo>
                  <a:pt x="0" y="0"/>
                </a:moveTo>
                <a:lnTo>
                  <a:pt x="252564" y="0"/>
                </a:lnTo>
                <a:lnTo>
                  <a:pt x="252564" y="209185"/>
                </a:lnTo>
                <a:lnTo>
                  <a:pt x="0" y="2091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F88CAB-C8F3-49E7-84B7-E01EA33C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6572" y="1492080"/>
            <a:ext cx="252564" cy="209185"/>
          </a:xfrm>
          <a:custGeom xmlns:a="http://schemas.openxmlformats.org/drawingml/2006/main">
            <a:pathLst>
              <a:path w="252564" h="209185">
                <a:moveTo>
                  <a:pt x="0" y="0"/>
                </a:moveTo>
                <a:lnTo>
                  <a:pt x="252564" y="0"/>
                </a:lnTo>
                <a:lnTo>
                  <a:pt x="252564" y="209185"/>
                </a:lnTo>
                <a:lnTo>
                  <a:pt x="0" y="2091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94950F-7E05-41E1-973E-9E0142C0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6572" y="1492080"/>
            <a:ext cx="252564" cy="209185"/>
          </a:xfrm>
          <a:custGeom xmlns:a="http://schemas.openxmlformats.org/drawingml/2006/main">
            <a:pathLst>
              <a:path w="252564" h="209185" fill="none">
                <a:moveTo>
                  <a:pt x="0" y="0"/>
                </a:moveTo>
                <a:lnTo>
                  <a:pt x="252564" y="0"/>
                </a:lnTo>
                <a:lnTo>
                  <a:pt x="252564" y="209185"/>
                </a:lnTo>
                <a:lnTo>
                  <a:pt x="0" y="2091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7B35CD-623A-42C4-801D-DF9E00DB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7921" y="1537657"/>
            <a:ext cx="252564" cy="209185"/>
          </a:xfrm>
          <a:custGeom xmlns:a="http://schemas.openxmlformats.org/drawingml/2006/main">
            <a:pathLst>
              <a:path w="252564" h="209185">
                <a:moveTo>
                  <a:pt x="0" y="0"/>
                </a:moveTo>
                <a:lnTo>
                  <a:pt x="252564" y="0"/>
                </a:lnTo>
                <a:lnTo>
                  <a:pt x="252564" y="209185"/>
                </a:lnTo>
                <a:lnTo>
                  <a:pt x="0" y="2091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A0B961-33CE-4605-A1E2-DCD16B41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7921" y="1537657"/>
            <a:ext cx="252564" cy="209185"/>
          </a:xfrm>
          <a:custGeom xmlns:a="http://schemas.openxmlformats.org/drawingml/2006/main">
            <a:pathLst>
              <a:path w="252564" h="209185" fill="none">
                <a:moveTo>
                  <a:pt x="0" y="0"/>
                </a:moveTo>
                <a:lnTo>
                  <a:pt x="252564" y="0"/>
                </a:lnTo>
                <a:lnTo>
                  <a:pt x="252564" y="209185"/>
                </a:lnTo>
                <a:lnTo>
                  <a:pt x="0" y="2091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A0EF80-5725-46B7-ABA7-5B67E525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9331" y="1416171"/>
            <a:ext cx="246666" cy="209185"/>
          </a:xfrm>
          <a:custGeom xmlns:a="http://schemas.openxmlformats.org/drawingml/2006/main">
            <a:pathLst>
              <a:path w="246666" h="209185">
                <a:moveTo>
                  <a:pt x="0" y="0"/>
                </a:moveTo>
                <a:lnTo>
                  <a:pt x="246666" y="0"/>
                </a:lnTo>
                <a:lnTo>
                  <a:pt x="246666" y="209185"/>
                </a:lnTo>
                <a:lnTo>
                  <a:pt x="0" y="2091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6D7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C36C0C-E9B9-440C-ACDC-68B8FA05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9331" y="1416171"/>
            <a:ext cx="246666" cy="209185"/>
          </a:xfrm>
          <a:custGeom xmlns:a="http://schemas.openxmlformats.org/drawingml/2006/main">
            <a:pathLst>
              <a:path w="246666" h="209185" fill="none">
                <a:moveTo>
                  <a:pt x="0" y="0"/>
                </a:moveTo>
                <a:lnTo>
                  <a:pt x="246666" y="0"/>
                </a:lnTo>
                <a:lnTo>
                  <a:pt x="246666" y="209185"/>
                </a:lnTo>
                <a:lnTo>
                  <a:pt x="0" y="2091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A4BE19-545F-446B-A98B-302ED7BF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0103" y="1460535"/>
            <a:ext cx="246666" cy="209185"/>
          </a:xfrm>
          <a:custGeom xmlns:a="http://schemas.openxmlformats.org/drawingml/2006/main">
            <a:pathLst>
              <a:path w="246666" h="209185">
                <a:moveTo>
                  <a:pt x="0" y="0"/>
                </a:moveTo>
                <a:lnTo>
                  <a:pt x="246666" y="0"/>
                </a:lnTo>
                <a:lnTo>
                  <a:pt x="246666" y="209185"/>
                </a:lnTo>
                <a:lnTo>
                  <a:pt x="0" y="2091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6D7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463CA8-5002-411E-8D74-2FA9C767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0103" y="1460535"/>
            <a:ext cx="246666" cy="209185"/>
          </a:xfrm>
          <a:custGeom xmlns:a="http://schemas.openxmlformats.org/drawingml/2006/main">
            <a:pathLst>
              <a:path w="246666" h="209185" fill="none">
                <a:moveTo>
                  <a:pt x="0" y="0"/>
                </a:moveTo>
                <a:lnTo>
                  <a:pt x="246666" y="0"/>
                </a:lnTo>
                <a:lnTo>
                  <a:pt x="246666" y="209185"/>
                </a:lnTo>
                <a:lnTo>
                  <a:pt x="0" y="2091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F8B0D3-2920-49D2-8A27-DCD24605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5703" y="1492080"/>
            <a:ext cx="246666" cy="209185"/>
          </a:xfrm>
          <a:custGeom xmlns:a="http://schemas.openxmlformats.org/drawingml/2006/main">
            <a:pathLst>
              <a:path w="246666" h="209185">
                <a:moveTo>
                  <a:pt x="0" y="0"/>
                </a:moveTo>
                <a:lnTo>
                  <a:pt x="246666" y="0"/>
                </a:lnTo>
                <a:lnTo>
                  <a:pt x="246666" y="209185"/>
                </a:lnTo>
                <a:lnTo>
                  <a:pt x="0" y="2091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6D7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5F7F0D-5311-4FC2-9824-C0C4D66C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5703" y="1492080"/>
            <a:ext cx="246666" cy="209185"/>
          </a:xfrm>
          <a:custGeom xmlns:a="http://schemas.openxmlformats.org/drawingml/2006/main">
            <a:pathLst>
              <a:path w="246666" h="209185" fill="none">
                <a:moveTo>
                  <a:pt x="0" y="0"/>
                </a:moveTo>
                <a:lnTo>
                  <a:pt x="246666" y="0"/>
                </a:lnTo>
                <a:lnTo>
                  <a:pt x="246666" y="209185"/>
                </a:lnTo>
                <a:lnTo>
                  <a:pt x="0" y="2091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78471A-FC95-4372-8752-82ACE754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5852" y="1537657"/>
            <a:ext cx="246666" cy="209185"/>
          </a:xfrm>
          <a:custGeom xmlns:a="http://schemas.openxmlformats.org/drawingml/2006/main">
            <a:pathLst>
              <a:path w="246666" h="209185">
                <a:moveTo>
                  <a:pt x="0" y="0"/>
                </a:moveTo>
                <a:lnTo>
                  <a:pt x="246666" y="0"/>
                </a:lnTo>
                <a:lnTo>
                  <a:pt x="246666" y="209185"/>
                </a:lnTo>
                <a:lnTo>
                  <a:pt x="0" y="2091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6D7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5B773E-1F29-4BE8-A185-056447D9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5852" y="1537657"/>
            <a:ext cx="246666" cy="209185"/>
          </a:xfrm>
          <a:custGeom xmlns:a="http://schemas.openxmlformats.org/drawingml/2006/main">
            <a:pathLst>
              <a:path w="246666" h="209185" fill="none">
                <a:moveTo>
                  <a:pt x="0" y="0"/>
                </a:moveTo>
                <a:lnTo>
                  <a:pt x="246666" y="0"/>
                </a:lnTo>
                <a:lnTo>
                  <a:pt x="246666" y="209185"/>
                </a:lnTo>
                <a:lnTo>
                  <a:pt x="0" y="2091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589FA8-CBCD-4FD3-B7F0-4717432F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0898" y="1416171"/>
            <a:ext cx="246666" cy="209185"/>
          </a:xfrm>
          <a:custGeom xmlns:a="http://schemas.openxmlformats.org/drawingml/2006/main">
            <a:pathLst>
              <a:path w="246666" h="209185">
                <a:moveTo>
                  <a:pt x="0" y="0"/>
                </a:moveTo>
                <a:lnTo>
                  <a:pt x="246666" y="0"/>
                </a:lnTo>
                <a:lnTo>
                  <a:pt x="246666" y="209185"/>
                </a:lnTo>
                <a:lnTo>
                  <a:pt x="0" y="2091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9142B9-A77F-4CD3-996A-A501238E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0898" y="1416171"/>
            <a:ext cx="246666" cy="209185"/>
          </a:xfrm>
          <a:custGeom xmlns:a="http://schemas.openxmlformats.org/drawingml/2006/main">
            <a:pathLst>
              <a:path w="246666" h="209185" fill="none">
                <a:moveTo>
                  <a:pt x="0" y="0"/>
                </a:moveTo>
                <a:lnTo>
                  <a:pt x="246666" y="0"/>
                </a:lnTo>
                <a:lnTo>
                  <a:pt x="246666" y="209185"/>
                </a:lnTo>
                <a:lnTo>
                  <a:pt x="0" y="2091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E47CE6-AE32-41C9-9EA2-A118785A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670" y="1460535"/>
            <a:ext cx="246666" cy="209185"/>
          </a:xfrm>
          <a:custGeom xmlns:a="http://schemas.openxmlformats.org/drawingml/2006/main">
            <a:pathLst>
              <a:path w="246666" h="209185">
                <a:moveTo>
                  <a:pt x="0" y="0"/>
                </a:moveTo>
                <a:lnTo>
                  <a:pt x="246666" y="0"/>
                </a:lnTo>
                <a:lnTo>
                  <a:pt x="246666" y="209185"/>
                </a:lnTo>
                <a:lnTo>
                  <a:pt x="0" y="2091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B85980-EAA4-4BE1-9224-59935849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1670" y="1460535"/>
            <a:ext cx="246666" cy="209185"/>
          </a:xfrm>
          <a:custGeom xmlns:a="http://schemas.openxmlformats.org/drawingml/2006/main">
            <a:pathLst>
              <a:path w="246666" h="209185" fill="none">
                <a:moveTo>
                  <a:pt x="0" y="0"/>
                </a:moveTo>
                <a:lnTo>
                  <a:pt x="246666" y="0"/>
                </a:lnTo>
                <a:lnTo>
                  <a:pt x="246666" y="209185"/>
                </a:lnTo>
                <a:lnTo>
                  <a:pt x="0" y="2091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FBDD48-1B3A-4764-9C1D-4D1595EA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7270" y="1492080"/>
            <a:ext cx="246666" cy="209185"/>
          </a:xfrm>
          <a:custGeom xmlns:a="http://schemas.openxmlformats.org/drawingml/2006/main">
            <a:pathLst>
              <a:path w="246666" h="209185">
                <a:moveTo>
                  <a:pt x="0" y="0"/>
                </a:moveTo>
                <a:lnTo>
                  <a:pt x="246666" y="0"/>
                </a:lnTo>
                <a:lnTo>
                  <a:pt x="246666" y="209185"/>
                </a:lnTo>
                <a:lnTo>
                  <a:pt x="0" y="2091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52E98D-D8F8-4120-AE42-8FD96777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7270" y="1492080"/>
            <a:ext cx="246666" cy="209185"/>
          </a:xfrm>
          <a:custGeom xmlns:a="http://schemas.openxmlformats.org/drawingml/2006/main">
            <a:pathLst>
              <a:path w="246666" h="209185" fill="none">
                <a:moveTo>
                  <a:pt x="0" y="0"/>
                </a:moveTo>
                <a:lnTo>
                  <a:pt x="246666" y="0"/>
                </a:lnTo>
                <a:lnTo>
                  <a:pt x="246666" y="209185"/>
                </a:lnTo>
                <a:lnTo>
                  <a:pt x="0" y="2091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50B56C-2799-4C0F-9A20-74963FDB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7419" y="1537657"/>
            <a:ext cx="246666" cy="209185"/>
          </a:xfrm>
          <a:custGeom xmlns:a="http://schemas.openxmlformats.org/drawingml/2006/main">
            <a:pathLst>
              <a:path w="246666" h="209185">
                <a:moveTo>
                  <a:pt x="0" y="0"/>
                </a:moveTo>
                <a:lnTo>
                  <a:pt x="246666" y="0"/>
                </a:lnTo>
                <a:lnTo>
                  <a:pt x="246666" y="209185"/>
                </a:lnTo>
                <a:lnTo>
                  <a:pt x="0" y="2091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A763E4-8D16-4F52-A342-36191062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7419" y="1537657"/>
            <a:ext cx="246666" cy="209185"/>
          </a:xfrm>
          <a:custGeom xmlns:a="http://schemas.openxmlformats.org/drawingml/2006/main">
            <a:pathLst>
              <a:path w="246666" h="209185" fill="none">
                <a:moveTo>
                  <a:pt x="0" y="0"/>
                </a:moveTo>
                <a:lnTo>
                  <a:pt x="246666" y="0"/>
                </a:lnTo>
                <a:lnTo>
                  <a:pt x="246666" y="209185"/>
                </a:lnTo>
                <a:lnTo>
                  <a:pt x="0" y="2091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F323A2-B758-4D0E-98C7-6830EC94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1148" y="1585611"/>
            <a:ext cx="204175" cy="10"/>
          </a:xfrm>
          <a:custGeom xmlns:a="http://schemas.openxmlformats.org/drawingml/2006/main">
            <a:pathLst>
              <a:path w="204175" h="1">
                <a:moveTo>
                  <a:pt x="204175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49A15F-8BDF-4BBC-86B5-73BF598F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1148" y="1585611"/>
            <a:ext cx="204175" cy="10"/>
          </a:xfrm>
          <a:custGeom xmlns:a="http://schemas.openxmlformats.org/drawingml/2006/main">
            <a:pathLst>
              <a:path w="204175" h="1" fill="none">
                <a:moveTo>
                  <a:pt x="2041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667" cap="flat">
            <a:solidFill>
              <a:srgbClr val="000000"/>
            </a:solidFill>
            <a:custDash>
              <a:ds d="100000" sp="300000"/>
            </a:custDash>
            <a:round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892FC3-B738-4B70-9377-D8A00977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3952" y="1445804"/>
            <a:ext cx="252564" cy="209185"/>
          </a:xfrm>
          <a:custGeom xmlns:a="http://schemas.openxmlformats.org/drawingml/2006/main">
            <a:pathLst>
              <a:path w="252564" h="209185">
                <a:moveTo>
                  <a:pt x="0" y="0"/>
                </a:moveTo>
                <a:lnTo>
                  <a:pt x="252564" y="0"/>
                </a:lnTo>
                <a:lnTo>
                  <a:pt x="252564" y="209185"/>
                </a:lnTo>
                <a:lnTo>
                  <a:pt x="0" y="2091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5F905A-7998-4F33-879B-9D764A81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3952" y="1445804"/>
            <a:ext cx="252564" cy="209185"/>
          </a:xfrm>
          <a:custGeom xmlns:a="http://schemas.openxmlformats.org/drawingml/2006/main">
            <a:pathLst>
              <a:path w="252564" h="209185" fill="none">
                <a:moveTo>
                  <a:pt x="0" y="0"/>
                </a:moveTo>
                <a:lnTo>
                  <a:pt x="252564" y="0"/>
                </a:lnTo>
                <a:lnTo>
                  <a:pt x="252564" y="209185"/>
                </a:lnTo>
                <a:lnTo>
                  <a:pt x="0" y="2091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826954-ED45-4D11-8E50-F36D23CD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598" y="1445804"/>
            <a:ext cx="246666" cy="209185"/>
          </a:xfrm>
          <a:custGeom xmlns:a="http://schemas.openxmlformats.org/drawingml/2006/main">
            <a:pathLst>
              <a:path w="246666" h="209185">
                <a:moveTo>
                  <a:pt x="0" y="0"/>
                </a:moveTo>
                <a:lnTo>
                  <a:pt x="246666" y="0"/>
                </a:lnTo>
                <a:lnTo>
                  <a:pt x="246666" y="209185"/>
                </a:lnTo>
                <a:lnTo>
                  <a:pt x="0" y="2091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6D7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AE7399-0BD5-40AC-977B-B965192A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598" y="1445804"/>
            <a:ext cx="246666" cy="209185"/>
          </a:xfrm>
          <a:custGeom xmlns:a="http://schemas.openxmlformats.org/drawingml/2006/main">
            <a:pathLst>
              <a:path w="246666" h="209185" fill="none">
                <a:moveTo>
                  <a:pt x="0" y="0"/>
                </a:moveTo>
                <a:lnTo>
                  <a:pt x="246666" y="0"/>
                </a:lnTo>
                <a:lnTo>
                  <a:pt x="246666" y="209185"/>
                </a:lnTo>
                <a:lnTo>
                  <a:pt x="0" y="2091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01DCB9-9571-48F1-9E1F-6DA3097C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7830" y="1445804"/>
            <a:ext cx="246666" cy="209185"/>
          </a:xfrm>
          <a:custGeom xmlns:a="http://schemas.openxmlformats.org/drawingml/2006/main">
            <a:pathLst>
              <a:path w="246666" h="209185">
                <a:moveTo>
                  <a:pt x="0" y="0"/>
                </a:moveTo>
                <a:lnTo>
                  <a:pt x="246666" y="0"/>
                </a:lnTo>
                <a:lnTo>
                  <a:pt x="246666" y="209185"/>
                </a:lnTo>
                <a:lnTo>
                  <a:pt x="0" y="2091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B56090-5E11-49AC-9024-B6DA4365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7830" y="1445804"/>
            <a:ext cx="246666" cy="209185"/>
          </a:xfrm>
          <a:custGeom xmlns:a="http://schemas.openxmlformats.org/drawingml/2006/main">
            <a:pathLst>
              <a:path w="246666" h="209185" fill="none">
                <a:moveTo>
                  <a:pt x="0" y="0"/>
                </a:moveTo>
                <a:lnTo>
                  <a:pt x="246666" y="0"/>
                </a:lnTo>
                <a:lnTo>
                  <a:pt x="246666" y="209185"/>
                </a:lnTo>
                <a:lnTo>
                  <a:pt x="0" y="2091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EBD9F3-B835-4694-A496-3FEE6E25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524" y="1548870"/>
            <a:ext cx="204175" cy="10"/>
          </a:xfrm>
          <a:custGeom xmlns:a="http://schemas.openxmlformats.org/drawingml/2006/main">
            <a:pathLst>
              <a:path w="204175" h="1">
                <a:moveTo>
                  <a:pt x="204175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F54C88-6185-40B8-B8CF-1D3EC34D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524" y="1548870"/>
            <a:ext cx="204175" cy="10"/>
          </a:xfrm>
          <a:custGeom xmlns:a="http://schemas.openxmlformats.org/drawingml/2006/main">
            <a:pathLst>
              <a:path w="204175" h="1" fill="none">
                <a:moveTo>
                  <a:pt x="2041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667" cap="flat">
            <a:solidFill>
              <a:srgbClr val="000000"/>
            </a:solidFill>
            <a:custDash>
              <a:ds d="100000" sp="300000"/>
            </a:custDash>
            <a:round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D34E2D-D2B2-42EB-9BE8-A90AB5A2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286" y="2503246"/>
            <a:ext cx="617297" cy="220882"/>
          </a:xfrm>
          <a:custGeom xmlns:a="http://schemas.openxmlformats.org/drawingml/2006/main">
            <a:pathLst>
              <a:path w="617297" h="220882">
                <a:moveTo>
                  <a:pt x="617297" y="0"/>
                </a:moveTo>
                <a:cubicBezTo>
                  <a:pt x="617297" y="55224"/>
                  <a:pt x="462973" y="82837"/>
                  <a:pt x="308649" y="110448"/>
                </a:cubicBezTo>
                <a:cubicBezTo>
                  <a:pt x="154324" y="138058"/>
                  <a:pt x="0" y="165665"/>
                  <a:pt x="0" y="220882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1B852E-55D2-4558-A97B-B1B48C2A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780" y="2503246"/>
            <a:ext cx="554802" cy="166767"/>
          </a:xfrm>
          <a:custGeom xmlns:a="http://schemas.openxmlformats.org/drawingml/2006/main">
            <a:pathLst>
              <a:path w="554802" h="166767" fill="none">
                <a:moveTo>
                  <a:pt x="554802" y="0"/>
                </a:moveTo>
                <a:cubicBezTo>
                  <a:pt x="554802" y="55224"/>
                  <a:pt x="400478" y="82837"/>
                  <a:pt x="246154" y="110448"/>
                </a:cubicBezTo>
                <a:cubicBezTo>
                  <a:pt x="168992" y="124253"/>
                  <a:pt x="91830" y="138057"/>
                  <a:pt x="33958" y="155312"/>
                </a:cubicBezTo>
                <a:cubicBezTo>
                  <a:pt x="26724" y="157469"/>
                  <a:pt x="19791" y="159680"/>
                  <a:pt x="13198" y="161951"/>
                </a:cubicBezTo>
                <a:cubicBezTo>
                  <a:pt x="9901" y="163087"/>
                  <a:pt x="6688" y="164238"/>
                  <a:pt x="3567" y="165405"/>
                </a:cubicBezTo>
                <a:lnTo>
                  <a:pt x="0" y="166767"/>
                </a:lnTo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FF"/>
            </a:solidFill>
            <a:round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A0346C-4207-4996-B476-54F19F37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7512" y="2652808"/>
            <a:ext cx="62165" cy="58134"/>
          </a:xfrm>
          <a:custGeom xmlns:a="http://schemas.openxmlformats.org/drawingml/2006/main">
            <a:pathLst>
              <a:path w="62165" h="58134">
                <a:moveTo>
                  <a:pt x="32371" y="0"/>
                </a:moveTo>
                <a:lnTo>
                  <a:pt x="62165" y="34408"/>
                </a:lnTo>
                <a:lnTo>
                  <a:pt x="0" y="58134"/>
                </a:lnTo>
                <a:lnTo>
                  <a:pt x="32371" y="0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39F1CF-9D26-42B1-86A6-E2104369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7512" y="2652808"/>
            <a:ext cx="62165" cy="58134"/>
          </a:xfrm>
          <a:custGeom xmlns:a="http://schemas.openxmlformats.org/drawingml/2006/main">
            <a:pathLst>
              <a:path w="62165" h="58134" fill="none">
                <a:moveTo>
                  <a:pt x="32371" y="0"/>
                </a:moveTo>
                <a:lnTo>
                  <a:pt x="0" y="58134"/>
                </a:lnTo>
                <a:lnTo>
                  <a:pt x="62165" y="34408"/>
                </a:lnTo>
                <a:lnTo>
                  <a:pt x="3237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FF"/>
            </a:solidFill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352A7B-5112-416B-82D8-CD476AEB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217" y="959544"/>
            <a:ext cx="508375" cy="456735"/>
          </a:xfrm>
          <a:custGeom xmlns:a="http://schemas.openxmlformats.org/drawingml/2006/main">
            <a:pathLst>
              <a:path w="508375" h="456735">
                <a:moveTo>
                  <a:pt x="0" y="0"/>
                </a:moveTo>
                <a:lnTo>
                  <a:pt x="508375" y="0"/>
                </a:lnTo>
                <a:lnTo>
                  <a:pt x="508375" y="456735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469BB6-F06D-4263-9E44-2C3AF7D4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217" y="959544"/>
            <a:ext cx="508375" cy="374067"/>
          </a:xfrm>
          <a:custGeom xmlns:a="http://schemas.openxmlformats.org/drawingml/2006/main">
            <a:pathLst>
              <a:path w="508375" h="374067" fill="none">
                <a:moveTo>
                  <a:pt x="0" y="0"/>
                </a:moveTo>
                <a:lnTo>
                  <a:pt x="508375" y="0"/>
                </a:lnTo>
                <a:lnTo>
                  <a:pt x="508375" y="374067"/>
                </a:lnTo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00"/>
            </a:solidFill>
            <a:round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06EABF-F52E-4CEE-B7A6-983753E8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9835" y="1333611"/>
            <a:ext cx="45514" cy="62526"/>
          </a:xfrm>
          <a:custGeom xmlns:a="http://schemas.openxmlformats.org/drawingml/2006/main">
            <a:pathLst>
              <a:path w="45514" h="62526">
                <a:moveTo>
                  <a:pt x="0" y="0"/>
                </a:moveTo>
                <a:lnTo>
                  <a:pt x="45514" y="0"/>
                </a:lnTo>
                <a:lnTo>
                  <a:pt x="22757" y="625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0C873F-850F-4CD5-88A1-2B037F8F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9835" y="1333611"/>
            <a:ext cx="45514" cy="62526"/>
          </a:xfrm>
          <a:custGeom xmlns:a="http://schemas.openxmlformats.org/drawingml/2006/main">
            <a:pathLst>
              <a:path w="45514" h="62526" fill="none">
                <a:moveTo>
                  <a:pt x="0" y="0"/>
                </a:moveTo>
                <a:lnTo>
                  <a:pt x="22757" y="62526"/>
                </a:lnTo>
                <a:lnTo>
                  <a:pt x="45514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00"/>
            </a:solidFill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1314EB-DFA5-416C-8526-F892A068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638" y="3775566"/>
            <a:ext cx="1786147" cy="244209"/>
          </a:xfrm>
          <a:custGeom xmlns:a="http://schemas.openxmlformats.org/drawingml/2006/main">
            <a:pathLst>
              <a:path w="1786147" h="244209">
                <a:moveTo>
                  <a:pt x="1786147" y="434"/>
                </a:moveTo>
                <a:cubicBezTo>
                  <a:pt x="1786147" y="122295"/>
                  <a:pt x="1339610" y="244209"/>
                  <a:pt x="893074" y="244155"/>
                </a:cubicBezTo>
                <a:cubicBezTo>
                  <a:pt x="446537" y="244101"/>
                  <a:pt x="0" y="122078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4C137B-4B6C-46A9-99A9-490015C8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233" y="3844523"/>
            <a:ext cx="1694878" cy="175225"/>
          </a:xfrm>
          <a:custGeom xmlns:a="http://schemas.openxmlformats.org/drawingml/2006/main">
            <a:pathLst>
              <a:path w="1694878" h="175225" fill="none">
                <a:moveTo>
                  <a:pt x="0" y="0"/>
                </a:moveTo>
                <a:lnTo>
                  <a:pt x="2180" y="1658"/>
                </a:lnTo>
                <a:cubicBezTo>
                  <a:pt x="3410" y="2576"/>
                  <a:pt x="4661" y="3491"/>
                  <a:pt x="5934" y="4406"/>
                </a:cubicBezTo>
                <a:cubicBezTo>
                  <a:pt x="8481" y="6234"/>
                  <a:pt x="11115" y="8057"/>
                  <a:pt x="13833" y="9873"/>
                </a:cubicBezTo>
                <a:cubicBezTo>
                  <a:pt x="19270" y="13504"/>
                  <a:pt x="25048" y="17110"/>
                  <a:pt x="31153" y="20686"/>
                </a:cubicBezTo>
                <a:cubicBezTo>
                  <a:pt x="79993" y="49294"/>
                  <a:pt x="149765" y="75993"/>
                  <a:pt x="233490" y="98879"/>
                </a:cubicBezTo>
                <a:cubicBezTo>
                  <a:pt x="400942" y="144651"/>
                  <a:pt x="624210" y="175171"/>
                  <a:pt x="847478" y="175198"/>
                </a:cubicBezTo>
                <a:cubicBezTo>
                  <a:pt x="1070747" y="175225"/>
                  <a:pt x="1294015" y="144760"/>
                  <a:pt x="1461467" y="99055"/>
                </a:cubicBezTo>
                <a:cubicBezTo>
                  <a:pt x="1545192" y="76203"/>
                  <a:pt x="1614964" y="49541"/>
                  <a:pt x="1663804" y="20976"/>
                </a:cubicBezTo>
                <a:cubicBezTo>
                  <a:pt x="1669909" y="17405"/>
                  <a:pt x="1675687" y="13805"/>
                  <a:pt x="1681124" y="10179"/>
                </a:cubicBezTo>
                <a:cubicBezTo>
                  <a:pt x="1683843" y="8365"/>
                  <a:pt x="1686476" y="6546"/>
                  <a:pt x="1689023" y="4720"/>
                </a:cubicBezTo>
                <a:cubicBezTo>
                  <a:pt x="1690296" y="3807"/>
                  <a:pt x="1691548" y="2893"/>
                  <a:pt x="1692777" y="1977"/>
                </a:cubicBezTo>
                <a:lnTo>
                  <a:pt x="1694878" y="381"/>
                </a:lnTo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FF0000"/>
            </a:solidFill>
            <a:custDash>
              <a:ds d="400000" sp="300000"/>
              <a:ds d="100000" sp="300000"/>
            </a:custDash>
            <a:round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1DB8B4-3738-4375-804B-C35C2F5F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747" y="3792368"/>
            <a:ext cx="53469" cy="64707"/>
          </a:xfrm>
          <a:custGeom xmlns:a="http://schemas.openxmlformats.org/drawingml/2006/main">
            <a:pathLst>
              <a:path w="53469" h="64707">
                <a:moveTo>
                  <a:pt x="53469" y="39604"/>
                </a:moveTo>
                <a:lnTo>
                  <a:pt x="15503" y="64707"/>
                </a:lnTo>
                <a:lnTo>
                  <a:pt x="0" y="0"/>
                </a:lnTo>
                <a:lnTo>
                  <a:pt x="53469" y="39604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E46631-DFF2-4A32-A65F-BF099B37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747" y="3792368"/>
            <a:ext cx="53469" cy="64707"/>
          </a:xfrm>
          <a:custGeom xmlns:a="http://schemas.openxmlformats.org/drawingml/2006/main">
            <a:pathLst>
              <a:path w="53469" h="64707" fill="none">
                <a:moveTo>
                  <a:pt x="53469" y="39604"/>
                </a:moveTo>
                <a:lnTo>
                  <a:pt x="0" y="0"/>
                </a:lnTo>
                <a:lnTo>
                  <a:pt x="15503" y="64707"/>
                </a:lnTo>
                <a:lnTo>
                  <a:pt x="53469" y="396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FF0000"/>
            </a:solidFill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5F7502-542D-4CF2-B771-3DD71F52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142" y="3792789"/>
            <a:ext cx="53515" cy="64689"/>
          </a:xfrm>
          <a:custGeom xmlns:a="http://schemas.openxmlformats.org/drawingml/2006/main">
            <a:pathLst>
              <a:path w="53515" h="64689">
                <a:moveTo>
                  <a:pt x="37937" y="64689"/>
                </a:moveTo>
                <a:lnTo>
                  <a:pt x="0" y="39542"/>
                </a:lnTo>
                <a:lnTo>
                  <a:pt x="53515" y="0"/>
                </a:lnTo>
                <a:lnTo>
                  <a:pt x="37937" y="64689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CF1B22-7FD6-4B65-929F-F1E9853C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142" y="3792789"/>
            <a:ext cx="53515" cy="64689"/>
          </a:xfrm>
          <a:custGeom xmlns:a="http://schemas.openxmlformats.org/drawingml/2006/main">
            <a:pathLst>
              <a:path w="53515" h="64689" fill="none">
                <a:moveTo>
                  <a:pt x="37937" y="64689"/>
                </a:moveTo>
                <a:lnTo>
                  <a:pt x="53515" y="0"/>
                </a:lnTo>
                <a:lnTo>
                  <a:pt x="0" y="39542"/>
                </a:lnTo>
                <a:lnTo>
                  <a:pt x="37937" y="646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FF0000"/>
            </a:solidFill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C6A03B-47DA-4403-B37F-95B3EE3C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16" y="4034186"/>
            <a:ext cx="1516229" cy="311795"/>
          </a:xfrm>
          <a:custGeom xmlns:a="http://schemas.openxmlformats.org/drawingml/2006/main">
            <a:pathLst>
              <a:path w="1516229" h="311795">
                <a:moveTo>
                  <a:pt x="0" y="0"/>
                </a:moveTo>
                <a:lnTo>
                  <a:pt x="1516229" y="0"/>
                </a:lnTo>
                <a:lnTo>
                  <a:pt x="1516229" y="311795"/>
                </a:lnTo>
                <a:lnTo>
                  <a:pt x="0" y="3117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Text ContrastiveLoss">
            <a:extLst xmlns:a="http://schemas.openxmlformats.org/drawingml/2006/main">
              <a:ext uri="{FF2B5EF4-FFF2-40B4-BE49-F238E27FC236}">
                <a16:creationId xmlns:a16="http://schemas.microsoft.com/office/drawing/2014/main" id="{4F89413D-0EA3-4B87-BEBF-FFAB12CE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826" y="4118158"/>
            <a:ext cx="1198353" cy="120732"/>
          </a:xfrm>
          <a:custGeom xmlns:a="http://schemas.openxmlformats.org/drawingml/2006/main">
            <a:pathLst>
              <a:path w="1198353" h="120732">
                <a:moveTo>
                  <a:pt x="51436" y="120732"/>
                </a:moveTo>
                <a:cubicBezTo>
                  <a:pt x="42961" y="120732"/>
                  <a:pt x="35503" y="119447"/>
                  <a:pt x="29061" y="116875"/>
                </a:cubicBezTo>
                <a:cubicBezTo>
                  <a:pt x="22619" y="114302"/>
                  <a:pt x="17255" y="110591"/>
                  <a:pt x="12968" y="105741"/>
                </a:cubicBezTo>
                <a:cubicBezTo>
                  <a:pt x="8682" y="100891"/>
                  <a:pt x="5449" y="95074"/>
                  <a:pt x="3270" y="88290"/>
                </a:cubicBezTo>
                <a:cubicBezTo>
                  <a:pt x="1090" y="81504"/>
                  <a:pt x="0" y="73923"/>
                  <a:pt x="0" y="65546"/>
                </a:cubicBezTo>
                <a:cubicBezTo>
                  <a:pt x="0" y="56826"/>
                  <a:pt x="1347" y="48976"/>
                  <a:pt x="4041" y="41995"/>
                </a:cubicBezTo>
                <a:cubicBezTo>
                  <a:pt x="6735" y="35015"/>
                  <a:pt x="10519" y="29039"/>
                  <a:pt x="15393" y="24067"/>
                </a:cubicBezTo>
                <a:cubicBezTo>
                  <a:pt x="20268" y="19094"/>
                  <a:pt x="25975" y="15286"/>
                  <a:pt x="32514" y="12641"/>
                </a:cubicBezTo>
                <a:cubicBezTo>
                  <a:pt x="39055" y="9995"/>
                  <a:pt x="46195" y="8672"/>
                  <a:pt x="53935" y="8672"/>
                </a:cubicBezTo>
                <a:cubicBezTo>
                  <a:pt x="57463" y="8672"/>
                  <a:pt x="60745" y="8819"/>
                  <a:pt x="63781" y="9114"/>
                </a:cubicBezTo>
                <a:cubicBezTo>
                  <a:pt x="66819" y="9407"/>
                  <a:pt x="69649" y="9762"/>
                  <a:pt x="72269" y="10179"/>
                </a:cubicBezTo>
                <a:cubicBezTo>
                  <a:pt x="74890" y="10594"/>
                  <a:pt x="77413" y="10974"/>
                  <a:pt x="79838" y="11318"/>
                </a:cubicBezTo>
                <a:cubicBezTo>
                  <a:pt x="82263" y="11660"/>
                  <a:pt x="84602" y="11905"/>
                  <a:pt x="86855" y="12051"/>
                </a:cubicBezTo>
                <a:lnTo>
                  <a:pt x="85166" y="43061"/>
                </a:lnTo>
                <a:lnTo>
                  <a:pt x="72159" y="43061"/>
                </a:lnTo>
                <a:lnTo>
                  <a:pt x="67751" y="21898"/>
                </a:lnTo>
                <a:cubicBezTo>
                  <a:pt x="67114" y="21261"/>
                  <a:pt x="66085" y="20674"/>
                  <a:pt x="64663" y="20135"/>
                </a:cubicBezTo>
                <a:cubicBezTo>
                  <a:pt x="63243" y="19596"/>
                  <a:pt x="61491" y="19130"/>
                  <a:pt x="59409" y="18738"/>
                </a:cubicBezTo>
                <a:cubicBezTo>
                  <a:pt x="57328" y="18347"/>
                  <a:pt x="54842" y="18151"/>
                  <a:pt x="51952" y="18151"/>
                </a:cubicBezTo>
                <a:cubicBezTo>
                  <a:pt x="46612" y="18151"/>
                  <a:pt x="41872" y="19841"/>
                  <a:pt x="37732" y="23221"/>
                </a:cubicBezTo>
                <a:cubicBezTo>
                  <a:pt x="33593" y="26601"/>
                  <a:pt x="30347" y="31623"/>
                  <a:pt x="27995" y="38286"/>
                </a:cubicBezTo>
                <a:cubicBezTo>
                  <a:pt x="25644" y="44948"/>
                  <a:pt x="24468" y="53251"/>
                  <a:pt x="24468" y="63196"/>
                </a:cubicBezTo>
                <a:cubicBezTo>
                  <a:pt x="24468" y="70004"/>
                  <a:pt x="25044" y="76336"/>
                  <a:pt x="26195" y="82190"/>
                </a:cubicBezTo>
                <a:cubicBezTo>
                  <a:pt x="27346" y="88045"/>
                  <a:pt x="29085" y="93128"/>
                  <a:pt x="31411" y="97439"/>
                </a:cubicBezTo>
                <a:cubicBezTo>
                  <a:pt x="33739" y="101749"/>
                  <a:pt x="36678" y="105105"/>
                  <a:pt x="40231" y="107506"/>
                </a:cubicBezTo>
                <a:cubicBezTo>
                  <a:pt x="43783" y="109905"/>
                  <a:pt x="47934" y="111105"/>
                  <a:pt x="52686" y="111105"/>
                </a:cubicBezTo>
                <a:cubicBezTo>
                  <a:pt x="55870" y="111105"/>
                  <a:pt x="58503" y="110897"/>
                  <a:pt x="60586" y="110482"/>
                </a:cubicBezTo>
                <a:cubicBezTo>
                  <a:pt x="62668" y="110065"/>
                  <a:pt x="64371" y="109489"/>
                  <a:pt x="65692" y="108755"/>
                </a:cubicBezTo>
                <a:cubicBezTo>
                  <a:pt x="67015" y="108019"/>
                  <a:pt x="68142" y="107211"/>
                  <a:pt x="69074" y="106329"/>
                </a:cubicBezTo>
                <a:lnTo>
                  <a:pt x="75759" y="89723"/>
                </a:lnTo>
                <a:lnTo>
                  <a:pt x="87958" y="90972"/>
                </a:lnTo>
                <a:lnTo>
                  <a:pt x="84798" y="115148"/>
                </a:lnTo>
                <a:cubicBezTo>
                  <a:pt x="82496" y="115295"/>
                  <a:pt x="80304" y="115662"/>
                  <a:pt x="78221" y="116249"/>
                </a:cubicBezTo>
                <a:cubicBezTo>
                  <a:pt x="76140" y="116837"/>
                  <a:pt x="73899" y="117474"/>
                  <a:pt x="71498" y="118160"/>
                </a:cubicBezTo>
                <a:cubicBezTo>
                  <a:pt x="69097" y="118846"/>
                  <a:pt x="66292" y="119447"/>
                  <a:pt x="63084" y="119961"/>
                </a:cubicBezTo>
                <a:cubicBezTo>
                  <a:pt x="59876" y="120475"/>
                  <a:pt x="55993" y="120732"/>
                  <a:pt x="51436" y="120732"/>
                </a:cubicBezTo>
                <a:close/>
                <a:moveTo>
                  <a:pt x="96556" y="78479"/>
                </a:moveTo>
                <a:cubicBezTo>
                  <a:pt x="96556" y="71277"/>
                  <a:pt x="97658" y="64983"/>
                  <a:pt x="99862" y="59595"/>
                </a:cubicBezTo>
                <a:cubicBezTo>
                  <a:pt x="102067" y="54205"/>
                  <a:pt x="105067" y="49722"/>
                  <a:pt x="108863" y="46146"/>
                </a:cubicBezTo>
                <a:cubicBezTo>
                  <a:pt x="112660" y="42570"/>
                  <a:pt x="116984" y="39876"/>
                  <a:pt x="121834" y="38064"/>
                </a:cubicBezTo>
                <a:cubicBezTo>
                  <a:pt x="126684" y="36251"/>
                  <a:pt x="131754" y="35344"/>
                  <a:pt x="137045" y="35344"/>
                </a:cubicBezTo>
                <a:cubicBezTo>
                  <a:pt x="145372" y="35344"/>
                  <a:pt x="152401" y="37084"/>
                  <a:pt x="158133" y="40563"/>
                </a:cubicBezTo>
                <a:cubicBezTo>
                  <a:pt x="163865" y="44041"/>
                  <a:pt x="168237" y="48941"/>
                  <a:pt x="171250" y="55260"/>
                </a:cubicBezTo>
                <a:cubicBezTo>
                  <a:pt x="174262" y="61579"/>
                  <a:pt x="175768" y="69025"/>
                  <a:pt x="175768" y="77598"/>
                </a:cubicBezTo>
                <a:cubicBezTo>
                  <a:pt x="175768" y="84898"/>
                  <a:pt x="174666" y="91254"/>
                  <a:pt x="172461" y="96668"/>
                </a:cubicBezTo>
                <a:cubicBezTo>
                  <a:pt x="170257" y="102080"/>
                  <a:pt x="167245" y="106574"/>
                  <a:pt x="163423" y="110150"/>
                </a:cubicBezTo>
                <a:cubicBezTo>
                  <a:pt x="159604" y="113726"/>
                  <a:pt x="155268" y="116384"/>
                  <a:pt x="150417" y="118124"/>
                </a:cubicBezTo>
                <a:cubicBezTo>
                  <a:pt x="145567" y="119863"/>
                  <a:pt x="140473" y="120732"/>
                  <a:pt x="135134" y="120732"/>
                </a:cubicBezTo>
                <a:cubicBezTo>
                  <a:pt x="128961" y="120732"/>
                  <a:pt x="123474" y="119740"/>
                  <a:pt x="118672" y="117756"/>
                </a:cubicBezTo>
                <a:cubicBezTo>
                  <a:pt x="113871" y="115773"/>
                  <a:pt x="109830" y="112943"/>
                  <a:pt x="106549" y="109269"/>
                </a:cubicBezTo>
                <a:cubicBezTo>
                  <a:pt x="103267" y="105594"/>
                  <a:pt x="100781" y="101148"/>
                  <a:pt x="99090" y="95932"/>
                </a:cubicBezTo>
                <a:cubicBezTo>
                  <a:pt x="97401" y="90715"/>
                  <a:pt x="96556" y="84897"/>
                  <a:pt x="96556" y="78479"/>
                </a:cubicBezTo>
                <a:moveTo>
                  <a:pt x="136457" y="111179"/>
                </a:moveTo>
                <a:cubicBezTo>
                  <a:pt x="140081" y="111179"/>
                  <a:pt x="143106" y="110041"/>
                  <a:pt x="145530" y="107764"/>
                </a:cubicBezTo>
                <a:cubicBezTo>
                  <a:pt x="147955" y="105485"/>
                  <a:pt x="149805" y="101971"/>
                  <a:pt x="151078" y="97220"/>
                </a:cubicBezTo>
                <a:cubicBezTo>
                  <a:pt x="152352" y="92467"/>
                  <a:pt x="152989" y="86441"/>
                  <a:pt x="152989" y="79140"/>
                </a:cubicBezTo>
                <a:cubicBezTo>
                  <a:pt x="152989" y="73800"/>
                  <a:pt x="152695" y="69012"/>
                  <a:pt x="152108" y="64775"/>
                </a:cubicBezTo>
                <a:cubicBezTo>
                  <a:pt x="151520" y="60538"/>
                  <a:pt x="150565" y="56938"/>
                  <a:pt x="149242" y="53975"/>
                </a:cubicBezTo>
                <a:cubicBezTo>
                  <a:pt x="147919" y="51010"/>
                  <a:pt x="146192" y="48757"/>
                  <a:pt x="144062" y="47214"/>
                </a:cubicBezTo>
                <a:cubicBezTo>
                  <a:pt x="141931" y="45669"/>
                  <a:pt x="139322" y="44897"/>
                  <a:pt x="136235" y="44897"/>
                </a:cubicBezTo>
                <a:cubicBezTo>
                  <a:pt x="132610" y="44897"/>
                  <a:pt x="129535" y="46036"/>
                  <a:pt x="127012" y="48315"/>
                </a:cubicBezTo>
                <a:cubicBezTo>
                  <a:pt x="124490" y="50593"/>
                  <a:pt x="122567" y="54096"/>
                  <a:pt x="121244" y="58823"/>
                </a:cubicBezTo>
                <a:cubicBezTo>
                  <a:pt x="119922" y="63550"/>
                  <a:pt x="119262" y="69588"/>
                  <a:pt x="119262" y="76936"/>
                </a:cubicBezTo>
                <a:cubicBezTo>
                  <a:pt x="119262" y="82326"/>
                  <a:pt x="119580" y="87139"/>
                  <a:pt x="120217" y="91378"/>
                </a:cubicBezTo>
                <a:cubicBezTo>
                  <a:pt x="120854" y="95615"/>
                  <a:pt x="121858" y="99203"/>
                  <a:pt x="123229" y="102142"/>
                </a:cubicBezTo>
                <a:cubicBezTo>
                  <a:pt x="124601" y="105081"/>
                  <a:pt x="126377" y="107322"/>
                  <a:pt x="128557" y="108865"/>
                </a:cubicBezTo>
                <a:cubicBezTo>
                  <a:pt x="130737" y="110408"/>
                  <a:pt x="133370" y="111179"/>
                  <a:pt x="136457" y="111179"/>
                </a:cubicBezTo>
                <a:close/>
                <a:moveTo>
                  <a:pt x="194508" y="108975"/>
                </a:moveTo>
                <a:lnTo>
                  <a:pt x="194508" y="51439"/>
                </a:lnTo>
                <a:lnTo>
                  <a:pt x="185175" y="48719"/>
                </a:lnTo>
                <a:lnTo>
                  <a:pt x="185175" y="38504"/>
                </a:lnTo>
                <a:lnTo>
                  <a:pt x="209719" y="35566"/>
                </a:lnTo>
                <a:lnTo>
                  <a:pt x="210158" y="35566"/>
                </a:lnTo>
                <a:lnTo>
                  <a:pt x="213760" y="38432"/>
                </a:lnTo>
                <a:lnTo>
                  <a:pt x="213760" y="44090"/>
                </a:lnTo>
                <a:lnTo>
                  <a:pt x="213614" y="47617"/>
                </a:lnTo>
                <a:cubicBezTo>
                  <a:pt x="215671" y="45707"/>
                  <a:pt x="218279" y="43846"/>
                  <a:pt x="221438" y="42034"/>
                </a:cubicBezTo>
                <a:cubicBezTo>
                  <a:pt x="224599" y="40220"/>
                  <a:pt x="228077" y="38713"/>
                  <a:pt x="231873" y="37513"/>
                </a:cubicBezTo>
                <a:cubicBezTo>
                  <a:pt x="235670" y="36312"/>
                  <a:pt x="239577" y="35712"/>
                  <a:pt x="243594" y="35712"/>
                </a:cubicBezTo>
                <a:cubicBezTo>
                  <a:pt x="249522" y="35712"/>
                  <a:pt x="254286" y="36790"/>
                  <a:pt x="257886" y="38946"/>
                </a:cubicBezTo>
                <a:cubicBezTo>
                  <a:pt x="261487" y="41101"/>
                  <a:pt x="264096" y="44556"/>
                  <a:pt x="265712" y="49308"/>
                </a:cubicBezTo>
                <a:cubicBezTo>
                  <a:pt x="267328" y="54059"/>
                  <a:pt x="268136" y="60305"/>
                  <a:pt x="268136" y="68044"/>
                </a:cubicBezTo>
                <a:lnTo>
                  <a:pt x="268136" y="109049"/>
                </a:lnTo>
                <a:lnTo>
                  <a:pt x="277102" y="110224"/>
                </a:lnTo>
                <a:lnTo>
                  <a:pt x="277102" y="119115"/>
                </a:lnTo>
                <a:lnTo>
                  <a:pt x="239037" y="119115"/>
                </a:lnTo>
                <a:lnTo>
                  <a:pt x="239037" y="110298"/>
                </a:lnTo>
                <a:lnTo>
                  <a:pt x="246900" y="109049"/>
                </a:lnTo>
                <a:lnTo>
                  <a:pt x="246900" y="68486"/>
                </a:lnTo>
                <a:cubicBezTo>
                  <a:pt x="246900" y="63636"/>
                  <a:pt x="246495" y="59742"/>
                  <a:pt x="245687" y="56803"/>
                </a:cubicBezTo>
                <a:cubicBezTo>
                  <a:pt x="244879" y="53864"/>
                  <a:pt x="243496" y="51709"/>
                  <a:pt x="241536" y="50338"/>
                </a:cubicBezTo>
                <a:cubicBezTo>
                  <a:pt x="239577" y="48965"/>
                  <a:pt x="236883" y="48279"/>
                  <a:pt x="233454" y="48279"/>
                </a:cubicBezTo>
                <a:cubicBezTo>
                  <a:pt x="231151" y="48279"/>
                  <a:pt x="228898" y="48671"/>
                  <a:pt x="226692" y="49454"/>
                </a:cubicBezTo>
                <a:cubicBezTo>
                  <a:pt x="224489" y="50237"/>
                  <a:pt x="222444" y="51193"/>
                  <a:pt x="220557" y="52320"/>
                </a:cubicBezTo>
                <a:cubicBezTo>
                  <a:pt x="218672" y="53447"/>
                  <a:pt x="217043" y="54525"/>
                  <a:pt x="215671" y="55554"/>
                </a:cubicBezTo>
                <a:lnTo>
                  <a:pt x="215671" y="108975"/>
                </a:lnTo>
                <a:lnTo>
                  <a:pt x="224488" y="110298"/>
                </a:lnTo>
                <a:lnTo>
                  <a:pt x="224488" y="119115"/>
                </a:lnTo>
                <a:lnTo>
                  <a:pt x="185984" y="119115"/>
                </a:lnTo>
                <a:lnTo>
                  <a:pt x="185984" y="110298"/>
                </a:lnTo>
                <a:lnTo>
                  <a:pt x="194508" y="108975"/>
                </a:lnTo>
                <a:close/>
                <a:moveTo>
                  <a:pt x="308333" y="120513"/>
                </a:moveTo>
                <a:cubicBezTo>
                  <a:pt x="302306" y="120513"/>
                  <a:pt x="297787" y="119104"/>
                  <a:pt x="294774" y="116288"/>
                </a:cubicBezTo>
                <a:cubicBezTo>
                  <a:pt x="291762" y="113470"/>
                  <a:pt x="290256" y="108925"/>
                  <a:pt x="290256" y="102655"/>
                </a:cubicBezTo>
                <a:lnTo>
                  <a:pt x="290256" y="48867"/>
                </a:lnTo>
                <a:lnTo>
                  <a:pt x="280703" y="48867"/>
                </a:lnTo>
                <a:lnTo>
                  <a:pt x="280703" y="40563"/>
                </a:lnTo>
                <a:cubicBezTo>
                  <a:pt x="281830" y="40121"/>
                  <a:pt x="282993" y="39730"/>
                  <a:pt x="284192" y="39387"/>
                </a:cubicBezTo>
                <a:cubicBezTo>
                  <a:pt x="285392" y="39044"/>
                  <a:pt x="286495" y="38689"/>
                  <a:pt x="287500" y="38322"/>
                </a:cubicBezTo>
                <a:cubicBezTo>
                  <a:pt x="288504" y="37954"/>
                  <a:pt x="289300" y="37525"/>
                  <a:pt x="289888" y="37035"/>
                </a:cubicBezTo>
                <a:cubicBezTo>
                  <a:pt x="290525" y="36398"/>
                  <a:pt x="291076" y="35786"/>
                  <a:pt x="291541" y="35198"/>
                </a:cubicBezTo>
                <a:cubicBezTo>
                  <a:pt x="292007" y="34611"/>
                  <a:pt x="292436" y="33913"/>
                  <a:pt x="292828" y="33104"/>
                </a:cubicBezTo>
                <a:cubicBezTo>
                  <a:pt x="293220" y="32295"/>
                  <a:pt x="293611" y="31352"/>
                  <a:pt x="294003" y="30274"/>
                </a:cubicBezTo>
                <a:cubicBezTo>
                  <a:pt x="294541" y="29002"/>
                  <a:pt x="295079" y="27508"/>
                  <a:pt x="295618" y="25793"/>
                </a:cubicBezTo>
                <a:cubicBezTo>
                  <a:pt x="296157" y="24079"/>
                  <a:pt x="296684" y="22327"/>
                  <a:pt x="297198" y="20539"/>
                </a:cubicBezTo>
                <a:cubicBezTo>
                  <a:pt x="297714" y="18751"/>
                  <a:pt x="298168" y="17146"/>
                  <a:pt x="298560" y="15724"/>
                </a:cubicBezTo>
                <a:lnTo>
                  <a:pt x="310537" y="15724"/>
                </a:lnTo>
                <a:lnTo>
                  <a:pt x="311198" y="37477"/>
                </a:lnTo>
                <a:lnTo>
                  <a:pt x="332949" y="37477"/>
                </a:lnTo>
                <a:lnTo>
                  <a:pt x="332949" y="48867"/>
                </a:lnTo>
                <a:lnTo>
                  <a:pt x="311344" y="48867"/>
                </a:lnTo>
                <a:lnTo>
                  <a:pt x="311344" y="90017"/>
                </a:lnTo>
                <a:cubicBezTo>
                  <a:pt x="311344" y="95209"/>
                  <a:pt x="311528" y="98993"/>
                  <a:pt x="311896" y="101370"/>
                </a:cubicBezTo>
                <a:cubicBezTo>
                  <a:pt x="312264" y="103746"/>
                  <a:pt x="313023" y="105240"/>
                  <a:pt x="314174" y="105853"/>
                </a:cubicBezTo>
                <a:cubicBezTo>
                  <a:pt x="315325" y="106465"/>
                  <a:pt x="317003" y="106770"/>
                  <a:pt x="319206" y="106770"/>
                </a:cubicBezTo>
                <a:cubicBezTo>
                  <a:pt x="321657" y="106770"/>
                  <a:pt x="324168" y="106489"/>
                  <a:pt x="326739" y="105925"/>
                </a:cubicBezTo>
                <a:cubicBezTo>
                  <a:pt x="329312" y="105361"/>
                  <a:pt x="331382" y="104761"/>
                  <a:pt x="332949" y="104124"/>
                </a:cubicBezTo>
                <a:lnTo>
                  <a:pt x="335740" y="112354"/>
                </a:lnTo>
                <a:cubicBezTo>
                  <a:pt x="334075" y="113677"/>
                  <a:pt x="331797" y="114951"/>
                  <a:pt x="328908" y="116175"/>
                </a:cubicBezTo>
                <a:cubicBezTo>
                  <a:pt x="326018" y="117400"/>
                  <a:pt x="322784" y="118428"/>
                  <a:pt x="319206" y="119261"/>
                </a:cubicBezTo>
                <a:cubicBezTo>
                  <a:pt x="315630" y="120095"/>
                  <a:pt x="312006" y="120513"/>
                  <a:pt x="308333" y="120513"/>
                </a:cubicBezTo>
                <a:close/>
                <a:moveTo>
                  <a:pt x="342943" y="119115"/>
                </a:moveTo>
                <a:lnTo>
                  <a:pt x="342943" y="110372"/>
                </a:lnTo>
                <a:lnTo>
                  <a:pt x="352642" y="109195"/>
                </a:lnTo>
                <a:lnTo>
                  <a:pt x="352642" y="51439"/>
                </a:lnTo>
                <a:lnTo>
                  <a:pt x="343237" y="48719"/>
                </a:lnTo>
                <a:lnTo>
                  <a:pt x="343237" y="38504"/>
                </a:lnTo>
                <a:lnTo>
                  <a:pt x="366088" y="35566"/>
                </a:lnTo>
                <a:lnTo>
                  <a:pt x="366530" y="35566"/>
                </a:lnTo>
                <a:lnTo>
                  <a:pt x="370351" y="38432"/>
                </a:lnTo>
                <a:lnTo>
                  <a:pt x="370351" y="41666"/>
                </a:lnTo>
                <a:lnTo>
                  <a:pt x="369910" y="54524"/>
                </a:lnTo>
                <a:lnTo>
                  <a:pt x="370351" y="54524"/>
                </a:lnTo>
                <a:cubicBezTo>
                  <a:pt x="370792" y="53300"/>
                  <a:pt x="371723" y="51671"/>
                  <a:pt x="373143" y="49638"/>
                </a:cubicBezTo>
                <a:cubicBezTo>
                  <a:pt x="374564" y="47605"/>
                  <a:pt x="376425" y="45535"/>
                  <a:pt x="378727" y="43428"/>
                </a:cubicBezTo>
                <a:cubicBezTo>
                  <a:pt x="381031" y="41322"/>
                  <a:pt x="383726" y="39559"/>
                  <a:pt x="386811" y="38138"/>
                </a:cubicBezTo>
                <a:cubicBezTo>
                  <a:pt x="389897" y="36717"/>
                  <a:pt x="393327" y="36006"/>
                  <a:pt x="397100" y="36006"/>
                </a:cubicBezTo>
                <a:cubicBezTo>
                  <a:pt x="398471" y="36006"/>
                  <a:pt x="399634" y="36104"/>
                  <a:pt x="400589" y="36302"/>
                </a:cubicBezTo>
                <a:cubicBezTo>
                  <a:pt x="401545" y="36498"/>
                  <a:pt x="402291" y="36717"/>
                  <a:pt x="402830" y="36961"/>
                </a:cubicBezTo>
                <a:lnTo>
                  <a:pt x="402830" y="58126"/>
                </a:lnTo>
                <a:cubicBezTo>
                  <a:pt x="401900" y="57440"/>
                  <a:pt x="400565" y="56876"/>
                  <a:pt x="398825" y="56435"/>
                </a:cubicBezTo>
                <a:cubicBezTo>
                  <a:pt x="397086" y="55994"/>
                  <a:pt x="394796" y="55773"/>
                  <a:pt x="391956" y="55773"/>
                </a:cubicBezTo>
                <a:cubicBezTo>
                  <a:pt x="388821" y="55773"/>
                  <a:pt x="386065" y="56129"/>
                  <a:pt x="383688" y="56839"/>
                </a:cubicBezTo>
                <a:cubicBezTo>
                  <a:pt x="381312" y="57549"/>
                  <a:pt x="379292" y="58358"/>
                  <a:pt x="377626" y="59265"/>
                </a:cubicBezTo>
                <a:cubicBezTo>
                  <a:pt x="375961" y="60171"/>
                  <a:pt x="374589" y="61016"/>
                  <a:pt x="373511" y="61799"/>
                </a:cubicBezTo>
                <a:lnTo>
                  <a:pt x="373511" y="109123"/>
                </a:lnTo>
                <a:lnTo>
                  <a:pt x="390559" y="110444"/>
                </a:lnTo>
                <a:lnTo>
                  <a:pt x="390559" y="119115"/>
                </a:lnTo>
                <a:lnTo>
                  <a:pt x="342943" y="119115"/>
                </a:lnTo>
                <a:close/>
                <a:moveTo>
                  <a:pt x="432371" y="120732"/>
                </a:moveTo>
                <a:cubicBezTo>
                  <a:pt x="427962" y="120732"/>
                  <a:pt x="423871" y="119802"/>
                  <a:pt x="420098" y="117940"/>
                </a:cubicBezTo>
                <a:cubicBezTo>
                  <a:pt x="416326" y="116079"/>
                  <a:pt x="413301" y="113311"/>
                  <a:pt x="411022" y="109636"/>
                </a:cubicBezTo>
                <a:cubicBezTo>
                  <a:pt x="408745" y="105962"/>
                  <a:pt x="407607" y="101455"/>
                  <a:pt x="407607" y="96116"/>
                </a:cubicBezTo>
                <a:cubicBezTo>
                  <a:pt x="407607" y="91510"/>
                  <a:pt x="408856" y="87505"/>
                  <a:pt x="411354" y="84101"/>
                </a:cubicBezTo>
                <a:cubicBezTo>
                  <a:pt x="413852" y="80697"/>
                  <a:pt x="417306" y="77905"/>
                  <a:pt x="421715" y="75725"/>
                </a:cubicBezTo>
                <a:cubicBezTo>
                  <a:pt x="426125" y="73544"/>
                  <a:pt x="431233" y="71902"/>
                  <a:pt x="437038" y="70801"/>
                </a:cubicBezTo>
                <a:cubicBezTo>
                  <a:pt x="442843" y="69699"/>
                  <a:pt x="449076" y="69123"/>
                  <a:pt x="455738" y="69074"/>
                </a:cubicBezTo>
                <a:lnTo>
                  <a:pt x="455738" y="65327"/>
                </a:lnTo>
                <a:cubicBezTo>
                  <a:pt x="455738" y="61555"/>
                  <a:pt x="455346" y="58530"/>
                  <a:pt x="454561" y="56251"/>
                </a:cubicBezTo>
                <a:cubicBezTo>
                  <a:pt x="453777" y="53973"/>
                  <a:pt x="452283" y="52307"/>
                  <a:pt x="450078" y="51255"/>
                </a:cubicBezTo>
                <a:cubicBezTo>
                  <a:pt x="447874" y="50201"/>
                  <a:pt x="444666" y="49674"/>
                  <a:pt x="440453" y="49674"/>
                </a:cubicBezTo>
                <a:cubicBezTo>
                  <a:pt x="434771" y="49674"/>
                  <a:pt x="429823" y="50483"/>
                  <a:pt x="425610" y="52100"/>
                </a:cubicBezTo>
                <a:cubicBezTo>
                  <a:pt x="421397" y="53716"/>
                  <a:pt x="418115" y="55112"/>
                  <a:pt x="415763" y="56287"/>
                </a:cubicBezTo>
                <a:lnTo>
                  <a:pt x="411060" y="46736"/>
                </a:lnTo>
                <a:cubicBezTo>
                  <a:pt x="412237" y="45755"/>
                  <a:pt x="414503" y="44384"/>
                  <a:pt x="417858" y="42621"/>
                </a:cubicBezTo>
                <a:cubicBezTo>
                  <a:pt x="421214" y="40857"/>
                  <a:pt x="425304" y="39253"/>
                  <a:pt x="430129" y="37809"/>
                </a:cubicBezTo>
                <a:cubicBezTo>
                  <a:pt x="434954" y="36363"/>
                  <a:pt x="440184" y="35640"/>
                  <a:pt x="445817" y="35640"/>
                </a:cubicBezTo>
                <a:cubicBezTo>
                  <a:pt x="453313" y="35640"/>
                  <a:pt x="459204" y="36705"/>
                  <a:pt x="463490" y="38836"/>
                </a:cubicBezTo>
                <a:cubicBezTo>
                  <a:pt x="467777" y="40966"/>
                  <a:pt x="470838" y="44224"/>
                  <a:pt x="472676" y="48609"/>
                </a:cubicBezTo>
                <a:cubicBezTo>
                  <a:pt x="474513" y="52994"/>
                  <a:pt x="475432" y="58566"/>
                  <a:pt x="475432" y="65327"/>
                </a:cubicBezTo>
                <a:lnTo>
                  <a:pt x="475432" y="110078"/>
                </a:lnTo>
                <a:lnTo>
                  <a:pt x="483442" y="110078"/>
                </a:lnTo>
                <a:lnTo>
                  <a:pt x="483442" y="118308"/>
                </a:lnTo>
                <a:cubicBezTo>
                  <a:pt x="482315" y="118601"/>
                  <a:pt x="480698" y="118919"/>
                  <a:pt x="478591" y="119261"/>
                </a:cubicBezTo>
                <a:cubicBezTo>
                  <a:pt x="476485" y="119605"/>
                  <a:pt x="474243" y="119900"/>
                  <a:pt x="471866" y="120145"/>
                </a:cubicBezTo>
                <a:cubicBezTo>
                  <a:pt x="469491" y="120390"/>
                  <a:pt x="467324" y="120513"/>
                  <a:pt x="465365" y="120513"/>
                </a:cubicBezTo>
                <a:cubicBezTo>
                  <a:pt x="462033" y="120513"/>
                  <a:pt x="459791" y="120023"/>
                  <a:pt x="458640" y="119044"/>
                </a:cubicBezTo>
                <a:cubicBezTo>
                  <a:pt x="457489" y="118063"/>
                  <a:pt x="456913" y="116078"/>
                  <a:pt x="456913" y="113090"/>
                </a:cubicBezTo>
                <a:lnTo>
                  <a:pt x="456913" y="109195"/>
                </a:lnTo>
                <a:cubicBezTo>
                  <a:pt x="455689" y="110616"/>
                  <a:pt x="453925" y="112246"/>
                  <a:pt x="451623" y="114083"/>
                </a:cubicBezTo>
                <a:cubicBezTo>
                  <a:pt x="449321" y="115919"/>
                  <a:pt x="446553" y="117487"/>
                  <a:pt x="443319" y="118786"/>
                </a:cubicBezTo>
                <a:cubicBezTo>
                  <a:pt x="440087" y="120083"/>
                  <a:pt x="436437" y="120732"/>
                  <a:pt x="432371" y="120732"/>
                </a:cubicBezTo>
                <a:moveTo>
                  <a:pt x="441924" y="108533"/>
                </a:moveTo>
                <a:cubicBezTo>
                  <a:pt x="444031" y="108533"/>
                  <a:pt x="446382" y="107921"/>
                  <a:pt x="448977" y="106696"/>
                </a:cubicBezTo>
                <a:cubicBezTo>
                  <a:pt x="451574" y="105472"/>
                  <a:pt x="453827" y="103978"/>
                  <a:pt x="455738" y="102214"/>
                </a:cubicBezTo>
                <a:lnTo>
                  <a:pt x="455738" y="78111"/>
                </a:lnTo>
                <a:cubicBezTo>
                  <a:pt x="449614" y="78111"/>
                  <a:pt x="444629" y="78847"/>
                  <a:pt x="440783" y="80318"/>
                </a:cubicBezTo>
                <a:cubicBezTo>
                  <a:pt x="436938" y="81787"/>
                  <a:pt x="434121" y="83723"/>
                  <a:pt x="432333" y="86124"/>
                </a:cubicBezTo>
                <a:cubicBezTo>
                  <a:pt x="430545" y="88523"/>
                  <a:pt x="429651" y="91168"/>
                  <a:pt x="429651" y="94058"/>
                </a:cubicBezTo>
                <a:cubicBezTo>
                  <a:pt x="429651" y="97242"/>
                  <a:pt x="430177" y="99912"/>
                  <a:pt x="431230" y="102068"/>
                </a:cubicBezTo>
                <a:cubicBezTo>
                  <a:pt x="432284" y="104224"/>
                  <a:pt x="433729" y="105841"/>
                  <a:pt x="435567" y="106918"/>
                </a:cubicBezTo>
                <a:cubicBezTo>
                  <a:pt x="437404" y="107995"/>
                  <a:pt x="439523" y="108533"/>
                  <a:pt x="441924" y="108533"/>
                </a:cubicBezTo>
                <a:close/>
                <a:moveTo>
                  <a:pt x="524003" y="120732"/>
                </a:moveTo>
                <a:cubicBezTo>
                  <a:pt x="519398" y="120732"/>
                  <a:pt x="515112" y="120340"/>
                  <a:pt x="511144" y="119555"/>
                </a:cubicBezTo>
                <a:cubicBezTo>
                  <a:pt x="507176" y="118772"/>
                  <a:pt x="503685" y="117902"/>
                  <a:pt x="500671" y="116947"/>
                </a:cubicBezTo>
                <a:cubicBezTo>
                  <a:pt x="497659" y="115992"/>
                  <a:pt x="495295" y="115270"/>
                  <a:pt x="493581" y="114781"/>
                </a:cubicBezTo>
                <a:lnTo>
                  <a:pt x="493581" y="95526"/>
                </a:lnTo>
                <a:lnTo>
                  <a:pt x="505854" y="95526"/>
                </a:lnTo>
                <a:lnTo>
                  <a:pt x="509233" y="106990"/>
                </a:lnTo>
                <a:cubicBezTo>
                  <a:pt x="509724" y="107775"/>
                  <a:pt x="510679" y="108547"/>
                  <a:pt x="512099" y="109307"/>
                </a:cubicBezTo>
                <a:cubicBezTo>
                  <a:pt x="513520" y="110065"/>
                  <a:pt x="515197" y="110677"/>
                  <a:pt x="517131" y="111143"/>
                </a:cubicBezTo>
                <a:cubicBezTo>
                  <a:pt x="519067" y="111608"/>
                  <a:pt x="521015" y="111841"/>
                  <a:pt x="522975" y="111841"/>
                </a:cubicBezTo>
                <a:cubicBezTo>
                  <a:pt x="526208" y="111841"/>
                  <a:pt x="528828" y="111400"/>
                  <a:pt x="530835" y="110518"/>
                </a:cubicBezTo>
                <a:cubicBezTo>
                  <a:pt x="532845" y="109636"/>
                  <a:pt x="534339" y="108411"/>
                  <a:pt x="535318" y="106844"/>
                </a:cubicBezTo>
                <a:cubicBezTo>
                  <a:pt x="536299" y="105276"/>
                  <a:pt x="536789" y="103512"/>
                  <a:pt x="536789" y="101552"/>
                </a:cubicBezTo>
                <a:cubicBezTo>
                  <a:pt x="536789" y="98907"/>
                  <a:pt x="535797" y="96691"/>
                  <a:pt x="533813" y="94903"/>
                </a:cubicBezTo>
                <a:cubicBezTo>
                  <a:pt x="531830" y="93115"/>
                  <a:pt x="529135" y="91438"/>
                  <a:pt x="525729" y="89871"/>
                </a:cubicBezTo>
                <a:cubicBezTo>
                  <a:pt x="522325" y="88303"/>
                  <a:pt x="518394" y="86563"/>
                  <a:pt x="513936" y="84653"/>
                </a:cubicBezTo>
                <a:cubicBezTo>
                  <a:pt x="509626" y="82791"/>
                  <a:pt x="505964" y="80673"/>
                  <a:pt x="502950" y="78297"/>
                </a:cubicBezTo>
                <a:cubicBezTo>
                  <a:pt x="499937" y="75920"/>
                  <a:pt x="497660" y="73128"/>
                  <a:pt x="496117" y="69919"/>
                </a:cubicBezTo>
                <a:cubicBezTo>
                  <a:pt x="494574" y="66711"/>
                  <a:pt x="493803" y="62926"/>
                  <a:pt x="493803" y="58565"/>
                </a:cubicBezTo>
                <a:cubicBezTo>
                  <a:pt x="493803" y="54107"/>
                  <a:pt x="495113" y="50164"/>
                  <a:pt x="497734" y="46736"/>
                </a:cubicBezTo>
                <a:cubicBezTo>
                  <a:pt x="500354" y="43307"/>
                  <a:pt x="504053" y="40600"/>
                  <a:pt x="508830" y="38616"/>
                </a:cubicBezTo>
                <a:cubicBezTo>
                  <a:pt x="513606" y="36632"/>
                  <a:pt x="519203" y="35640"/>
                  <a:pt x="525619" y="35640"/>
                </a:cubicBezTo>
                <a:cubicBezTo>
                  <a:pt x="530372" y="35640"/>
                  <a:pt x="534462" y="35959"/>
                  <a:pt x="537890" y="36596"/>
                </a:cubicBezTo>
                <a:cubicBezTo>
                  <a:pt x="541320" y="37232"/>
                  <a:pt x="544198" y="37906"/>
                  <a:pt x="546524" y="38616"/>
                </a:cubicBezTo>
                <a:cubicBezTo>
                  <a:pt x="548852" y="39326"/>
                  <a:pt x="550750" y="39804"/>
                  <a:pt x="552220" y="40049"/>
                </a:cubicBezTo>
                <a:lnTo>
                  <a:pt x="552220" y="59375"/>
                </a:lnTo>
                <a:lnTo>
                  <a:pt x="540685" y="59375"/>
                </a:lnTo>
                <a:lnTo>
                  <a:pt x="537231" y="48205"/>
                </a:lnTo>
                <a:cubicBezTo>
                  <a:pt x="536838" y="47568"/>
                  <a:pt x="536114" y="46956"/>
                  <a:pt x="535060" y="46368"/>
                </a:cubicBezTo>
                <a:cubicBezTo>
                  <a:pt x="534008" y="45779"/>
                  <a:pt x="532722" y="45302"/>
                  <a:pt x="531203" y="44935"/>
                </a:cubicBezTo>
                <a:cubicBezTo>
                  <a:pt x="529686" y="44568"/>
                  <a:pt x="528020" y="44384"/>
                  <a:pt x="526207" y="44384"/>
                </a:cubicBezTo>
                <a:cubicBezTo>
                  <a:pt x="523562" y="44384"/>
                  <a:pt x="521248" y="44776"/>
                  <a:pt x="519264" y="45561"/>
                </a:cubicBezTo>
                <a:cubicBezTo>
                  <a:pt x="517280" y="46344"/>
                  <a:pt x="515761" y="47459"/>
                  <a:pt x="514707" y="48905"/>
                </a:cubicBezTo>
                <a:cubicBezTo>
                  <a:pt x="513655" y="50349"/>
                  <a:pt x="513129" y="52051"/>
                  <a:pt x="513129" y="54011"/>
                </a:cubicBezTo>
                <a:cubicBezTo>
                  <a:pt x="513129" y="56950"/>
                  <a:pt x="514010" y="59338"/>
                  <a:pt x="515773" y="61176"/>
                </a:cubicBezTo>
                <a:cubicBezTo>
                  <a:pt x="517537" y="63012"/>
                  <a:pt x="519864" y="64591"/>
                  <a:pt x="522753" y="65914"/>
                </a:cubicBezTo>
                <a:cubicBezTo>
                  <a:pt x="525645" y="67237"/>
                  <a:pt x="528683" y="68560"/>
                  <a:pt x="531867" y="69881"/>
                </a:cubicBezTo>
                <a:cubicBezTo>
                  <a:pt x="535002" y="71204"/>
                  <a:pt x="538076" y="72638"/>
                  <a:pt x="541088" y="74182"/>
                </a:cubicBezTo>
                <a:cubicBezTo>
                  <a:pt x="544101" y="75725"/>
                  <a:pt x="546819" y="77488"/>
                  <a:pt x="549244" y="79472"/>
                </a:cubicBezTo>
                <a:cubicBezTo>
                  <a:pt x="551669" y="81456"/>
                  <a:pt x="553592" y="83820"/>
                  <a:pt x="555012" y="86563"/>
                </a:cubicBezTo>
                <a:cubicBezTo>
                  <a:pt x="556434" y="89306"/>
                  <a:pt x="557145" y="92564"/>
                  <a:pt x="557145" y="96336"/>
                </a:cubicBezTo>
                <a:cubicBezTo>
                  <a:pt x="557145" y="100891"/>
                  <a:pt x="555944" y="105018"/>
                  <a:pt x="553543" y="108717"/>
                </a:cubicBezTo>
                <a:cubicBezTo>
                  <a:pt x="551142" y="112416"/>
                  <a:pt x="547480" y="115343"/>
                  <a:pt x="542557" y="117499"/>
                </a:cubicBezTo>
                <a:cubicBezTo>
                  <a:pt x="537634" y="119654"/>
                  <a:pt x="531449" y="120732"/>
                  <a:pt x="524003" y="120732"/>
                </a:cubicBezTo>
                <a:close/>
                <a:moveTo>
                  <a:pt x="592563" y="120513"/>
                </a:moveTo>
                <a:cubicBezTo>
                  <a:pt x="586537" y="120513"/>
                  <a:pt x="582017" y="119104"/>
                  <a:pt x="579005" y="116288"/>
                </a:cubicBezTo>
                <a:cubicBezTo>
                  <a:pt x="575992" y="113470"/>
                  <a:pt x="574486" y="108925"/>
                  <a:pt x="574486" y="102655"/>
                </a:cubicBezTo>
                <a:lnTo>
                  <a:pt x="574486" y="48867"/>
                </a:lnTo>
                <a:lnTo>
                  <a:pt x="564933" y="48867"/>
                </a:lnTo>
                <a:lnTo>
                  <a:pt x="564933" y="40563"/>
                </a:lnTo>
                <a:cubicBezTo>
                  <a:pt x="566060" y="40121"/>
                  <a:pt x="567223" y="39730"/>
                  <a:pt x="568422" y="39387"/>
                </a:cubicBezTo>
                <a:cubicBezTo>
                  <a:pt x="569623" y="39044"/>
                  <a:pt x="570725" y="38689"/>
                  <a:pt x="571730" y="38322"/>
                </a:cubicBezTo>
                <a:cubicBezTo>
                  <a:pt x="572735" y="37954"/>
                  <a:pt x="573531" y="37525"/>
                  <a:pt x="574118" y="37035"/>
                </a:cubicBezTo>
                <a:cubicBezTo>
                  <a:pt x="574755" y="36398"/>
                  <a:pt x="575306" y="35786"/>
                  <a:pt x="575771" y="35198"/>
                </a:cubicBezTo>
                <a:cubicBezTo>
                  <a:pt x="576238" y="34611"/>
                  <a:pt x="576667" y="33913"/>
                  <a:pt x="577058" y="33104"/>
                </a:cubicBezTo>
                <a:cubicBezTo>
                  <a:pt x="577450" y="32295"/>
                  <a:pt x="577842" y="31352"/>
                  <a:pt x="578233" y="30274"/>
                </a:cubicBezTo>
                <a:cubicBezTo>
                  <a:pt x="578772" y="29002"/>
                  <a:pt x="579310" y="27508"/>
                  <a:pt x="579848" y="25793"/>
                </a:cubicBezTo>
                <a:cubicBezTo>
                  <a:pt x="580388" y="24079"/>
                  <a:pt x="580915" y="22327"/>
                  <a:pt x="581429" y="20539"/>
                </a:cubicBezTo>
                <a:cubicBezTo>
                  <a:pt x="581945" y="18751"/>
                  <a:pt x="582398" y="17146"/>
                  <a:pt x="582790" y="15724"/>
                </a:cubicBezTo>
                <a:lnTo>
                  <a:pt x="594767" y="15724"/>
                </a:lnTo>
                <a:lnTo>
                  <a:pt x="595429" y="37477"/>
                </a:lnTo>
                <a:lnTo>
                  <a:pt x="617179" y="37477"/>
                </a:lnTo>
                <a:lnTo>
                  <a:pt x="617179" y="48867"/>
                </a:lnTo>
                <a:lnTo>
                  <a:pt x="595575" y="48867"/>
                </a:lnTo>
                <a:lnTo>
                  <a:pt x="595575" y="90017"/>
                </a:lnTo>
                <a:cubicBezTo>
                  <a:pt x="595575" y="95209"/>
                  <a:pt x="595759" y="98993"/>
                  <a:pt x="596126" y="101370"/>
                </a:cubicBezTo>
                <a:cubicBezTo>
                  <a:pt x="596494" y="103746"/>
                  <a:pt x="597254" y="105240"/>
                  <a:pt x="598405" y="105853"/>
                </a:cubicBezTo>
                <a:cubicBezTo>
                  <a:pt x="599556" y="106465"/>
                  <a:pt x="601233" y="106770"/>
                  <a:pt x="603437" y="106770"/>
                </a:cubicBezTo>
                <a:cubicBezTo>
                  <a:pt x="605887" y="106770"/>
                  <a:pt x="608398" y="106489"/>
                  <a:pt x="610970" y="105925"/>
                </a:cubicBezTo>
                <a:cubicBezTo>
                  <a:pt x="613542" y="105361"/>
                  <a:pt x="615612" y="104761"/>
                  <a:pt x="617179" y="104124"/>
                </a:cubicBezTo>
                <a:lnTo>
                  <a:pt x="619971" y="112354"/>
                </a:lnTo>
                <a:cubicBezTo>
                  <a:pt x="618306" y="113677"/>
                  <a:pt x="616028" y="114951"/>
                  <a:pt x="613138" y="116175"/>
                </a:cubicBezTo>
                <a:cubicBezTo>
                  <a:pt x="610248" y="117400"/>
                  <a:pt x="607014" y="118428"/>
                  <a:pt x="603437" y="119261"/>
                </a:cubicBezTo>
                <a:cubicBezTo>
                  <a:pt x="599861" y="120095"/>
                  <a:pt x="596236" y="120513"/>
                  <a:pt x="592563" y="120513"/>
                </a:cubicBezTo>
                <a:close/>
                <a:moveTo>
                  <a:pt x="627834" y="119115"/>
                </a:moveTo>
                <a:lnTo>
                  <a:pt x="627834" y="110298"/>
                </a:lnTo>
                <a:lnTo>
                  <a:pt x="638048" y="108975"/>
                </a:lnTo>
                <a:lnTo>
                  <a:pt x="638048" y="51439"/>
                </a:lnTo>
                <a:lnTo>
                  <a:pt x="627688" y="48645"/>
                </a:lnTo>
                <a:lnTo>
                  <a:pt x="627688" y="38800"/>
                </a:lnTo>
                <a:lnTo>
                  <a:pt x="654656" y="35566"/>
                </a:lnTo>
                <a:lnTo>
                  <a:pt x="654950" y="35566"/>
                </a:lnTo>
                <a:lnTo>
                  <a:pt x="659065" y="38432"/>
                </a:lnTo>
                <a:lnTo>
                  <a:pt x="659065" y="109049"/>
                </a:lnTo>
                <a:lnTo>
                  <a:pt x="668984" y="110298"/>
                </a:lnTo>
                <a:lnTo>
                  <a:pt x="668984" y="119115"/>
                </a:lnTo>
                <a:lnTo>
                  <a:pt x="627834" y="119115"/>
                </a:lnTo>
                <a:moveTo>
                  <a:pt x="646792" y="24102"/>
                </a:moveTo>
                <a:cubicBezTo>
                  <a:pt x="643069" y="24102"/>
                  <a:pt x="640228" y="22951"/>
                  <a:pt x="638268" y="20649"/>
                </a:cubicBezTo>
                <a:cubicBezTo>
                  <a:pt x="636308" y="18347"/>
                  <a:pt x="635328" y="15750"/>
                  <a:pt x="635328" y="12859"/>
                </a:cubicBezTo>
                <a:cubicBezTo>
                  <a:pt x="635328" y="9381"/>
                  <a:pt x="636393" y="6369"/>
                  <a:pt x="638524" y="3821"/>
                </a:cubicBezTo>
                <a:cubicBezTo>
                  <a:pt x="640655" y="1274"/>
                  <a:pt x="643828" y="0"/>
                  <a:pt x="648041" y="0"/>
                </a:cubicBezTo>
                <a:lnTo>
                  <a:pt x="648189" y="0"/>
                </a:lnTo>
                <a:cubicBezTo>
                  <a:pt x="651911" y="0"/>
                  <a:pt x="654752" y="1115"/>
                  <a:pt x="656710" y="3344"/>
                </a:cubicBezTo>
                <a:cubicBezTo>
                  <a:pt x="658670" y="5573"/>
                  <a:pt x="659650" y="8107"/>
                  <a:pt x="659650" y="10948"/>
                </a:cubicBezTo>
                <a:cubicBezTo>
                  <a:pt x="659650" y="14427"/>
                  <a:pt x="658585" y="17489"/>
                  <a:pt x="656455" y="20135"/>
                </a:cubicBezTo>
                <a:cubicBezTo>
                  <a:pt x="654324" y="22780"/>
                  <a:pt x="651153" y="24102"/>
                  <a:pt x="646940" y="24102"/>
                </a:cubicBezTo>
                <a:lnTo>
                  <a:pt x="646792" y="24102"/>
                </a:lnTo>
                <a:close/>
                <a:moveTo>
                  <a:pt x="704917" y="120290"/>
                </a:moveTo>
                <a:lnTo>
                  <a:pt x="676480" y="47837"/>
                </a:lnTo>
                <a:lnTo>
                  <a:pt x="669867" y="45927"/>
                </a:lnTo>
                <a:lnTo>
                  <a:pt x="669867" y="37477"/>
                </a:lnTo>
                <a:lnTo>
                  <a:pt x="708812" y="37477"/>
                </a:lnTo>
                <a:lnTo>
                  <a:pt x="708812" y="45927"/>
                </a:lnTo>
                <a:lnTo>
                  <a:pt x="699701" y="47837"/>
                </a:lnTo>
                <a:lnTo>
                  <a:pt x="712118" y="87812"/>
                </a:lnTo>
                <a:lnTo>
                  <a:pt x="716749" y="103169"/>
                </a:lnTo>
                <a:lnTo>
                  <a:pt x="720716" y="88180"/>
                </a:lnTo>
                <a:lnTo>
                  <a:pt x="734090" y="47837"/>
                </a:lnTo>
                <a:lnTo>
                  <a:pt x="724831" y="45927"/>
                </a:lnTo>
                <a:lnTo>
                  <a:pt x="724831" y="37477"/>
                </a:lnTo>
                <a:lnTo>
                  <a:pt x="757237" y="37477"/>
                </a:lnTo>
                <a:lnTo>
                  <a:pt x="757237" y="45927"/>
                </a:lnTo>
                <a:lnTo>
                  <a:pt x="749595" y="47837"/>
                </a:lnTo>
                <a:lnTo>
                  <a:pt x="721965" y="120290"/>
                </a:lnTo>
                <a:lnTo>
                  <a:pt x="704917" y="120290"/>
                </a:lnTo>
                <a:close/>
                <a:moveTo>
                  <a:pt x="797799" y="120732"/>
                </a:moveTo>
                <a:cubicBezTo>
                  <a:pt x="788883" y="120732"/>
                  <a:pt x="781595" y="118920"/>
                  <a:pt x="775937" y="115294"/>
                </a:cubicBezTo>
                <a:cubicBezTo>
                  <a:pt x="770280" y="111669"/>
                  <a:pt x="766116" y="106648"/>
                  <a:pt x="763446" y="100231"/>
                </a:cubicBezTo>
                <a:cubicBezTo>
                  <a:pt x="760776" y="93813"/>
                  <a:pt x="759441" y="86464"/>
                  <a:pt x="759441" y="78185"/>
                </a:cubicBezTo>
                <a:cubicBezTo>
                  <a:pt x="759441" y="71523"/>
                  <a:pt x="760396" y="65547"/>
                  <a:pt x="762307" y="60256"/>
                </a:cubicBezTo>
                <a:cubicBezTo>
                  <a:pt x="764217" y="54965"/>
                  <a:pt x="766911" y="50471"/>
                  <a:pt x="770389" y="46772"/>
                </a:cubicBezTo>
                <a:cubicBezTo>
                  <a:pt x="773868" y="43073"/>
                  <a:pt x="778032" y="40244"/>
                  <a:pt x="782882" y="38284"/>
                </a:cubicBezTo>
                <a:cubicBezTo>
                  <a:pt x="787732" y="36324"/>
                  <a:pt x="793096" y="35344"/>
                  <a:pt x="798974" y="35344"/>
                </a:cubicBezTo>
                <a:cubicBezTo>
                  <a:pt x="808919" y="35344"/>
                  <a:pt x="816512" y="37941"/>
                  <a:pt x="821754" y="43135"/>
                </a:cubicBezTo>
                <a:cubicBezTo>
                  <a:pt x="826997" y="48327"/>
                  <a:pt x="829741" y="55602"/>
                  <a:pt x="829986" y="64959"/>
                </a:cubicBezTo>
                <a:cubicBezTo>
                  <a:pt x="829986" y="68143"/>
                  <a:pt x="829887" y="70923"/>
                  <a:pt x="829690" y="73299"/>
                </a:cubicBezTo>
                <a:cubicBezTo>
                  <a:pt x="829494" y="75674"/>
                  <a:pt x="829200" y="77744"/>
                  <a:pt x="828808" y="79508"/>
                </a:cubicBezTo>
                <a:lnTo>
                  <a:pt x="781119" y="79508"/>
                </a:lnTo>
                <a:cubicBezTo>
                  <a:pt x="781266" y="83917"/>
                  <a:pt x="781865" y="87848"/>
                  <a:pt x="782918" y="91302"/>
                </a:cubicBezTo>
                <a:cubicBezTo>
                  <a:pt x="783972" y="94755"/>
                  <a:pt x="785441" y="97707"/>
                  <a:pt x="787327" y="100157"/>
                </a:cubicBezTo>
                <a:cubicBezTo>
                  <a:pt x="789213" y="102606"/>
                  <a:pt x="791516" y="104467"/>
                  <a:pt x="794236" y="105741"/>
                </a:cubicBezTo>
                <a:cubicBezTo>
                  <a:pt x="796955" y="107015"/>
                  <a:pt x="800103" y="107652"/>
                  <a:pt x="803679" y="107652"/>
                </a:cubicBezTo>
                <a:cubicBezTo>
                  <a:pt x="807696" y="107652"/>
                  <a:pt x="811725" y="106954"/>
                  <a:pt x="815766" y="105557"/>
                </a:cubicBezTo>
                <a:cubicBezTo>
                  <a:pt x="819807" y="104161"/>
                  <a:pt x="822930" y="102704"/>
                  <a:pt x="825135" y="101187"/>
                </a:cubicBezTo>
                <a:lnTo>
                  <a:pt x="828808" y="109195"/>
                </a:lnTo>
                <a:cubicBezTo>
                  <a:pt x="827242" y="110860"/>
                  <a:pt x="824866" y="112587"/>
                  <a:pt x="821682" y="114375"/>
                </a:cubicBezTo>
                <a:cubicBezTo>
                  <a:pt x="818497" y="116163"/>
                  <a:pt x="814835" y="117670"/>
                  <a:pt x="810696" y="118896"/>
                </a:cubicBezTo>
                <a:cubicBezTo>
                  <a:pt x="806556" y="120120"/>
                  <a:pt x="802257" y="120732"/>
                  <a:pt x="797799" y="120732"/>
                </a:cubicBezTo>
                <a:moveTo>
                  <a:pt x="781045" y="70543"/>
                </a:moveTo>
                <a:lnTo>
                  <a:pt x="809263" y="70543"/>
                </a:lnTo>
                <a:cubicBezTo>
                  <a:pt x="809312" y="69563"/>
                  <a:pt x="809373" y="68535"/>
                  <a:pt x="809447" y="67457"/>
                </a:cubicBezTo>
                <a:cubicBezTo>
                  <a:pt x="809520" y="66379"/>
                  <a:pt x="809557" y="65326"/>
                  <a:pt x="809557" y="64297"/>
                </a:cubicBezTo>
                <a:cubicBezTo>
                  <a:pt x="809557" y="58468"/>
                  <a:pt x="808601" y="53766"/>
                  <a:pt x="806691" y="50190"/>
                </a:cubicBezTo>
                <a:cubicBezTo>
                  <a:pt x="804780" y="46614"/>
                  <a:pt x="801424" y="44826"/>
                  <a:pt x="796624" y="44826"/>
                </a:cubicBezTo>
                <a:cubicBezTo>
                  <a:pt x="794468" y="44826"/>
                  <a:pt x="792484" y="45217"/>
                  <a:pt x="790670" y="46001"/>
                </a:cubicBezTo>
                <a:cubicBezTo>
                  <a:pt x="788858" y="46784"/>
                  <a:pt x="787254" y="48119"/>
                  <a:pt x="785858" y="50006"/>
                </a:cubicBezTo>
                <a:cubicBezTo>
                  <a:pt x="784463" y="51891"/>
                  <a:pt x="783348" y="54500"/>
                  <a:pt x="782514" y="57832"/>
                </a:cubicBezTo>
                <a:cubicBezTo>
                  <a:pt x="781681" y="61163"/>
                  <a:pt x="781192" y="65400"/>
                  <a:pt x="781045" y="70543"/>
                </a:cubicBezTo>
                <a:close/>
                <a:moveTo>
                  <a:pt x="875251" y="119115"/>
                </a:moveTo>
                <a:lnTo>
                  <a:pt x="875251" y="110298"/>
                </a:lnTo>
                <a:lnTo>
                  <a:pt x="886786" y="108827"/>
                </a:lnTo>
                <a:lnTo>
                  <a:pt x="886786" y="21017"/>
                </a:lnTo>
                <a:lnTo>
                  <a:pt x="875471" y="19106"/>
                </a:lnTo>
                <a:lnTo>
                  <a:pt x="875471" y="9921"/>
                </a:lnTo>
                <a:lnTo>
                  <a:pt x="922646" y="9921"/>
                </a:lnTo>
                <a:lnTo>
                  <a:pt x="922646" y="19106"/>
                </a:lnTo>
                <a:lnTo>
                  <a:pt x="908539" y="21017"/>
                </a:lnTo>
                <a:lnTo>
                  <a:pt x="908539" y="108681"/>
                </a:lnTo>
                <a:lnTo>
                  <a:pt x="939694" y="107284"/>
                </a:lnTo>
                <a:lnTo>
                  <a:pt x="950057" y="79802"/>
                </a:lnTo>
                <a:lnTo>
                  <a:pt x="960930" y="81419"/>
                </a:lnTo>
                <a:lnTo>
                  <a:pt x="956376" y="119115"/>
                </a:lnTo>
                <a:lnTo>
                  <a:pt x="875251" y="119115"/>
                </a:lnTo>
                <a:close/>
                <a:moveTo>
                  <a:pt x="969529" y="78479"/>
                </a:moveTo>
                <a:cubicBezTo>
                  <a:pt x="969529" y="71277"/>
                  <a:pt x="970631" y="64983"/>
                  <a:pt x="972835" y="59595"/>
                </a:cubicBezTo>
                <a:cubicBezTo>
                  <a:pt x="975040" y="54205"/>
                  <a:pt x="978040" y="49722"/>
                  <a:pt x="981836" y="46146"/>
                </a:cubicBezTo>
                <a:cubicBezTo>
                  <a:pt x="985634" y="42570"/>
                  <a:pt x="989957" y="39876"/>
                  <a:pt x="994807" y="38064"/>
                </a:cubicBezTo>
                <a:cubicBezTo>
                  <a:pt x="999657" y="36251"/>
                  <a:pt x="1004727" y="35344"/>
                  <a:pt x="1010018" y="35344"/>
                </a:cubicBezTo>
                <a:cubicBezTo>
                  <a:pt x="1018345" y="35344"/>
                  <a:pt x="1025375" y="37084"/>
                  <a:pt x="1031107" y="40563"/>
                </a:cubicBezTo>
                <a:cubicBezTo>
                  <a:pt x="1036838" y="44041"/>
                  <a:pt x="1041211" y="48941"/>
                  <a:pt x="1044223" y="55260"/>
                </a:cubicBezTo>
                <a:cubicBezTo>
                  <a:pt x="1047235" y="61579"/>
                  <a:pt x="1048742" y="69025"/>
                  <a:pt x="1048742" y="77598"/>
                </a:cubicBezTo>
                <a:cubicBezTo>
                  <a:pt x="1048742" y="84898"/>
                  <a:pt x="1047639" y="91254"/>
                  <a:pt x="1045434" y="96668"/>
                </a:cubicBezTo>
                <a:cubicBezTo>
                  <a:pt x="1043230" y="102080"/>
                  <a:pt x="1040218" y="106574"/>
                  <a:pt x="1036397" y="110150"/>
                </a:cubicBezTo>
                <a:cubicBezTo>
                  <a:pt x="1032577" y="113726"/>
                  <a:pt x="1028241" y="116384"/>
                  <a:pt x="1023390" y="118124"/>
                </a:cubicBezTo>
                <a:cubicBezTo>
                  <a:pt x="1018540" y="119863"/>
                  <a:pt x="1013446" y="120732"/>
                  <a:pt x="1008107" y="120732"/>
                </a:cubicBezTo>
                <a:cubicBezTo>
                  <a:pt x="1001934" y="120732"/>
                  <a:pt x="996447" y="119740"/>
                  <a:pt x="991645" y="117756"/>
                </a:cubicBezTo>
                <a:cubicBezTo>
                  <a:pt x="986845" y="115773"/>
                  <a:pt x="982804" y="112943"/>
                  <a:pt x="979522" y="109269"/>
                </a:cubicBezTo>
                <a:cubicBezTo>
                  <a:pt x="976241" y="105594"/>
                  <a:pt x="973754" y="101148"/>
                  <a:pt x="972063" y="95932"/>
                </a:cubicBezTo>
                <a:cubicBezTo>
                  <a:pt x="970374" y="90715"/>
                  <a:pt x="969529" y="84897"/>
                  <a:pt x="969529" y="78479"/>
                </a:cubicBezTo>
                <a:moveTo>
                  <a:pt x="1009430" y="111179"/>
                </a:moveTo>
                <a:cubicBezTo>
                  <a:pt x="1013054" y="111179"/>
                  <a:pt x="1016079" y="110041"/>
                  <a:pt x="1018504" y="107764"/>
                </a:cubicBezTo>
                <a:cubicBezTo>
                  <a:pt x="1020929" y="105485"/>
                  <a:pt x="1022778" y="101971"/>
                  <a:pt x="1024052" y="97220"/>
                </a:cubicBezTo>
                <a:cubicBezTo>
                  <a:pt x="1025325" y="92467"/>
                  <a:pt x="1025962" y="86441"/>
                  <a:pt x="1025962" y="79140"/>
                </a:cubicBezTo>
                <a:cubicBezTo>
                  <a:pt x="1025962" y="73800"/>
                  <a:pt x="1025668" y="69012"/>
                  <a:pt x="1025081" y="64775"/>
                </a:cubicBezTo>
                <a:cubicBezTo>
                  <a:pt x="1024493" y="60538"/>
                  <a:pt x="1023538" y="56938"/>
                  <a:pt x="1022215" y="53975"/>
                </a:cubicBezTo>
                <a:cubicBezTo>
                  <a:pt x="1020892" y="51010"/>
                  <a:pt x="1019165" y="48757"/>
                  <a:pt x="1017035" y="47214"/>
                </a:cubicBezTo>
                <a:cubicBezTo>
                  <a:pt x="1014904" y="45669"/>
                  <a:pt x="1012296" y="44897"/>
                  <a:pt x="1009208" y="44897"/>
                </a:cubicBezTo>
                <a:cubicBezTo>
                  <a:pt x="1005583" y="44897"/>
                  <a:pt x="1002509" y="46036"/>
                  <a:pt x="999985" y="48315"/>
                </a:cubicBezTo>
                <a:cubicBezTo>
                  <a:pt x="997463" y="50593"/>
                  <a:pt x="995540" y="54096"/>
                  <a:pt x="994217" y="58823"/>
                </a:cubicBezTo>
                <a:cubicBezTo>
                  <a:pt x="992896" y="63550"/>
                  <a:pt x="992235" y="69588"/>
                  <a:pt x="992235" y="76936"/>
                </a:cubicBezTo>
                <a:cubicBezTo>
                  <a:pt x="992235" y="82326"/>
                  <a:pt x="992553" y="87139"/>
                  <a:pt x="993190" y="91378"/>
                </a:cubicBezTo>
                <a:cubicBezTo>
                  <a:pt x="993827" y="95615"/>
                  <a:pt x="994831" y="99203"/>
                  <a:pt x="996202" y="102142"/>
                </a:cubicBezTo>
                <a:cubicBezTo>
                  <a:pt x="997574" y="105081"/>
                  <a:pt x="999350" y="107322"/>
                  <a:pt x="1001530" y="108865"/>
                </a:cubicBezTo>
                <a:cubicBezTo>
                  <a:pt x="1003710" y="110408"/>
                  <a:pt x="1006343" y="111179"/>
                  <a:pt x="1009430" y="111179"/>
                </a:cubicBezTo>
                <a:close/>
                <a:moveTo>
                  <a:pt x="1090112" y="120732"/>
                </a:moveTo>
                <a:cubicBezTo>
                  <a:pt x="1085508" y="120732"/>
                  <a:pt x="1081222" y="120340"/>
                  <a:pt x="1077254" y="119555"/>
                </a:cubicBezTo>
                <a:cubicBezTo>
                  <a:pt x="1073286" y="118772"/>
                  <a:pt x="1069795" y="117902"/>
                  <a:pt x="1066781" y="116947"/>
                </a:cubicBezTo>
                <a:cubicBezTo>
                  <a:pt x="1063769" y="115992"/>
                  <a:pt x="1061405" y="115270"/>
                  <a:pt x="1059690" y="114781"/>
                </a:cubicBezTo>
                <a:lnTo>
                  <a:pt x="1059690" y="95526"/>
                </a:lnTo>
                <a:lnTo>
                  <a:pt x="1071964" y="95526"/>
                </a:lnTo>
                <a:lnTo>
                  <a:pt x="1075343" y="106990"/>
                </a:lnTo>
                <a:cubicBezTo>
                  <a:pt x="1075834" y="107775"/>
                  <a:pt x="1076789" y="108547"/>
                  <a:pt x="1078209" y="109307"/>
                </a:cubicBezTo>
                <a:cubicBezTo>
                  <a:pt x="1079629" y="110065"/>
                  <a:pt x="1081307" y="110677"/>
                  <a:pt x="1083241" y="111143"/>
                </a:cubicBezTo>
                <a:cubicBezTo>
                  <a:pt x="1085177" y="111608"/>
                  <a:pt x="1087125" y="111841"/>
                  <a:pt x="1089085" y="111841"/>
                </a:cubicBezTo>
                <a:cubicBezTo>
                  <a:pt x="1092318" y="111841"/>
                  <a:pt x="1094938" y="111400"/>
                  <a:pt x="1096945" y="110518"/>
                </a:cubicBezTo>
                <a:cubicBezTo>
                  <a:pt x="1098955" y="109636"/>
                  <a:pt x="1100449" y="108411"/>
                  <a:pt x="1101428" y="106844"/>
                </a:cubicBezTo>
                <a:cubicBezTo>
                  <a:pt x="1102409" y="105276"/>
                  <a:pt x="1102899" y="103512"/>
                  <a:pt x="1102899" y="101552"/>
                </a:cubicBezTo>
                <a:cubicBezTo>
                  <a:pt x="1102899" y="98907"/>
                  <a:pt x="1101907" y="96691"/>
                  <a:pt x="1099923" y="94903"/>
                </a:cubicBezTo>
                <a:cubicBezTo>
                  <a:pt x="1097939" y="93115"/>
                  <a:pt x="1095245" y="91438"/>
                  <a:pt x="1091839" y="89871"/>
                </a:cubicBezTo>
                <a:cubicBezTo>
                  <a:pt x="1088435" y="88303"/>
                  <a:pt x="1084504" y="86563"/>
                  <a:pt x="1080046" y="84653"/>
                </a:cubicBezTo>
                <a:cubicBezTo>
                  <a:pt x="1075736" y="82791"/>
                  <a:pt x="1072074" y="80673"/>
                  <a:pt x="1069060" y="78297"/>
                </a:cubicBezTo>
                <a:cubicBezTo>
                  <a:pt x="1066047" y="75920"/>
                  <a:pt x="1063770" y="73128"/>
                  <a:pt x="1062227" y="69919"/>
                </a:cubicBezTo>
                <a:cubicBezTo>
                  <a:pt x="1060684" y="66711"/>
                  <a:pt x="1059912" y="62926"/>
                  <a:pt x="1059912" y="58565"/>
                </a:cubicBezTo>
                <a:cubicBezTo>
                  <a:pt x="1059912" y="54107"/>
                  <a:pt x="1061223" y="50164"/>
                  <a:pt x="1063844" y="46736"/>
                </a:cubicBezTo>
                <a:cubicBezTo>
                  <a:pt x="1066464" y="43307"/>
                  <a:pt x="1070163" y="40600"/>
                  <a:pt x="1074940" y="38616"/>
                </a:cubicBezTo>
                <a:cubicBezTo>
                  <a:pt x="1079716" y="36632"/>
                  <a:pt x="1085313" y="35640"/>
                  <a:pt x="1091729" y="35640"/>
                </a:cubicBezTo>
                <a:cubicBezTo>
                  <a:pt x="1096482" y="35640"/>
                  <a:pt x="1100572" y="35959"/>
                  <a:pt x="1104000" y="36596"/>
                </a:cubicBezTo>
                <a:cubicBezTo>
                  <a:pt x="1107430" y="37232"/>
                  <a:pt x="1110308" y="37906"/>
                  <a:pt x="1112634" y="38616"/>
                </a:cubicBezTo>
                <a:cubicBezTo>
                  <a:pt x="1114962" y="39326"/>
                  <a:pt x="1116860" y="39804"/>
                  <a:pt x="1118330" y="40049"/>
                </a:cubicBezTo>
                <a:lnTo>
                  <a:pt x="1118330" y="59375"/>
                </a:lnTo>
                <a:lnTo>
                  <a:pt x="1106794" y="59375"/>
                </a:lnTo>
                <a:lnTo>
                  <a:pt x="1103341" y="48205"/>
                </a:lnTo>
                <a:cubicBezTo>
                  <a:pt x="1102948" y="47568"/>
                  <a:pt x="1102224" y="46956"/>
                  <a:pt x="1101170" y="46368"/>
                </a:cubicBezTo>
                <a:cubicBezTo>
                  <a:pt x="1100118" y="45779"/>
                  <a:pt x="1098832" y="45302"/>
                  <a:pt x="1097313" y="44935"/>
                </a:cubicBezTo>
                <a:cubicBezTo>
                  <a:pt x="1095796" y="44568"/>
                  <a:pt x="1094130" y="44384"/>
                  <a:pt x="1092317" y="44384"/>
                </a:cubicBezTo>
                <a:cubicBezTo>
                  <a:pt x="1089672" y="44384"/>
                  <a:pt x="1087358" y="44776"/>
                  <a:pt x="1085374" y="45561"/>
                </a:cubicBezTo>
                <a:cubicBezTo>
                  <a:pt x="1083390" y="46344"/>
                  <a:pt x="1081871" y="47459"/>
                  <a:pt x="1080817" y="48905"/>
                </a:cubicBezTo>
                <a:cubicBezTo>
                  <a:pt x="1079765" y="50349"/>
                  <a:pt x="1079238" y="52051"/>
                  <a:pt x="1079238" y="54011"/>
                </a:cubicBezTo>
                <a:cubicBezTo>
                  <a:pt x="1079238" y="56950"/>
                  <a:pt x="1080120" y="59338"/>
                  <a:pt x="1081882" y="61176"/>
                </a:cubicBezTo>
                <a:cubicBezTo>
                  <a:pt x="1083646" y="63012"/>
                  <a:pt x="1085973" y="64591"/>
                  <a:pt x="1088863" y="65914"/>
                </a:cubicBezTo>
                <a:cubicBezTo>
                  <a:pt x="1091755" y="67237"/>
                  <a:pt x="1094793" y="68560"/>
                  <a:pt x="1097977" y="69881"/>
                </a:cubicBezTo>
                <a:cubicBezTo>
                  <a:pt x="1101112" y="71204"/>
                  <a:pt x="1104186" y="72638"/>
                  <a:pt x="1107198" y="74182"/>
                </a:cubicBezTo>
                <a:cubicBezTo>
                  <a:pt x="1110211" y="75725"/>
                  <a:pt x="1112929" y="77488"/>
                  <a:pt x="1115354" y="79472"/>
                </a:cubicBezTo>
                <a:cubicBezTo>
                  <a:pt x="1117779" y="81456"/>
                  <a:pt x="1119702" y="83820"/>
                  <a:pt x="1121122" y="86563"/>
                </a:cubicBezTo>
                <a:cubicBezTo>
                  <a:pt x="1122544" y="89306"/>
                  <a:pt x="1123254" y="92564"/>
                  <a:pt x="1123254" y="96336"/>
                </a:cubicBezTo>
                <a:cubicBezTo>
                  <a:pt x="1123254" y="100891"/>
                  <a:pt x="1122054" y="105018"/>
                  <a:pt x="1119653" y="108717"/>
                </a:cubicBezTo>
                <a:cubicBezTo>
                  <a:pt x="1117252" y="112416"/>
                  <a:pt x="1113590" y="115343"/>
                  <a:pt x="1108667" y="117499"/>
                </a:cubicBezTo>
                <a:cubicBezTo>
                  <a:pt x="1103744" y="119654"/>
                  <a:pt x="1097559" y="120732"/>
                  <a:pt x="1090112" y="120732"/>
                </a:cubicBezTo>
                <a:close/>
                <a:moveTo>
                  <a:pt x="1165211" y="120732"/>
                </a:moveTo>
                <a:cubicBezTo>
                  <a:pt x="1160607" y="120732"/>
                  <a:pt x="1156320" y="120340"/>
                  <a:pt x="1152353" y="119555"/>
                </a:cubicBezTo>
                <a:cubicBezTo>
                  <a:pt x="1148385" y="118772"/>
                  <a:pt x="1144894" y="117902"/>
                  <a:pt x="1141880" y="116947"/>
                </a:cubicBezTo>
                <a:cubicBezTo>
                  <a:pt x="1138868" y="115992"/>
                  <a:pt x="1136504" y="115270"/>
                  <a:pt x="1134789" y="114781"/>
                </a:cubicBezTo>
                <a:lnTo>
                  <a:pt x="1134789" y="95526"/>
                </a:lnTo>
                <a:lnTo>
                  <a:pt x="1147063" y="95526"/>
                </a:lnTo>
                <a:lnTo>
                  <a:pt x="1150442" y="106990"/>
                </a:lnTo>
                <a:cubicBezTo>
                  <a:pt x="1150932" y="107775"/>
                  <a:pt x="1151888" y="108547"/>
                  <a:pt x="1153308" y="109307"/>
                </a:cubicBezTo>
                <a:cubicBezTo>
                  <a:pt x="1154728" y="110065"/>
                  <a:pt x="1156406" y="110677"/>
                  <a:pt x="1158340" y="111143"/>
                </a:cubicBezTo>
                <a:cubicBezTo>
                  <a:pt x="1160276" y="111608"/>
                  <a:pt x="1162224" y="111841"/>
                  <a:pt x="1164184" y="111841"/>
                </a:cubicBezTo>
                <a:cubicBezTo>
                  <a:pt x="1167416" y="111841"/>
                  <a:pt x="1170036" y="111400"/>
                  <a:pt x="1172044" y="110518"/>
                </a:cubicBezTo>
                <a:cubicBezTo>
                  <a:pt x="1174054" y="109636"/>
                  <a:pt x="1175548" y="108411"/>
                  <a:pt x="1176527" y="106844"/>
                </a:cubicBezTo>
                <a:cubicBezTo>
                  <a:pt x="1177508" y="105276"/>
                  <a:pt x="1177998" y="103512"/>
                  <a:pt x="1177998" y="101552"/>
                </a:cubicBezTo>
                <a:cubicBezTo>
                  <a:pt x="1177998" y="98907"/>
                  <a:pt x="1177006" y="96691"/>
                  <a:pt x="1175022" y="94903"/>
                </a:cubicBezTo>
                <a:cubicBezTo>
                  <a:pt x="1173038" y="93115"/>
                  <a:pt x="1170344" y="91438"/>
                  <a:pt x="1166938" y="89871"/>
                </a:cubicBezTo>
                <a:cubicBezTo>
                  <a:pt x="1163534" y="88303"/>
                  <a:pt x="1159603" y="86563"/>
                  <a:pt x="1155145" y="84653"/>
                </a:cubicBezTo>
                <a:cubicBezTo>
                  <a:pt x="1150835" y="82791"/>
                  <a:pt x="1147173" y="80673"/>
                  <a:pt x="1144159" y="78297"/>
                </a:cubicBezTo>
                <a:cubicBezTo>
                  <a:pt x="1141146" y="75920"/>
                  <a:pt x="1138869" y="73128"/>
                  <a:pt x="1137326" y="69919"/>
                </a:cubicBezTo>
                <a:cubicBezTo>
                  <a:pt x="1135783" y="66711"/>
                  <a:pt x="1135011" y="62926"/>
                  <a:pt x="1135011" y="58565"/>
                </a:cubicBezTo>
                <a:cubicBezTo>
                  <a:pt x="1135011" y="54107"/>
                  <a:pt x="1136322" y="50164"/>
                  <a:pt x="1138943" y="46736"/>
                </a:cubicBezTo>
                <a:cubicBezTo>
                  <a:pt x="1141563" y="43307"/>
                  <a:pt x="1145262" y="40600"/>
                  <a:pt x="1150038" y="38616"/>
                </a:cubicBezTo>
                <a:cubicBezTo>
                  <a:pt x="1154815" y="36632"/>
                  <a:pt x="1160412" y="35640"/>
                  <a:pt x="1166828" y="35640"/>
                </a:cubicBezTo>
                <a:cubicBezTo>
                  <a:pt x="1171581" y="35640"/>
                  <a:pt x="1175671" y="35959"/>
                  <a:pt x="1179099" y="36596"/>
                </a:cubicBezTo>
                <a:cubicBezTo>
                  <a:pt x="1182529" y="37232"/>
                  <a:pt x="1185407" y="37906"/>
                  <a:pt x="1187733" y="38616"/>
                </a:cubicBezTo>
                <a:cubicBezTo>
                  <a:pt x="1190061" y="39326"/>
                  <a:pt x="1191959" y="39804"/>
                  <a:pt x="1193429" y="40049"/>
                </a:cubicBezTo>
                <a:lnTo>
                  <a:pt x="1193429" y="59375"/>
                </a:lnTo>
                <a:lnTo>
                  <a:pt x="1181893" y="59375"/>
                </a:lnTo>
                <a:lnTo>
                  <a:pt x="1178440" y="48205"/>
                </a:lnTo>
                <a:cubicBezTo>
                  <a:pt x="1178047" y="47568"/>
                  <a:pt x="1177323" y="46956"/>
                  <a:pt x="1176269" y="46368"/>
                </a:cubicBezTo>
                <a:cubicBezTo>
                  <a:pt x="1175217" y="45779"/>
                  <a:pt x="1173931" y="45302"/>
                  <a:pt x="1172412" y="44935"/>
                </a:cubicBezTo>
                <a:cubicBezTo>
                  <a:pt x="1170895" y="44568"/>
                  <a:pt x="1169229" y="44384"/>
                  <a:pt x="1167416" y="44384"/>
                </a:cubicBezTo>
                <a:cubicBezTo>
                  <a:pt x="1164771" y="44384"/>
                  <a:pt x="1162457" y="44776"/>
                  <a:pt x="1160473" y="45561"/>
                </a:cubicBezTo>
                <a:cubicBezTo>
                  <a:pt x="1158489" y="46344"/>
                  <a:pt x="1156970" y="47459"/>
                  <a:pt x="1155916" y="48905"/>
                </a:cubicBezTo>
                <a:cubicBezTo>
                  <a:pt x="1154864" y="50349"/>
                  <a:pt x="1154337" y="52051"/>
                  <a:pt x="1154337" y="54011"/>
                </a:cubicBezTo>
                <a:cubicBezTo>
                  <a:pt x="1154337" y="56950"/>
                  <a:pt x="1155219" y="59338"/>
                  <a:pt x="1156981" y="61176"/>
                </a:cubicBezTo>
                <a:cubicBezTo>
                  <a:pt x="1158745" y="63012"/>
                  <a:pt x="1161072" y="64591"/>
                  <a:pt x="1163962" y="65914"/>
                </a:cubicBezTo>
                <a:cubicBezTo>
                  <a:pt x="1166854" y="67237"/>
                  <a:pt x="1169891" y="68560"/>
                  <a:pt x="1173076" y="69881"/>
                </a:cubicBezTo>
                <a:cubicBezTo>
                  <a:pt x="1176211" y="71204"/>
                  <a:pt x="1179285" y="72638"/>
                  <a:pt x="1182297" y="74182"/>
                </a:cubicBezTo>
                <a:cubicBezTo>
                  <a:pt x="1185309" y="75725"/>
                  <a:pt x="1188028" y="77488"/>
                  <a:pt x="1190453" y="79472"/>
                </a:cubicBezTo>
                <a:cubicBezTo>
                  <a:pt x="1192878" y="81456"/>
                  <a:pt x="1194800" y="83820"/>
                  <a:pt x="1196221" y="86563"/>
                </a:cubicBezTo>
                <a:cubicBezTo>
                  <a:pt x="1197642" y="89306"/>
                  <a:pt x="1198353" y="92564"/>
                  <a:pt x="1198353" y="96336"/>
                </a:cubicBezTo>
                <a:cubicBezTo>
                  <a:pt x="1198353" y="100891"/>
                  <a:pt x="1197153" y="105018"/>
                  <a:pt x="1194752" y="108717"/>
                </a:cubicBezTo>
                <a:cubicBezTo>
                  <a:pt x="1192351" y="112416"/>
                  <a:pt x="1188689" y="115343"/>
                  <a:pt x="1183766" y="117499"/>
                </a:cubicBezTo>
                <a:cubicBezTo>
                  <a:pt x="1178843" y="119654"/>
                  <a:pt x="1172658" y="120732"/>
                  <a:pt x="1165211" y="1207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07A1F9-EC72-47F3-BE44-50ED5386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388" y="3726455"/>
            <a:ext cx="2346597" cy="311795"/>
          </a:xfrm>
          <a:custGeom xmlns:a="http://schemas.openxmlformats.org/drawingml/2006/main">
            <a:pathLst>
              <a:path w="2346597" h="311795">
                <a:moveTo>
                  <a:pt x="0" y="0"/>
                </a:moveTo>
                <a:lnTo>
                  <a:pt x="2346597" y="0"/>
                </a:lnTo>
                <a:lnTo>
                  <a:pt x="2346597" y="311795"/>
                </a:lnTo>
                <a:lnTo>
                  <a:pt x="0" y="3117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Text BinaryClassiﬁcationLoss">
            <a:extLst xmlns:a="http://schemas.openxmlformats.org/drawingml/2006/main">
              <a:ext uri="{FF2B5EF4-FFF2-40B4-BE49-F238E27FC236}">
                <a16:creationId xmlns:a16="http://schemas.microsoft.com/office/drawing/2014/main" id="{53A17255-3A83-463E-BAAC-F9E5D5B7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535" y="3806826"/>
            <a:ext cx="1873145" cy="159900"/>
          </a:xfrm>
          <a:custGeom xmlns:a="http://schemas.openxmlformats.org/drawingml/2006/main">
            <a:pathLst>
              <a:path w="1873145" h="159900">
                <a:moveTo>
                  <a:pt x="11683" y="112356"/>
                </a:moveTo>
                <a:lnTo>
                  <a:pt x="11683" y="24690"/>
                </a:lnTo>
                <a:lnTo>
                  <a:pt x="294" y="22782"/>
                </a:lnTo>
                <a:lnTo>
                  <a:pt x="294" y="13522"/>
                </a:lnTo>
                <a:lnTo>
                  <a:pt x="22192" y="13522"/>
                </a:lnTo>
                <a:cubicBezTo>
                  <a:pt x="25278" y="13522"/>
                  <a:pt x="28131" y="13436"/>
                  <a:pt x="30752" y="13264"/>
                </a:cubicBezTo>
                <a:cubicBezTo>
                  <a:pt x="33372" y="13093"/>
                  <a:pt x="35920" y="12909"/>
                  <a:pt x="38394" y="12713"/>
                </a:cubicBezTo>
                <a:cubicBezTo>
                  <a:pt x="40868" y="12517"/>
                  <a:pt x="43330" y="12419"/>
                  <a:pt x="45779" y="12419"/>
                </a:cubicBezTo>
                <a:cubicBezTo>
                  <a:pt x="53617" y="12419"/>
                  <a:pt x="60120" y="12995"/>
                  <a:pt x="65288" y="14146"/>
                </a:cubicBezTo>
                <a:cubicBezTo>
                  <a:pt x="70457" y="15297"/>
                  <a:pt x="74547" y="16963"/>
                  <a:pt x="77559" y="19144"/>
                </a:cubicBezTo>
                <a:cubicBezTo>
                  <a:pt x="80573" y="21324"/>
                  <a:pt x="82716" y="23945"/>
                  <a:pt x="83989" y="27007"/>
                </a:cubicBezTo>
                <a:cubicBezTo>
                  <a:pt x="85262" y="30068"/>
                  <a:pt x="85899" y="33510"/>
                  <a:pt x="85899" y="37331"/>
                </a:cubicBezTo>
                <a:cubicBezTo>
                  <a:pt x="85899" y="42229"/>
                  <a:pt x="84895" y="46576"/>
                  <a:pt x="82885" y="50374"/>
                </a:cubicBezTo>
                <a:cubicBezTo>
                  <a:pt x="80878" y="54169"/>
                  <a:pt x="78098" y="57280"/>
                  <a:pt x="74546" y="59705"/>
                </a:cubicBezTo>
                <a:cubicBezTo>
                  <a:pt x="70995" y="62129"/>
                  <a:pt x="66917" y="63710"/>
                  <a:pt x="62313" y="64445"/>
                </a:cubicBezTo>
                <a:cubicBezTo>
                  <a:pt x="68681" y="64347"/>
                  <a:pt x="74180" y="65290"/>
                  <a:pt x="78809" y="67275"/>
                </a:cubicBezTo>
                <a:cubicBezTo>
                  <a:pt x="83439" y="69259"/>
                  <a:pt x="87015" y="72162"/>
                  <a:pt x="89537" y="75983"/>
                </a:cubicBezTo>
                <a:cubicBezTo>
                  <a:pt x="92060" y="79803"/>
                  <a:pt x="93322" y="84407"/>
                  <a:pt x="93322" y="89797"/>
                </a:cubicBezTo>
                <a:cubicBezTo>
                  <a:pt x="93322" y="94401"/>
                  <a:pt x="92575" y="98749"/>
                  <a:pt x="91080" y="102839"/>
                </a:cubicBezTo>
                <a:cubicBezTo>
                  <a:pt x="89586" y="106930"/>
                  <a:pt x="87076" y="110530"/>
                  <a:pt x="83549" y="113641"/>
                </a:cubicBezTo>
                <a:cubicBezTo>
                  <a:pt x="80022" y="116753"/>
                  <a:pt x="75258" y="119190"/>
                  <a:pt x="69255" y="120954"/>
                </a:cubicBezTo>
                <a:cubicBezTo>
                  <a:pt x="63254" y="122717"/>
                  <a:pt x="55747" y="123598"/>
                  <a:pt x="46734" y="123598"/>
                </a:cubicBezTo>
                <a:cubicBezTo>
                  <a:pt x="43403" y="123598"/>
                  <a:pt x="40537" y="123525"/>
                  <a:pt x="38136" y="123378"/>
                </a:cubicBezTo>
                <a:cubicBezTo>
                  <a:pt x="35737" y="123232"/>
                  <a:pt x="33324" y="123085"/>
                  <a:pt x="30900" y="122937"/>
                </a:cubicBezTo>
                <a:cubicBezTo>
                  <a:pt x="28475" y="122790"/>
                  <a:pt x="25596" y="122717"/>
                  <a:pt x="22264" y="122717"/>
                </a:cubicBezTo>
                <a:lnTo>
                  <a:pt x="0" y="122717"/>
                </a:lnTo>
                <a:lnTo>
                  <a:pt x="0" y="113899"/>
                </a:lnTo>
                <a:lnTo>
                  <a:pt x="11683" y="112356"/>
                </a:lnTo>
                <a:moveTo>
                  <a:pt x="33140" y="61066"/>
                </a:moveTo>
                <a:cubicBezTo>
                  <a:pt x="33923" y="61114"/>
                  <a:pt x="34890" y="61162"/>
                  <a:pt x="36042" y="61212"/>
                </a:cubicBezTo>
                <a:cubicBezTo>
                  <a:pt x="37193" y="61261"/>
                  <a:pt x="38417" y="61286"/>
                  <a:pt x="39715" y="61286"/>
                </a:cubicBezTo>
                <a:cubicBezTo>
                  <a:pt x="41014" y="61286"/>
                  <a:pt x="42276" y="61286"/>
                  <a:pt x="43500" y="61286"/>
                </a:cubicBezTo>
                <a:cubicBezTo>
                  <a:pt x="44726" y="61286"/>
                  <a:pt x="45779" y="61286"/>
                  <a:pt x="46660" y="61286"/>
                </a:cubicBezTo>
                <a:cubicBezTo>
                  <a:pt x="50726" y="61286"/>
                  <a:pt x="54045" y="60428"/>
                  <a:pt x="56617" y="58713"/>
                </a:cubicBezTo>
                <a:cubicBezTo>
                  <a:pt x="59190" y="56999"/>
                  <a:pt x="61113" y="54537"/>
                  <a:pt x="62387" y="51329"/>
                </a:cubicBezTo>
                <a:cubicBezTo>
                  <a:pt x="63660" y="48121"/>
                  <a:pt x="64297" y="44311"/>
                  <a:pt x="64297" y="39901"/>
                </a:cubicBezTo>
                <a:cubicBezTo>
                  <a:pt x="64297" y="33582"/>
                  <a:pt x="62815" y="28916"/>
                  <a:pt x="59850" y="25903"/>
                </a:cubicBezTo>
                <a:cubicBezTo>
                  <a:pt x="56887" y="22891"/>
                  <a:pt x="51805" y="21385"/>
                  <a:pt x="44604" y="21385"/>
                </a:cubicBezTo>
                <a:cubicBezTo>
                  <a:pt x="43427" y="21385"/>
                  <a:pt x="42079" y="21434"/>
                  <a:pt x="40560" y="21533"/>
                </a:cubicBezTo>
                <a:cubicBezTo>
                  <a:pt x="39043" y="21630"/>
                  <a:pt x="37598" y="21740"/>
                  <a:pt x="36226" y="21862"/>
                </a:cubicBezTo>
                <a:cubicBezTo>
                  <a:pt x="34855" y="21985"/>
                  <a:pt x="33826" y="22071"/>
                  <a:pt x="33140" y="22120"/>
                </a:cubicBezTo>
                <a:lnTo>
                  <a:pt x="33140" y="61066"/>
                </a:lnTo>
                <a:moveTo>
                  <a:pt x="33140" y="113090"/>
                </a:moveTo>
                <a:cubicBezTo>
                  <a:pt x="33973" y="113434"/>
                  <a:pt x="35136" y="113692"/>
                  <a:pt x="36629" y="113863"/>
                </a:cubicBezTo>
                <a:cubicBezTo>
                  <a:pt x="38124" y="114034"/>
                  <a:pt x="39716" y="114144"/>
                  <a:pt x="41406" y="114193"/>
                </a:cubicBezTo>
                <a:cubicBezTo>
                  <a:pt x="43097" y="114242"/>
                  <a:pt x="44652" y="114267"/>
                  <a:pt x="46072" y="114267"/>
                </a:cubicBezTo>
                <a:cubicBezTo>
                  <a:pt x="51755" y="114267"/>
                  <a:pt x="56323" y="113348"/>
                  <a:pt x="59776" y="111511"/>
                </a:cubicBezTo>
                <a:cubicBezTo>
                  <a:pt x="63231" y="109674"/>
                  <a:pt x="65718" y="107041"/>
                  <a:pt x="67235" y="103613"/>
                </a:cubicBezTo>
                <a:cubicBezTo>
                  <a:pt x="68754" y="100183"/>
                  <a:pt x="69513" y="96117"/>
                  <a:pt x="69513" y="91414"/>
                </a:cubicBezTo>
                <a:cubicBezTo>
                  <a:pt x="69513" y="84163"/>
                  <a:pt x="67823" y="79019"/>
                  <a:pt x="64443" y="75983"/>
                </a:cubicBezTo>
                <a:cubicBezTo>
                  <a:pt x="61063" y="72945"/>
                  <a:pt x="55748" y="71426"/>
                  <a:pt x="48499" y="71426"/>
                </a:cubicBezTo>
                <a:cubicBezTo>
                  <a:pt x="47372" y="71426"/>
                  <a:pt x="46085" y="71439"/>
                  <a:pt x="44639" y="71464"/>
                </a:cubicBezTo>
                <a:cubicBezTo>
                  <a:pt x="43195" y="71488"/>
                  <a:pt x="41726" y="71500"/>
                  <a:pt x="40231" y="71500"/>
                </a:cubicBezTo>
                <a:cubicBezTo>
                  <a:pt x="38737" y="71500"/>
                  <a:pt x="37377" y="71512"/>
                  <a:pt x="36152" y="71536"/>
                </a:cubicBezTo>
                <a:cubicBezTo>
                  <a:pt x="34927" y="71560"/>
                  <a:pt x="33923" y="71621"/>
                  <a:pt x="33140" y="71720"/>
                </a:cubicBezTo>
                <a:lnTo>
                  <a:pt x="33140" y="113090"/>
                </a:lnTo>
                <a:close/>
                <a:moveTo>
                  <a:pt x="101625" y="122717"/>
                </a:moveTo>
                <a:lnTo>
                  <a:pt x="101625" y="113899"/>
                </a:lnTo>
                <a:lnTo>
                  <a:pt x="111840" y="112576"/>
                </a:lnTo>
                <a:lnTo>
                  <a:pt x="111840" y="55040"/>
                </a:lnTo>
                <a:lnTo>
                  <a:pt x="101479" y="52246"/>
                </a:lnTo>
                <a:lnTo>
                  <a:pt x="101479" y="42401"/>
                </a:lnTo>
                <a:lnTo>
                  <a:pt x="128448" y="39168"/>
                </a:lnTo>
                <a:lnTo>
                  <a:pt x="128741" y="39168"/>
                </a:lnTo>
                <a:lnTo>
                  <a:pt x="132856" y="42034"/>
                </a:lnTo>
                <a:lnTo>
                  <a:pt x="132856" y="112650"/>
                </a:lnTo>
                <a:lnTo>
                  <a:pt x="142775" y="113899"/>
                </a:lnTo>
                <a:lnTo>
                  <a:pt x="142775" y="122717"/>
                </a:lnTo>
                <a:lnTo>
                  <a:pt x="101625" y="122717"/>
                </a:lnTo>
                <a:moveTo>
                  <a:pt x="120583" y="27704"/>
                </a:moveTo>
                <a:cubicBezTo>
                  <a:pt x="116861" y="27704"/>
                  <a:pt x="114019" y="26553"/>
                  <a:pt x="112059" y="24251"/>
                </a:cubicBezTo>
                <a:cubicBezTo>
                  <a:pt x="110099" y="21948"/>
                  <a:pt x="109119" y="19351"/>
                  <a:pt x="109119" y="16460"/>
                </a:cubicBezTo>
                <a:cubicBezTo>
                  <a:pt x="109119" y="12983"/>
                  <a:pt x="110185" y="9970"/>
                  <a:pt x="112315" y="7423"/>
                </a:cubicBezTo>
                <a:cubicBezTo>
                  <a:pt x="114447" y="4875"/>
                  <a:pt x="117619" y="3601"/>
                  <a:pt x="121832" y="3601"/>
                </a:cubicBezTo>
                <a:lnTo>
                  <a:pt x="121980" y="3601"/>
                </a:lnTo>
                <a:cubicBezTo>
                  <a:pt x="125703" y="3601"/>
                  <a:pt x="128543" y="4716"/>
                  <a:pt x="130502" y="6945"/>
                </a:cubicBezTo>
                <a:cubicBezTo>
                  <a:pt x="132462" y="9174"/>
                  <a:pt x="133442" y="11709"/>
                  <a:pt x="133442" y="14549"/>
                </a:cubicBezTo>
                <a:cubicBezTo>
                  <a:pt x="133442" y="18028"/>
                  <a:pt x="132377" y="21091"/>
                  <a:pt x="130246" y="23737"/>
                </a:cubicBezTo>
                <a:cubicBezTo>
                  <a:pt x="128116" y="26382"/>
                  <a:pt x="124944" y="27704"/>
                  <a:pt x="120731" y="27704"/>
                </a:cubicBezTo>
                <a:lnTo>
                  <a:pt x="120583" y="27704"/>
                </a:lnTo>
                <a:close/>
                <a:moveTo>
                  <a:pt x="160486" y="112576"/>
                </a:moveTo>
                <a:lnTo>
                  <a:pt x="160486" y="55040"/>
                </a:lnTo>
                <a:lnTo>
                  <a:pt x="151153" y="52320"/>
                </a:lnTo>
                <a:lnTo>
                  <a:pt x="151153" y="42105"/>
                </a:lnTo>
                <a:lnTo>
                  <a:pt x="175697" y="39168"/>
                </a:lnTo>
                <a:lnTo>
                  <a:pt x="176136" y="39168"/>
                </a:lnTo>
                <a:lnTo>
                  <a:pt x="179738" y="42034"/>
                </a:lnTo>
                <a:lnTo>
                  <a:pt x="179738" y="47691"/>
                </a:lnTo>
                <a:lnTo>
                  <a:pt x="179592" y="51219"/>
                </a:lnTo>
                <a:cubicBezTo>
                  <a:pt x="181649" y="49308"/>
                  <a:pt x="184257" y="47447"/>
                  <a:pt x="187416" y="45635"/>
                </a:cubicBezTo>
                <a:cubicBezTo>
                  <a:pt x="190577" y="43822"/>
                  <a:pt x="194055" y="42315"/>
                  <a:pt x="197851" y="41114"/>
                </a:cubicBezTo>
                <a:cubicBezTo>
                  <a:pt x="201648" y="39914"/>
                  <a:pt x="205555" y="39313"/>
                  <a:pt x="209572" y="39313"/>
                </a:cubicBezTo>
                <a:cubicBezTo>
                  <a:pt x="215500" y="39313"/>
                  <a:pt x="220264" y="40391"/>
                  <a:pt x="223864" y="42547"/>
                </a:cubicBezTo>
                <a:cubicBezTo>
                  <a:pt x="227465" y="44703"/>
                  <a:pt x="230074" y="48157"/>
                  <a:pt x="231690" y="52910"/>
                </a:cubicBezTo>
                <a:cubicBezTo>
                  <a:pt x="233306" y="57661"/>
                  <a:pt x="234114" y="63906"/>
                  <a:pt x="234114" y="71646"/>
                </a:cubicBezTo>
                <a:lnTo>
                  <a:pt x="234114" y="112650"/>
                </a:lnTo>
                <a:lnTo>
                  <a:pt x="243080" y="113825"/>
                </a:lnTo>
                <a:lnTo>
                  <a:pt x="243080" y="122717"/>
                </a:lnTo>
                <a:lnTo>
                  <a:pt x="205015" y="122717"/>
                </a:lnTo>
                <a:lnTo>
                  <a:pt x="205015" y="113899"/>
                </a:lnTo>
                <a:lnTo>
                  <a:pt x="212878" y="112650"/>
                </a:lnTo>
                <a:lnTo>
                  <a:pt x="212878" y="72088"/>
                </a:lnTo>
                <a:cubicBezTo>
                  <a:pt x="212878" y="67238"/>
                  <a:pt x="212473" y="63343"/>
                  <a:pt x="211665" y="60404"/>
                </a:cubicBezTo>
                <a:cubicBezTo>
                  <a:pt x="210857" y="57465"/>
                  <a:pt x="209474" y="55310"/>
                  <a:pt x="207514" y="53939"/>
                </a:cubicBezTo>
                <a:cubicBezTo>
                  <a:pt x="205555" y="52567"/>
                  <a:pt x="202861" y="51880"/>
                  <a:pt x="199432" y="51880"/>
                </a:cubicBezTo>
                <a:cubicBezTo>
                  <a:pt x="197129" y="51880"/>
                  <a:pt x="194876" y="52272"/>
                  <a:pt x="192670" y="53056"/>
                </a:cubicBezTo>
                <a:cubicBezTo>
                  <a:pt x="190467" y="53839"/>
                  <a:pt x="188422" y="54794"/>
                  <a:pt x="186535" y="55921"/>
                </a:cubicBezTo>
                <a:cubicBezTo>
                  <a:pt x="184650" y="57049"/>
                  <a:pt x="183021" y="58127"/>
                  <a:pt x="181649" y="59155"/>
                </a:cubicBezTo>
                <a:lnTo>
                  <a:pt x="181649" y="112576"/>
                </a:lnTo>
                <a:lnTo>
                  <a:pt x="190466" y="113899"/>
                </a:lnTo>
                <a:lnTo>
                  <a:pt x="190466" y="122717"/>
                </a:lnTo>
                <a:lnTo>
                  <a:pt x="151962" y="122717"/>
                </a:lnTo>
                <a:lnTo>
                  <a:pt x="151962" y="113899"/>
                </a:lnTo>
                <a:lnTo>
                  <a:pt x="160486" y="112576"/>
                </a:lnTo>
                <a:close/>
                <a:moveTo>
                  <a:pt x="273428" y="124334"/>
                </a:moveTo>
                <a:cubicBezTo>
                  <a:pt x="269020" y="124334"/>
                  <a:pt x="264929" y="123403"/>
                  <a:pt x="261155" y="121542"/>
                </a:cubicBezTo>
                <a:cubicBezTo>
                  <a:pt x="257383" y="119681"/>
                  <a:pt x="254358" y="116913"/>
                  <a:pt x="252080" y="113238"/>
                </a:cubicBezTo>
                <a:cubicBezTo>
                  <a:pt x="249803" y="109563"/>
                  <a:pt x="248664" y="105056"/>
                  <a:pt x="248664" y="99718"/>
                </a:cubicBezTo>
                <a:cubicBezTo>
                  <a:pt x="248664" y="95112"/>
                  <a:pt x="249913" y="91106"/>
                  <a:pt x="252412" y="87702"/>
                </a:cubicBezTo>
                <a:cubicBezTo>
                  <a:pt x="254910" y="84298"/>
                  <a:pt x="258363" y="81506"/>
                  <a:pt x="262772" y="79327"/>
                </a:cubicBezTo>
                <a:cubicBezTo>
                  <a:pt x="267182" y="77145"/>
                  <a:pt x="272290" y="75504"/>
                  <a:pt x="278095" y="74402"/>
                </a:cubicBezTo>
                <a:cubicBezTo>
                  <a:pt x="283900" y="73300"/>
                  <a:pt x="290134" y="72725"/>
                  <a:pt x="296795" y="72675"/>
                </a:cubicBezTo>
                <a:lnTo>
                  <a:pt x="296795" y="68928"/>
                </a:lnTo>
                <a:cubicBezTo>
                  <a:pt x="296795" y="65156"/>
                  <a:pt x="296403" y="62131"/>
                  <a:pt x="295618" y="59853"/>
                </a:cubicBezTo>
                <a:cubicBezTo>
                  <a:pt x="294835" y="57574"/>
                  <a:pt x="293340" y="55909"/>
                  <a:pt x="291135" y="54856"/>
                </a:cubicBezTo>
                <a:cubicBezTo>
                  <a:pt x="288932" y="53802"/>
                  <a:pt x="285723" y="53275"/>
                  <a:pt x="281510" y="53275"/>
                </a:cubicBezTo>
                <a:cubicBezTo>
                  <a:pt x="275828" y="53275"/>
                  <a:pt x="270880" y="54084"/>
                  <a:pt x="266667" y="55702"/>
                </a:cubicBezTo>
                <a:cubicBezTo>
                  <a:pt x="262454" y="57318"/>
                  <a:pt x="259172" y="58713"/>
                  <a:pt x="256820" y="59888"/>
                </a:cubicBezTo>
                <a:lnTo>
                  <a:pt x="252118" y="50338"/>
                </a:lnTo>
                <a:cubicBezTo>
                  <a:pt x="253294" y="49357"/>
                  <a:pt x="255560" y="47985"/>
                  <a:pt x="258915" y="46223"/>
                </a:cubicBezTo>
                <a:cubicBezTo>
                  <a:pt x="262271" y="44459"/>
                  <a:pt x="266362" y="42854"/>
                  <a:pt x="271186" y="41410"/>
                </a:cubicBezTo>
                <a:cubicBezTo>
                  <a:pt x="276012" y="39965"/>
                  <a:pt x="281241" y="39242"/>
                  <a:pt x="286875" y="39242"/>
                </a:cubicBezTo>
                <a:cubicBezTo>
                  <a:pt x="294370" y="39242"/>
                  <a:pt x="300262" y="40307"/>
                  <a:pt x="304548" y="42437"/>
                </a:cubicBezTo>
                <a:cubicBezTo>
                  <a:pt x="308834" y="44568"/>
                  <a:pt x="311896" y="47825"/>
                  <a:pt x="313733" y="52210"/>
                </a:cubicBezTo>
                <a:cubicBezTo>
                  <a:pt x="315570" y="56595"/>
                  <a:pt x="316489" y="62168"/>
                  <a:pt x="316489" y="68928"/>
                </a:cubicBezTo>
                <a:lnTo>
                  <a:pt x="316489" y="113680"/>
                </a:lnTo>
                <a:lnTo>
                  <a:pt x="324499" y="113680"/>
                </a:lnTo>
                <a:lnTo>
                  <a:pt x="324499" y="121910"/>
                </a:lnTo>
                <a:cubicBezTo>
                  <a:pt x="323372" y="122203"/>
                  <a:pt x="321755" y="122520"/>
                  <a:pt x="319649" y="122863"/>
                </a:cubicBezTo>
                <a:cubicBezTo>
                  <a:pt x="317542" y="123207"/>
                  <a:pt x="315301" y="123501"/>
                  <a:pt x="312924" y="123746"/>
                </a:cubicBezTo>
                <a:cubicBezTo>
                  <a:pt x="310548" y="123991"/>
                  <a:pt x="308381" y="124114"/>
                  <a:pt x="306422" y="124114"/>
                </a:cubicBezTo>
                <a:cubicBezTo>
                  <a:pt x="303090" y="124114"/>
                  <a:pt x="300848" y="123624"/>
                  <a:pt x="299697" y="122645"/>
                </a:cubicBezTo>
                <a:cubicBezTo>
                  <a:pt x="298546" y="121664"/>
                  <a:pt x="297970" y="119680"/>
                  <a:pt x="297970" y="116691"/>
                </a:cubicBezTo>
                <a:lnTo>
                  <a:pt x="297970" y="112796"/>
                </a:lnTo>
                <a:cubicBezTo>
                  <a:pt x="296746" y="114218"/>
                  <a:pt x="294983" y="115847"/>
                  <a:pt x="292680" y="117685"/>
                </a:cubicBezTo>
                <a:cubicBezTo>
                  <a:pt x="290378" y="119521"/>
                  <a:pt x="287610" y="121088"/>
                  <a:pt x="284376" y="122387"/>
                </a:cubicBezTo>
                <a:cubicBezTo>
                  <a:pt x="281144" y="123685"/>
                  <a:pt x="277495" y="124334"/>
                  <a:pt x="273428" y="124334"/>
                </a:cubicBezTo>
                <a:moveTo>
                  <a:pt x="282982" y="112134"/>
                </a:moveTo>
                <a:cubicBezTo>
                  <a:pt x="285088" y="112134"/>
                  <a:pt x="287439" y="111522"/>
                  <a:pt x="290034" y="110298"/>
                </a:cubicBezTo>
                <a:cubicBezTo>
                  <a:pt x="292631" y="109073"/>
                  <a:pt x="294885" y="107579"/>
                  <a:pt x="296795" y="105815"/>
                </a:cubicBezTo>
                <a:lnTo>
                  <a:pt x="296795" y="81713"/>
                </a:lnTo>
                <a:cubicBezTo>
                  <a:pt x="290672" y="81713"/>
                  <a:pt x="285687" y="82448"/>
                  <a:pt x="281840" y="83919"/>
                </a:cubicBezTo>
                <a:cubicBezTo>
                  <a:pt x="277995" y="85389"/>
                  <a:pt x="275178" y="87324"/>
                  <a:pt x="273390" y="89725"/>
                </a:cubicBezTo>
                <a:cubicBezTo>
                  <a:pt x="271602" y="92125"/>
                  <a:pt x="270708" y="94769"/>
                  <a:pt x="270708" y="97659"/>
                </a:cubicBezTo>
                <a:cubicBezTo>
                  <a:pt x="270708" y="100843"/>
                  <a:pt x="271235" y="103514"/>
                  <a:pt x="272287" y="105669"/>
                </a:cubicBezTo>
                <a:cubicBezTo>
                  <a:pt x="273341" y="107825"/>
                  <a:pt x="274787" y="109442"/>
                  <a:pt x="276624" y="110520"/>
                </a:cubicBezTo>
                <a:cubicBezTo>
                  <a:pt x="278461" y="111596"/>
                  <a:pt x="280581" y="112134"/>
                  <a:pt x="282982" y="112134"/>
                </a:cubicBezTo>
                <a:close/>
                <a:moveTo>
                  <a:pt x="332730" y="122717"/>
                </a:moveTo>
                <a:lnTo>
                  <a:pt x="332730" y="113973"/>
                </a:lnTo>
                <a:lnTo>
                  <a:pt x="342429" y="112796"/>
                </a:lnTo>
                <a:lnTo>
                  <a:pt x="342429" y="55040"/>
                </a:lnTo>
                <a:lnTo>
                  <a:pt x="333024" y="52320"/>
                </a:lnTo>
                <a:lnTo>
                  <a:pt x="333024" y="42105"/>
                </a:lnTo>
                <a:lnTo>
                  <a:pt x="355875" y="39168"/>
                </a:lnTo>
                <a:lnTo>
                  <a:pt x="356317" y="39168"/>
                </a:lnTo>
                <a:lnTo>
                  <a:pt x="360138" y="42034"/>
                </a:lnTo>
                <a:lnTo>
                  <a:pt x="360138" y="45267"/>
                </a:lnTo>
                <a:lnTo>
                  <a:pt x="359696" y="58126"/>
                </a:lnTo>
                <a:lnTo>
                  <a:pt x="360138" y="58126"/>
                </a:lnTo>
                <a:cubicBezTo>
                  <a:pt x="360579" y="56901"/>
                  <a:pt x="361509" y="55273"/>
                  <a:pt x="362930" y="53239"/>
                </a:cubicBezTo>
                <a:cubicBezTo>
                  <a:pt x="364350" y="51206"/>
                  <a:pt x="366211" y="49136"/>
                  <a:pt x="368514" y="47030"/>
                </a:cubicBezTo>
                <a:cubicBezTo>
                  <a:pt x="370817" y="44923"/>
                  <a:pt x="373512" y="43160"/>
                  <a:pt x="376598" y="41740"/>
                </a:cubicBezTo>
                <a:cubicBezTo>
                  <a:pt x="379684" y="40318"/>
                  <a:pt x="383113" y="39607"/>
                  <a:pt x="386886" y="39607"/>
                </a:cubicBezTo>
                <a:cubicBezTo>
                  <a:pt x="388257" y="39607"/>
                  <a:pt x="389420" y="39706"/>
                  <a:pt x="390376" y="39903"/>
                </a:cubicBezTo>
                <a:cubicBezTo>
                  <a:pt x="391331" y="40099"/>
                  <a:pt x="392078" y="40319"/>
                  <a:pt x="392616" y="40563"/>
                </a:cubicBezTo>
                <a:lnTo>
                  <a:pt x="392616" y="61727"/>
                </a:lnTo>
                <a:cubicBezTo>
                  <a:pt x="391686" y="61041"/>
                  <a:pt x="390351" y="60478"/>
                  <a:pt x="388611" y="60036"/>
                </a:cubicBezTo>
                <a:cubicBezTo>
                  <a:pt x="386872" y="59595"/>
                  <a:pt x="384583" y="59375"/>
                  <a:pt x="381742" y="59375"/>
                </a:cubicBezTo>
                <a:cubicBezTo>
                  <a:pt x="378607" y="59375"/>
                  <a:pt x="375851" y="59730"/>
                  <a:pt x="373474" y="60440"/>
                </a:cubicBezTo>
                <a:cubicBezTo>
                  <a:pt x="371098" y="61150"/>
                  <a:pt x="369078" y="61959"/>
                  <a:pt x="367413" y="62867"/>
                </a:cubicBezTo>
                <a:cubicBezTo>
                  <a:pt x="365747" y="63773"/>
                  <a:pt x="364375" y="64617"/>
                  <a:pt x="363297" y="65401"/>
                </a:cubicBezTo>
                <a:lnTo>
                  <a:pt x="363297" y="112724"/>
                </a:lnTo>
                <a:lnTo>
                  <a:pt x="380345" y="114045"/>
                </a:lnTo>
                <a:lnTo>
                  <a:pt x="380345" y="122717"/>
                </a:lnTo>
                <a:lnTo>
                  <a:pt x="332730" y="122717"/>
                </a:lnTo>
                <a:close/>
                <a:moveTo>
                  <a:pt x="420760" y="159900"/>
                </a:moveTo>
                <a:cubicBezTo>
                  <a:pt x="418996" y="159900"/>
                  <a:pt x="417404" y="159777"/>
                  <a:pt x="415984" y="159532"/>
                </a:cubicBezTo>
                <a:cubicBezTo>
                  <a:pt x="414563" y="159287"/>
                  <a:pt x="413388" y="158944"/>
                  <a:pt x="412456" y="158503"/>
                </a:cubicBezTo>
                <a:lnTo>
                  <a:pt x="412456" y="141969"/>
                </a:lnTo>
                <a:cubicBezTo>
                  <a:pt x="413142" y="142459"/>
                  <a:pt x="414232" y="142876"/>
                  <a:pt x="415726" y="143218"/>
                </a:cubicBezTo>
                <a:cubicBezTo>
                  <a:pt x="417221" y="143562"/>
                  <a:pt x="418801" y="143734"/>
                  <a:pt x="420466" y="143734"/>
                </a:cubicBezTo>
                <a:cubicBezTo>
                  <a:pt x="422867" y="143734"/>
                  <a:pt x="425035" y="143354"/>
                  <a:pt x="426970" y="142595"/>
                </a:cubicBezTo>
                <a:cubicBezTo>
                  <a:pt x="428904" y="141835"/>
                  <a:pt x="430692" y="140623"/>
                  <a:pt x="432334" y="138957"/>
                </a:cubicBezTo>
                <a:cubicBezTo>
                  <a:pt x="433975" y="137292"/>
                  <a:pt x="435531" y="135124"/>
                  <a:pt x="437001" y="132454"/>
                </a:cubicBezTo>
                <a:cubicBezTo>
                  <a:pt x="438470" y="129784"/>
                  <a:pt x="439890" y="126538"/>
                  <a:pt x="441261" y="122717"/>
                </a:cubicBezTo>
                <a:lnTo>
                  <a:pt x="433325" y="122717"/>
                </a:lnTo>
                <a:lnTo>
                  <a:pt x="405623" y="51439"/>
                </a:lnTo>
                <a:lnTo>
                  <a:pt x="399010" y="49528"/>
                </a:lnTo>
                <a:lnTo>
                  <a:pt x="399010" y="41078"/>
                </a:lnTo>
                <a:lnTo>
                  <a:pt x="439499" y="41078"/>
                </a:lnTo>
                <a:lnTo>
                  <a:pt x="439499" y="49528"/>
                </a:lnTo>
                <a:lnTo>
                  <a:pt x="428916" y="51291"/>
                </a:lnTo>
                <a:lnTo>
                  <a:pt x="441851" y="92001"/>
                </a:lnTo>
                <a:lnTo>
                  <a:pt x="447141" y="109197"/>
                </a:lnTo>
                <a:lnTo>
                  <a:pt x="451696" y="91927"/>
                </a:lnTo>
                <a:lnTo>
                  <a:pt x="463675" y="51291"/>
                </a:lnTo>
                <a:lnTo>
                  <a:pt x="454416" y="49528"/>
                </a:lnTo>
                <a:lnTo>
                  <a:pt x="454416" y="41078"/>
                </a:lnTo>
                <a:lnTo>
                  <a:pt x="486307" y="41078"/>
                </a:lnTo>
                <a:lnTo>
                  <a:pt x="486307" y="49528"/>
                </a:lnTo>
                <a:lnTo>
                  <a:pt x="479106" y="51291"/>
                </a:lnTo>
                <a:cubicBezTo>
                  <a:pt x="476853" y="58199"/>
                  <a:pt x="474587" y="65046"/>
                  <a:pt x="472309" y="71832"/>
                </a:cubicBezTo>
                <a:cubicBezTo>
                  <a:pt x="470030" y="78616"/>
                  <a:pt x="467863" y="85021"/>
                  <a:pt x="465806" y="91046"/>
                </a:cubicBezTo>
                <a:cubicBezTo>
                  <a:pt x="463748" y="97071"/>
                  <a:pt x="461886" y="102484"/>
                  <a:pt x="460219" y="107286"/>
                </a:cubicBezTo>
                <a:cubicBezTo>
                  <a:pt x="458554" y="112087"/>
                  <a:pt x="457182" y="116018"/>
                  <a:pt x="456104" y="119080"/>
                </a:cubicBezTo>
                <a:cubicBezTo>
                  <a:pt x="455028" y="122141"/>
                  <a:pt x="454318" y="124015"/>
                  <a:pt x="453974" y="124702"/>
                </a:cubicBezTo>
                <a:cubicBezTo>
                  <a:pt x="451134" y="132245"/>
                  <a:pt x="448244" y="138638"/>
                  <a:pt x="445305" y="143879"/>
                </a:cubicBezTo>
                <a:cubicBezTo>
                  <a:pt x="442365" y="149121"/>
                  <a:pt x="438960" y="153101"/>
                  <a:pt x="435090" y="155821"/>
                </a:cubicBezTo>
                <a:cubicBezTo>
                  <a:pt x="431219" y="158540"/>
                  <a:pt x="426443" y="159900"/>
                  <a:pt x="420760" y="159900"/>
                </a:cubicBezTo>
                <a:close/>
                <a:moveTo>
                  <a:pt x="575000" y="124334"/>
                </a:moveTo>
                <a:cubicBezTo>
                  <a:pt x="566525" y="124334"/>
                  <a:pt x="559067" y="123048"/>
                  <a:pt x="552625" y="120477"/>
                </a:cubicBezTo>
                <a:cubicBezTo>
                  <a:pt x="546183" y="117904"/>
                  <a:pt x="540818" y="114192"/>
                  <a:pt x="536532" y="109343"/>
                </a:cubicBezTo>
                <a:cubicBezTo>
                  <a:pt x="532246" y="104493"/>
                  <a:pt x="529013" y="98676"/>
                  <a:pt x="526833" y="91891"/>
                </a:cubicBezTo>
                <a:cubicBezTo>
                  <a:pt x="524654" y="85106"/>
                  <a:pt x="523564" y="77524"/>
                  <a:pt x="523564" y="69148"/>
                </a:cubicBezTo>
                <a:cubicBezTo>
                  <a:pt x="523564" y="60427"/>
                  <a:pt x="524911" y="52577"/>
                  <a:pt x="527605" y="45597"/>
                </a:cubicBezTo>
                <a:cubicBezTo>
                  <a:pt x="530299" y="38617"/>
                  <a:pt x="534083" y="32640"/>
                  <a:pt x="538956" y="27668"/>
                </a:cubicBezTo>
                <a:cubicBezTo>
                  <a:pt x="543832" y="22696"/>
                  <a:pt x="549539" y="18887"/>
                  <a:pt x="556078" y="16243"/>
                </a:cubicBezTo>
                <a:cubicBezTo>
                  <a:pt x="562619" y="13596"/>
                  <a:pt x="569759" y="12273"/>
                  <a:pt x="577498" y="12273"/>
                </a:cubicBezTo>
                <a:cubicBezTo>
                  <a:pt x="581027" y="12273"/>
                  <a:pt x="584309" y="12421"/>
                  <a:pt x="587345" y="12715"/>
                </a:cubicBezTo>
                <a:cubicBezTo>
                  <a:pt x="590383" y="13008"/>
                  <a:pt x="593212" y="13363"/>
                  <a:pt x="595833" y="13780"/>
                </a:cubicBezTo>
                <a:cubicBezTo>
                  <a:pt x="598454" y="14196"/>
                  <a:pt x="600977" y="14576"/>
                  <a:pt x="603402" y="14919"/>
                </a:cubicBezTo>
                <a:cubicBezTo>
                  <a:pt x="605827" y="15262"/>
                  <a:pt x="608166" y="15506"/>
                  <a:pt x="610419" y="15653"/>
                </a:cubicBezTo>
                <a:lnTo>
                  <a:pt x="608730" y="46662"/>
                </a:lnTo>
                <a:lnTo>
                  <a:pt x="595723" y="46662"/>
                </a:lnTo>
                <a:lnTo>
                  <a:pt x="591315" y="25500"/>
                </a:lnTo>
                <a:cubicBezTo>
                  <a:pt x="590678" y="24863"/>
                  <a:pt x="589648" y="24275"/>
                  <a:pt x="588227" y="23737"/>
                </a:cubicBezTo>
                <a:cubicBezTo>
                  <a:pt x="586806" y="23197"/>
                  <a:pt x="585055" y="22732"/>
                  <a:pt x="582972" y="22340"/>
                </a:cubicBezTo>
                <a:cubicBezTo>
                  <a:pt x="580891" y="21948"/>
                  <a:pt x="578406" y="21752"/>
                  <a:pt x="575516" y="21752"/>
                </a:cubicBezTo>
                <a:cubicBezTo>
                  <a:pt x="570176" y="21752"/>
                  <a:pt x="565436" y="23442"/>
                  <a:pt x="561296" y="26823"/>
                </a:cubicBezTo>
                <a:cubicBezTo>
                  <a:pt x="557157" y="30203"/>
                  <a:pt x="553911" y="35225"/>
                  <a:pt x="551559" y="41888"/>
                </a:cubicBezTo>
                <a:cubicBezTo>
                  <a:pt x="549208" y="48550"/>
                  <a:pt x="548032" y="56853"/>
                  <a:pt x="548032" y="66798"/>
                </a:cubicBezTo>
                <a:cubicBezTo>
                  <a:pt x="548032" y="73606"/>
                  <a:pt x="548607" y="79937"/>
                  <a:pt x="549759" y="85792"/>
                </a:cubicBezTo>
                <a:cubicBezTo>
                  <a:pt x="550910" y="91646"/>
                  <a:pt x="552648" y="96729"/>
                  <a:pt x="554975" y="101041"/>
                </a:cubicBezTo>
                <a:cubicBezTo>
                  <a:pt x="557302" y="105351"/>
                  <a:pt x="560242" y="108706"/>
                  <a:pt x="563794" y="111107"/>
                </a:cubicBezTo>
                <a:cubicBezTo>
                  <a:pt x="567347" y="113507"/>
                  <a:pt x="571498" y="114707"/>
                  <a:pt x="576249" y="114707"/>
                </a:cubicBezTo>
                <a:cubicBezTo>
                  <a:pt x="579434" y="114707"/>
                  <a:pt x="582067" y="114499"/>
                  <a:pt x="584150" y="114083"/>
                </a:cubicBezTo>
                <a:cubicBezTo>
                  <a:pt x="586232" y="113666"/>
                  <a:pt x="587934" y="113091"/>
                  <a:pt x="589256" y="112356"/>
                </a:cubicBezTo>
                <a:cubicBezTo>
                  <a:pt x="590579" y="111621"/>
                  <a:pt x="591706" y="110812"/>
                  <a:pt x="592638" y="109930"/>
                </a:cubicBezTo>
                <a:lnTo>
                  <a:pt x="599323" y="93324"/>
                </a:lnTo>
                <a:lnTo>
                  <a:pt x="611522" y="94573"/>
                </a:lnTo>
                <a:lnTo>
                  <a:pt x="608362" y="118750"/>
                </a:lnTo>
                <a:cubicBezTo>
                  <a:pt x="606060" y="118896"/>
                  <a:pt x="603867" y="119263"/>
                  <a:pt x="601785" y="119851"/>
                </a:cubicBezTo>
                <a:cubicBezTo>
                  <a:pt x="599704" y="120439"/>
                  <a:pt x="597463" y="121075"/>
                  <a:pt x="595062" y="121762"/>
                </a:cubicBezTo>
                <a:cubicBezTo>
                  <a:pt x="592661" y="122448"/>
                  <a:pt x="589856" y="123048"/>
                  <a:pt x="586648" y="123562"/>
                </a:cubicBezTo>
                <a:cubicBezTo>
                  <a:pt x="583440" y="124077"/>
                  <a:pt x="579557" y="124334"/>
                  <a:pt x="575000" y="124334"/>
                </a:cubicBezTo>
                <a:close/>
                <a:moveTo>
                  <a:pt x="631951" y="112576"/>
                </a:moveTo>
                <a:lnTo>
                  <a:pt x="631951" y="15285"/>
                </a:lnTo>
                <a:lnTo>
                  <a:pt x="621074" y="13448"/>
                </a:lnTo>
                <a:lnTo>
                  <a:pt x="621074" y="5512"/>
                </a:lnTo>
                <a:lnTo>
                  <a:pt x="648337" y="2278"/>
                </a:lnTo>
                <a:lnTo>
                  <a:pt x="648630" y="2278"/>
                </a:lnTo>
                <a:lnTo>
                  <a:pt x="652597" y="5070"/>
                </a:lnTo>
                <a:lnTo>
                  <a:pt x="652597" y="112650"/>
                </a:lnTo>
                <a:lnTo>
                  <a:pt x="663328" y="113899"/>
                </a:lnTo>
                <a:lnTo>
                  <a:pt x="663328" y="122717"/>
                </a:lnTo>
                <a:lnTo>
                  <a:pt x="621662" y="122717"/>
                </a:lnTo>
                <a:lnTo>
                  <a:pt x="621662" y="113899"/>
                </a:lnTo>
                <a:lnTo>
                  <a:pt x="631951" y="112576"/>
                </a:lnTo>
                <a:close/>
                <a:moveTo>
                  <a:pt x="693749" y="124334"/>
                </a:moveTo>
                <a:cubicBezTo>
                  <a:pt x="689340" y="124334"/>
                  <a:pt x="685249" y="123403"/>
                  <a:pt x="681476" y="121542"/>
                </a:cubicBezTo>
                <a:cubicBezTo>
                  <a:pt x="677704" y="119681"/>
                  <a:pt x="674679" y="116913"/>
                  <a:pt x="672401" y="113238"/>
                </a:cubicBezTo>
                <a:cubicBezTo>
                  <a:pt x="670124" y="109563"/>
                  <a:pt x="668985" y="105056"/>
                  <a:pt x="668985" y="99718"/>
                </a:cubicBezTo>
                <a:cubicBezTo>
                  <a:pt x="668985" y="95112"/>
                  <a:pt x="670234" y="91106"/>
                  <a:pt x="672732" y="87702"/>
                </a:cubicBezTo>
                <a:cubicBezTo>
                  <a:pt x="675231" y="84298"/>
                  <a:pt x="678684" y="81506"/>
                  <a:pt x="683093" y="79327"/>
                </a:cubicBezTo>
                <a:cubicBezTo>
                  <a:pt x="687503" y="77145"/>
                  <a:pt x="692611" y="75504"/>
                  <a:pt x="698416" y="74402"/>
                </a:cubicBezTo>
                <a:cubicBezTo>
                  <a:pt x="704221" y="73300"/>
                  <a:pt x="710454" y="72725"/>
                  <a:pt x="717116" y="72675"/>
                </a:cubicBezTo>
                <a:lnTo>
                  <a:pt x="717116" y="68928"/>
                </a:lnTo>
                <a:cubicBezTo>
                  <a:pt x="717116" y="65156"/>
                  <a:pt x="716724" y="62131"/>
                  <a:pt x="715939" y="59853"/>
                </a:cubicBezTo>
                <a:cubicBezTo>
                  <a:pt x="715156" y="57574"/>
                  <a:pt x="713661" y="55909"/>
                  <a:pt x="711456" y="54856"/>
                </a:cubicBezTo>
                <a:cubicBezTo>
                  <a:pt x="709252" y="53802"/>
                  <a:pt x="706044" y="53275"/>
                  <a:pt x="701831" y="53275"/>
                </a:cubicBezTo>
                <a:cubicBezTo>
                  <a:pt x="696149" y="53275"/>
                  <a:pt x="691201" y="54084"/>
                  <a:pt x="686988" y="55702"/>
                </a:cubicBezTo>
                <a:cubicBezTo>
                  <a:pt x="682775" y="57318"/>
                  <a:pt x="679493" y="58713"/>
                  <a:pt x="677141" y="59888"/>
                </a:cubicBezTo>
                <a:lnTo>
                  <a:pt x="672439" y="50338"/>
                </a:lnTo>
                <a:cubicBezTo>
                  <a:pt x="673615" y="49357"/>
                  <a:pt x="675881" y="47985"/>
                  <a:pt x="679236" y="46223"/>
                </a:cubicBezTo>
                <a:cubicBezTo>
                  <a:pt x="682592" y="44459"/>
                  <a:pt x="686682" y="42854"/>
                  <a:pt x="691507" y="41410"/>
                </a:cubicBezTo>
                <a:cubicBezTo>
                  <a:pt x="696333" y="39965"/>
                  <a:pt x="701562" y="39242"/>
                  <a:pt x="707195" y="39242"/>
                </a:cubicBezTo>
                <a:cubicBezTo>
                  <a:pt x="714691" y="39242"/>
                  <a:pt x="720582" y="40307"/>
                  <a:pt x="724869" y="42437"/>
                </a:cubicBezTo>
                <a:cubicBezTo>
                  <a:pt x="729155" y="44568"/>
                  <a:pt x="732217" y="47825"/>
                  <a:pt x="734054" y="52210"/>
                </a:cubicBezTo>
                <a:cubicBezTo>
                  <a:pt x="735891" y="56595"/>
                  <a:pt x="736810" y="62168"/>
                  <a:pt x="736810" y="68928"/>
                </a:cubicBezTo>
                <a:lnTo>
                  <a:pt x="736810" y="113680"/>
                </a:lnTo>
                <a:lnTo>
                  <a:pt x="744820" y="113680"/>
                </a:lnTo>
                <a:lnTo>
                  <a:pt x="744820" y="121910"/>
                </a:lnTo>
                <a:cubicBezTo>
                  <a:pt x="743693" y="122203"/>
                  <a:pt x="742076" y="122520"/>
                  <a:pt x="739970" y="122863"/>
                </a:cubicBezTo>
                <a:cubicBezTo>
                  <a:pt x="737863" y="123207"/>
                  <a:pt x="735621" y="123501"/>
                  <a:pt x="733244" y="123746"/>
                </a:cubicBezTo>
                <a:cubicBezTo>
                  <a:pt x="730869" y="123991"/>
                  <a:pt x="728702" y="124114"/>
                  <a:pt x="726743" y="124114"/>
                </a:cubicBezTo>
                <a:cubicBezTo>
                  <a:pt x="723411" y="124114"/>
                  <a:pt x="721169" y="123624"/>
                  <a:pt x="720018" y="122645"/>
                </a:cubicBezTo>
                <a:cubicBezTo>
                  <a:pt x="718867" y="121664"/>
                  <a:pt x="718291" y="119680"/>
                  <a:pt x="718291" y="116691"/>
                </a:cubicBezTo>
                <a:lnTo>
                  <a:pt x="718291" y="112796"/>
                </a:lnTo>
                <a:cubicBezTo>
                  <a:pt x="717067" y="114218"/>
                  <a:pt x="715304" y="115847"/>
                  <a:pt x="713001" y="117685"/>
                </a:cubicBezTo>
                <a:cubicBezTo>
                  <a:pt x="710699" y="119521"/>
                  <a:pt x="707931" y="121088"/>
                  <a:pt x="704697" y="122387"/>
                </a:cubicBezTo>
                <a:cubicBezTo>
                  <a:pt x="701465" y="123685"/>
                  <a:pt x="697816" y="124334"/>
                  <a:pt x="693749" y="124334"/>
                </a:cubicBezTo>
                <a:moveTo>
                  <a:pt x="703302" y="112134"/>
                </a:moveTo>
                <a:cubicBezTo>
                  <a:pt x="705409" y="112134"/>
                  <a:pt x="707760" y="111522"/>
                  <a:pt x="710355" y="110298"/>
                </a:cubicBezTo>
                <a:cubicBezTo>
                  <a:pt x="712952" y="109073"/>
                  <a:pt x="715206" y="107579"/>
                  <a:pt x="717116" y="105815"/>
                </a:cubicBezTo>
                <a:lnTo>
                  <a:pt x="717116" y="81713"/>
                </a:lnTo>
                <a:cubicBezTo>
                  <a:pt x="710993" y="81713"/>
                  <a:pt x="706008" y="82448"/>
                  <a:pt x="702161" y="83919"/>
                </a:cubicBezTo>
                <a:cubicBezTo>
                  <a:pt x="698316" y="85389"/>
                  <a:pt x="695499" y="87324"/>
                  <a:pt x="693711" y="89725"/>
                </a:cubicBezTo>
                <a:cubicBezTo>
                  <a:pt x="691923" y="92125"/>
                  <a:pt x="691029" y="94769"/>
                  <a:pt x="691029" y="97659"/>
                </a:cubicBezTo>
                <a:cubicBezTo>
                  <a:pt x="691029" y="100843"/>
                  <a:pt x="691555" y="103514"/>
                  <a:pt x="692608" y="105669"/>
                </a:cubicBezTo>
                <a:cubicBezTo>
                  <a:pt x="693662" y="107825"/>
                  <a:pt x="695107" y="109442"/>
                  <a:pt x="696945" y="110520"/>
                </a:cubicBezTo>
                <a:cubicBezTo>
                  <a:pt x="698782" y="111596"/>
                  <a:pt x="700901" y="112134"/>
                  <a:pt x="703302" y="112134"/>
                </a:cubicBezTo>
                <a:close/>
                <a:moveTo>
                  <a:pt x="785381" y="124334"/>
                </a:moveTo>
                <a:cubicBezTo>
                  <a:pt x="780776" y="124334"/>
                  <a:pt x="776490" y="123941"/>
                  <a:pt x="772522" y="123156"/>
                </a:cubicBezTo>
                <a:cubicBezTo>
                  <a:pt x="768554" y="122373"/>
                  <a:pt x="765063" y="121504"/>
                  <a:pt x="762050" y="120548"/>
                </a:cubicBezTo>
                <a:cubicBezTo>
                  <a:pt x="759037" y="119593"/>
                  <a:pt x="756674" y="118871"/>
                  <a:pt x="754959" y="118382"/>
                </a:cubicBezTo>
                <a:lnTo>
                  <a:pt x="754959" y="99128"/>
                </a:lnTo>
                <a:lnTo>
                  <a:pt x="767232" y="99128"/>
                </a:lnTo>
                <a:lnTo>
                  <a:pt x="770611" y="110592"/>
                </a:lnTo>
                <a:cubicBezTo>
                  <a:pt x="771102" y="111377"/>
                  <a:pt x="772057" y="112149"/>
                  <a:pt x="773477" y="112908"/>
                </a:cubicBezTo>
                <a:cubicBezTo>
                  <a:pt x="774898" y="113666"/>
                  <a:pt x="776575" y="114278"/>
                  <a:pt x="778510" y="114745"/>
                </a:cubicBezTo>
                <a:cubicBezTo>
                  <a:pt x="780446" y="115210"/>
                  <a:pt x="782394" y="115442"/>
                  <a:pt x="784354" y="115442"/>
                </a:cubicBezTo>
                <a:cubicBezTo>
                  <a:pt x="787586" y="115442"/>
                  <a:pt x="790206" y="115001"/>
                  <a:pt x="792214" y="114119"/>
                </a:cubicBezTo>
                <a:cubicBezTo>
                  <a:pt x="794223" y="113237"/>
                  <a:pt x="795717" y="112013"/>
                  <a:pt x="796696" y="110446"/>
                </a:cubicBezTo>
                <a:cubicBezTo>
                  <a:pt x="797677" y="108878"/>
                  <a:pt x="798167" y="107114"/>
                  <a:pt x="798167" y="105154"/>
                </a:cubicBezTo>
                <a:cubicBezTo>
                  <a:pt x="798167" y="102509"/>
                  <a:pt x="797175" y="100293"/>
                  <a:pt x="795192" y="98505"/>
                </a:cubicBezTo>
                <a:cubicBezTo>
                  <a:pt x="793208" y="96716"/>
                  <a:pt x="790513" y="95039"/>
                  <a:pt x="787107" y="93472"/>
                </a:cubicBezTo>
                <a:cubicBezTo>
                  <a:pt x="783703" y="91904"/>
                  <a:pt x="779772" y="90165"/>
                  <a:pt x="775314" y="88254"/>
                </a:cubicBezTo>
                <a:cubicBezTo>
                  <a:pt x="771004" y="86393"/>
                  <a:pt x="767342" y="84274"/>
                  <a:pt x="764328" y="81899"/>
                </a:cubicBezTo>
                <a:cubicBezTo>
                  <a:pt x="761315" y="79522"/>
                  <a:pt x="759038" y="76729"/>
                  <a:pt x="757495" y="73521"/>
                </a:cubicBezTo>
                <a:cubicBezTo>
                  <a:pt x="755952" y="70312"/>
                  <a:pt x="755181" y="66528"/>
                  <a:pt x="755181" y="62167"/>
                </a:cubicBezTo>
                <a:cubicBezTo>
                  <a:pt x="755181" y="57709"/>
                  <a:pt x="756491" y="53766"/>
                  <a:pt x="759112" y="50338"/>
                </a:cubicBezTo>
                <a:cubicBezTo>
                  <a:pt x="761733" y="46908"/>
                  <a:pt x="765431" y="44201"/>
                  <a:pt x="770208" y="42217"/>
                </a:cubicBezTo>
                <a:cubicBezTo>
                  <a:pt x="774984" y="40234"/>
                  <a:pt x="780581" y="39242"/>
                  <a:pt x="786997" y="39242"/>
                </a:cubicBezTo>
                <a:cubicBezTo>
                  <a:pt x="791750" y="39242"/>
                  <a:pt x="795840" y="39560"/>
                  <a:pt x="799268" y="40197"/>
                </a:cubicBezTo>
                <a:cubicBezTo>
                  <a:pt x="802698" y="40834"/>
                  <a:pt x="805576" y="41507"/>
                  <a:pt x="807902" y="42217"/>
                </a:cubicBezTo>
                <a:cubicBezTo>
                  <a:pt x="810230" y="42928"/>
                  <a:pt x="812129" y="43405"/>
                  <a:pt x="813598" y="43650"/>
                </a:cubicBezTo>
                <a:lnTo>
                  <a:pt x="813598" y="62976"/>
                </a:lnTo>
                <a:lnTo>
                  <a:pt x="802063" y="62976"/>
                </a:lnTo>
                <a:lnTo>
                  <a:pt x="798609" y="51806"/>
                </a:lnTo>
                <a:cubicBezTo>
                  <a:pt x="798216" y="51170"/>
                  <a:pt x="797492" y="50557"/>
                  <a:pt x="796438" y="49970"/>
                </a:cubicBezTo>
                <a:cubicBezTo>
                  <a:pt x="795386" y="49381"/>
                  <a:pt x="794100" y="48903"/>
                  <a:pt x="792581" y="48537"/>
                </a:cubicBezTo>
                <a:cubicBezTo>
                  <a:pt x="791064" y="48169"/>
                  <a:pt x="789398" y="47985"/>
                  <a:pt x="787585" y="47985"/>
                </a:cubicBezTo>
                <a:cubicBezTo>
                  <a:pt x="784940" y="47985"/>
                  <a:pt x="782626" y="48378"/>
                  <a:pt x="780642" y="49163"/>
                </a:cubicBezTo>
                <a:cubicBezTo>
                  <a:pt x="778658" y="49946"/>
                  <a:pt x="777139" y="51060"/>
                  <a:pt x="776085" y="52506"/>
                </a:cubicBezTo>
                <a:cubicBezTo>
                  <a:pt x="775033" y="53950"/>
                  <a:pt x="774507" y="55652"/>
                  <a:pt x="774507" y="57612"/>
                </a:cubicBezTo>
                <a:cubicBezTo>
                  <a:pt x="774507" y="60552"/>
                  <a:pt x="775388" y="62940"/>
                  <a:pt x="777151" y="64777"/>
                </a:cubicBezTo>
                <a:cubicBezTo>
                  <a:pt x="778915" y="66613"/>
                  <a:pt x="781242" y="68192"/>
                  <a:pt x="784132" y="69516"/>
                </a:cubicBezTo>
                <a:cubicBezTo>
                  <a:pt x="787023" y="70839"/>
                  <a:pt x="790061" y="72161"/>
                  <a:pt x="793245" y="73483"/>
                </a:cubicBezTo>
                <a:cubicBezTo>
                  <a:pt x="796380" y="74806"/>
                  <a:pt x="799454" y="76239"/>
                  <a:pt x="802466" y="77784"/>
                </a:cubicBezTo>
                <a:cubicBezTo>
                  <a:pt x="805479" y="79327"/>
                  <a:pt x="808197" y="81090"/>
                  <a:pt x="810622" y="83074"/>
                </a:cubicBezTo>
                <a:cubicBezTo>
                  <a:pt x="813047" y="85058"/>
                  <a:pt x="814970" y="87421"/>
                  <a:pt x="816390" y="90165"/>
                </a:cubicBezTo>
                <a:cubicBezTo>
                  <a:pt x="817812" y="92908"/>
                  <a:pt x="818523" y="96166"/>
                  <a:pt x="818523" y="99937"/>
                </a:cubicBezTo>
                <a:cubicBezTo>
                  <a:pt x="818523" y="104493"/>
                  <a:pt x="817322" y="108620"/>
                  <a:pt x="814921" y="112318"/>
                </a:cubicBezTo>
                <a:cubicBezTo>
                  <a:pt x="812520" y="116017"/>
                  <a:pt x="808858" y="118944"/>
                  <a:pt x="803935" y="121100"/>
                </a:cubicBezTo>
                <a:cubicBezTo>
                  <a:pt x="799012" y="123256"/>
                  <a:pt x="792827" y="124334"/>
                  <a:pt x="785381" y="124334"/>
                </a:cubicBezTo>
                <a:close/>
                <a:moveTo>
                  <a:pt x="860479" y="124334"/>
                </a:moveTo>
                <a:cubicBezTo>
                  <a:pt x="855875" y="124334"/>
                  <a:pt x="851589" y="123941"/>
                  <a:pt x="847621" y="123156"/>
                </a:cubicBezTo>
                <a:cubicBezTo>
                  <a:pt x="843653" y="122373"/>
                  <a:pt x="840162" y="121504"/>
                  <a:pt x="837148" y="120548"/>
                </a:cubicBezTo>
                <a:cubicBezTo>
                  <a:pt x="834136" y="119593"/>
                  <a:pt x="831772" y="118871"/>
                  <a:pt x="830058" y="118382"/>
                </a:cubicBezTo>
                <a:lnTo>
                  <a:pt x="830058" y="99128"/>
                </a:lnTo>
                <a:lnTo>
                  <a:pt x="842331" y="99128"/>
                </a:lnTo>
                <a:lnTo>
                  <a:pt x="845710" y="110592"/>
                </a:lnTo>
                <a:cubicBezTo>
                  <a:pt x="846201" y="111377"/>
                  <a:pt x="847156" y="112149"/>
                  <a:pt x="848576" y="112908"/>
                </a:cubicBezTo>
                <a:cubicBezTo>
                  <a:pt x="849996" y="113666"/>
                  <a:pt x="851674" y="114278"/>
                  <a:pt x="853608" y="114745"/>
                </a:cubicBezTo>
                <a:cubicBezTo>
                  <a:pt x="855544" y="115210"/>
                  <a:pt x="857492" y="115442"/>
                  <a:pt x="859452" y="115442"/>
                </a:cubicBezTo>
                <a:cubicBezTo>
                  <a:pt x="862685" y="115442"/>
                  <a:pt x="865305" y="115001"/>
                  <a:pt x="867312" y="114119"/>
                </a:cubicBezTo>
                <a:cubicBezTo>
                  <a:pt x="869322" y="113237"/>
                  <a:pt x="870816" y="112013"/>
                  <a:pt x="871795" y="110446"/>
                </a:cubicBezTo>
                <a:cubicBezTo>
                  <a:pt x="872776" y="108878"/>
                  <a:pt x="873266" y="107114"/>
                  <a:pt x="873266" y="105154"/>
                </a:cubicBezTo>
                <a:cubicBezTo>
                  <a:pt x="873266" y="102509"/>
                  <a:pt x="872274" y="100293"/>
                  <a:pt x="870290" y="98505"/>
                </a:cubicBezTo>
                <a:cubicBezTo>
                  <a:pt x="868307" y="96716"/>
                  <a:pt x="865612" y="95039"/>
                  <a:pt x="862206" y="93472"/>
                </a:cubicBezTo>
                <a:cubicBezTo>
                  <a:pt x="858802" y="91904"/>
                  <a:pt x="854871" y="90165"/>
                  <a:pt x="850413" y="88254"/>
                </a:cubicBezTo>
                <a:cubicBezTo>
                  <a:pt x="846103" y="86393"/>
                  <a:pt x="842441" y="84274"/>
                  <a:pt x="839427" y="81899"/>
                </a:cubicBezTo>
                <a:cubicBezTo>
                  <a:pt x="836414" y="79522"/>
                  <a:pt x="834137" y="76729"/>
                  <a:pt x="832594" y="73521"/>
                </a:cubicBezTo>
                <a:cubicBezTo>
                  <a:pt x="831051" y="70312"/>
                  <a:pt x="830280" y="66528"/>
                  <a:pt x="830280" y="62167"/>
                </a:cubicBezTo>
                <a:cubicBezTo>
                  <a:pt x="830280" y="57709"/>
                  <a:pt x="831590" y="53766"/>
                  <a:pt x="834211" y="50338"/>
                </a:cubicBezTo>
                <a:cubicBezTo>
                  <a:pt x="836831" y="46908"/>
                  <a:pt x="840530" y="44201"/>
                  <a:pt x="845307" y="42217"/>
                </a:cubicBezTo>
                <a:cubicBezTo>
                  <a:pt x="850083" y="40234"/>
                  <a:pt x="855680" y="39242"/>
                  <a:pt x="862096" y="39242"/>
                </a:cubicBezTo>
                <a:cubicBezTo>
                  <a:pt x="866849" y="39242"/>
                  <a:pt x="870939" y="39560"/>
                  <a:pt x="874367" y="40197"/>
                </a:cubicBezTo>
                <a:cubicBezTo>
                  <a:pt x="877797" y="40834"/>
                  <a:pt x="880675" y="41507"/>
                  <a:pt x="883001" y="42217"/>
                </a:cubicBezTo>
                <a:cubicBezTo>
                  <a:pt x="885329" y="42928"/>
                  <a:pt x="887227" y="43405"/>
                  <a:pt x="888697" y="43650"/>
                </a:cubicBezTo>
                <a:lnTo>
                  <a:pt x="888697" y="62976"/>
                </a:lnTo>
                <a:lnTo>
                  <a:pt x="877161" y="62976"/>
                </a:lnTo>
                <a:lnTo>
                  <a:pt x="873708" y="51806"/>
                </a:lnTo>
                <a:cubicBezTo>
                  <a:pt x="873315" y="51170"/>
                  <a:pt x="872591" y="50557"/>
                  <a:pt x="871537" y="49970"/>
                </a:cubicBezTo>
                <a:cubicBezTo>
                  <a:pt x="870485" y="49381"/>
                  <a:pt x="869199" y="48903"/>
                  <a:pt x="867680" y="48537"/>
                </a:cubicBezTo>
                <a:cubicBezTo>
                  <a:pt x="866163" y="48169"/>
                  <a:pt x="864497" y="47985"/>
                  <a:pt x="862684" y="47985"/>
                </a:cubicBezTo>
                <a:cubicBezTo>
                  <a:pt x="860039" y="47985"/>
                  <a:pt x="857725" y="48378"/>
                  <a:pt x="855741" y="49163"/>
                </a:cubicBezTo>
                <a:cubicBezTo>
                  <a:pt x="853757" y="49946"/>
                  <a:pt x="852238" y="51060"/>
                  <a:pt x="851184" y="52506"/>
                </a:cubicBezTo>
                <a:cubicBezTo>
                  <a:pt x="850132" y="53950"/>
                  <a:pt x="849606" y="55652"/>
                  <a:pt x="849606" y="57612"/>
                </a:cubicBezTo>
                <a:cubicBezTo>
                  <a:pt x="849606" y="60552"/>
                  <a:pt x="850487" y="62940"/>
                  <a:pt x="852249" y="64777"/>
                </a:cubicBezTo>
                <a:cubicBezTo>
                  <a:pt x="854014" y="66613"/>
                  <a:pt x="856341" y="68192"/>
                  <a:pt x="859230" y="69516"/>
                </a:cubicBezTo>
                <a:cubicBezTo>
                  <a:pt x="862122" y="70839"/>
                  <a:pt x="865160" y="72161"/>
                  <a:pt x="868344" y="73483"/>
                </a:cubicBezTo>
                <a:cubicBezTo>
                  <a:pt x="871479" y="74806"/>
                  <a:pt x="874553" y="76239"/>
                  <a:pt x="877565" y="77784"/>
                </a:cubicBezTo>
                <a:cubicBezTo>
                  <a:pt x="880578" y="79327"/>
                  <a:pt x="883296" y="81090"/>
                  <a:pt x="885721" y="83074"/>
                </a:cubicBezTo>
                <a:cubicBezTo>
                  <a:pt x="888146" y="85058"/>
                  <a:pt x="890069" y="87421"/>
                  <a:pt x="891489" y="90165"/>
                </a:cubicBezTo>
                <a:cubicBezTo>
                  <a:pt x="892911" y="92908"/>
                  <a:pt x="893621" y="96166"/>
                  <a:pt x="893621" y="99937"/>
                </a:cubicBezTo>
                <a:cubicBezTo>
                  <a:pt x="893621" y="104493"/>
                  <a:pt x="892421" y="108620"/>
                  <a:pt x="890020" y="112318"/>
                </a:cubicBezTo>
                <a:cubicBezTo>
                  <a:pt x="887619" y="116017"/>
                  <a:pt x="883957" y="118944"/>
                  <a:pt x="879034" y="121100"/>
                </a:cubicBezTo>
                <a:cubicBezTo>
                  <a:pt x="874111" y="123256"/>
                  <a:pt x="867926" y="124334"/>
                  <a:pt x="860479" y="124334"/>
                </a:cubicBezTo>
                <a:close/>
                <a:moveTo>
                  <a:pt x="903173" y="122717"/>
                </a:moveTo>
                <a:lnTo>
                  <a:pt x="903173" y="113899"/>
                </a:lnTo>
                <a:lnTo>
                  <a:pt x="913388" y="112576"/>
                </a:lnTo>
                <a:lnTo>
                  <a:pt x="913388" y="55040"/>
                </a:lnTo>
                <a:lnTo>
                  <a:pt x="903027" y="52246"/>
                </a:lnTo>
                <a:lnTo>
                  <a:pt x="903027" y="42401"/>
                </a:lnTo>
                <a:lnTo>
                  <a:pt x="929996" y="39168"/>
                </a:lnTo>
                <a:lnTo>
                  <a:pt x="930289" y="39168"/>
                </a:lnTo>
                <a:lnTo>
                  <a:pt x="934404" y="42034"/>
                </a:lnTo>
                <a:lnTo>
                  <a:pt x="934404" y="112650"/>
                </a:lnTo>
                <a:lnTo>
                  <a:pt x="944323" y="113899"/>
                </a:lnTo>
                <a:lnTo>
                  <a:pt x="944323" y="122717"/>
                </a:lnTo>
                <a:lnTo>
                  <a:pt x="903173" y="122717"/>
                </a:lnTo>
                <a:moveTo>
                  <a:pt x="922131" y="27704"/>
                </a:moveTo>
                <a:cubicBezTo>
                  <a:pt x="918409" y="27704"/>
                  <a:pt x="915567" y="26553"/>
                  <a:pt x="913607" y="24251"/>
                </a:cubicBezTo>
                <a:cubicBezTo>
                  <a:pt x="911647" y="21948"/>
                  <a:pt x="910667" y="19351"/>
                  <a:pt x="910667" y="16460"/>
                </a:cubicBezTo>
                <a:cubicBezTo>
                  <a:pt x="910667" y="12983"/>
                  <a:pt x="911733" y="9970"/>
                  <a:pt x="913863" y="7423"/>
                </a:cubicBezTo>
                <a:cubicBezTo>
                  <a:pt x="915995" y="4875"/>
                  <a:pt x="919167" y="3601"/>
                  <a:pt x="923380" y="3601"/>
                </a:cubicBezTo>
                <a:lnTo>
                  <a:pt x="923528" y="3601"/>
                </a:lnTo>
                <a:cubicBezTo>
                  <a:pt x="927251" y="3601"/>
                  <a:pt x="930091" y="4716"/>
                  <a:pt x="932050" y="6945"/>
                </a:cubicBezTo>
                <a:cubicBezTo>
                  <a:pt x="934010" y="9174"/>
                  <a:pt x="934990" y="11709"/>
                  <a:pt x="934990" y="14549"/>
                </a:cubicBezTo>
                <a:cubicBezTo>
                  <a:pt x="934990" y="18028"/>
                  <a:pt x="933924" y="21091"/>
                  <a:pt x="931794" y="23737"/>
                </a:cubicBezTo>
                <a:cubicBezTo>
                  <a:pt x="929664" y="26382"/>
                  <a:pt x="926492" y="27704"/>
                  <a:pt x="922279" y="27704"/>
                </a:cubicBezTo>
                <a:lnTo>
                  <a:pt x="922131" y="27704"/>
                </a:lnTo>
                <a:close/>
                <a:moveTo>
                  <a:pt x="951967" y="122717"/>
                </a:moveTo>
                <a:lnTo>
                  <a:pt x="951967" y="113899"/>
                </a:lnTo>
                <a:lnTo>
                  <a:pt x="963650" y="112576"/>
                </a:lnTo>
                <a:lnTo>
                  <a:pt x="963650" y="52468"/>
                </a:lnTo>
                <a:lnTo>
                  <a:pt x="951305" y="52468"/>
                </a:lnTo>
                <a:lnTo>
                  <a:pt x="951231" y="44238"/>
                </a:lnTo>
                <a:lnTo>
                  <a:pt x="963650" y="41298"/>
                </a:lnTo>
                <a:lnTo>
                  <a:pt x="963650" y="34685"/>
                </a:lnTo>
                <a:cubicBezTo>
                  <a:pt x="963650" y="29786"/>
                  <a:pt x="964629" y="25242"/>
                  <a:pt x="966588" y="21055"/>
                </a:cubicBezTo>
                <a:cubicBezTo>
                  <a:pt x="968548" y="16866"/>
                  <a:pt x="971243" y="13192"/>
                  <a:pt x="974672" y="10033"/>
                </a:cubicBezTo>
                <a:cubicBezTo>
                  <a:pt x="978102" y="6873"/>
                  <a:pt x="982033" y="4410"/>
                  <a:pt x="986465" y="2646"/>
                </a:cubicBezTo>
                <a:cubicBezTo>
                  <a:pt x="990900" y="882"/>
                  <a:pt x="995542" y="0"/>
                  <a:pt x="1000391" y="0"/>
                </a:cubicBezTo>
                <a:cubicBezTo>
                  <a:pt x="1003036" y="0"/>
                  <a:pt x="1005105" y="159"/>
                  <a:pt x="1006599" y="478"/>
                </a:cubicBezTo>
                <a:cubicBezTo>
                  <a:pt x="1008094" y="796"/>
                  <a:pt x="1009184" y="1078"/>
                  <a:pt x="1009871" y="1323"/>
                </a:cubicBezTo>
                <a:lnTo>
                  <a:pt x="1009797" y="19180"/>
                </a:lnTo>
                <a:cubicBezTo>
                  <a:pt x="1008523" y="18201"/>
                  <a:pt x="1006637" y="17405"/>
                  <a:pt x="1004139" y="16792"/>
                </a:cubicBezTo>
                <a:cubicBezTo>
                  <a:pt x="1001641" y="16179"/>
                  <a:pt x="998922" y="15897"/>
                  <a:pt x="995983" y="15946"/>
                </a:cubicBezTo>
                <a:cubicBezTo>
                  <a:pt x="993190" y="15897"/>
                  <a:pt x="990948" y="16277"/>
                  <a:pt x="989257" y="17086"/>
                </a:cubicBezTo>
                <a:cubicBezTo>
                  <a:pt x="987568" y="17894"/>
                  <a:pt x="986331" y="19205"/>
                  <a:pt x="985546" y="21017"/>
                </a:cubicBezTo>
                <a:cubicBezTo>
                  <a:pt x="984763" y="22829"/>
                  <a:pt x="984371" y="25254"/>
                  <a:pt x="984371" y="28292"/>
                </a:cubicBezTo>
                <a:lnTo>
                  <a:pt x="984371" y="41078"/>
                </a:lnTo>
                <a:lnTo>
                  <a:pt x="1003038" y="41078"/>
                </a:lnTo>
                <a:lnTo>
                  <a:pt x="1003038" y="52468"/>
                </a:lnTo>
                <a:lnTo>
                  <a:pt x="984371" y="52468"/>
                </a:lnTo>
                <a:lnTo>
                  <a:pt x="984371" y="112724"/>
                </a:lnTo>
                <a:lnTo>
                  <a:pt x="999804" y="113899"/>
                </a:lnTo>
                <a:lnTo>
                  <a:pt x="999804" y="122717"/>
                </a:lnTo>
                <a:lnTo>
                  <a:pt x="951967" y="122717"/>
                </a:lnTo>
                <a:moveTo>
                  <a:pt x="1013470" y="122717"/>
                </a:moveTo>
                <a:lnTo>
                  <a:pt x="1013470" y="113899"/>
                </a:lnTo>
                <a:lnTo>
                  <a:pt x="1023684" y="112576"/>
                </a:lnTo>
                <a:lnTo>
                  <a:pt x="1023684" y="55040"/>
                </a:lnTo>
                <a:lnTo>
                  <a:pt x="1013324" y="52246"/>
                </a:lnTo>
                <a:lnTo>
                  <a:pt x="1013324" y="42401"/>
                </a:lnTo>
                <a:lnTo>
                  <a:pt x="1040292" y="39168"/>
                </a:lnTo>
                <a:lnTo>
                  <a:pt x="1040586" y="39168"/>
                </a:lnTo>
                <a:lnTo>
                  <a:pt x="1044701" y="42034"/>
                </a:lnTo>
                <a:lnTo>
                  <a:pt x="1044701" y="112650"/>
                </a:lnTo>
                <a:lnTo>
                  <a:pt x="1054620" y="113899"/>
                </a:lnTo>
                <a:lnTo>
                  <a:pt x="1054620" y="122717"/>
                </a:lnTo>
                <a:lnTo>
                  <a:pt x="1013470" y="122717"/>
                </a:lnTo>
                <a:moveTo>
                  <a:pt x="1032356" y="27704"/>
                </a:moveTo>
                <a:cubicBezTo>
                  <a:pt x="1028634" y="27704"/>
                  <a:pt x="1025792" y="26553"/>
                  <a:pt x="1023832" y="24251"/>
                </a:cubicBezTo>
                <a:cubicBezTo>
                  <a:pt x="1021872" y="21948"/>
                  <a:pt x="1020892" y="19351"/>
                  <a:pt x="1020892" y="16460"/>
                </a:cubicBezTo>
                <a:cubicBezTo>
                  <a:pt x="1020892" y="12983"/>
                  <a:pt x="1021958" y="9970"/>
                  <a:pt x="1024088" y="7423"/>
                </a:cubicBezTo>
                <a:cubicBezTo>
                  <a:pt x="1026220" y="4875"/>
                  <a:pt x="1029392" y="3601"/>
                  <a:pt x="1033605" y="3601"/>
                </a:cubicBezTo>
                <a:lnTo>
                  <a:pt x="1033753" y="3601"/>
                </a:lnTo>
                <a:cubicBezTo>
                  <a:pt x="1037476" y="3601"/>
                  <a:pt x="1040316" y="4716"/>
                  <a:pt x="1042275" y="6945"/>
                </a:cubicBezTo>
                <a:cubicBezTo>
                  <a:pt x="1044235" y="9174"/>
                  <a:pt x="1045215" y="11709"/>
                  <a:pt x="1045215" y="14549"/>
                </a:cubicBezTo>
                <a:cubicBezTo>
                  <a:pt x="1045215" y="18028"/>
                  <a:pt x="1044150" y="21091"/>
                  <a:pt x="1042019" y="23737"/>
                </a:cubicBezTo>
                <a:cubicBezTo>
                  <a:pt x="1039889" y="26382"/>
                  <a:pt x="1036717" y="27704"/>
                  <a:pt x="1032504" y="27704"/>
                </a:cubicBezTo>
                <a:lnTo>
                  <a:pt x="1032356" y="27704"/>
                </a:lnTo>
                <a:close/>
                <a:moveTo>
                  <a:pt x="1099520" y="124334"/>
                </a:moveTo>
                <a:cubicBezTo>
                  <a:pt x="1090799" y="124334"/>
                  <a:pt x="1083647" y="122509"/>
                  <a:pt x="1078061" y="118860"/>
                </a:cubicBezTo>
                <a:cubicBezTo>
                  <a:pt x="1072477" y="115209"/>
                  <a:pt x="1068338" y="110237"/>
                  <a:pt x="1065644" y="103943"/>
                </a:cubicBezTo>
                <a:cubicBezTo>
                  <a:pt x="1062950" y="97647"/>
                  <a:pt x="1061603" y="90532"/>
                  <a:pt x="1061603" y="82596"/>
                </a:cubicBezTo>
                <a:cubicBezTo>
                  <a:pt x="1061603" y="76178"/>
                  <a:pt x="1062558" y="70312"/>
                  <a:pt x="1064467" y="64997"/>
                </a:cubicBezTo>
                <a:cubicBezTo>
                  <a:pt x="1066378" y="59681"/>
                  <a:pt x="1069146" y="55075"/>
                  <a:pt x="1072771" y="51181"/>
                </a:cubicBezTo>
                <a:cubicBezTo>
                  <a:pt x="1076397" y="47286"/>
                  <a:pt x="1080793" y="44274"/>
                  <a:pt x="1085962" y="42143"/>
                </a:cubicBezTo>
                <a:cubicBezTo>
                  <a:pt x="1091130" y="40012"/>
                  <a:pt x="1096948" y="38946"/>
                  <a:pt x="1103415" y="38946"/>
                </a:cubicBezTo>
                <a:cubicBezTo>
                  <a:pt x="1107529" y="38946"/>
                  <a:pt x="1111093" y="39252"/>
                  <a:pt x="1114105" y="39865"/>
                </a:cubicBezTo>
                <a:cubicBezTo>
                  <a:pt x="1117119" y="40478"/>
                  <a:pt x="1119703" y="41128"/>
                  <a:pt x="1121857" y="41814"/>
                </a:cubicBezTo>
                <a:cubicBezTo>
                  <a:pt x="1124013" y="42499"/>
                  <a:pt x="1125851" y="43013"/>
                  <a:pt x="1127370" y="43357"/>
                </a:cubicBezTo>
                <a:lnTo>
                  <a:pt x="1126414" y="68560"/>
                </a:lnTo>
                <a:lnTo>
                  <a:pt x="1113556" y="68560"/>
                </a:lnTo>
                <a:lnTo>
                  <a:pt x="1109954" y="52320"/>
                </a:lnTo>
                <a:cubicBezTo>
                  <a:pt x="1109758" y="51438"/>
                  <a:pt x="1109183" y="50728"/>
                  <a:pt x="1108227" y="50190"/>
                </a:cubicBezTo>
                <a:cubicBezTo>
                  <a:pt x="1107272" y="49651"/>
                  <a:pt x="1106158" y="49248"/>
                  <a:pt x="1104884" y="48979"/>
                </a:cubicBezTo>
                <a:cubicBezTo>
                  <a:pt x="1103610" y="48708"/>
                  <a:pt x="1102410" y="48573"/>
                  <a:pt x="1101282" y="48573"/>
                </a:cubicBezTo>
                <a:cubicBezTo>
                  <a:pt x="1097854" y="48573"/>
                  <a:pt x="1094842" y="49565"/>
                  <a:pt x="1092245" y="51549"/>
                </a:cubicBezTo>
                <a:cubicBezTo>
                  <a:pt x="1089648" y="53532"/>
                  <a:pt x="1087615" y="56692"/>
                  <a:pt x="1086145" y="61028"/>
                </a:cubicBezTo>
                <a:cubicBezTo>
                  <a:pt x="1084676" y="65363"/>
                  <a:pt x="1083916" y="71083"/>
                  <a:pt x="1083867" y="78187"/>
                </a:cubicBezTo>
                <a:cubicBezTo>
                  <a:pt x="1083818" y="83722"/>
                  <a:pt x="1084283" y="88572"/>
                  <a:pt x="1085262" y="92737"/>
                </a:cubicBezTo>
                <a:cubicBezTo>
                  <a:pt x="1086243" y="96900"/>
                  <a:pt x="1087639" y="100367"/>
                  <a:pt x="1089451" y="103135"/>
                </a:cubicBezTo>
                <a:cubicBezTo>
                  <a:pt x="1091264" y="105903"/>
                  <a:pt x="1093420" y="107984"/>
                  <a:pt x="1095918" y="109381"/>
                </a:cubicBezTo>
                <a:cubicBezTo>
                  <a:pt x="1098417" y="110776"/>
                  <a:pt x="1101185" y="111473"/>
                  <a:pt x="1104222" y="111473"/>
                </a:cubicBezTo>
                <a:cubicBezTo>
                  <a:pt x="1107211" y="111473"/>
                  <a:pt x="1109966" y="111179"/>
                  <a:pt x="1112488" y="110592"/>
                </a:cubicBezTo>
                <a:cubicBezTo>
                  <a:pt x="1115012" y="110004"/>
                  <a:pt x="1117302" y="109257"/>
                  <a:pt x="1119359" y="108351"/>
                </a:cubicBezTo>
                <a:cubicBezTo>
                  <a:pt x="1121416" y="107445"/>
                  <a:pt x="1123204" y="106502"/>
                  <a:pt x="1124723" y="105521"/>
                </a:cubicBezTo>
                <a:lnTo>
                  <a:pt x="1128177" y="113164"/>
                </a:lnTo>
                <a:cubicBezTo>
                  <a:pt x="1126806" y="114633"/>
                  <a:pt x="1124724" y="116238"/>
                  <a:pt x="1121931" y="117978"/>
                </a:cubicBezTo>
                <a:cubicBezTo>
                  <a:pt x="1119139" y="119717"/>
                  <a:pt x="1115820" y="121211"/>
                  <a:pt x="1111975" y="122461"/>
                </a:cubicBezTo>
                <a:cubicBezTo>
                  <a:pt x="1108130" y="123710"/>
                  <a:pt x="1103978" y="124334"/>
                  <a:pt x="1099520" y="124334"/>
                </a:cubicBezTo>
                <a:close/>
                <a:moveTo>
                  <a:pt x="1160216" y="124334"/>
                </a:moveTo>
                <a:cubicBezTo>
                  <a:pt x="1155807" y="124334"/>
                  <a:pt x="1151716" y="123403"/>
                  <a:pt x="1147943" y="121542"/>
                </a:cubicBezTo>
                <a:cubicBezTo>
                  <a:pt x="1144171" y="119681"/>
                  <a:pt x="1141146" y="116913"/>
                  <a:pt x="1138867" y="113238"/>
                </a:cubicBezTo>
                <a:cubicBezTo>
                  <a:pt x="1136591" y="109563"/>
                  <a:pt x="1135452" y="105056"/>
                  <a:pt x="1135452" y="99718"/>
                </a:cubicBezTo>
                <a:cubicBezTo>
                  <a:pt x="1135452" y="95112"/>
                  <a:pt x="1136701" y="91106"/>
                  <a:pt x="1139199" y="87702"/>
                </a:cubicBezTo>
                <a:cubicBezTo>
                  <a:pt x="1141697" y="84298"/>
                  <a:pt x="1145151" y="81506"/>
                  <a:pt x="1149560" y="79327"/>
                </a:cubicBezTo>
                <a:cubicBezTo>
                  <a:pt x="1153970" y="77145"/>
                  <a:pt x="1159078" y="75504"/>
                  <a:pt x="1164883" y="74402"/>
                </a:cubicBezTo>
                <a:cubicBezTo>
                  <a:pt x="1170688" y="73300"/>
                  <a:pt x="1176921" y="72725"/>
                  <a:pt x="1183583" y="72675"/>
                </a:cubicBezTo>
                <a:lnTo>
                  <a:pt x="1183583" y="68928"/>
                </a:lnTo>
                <a:cubicBezTo>
                  <a:pt x="1183583" y="65156"/>
                  <a:pt x="1183191" y="62131"/>
                  <a:pt x="1182406" y="59853"/>
                </a:cubicBezTo>
                <a:cubicBezTo>
                  <a:pt x="1181622" y="57574"/>
                  <a:pt x="1180128" y="55909"/>
                  <a:pt x="1177923" y="54856"/>
                </a:cubicBezTo>
                <a:cubicBezTo>
                  <a:pt x="1175719" y="53802"/>
                  <a:pt x="1172511" y="53275"/>
                  <a:pt x="1168298" y="53275"/>
                </a:cubicBezTo>
                <a:cubicBezTo>
                  <a:pt x="1162616" y="53275"/>
                  <a:pt x="1157668" y="54084"/>
                  <a:pt x="1153455" y="55702"/>
                </a:cubicBezTo>
                <a:cubicBezTo>
                  <a:pt x="1149242" y="57318"/>
                  <a:pt x="1145960" y="58713"/>
                  <a:pt x="1143608" y="59888"/>
                </a:cubicBezTo>
                <a:lnTo>
                  <a:pt x="1138906" y="50338"/>
                </a:lnTo>
                <a:cubicBezTo>
                  <a:pt x="1140082" y="49357"/>
                  <a:pt x="1142348" y="47985"/>
                  <a:pt x="1145703" y="46223"/>
                </a:cubicBezTo>
                <a:cubicBezTo>
                  <a:pt x="1149059" y="44459"/>
                  <a:pt x="1153149" y="42854"/>
                  <a:pt x="1157974" y="41410"/>
                </a:cubicBezTo>
                <a:cubicBezTo>
                  <a:pt x="1162799" y="39965"/>
                  <a:pt x="1168029" y="39242"/>
                  <a:pt x="1173662" y="39242"/>
                </a:cubicBezTo>
                <a:cubicBezTo>
                  <a:pt x="1181158" y="39242"/>
                  <a:pt x="1187049" y="40307"/>
                  <a:pt x="1191335" y="42437"/>
                </a:cubicBezTo>
                <a:cubicBezTo>
                  <a:pt x="1195622" y="44568"/>
                  <a:pt x="1198683" y="47825"/>
                  <a:pt x="1200521" y="52210"/>
                </a:cubicBezTo>
                <a:cubicBezTo>
                  <a:pt x="1202358" y="56595"/>
                  <a:pt x="1203277" y="62168"/>
                  <a:pt x="1203277" y="68928"/>
                </a:cubicBezTo>
                <a:lnTo>
                  <a:pt x="1203277" y="113680"/>
                </a:lnTo>
                <a:lnTo>
                  <a:pt x="1211287" y="113680"/>
                </a:lnTo>
                <a:lnTo>
                  <a:pt x="1211287" y="121910"/>
                </a:lnTo>
                <a:cubicBezTo>
                  <a:pt x="1210160" y="122203"/>
                  <a:pt x="1208543" y="122520"/>
                  <a:pt x="1206437" y="122863"/>
                </a:cubicBezTo>
                <a:cubicBezTo>
                  <a:pt x="1204330" y="123207"/>
                  <a:pt x="1202088" y="123501"/>
                  <a:pt x="1199711" y="123746"/>
                </a:cubicBezTo>
                <a:cubicBezTo>
                  <a:pt x="1197336" y="123991"/>
                  <a:pt x="1195169" y="124114"/>
                  <a:pt x="1193210" y="124114"/>
                </a:cubicBezTo>
                <a:cubicBezTo>
                  <a:pt x="1189878" y="124114"/>
                  <a:pt x="1187636" y="123624"/>
                  <a:pt x="1186485" y="122645"/>
                </a:cubicBezTo>
                <a:cubicBezTo>
                  <a:pt x="1185334" y="121664"/>
                  <a:pt x="1184758" y="119680"/>
                  <a:pt x="1184758" y="116691"/>
                </a:cubicBezTo>
                <a:lnTo>
                  <a:pt x="1184758" y="112796"/>
                </a:lnTo>
                <a:cubicBezTo>
                  <a:pt x="1183534" y="114218"/>
                  <a:pt x="1181770" y="115847"/>
                  <a:pt x="1179468" y="117685"/>
                </a:cubicBezTo>
                <a:cubicBezTo>
                  <a:pt x="1177166" y="119521"/>
                  <a:pt x="1174398" y="121088"/>
                  <a:pt x="1171164" y="122387"/>
                </a:cubicBezTo>
                <a:cubicBezTo>
                  <a:pt x="1167932" y="123685"/>
                  <a:pt x="1164283" y="124334"/>
                  <a:pt x="1160216" y="124334"/>
                </a:cubicBezTo>
                <a:moveTo>
                  <a:pt x="1169769" y="112134"/>
                </a:moveTo>
                <a:cubicBezTo>
                  <a:pt x="1171876" y="112134"/>
                  <a:pt x="1174227" y="111522"/>
                  <a:pt x="1176822" y="110298"/>
                </a:cubicBezTo>
                <a:cubicBezTo>
                  <a:pt x="1179419" y="109073"/>
                  <a:pt x="1181672" y="107579"/>
                  <a:pt x="1183583" y="105815"/>
                </a:cubicBezTo>
                <a:lnTo>
                  <a:pt x="1183583" y="81713"/>
                </a:lnTo>
                <a:cubicBezTo>
                  <a:pt x="1177460" y="81713"/>
                  <a:pt x="1172474" y="82448"/>
                  <a:pt x="1168628" y="83919"/>
                </a:cubicBezTo>
                <a:cubicBezTo>
                  <a:pt x="1164783" y="85389"/>
                  <a:pt x="1161966" y="87324"/>
                  <a:pt x="1160178" y="89725"/>
                </a:cubicBezTo>
                <a:cubicBezTo>
                  <a:pt x="1158390" y="92125"/>
                  <a:pt x="1157496" y="94769"/>
                  <a:pt x="1157496" y="97659"/>
                </a:cubicBezTo>
                <a:cubicBezTo>
                  <a:pt x="1157496" y="100843"/>
                  <a:pt x="1158022" y="103514"/>
                  <a:pt x="1159075" y="105669"/>
                </a:cubicBezTo>
                <a:cubicBezTo>
                  <a:pt x="1160129" y="107825"/>
                  <a:pt x="1161574" y="109442"/>
                  <a:pt x="1163412" y="110520"/>
                </a:cubicBezTo>
                <a:cubicBezTo>
                  <a:pt x="1165249" y="111596"/>
                  <a:pt x="1167368" y="112134"/>
                  <a:pt x="1169769" y="112134"/>
                </a:cubicBezTo>
                <a:close/>
                <a:moveTo>
                  <a:pt x="1243105" y="124114"/>
                </a:moveTo>
                <a:cubicBezTo>
                  <a:pt x="1237079" y="124114"/>
                  <a:pt x="1232559" y="122706"/>
                  <a:pt x="1229547" y="119889"/>
                </a:cubicBezTo>
                <a:cubicBezTo>
                  <a:pt x="1226534" y="117071"/>
                  <a:pt x="1225028" y="112527"/>
                  <a:pt x="1225028" y="106257"/>
                </a:cubicBezTo>
                <a:lnTo>
                  <a:pt x="1225028" y="52468"/>
                </a:lnTo>
                <a:lnTo>
                  <a:pt x="1215475" y="52468"/>
                </a:lnTo>
                <a:lnTo>
                  <a:pt x="1215475" y="44164"/>
                </a:lnTo>
                <a:cubicBezTo>
                  <a:pt x="1216602" y="43723"/>
                  <a:pt x="1217766" y="43331"/>
                  <a:pt x="1218965" y="42989"/>
                </a:cubicBezTo>
                <a:cubicBezTo>
                  <a:pt x="1220165" y="42645"/>
                  <a:pt x="1221268" y="42290"/>
                  <a:pt x="1222272" y="41924"/>
                </a:cubicBezTo>
                <a:cubicBezTo>
                  <a:pt x="1223277" y="41556"/>
                  <a:pt x="1224073" y="41127"/>
                  <a:pt x="1224661" y="40637"/>
                </a:cubicBezTo>
                <a:cubicBezTo>
                  <a:pt x="1225297" y="40000"/>
                  <a:pt x="1225848" y="39387"/>
                  <a:pt x="1226313" y="38800"/>
                </a:cubicBezTo>
                <a:cubicBezTo>
                  <a:pt x="1226780" y="38212"/>
                  <a:pt x="1227209" y="37514"/>
                  <a:pt x="1227600" y="36705"/>
                </a:cubicBezTo>
                <a:cubicBezTo>
                  <a:pt x="1227992" y="35897"/>
                  <a:pt x="1228384" y="34953"/>
                  <a:pt x="1228776" y="33875"/>
                </a:cubicBezTo>
                <a:cubicBezTo>
                  <a:pt x="1229314" y="32603"/>
                  <a:pt x="1229852" y="31110"/>
                  <a:pt x="1230390" y="29395"/>
                </a:cubicBezTo>
                <a:cubicBezTo>
                  <a:pt x="1230930" y="27680"/>
                  <a:pt x="1231457" y="25929"/>
                  <a:pt x="1231971" y="24141"/>
                </a:cubicBezTo>
                <a:cubicBezTo>
                  <a:pt x="1232487" y="22353"/>
                  <a:pt x="1232941" y="20748"/>
                  <a:pt x="1233332" y="19326"/>
                </a:cubicBezTo>
                <a:lnTo>
                  <a:pt x="1245310" y="19326"/>
                </a:lnTo>
                <a:lnTo>
                  <a:pt x="1245971" y="41078"/>
                </a:lnTo>
                <a:lnTo>
                  <a:pt x="1267721" y="41078"/>
                </a:lnTo>
                <a:lnTo>
                  <a:pt x="1267721" y="52468"/>
                </a:lnTo>
                <a:lnTo>
                  <a:pt x="1246117" y="52468"/>
                </a:lnTo>
                <a:lnTo>
                  <a:pt x="1246117" y="93618"/>
                </a:lnTo>
                <a:cubicBezTo>
                  <a:pt x="1246117" y="98810"/>
                  <a:pt x="1246301" y="102595"/>
                  <a:pt x="1246668" y="104972"/>
                </a:cubicBezTo>
                <a:cubicBezTo>
                  <a:pt x="1247036" y="107347"/>
                  <a:pt x="1247796" y="108842"/>
                  <a:pt x="1248947" y="109455"/>
                </a:cubicBezTo>
                <a:cubicBezTo>
                  <a:pt x="1250098" y="110066"/>
                  <a:pt x="1251775" y="110372"/>
                  <a:pt x="1253979" y="110372"/>
                </a:cubicBezTo>
                <a:cubicBezTo>
                  <a:pt x="1256429" y="110372"/>
                  <a:pt x="1258940" y="110090"/>
                  <a:pt x="1261512" y="109526"/>
                </a:cubicBezTo>
                <a:cubicBezTo>
                  <a:pt x="1264085" y="108963"/>
                  <a:pt x="1266154" y="108363"/>
                  <a:pt x="1267721" y="107726"/>
                </a:cubicBezTo>
                <a:lnTo>
                  <a:pt x="1270513" y="115956"/>
                </a:lnTo>
                <a:cubicBezTo>
                  <a:pt x="1268848" y="117279"/>
                  <a:pt x="1266570" y="118553"/>
                  <a:pt x="1263680" y="119777"/>
                </a:cubicBezTo>
                <a:cubicBezTo>
                  <a:pt x="1260790" y="121001"/>
                  <a:pt x="1257557" y="122030"/>
                  <a:pt x="1253979" y="122863"/>
                </a:cubicBezTo>
                <a:cubicBezTo>
                  <a:pt x="1250403" y="123697"/>
                  <a:pt x="1246778" y="124114"/>
                  <a:pt x="1243105" y="124114"/>
                </a:cubicBezTo>
                <a:close/>
                <a:moveTo>
                  <a:pt x="1278376" y="122717"/>
                </a:moveTo>
                <a:lnTo>
                  <a:pt x="1278376" y="113899"/>
                </a:lnTo>
                <a:lnTo>
                  <a:pt x="1288590" y="112576"/>
                </a:lnTo>
                <a:lnTo>
                  <a:pt x="1288590" y="55040"/>
                </a:lnTo>
                <a:lnTo>
                  <a:pt x="1278230" y="52246"/>
                </a:lnTo>
                <a:lnTo>
                  <a:pt x="1278230" y="42401"/>
                </a:lnTo>
                <a:lnTo>
                  <a:pt x="1305198" y="39168"/>
                </a:lnTo>
                <a:lnTo>
                  <a:pt x="1305492" y="39168"/>
                </a:lnTo>
                <a:lnTo>
                  <a:pt x="1309607" y="42034"/>
                </a:lnTo>
                <a:lnTo>
                  <a:pt x="1309607" y="112650"/>
                </a:lnTo>
                <a:lnTo>
                  <a:pt x="1319526" y="113899"/>
                </a:lnTo>
                <a:lnTo>
                  <a:pt x="1319526" y="122717"/>
                </a:lnTo>
                <a:lnTo>
                  <a:pt x="1278376" y="122717"/>
                </a:lnTo>
                <a:moveTo>
                  <a:pt x="1297334" y="27704"/>
                </a:moveTo>
                <a:cubicBezTo>
                  <a:pt x="1293611" y="27704"/>
                  <a:pt x="1290770" y="26553"/>
                  <a:pt x="1288810" y="24251"/>
                </a:cubicBezTo>
                <a:cubicBezTo>
                  <a:pt x="1286850" y="21948"/>
                  <a:pt x="1285870" y="19351"/>
                  <a:pt x="1285870" y="16460"/>
                </a:cubicBezTo>
                <a:cubicBezTo>
                  <a:pt x="1285870" y="12983"/>
                  <a:pt x="1286935" y="9970"/>
                  <a:pt x="1289066" y="7423"/>
                </a:cubicBezTo>
                <a:cubicBezTo>
                  <a:pt x="1291198" y="4875"/>
                  <a:pt x="1294370" y="3601"/>
                  <a:pt x="1298583" y="3601"/>
                </a:cubicBezTo>
                <a:lnTo>
                  <a:pt x="1298731" y="3601"/>
                </a:lnTo>
                <a:cubicBezTo>
                  <a:pt x="1302454" y="3601"/>
                  <a:pt x="1305294" y="4716"/>
                  <a:pt x="1307253" y="6945"/>
                </a:cubicBezTo>
                <a:cubicBezTo>
                  <a:pt x="1309213" y="9174"/>
                  <a:pt x="1310193" y="11709"/>
                  <a:pt x="1310193" y="14549"/>
                </a:cubicBezTo>
                <a:cubicBezTo>
                  <a:pt x="1310193" y="18028"/>
                  <a:pt x="1309127" y="21091"/>
                  <a:pt x="1306997" y="23737"/>
                </a:cubicBezTo>
                <a:cubicBezTo>
                  <a:pt x="1304867" y="26382"/>
                  <a:pt x="1301695" y="27704"/>
                  <a:pt x="1297482" y="27704"/>
                </a:cubicBezTo>
                <a:lnTo>
                  <a:pt x="1297334" y="27704"/>
                </a:lnTo>
                <a:close/>
                <a:moveTo>
                  <a:pt x="1326435" y="82080"/>
                </a:moveTo>
                <a:cubicBezTo>
                  <a:pt x="1326435" y="74879"/>
                  <a:pt x="1327536" y="68584"/>
                  <a:pt x="1329740" y="63196"/>
                </a:cubicBezTo>
                <a:cubicBezTo>
                  <a:pt x="1331945" y="57807"/>
                  <a:pt x="1334946" y="53324"/>
                  <a:pt x="1338741" y="49748"/>
                </a:cubicBezTo>
                <a:cubicBezTo>
                  <a:pt x="1342539" y="46172"/>
                  <a:pt x="1346862" y="43478"/>
                  <a:pt x="1351712" y="41666"/>
                </a:cubicBezTo>
                <a:cubicBezTo>
                  <a:pt x="1356562" y="39852"/>
                  <a:pt x="1361632" y="38946"/>
                  <a:pt x="1366923" y="38946"/>
                </a:cubicBezTo>
                <a:cubicBezTo>
                  <a:pt x="1375250" y="38946"/>
                  <a:pt x="1382280" y="40685"/>
                  <a:pt x="1388012" y="44164"/>
                </a:cubicBezTo>
                <a:cubicBezTo>
                  <a:pt x="1393744" y="47643"/>
                  <a:pt x="1398116" y="52542"/>
                  <a:pt x="1401128" y="58861"/>
                </a:cubicBezTo>
                <a:cubicBezTo>
                  <a:pt x="1404141" y="65181"/>
                  <a:pt x="1405647" y="72627"/>
                  <a:pt x="1405647" y="81199"/>
                </a:cubicBezTo>
                <a:cubicBezTo>
                  <a:pt x="1405647" y="88499"/>
                  <a:pt x="1404544" y="94856"/>
                  <a:pt x="1402339" y="100269"/>
                </a:cubicBezTo>
                <a:cubicBezTo>
                  <a:pt x="1400135" y="105681"/>
                  <a:pt x="1397123" y="110175"/>
                  <a:pt x="1393302" y="113751"/>
                </a:cubicBezTo>
                <a:cubicBezTo>
                  <a:pt x="1389482" y="117327"/>
                  <a:pt x="1385146" y="119986"/>
                  <a:pt x="1380295" y="121726"/>
                </a:cubicBezTo>
                <a:cubicBezTo>
                  <a:pt x="1375445" y="123464"/>
                  <a:pt x="1370351" y="124334"/>
                  <a:pt x="1365012" y="124334"/>
                </a:cubicBezTo>
                <a:cubicBezTo>
                  <a:pt x="1358840" y="124334"/>
                  <a:pt x="1353352" y="123342"/>
                  <a:pt x="1348550" y="121358"/>
                </a:cubicBezTo>
                <a:cubicBezTo>
                  <a:pt x="1343750" y="119374"/>
                  <a:pt x="1339709" y="116545"/>
                  <a:pt x="1336427" y="112870"/>
                </a:cubicBezTo>
                <a:cubicBezTo>
                  <a:pt x="1333146" y="109195"/>
                  <a:pt x="1330659" y="104750"/>
                  <a:pt x="1328969" y="99534"/>
                </a:cubicBezTo>
                <a:cubicBezTo>
                  <a:pt x="1327279" y="94316"/>
                  <a:pt x="1326435" y="88498"/>
                  <a:pt x="1326435" y="82080"/>
                </a:cubicBezTo>
                <a:moveTo>
                  <a:pt x="1366336" y="114781"/>
                </a:moveTo>
                <a:cubicBezTo>
                  <a:pt x="1369959" y="114781"/>
                  <a:pt x="1372984" y="113642"/>
                  <a:pt x="1375409" y="111365"/>
                </a:cubicBezTo>
                <a:cubicBezTo>
                  <a:pt x="1377834" y="109087"/>
                  <a:pt x="1379683" y="105572"/>
                  <a:pt x="1380957" y="100821"/>
                </a:cubicBezTo>
                <a:cubicBezTo>
                  <a:pt x="1382230" y="96068"/>
                  <a:pt x="1382867" y="90042"/>
                  <a:pt x="1382867" y="82742"/>
                </a:cubicBezTo>
                <a:cubicBezTo>
                  <a:pt x="1382867" y="77402"/>
                  <a:pt x="1382574" y="72613"/>
                  <a:pt x="1381986" y="68376"/>
                </a:cubicBezTo>
                <a:cubicBezTo>
                  <a:pt x="1381398" y="64140"/>
                  <a:pt x="1380443" y="60540"/>
                  <a:pt x="1379120" y="57576"/>
                </a:cubicBezTo>
                <a:cubicBezTo>
                  <a:pt x="1377797" y="54612"/>
                  <a:pt x="1376070" y="52358"/>
                  <a:pt x="1373940" y="50815"/>
                </a:cubicBezTo>
                <a:cubicBezTo>
                  <a:pt x="1371810" y="49271"/>
                  <a:pt x="1369201" y="48499"/>
                  <a:pt x="1366114" y="48499"/>
                </a:cubicBezTo>
                <a:cubicBezTo>
                  <a:pt x="1362488" y="48499"/>
                  <a:pt x="1359414" y="49638"/>
                  <a:pt x="1356890" y="51916"/>
                </a:cubicBezTo>
                <a:cubicBezTo>
                  <a:pt x="1354368" y="54195"/>
                  <a:pt x="1352445" y="57698"/>
                  <a:pt x="1351122" y="62425"/>
                </a:cubicBezTo>
                <a:cubicBezTo>
                  <a:pt x="1349801" y="67152"/>
                  <a:pt x="1349140" y="73190"/>
                  <a:pt x="1349140" y="80538"/>
                </a:cubicBezTo>
                <a:cubicBezTo>
                  <a:pt x="1349140" y="85927"/>
                  <a:pt x="1349458" y="90741"/>
                  <a:pt x="1350095" y="94979"/>
                </a:cubicBezTo>
                <a:cubicBezTo>
                  <a:pt x="1350732" y="99216"/>
                  <a:pt x="1351736" y="102804"/>
                  <a:pt x="1353107" y="105743"/>
                </a:cubicBezTo>
                <a:cubicBezTo>
                  <a:pt x="1354479" y="108683"/>
                  <a:pt x="1356255" y="110924"/>
                  <a:pt x="1358435" y="112466"/>
                </a:cubicBezTo>
                <a:cubicBezTo>
                  <a:pt x="1360615" y="114009"/>
                  <a:pt x="1363248" y="114781"/>
                  <a:pt x="1366336" y="114781"/>
                </a:cubicBezTo>
                <a:close/>
                <a:moveTo>
                  <a:pt x="1424386" y="112576"/>
                </a:moveTo>
                <a:lnTo>
                  <a:pt x="1424386" y="55040"/>
                </a:lnTo>
                <a:lnTo>
                  <a:pt x="1415053" y="52320"/>
                </a:lnTo>
                <a:lnTo>
                  <a:pt x="1415053" y="42105"/>
                </a:lnTo>
                <a:lnTo>
                  <a:pt x="1439597" y="39168"/>
                </a:lnTo>
                <a:lnTo>
                  <a:pt x="1440036" y="39168"/>
                </a:lnTo>
                <a:lnTo>
                  <a:pt x="1443638" y="42034"/>
                </a:lnTo>
                <a:lnTo>
                  <a:pt x="1443638" y="47691"/>
                </a:lnTo>
                <a:lnTo>
                  <a:pt x="1443492" y="51219"/>
                </a:lnTo>
                <a:cubicBezTo>
                  <a:pt x="1445549" y="49308"/>
                  <a:pt x="1448157" y="47447"/>
                  <a:pt x="1451316" y="45635"/>
                </a:cubicBezTo>
                <a:cubicBezTo>
                  <a:pt x="1454477" y="43822"/>
                  <a:pt x="1457955" y="42315"/>
                  <a:pt x="1461751" y="41114"/>
                </a:cubicBezTo>
                <a:cubicBezTo>
                  <a:pt x="1465548" y="39914"/>
                  <a:pt x="1469455" y="39313"/>
                  <a:pt x="1473472" y="39313"/>
                </a:cubicBezTo>
                <a:cubicBezTo>
                  <a:pt x="1479400" y="39313"/>
                  <a:pt x="1484164" y="40391"/>
                  <a:pt x="1487764" y="42547"/>
                </a:cubicBezTo>
                <a:cubicBezTo>
                  <a:pt x="1491365" y="44703"/>
                  <a:pt x="1493974" y="48157"/>
                  <a:pt x="1495590" y="52910"/>
                </a:cubicBezTo>
                <a:cubicBezTo>
                  <a:pt x="1497206" y="57661"/>
                  <a:pt x="1498014" y="63906"/>
                  <a:pt x="1498014" y="71646"/>
                </a:cubicBezTo>
                <a:lnTo>
                  <a:pt x="1498014" y="112650"/>
                </a:lnTo>
                <a:lnTo>
                  <a:pt x="1506980" y="113825"/>
                </a:lnTo>
                <a:lnTo>
                  <a:pt x="1506980" y="122717"/>
                </a:lnTo>
                <a:lnTo>
                  <a:pt x="1468915" y="122717"/>
                </a:lnTo>
                <a:lnTo>
                  <a:pt x="1468915" y="113899"/>
                </a:lnTo>
                <a:lnTo>
                  <a:pt x="1476778" y="112650"/>
                </a:lnTo>
                <a:lnTo>
                  <a:pt x="1476778" y="72088"/>
                </a:lnTo>
                <a:cubicBezTo>
                  <a:pt x="1476778" y="67238"/>
                  <a:pt x="1476373" y="63343"/>
                  <a:pt x="1475564" y="60404"/>
                </a:cubicBezTo>
                <a:cubicBezTo>
                  <a:pt x="1474757" y="57465"/>
                  <a:pt x="1473374" y="55310"/>
                  <a:pt x="1471414" y="53939"/>
                </a:cubicBezTo>
                <a:cubicBezTo>
                  <a:pt x="1469455" y="52567"/>
                  <a:pt x="1466761" y="51880"/>
                  <a:pt x="1463332" y="51880"/>
                </a:cubicBezTo>
                <a:cubicBezTo>
                  <a:pt x="1461029" y="51880"/>
                  <a:pt x="1458776" y="52272"/>
                  <a:pt x="1456570" y="53056"/>
                </a:cubicBezTo>
                <a:cubicBezTo>
                  <a:pt x="1454367" y="53839"/>
                  <a:pt x="1452322" y="54794"/>
                  <a:pt x="1450435" y="55921"/>
                </a:cubicBezTo>
                <a:cubicBezTo>
                  <a:pt x="1448550" y="57049"/>
                  <a:pt x="1446921" y="58127"/>
                  <a:pt x="1445548" y="59155"/>
                </a:cubicBezTo>
                <a:lnTo>
                  <a:pt x="1445548" y="112576"/>
                </a:lnTo>
                <a:lnTo>
                  <a:pt x="1454366" y="113899"/>
                </a:lnTo>
                <a:lnTo>
                  <a:pt x="1454366" y="122717"/>
                </a:lnTo>
                <a:lnTo>
                  <a:pt x="1415862" y="122717"/>
                </a:lnTo>
                <a:lnTo>
                  <a:pt x="1415862" y="113899"/>
                </a:lnTo>
                <a:lnTo>
                  <a:pt x="1424386" y="112576"/>
                </a:lnTo>
                <a:close/>
                <a:moveTo>
                  <a:pt x="1550042" y="122717"/>
                </a:moveTo>
                <a:lnTo>
                  <a:pt x="1550042" y="113899"/>
                </a:lnTo>
                <a:lnTo>
                  <a:pt x="1561577" y="112428"/>
                </a:lnTo>
                <a:lnTo>
                  <a:pt x="1561577" y="24618"/>
                </a:lnTo>
                <a:lnTo>
                  <a:pt x="1550262" y="22708"/>
                </a:lnTo>
                <a:lnTo>
                  <a:pt x="1550262" y="13522"/>
                </a:lnTo>
                <a:lnTo>
                  <a:pt x="1597437" y="13522"/>
                </a:lnTo>
                <a:lnTo>
                  <a:pt x="1597437" y="22708"/>
                </a:lnTo>
                <a:lnTo>
                  <a:pt x="1583330" y="24618"/>
                </a:lnTo>
                <a:lnTo>
                  <a:pt x="1583330" y="112282"/>
                </a:lnTo>
                <a:lnTo>
                  <a:pt x="1614485" y="110885"/>
                </a:lnTo>
                <a:lnTo>
                  <a:pt x="1624848" y="83403"/>
                </a:lnTo>
                <a:lnTo>
                  <a:pt x="1635722" y="85020"/>
                </a:lnTo>
                <a:lnTo>
                  <a:pt x="1631167" y="122717"/>
                </a:lnTo>
                <a:lnTo>
                  <a:pt x="1550042" y="122717"/>
                </a:lnTo>
                <a:close/>
                <a:moveTo>
                  <a:pt x="1644320" y="82080"/>
                </a:moveTo>
                <a:cubicBezTo>
                  <a:pt x="1644320" y="74879"/>
                  <a:pt x="1645422" y="68584"/>
                  <a:pt x="1647625" y="63196"/>
                </a:cubicBezTo>
                <a:cubicBezTo>
                  <a:pt x="1649831" y="57807"/>
                  <a:pt x="1652831" y="53324"/>
                  <a:pt x="1656627" y="49748"/>
                </a:cubicBezTo>
                <a:cubicBezTo>
                  <a:pt x="1660424" y="46172"/>
                  <a:pt x="1664748" y="43478"/>
                  <a:pt x="1669598" y="41666"/>
                </a:cubicBezTo>
                <a:cubicBezTo>
                  <a:pt x="1674447" y="39852"/>
                  <a:pt x="1679518" y="38946"/>
                  <a:pt x="1684809" y="38946"/>
                </a:cubicBezTo>
                <a:cubicBezTo>
                  <a:pt x="1693136" y="38946"/>
                  <a:pt x="1700165" y="40685"/>
                  <a:pt x="1705897" y="44164"/>
                </a:cubicBezTo>
                <a:cubicBezTo>
                  <a:pt x="1711629" y="47643"/>
                  <a:pt x="1716001" y="52542"/>
                  <a:pt x="1719014" y="58861"/>
                </a:cubicBezTo>
                <a:cubicBezTo>
                  <a:pt x="1722026" y="65181"/>
                  <a:pt x="1723532" y="72627"/>
                  <a:pt x="1723532" y="81199"/>
                </a:cubicBezTo>
                <a:cubicBezTo>
                  <a:pt x="1723532" y="88499"/>
                  <a:pt x="1722430" y="94856"/>
                  <a:pt x="1720224" y="100269"/>
                </a:cubicBezTo>
                <a:cubicBezTo>
                  <a:pt x="1718021" y="105681"/>
                  <a:pt x="1715008" y="110175"/>
                  <a:pt x="1711187" y="113751"/>
                </a:cubicBezTo>
                <a:cubicBezTo>
                  <a:pt x="1707367" y="117327"/>
                  <a:pt x="1703032" y="119986"/>
                  <a:pt x="1698181" y="121726"/>
                </a:cubicBezTo>
                <a:cubicBezTo>
                  <a:pt x="1693331" y="123464"/>
                  <a:pt x="1688237" y="124334"/>
                  <a:pt x="1682898" y="124334"/>
                </a:cubicBezTo>
                <a:cubicBezTo>
                  <a:pt x="1676725" y="124334"/>
                  <a:pt x="1671238" y="123342"/>
                  <a:pt x="1666436" y="121358"/>
                </a:cubicBezTo>
                <a:cubicBezTo>
                  <a:pt x="1661635" y="119374"/>
                  <a:pt x="1657594" y="116545"/>
                  <a:pt x="1654313" y="112870"/>
                </a:cubicBezTo>
                <a:cubicBezTo>
                  <a:pt x="1651031" y="109195"/>
                  <a:pt x="1648545" y="104750"/>
                  <a:pt x="1646854" y="99534"/>
                </a:cubicBezTo>
                <a:cubicBezTo>
                  <a:pt x="1645165" y="94316"/>
                  <a:pt x="1644320" y="88498"/>
                  <a:pt x="1644320" y="82080"/>
                </a:cubicBezTo>
                <a:moveTo>
                  <a:pt x="1684221" y="114781"/>
                </a:moveTo>
                <a:cubicBezTo>
                  <a:pt x="1687845" y="114781"/>
                  <a:pt x="1690869" y="113642"/>
                  <a:pt x="1693294" y="111365"/>
                </a:cubicBezTo>
                <a:cubicBezTo>
                  <a:pt x="1695719" y="109087"/>
                  <a:pt x="1697568" y="105572"/>
                  <a:pt x="1698842" y="100821"/>
                </a:cubicBezTo>
                <a:cubicBezTo>
                  <a:pt x="1700116" y="96068"/>
                  <a:pt x="1700753" y="90042"/>
                  <a:pt x="1700753" y="82742"/>
                </a:cubicBezTo>
                <a:cubicBezTo>
                  <a:pt x="1700753" y="77402"/>
                  <a:pt x="1700459" y="72613"/>
                  <a:pt x="1699871" y="68376"/>
                </a:cubicBezTo>
                <a:cubicBezTo>
                  <a:pt x="1699284" y="64140"/>
                  <a:pt x="1698329" y="60540"/>
                  <a:pt x="1697006" y="57576"/>
                </a:cubicBezTo>
                <a:cubicBezTo>
                  <a:pt x="1695682" y="54612"/>
                  <a:pt x="1693956" y="52358"/>
                  <a:pt x="1691825" y="50815"/>
                </a:cubicBezTo>
                <a:cubicBezTo>
                  <a:pt x="1689695" y="49271"/>
                  <a:pt x="1687086" y="48499"/>
                  <a:pt x="1683999" y="48499"/>
                </a:cubicBezTo>
                <a:cubicBezTo>
                  <a:pt x="1680374" y="48499"/>
                  <a:pt x="1677299" y="49638"/>
                  <a:pt x="1674776" y="51916"/>
                </a:cubicBezTo>
                <a:cubicBezTo>
                  <a:pt x="1672253" y="54195"/>
                  <a:pt x="1670331" y="57698"/>
                  <a:pt x="1669008" y="62425"/>
                </a:cubicBezTo>
                <a:cubicBezTo>
                  <a:pt x="1667686" y="67152"/>
                  <a:pt x="1667025" y="73190"/>
                  <a:pt x="1667025" y="80538"/>
                </a:cubicBezTo>
                <a:cubicBezTo>
                  <a:pt x="1667025" y="85927"/>
                  <a:pt x="1667344" y="90741"/>
                  <a:pt x="1667981" y="94979"/>
                </a:cubicBezTo>
                <a:cubicBezTo>
                  <a:pt x="1668618" y="99216"/>
                  <a:pt x="1669622" y="102804"/>
                  <a:pt x="1670992" y="105743"/>
                </a:cubicBezTo>
                <a:cubicBezTo>
                  <a:pt x="1672365" y="108683"/>
                  <a:pt x="1674141" y="110924"/>
                  <a:pt x="1676321" y="112466"/>
                </a:cubicBezTo>
                <a:cubicBezTo>
                  <a:pt x="1678500" y="114009"/>
                  <a:pt x="1681134" y="114781"/>
                  <a:pt x="1684221" y="114781"/>
                </a:cubicBezTo>
                <a:close/>
                <a:moveTo>
                  <a:pt x="1764904" y="124334"/>
                </a:moveTo>
                <a:cubicBezTo>
                  <a:pt x="1760299" y="124334"/>
                  <a:pt x="1756013" y="123941"/>
                  <a:pt x="1752045" y="123156"/>
                </a:cubicBezTo>
                <a:cubicBezTo>
                  <a:pt x="1748077" y="122373"/>
                  <a:pt x="1744586" y="121504"/>
                  <a:pt x="1741573" y="120548"/>
                </a:cubicBezTo>
                <a:cubicBezTo>
                  <a:pt x="1738560" y="119593"/>
                  <a:pt x="1736196" y="118871"/>
                  <a:pt x="1734482" y="118382"/>
                </a:cubicBezTo>
                <a:lnTo>
                  <a:pt x="1734482" y="99128"/>
                </a:lnTo>
                <a:lnTo>
                  <a:pt x="1746755" y="99128"/>
                </a:lnTo>
                <a:lnTo>
                  <a:pt x="1750134" y="110592"/>
                </a:lnTo>
                <a:cubicBezTo>
                  <a:pt x="1750625" y="111377"/>
                  <a:pt x="1751580" y="112149"/>
                  <a:pt x="1753000" y="112908"/>
                </a:cubicBezTo>
                <a:cubicBezTo>
                  <a:pt x="1754421" y="113666"/>
                  <a:pt x="1756098" y="114278"/>
                  <a:pt x="1758033" y="114745"/>
                </a:cubicBezTo>
                <a:cubicBezTo>
                  <a:pt x="1759969" y="115210"/>
                  <a:pt x="1761917" y="115442"/>
                  <a:pt x="1763877" y="115442"/>
                </a:cubicBezTo>
                <a:cubicBezTo>
                  <a:pt x="1767109" y="115442"/>
                  <a:pt x="1769729" y="115001"/>
                  <a:pt x="1771737" y="114119"/>
                </a:cubicBezTo>
                <a:cubicBezTo>
                  <a:pt x="1773746" y="113237"/>
                  <a:pt x="1775240" y="112013"/>
                  <a:pt x="1776219" y="110446"/>
                </a:cubicBezTo>
                <a:cubicBezTo>
                  <a:pt x="1777200" y="108878"/>
                  <a:pt x="1777690" y="107114"/>
                  <a:pt x="1777690" y="105154"/>
                </a:cubicBezTo>
                <a:cubicBezTo>
                  <a:pt x="1777690" y="102509"/>
                  <a:pt x="1776698" y="100293"/>
                  <a:pt x="1774715" y="98505"/>
                </a:cubicBezTo>
                <a:cubicBezTo>
                  <a:pt x="1772731" y="96716"/>
                  <a:pt x="1770036" y="95039"/>
                  <a:pt x="1766630" y="93472"/>
                </a:cubicBezTo>
                <a:cubicBezTo>
                  <a:pt x="1763226" y="91904"/>
                  <a:pt x="1759295" y="90165"/>
                  <a:pt x="1754837" y="88254"/>
                </a:cubicBezTo>
                <a:cubicBezTo>
                  <a:pt x="1750527" y="86393"/>
                  <a:pt x="1746865" y="84274"/>
                  <a:pt x="1743851" y="81899"/>
                </a:cubicBezTo>
                <a:cubicBezTo>
                  <a:pt x="1740838" y="79522"/>
                  <a:pt x="1738561" y="76729"/>
                  <a:pt x="1737018" y="73521"/>
                </a:cubicBezTo>
                <a:cubicBezTo>
                  <a:pt x="1735475" y="70312"/>
                  <a:pt x="1734704" y="66528"/>
                  <a:pt x="1734704" y="62167"/>
                </a:cubicBezTo>
                <a:cubicBezTo>
                  <a:pt x="1734704" y="57709"/>
                  <a:pt x="1736014" y="53766"/>
                  <a:pt x="1738635" y="50338"/>
                </a:cubicBezTo>
                <a:cubicBezTo>
                  <a:pt x="1741256" y="46908"/>
                  <a:pt x="1744954" y="44201"/>
                  <a:pt x="1749731" y="42217"/>
                </a:cubicBezTo>
                <a:cubicBezTo>
                  <a:pt x="1754507" y="40234"/>
                  <a:pt x="1760104" y="39242"/>
                  <a:pt x="1766520" y="39242"/>
                </a:cubicBezTo>
                <a:cubicBezTo>
                  <a:pt x="1771273" y="39242"/>
                  <a:pt x="1775363" y="39560"/>
                  <a:pt x="1778791" y="40197"/>
                </a:cubicBezTo>
                <a:cubicBezTo>
                  <a:pt x="1782221" y="40834"/>
                  <a:pt x="1785099" y="41507"/>
                  <a:pt x="1787425" y="42217"/>
                </a:cubicBezTo>
                <a:cubicBezTo>
                  <a:pt x="1789753" y="42928"/>
                  <a:pt x="1791652" y="43405"/>
                  <a:pt x="1793121" y="43650"/>
                </a:cubicBezTo>
                <a:lnTo>
                  <a:pt x="1793121" y="62976"/>
                </a:lnTo>
                <a:lnTo>
                  <a:pt x="1781586" y="62976"/>
                </a:lnTo>
                <a:lnTo>
                  <a:pt x="1778132" y="51806"/>
                </a:lnTo>
                <a:cubicBezTo>
                  <a:pt x="1777739" y="51170"/>
                  <a:pt x="1777015" y="50557"/>
                  <a:pt x="1775961" y="49970"/>
                </a:cubicBezTo>
                <a:cubicBezTo>
                  <a:pt x="1774909" y="49381"/>
                  <a:pt x="1773623" y="48903"/>
                  <a:pt x="1772104" y="48537"/>
                </a:cubicBezTo>
                <a:cubicBezTo>
                  <a:pt x="1770587" y="48169"/>
                  <a:pt x="1768921" y="47985"/>
                  <a:pt x="1767108" y="47985"/>
                </a:cubicBezTo>
                <a:cubicBezTo>
                  <a:pt x="1764463" y="47985"/>
                  <a:pt x="1762149" y="48378"/>
                  <a:pt x="1760165" y="49163"/>
                </a:cubicBezTo>
                <a:cubicBezTo>
                  <a:pt x="1758181" y="49946"/>
                  <a:pt x="1756662" y="51060"/>
                  <a:pt x="1755608" y="52506"/>
                </a:cubicBezTo>
                <a:cubicBezTo>
                  <a:pt x="1754556" y="53950"/>
                  <a:pt x="1754030" y="55652"/>
                  <a:pt x="1754030" y="57612"/>
                </a:cubicBezTo>
                <a:cubicBezTo>
                  <a:pt x="1754030" y="60552"/>
                  <a:pt x="1754911" y="62940"/>
                  <a:pt x="1756674" y="64777"/>
                </a:cubicBezTo>
                <a:cubicBezTo>
                  <a:pt x="1758438" y="66613"/>
                  <a:pt x="1760765" y="68192"/>
                  <a:pt x="1763655" y="69516"/>
                </a:cubicBezTo>
                <a:cubicBezTo>
                  <a:pt x="1766546" y="70839"/>
                  <a:pt x="1769584" y="72161"/>
                  <a:pt x="1772768" y="73483"/>
                </a:cubicBezTo>
                <a:cubicBezTo>
                  <a:pt x="1775903" y="74806"/>
                  <a:pt x="1778977" y="76239"/>
                  <a:pt x="1781989" y="77784"/>
                </a:cubicBezTo>
                <a:cubicBezTo>
                  <a:pt x="1785002" y="79327"/>
                  <a:pt x="1787720" y="81090"/>
                  <a:pt x="1790145" y="83074"/>
                </a:cubicBezTo>
                <a:cubicBezTo>
                  <a:pt x="1792570" y="85058"/>
                  <a:pt x="1794493" y="87421"/>
                  <a:pt x="1795913" y="90165"/>
                </a:cubicBezTo>
                <a:cubicBezTo>
                  <a:pt x="1797335" y="92908"/>
                  <a:pt x="1798046" y="96166"/>
                  <a:pt x="1798046" y="99937"/>
                </a:cubicBezTo>
                <a:cubicBezTo>
                  <a:pt x="1798046" y="104493"/>
                  <a:pt x="1796845" y="108620"/>
                  <a:pt x="1794444" y="112318"/>
                </a:cubicBezTo>
                <a:cubicBezTo>
                  <a:pt x="1792043" y="116017"/>
                  <a:pt x="1788381" y="118944"/>
                  <a:pt x="1783458" y="121100"/>
                </a:cubicBezTo>
                <a:cubicBezTo>
                  <a:pt x="1778535" y="123256"/>
                  <a:pt x="1772350" y="124334"/>
                  <a:pt x="1764904" y="124334"/>
                </a:cubicBezTo>
                <a:close/>
                <a:moveTo>
                  <a:pt x="1840003" y="124334"/>
                </a:moveTo>
                <a:cubicBezTo>
                  <a:pt x="1835398" y="124334"/>
                  <a:pt x="1831112" y="123941"/>
                  <a:pt x="1827144" y="123156"/>
                </a:cubicBezTo>
                <a:cubicBezTo>
                  <a:pt x="1823176" y="122373"/>
                  <a:pt x="1819686" y="121504"/>
                  <a:pt x="1816672" y="120548"/>
                </a:cubicBezTo>
                <a:cubicBezTo>
                  <a:pt x="1813659" y="119593"/>
                  <a:pt x="1811296" y="118871"/>
                  <a:pt x="1809581" y="118382"/>
                </a:cubicBezTo>
                <a:lnTo>
                  <a:pt x="1809581" y="99128"/>
                </a:lnTo>
                <a:lnTo>
                  <a:pt x="1821854" y="99128"/>
                </a:lnTo>
                <a:lnTo>
                  <a:pt x="1825234" y="110592"/>
                </a:lnTo>
                <a:cubicBezTo>
                  <a:pt x="1825724" y="111377"/>
                  <a:pt x="1826679" y="112149"/>
                  <a:pt x="1828099" y="112908"/>
                </a:cubicBezTo>
                <a:cubicBezTo>
                  <a:pt x="1829520" y="113666"/>
                  <a:pt x="1831197" y="114278"/>
                  <a:pt x="1833132" y="114745"/>
                </a:cubicBezTo>
                <a:cubicBezTo>
                  <a:pt x="1835068" y="115210"/>
                  <a:pt x="1837016" y="115442"/>
                  <a:pt x="1838976" y="115442"/>
                </a:cubicBezTo>
                <a:cubicBezTo>
                  <a:pt x="1842208" y="115442"/>
                  <a:pt x="1844828" y="115001"/>
                  <a:pt x="1846836" y="114119"/>
                </a:cubicBezTo>
                <a:cubicBezTo>
                  <a:pt x="1848845" y="113237"/>
                  <a:pt x="1850339" y="112013"/>
                  <a:pt x="1851318" y="110446"/>
                </a:cubicBezTo>
                <a:cubicBezTo>
                  <a:pt x="1852299" y="108878"/>
                  <a:pt x="1852790" y="107114"/>
                  <a:pt x="1852790" y="105154"/>
                </a:cubicBezTo>
                <a:cubicBezTo>
                  <a:pt x="1852790" y="102509"/>
                  <a:pt x="1851798" y="100293"/>
                  <a:pt x="1849814" y="98505"/>
                </a:cubicBezTo>
                <a:cubicBezTo>
                  <a:pt x="1847830" y="96716"/>
                  <a:pt x="1845135" y="95039"/>
                  <a:pt x="1841729" y="93472"/>
                </a:cubicBezTo>
                <a:cubicBezTo>
                  <a:pt x="1838325" y="91904"/>
                  <a:pt x="1834394" y="90165"/>
                  <a:pt x="1829936" y="88254"/>
                </a:cubicBezTo>
                <a:cubicBezTo>
                  <a:pt x="1825626" y="86393"/>
                  <a:pt x="1821964" y="84274"/>
                  <a:pt x="1818950" y="81899"/>
                </a:cubicBezTo>
                <a:cubicBezTo>
                  <a:pt x="1815938" y="79522"/>
                  <a:pt x="1813660" y="76729"/>
                  <a:pt x="1812117" y="73521"/>
                </a:cubicBezTo>
                <a:cubicBezTo>
                  <a:pt x="1810574" y="70312"/>
                  <a:pt x="1809803" y="66528"/>
                  <a:pt x="1809803" y="62167"/>
                </a:cubicBezTo>
                <a:cubicBezTo>
                  <a:pt x="1809803" y="57709"/>
                  <a:pt x="1811113" y="53766"/>
                  <a:pt x="1813734" y="50338"/>
                </a:cubicBezTo>
                <a:cubicBezTo>
                  <a:pt x="1816355" y="46908"/>
                  <a:pt x="1820053" y="44201"/>
                  <a:pt x="1824830" y="42217"/>
                </a:cubicBezTo>
                <a:cubicBezTo>
                  <a:pt x="1829606" y="40234"/>
                  <a:pt x="1835203" y="39242"/>
                  <a:pt x="1841620" y="39242"/>
                </a:cubicBezTo>
                <a:cubicBezTo>
                  <a:pt x="1846372" y="39242"/>
                  <a:pt x="1850463" y="39560"/>
                  <a:pt x="1853891" y="40197"/>
                </a:cubicBezTo>
                <a:cubicBezTo>
                  <a:pt x="1857320" y="40834"/>
                  <a:pt x="1860198" y="41507"/>
                  <a:pt x="1862524" y="42217"/>
                </a:cubicBezTo>
                <a:cubicBezTo>
                  <a:pt x="1864852" y="42928"/>
                  <a:pt x="1866751" y="43405"/>
                  <a:pt x="1868220" y="43650"/>
                </a:cubicBezTo>
                <a:lnTo>
                  <a:pt x="1868220" y="62976"/>
                </a:lnTo>
                <a:lnTo>
                  <a:pt x="1856685" y="62976"/>
                </a:lnTo>
                <a:lnTo>
                  <a:pt x="1853231" y="51806"/>
                </a:lnTo>
                <a:cubicBezTo>
                  <a:pt x="1852838" y="51170"/>
                  <a:pt x="1852115" y="50557"/>
                  <a:pt x="1851061" y="49970"/>
                </a:cubicBezTo>
                <a:cubicBezTo>
                  <a:pt x="1850008" y="49381"/>
                  <a:pt x="1848722" y="48903"/>
                  <a:pt x="1847203" y="48537"/>
                </a:cubicBezTo>
                <a:cubicBezTo>
                  <a:pt x="1845686" y="48169"/>
                  <a:pt x="1844021" y="47985"/>
                  <a:pt x="1842207" y="47985"/>
                </a:cubicBezTo>
                <a:cubicBezTo>
                  <a:pt x="1839562" y="47985"/>
                  <a:pt x="1837248" y="48378"/>
                  <a:pt x="1835264" y="49163"/>
                </a:cubicBezTo>
                <a:cubicBezTo>
                  <a:pt x="1833280" y="49946"/>
                  <a:pt x="1831761" y="51060"/>
                  <a:pt x="1830708" y="52506"/>
                </a:cubicBezTo>
                <a:cubicBezTo>
                  <a:pt x="1829655" y="53950"/>
                  <a:pt x="1829129" y="55652"/>
                  <a:pt x="1829129" y="57612"/>
                </a:cubicBezTo>
                <a:cubicBezTo>
                  <a:pt x="1829129" y="60552"/>
                  <a:pt x="1830010" y="62940"/>
                  <a:pt x="1831773" y="64777"/>
                </a:cubicBezTo>
                <a:cubicBezTo>
                  <a:pt x="1833537" y="66613"/>
                  <a:pt x="1835864" y="68192"/>
                  <a:pt x="1838754" y="69516"/>
                </a:cubicBezTo>
                <a:cubicBezTo>
                  <a:pt x="1841645" y="70839"/>
                  <a:pt x="1844683" y="72161"/>
                  <a:pt x="1847867" y="73483"/>
                </a:cubicBezTo>
                <a:cubicBezTo>
                  <a:pt x="1851002" y="74806"/>
                  <a:pt x="1854076" y="76239"/>
                  <a:pt x="1857088" y="77784"/>
                </a:cubicBezTo>
                <a:cubicBezTo>
                  <a:pt x="1860101" y="79327"/>
                  <a:pt x="1862820" y="81090"/>
                  <a:pt x="1865244" y="83074"/>
                </a:cubicBezTo>
                <a:cubicBezTo>
                  <a:pt x="1867669" y="85058"/>
                  <a:pt x="1869592" y="87421"/>
                  <a:pt x="1871012" y="90165"/>
                </a:cubicBezTo>
                <a:cubicBezTo>
                  <a:pt x="1872434" y="92908"/>
                  <a:pt x="1873145" y="96166"/>
                  <a:pt x="1873145" y="99937"/>
                </a:cubicBezTo>
                <a:cubicBezTo>
                  <a:pt x="1873145" y="104493"/>
                  <a:pt x="1871944" y="108620"/>
                  <a:pt x="1869543" y="112318"/>
                </a:cubicBezTo>
                <a:cubicBezTo>
                  <a:pt x="1867142" y="116017"/>
                  <a:pt x="1863480" y="118944"/>
                  <a:pt x="1858557" y="121100"/>
                </a:cubicBezTo>
                <a:cubicBezTo>
                  <a:pt x="1853634" y="123256"/>
                  <a:pt x="1847449" y="124334"/>
                  <a:pt x="1840003" y="1243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80FA0C-A959-4CB4-B331-4F360C1F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096" y="3688419"/>
            <a:ext cx="2346597" cy="178137"/>
          </a:xfrm>
          <a:custGeom xmlns:a="http://schemas.openxmlformats.org/drawingml/2006/main">
            <a:pathLst>
              <a:path w="2346597" h="178137">
                <a:moveTo>
                  <a:pt x="0" y="0"/>
                </a:moveTo>
                <a:lnTo>
                  <a:pt x="2346597" y="0"/>
                </a:lnTo>
                <a:lnTo>
                  <a:pt x="2346597" y="178137"/>
                </a:lnTo>
                <a:lnTo>
                  <a:pt x="0" y="17813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09799A-F226-4B76-8CE2-8B80FA29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73" y="3688419"/>
            <a:ext cx="1816842" cy="176358"/>
          </a:xfrm>
          <a:custGeom xmlns:a="http://schemas.openxmlformats.org/drawingml/2006/main">
            <a:pathLst>
              <a:path w="1816842" h="176358">
                <a:moveTo>
                  <a:pt x="0" y="0"/>
                </a:moveTo>
                <a:lnTo>
                  <a:pt x="1816842" y="0"/>
                </a:lnTo>
                <a:lnTo>
                  <a:pt x="1816842" y="176358"/>
                </a:lnTo>
                <a:lnTo>
                  <a:pt x="0" y="17635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AD7B71-9CE4-46DD-B9EC-97A2D875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73" y="3684928"/>
            <a:ext cx="1447537" cy="184689"/>
          </a:xfrm>
          <a:custGeom xmlns:a="http://schemas.openxmlformats.org/drawingml/2006/main">
            <a:pathLst>
              <a:path w="1447537" h="184689">
                <a:moveTo>
                  <a:pt x="0" y="0"/>
                </a:moveTo>
                <a:lnTo>
                  <a:pt x="1447537" y="0"/>
                </a:lnTo>
                <a:lnTo>
                  <a:pt x="1447537" y="184689"/>
                </a:lnTo>
                <a:lnTo>
                  <a:pt x="0" y="1846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Text LanguageModeling">
            <a:extLst xmlns:a="http://schemas.openxmlformats.org/drawingml/2006/main">
              <a:ext uri="{FF2B5EF4-FFF2-40B4-BE49-F238E27FC236}">
                <a16:creationId xmlns:a16="http://schemas.microsoft.com/office/drawing/2014/main" id="{AF477846-05C6-4696-95B9-32D5164F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779" y="3709067"/>
            <a:ext cx="1439669" cy="160120"/>
          </a:xfrm>
          <a:custGeom xmlns:a="http://schemas.openxmlformats.org/drawingml/2006/main">
            <a:pathLst>
              <a:path w="1439669" h="160120">
                <a:moveTo>
                  <a:pt x="0" y="120439"/>
                </a:moveTo>
                <a:lnTo>
                  <a:pt x="0" y="111621"/>
                </a:lnTo>
                <a:lnTo>
                  <a:pt x="11535" y="110150"/>
                </a:lnTo>
                <a:lnTo>
                  <a:pt x="11535" y="22340"/>
                </a:lnTo>
                <a:lnTo>
                  <a:pt x="220" y="20429"/>
                </a:lnTo>
                <a:lnTo>
                  <a:pt x="220" y="11244"/>
                </a:lnTo>
                <a:lnTo>
                  <a:pt x="47395" y="11244"/>
                </a:lnTo>
                <a:lnTo>
                  <a:pt x="47395" y="20429"/>
                </a:lnTo>
                <a:lnTo>
                  <a:pt x="33288" y="22340"/>
                </a:lnTo>
                <a:lnTo>
                  <a:pt x="33288" y="110004"/>
                </a:lnTo>
                <a:lnTo>
                  <a:pt x="64443" y="108607"/>
                </a:lnTo>
                <a:lnTo>
                  <a:pt x="74806" y="81125"/>
                </a:lnTo>
                <a:lnTo>
                  <a:pt x="85680" y="82742"/>
                </a:lnTo>
                <a:lnTo>
                  <a:pt x="81125" y="120439"/>
                </a:lnTo>
                <a:lnTo>
                  <a:pt x="0" y="120439"/>
                </a:lnTo>
                <a:close/>
                <a:moveTo>
                  <a:pt x="119997" y="122055"/>
                </a:moveTo>
                <a:cubicBezTo>
                  <a:pt x="115588" y="122055"/>
                  <a:pt x="111497" y="121125"/>
                  <a:pt x="107724" y="119263"/>
                </a:cubicBezTo>
                <a:cubicBezTo>
                  <a:pt x="103952" y="117402"/>
                  <a:pt x="100927" y="114634"/>
                  <a:pt x="98648" y="110959"/>
                </a:cubicBezTo>
                <a:cubicBezTo>
                  <a:pt x="96371" y="107285"/>
                  <a:pt x="95233" y="102778"/>
                  <a:pt x="95233" y="97439"/>
                </a:cubicBezTo>
                <a:cubicBezTo>
                  <a:pt x="95233" y="92833"/>
                  <a:pt x="96482" y="88828"/>
                  <a:pt x="98980" y="85424"/>
                </a:cubicBezTo>
                <a:cubicBezTo>
                  <a:pt x="101478" y="82020"/>
                  <a:pt x="104932" y="79228"/>
                  <a:pt x="109341" y="77048"/>
                </a:cubicBezTo>
                <a:cubicBezTo>
                  <a:pt x="113751" y="74867"/>
                  <a:pt x="118859" y="73225"/>
                  <a:pt x="124664" y="72124"/>
                </a:cubicBezTo>
                <a:cubicBezTo>
                  <a:pt x="130469" y="71022"/>
                  <a:pt x="136702" y="70446"/>
                  <a:pt x="143364" y="70397"/>
                </a:cubicBezTo>
                <a:lnTo>
                  <a:pt x="143364" y="66650"/>
                </a:lnTo>
                <a:cubicBezTo>
                  <a:pt x="143364" y="62878"/>
                  <a:pt x="142971" y="59853"/>
                  <a:pt x="142187" y="57574"/>
                </a:cubicBezTo>
                <a:cubicBezTo>
                  <a:pt x="141403" y="55296"/>
                  <a:pt x="139909" y="53630"/>
                  <a:pt x="137704" y="52578"/>
                </a:cubicBezTo>
                <a:cubicBezTo>
                  <a:pt x="135500" y="51524"/>
                  <a:pt x="132292" y="50997"/>
                  <a:pt x="128079" y="50997"/>
                </a:cubicBezTo>
                <a:cubicBezTo>
                  <a:pt x="122396" y="50997"/>
                  <a:pt x="117449" y="51806"/>
                  <a:pt x="113236" y="53423"/>
                </a:cubicBezTo>
                <a:cubicBezTo>
                  <a:pt x="109023" y="55039"/>
                  <a:pt x="105741" y="56435"/>
                  <a:pt x="103389" y="57610"/>
                </a:cubicBezTo>
                <a:lnTo>
                  <a:pt x="98686" y="48059"/>
                </a:lnTo>
                <a:cubicBezTo>
                  <a:pt x="99863" y="47079"/>
                  <a:pt x="102129" y="45707"/>
                  <a:pt x="105483" y="43944"/>
                </a:cubicBezTo>
                <a:cubicBezTo>
                  <a:pt x="108840" y="42180"/>
                  <a:pt x="112930" y="40576"/>
                  <a:pt x="117754" y="39132"/>
                </a:cubicBezTo>
                <a:cubicBezTo>
                  <a:pt x="122580" y="37686"/>
                  <a:pt x="127810" y="36963"/>
                  <a:pt x="133443" y="36963"/>
                </a:cubicBezTo>
                <a:cubicBezTo>
                  <a:pt x="140939" y="36963"/>
                  <a:pt x="146830" y="38028"/>
                  <a:pt x="151116" y="40159"/>
                </a:cubicBezTo>
                <a:cubicBezTo>
                  <a:pt x="155402" y="42289"/>
                  <a:pt x="158464" y="45547"/>
                  <a:pt x="160302" y="49932"/>
                </a:cubicBezTo>
                <a:cubicBezTo>
                  <a:pt x="162139" y="54317"/>
                  <a:pt x="163058" y="59889"/>
                  <a:pt x="163058" y="66650"/>
                </a:cubicBezTo>
                <a:lnTo>
                  <a:pt x="163058" y="111401"/>
                </a:lnTo>
                <a:lnTo>
                  <a:pt x="171068" y="111401"/>
                </a:lnTo>
                <a:lnTo>
                  <a:pt x="171068" y="119631"/>
                </a:lnTo>
                <a:cubicBezTo>
                  <a:pt x="169941" y="119924"/>
                  <a:pt x="168324" y="120242"/>
                  <a:pt x="166217" y="120584"/>
                </a:cubicBezTo>
                <a:cubicBezTo>
                  <a:pt x="164111" y="120928"/>
                  <a:pt x="161869" y="121223"/>
                  <a:pt x="159492" y="121468"/>
                </a:cubicBezTo>
                <a:cubicBezTo>
                  <a:pt x="157116" y="121713"/>
                  <a:pt x="154949" y="121836"/>
                  <a:pt x="152991" y="121836"/>
                </a:cubicBezTo>
                <a:cubicBezTo>
                  <a:pt x="149659" y="121836"/>
                  <a:pt x="147417" y="121346"/>
                  <a:pt x="146266" y="120367"/>
                </a:cubicBezTo>
                <a:cubicBezTo>
                  <a:pt x="145115" y="119386"/>
                  <a:pt x="144539" y="117401"/>
                  <a:pt x="144539" y="114413"/>
                </a:cubicBezTo>
                <a:lnTo>
                  <a:pt x="144539" y="110518"/>
                </a:lnTo>
                <a:cubicBezTo>
                  <a:pt x="143315" y="111939"/>
                  <a:pt x="141551" y="113569"/>
                  <a:pt x="139249" y="115406"/>
                </a:cubicBezTo>
                <a:cubicBezTo>
                  <a:pt x="136947" y="117242"/>
                  <a:pt x="134179" y="118810"/>
                  <a:pt x="130945" y="120109"/>
                </a:cubicBezTo>
                <a:cubicBezTo>
                  <a:pt x="127713" y="121407"/>
                  <a:pt x="124063" y="122055"/>
                  <a:pt x="119997" y="122055"/>
                </a:cubicBezTo>
                <a:moveTo>
                  <a:pt x="129550" y="109856"/>
                </a:moveTo>
                <a:cubicBezTo>
                  <a:pt x="131657" y="109856"/>
                  <a:pt x="134007" y="109244"/>
                  <a:pt x="136603" y="108019"/>
                </a:cubicBezTo>
                <a:cubicBezTo>
                  <a:pt x="139200" y="106795"/>
                  <a:pt x="141453" y="105301"/>
                  <a:pt x="143364" y="103537"/>
                </a:cubicBezTo>
                <a:lnTo>
                  <a:pt x="143364" y="79434"/>
                </a:lnTo>
                <a:cubicBezTo>
                  <a:pt x="137240" y="79434"/>
                  <a:pt x="132255" y="80170"/>
                  <a:pt x="128409" y="81641"/>
                </a:cubicBezTo>
                <a:cubicBezTo>
                  <a:pt x="124563" y="83110"/>
                  <a:pt x="121747" y="85046"/>
                  <a:pt x="119959" y="87447"/>
                </a:cubicBezTo>
                <a:cubicBezTo>
                  <a:pt x="118171" y="89846"/>
                  <a:pt x="117277" y="92491"/>
                  <a:pt x="117277" y="95381"/>
                </a:cubicBezTo>
                <a:cubicBezTo>
                  <a:pt x="117277" y="98565"/>
                  <a:pt x="117803" y="101235"/>
                  <a:pt x="118856" y="103391"/>
                </a:cubicBezTo>
                <a:cubicBezTo>
                  <a:pt x="119910" y="105547"/>
                  <a:pt x="121355" y="107164"/>
                  <a:pt x="123193" y="108241"/>
                </a:cubicBezTo>
                <a:cubicBezTo>
                  <a:pt x="125030" y="109318"/>
                  <a:pt x="127149" y="109856"/>
                  <a:pt x="129550" y="109856"/>
                </a:cubicBezTo>
                <a:close/>
                <a:moveTo>
                  <a:pt x="188409" y="110298"/>
                </a:moveTo>
                <a:lnTo>
                  <a:pt x="188409" y="52762"/>
                </a:lnTo>
                <a:lnTo>
                  <a:pt x="179076" y="50042"/>
                </a:lnTo>
                <a:lnTo>
                  <a:pt x="179076" y="39827"/>
                </a:lnTo>
                <a:lnTo>
                  <a:pt x="203620" y="36889"/>
                </a:lnTo>
                <a:lnTo>
                  <a:pt x="204059" y="36889"/>
                </a:lnTo>
                <a:lnTo>
                  <a:pt x="207661" y="39755"/>
                </a:lnTo>
                <a:lnTo>
                  <a:pt x="207661" y="45413"/>
                </a:lnTo>
                <a:lnTo>
                  <a:pt x="207515" y="48941"/>
                </a:lnTo>
                <a:cubicBezTo>
                  <a:pt x="209572" y="47030"/>
                  <a:pt x="212180" y="45169"/>
                  <a:pt x="215339" y="43357"/>
                </a:cubicBezTo>
                <a:cubicBezTo>
                  <a:pt x="218500" y="41543"/>
                  <a:pt x="221978" y="40036"/>
                  <a:pt x="225774" y="38836"/>
                </a:cubicBezTo>
                <a:cubicBezTo>
                  <a:pt x="229571" y="37635"/>
                  <a:pt x="233478" y="37035"/>
                  <a:pt x="237495" y="37035"/>
                </a:cubicBezTo>
                <a:cubicBezTo>
                  <a:pt x="243423" y="37035"/>
                  <a:pt x="248187" y="38113"/>
                  <a:pt x="251787" y="40269"/>
                </a:cubicBezTo>
                <a:cubicBezTo>
                  <a:pt x="255388" y="42425"/>
                  <a:pt x="257997" y="45879"/>
                  <a:pt x="259613" y="50631"/>
                </a:cubicBezTo>
                <a:cubicBezTo>
                  <a:pt x="261229" y="55383"/>
                  <a:pt x="262037" y="61628"/>
                  <a:pt x="262037" y="69368"/>
                </a:cubicBezTo>
                <a:lnTo>
                  <a:pt x="262037" y="110372"/>
                </a:lnTo>
                <a:lnTo>
                  <a:pt x="271003" y="111547"/>
                </a:lnTo>
                <a:lnTo>
                  <a:pt x="271003" y="120439"/>
                </a:lnTo>
                <a:lnTo>
                  <a:pt x="232938" y="120439"/>
                </a:lnTo>
                <a:lnTo>
                  <a:pt x="232938" y="111621"/>
                </a:lnTo>
                <a:lnTo>
                  <a:pt x="240801" y="110372"/>
                </a:lnTo>
                <a:lnTo>
                  <a:pt x="240801" y="69809"/>
                </a:lnTo>
                <a:cubicBezTo>
                  <a:pt x="240801" y="64960"/>
                  <a:pt x="240396" y="61065"/>
                  <a:pt x="239587" y="58126"/>
                </a:cubicBezTo>
                <a:cubicBezTo>
                  <a:pt x="238780" y="55187"/>
                  <a:pt x="237396" y="53032"/>
                  <a:pt x="235437" y="51661"/>
                </a:cubicBezTo>
                <a:cubicBezTo>
                  <a:pt x="233478" y="50288"/>
                  <a:pt x="230784" y="49602"/>
                  <a:pt x="227355" y="49602"/>
                </a:cubicBezTo>
                <a:cubicBezTo>
                  <a:pt x="225052" y="49602"/>
                  <a:pt x="222799" y="49994"/>
                  <a:pt x="220593" y="50777"/>
                </a:cubicBezTo>
                <a:cubicBezTo>
                  <a:pt x="218390" y="51561"/>
                  <a:pt x="216345" y="52516"/>
                  <a:pt x="214458" y="53643"/>
                </a:cubicBezTo>
                <a:cubicBezTo>
                  <a:pt x="212573" y="54770"/>
                  <a:pt x="210944" y="55848"/>
                  <a:pt x="209571" y="56877"/>
                </a:cubicBezTo>
                <a:lnTo>
                  <a:pt x="209571" y="110298"/>
                </a:lnTo>
                <a:lnTo>
                  <a:pt x="218389" y="111621"/>
                </a:lnTo>
                <a:lnTo>
                  <a:pt x="218389" y="120439"/>
                </a:lnTo>
                <a:lnTo>
                  <a:pt x="179885" y="120439"/>
                </a:lnTo>
                <a:lnTo>
                  <a:pt x="179885" y="111621"/>
                </a:lnTo>
                <a:lnTo>
                  <a:pt x="188409" y="110298"/>
                </a:lnTo>
                <a:close/>
                <a:moveTo>
                  <a:pt x="313990" y="160120"/>
                </a:moveTo>
                <a:cubicBezTo>
                  <a:pt x="307867" y="160120"/>
                  <a:pt x="302478" y="159593"/>
                  <a:pt x="297824" y="158539"/>
                </a:cubicBezTo>
                <a:cubicBezTo>
                  <a:pt x="293170" y="157486"/>
                  <a:pt x="289275" y="155955"/>
                  <a:pt x="286140" y="153946"/>
                </a:cubicBezTo>
                <a:cubicBezTo>
                  <a:pt x="283005" y="151938"/>
                  <a:pt x="280629" y="149465"/>
                  <a:pt x="279012" y="146526"/>
                </a:cubicBezTo>
                <a:cubicBezTo>
                  <a:pt x="277395" y="143586"/>
                  <a:pt x="276587" y="140230"/>
                  <a:pt x="276587" y="136457"/>
                </a:cubicBezTo>
                <a:cubicBezTo>
                  <a:pt x="276587" y="133322"/>
                  <a:pt x="277200" y="130517"/>
                  <a:pt x="278424" y="128043"/>
                </a:cubicBezTo>
                <a:cubicBezTo>
                  <a:pt x="279650" y="125570"/>
                  <a:pt x="281316" y="123464"/>
                  <a:pt x="283423" y="121723"/>
                </a:cubicBezTo>
                <a:cubicBezTo>
                  <a:pt x="285529" y="119985"/>
                  <a:pt x="287880" y="118650"/>
                  <a:pt x="290475" y="117721"/>
                </a:cubicBezTo>
                <a:cubicBezTo>
                  <a:pt x="288125" y="116348"/>
                  <a:pt x="286386" y="114609"/>
                  <a:pt x="285259" y="112502"/>
                </a:cubicBezTo>
                <a:cubicBezTo>
                  <a:pt x="284132" y="110396"/>
                  <a:pt x="283568" y="107971"/>
                  <a:pt x="283568" y="105228"/>
                </a:cubicBezTo>
                <a:cubicBezTo>
                  <a:pt x="283568" y="103121"/>
                  <a:pt x="284083" y="101027"/>
                  <a:pt x="285111" y="98946"/>
                </a:cubicBezTo>
                <a:cubicBezTo>
                  <a:pt x="286140" y="96864"/>
                  <a:pt x="287536" y="94965"/>
                  <a:pt x="289300" y="93250"/>
                </a:cubicBezTo>
                <a:cubicBezTo>
                  <a:pt x="291064" y="91536"/>
                  <a:pt x="293122" y="90139"/>
                  <a:pt x="295474" y="89061"/>
                </a:cubicBezTo>
                <a:cubicBezTo>
                  <a:pt x="289888" y="86858"/>
                  <a:pt x="285834" y="83625"/>
                  <a:pt x="283310" y="79362"/>
                </a:cubicBezTo>
                <a:cubicBezTo>
                  <a:pt x="280788" y="75100"/>
                  <a:pt x="279527" y="70128"/>
                  <a:pt x="279527" y="64445"/>
                </a:cubicBezTo>
                <a:cubicBezTo>
                  <a:pt x="279527" y="58615"/>
                  <a:pt x="281205" y="53630"/>
                  <a:pt x="284559" y="49492"/>
                </a:cubicBezTo>
                <a:cubicBezTo>
                  <a:pt x="287916" y="45353"/>
                  <a:pt x="292337" y="42180"/>
                  <a:pt x="297824" y="39975"/>
                </a:cubicBezTo>
                <a:cubicBezTo>
                  <a:pt x="303311" y="37770"/>
                  <a:pt x="309238" y="36667"/>
                  <a:pt x="315607" y="36667"/>
                </a:cubicBezTo>
                <a:cubicBezTo>
                  <a:pt x="321388" y="36667"/>
                  <a:pt x="326397" y="37219"/>
                  <a:pt x="330634" y="38322"/>
                </a:cubicBezTo>
                <a:cubicBezTo>
                  <a:pt x="334872" y="39424"/>
                  <a:pt x="338387" y="41053"/>
                  <a:pt x="341178" y="43209"/>
                </a:cubicBezTo>
                <a:cubicBezTo>
                  <a:pt x="342306" y="41886"/>
                  <a:pt x="344351" y="40428"/>
                  <a:pt x="347314" y="38836"/>
                </a:cubicBezTo>
                <a:cubicBezTo>
                  <a:pt x="350278" y="37244"/>
                  <a:pt x="353549" y="36448"/>
                  <a:pt x="357125" y="36448"/>
                </a:cubicBezTo>
                <a:lnTo>
                  <a:pt x="362121" y="36448"/>
                </a:lnTo>
                <a:lnTo>
                  <a:pt x="362121" y="52540"/>
                </a:lnTo>
                <a:lnTo>
                  <a:pt x="347132" y="52540"/>
                </a:lnTo>
                <a:cubicBezTo>
                  <a:pt x="347621" y="53422"/>
                  <a:pt x="348025" y="54402"/>
                  <a:pt x="348343" y="55480"/>
                </a:cubicBezTo>
                <a:cubicBezTo>
                  <a:pt x="348662" y="56558"/>
                  <a:pt x="348907" y="57685"/>
                  <a:pt x="349079" y="58861"/>
                </a:cubicBezTo>
                <a:cubicBezTo>
                  <a:pt x="349251" y="60036"/>
                  <a:pt x="349337" y="61261"/>
                  <a:pt x="349337" y="62535"/>
                </a:cubicBezTo>
                <a:cubicBezTo>
                  <a:pt x="349384" y="68462"/>
                  <a:pt x="347975" y="73643"/>
                  <a:pt x="345110" y="78077"/>
                </a:cubicBezTo>
                <a:cubicBezTo>
                  <a:pt x="342244" y="82510"/>
                  <a:pt x="338153" y="85952"/>
                  <a:pt x="332838" y="88402"/>
                </a:cubicBezTo>
                <a:cubicBezTo>
                  <a:pt x="327524" y="90851"/>
                  <a:pt x="321143" y="92075"/>
                  <a:pt x="313696" y="92075"/>
                </a:cubicBezTo>
                <a:cubicBezTo>
                  <a:pt x="311541" y="92075"/>
                  <a:pt x="309495" y="91989"/>
                  <a:pt x="307561" y="91817"/>
                </a:cubicBezTo>
                <a:cubicBezTo>
                  <a:pt x="305626" y="91645"/>
                  <a:pt x="303802" y="91364"/>
                  <a:pt x="302087" y="90972"/>
                </a:cubicBezTo>
                <a:cubicBezTo>
                  <a:pt x="300960" y="92050"/>
                  <a:pt x="300078" y="93189"/>
                  <a:pt x="299441" y="94390"/>
                </a:cubicBezTo>
                <a:cubicBezTo>
                  <a:pt x="298804" y="95590"/>
                  <a:pt x="298485" y="96925"/>
                  <a:pt x="298485" y="98395"/>
                </a:cubicBezTo>
                <a:cubicBezTo>
                  <a:pt x="298485" y="101579"/>
                  <a:pt x="299723" y="103783"/>
                  <a:pt x="302197" y="105008"/>
                </a:cubicBezTo>
                <a:cubicBezTo>
                  <a:pt x="304671" y="106232"/>
                  <a:pt x="308847" y="106844"/>
                  <a:pt x="314726" y="106844"/>
                </a:cubicBezTo>
                <a:lnTo>
                  <a:pt x="330450" y="106844"/>
                </a:lnTo>
                <a:cubicBezTo>
                  <a:pt x="337113" y="106844"/>
                  <a:pt x="342661" y="107665"/>
                  <a:pt x="347094" y="109307"/>
                </a:cubicBezTo>
                <a:cubicBezTo>
                  <a:pt x="351528" y="110947"/>
                  <a:pt x="354860" y="113384"/>
                  <a:pt x="357089" y="116617"/>
                </a:cubicBezTo>
                <a:cubicBezTo>
                  <a:pt x="359318" y="119851"/>
                  <a:pt x="360433" y="123843"/>
                  <a:pt x="360433" y="128595"/>
                </a:cubicBezTo>
                <a:cubicBezTo>
                  <a:pt x="360433" y="133396"/>
                  <a:pt x="359159" y="137720"/>
                  <a:pt x="356611" y="141565"/>
                </a:cubicBezTo>
                <a:cubicBezTo>
                  <a:pt x="354064" y="145410"/>
                  <a:pt x="350598" y="148717"/>
                  <a:pt x="346213" y="151484"/>
                </a:cubicBezTo>
                <a:cubicBezTo>
                  <a:pt x="341828" y="154253"/>
                  <a:pt x="336856" y="156384"/>
                  <a:pt x="331296" y="157877"/>
                </a:cubicBezTo>
                <a:cubicBezTo>
                  <a:pt x="325736" y="159372"/>
                  <a:pt x="319967" y="160120"/>
                  <a:pt x="313990" y="160120"/>
                </a:cubicBezTo>
                <a:moveTo>
                  <a:pt x="316195" y="149979"/>
                </a:moveTo>
                <a:cubicBezTo>
                  <a:pt x="319966" y="149979"/>
                  <a:pt x="323616" y="149342"/>
                  <a:pt x="327143" y="148068"/>
                </a:cubicBezTo>
                <a:cubicBezTo>
                  <a:pt x="330671" y="146795"/>
                  <a:pt x="333586" y="144908"/>
                  <a:pt x="335888" y="142408"/>
                </a:cubicBezTo>
                <a:cubicBezTo>
                  <a:pt x="338191" y="139910"/>
                  <a:pt x="339342" y="136775"/>
                  <a:pt x="339342" y="133003"/>
                </a:cubicBezTo>
                <a:cubicBezTo>
                  <a:pt x="339342" y="130309"/>
                  <a:pt x="338901" y="128093"/>
                  <a:pt x="338019" y="126354"/>
                </a:cubicBezTo>
                <a:cubicBezTo>
                  <a:pt x="337137" y="124616"/>
                  <a:pt x="335606" y="123329"/>
                  <a:pt x="333426" y="122495"/>
                </a:cubicBezTo>
                <a:cubicBezTo>
                  <a:pt x="331246" y="121662"/>
                  <a:pt x="328197" y="121246"/>
                  <a:pt x="324279" y="121246"/>
                </a:cubicBezTo>
                <a:lnTo>
                  <a:pt x="307597" y="121246"/>
                </a:lnTo>
                <a:cubicBezTo>
                  <a:pt x="306372" y="121246"/>
                  <a:pt x="305185" y="121196"/>
                  <a:pt x="304033" y="121098"/>
                </a:cubicBezTo>
                <a:cubicBezTo>
                  <a:pt x="302882" y="121001"/>
                  <a:pt x="301792" y="120879"/>
                  <a:pt x="300764" y="120732"/>
                </a:cubicBezTo>
                <a:cubicBezTo>
                  <a:pt x="299490" y="122202"/>
                  <a:pt x="298412" y="123977"/>
                  <a:pt x="297530" y="126058"/>
                </a:cubicBezTo>
                <a:cubicBezTo>
                  <a:pt x="296648" y="128141"/>
                  <a:pt x="296207" y="130578"/>
                  <a:pt x="296207" y="133371"/>
                </a:cubicBezTo>
                <a:cubicBezTo>
                  <a:pt x="296207" y="136751"/>
                  <a:pt x="296893" y="139678"/>
                  <a:pt x="298263" y="142153"/>
                </a:cubicBezTo>
                <a:cubicBezTo>
                  <a:pt x="299636" y="144627"/>
                  <a:pt x="301780" y="146550"/>
                  <a:pt x="304695" y="147920"/>
                </a:cubicBezTo>
                <a:cubicBezTo>
                  <a:pt x="307610" y="149293"/>
                  <a:pt x="311443" y="149979"/>
                  <a:pt x="316195" y="149979"/>
                </a:cubicBezTo>
                <a:moveTo>
                  <a:pt x="315165" y="82890"/>
                </a:moveTo>
                <a:cubicBezTo>
                  <a:pt x="320064" y="82890"/>
                  <a:pt x="323543" y="81212"/>
                  <a:pt x="325600" y="77855"/>
                </a:cubicBezTo>
                <a:cubicBezTo>
                  <a:pt x="327658" y="74499"/>
                  <a:pt x="328688" y="69907"/>
                  <a:pt x="328688" y="64077"/>
                </a:cubicBezTo>
                <a:cubicBezTo>
                  <a:pt x="328688" y="59766"/>
                  <a:pt x="328185" y="56251"/>
                  <a:pt x="327181" y="53533"/>
                </a:cubicBezTo>
                <a:cubicBezTo>
                  <a:pt x="326176" y="50814"/>
                  <a:pt x="324645" y="48805"/>
                  <a:pt x="322588" y="47508"/>
                </a:cubicBezTo>
                <a:cubicBezTo>
                  <a:pt x="320531" y="46208"/>
                  <a:pt x="317959" y="45559"/>
                  <a:pt x="314871" y="45559"/>
                </a:cubicBezTo>
                <a:cubicBezTo>
                  <a:pt x="311884" y="45559"/>
                  <a:pt x="309325" y="46208"/>
                  <a:pt x="307193" y="47508"/>
                </a:cubicBezTo>
                <a:cubicBezTo>
                  <a:pt x="305063" y="48805"/>
                  <a:pt x="303422" y="50789"/>
                  <a:pt x="302271" y="53459"/>
                </a:cubicBezTo>
                <a:cubicBezTo>
                  <a:pt x="301120" y="56129"/>
                  <a:pt x="300544" y="59498"/>
                  <a:pt x="300544" y="63564"/>
                </a:cubicBezTo>
                <a:cubicBezTo>
                  <a:pt x="300544" y="67532"/>
                  <a:pt x="301046" y="70961"/>
                  <a:pt x="302049" y="73850"/>
                </a:cubicBezTo>
                <a:cubicBezTo>
                  <a:pt x="303053" y="76740"/>
                  <a:pt x="304621" y="78969"/>
                  <a:pt x="306751" y="80538"/>
                </a:cubicBezTo>
                <a:cubicBezTo>
                  <a:pt x="308883" y="82106"/>
                  <a:pt x="311688" y="82890"/>
                  <a:pt x="315165" y="82890"/>
                </a:cubicBezTo>
                <a:close/>
                <a:moveTo>
                  <a:pt x="436779" y="121836"/>
                </a:moveTo>
                <a:cubicBezTo>
                  <a:pt x="433497" y="121836"/>
                  <a:pt x="431122" y="121162"/>
                  <a:pt x="429652" y="119815"/>
                </a:cubicBezTo>
                <a:cubicBezTo>
                  <a:pt x="428183" y="118467"/>
                  <a:pt x="427448" y="116421"/>
                  <a:pt x="427448" y="113677"/>
                </a:cubicBezTo>
                <a:lnTo>
                  <a:pt x="427448" y="109784"/>
                </a:lnTo>
                <a:cubicBezTo>
                  <a:pt x="425879" y="111695"/>
                  <a:pt x="423748" y="113594"/>
                  <a:pt x="421054" y="115480"/>
                </a:cubicBezTo>
                <a:cubicBezTo>
                  <a:pt x="418360" y="117366"/>
                  <a:pt x="415385" y="118933"/>
                  <a:pt x="412127" y="120183"/>
                </a:cubicBezTo>
                <a:cubicBezTo>
                  <a:pt x="408869" y="121431"/>
                  <a:pt x="405526" y="122055"/>
                  <a:pt x="402096" y="122055"/>
                </a:cubicBezTo>
                <a:cubicBezTo>
                  <a:pt x="392642" y="122055"/>
                  <a:pt x="385918" y="119643"/>
                  <a:pt x="381925" y="114819"/>
                </a:cubicBezTo>
                <a:cubicBezTo>
                  <a:pt x="377933" y="109993"/>
                  <a:pt x="375937" y="101995"/>
                  <a:pt x="375937" y="90824"/>
                </a:cubicBezTo>
                <a:lnTo>
                  <a:pt x="375937" y="49308"/>
                </a:lnTo>
                <a:lnTo>
                  <a:pt x="368589" y="47250"/>
                </a:lnTo>
                <a:lnTo>
                  <a:pt x="368589" y="38946"/>
                </a:lnTo>
                <a:lnTo>
                  <a:pt x="393572" y="37035"/>
                </a:lnTo>
                <a:lnTo>
                  <a:pt x="393718" y="37035"/>
                </a:lnTo>
                <a:lnTo>
                  <a:pt x="396806" y="38946"/>
                </a:lnTo>
                <a:lnTo>
                  <a:pt x="396806" y="90752"/>
                </a:lnTo>
                <a:cubicBezTo>
                  <a:pt x="396806" y="95454"/>
                  <a:pt x="397173" y="99189"/>
                  <a:pt x="397907" y="101958"/>
                </a:cubicBezTo>
                <a:cubicBezTo>
                  <a:pt x="398643" y="104725"/>
                  <a:pt x="399904" y="106734"/>
                  <a:pt x="401692" y="107984"/>
                </a:cubicBezTo>
                <a:cubicBezTo>
                  <a:pt x="403481" y="109232"/>
                  <a:pt x="405942" y="109856"/>
                  <a:pt x="409077" y="109856"/>
                </a:cubicBezTo>
                <a:cubicBezTo>
                  <a:pt x="411625" y="109856"/>
                  <a:pt x="413927" y="109489"/>
                  <a:pt x="415984" y="108755"/>
                </a:cubicBezTo>
                <a:cubicBezTo>
                  <a:pt x="418041" y="108019"/>
                  <a:pt x="419829" y="107137"/>
                  <a:pt x="421348" y="106109"/>
                </a:cubicBezTo>
                <a:cubicBezTo>
                  <a:pt x="422867" y="105080"/>
                  <a:pt x="424116" y="104125"/>
                  <a:pt x="425095" y="103243"/>
                </a:cubicBezTo>
                <a:lnTo>
                  <a:pt x="425095" y="49308"/>
                </a:lnTo>
                <a:lnTo>
                  <a:pt x="415322" y="47030"/>
                </a:lnTo>
                <a:lnTo>
                  <a:pt x="415322" y="38946"/>
                </a:lnTo>
                <a:lnTo>
                  <a:pt x="441997" y="37035"/>
                </a:lnTo>
                <a:lnTo>
                  <a:pt x="442365" y="37035"/>
                </a:lnTo>
                <a:lnTo>
                  <a:pt x="445818" y="38946"/>
                </a:lnTo>
                <a:lnTo>
                  <a:pt x="445818" y="111253"/>
                </a:lnTo>
                <a:lnTo>
                  <a:pt x="453974" y="111253"/>
                </a:lnTo>
                <a:lnTo>
                  <a:pt x="453900" y="119631"/>
                </a:lnTo>
                <a:cubicBezTo>
                  <a:pt x="452138" y="120023"/>
                  <a:pt x="449787" y="120488"/>
                  <a:pt x="446848" y="121026"/>
                </a:cubicBezTo>
                <a:cubicBezTo>
                  <a:pt x="443908" y="121566"/>
                  <a:pt x="440552" y="121836"/>
                  <a:pt x="436779" y="121836"/>
                </a:cubicBezTo>
                <a:close/>
                <a:moveTo>
                  <a:pt x="486381" y="122055"/>
                </a:moveTo>
                <a:cubicBezTo>
                  <a:pt x="481972" y="122055"/>
                  <a:pt x="477881" y="121125"/>
                  <a:pt x="474108" y="119263"/>
                </a:cubicBezTo>
                <a:cubicBezTo>
                  <a:pt x="470336" y="117402"/>
                  <a:pt x="467311" y="114634"/>
                  <a:pt x="465032" y="110959"/>
                </a:cubicBezTo>
                <a:cubicBezTo>
                  <a:pt x="462755" y="107285"/>
                  <a:pt x="461617" y="102778"/>
                  <a:pt x="461617" y="97439"/>
                </a:cubicBezTo>
                <a:cubicBezTo>
                  <a:pt x="461617" y="92833"/>
                  <a:pt x="462866" y="88828"/>
                  <a:pt x="465364" y="85424"/>
                </a:cubicBezTo>
                <a:cubicBezTo>
                  <a:pt x="467862" y="82020"/>
                  <a:pt x="471316" y="79228"/>
                  <a:pt x="475725" y="77048"/>
                </a:cubicBezTo>
                <a:cubicBezTo>
                  <a:pt x="480135" y="74867"/>
                  <a:pt x="485243" y="73225"/>
                  <a:pt x="491048" y="72124"/>
                </a:cubicBezTo>
                <a:cubicBezTo>
                  <a:pt x="496853" y="71022"/>
                  <a:pt x="503086" y="70446"/>
                  <a:pt x="509748" y="70397"/>
                </a:cubicBezTo>
                <a:lnTo>
                  <a:pt x="509748" y="66650"/>
                </a:lnTo>
                <a:cubicBezTo>
                  <a:pt x="509748" y="62878"/>
                  <a:pt x="509356" y="59853"/>
                  <a:pt x="508571" y="57574"/>
                </a:cubicBezTo>
                <a:cubicBezTo>
                  <a:pt x="507787" y="55296"/>
                  <a:pt x="506293" y="53630"/>
                  <a:pt x="504088" y="52578"/>
                </a:cubicBezTo>
                <a:cubicBezTo>
                  <a:pt x="501884" y="51524"/>
                  <a:pt x="498676" y="50997"/>
                  <a:pt x="494463" y="50997"/>
                </a:cubicBezTo>
                <a:cubicBezTo>
                  <a:pt x="488781" y="50997"/>
                  <a:pt x="483833" y="51806"/>
                  <a:pt x="479620" y="53423"/>
                </a:cubicBezTo>
                <a:cubicBezTo>
                  <a:pt x="475407" y="55039"/>
                  <a:pt x="472125" y="56435"/>
                  <a:pt x="469773" y="57610"/>
                </a:cubicBezTo>
                <a:lnTo>
                  <a:pt x="465070" y="48059"/>
                </a:lnTo>
                <a:cubicBezTo>
                  <a:pt x="466247" y="47079"/>
                  <a:pt x="468513" y="45707"/>
                  <a:pt x="471868" y="43944"/>
                </a:cubicBezTo>
                <a:cubicBezTo>
                  <a:pt x="475224" y="42180"/>
                  <a:pt x="479314" y="40576"/>
                  <a:pt x="484139" y="39132"/>
                </a:cubicBezTo>
                <a:cubicBezTo>
                  <a:pt x="488964" y="37686"/>
                  <a:pt x="494194" y="36963"/>
                  <a:pt x="499827" y="36963"/>
                </a:cubicBezTo>
                <a:cubicBezTo>
                  <a:pt x="507323" y="36963"/>
                  <a:pt x="513214" y="38028"/>
                  <a:pt x="517500" y="40159"/>
                </a:cubicBezTo>
                <a:cubicBezTo>
                  <a:pt x="521787" y="42289"/>
                  <a:pt x="524848" y="45547"/>
                  <a:pt x="526686" y="49932"/>
                </a:cubicBezTo>
                <a:cubicBezTo>
                  <a:pt x="528523" y="54317"/>
                  <a:pt x="529442" y="59889"/>
                  <a:pt x="529442" y="66650"/>
                </a:cubicBezTo>
                <a:lnTo>
                  <a:pt x="529442" y="111401"/>
                </a:lnTo>
                <a:lnTo>
                  <a:pt x="537452" y="111401"/>
                </a:lnTo>
                <a:lnTo>
                  <a:pt x="537452" y="119631"/>
                </a:lnTo>
                <a:cubicBezTo>
                  <a:pt x="536325" y="119924"/>
                  <a:pt x="534708" y="120242"/>
                  <a:pt x="532601" y="120584"/>
                </a:cubicBezTo>
                <a:cubicBezTo>
                  <a:pt x="530495" y="120928"/>
                  <a:pt x="528253" y="121223"/>
                  <a:pt x="525876" y="121468"/>
                </a:cubicBezTo>
                <a:cubicBezTo>
                  <a:pt x="523501" y="121713"/>
                  <a:pt x="521334" y="121836"/>
                  <a:pt x="519375" y="121836"/>
                </a:cubicBezTo>
                <a:cubicBezTo>
                  <a:pt x="516043" y="121836"/>
                  <a:pt x="513801" y="121346"/>
                  <a:pt x="512650" y="120367"/>
                </a:cubicBezTo>
                <a:cubicBezTo>
                  <a:pt x="511499" y="119386"/>
                  <a:pt x="510923" y="117401"/>
                  <a:pt x="510923" y="114413"/>
                </a:cubicBezTo>
                <a:lnTo>
                  <a:pt x="510923" y="110518"/>
                </a:lnTo>
                <a:cubicBezTo>
                  <a:pt x="509699" y="111939"/>
                  <a:pt x="507935" y="113569"/>
                  <a:pt x="505633" y="115406"/>
                </a:cubicBezTo>
                <a:cubicBezTo>
                  <a:pt x="503331" y="117242"/>
                  <a:pt x="500563" y="118810"/>
                  <a:pt x="497329" y="120109"/>
                </a:cubicBezTo>
                <a:cubicBezTo>
                  <a:pt x="494097" y="121407"/>
                  <a:pt x="490447" y="122055"/>
                  <a:pt x="486381" y="122055"/>
                </a:cubicBezTo>
                <a:moveTo>
                  <a:pt x="495934" y="109856"/>
                </a:moveTo>
                <a:cubicBezTo>
                  <a:pt x="498041" y="109856"/>
                  <a:pt x="500392" y="109244"/>
                  <a:pt x="502987" y="108019"/>
                </a:cubicBezTo>
                <a:cubicBezTo>
                  <a:pt x="505584" y="106795"/>
                  <a:pt x="507837" y="105301"/>
                  <a:pt x="509748" y="103537"/>
                </a:cubicBezTo>
                <a:lnTo>
                  <a:pt x="509748" y="79434"/>
                </a:lnTo>
                <a:cubicBezTo>
                  <a:pt x="503624" y="79434"/>
                  <a:pt x="498639" y="80170"/>
                  <a:pt x="494793" y="81641"/>
                </a:cubicBezTo>
                <a:cubicBezTo>
                  <a:pt x="490948" y="83110"/>
                  <a:pt x="488131" y="85046"/>
                  <a:pt x="486343" y="87447"/>
                </a:cubicBezTo>
                <a:cubicBezTo>
                  <a:pt x="484555" y="89846"/>
                  <a:pt x="483661" y="92491"/>
                  <a:pt x="483661" y="95381"/>
                </a:cubicBezTo>
                <a:cubicBezTo>
                  <a:pt x="483661" y="98565"/>
                  <a:pt x="484187" y="101235"/>
                  <a:pt x="485240" y="103391"/>
                </a:cubicBezTo>
                <a:cubicBezTo>
                  <a:pt x="486294" y="105547"/>
                  <a:pt x="487739" y="107164"/>
                  <a:pt x="489577" y="108241"/>
                </a:cubicBezTo>
                <a:cubicBezTo>
                  <a:pt x="491414" y="109318"/>
                  <a:pt x="493533" y="109856"/>
                  <a:pt x="495934" y="109856"/>
                </a:cubicBezTo>
                <a:close/>
                <a:moveTo>
                  <a:pt x="581466" y="160120"/>
                </a:moveTo>
                <a:cubicBezTo>
                  <a:pt x="575343" y="160120"/>
                  <a:pt x="569954" y="159593"/>
                  <a:pt x="565300" y="158539"/>
                </a:cubicBezTo>
                <a:cubicBezTo>
                  <a:pt x="560646" y="157486"/>
                  <a:pt x="556752" y="155955"/>
                  <a:pt x="553617" y="153946"/>
                </a:cubicBezTo>
                <a:cubicBezTo>
                  <a:pt x="550482" y="151938"/>
                  <a:pt x="548105" y="149465"/>
                  <a:pt x="546488" y="146526"/>
                </a:cubicBezTo>
                <a:cubicBezTo>
                  <a:pt x="544872" y="143586"/>
                  <a:pt x="544064" y="140230"/>
                  <a:pt x="544064" y="136457"/>
                </a:cubicBezTo>
                <a:cubicBezTo>
                  <a:pt x="544064" y="133322"/>
                  <a:pt x="544676" y="130517"/>
                  <a:pt x="545900" y="128043"/>
                </a:cubicBezTo>
                <a:cubicBezTo>
                  <a:pt x="547126" y="125570"/>
                  <a:pt x="548792" y="123464"/>
                  <a:pt x="550899" y="121723"/>
                </a:cubicBezTo>
                <a:cubicBezTo>
                  <a:pt x="553005" y="119985"/>
                  <a:pt x="555356" y="118650"/>
                  <a:pt x="557952" y="117721"/>
                </a:cubicBezTo>
                <a:cubicBezTo>
                  <a:pt x="555601" y="116348"/>
                  <a:pt x="553863" y="114609"/>
                  <a:pt x="552735" y="112502"/>
                </a:cubicBezTo>
                <a:cubicBezTo>
                  <a:pt x="551608" y="110396"/>
                  <a:pt x="551045" y="107971"/>
                  <a:pt x="551045" y="105228"/>
                </a:cubicBezTo>
                <a:cubicBezTo>
                  <a:pt x="551045" y="103121"/>
                  <a:pt x="551559" y="101027"/>
                  <a:pt x="552587" y="98946"/>
                </a:cubicBezTo>
                <a:cubicBezTo>
                  <a:pt x="553616" y="96864"/>
                  <a:pt x="555012" y="94965"/>
                  <a:pt x="556776" y="93250"/>
                </a:cubicBezTo>
                <a:cubicBezTo>
                  <a:pt x="558541" y="91536"/>
                  <a:pt x="560598" y="90139"/>
                  <a:pt x="562950" y="89061"/>
                </a:cubicBezTo>
                <a:cubicBezTo>
                  <a:pt x="557365" y="86858"/>
                  <a:pt x="553310" y="83625"/>
                  <a:pt x="550787" y="79362"/>
                </a:cubicBezTo>
                <a:cubicBezTo>
                  <a:pt x="548265" y="75100"/>
                  <a:pt x="547004" y="70128"/>
                  <a:pt x="547004" y="64445"/>
                </a:cubicBezTo>
                <a:cubicBezTo>
                  <a:pt x="547004" y="58615"/>
                  <a:pt x="548681" y="53630"/>
                  <a:pt x="552036" y="49492"/>
                </a:cubicBezTo>
                <a:cubicBezTo>
                  <a:pt x="555392" y="45353"/>
                  <a:pt x="559814" y="42180"/>
                  <a:pt x="565300" y="39975"/>
                </a:cubicBezTo>
                <a:cubicBezTo>
                  <a:pt x="570787" y="37770"/>
                  <a:pt x="576715" y="36667"/>
                  <a:pt x="583083" y="36667"/>
                </a:cubicBezTo>
                <a:cubicBezTo>
                  <a:pt x="588865" y="36667"/>
                  <a:pt x="593874" y="37219"/>
                  <a:pt x="598110" y="38322"/>
                </a:cubicBezTo>
                <a:cubicBezTo>
                  <a:pt x="602349" y="39424"/>
                  <a:pt x="605863" y="41053"/>
                  <a:pt x="608655" y="43209"/>
                </a:cubicBezTo>
                <a:cubicBezTo>
                  <a:pt x="609782" y="41886"/>
                  <a:pt x="611827" y="40428"/>
                  <a:pt x="614790" y="38836"/>
                </a:cubicBezTo>
                <a:cubicBezTo>
                  <a:pt x="617755" y="37244"/>
                  <a:pt x="621025" y="36448"/>
                  <a:pt x="624601" y="36448"/>
                </a:cubicBezTo>
                <a:lnTo>
                  <a:pt x="629597" y="36448"/>
                </a:lnTo>
                <a:lnTo>
                  <a:pt x="629597" y="52540"/>
                </a:lnTo>
                <a:lnTo>
                  <a:pt x="614609" y="52540"/>
                </a:lnTo>
                <a:cubicBezTo>
                  <a:pt x="615097" y="53422"/>
                  <a:pt x="615501" y="54402"/>
                  <a:pt x="615819" y="55480"/>
                </a:cubicBezTo>
                <a:cubicBezTo>
                  <a:pt x="616138" y="56558"/>
                  <a:pt x="616383" y="57685"/>
                  <a:pt x="616555" y="58861"/>
                </a:cubicBezTo>
                <a:cubicBezTo>
                  <a:pt x="616727" y="60036"/>
                  <a:pt x="616813" y="61261"/>
                  <a:pt x="616813" y="62535"/>
                </a:cubicBezTo>
                <a:cubicBezTo>
                  <a:pt x="616861" y="68462"/>
                  <a:pt x="615452" y="73643"/>
                  <a:pt x="612586" y="78077"/>
                </a:cubicBezTo>
                <a:cubicBezTo>
                  <a:pt x="609720" y="82510"/>
                  <a:pt x="605630" y="85952"/>
                  <a:pt x="600315" y="88402"/>
                </a:cubicBezTo>
                <a:cubicBezTo>
                  <a:pt x="595000" y="90851"/>
                  <a:pt x="588619" y="92075"/>
                  <a:pt x="581173" y="92075"/>
                </a:cubicBezTo>
                <a:cubicBezTo>
                  <a:pt x="579017" y="92075"/>
                  <a:pt x="576972" y="91989"/>
                  <a:pt x="575037" y="91817"/>
                </a:cubicBezTo>
                <a:cubicBezTo>
                  <a:pt x="573103" y="91645"/>
                  <a:pt x="571278" y="91364"/>
                  <a:pt x="569563" y="90972"/>
                </a:cubicBezTo>
                <a:cubicBezTo>
                  <a:pt x="568436" y="92050"/>
                  <a:pt x="567554" y="93189"/>
                  <a:pt x="566917" y="94390"/>
                </a:cubicBezTo>
                <a:cubicBezTo>
                  <a:pt x="566280" y="95590"/>
                  <a:pt x="565962" y="96925"/>
                  <a:pt x="565962" y="98395"/>
                </a:cubicBezTo>
                <a:cubicBezTo>
                  <a:pt x="565962" y="101579"/>
                  <a:pt x="567199" y="103783"/>
                  <a:pt x="569673" y="105008"/>
                </a:cubicBezTo>
                <a:cubicBezTo>
                  <a:pt x="572147" y="106232"/>
                  <a:pt x="576324" y="106844"/>
                  <a:pt x="582202" y="106844"/>
                </a:cubicBezTo>
                <a:lnTo>
                  <a:pt x="597927" y="106844"/>
                </a:lnTo>
                <a:cubicBezTo>
                  <a:pt x="604590" y="106844"/>
                  <a:pt x="610138" y="107665"/>
                  <a:pt x="614570" y="109307"/>
                </a:cubicBezTo>
                <a:cubicBezTo>
                  <a:pt x="619005" y="110947"/>
                  <a:pt x="622336" y="113384"/>
                  <a:pt x="624565" y="116617"/>
                </a:cubicBezTo>
                <a:cubicBezTo>
                  <a:pt x="626794" y="119851"/>
                  <a:pt x="627909" y="123843"/>
                  <a:pt x="627909" y="128595"/>
                </a:cubicBezTo>
                <a:cubicBezTo>
                  <a:pt x="627909" y="133396"/>
                  <a:pt x="626635" y="137720"/>
                  <a:pt x="624088" y="141565"/>
                </a:cubicBezTo>
                <a:cubicBezTo>
                  <a:pt x="621540" y="145410"/>
                  <a:pt x="618074" y="148717"/>
                  <a:pt x="613689" y="151484"/>
                </a:cubicBezTo>
                <a:cubicBezTo>
                  <a:pt x="609304" y="154253"/>
                  <a:pt x="604332" y="156384"/>
                  <a:pt x="598772" y="157877"/>
                </a:cubicBezTo>
                <a:cubicBezTo>
                  <a:pt x="593212" y="159372"/>
                  <a:pt x="587444" y="160120"/>
                  <a:pt x="581466" y="160120"/>
                </a:cubicBezTo>
                <a:moveTo>
                  <a:pt x="583671" y="149979"/>
                </a:moveTo>
                <a:cubicBezTo>
                  <a:pt x="587443" y="149979"/>
                  <a:pt x="591092" y="149342"/>
                  <a:pt x="594619" y="148068"/>
                </a:cubicBezTo>
                <a:cubicBezTo>
                  <a:pt x="598147" y="146795"/>
                  <a:pt x="601062" y="144908"/>
                  <a:pt x="603365" y="142408"/>
                </a:cubicBezTo>
                <a:cubicBezTo>
                  <a:pt x="605667" y="139910"/>
                  <a:pt x="606818" y="136775"/>
                  <a:pt x="606818" y="133003"/>
                </a:cubicBezTo>
                <a:cubicBezTo>
                  <a:pt x="606818" y="130309"/>
                  <a:pt x="606377" y="128093"/>
                  <a:pt x="605495" y="126354"/>
                </a:cubicBezTo>
                <a:cubicBezTo>
                  <a:pt x="604613" y="124616"/>
                  <a:pt x="603082" y="123329"/>
                  <a:pt x="600902" y="122495"/>
                </a:cubicBezTo>
                <a:cubicBezTo>
                  <a:pt x="598723" y="121662"/>
                  <a:pt x="595674" y="121246"/>
                  <a:pt x="591755" y="121246"/>
                </a:cubicBezTo>
                <a:lnTo>
                  <a:pt x="575073" y="121246"/>
                </a:lnTo>
                <a:cubicBezTo>
                  <a:pt x="573849" y="121246"/>
                  <a:pt x="572661" y="121196"/>
                  <a:pt x="571510" y="121098"/>
                </a:cubicBezTo>
                <a:cubicBezTo>
                  <a:pt x="570359" y="121001"/>
                  <a:pt x="569269" y="120879"/>
                  <a:pt x="568240" y="120732"/>
                </a:cubicBezTo>
                <a:cubicBezTo>
                  <a:pt x="566966" y="122202"/>
                  <a:pt x="565889" y="123977"/>
                  <a:pt x="565006" y="126058"/>
                </a:cubicBezTo>
                <a:cubicBezTo>
                  <a:pt x="564124" y="128141"/>
                  <a:pt x="563683" y="130578"/>
                  <a:pt x="563683" y="133371"/>
                </a:cubicBezTo>
                <a:cubicBezTo>
                  <a:pt x="563683" y="136751"/>
                  <a:pt x="564369" y="139678"/>
                  <a:pt x="565740" y="142153"/>
                </a:cubicBezTo>
                <a:cubicBezTo>
                  <a:pt x="567112" y="144627"/>
                  <a:pt x="569256" y="146550"/>
                  <a:pt x="572171" y="147920"/>
                </a:cubicBezTo>
                <a:cubicBezTo>
                  <a:pt x="575087" y="149293"/>
                  <a:pt x="578920" y="149979"/>
                  <a:pt x="583671" y="149979"/>
                </a:cubicBezTo>
                <a:moveTo>
                  <a:pt x="582642" y="82890"/>
                </a:moveTo>
                <a:cubicBezTo>
                  <a:pt x="587541" y="82890"/>
                  <a:pt x="591019" y="81212"/>
                  <a:pt x="593076" y="77855"/>
                </a:cubicBezTo>
                <a:cubicBezTo>
                  <a:pt x="595135" y="74499"/>
                  <a:pt x="596164" y="69907"/>
                  <a:pt x="596164" y="64077"/>
                </a:cubicBezTo>
                <a:cubicBezTo>
                  <a:pt x="596164" y="59766"/>
                  <a:pt x="595662" y="56251"/>
                  <a:pt x="594657" y="53533"/>
                </a:cubicBezTo>
                <a:cubicBezTo>
                  <a:pt x="593652" y="50814"/>
                  <a:pt x="592121" y="48805"/>
                  <a:pt x="590064" y="47508"/>
                </a:cubicBezTo>
                <a:cubicBezTo>
                  <a:pt x="588007" y="46208"/>
                  <a:pt x="585435" y="45559"/>
                  <a:pt x="582348" y="45559"/>
                </a:cubicBezTo>
                <a:cubicBezTo>
                  <a:pt x="579361" y="45559"/>
                  <a:pt x="576801" y="46208"/>
                  <a:pt x="574669" y="47508"/>
                </a:cubicBezTo>
                <a:cubicBezTo>
                  <a:pt x="572539" y="48805"/>
                  <a:pt x="570898" y="50789"/>
                  <a:pt x="569747" y="53459"/>
                </a:cubicBezTo>
                <a:cubicBezTo>
                  <a:pt x="568596" y="56129"/>
                  <a:pt x="568020" y="59498"/>
                  <a:pt x="568020" y="63564"/>
                </a:cubicBezTo>
                <a:cubicBezTo>
                  <a:pt x="568020" y="67532"/>
                  <a:pt x="568522" y="70961"/>
                  <a:pt x="569525" y="73850"/>
                </a:cubicBezTo>
                <a:cubicBezTo>
                  <a:pt x="570530" y="76740"/>
                  <a:pt x="572097" y="78969"/>
                  <a:pt x="574228" y="80538"/>
                </a:cubicBezTo>
                <a:cubicBezTo>
                  <a:pt x="576360" y="82106"/>
                  <a:pt x="579164" y="82890"/>
                  <a:pt x="582642" y="82890"/>
                </a:cubicBezTo>
                <a:close/>
                <a:moveTo>
                  <a:pt x="673246" y="122055"/>
                </a:moveTo>
                <a:cubicBezTo>
                  <a:pt x="664330" y="122055"/>
                  <a:pt x="657043" y="120243"/>
                  <a:pt x="651384" y="116617"/>
                </a:cubicBezTo>
                <a:cubicBezTo>
                  <a:pt x="645727" y="112992"/>
                  <a:pt x="641563" y="107971"/>
                  <a:pt x="638893" y="101554"/>
                </a:cubicBezTo>
                <a:cubicBezTo>
                  <a:pt x="636223" y="95136"/>
                  <a:pt x="634888" y="87788"/>
                  <a:pt x="634888" y="79508"/>
                </a:cubicBezTo>
                <a:cubicBezTo>
                  <a:pt x="634888" y="72846"/>
                  <a:pt x="635843" y="66870"/>
                  <a:pt x="637754" y="61579"/>
                </a:cubicBezTo>
                <a:cubicBezTo>
                  <a:pt x="639665" y="56289"/>
                  <a:pt x="642359" y="51794"/>
                  <a:pt x="645836" y="48095"/>
                </a:cubicBezTo>
                <a:cubicBezTo>
                  <a:pt x="649315" y="44396"/>
                  <a:pt x="653479" y="41567"/>
                  <a:pt x="658329" y="39607"/>
                </a:cubicBezTo>
                <a:cubicBezTo>
                  <a:pt x="663179" y="37647"/>
                  <a:pt x="668543" y="36667"/>
                  <a:pt x="674421" y="36667"/>
                </a:cubicBezTo>
                <a:cubicBezTo>
                  <a:pt x="684366" y="36667"/>
                  <a:pt x="691959" y="39264"/>
                  <a:pt x="697201" y="44458"/>
                </a:cubicBezTo>
                <a:cubicBezTo>
                  <a:pt x="702444" y="49650"/>
                  <a:pt x="705188" y="56925"/>
                  <a:pt x="705433" y="66282"/>
                </a:cubicBezTo>
                <a:cubicBezTo>
                  <a:pt x="705433" y="69466"/>
                  <a:pt x="705334" y="72246"/>
                  <a:pt x="705137" y="74622"/>
                </a:cubicBezTo>
                <a:cubicBezTo>
                  <a:pt x="704941" y="76997"/>
                  <a:pt x="704647" y="79067"/>
                  <a:pt x="704256" y="80831"/>
                </a:cubicBezTo>
                <a:lnTo>
                  <a:pt x="656567" y="80831"/>
                </a:lnTo>
                <a:cubicBezTo>
                  <a:pt x="656713" y="85240"/>
                  <a:pt x="657313" y="89171"/>
                  <a:pt x="658365" y="92625"/>
                </a:cubicBezTo>
                <a:cubicBezTo>
                  <a:pt x="659419" y="96078"/>
                  <a:pt x="660889" y="99030"/>
                  <a:pt x="662774" y="101480"/>
                </a:cubicBezTo>
                <a:cubicBezTo>
                  <a:pt x="664660" y="103929"/>
                  <a:pt x="666964" y="105790"/>
                  <a:pt x="669683" y="107064"/>
                </a:cubicBezTo>
                <a:cubicBezTo>
                  <a:pt x="672402" y="108338"/>
                  <a:pt x="675550" y="108975"/>
                  <a:pt x="679126" y="108975"/>
                </a:cubicBezTo>
                <a:cubicBezTo>
                  <a:pt x="683143" y="108975"/>
                  <a:pt x="687172" y="108277"/>
                  <a:pt x="691213" y="106880"/>
                </a:cubicBezTo>
                <a:cubicBezTo>
                  <a:pt x="695254" y="105484"/>
                  <a:pt x="698377" y="104027"/>
                  <a:pt x="700583" y="102510"/>
                </a:cubicBezTo>
                <a:lnTo>
                  <a:pt x="704256" y="110518"/>
                </a:lnTo>
                <a:cubicBezTo>
                  <a:pt x="702689" y="112183"/>
                  <a:pt x="700313" y="113910"/>
                  <a:pt x="697129" y="115698"/>
                </a:cubicBezTo>
                <a:cubicBezTo>
                  <a:pt x="693945" y="117486"/>
                  <a:pt x="690283" y="118993"/>
                  <a:pt x="686143" y="120219"/>
                </a:cubicBezTo>
                <a:cubicBezTo>
                  <a:pt x="682003" y="121443"/>
                  <a:pt x="677704" y="122055"/>
                  <a:pt x="673246" y="122055"/>
                </a:cubicBezTo>
                <a:moveTo>
                  <a:pt x="656493" y="71866"/>
                </a:moveTo>
                <a:lnTo>
                  <a:pt x="684710" y="71866"/>
                </a:lnTo>
                <a:cubicBezTo>
                  <a:pt x="684759" y="70887"/>
                  <a:pt x="684821" y="69858"/>
                  <a:pt x="684894" y="68780"/>
                </a:cubicBezTo>
                <a:cubicBezTo>
                  <a:pt x="684967" y="67702"/>
                  <a:pt x="685004" y="66649"/>
                  <a:pt x="685004" y="65620"/>
                </a:cubicBezTo>
                <a:cubicBezTo>
                  <a:pt x="685004" y="59791"/>
                  <a:pt x="684048" y="55089"/>
                  <a:pt x="682138" y="51513"/>
                </a:cubicBezTo>
                <a:cubicBezTo>
                  <a:pt x="680227" y="47937"/>
                  <a:pt x="676872" y="46149"/>
                  <a:pt x="672071" y="46149"/>
                </a:cubicBezTo>
                <a:cubicBezTo>
                  <a:pt x="669915" y="46149"/>
                  <a:pt x="667931" y="46540"/>
                  <a:pt x="666117" y="47324"/>
                </a:cubicBezTo>
                <a:cubicBezTo>
                  <a:pt x="664305" y="48107"/>
                  <a:pt x="662701" y="49442"/>
                  <a:pt x="661305" y="51329"/>
                </a:cubicBezTo>
                <a:cubicBezTo>
                  <a:pt x="659910" y="53214"/>
                  <a:pt x="658796" y="55823"/>
                  <a:pt x="657961" y="59155"/>
                </a:cubicBezTo>
                <a:cubicBezTo>
                  <a:pt x="657129" y="62486"/>
                  <a:pt x="656639" y="66723"/>
                  <a:pt x="656493" y="71866"/>
                </a:cubicBezTo>
                <a:close/>
                <a:moveTo>
                  <a:pt x="757311" y="110150"/>
                </a:moveTo>
                <a:lnTo>
                  <a:pt x="769215" y="22340"/>
                </a:lnTo>
                <a:lnTo>
                  <a:pt x="752902" y="20429"/>
                </a:lnTo>
                <a:lnTo>
                  <a:pt x="752902" y="11244"/>
                </a:lnTo>
                <a:lnTo>
                  <a:pt x="799930" y="11244"/>
                </a:lnTo>
                <a:lnTo>
                  <a:pt x="816096" y="74438"/>
                </a:lnTo>
                <a:lnTo>
                  <a:pt x="819992" y="91633"/>
                </a:lnTo>
                <a:lnTo>
                  <a:pt x="823593" y="74438"/>
                </a:lnTo>
                <a:lnTo>
                  <a:pt x="840934" y="11244"/>
                </a:lnTo>
                <a:lnTo>
                  <a:pt x="886713" y="11244"/>
                </a:lnTo>
                <a:lnTo>
                  <a:pt x="886713" y="20429"/>
                </a:lnTo>
                <a:lnTo>
                  <a:pt x="870327" y="22340"/>
                </a:lnTo>
                <a:lnTo>
                  <a:pt x="882011" y="110004"/>
                </a:lnTo>
                <a:lnTo>
                  <a:pt x="893916" y="111621"/>
                </a:lnTo>
                <a:lnTo>
                  <a:pt x="893916" y="120439"/>
                </a:lnTo>
                <a:lnTo>
                  <a:pt x="847034" y="120439"/>
                </a:lnTo>
                <a:lnTo>
                  <a:pt x="847034" y="111621"/>
                </a:lnTo>
                <a:lnTo>
                  <a:pt x="859819" y="110078"/>
                </a:lnTo>
                <a:lnTo>
                  <a:pt x="853647" y="45781"/>
                </a:lnTo>
                <a:lnTo>
                  <a:pt x="850927" y="18958"/>
                </a:lnTo>
                <a:lnTo>
                  <a:pt x="845489" y="41666"/>
                </a:lnTo>
                <a:lnTo>
                  <a:pt x="824033" y="115956"/>
                </a:lnTo>
                <a:lnTo>
                  <a:pt x="808234" y="115956"/>
                </a:lnTo>
                <a:lnTo>
                  <a:pt x="787439" y="45265"/>
                </a:lnTo>
                <a:lnTo>
                  <a:pt x="780604" y="18886"/>
                </a:lnTo>
                <a:lnTo>
                  <a:pt x="777812" y="45781"/>
                </a:lnTo>
                <a:lnTo>
                  <a:pt x="771125" y="110078"/>
                </a:lnTo>
                <a:lnTo>
                  <a:pt x="785675" y="111621"/>
                </a:lnTo>
                <a:lnTo>
                  <a:pt x="785675" y="120439"/>
                </a:lnTo>
                <a:lnTo>
                  <a:pt x="745406" y="120439"/>
                </a:lnTo>
                <a:lnTo>
                  <a:pt x="745406" y="111621"/>
                </a:lnTo>
                <a:lnTo>
                  <a:pt x="757311" y="110150"/>
                </a:lnTo>
                <a:close/>
                <a:moveTo>
                  <a:pt x="897590" y="79802"/>
                </a:moveTo>
                <a:cubicBezTo>
                  <a:pt x="897590" y="72601"/>
                  <a:pt x="898692" y="66306"/>
                  <a:pt x="900896" y="60918"/>
                </a:cubicBezTo>
                <a:cubicBezTo>
                  <a:pt x="903101" y="55528"/>
                  <a:pt x="906101" y="51046"/>
                  <a:pt x="909897" y="47469"/>
                </a:cubicBezTo>
                <a:cubicBezTo>
                  <a:pt x="913694" y="43893"/>
                  <a:pt x="918018" y="41199"/>
                  <a:pt x="922868" y="39387"/>
                </a:cubicBezTo>
                <a:cubicBezTo>
                  <a:pt x="927717" y="37574"/>
                  <a:pt x="932788" y="36667"/>
                  <a:pt x="938079" y="36667"/>
                </a:cubicBezTo>
                <a:cubicBezTo>
                  <a:pt x="946406" y="36667"/>
                  <a:pt x="953435" y="38407"/>
                  <a:pt x="959167" y="41886"/>
                </a:cubicBezTo>
                <a:cubicBezTo>
                  <a:pt x="964899" y="45364"/>
                  <a:pt x="969271" y="50264"/>
                  <a:pt x="972284" y="56583"/>
                </a:cubicBezTo>
                <a:cubicBezTo>
                  <a:pt x="975296" y="62902"/>
                  <a:pt x="976802" y="70348"/>
                  <a:pt x="976802" y="78921"/>
                </a:cubicBezTo>
                <a:cubicBezTo>
                  <a:pt x="976802" y="86221"/>
                  <a:pt x="975700" y="92578"/>
                  <a:pt x="973495" y="97991"/>
                </a:cubicBezTo>
                <a:cubicBezTo>
                  <a:pt x="971291" y="103403"/>
                  <a:pt x="968279" y="107897"/>
                  <a:pt x="964457" y="111473"/>
                </a:cubicBezTo>
                <a:cubicBezTo>
                  <a:pt x="960638" y="115049"/>
                  <a:pt x="956302" y="117707"/>
                  <a:pt x="951451" y="119447"/>
                </a:cubicBezTo>
                <a:cubicBezTo>
                  <a:pt x="946601" y="121186"/>
                  <a:pt x="941507" y="122055"/>
                  <a:pt x="936168" y="122055"/>
                </a:cubicBezTo>
                <a:cubicBezTo>
                  <a:pt x="929995" y="122055"/>
                  <a:pt x="924508" y="121063"/>
                  <a:pt x="919706" y="119080"/>
                </a:cubicBezTo>
                <a:cubicBezTo>
                  <a:pt x="914905" y="117096"/>
                  <a:pt x="910864" y="114266"/>
                  <a:pt x="907583" y="110592"/>
                </a:cubicBezTo>
                <a:cubicBezTo>
                  <a:pt x="904301" y="106917"/>
                  <a:pt x="901815" y="102472"/>
                  <a:pt x="900124" y="97255"/>
                </a:cubicBezTo>
                <a:cubicBezTo>
                  <a:pt x="898435" y="92038"/>
                  <a:pt x="897590" y="86220"/>
                  <a:pt x="897590" y="79802"/>
                </a:cubicBezTo>
                <a:moveTo>
                  <a:pt x="937491" y="112502"/>
                </a:moveTo>
                <a:cubicBezTo>
                  <a:pt x="941115" y="112502"/>
                  <a:pt x="944139" y="111364"/>
                  <a:pt x="946564" y="109087"/>
                </a:cubicBezTo>
                <a:cubicBezTo>
                  <a:pt x="948989" y="106809"/>
                  <a:pt x="950839" y="103294"/>
                  <a:pt x="952112" y="98543"/>
                </a:cubicBezTo>
                <a:cubicBezTo>
                  <a:pt x="953386" y="93790"/>
                  <a:pt x="954023" y="87764"/>
                  <a:pt x="954023" y="80464"/>
                </a:cubicBezTo>
                <a:cubicBezTo>
                  <a:pt x="954023" y="75123"/>
                  <a:pt x="953729" y="70335"/>
                  <a:pt x="953142" y="66098"/>
                </a:cubicBezTo>
                <a:cubicBezTo>
                  <a:pt x="952554" y="61861"/>
                  <a:pt x="951599" y="58261"/>
                  <a:pt x="950276" y="55298"/>
                </a:cubicBezTo>
                <a:cubicBezTo>
                  <a:pt x="948953" y="52333"/>
                  <a:pt x="947226" y="50080"/>
                  <a:pt x="945095" y="48537"/>
                </a:cubicBezTo>
                <a:cubicBezTo>
                  <a:pt x="942965" y="46993"/>
                  <a:pt x="940356" y="46220"/>
                  <a:pt x="937269" y="46220"/>
                </a:cubicBezTo>
                <a:cubicBezTo>
                  <a:pt x="933644" y="46220"/>
                  <a:pt x="930569" y="47360"/>
                  <a:pt x="928046" y="49638"/>
                </a:cubicBezTo>
                <a:cubicBezTo>
                  <a:pt x="925524" y="51916"/>
                  <a:pt x="923601" y="55419"/>
                  <a:pt x="922278" y="60146"/>
                </a:cubicBezTo>
                <a:cubicBezTo>
                  <a:pt x="920956" y="64874"/>
                  <a:pt x="920296" y="70911"/>
                  <a:pt x="920296" y="78259"/>
                </a:cubicBezTo>
                <a:cubicBezTo>
                  <a:pt x="920296" y="83649"/>
                  <a:pt x="920614" y="88463"/>
                  <a:pt x="921251" y="92701"/>
                </a:cubicBezTo>
                <a:cubicBezTo>
                  <a:pt x="921888" y="96938"/>
                  <a:pt x="922892" y="100526"/>
                  <a:pt x="924263" y="103465"/>
                </a:cubicBezTo>
                <a:cubicBezTo>
                  <a:pt x="925635" y="106404"/>
                  <a:pt x="927411" y="108645"/>
                  <a:pt x="929591" y="110188"/>
                </a:cubicBezTo>
                <a:cubicBezTo>
                  <a:pt x="931770" y="111731"/>
                  <a:pt x="934404" y="112502"/>
                  <a:pt x="937491" y="112502"/>
                </a:cubicBezTo>
                <a:close/>
                <a:moveTo>
                  <a:pt x="1020598" y="122055"/>
                </a:moveTo>
                <a:cubicBezTo>
                  <a:pt x="1016238" y="122055"/>
                  <a:pt x="1012136" y="121259"/>
                  <a:pt x="1008291" y="119667"/>
                </a:cubicBezTo>
                <a:cubicBezTo>
                  <a:pt x="1004446" y="118075"/>
                  <a:pt x="1001041" y="115650"/>
                  <a:pt x="998076" y="112392"/>
                </a:cubicBezTo>
                <a:cubicBezTo>
                  <a:pt x="995113" y="109135"/>
                  <a:pt x="992798" y="104946"/>
                  <a:pt x="991131" y="99828"/>
                </a:cubicBezTo>
                <a:cubicBezTo>
                  <a:pt x="989466" y="94707"/>
                  <a:pt x="988633" y="88620"/>
                  <a:pt x="988633" y="81567"/>
                </a:cubicBezTo>
                <a:cubicBezTo>
                  <a:pt x="988633" y="73533"/>
                  <a:pt x="990286" y="66111"/>
                  <a:pt x="993593" y="59301"/>
                </a:cubicBezTo>
                <a:cubicBezTo>
                  <a:pt x="996900" y="52491"/>
                  <a:pt x="1001799" y="47016"/>
                  <a:pt x="1008291" y="42877"/>
                </a:cubicBezTo>
                <a:cubicBezTo>
                  <a:pt x="1014782" y="38737"/>
                  <a:pt x="1022730" y="36667"/>
                  <a:pt x="1032135" y="36667"/>
                </a:cubicBezTo>
                <a:cubicBezTo>
                  <a:pt x="1034095" y="36667"/>
                  <a:pt x="1035969" y="36778"/>
                  <a:pt x="1037757" y="36999"/>
                </a:cubicBezTo>
                <a:cubicBezTo>
                  <a:pt x="1039545" y="37219"/>
                  <a:pt x="1041199" y="37525"/>
                  <a:pt x="1042718" y="37919"/>
                </a:cubicBezTo>
                <a:lnTo>
                  <a:pt x="1042718" y="13007"/>
                </a:lnTo>
                <a:lnTo>
                  <a:pt x="1028314" y="11022"/>
                </a:lnTo>
                <a:lnTo>
                  <a:pt x="1028314" y="2792"/>
                </a:lnTo>
                <a:lnTo>
                  <a:pt x="1058662" y="0"/>
                </a:lnTo>
                <a:lnTo>
                  <a:pt x="1059178" y="0"/>
                </a:lnTo>
                <a:lnTo>
                  <a:pt x="1063293" y="3086"/>
                </a:lnTo>
                <a:lnTo>
                  <a:pt x="1063293" y="111473"/>
                </a:lnTo>
                <a:lnTo>
                  <a:pt x="1071155" y="111473"/>
                </a:lnTo>
                <a:lnTo>
                  <a:pt x="1071155" y="119851"/>
                </a:lnTo>
                <a:cubicBezTo>
                  <a:pt x="1069049" y="120292"/>
                  <a:pt x="1066367" y="120770"/>
                  <a:pt x="1063109" y="121284"/>
                </a:cubicBezTo>
                <a:cubicBezTo>
                  <a:pt x="1059851" y="121798"/>
                  <a:pt x="1056704" y="122055"/>
                  <a:pt x="1053666" y="122055"/>
                </a:cubicBezTo>
                <a:cubicBezTo>
                  <a:pt x="1050776" y="122055"/>
                  <a:pt x="1048596" y="121602"/>
                  <a:pt x="1047127" y="120694"/>
                </a:cubicBezTo>
                <a:cubicBezTo>
                  <a:pt x="1045657" y="119788"/>
                  <a:pt x="1044922" y="117694"/>
                  <a:pt x="1044922" y="114413"/>
                </a:cubicBezTo>
                <a:lnTo>
                  <a:pt x="1044922" y="110298"/>
                </a:lnTo>
                <a:cubicBezTo>
                  <a:pt x="1043305" y="112503"/>
                  <a:pt x="1041234" y="114488"/>
                  <a:pt x="1038710" y="116252"/>
                </a:cubicBezTo>
                <a:cubicBezTo>
                  <a:pt x="1036188" y="118014"/>
                  <a:pt x="1033372" y="119422"/>
                  <a:pt x="1030261" y="120474"/>
                </a:cubicBezTo>
                <a:cubicBezTo>
                  <a:pt x="1027151" y="121528"/>
                  <a:pt x="1023930" y="122055"/>
                  <a:pt x="1020598" y="122055"/>
                </a:cubicBezTo>
                <a:moveTo>
                  <a:pt x="1028314" y="109856"/>
                </a:moveTo>
                <a:cubicBezTo>
                  <a:pt x="1030567" y="109856"/>
                  <a:pt x="1032637" y="109514"/>
                  <a:pt x="1034524" y="108829"/>
                </a:cubicBezTo>
                <a:cubicBezTo>
                  <a:pt x="1036410" y="108143"/>
                  <a:pt x="1038051" y="107273"/>
                  <a:pt x="1039446" y="106221"/>
                </a:cubicBezTo>
                <a:cubicBezTo>
                  <a:pt x="1040842" y="105167"/>
                  <a:pt x="1041933" y="104126"/>
                  <a:pt x="1042718" y="103097"/>
                </a:cubicBezTo>
                <a:lnTo>
                  <a:pt x="1042718" y="49674"/>
                </a:lnTo>
                <a:cubicBezTo>
                  <a:pt x="1042032" y="48695"/>
                  <a:pt x="1040611" y="47850"/>
                  <a:pt x="1038455" y="47140"/>
                </a:cubicBezTo>
                <a:cubicBezTo>
                  <a:pt x="1036299" y="46430"/>
                  <a:pt x="1033947" y="46075"/>
                  <a:pt x="1031400" y="46075"/>
                </a:cubicBezTo>
                <a:cubicBezTo>
                  <a:pt x="1027579" y="46075"/>
                  <a:pt x="1024125" y="47141"/>
                  <a:pt x="1021039" y="49272"/>
                </a:cubicBezTo>
                <a:cubicBezTo>
                  <a:pt x="1017954" y="51403"/>
                  <a:pt x="1015492" y="54893"/>
                  <a:pt x="1013655" y="59743"/>
                </a:cubicBezTo>
                <a:cubicBezTo>
                  <a:pt x="1011818" y="64593"/>
                  <a:pt x="1010850" y="71083"/>
                  <a:pt x="1010753" y="79214"/>
                </a:cubicBezTo>
                <a:cubicBezTo>
                  <a:pt x="1010654" y="86465"/>
                  <a:pt x="1011388" y="92344"/>
                  <a:pt x="1012955" y="96852"/>
                </a:cubicBezTo>
                <a:cubicBezTo>
                  <a:pt x="1014523" y="101358"/>
                  <a:pt x="1016643" y="104652"/>
                  <a:pt x="1019313" y="106735"/>
                </a:cubicBezTo>
                <a:cubicBezTo>
                  <a:pt x="1021983" y="108816"/>
                  <a:pt x="1024983" y="109856"/>
                  <a:pt x="1028314" y="109856"/>
                </a:cubicBezTo>
                <a:close/>
                <a:moveTo>
                  <a:pt x="1117816" y="122055"/>
                </a:moveTo>
                <a:cubicBezTo>
                  <a:pt x="1108900" y="122055"/>
                  <a:pt x="1101612" y="120243"/>
                  <a:pt x="1095954" y="116617"/>
                </a:cubicBezTo>
                <a:cubicBezTo>
                  <a:pt x="1090297" y="112992"/>
                  <a:pt x="1086133" y="107971"/>
                  <a:pt x="1083463" y="101554"/>
                </a:cubicBezTo>
                <a:cubicBezTo>
                  <a:pt x="1080793" y="95136"/>
                  <a:pt x="1079458" y="87788"/>
                  <a:pt x="1079458" y="79508"/>
                </a:cubicBezTo>
                <a:cubicBezTo>
                  <a:pt x="1079458" y="72846"/>
                  <a:pt x="1080413" y="66870"/>
                  <a:pt x="1082324" y="61579"/>
                </a:cubicBezTo>
                <a:cubicBezTo>
                  <a:pt x="1084234" y="56289"/>
                  <a:pt x="1086928" y="51794"/>
                  <a:pt x="1090406" y="48095"/>
                </a:cubicBezTo>
                <a:cubicBezTo>
                  <a:pt x="1093885" y="44396"/>
                  <a:pt x="1098049" y="41567"/>
                  <a:pt x="1102899" y="39607"/>
                </a:cubicBezTo>
                <a:cubicBezTo>
                  <a:pt x="1107748" y="37647"/>
                  <a:pt x="1113113" y="36667"/>
                  <a:pt x="1118991" y="36667"/>
                </a:cubicBezTo>
                <a:cubicBezTo>
                  <a:pt x="1128936" y="36667"/>
                  <a:pt x="1136529" y="39264"/>
                  <a:pt x="1141770" y="44458"/>
                </a:cubicBezTo>
                <a:cubicBezTo>
                  <a:pt x="1147013" y="49650"/>
                  <a:pt x="1149757" y="56925"/>
                  <a:pt x="1150003" y="66282"/>
                </a:cubicBezTo>
                <a:cubicBezTo>
                  <a:pt x="1150003" y="69466"/>
                  <a:pt x="1149904" y="72246"/>
                  <a:pt x="1149707" y="74622"/>
                </a:cubicBezTo>
                <a:cubicBezTo>
                  <a:pt x="1149511" y="76997"/>
                  <a:pt x="1149217" y="79067"/>
                  <a:pt x="1148825" y="80831"/>
                </a:cubicBezTo>
                <a:lnTo>
                  <a:pt x="1101136" y="80831"/>
                </a:lnTo>
                <a:cubicBezTo>
                  <a:pt x="1101283" y="85240"/>
                  <a:pt x="1101882" y="89171"/>
                  <a:pt x="1102935" y="92625"/>
                </a:cubicBezTo>
                <a:cubicBezTo>
                  <a:pt x="1103989" y="96078"/>
                  <a:pt x="1105458" y="99030"/>
                  <a:pt x="1107343" y="101480"/>
                </a:cubicBezTo>
                <a:cubicBezTo>
                  <a:pt x="1109230" y="103929"/>
                  <a:pt x="1111533" y="105790"/>
                  <a:pt x="1114253" y="107064"/>
                </a:cubicBezTo>
                <a:cubicBezTo>
                  <a:pt x="1116972" y="108338"/>
                  <a:pt x="1120120" y="108975"/>
                  <a:pt x="1123696" y="108975"/>
                </a:cubicBezTo>
                <a:cubicBezTo>
                  <a:pt x="1127713" y="108975"/>
                  <a:pt x="1131742" y="108277"/>
                  <a:pt x="1135783" y="106880"/>
                </a:cubicBezTo>
                <a:cubicBezTo>
                  <a:pt x="1139824" y="105484"/>
                  <a:pt x="1142947" y="104027"/>
                  <a:pt x="1145152" y="102510"/>
                </a:cubicBezTo>
                <a:lnTo>
                  <a:pt x="1148825" y="110518"/>
                </a:lnTo>
                <a:cubicBezTo>
                  <a:pt x="1147259" y="112183"/>
                  <a:pt x="1144883" y="113910"/>
                  <a:pt x="1141699" y="115698"/>
                </a:cubicBezTo>
                <a:cubicBezTo>
                  <a:pt x="1138514" y="117486"/>
                  <a:pt x="1134852" y="118993"/>
                  <a:pt x="1130713" y="120219"/>
                </a:cubicBezTo>
                <a:cubicBezTo>
                  <a:pt x="1126573" y="121443"/>
                  <a:pt x="1122274" y="122055"/>
                  <a:pt x="1117816" y="122055"/>
                </a:cubicBezTo>
                <a:moveTo>
                  <a:pt x="1101062" y="71866"/>
                </a:moveTo>
                <a:lnTo>
                  <a:pt x="1129280" y="71866"/>
                </a:lnTo>
                <a:cubicBezTo>
                  <a:pt x="1129329" y="70887"/>
                  <a:pt x="1129390" y="69858"/>
                  <a:pt x="1129463" y="68780"/>
                </a:cubicBezTo>
                <a:cubicBezTo>
                  <a:pt x="1129537" y="67702"/>
                  <a:pt x="1129573" y="66649"/>
                  <a:pt x="1129573" y="65620"/>
                </a:cubicBezTo>
                <a:cubicBezTo>
                  <a:pt x="1129573" y="59791"/>
                  <a:pt x="1128618" y="55089"/>
                  <a:pt x="1126707" y="51513"/>
                </a:cubicBezTo>
                <a:cubicBezTo>
                  <a:pt x="1124797" y="47937"/>
                  <a:pt x="1121441" y="46149"/>
                  <a:pt x="1116641" y="46149"/>
                </a:cubicBezTo>
                <a:cubicBezTo>
                  <a:pt x="1114485" y="46149"/>
                  <a:pt x="1112500" y="46540"/>
                  <a:pt x="1110687" y="47324"/>
                </a:cubicBezTo>
                <a:cubicBezTo>
                  <a:pt x="1108875" y="48107"/>
                  <a:pt x="1107271" y="49442"/>
                  <a:pt x="1105874" y="51329"/>
                </a:cubicBezTo>
                <a:cubicBezTo>
                  <a:pt x="1104480" y="53214"/>
                  <a:pt x="1103365" y="55823"/>
                  <a:pt x="1102531" y="59155"/>
                </a:cubicBezTo>
                <a:cubicBezTo>
                  <a:pt x="1101698" y="62486"/>
                  <a:pt x="1101209" y="66723"/>
                  <a:pt x="1101062" y="71866"/>
                </a:cubicBezTo>
                <a:close/>
                <a:moveTo>
                  <a:pt x="1167638" y="110298"/>
                </a:moveTo>
                <a:lnTo>
                  <a:pt x="1167638" y="13007"/>
                </a:lnTo>
                <a:lnTo>
                  <a:pt x="1156762" y="11170"/>
                </a:lnTo>
                <a:lnTo>
                  <a:pt x="1156762" y="3234"/>
                </a:lnTo>
                <a:lnTo>
                  <a:pt x="1184024" y="0"/>
                </a:lnTo>
                <a:lnTo>
                  <a:pt x="1184318" y="0"/>
                </a:lnTo>
                <a:lnTo>
                  <a:pt x="1188285" y="2792"/>
                </a:lnTo>
                <a:lnTo>
                  <a:pt x="1188285" y="110372"/>
                </a:lnTo>
                <a:lnTo>
                  <a:pt x="1199015" y="111621"/>
                </a:lnTo>
                <a:lnTo>
                  <a:pt x="1199015" y="120439"/>
                </a:lnTo>
                <a:lnTo>
                  <a:pt x="1157349" y="120439"/>
                </a:lnTo>
                <a:lnTo>
                  <a:pt x="1157349" y="111621"/>
                </a:lnTo>
                <a:lnTo>
                  <a:pt x="1167638" y="110298"/>
                </a:lnTo>
                <a:close/>
                <a:moveTo>
                  <a:pt x="1207097" y="120439"/>
                </a:moveTo>
                <a:lnTo>
                  <a:pt x="1207097" y="111621"/>
                </a:lnTo>
                <a:lnTo>
                  <a:pt x="1217311" y="110298"/>
                </a:lnTo>
                <a:lnTo>
                  <a:pt x="1217311" y="52762"/>
                </a:lnTo>
                <a:lnTo>
                  <a:pt x="1206951" y="49968"/>
                </a:lnTo>
                <a:lnTo>
                  <a:pt x="1206951" y="40123"/>
                </a:lnTo>
                <a:lnTo>
                  <a:pt x="1233919" y="36889"/>
                </a:lnTo>
                <a:lnTo>
                  <a:pt x="1234213" y="36889"/>
                </a:lnTo>
                <a:lnTo>
                  <a:pt x="1238328" y="39755"/>
                </a:lnTo>
                <a:lnTo>
                  <a:pt x="1238328" y="110372"/>
                </a:lnTo>
                <a:lnTo>
                  <a:pt x="1248247" y="111621"/>
                </a:lnTo>
                <a:lnTo>
                  <a:pt x="1248247" y="120439"/>
                </a:lnTo>
                <a:lnTo>
                  <a:pt x="1207097" y="120439"/>
                </a:lnTo>
                <a:moveTo>
                  <a:pt x="1226055" y="25426"/>
                </a:moveTo>
                <a:cubicBezTo>
                  <a:pt x="1222332" y="25426"/>
                  <a:pt x="1219491" y="24274"/>
                  <a:pt x="1217531" y="21972"/>
                </a:cubicBezTo>
                <a:cubicBezTo>
                  <a:pt x="1215571" y="19670"/>
                  <a:pt x="1214591" y="17073"/>
                  <a:pt x="1214591" y="14182"/>
                </a:cubicBezTo>
                <a:cubicBezTo>
                  <a:pt x="1214591" y="10704"/>
                  <a:pt x="1215656" y="7692"/>
                  <a:pt x="1217787" y="5144"/>
                </a:cubicBezTo>
                <a:cubicBezTo>
                  <a:pt x="1219919" y="2597"/>
                  <a:pt x="1223091" y="1323"/>
                  <a:pt x="1227304" y="1323"/>
                </a:cubicBezTo>
                <a:lnTo>
                  <a:pt x="1227452" y="1323"/>
                </a:lnTo>
                <a:cubicBezTo>
                  <a:pt x="1231174" y="1323"/>
                  <a:pt x="1234015" y="2438"/>
                  <a:pt x="1235973" y="4667"/>
                </a:cubicBezTo>
                <a:cubicBezTo>
                  <a:pt x="1237933" y="6896"/>
                  <a:pt x="1238913" y="9431"/>
                  <a:pt x="1238913" y="12271"/>
                </a:cubicBezTo>
                <a:cubicBezTo>
                  <a:pt x="1238913" y="15750"/>
                  <a:pt x="1237848" y="18812"/>
                  <a:pt x="1235718" y="21459"/>
                </a:cubicBezTo>
                <a:cubicBezTo>
                  <a:pt x="1233587" y="24103"/>
                  <a:pt x="1230416" y="25426"/>
                  <a:pt x="1226203" y="25426"/>
                </a:cubicBezTo>
                <a:lnTo>
                  <a:pt x="1226055" y="25426"/>
                </a:lnTo>
                <a:close/>
                <a:moveTo>
                  <a:pt x="1265958" y="110298"/>
                </a:moveTo>
                <a:lnTo>
                  <a:pt x="1265958" y="52762"/>
                </a:lnTo>
                <a:lnTo>
                  <a:pt x="1256624" y="50042"/>
                </a:lnTo>
                <a:lnTo>
                  <a:pt x="1256624" y="39827"/>
                </a:lnTo>
                <a:lnTo>
                  <a:pt x="1281168" y="36889"/>
                </a:lnTo>
                <a:lnTo>
                  <a:pt x="1281608" y="36889"/>
                </a:lnTo>
                <a:lnTo>
                  <a:pt x="1285209" y="39755"/>
                </a:lnTo>
                <a:lnTo>
                  <a:pt x="1285209" y="45413"/>
                </a:lnTo>
                <a:lnTo>
                  <a:pt x="1285064" y="48941"/>
                </a:lnTo>
                <a:cubicBezTo>
                  <a:pt x="1287121" y="47030"/>
                  <a:pt x="1289729" y="45169"/>
                  <a:pt x="1292888" y="43357"/>
                </a:cubicBezTo>
                <a:cubicBezTo>
                  <a:pt x="1296048" y="41543"/>
                  <a:pt x="1299526" y="40036"/>
                  <a:pt x="1303322" y="38836"/>
                </a:cubicBezTo>
                <a:cubicBezTo>
                  <a:pt x="1307120" y="37635"/>
                  <a:pt x="1311027" y="37035"/>
                  <a:pt x="1315044" y="37035"/>
                </a:cubicBezTo>
                <a:cubicBezTo>
                  <a:pt x="1320972" y="37035"/>
                  <a:pt x="1325735" y="38113"/>
                  <a:pt x="1329335" y="40269"/>
                </a:cubicBezTo>
                <a:cubicBezTo>
                  <a:pt x="1332937" y="42425"/>
                  <a:pt x="1335546" y="45879"/>
                  <a:pt x="1337162" y="50631"/>
                </a:cubicBezTo>
                <a:cubicBezTo>
                  <a:pt x="1338778" y="55383"/>
                  <a:pt x="1339586" y="61628"/>
                  <a:pt x="1339586" y="69368"/>
                </a:cubicBezTo>
                <a:lnTo>
                  <a:pt x="1339586" y="110372"/>
                </a:lnTo>
                <a:lnTo>
                  <a:pt x="1348551" y="111547"/>
                </a:lnTo>
                <a:lnTo>
                  <a:pt x="1348551" y="120439"/>
                </a:lnTo>
                <a:lnTo>
                  <a:pt x="1310487" y="120439"/>
                </a:lnTo>
                <a:lnTo>
                  <a:pt x="1310487" y="111621"/>
                </a:lnTo>
                <a:lnTo>
                  <a:pt x="1318349" y="110372"/>
                </a:lnTo>
                <a:lnTo>
                  <a:pt x="1318349" y="69809"/>
                </a:lnTo>
                <a:cubicBezTo>
                  <a:pt x="1318349" y="64960"/>
                  <a:pt x="1317945" y="61065"/>
                  <a:pt x="1317136" y="58126"/>
                </a:cubicBezTo>
                <a:cubicBezTo>
                  <a:pt x="1316329" y="55187"/>
                  <a:pt x="1314945" y="53032"/>
                  <a:pt x="1312985" y="51661"/>
                </a:cubicBezTo>
                <a:cubicBezTo>
                  <a:pt x="1311027" y="50288"/>
                  <a:pt x="1308333" y="49602"/>
                  <a:pt x="1304903" y="49602"/>
                </a:cubicBezTo>
                <a:cubicBezTo>
                  <a:pt x="1302601" y="49602"/>
                  <a:pt x="1300347" y="49994"/>
                  <a:pt x="1298142" y="50777"/>
                </a:cubicBezTo>
                <a:cubicBezTo>
                  <a:pt x="1295938" y="51561"/>
                  <a:pt x="1293893" y="52516"/>
                  <a:pt x="1292007" y="53643"/>
                </a:cubicBezTo>
                <a:cubicBezTo>
                  <a:pt x="1290121" y="54770"/>
                  <a:pt x="1288493" y="55848"/>
                  <a:pt x="1287120" y="56877"/>
                </a:cubicBezTo>
                <a:lnTo>
                  <a:pt x="1287120" y="110298"/>
                </a:lnTo>
                <a:lnTo>
                  <a:pt x="1295938" y="111621"/>
                </a:lnTo>
                <a:lnTo>
                  <a:pt x="1295938" y="120439"/>
                </a:lnTo>
                <a:lnTo>
                  <a:pt x="1257434" y="120439"/>
                </a:lnTo>
                <a:lnTo>
                  <a:pt x="1257434" y="111621"/>
                </a:lnTo>
                <a:lnTo>
                  <a:pt x="1265958" y="110298"/>
                </a:lnTo>
                <a:close/>
                <a:moveTo>
                  <a:pt x="1391538" y="160120"/>
                </a:moveTo>
                <a:cubicBezTo>
                  <a:pt x="1385415" y="160120"/>
                  <a:pt x="1380026" y="159593"/>
                  <a:pt x="1375372" y="158539"/>
                </a:cubicBezTo>
                <a:cubicBezTo>
                  <a:pt x="1370718" y="157486"/>
                  <a:pt x="1366824" y="155955"/>
                  <a:pt x="1363689" y="153946"/>
                </a:cubicBezTo>
                <a:cubicBezTo>
                  <a:pt x="1360554" y="151938"/>
                  <a:pt x="1358177" y="149465"/>
                  <a:pt x="1356560" y="146526"/>
                </a:cubicBezTo>
                <a:cubicBezTo>
                  <a:pt x="1354944" y="143586"/>
                  <a:pt x="1354135" y="140230"/>
                  <a:pt x="1354135" y="136457"/>
                </a:cubicBezTo>
                <a:cubicBezTo>
                  <a:pt x="1354135" y="133322"/>
                  <a:pt x="1354748" y="130517"/>
                  <a:pt x="1355972" y="128043"/>
                </a:cubicBezTo>
                <a:cubicBezTo>
                  <a:pt x="1357198" y="125570"/>
                  <a:pt x="1358864" y="123464"/>
                  <a:pt x="1360971" y="121723"/>
                </a:cubicBezTo>
                <a:cubicBezTo>
                  <a:pt x="1363077" y="119985"/>
                  <a:pt x="1365428" y="118650"/>
                  <a:pt x="1368023" y="117721"/>
                </a:cubicBezTo>
                <a:cubicBezTo>
                  <a:pt x="1365673" y="116348"/>
                  <a:pt x="1363934" y="114609"/>
                  <a:pt x="1362807" y="112502"/>
                </a:cubicBezTo>
                <a:cubicBezTo>
                  <a:pt x="1361680" y="110396"/>
                  <a:pt x="1361116" y="107971"/>
                  <a:pt x="1361116" y="105228"/>
                </a:cubicBezTo>
                <a:cubicBezTo>
                  <a:pt x="1361116" y="103121"/>
                  <a:pt x="1361631" y="101027"/>
                  <a:pt x="1362659" y="98946"/>
                </a:cubicBezTo>
                <a:cubicBezTo>
                  <a:pt x="1363688" y="96864"/>
                  <a:pt x="1365084" y="94965"/>
                  <a:pt x="1366848" y="93250"/>
                </a:cubicBezTo>
                <a:cubicBezTo>
                  <a:pt x="1368612" y="91536"/>
                  <a:pt x="1370670" y="90139"/>
                  <a:pt x="1373022" y="89061"/>
                </a:cubicBezTo>
                <a:cubicBezTo>
                  <a:pt x="1367437" y="86858"/>
                  <a:pt x="1363382" y="83625"/>
                  <a:pt x="1360859" y="79362"/>
                </a:cubicBezTo>
                <a:cubicBezTo>
                  <a:pt x="1358336" y="75100"/>
                  <a:pt x="1357075" y="70128"/>
                  <a:pt x="1357075" y="64445"/>
                </a:cubicBezTo>
                <a:cubicBezTo>
                  <a:pt x="1357075" y="58615"/>
                  <a:pt x="1358753" y="53630"/>
                  <a:pt x="1362108" y="49492"/>
                </a:cubicBezTo>
                <a:cubicBezTo>
                  <a:pt x="1365464" y="45353"/>
                  <a:pt x="1369885" y="42180"/>
                  <a:pt x="1375372" y="39975"/>
                </a:cubicBezTo>
                <a:cubicBezTo>
                  <a:pt x="1380859" y="37770"/>
                  <a:pt x="1386786" y="36667"/>
                  <a:pt x="1393155" y="36667"/>
                </a:cubicBezTo>
                <a:cubicBezTo>
                  <a:pt x="1398936" y="36667"/>
                  <a:pt x="1403945" y="37219"/>
                  <a:pt x="1408182" y="38322"/>
                </a:cubicBezTo>
                <a:cubicBezTo>
                  <a:pt x="1412421" y="39424"/>
                  <a:pt x="1415935" y="41053"/>
                  <a:pt x="1418726" y="43209"/>
                </a:cubicBezTo>
                <a:cubicBezTo>
                  <a:pt x="1419854" y="41886"/>
                  <a:pt x="1421899" y="40428"/>
                  <a:pt x="1424862" y="38836"/>
                </a:cubicBezTo>
                <a:cubicBezTo>
                  <a:pt x="1427827" y="37244"/>
                  <a:pt x="1431097" y="36448"/>
                  <a:pt x="1434673" y="36448"/>
                </a:cubicBezTo>
                <a:lnTo>
                  <a:pt x="1439669" y="36448"/>
                </a:lnTo>
                <a:lnTo>
                  <a:pt x="1439669" y="52540"/>
                </a:lnTo>
                <a:lnTo>
                  <a:pt x="1424680" y="52540"/>
                </a:lnTo>
                <a:cubicBezTo>
                  <a:pt x="1425169" y="53422"/>
                  <a:pt x="1425573" y="54402"/>
                  <a:pt x="1425891" y="55480"/>
                </a:cubicBezTo>
                <a:cubicBezTo>
                  <a:pt x="1426210" y="56558"/>
                  <a:pt x="1426455" y="57685"/>
                  <a:pt x="1426627" y="58861"/>
                </a:cubicBezTo>
                <a:cubicBezTo>
                  <a:pt x="1426799" y="60036"/>
                  <a:pt x="1426885" y="61261"/>
                  <a:pt x="1426885" y="62535"/>
                </a:cubicBezTo>
                <a:cubicBezTo>
                  <a:pt x="1426933" y="68462"/>
                  <a:pt x="1425524" y="73643"/>
                  <a:pt x="1422658" y="78077"/>
                </a:cubicBezTo>
                <a:cubicBezTo>
                  <a:pt x="1419792" y="82510"/>
                  <a:pt x="1415701" y="85952"/>
                  <a:pt x="1410387" y="88402"/>
                </a:cubicBezTo>
                <a:cubicBezTo>
                  <a:pt x="1405072" y="90851"/>
                  <a:pt x="1398691" y="92075"/>
                  <a:pt x="1391245" y="92075"/>
                </a:cubicBezTo>
                <a:cubicBezTo>
                  <a:pt x="1389089" y="92075"/>
                  <a:pt x="1387044" y="91989"/>
                  <a:pt x="1385109" y="91817"/>
                </a:cubicBezTo>
                <a:cubicBezTo>
                  <a:pt x="1383174" y="91645"/>
                  <a:pt x="1381350" y="91364"/>
                  <a:pt x="1379635" y="90972"/>
                </a:cubicBezTo>
                <a:cubicBezTo>
                  <a:pt x="1378508" y="92050"/>
                  <a:pt x="1377626" y="93189"/>
                  <a:pt x="1376989" y="94390"/>
                </a:cubicBezTo>
                <a:cubicBezTo>
                  <a:pt x="1376352" y="95590"/>
                  <a:pt x="1376034" y="96925"/>
                  <a:pt x="1376034" y="98395"/>
                </a:cubicBezTo>
                <a:cubicBezTo>
                  <a:pt x="1376034" y="101579"/>
                  <a:pt x="1377271" y="103783"/>
                  <a:pt x="1379745" y="105008"/>
                </a:cubicBezTo>
                <a:cubicBezTo>
                  <a:pt x="1382219" y="106232"/>
                  <a:pt x="1386395" y="106844"/>
                  <a:pt x="1392274" y="106844"/>
                </a:cubicBezTo>
                <a:lnTo>
                  <a:pt x="1407998" y="106844"/>
                </a:lnTo>
                <a:cubicBezTo>
                  <a:pt x="1414662" y="106844"/>
                  <a:pt x="1420210" y="107665"/>
                  <a:pt x="1424642" y="109307"/>
                </a:cubicBezTo>
                <a:cubicBezTo>
                  <a:pt x="1429076" y="110947"/>
                  <a:pt x="1432408" y="113384"/>
                  <a:pt x="1434637" y="116617"/>
                </a:cubicBezTo>
                <a:cubicBezTo>
                  <a:pt x="1436866" y="119851"/>
                  <a:pt x="1437981" y="123843"/>
                  <a:pt x="1437981" y="128595"/>
                </a:cubicBezTo>
                <a:cubicBezTo>
                  <a:pt x="1437981" y="133396"/>
                  <a:pt x="1436707" y="137720"/>
                  <a:pt x="1434159" y="141565"/>
                </a:cubicBezTo>
                <a:cubicBezTo>
                  <a:pt x="1431612" y="145410"/>
                  <a:pt x="1428146" y="148717"/>
                  <a:pt x="1423761" y="151484"/>
                </a:cubicBezTo>
                <a:cubicBezTo>
                  <a:pt x="1419376" y="154253"/>
                  <a:pt x="1414404" y="156384"/>
                  <a:pt x="1408844" y="157877"/>
                </a:cubicBezTo>
                <a:cubicBezTo>
                  <a:pt x="1403284" y="159372"/>
                  <a:pt x="1397515" y="160120"/>
                  <a:pt x="1391538" y="160120"/>
                </a:cubicBezTo>
                <a:moveTo>
                  <a:pt x="1393743" y="149979"/>
                </a:moveTo>
                <a:cubicBezTo>
                  <a:pt x="1397515" y="149979"/>
                  <a:pt x="1401164" y="149342"/>
                  <a:pt x="1404691" y="148068"/>
                </a:cubicBezTo>
                <a:cubicBezTo>
                  <a:pt x="1408219" y="146795"/>
                  <a:pt x="1411134" y="144908"/>
                  <a:pt x="1413436" y="142408"/>
                </a:cubicBezTo>
                <a:cubicBezTo>
                  <a:pt x="1415739" y="139910"/>
                  <a:pt x="1416890" y="136775"/>
                  <a:pt x="1416890" y="133003"/>
                </a:cubicBezTo>
                <a:cubicBezTo>
                  <a:pt x="1416890" y="130309"/>
                  <a:pt x="1416449" y="128093"/>
                  <a:pt x="1415567" y="126354"/>
                </a:cubicBezTo>
                <a:cubicBezTo>
                  <a:pt x="1414685" y="124616"/>
                  <a:pt x="1413154" y="123329"/>
                  <a:pt x="1410974" y="122495"/>
                </a:cubicBezTo>
                <a:cubicBezTo>
                  <a:pt x="1408794" y="121662"/>
                  <a:pt x="1405745" y="121246"/>
                  <a:pt x="1401827" y="121246"/>
                </a:cubicBezTo>
                <a:lnTo>
                  <a:pt x="1385145" y="121246"/>
                </a:lnTo>
                <a:cubicBezTo>
                  <a:pt x="1383920" y="121246"/>
                  <a:pt x="1382733" y="121196"/>
                  <a:pt x="1381582" y="121098"/>
                </a:cubicBezTo>
                <a:cubicBezTo>
                  <a:pt x="1380430" y="121001"/>
                  <a:pt x="1379341" y="120879"/>
                  <a:pt x="1378312" y="120732"/>
                </a:cubicBezTo>
                <a:cubicBezTo>
                  <a:pt x="1377038" y="122202"/>
                  <a:pt x="1375960" y="123977"/>
                  <a:pt x="1375078" y="126058"/>
                </a:cubicBezTo>
                <a:cubicBezTo>
                  <a:pt x="1374196" y="128141"/>
                  <a:pt x="1373755" y="130578"/>
                  <a:pt x="1373755" y="133371"/>
                </a:cubicBezTo>
                <a:cubicBezTo>
                  <a:pt x="1373755" y="136751"/>
                  <a:pt x="1374441" y="139678"/>
                  <a:pt x="1375812" y="142153"/>
                </a:cubicBezTo>
                <a:cubicBezTo>
                  <a:pt x="1377184" y="144627"/>
                  <a:pt x="1379328" y="146550"/>
                  <a:pt x="1382243" y="147920"/>
                </a:cubicBezTo>
                <a:cubicBezTo>
                  <a:pt x="1385158" y="149293"/>
                  <a:pt x="1388992" y="149979"/>
                  <a:pt x="1393743" y="149979"/>
                </a:cubicBezTo>
                <a:moveTo>
                  <a:pt x="1392713" y="82890"/>
                </a:moveTo>
                <a:cubicBezTo>
                  <a:pt x="1397613" y="82890"/>
                  <a:pt x="1401091" y="81212"/>
                  <a:pt x="1403148" y="77855"/>
                </a:cubicBezTo>
                <a:cubicBezTo>
                  <a:pt x="1405206" y="74499"/>
                  <a:pt x="1406236" y="69907"/>
                  <a:pt x="1406236" y="64077"/>
                </a:cubicBezTo>
                <a:cubicBezTo>
                  <a:pt x="1406236" y="59766"/>
                  <a:pt x="1405733" y="56251"/>
                  <a:pt x="1404729" y="53533"/>
                </a:cubicBezTo>
                <a:cubicBezTo>
                  <a:pt x="1403724" y="50814"/>
                  <a:pt x="1402193" y="48805"/>
                  <a:pt x="1400136" y="47508"/>
                </a:cubicBezTo>
                <a:cubicBezTo>
                  <a:pt x="1398079" y="46208"/>
                  <a:pt x="1395507" y="45559"/>
                  <a:pt x="1392420" y="45559"/>
                </a:cubicBezTo>
                <a:cubicBezTo>
                  <a:pt x="1389433" y="45559"/>
                  <a:pt x="1386873" y="46208"/>
                  <a:pt x="1384741" y="47508"/>
                </a:cubicBezTo>
                <a:cubicBezTo>
                  <a:pt x="1382611" y="48805"/>
                  <a:pt x="1380970" y="50789"/>
                  <a:pt x="1379819" y="53459"/>
                </a:cubicBezTo>
                <a:cubicBezTo>
                  <a:pt x="1378668" y="56129"/>
                  <a:pt x="1378092" y="59498"/>
                  <a:pt x="1378092" y="63564"/>
                </a:cubicBezTo>
                <a:cubicBezTo>
                  <a:pt x="1378092" y="67532"/>
                  <a:pt x="1378594" y="70961"/>
                  <a:pt x="1379597" y="73850"/>
                </a:cubicBezTo>
                <a:cubicBezTo>
                  <a:pt x="1380602" y="76740"/>
                  <a:pt x="1382169" y="78969"/>
                  <a:pt x="1384299" y="80538"/>
                </a:cubicBezTo>
                <a:cubicBezTo>
                  <a:pt x="1386431" y="82106"/>
                  <a:pt x="1389236" y="82890"/>
                  <a:pt x="1392713" y="828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A28292-6568-4D58-956A-982F5988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511" y="3684928"/>
            <a:ext cx="369305" cy="184689"/>
          </a:xfrm>
          <a:custGeom xmlns:a="http://schemas.openxmlformats.org/drawingml/2006/main">
            <a:pathLst>
              <a:path w="369305" h="184689">
                <a:moveTo>
                  <a:pt x="0" y="0"/>
                </a:moveTo>
                <a:lnTo>
                  <a:pt x="369305" y="0"/>
                </a:lnTo>
                <a:lnTo>
                  <a:pt x="369305" y="184689"/>
                </a:lnTo>
                <a:lnTo>
                  <a:pt x="0" y="1846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Text Loss">
            <a:extLst xmlns:a="http://schemas.openxmlformats.org/drawingml/2006/main">
              <a:ext uri="{FF2B5EF4-FFF2-40B4-BE49-F238E27FC236}">
                <a16:creationId xmlns:a16="http://schemas.microsoft.com/office/drawing/2014/main" id="{C66AFCEE-4C48-49D1-9C07-2E1280C1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1147" y="3720311"/>
            <a:ext cx="323103" cy="110811"/>
          </a:xfrm>
          <a:custGeom xmlns:a="http://schemas.openxmlformats.org/drawingml/2006/main">
            <a:pathLst>
              <a:path w="323103" h="110811">
                <a:moveTo>
                  <a:pt x="0" y="109195"/>
                </a:moveTo>
                <a:lnTo>
                  <a:pt x="0" y="100377"/>
                </a:lnTo>
                <a:lnTo>
                  <a:pt x="11535" y="98906"/>
                </a:lnTo>
                <a:lnTo>
                  <a:pt x="11535" y="11096"/>
                </a:lnTo>
                <a:lnTo>
                  <a:pt x="220" y="9185"/>
                </a:lnTo>
                <a:lnTo>
                  <a:pt x="220" y="0"/>
                </a:lnTo>
                <a:lnTo>
                  <a:pt x="47395" y="0"/>
                </a:lnTo>
                <a:lnTo>
                  <a:pt x="47395" y="9185"/>
                </a:lnTo>
                <a:lnTo>
                  <a:pt x="33288" y="11096"/>
                </a:lnTo>
                <a:lnTo>
                  <a:pt x="33288" y="98760"/>
                </a:lnTo>
                <a:lnTo>
                  <a:pt x="64443" y="97363"/>
                </a:lnTo>
                <a:lnTo>
                  <a:pt x="74806" y="69881"/>
                </a:lnTo>
                <a:lnTo>
                  <a:pt x="85680" y="71498"/>
                </a:lnTo>
                <a:lnTo>
                  <a:pt x="81125" y="109195"/>
                </a:lnTo>
                <a:lnTo>
                  <a:pt x="0" y="109195"/>
                </a:lnTo>
                <a:close/>
                <a:moveTo>
                  <a:pt x="94279" y="68558"/>
                </a:moveTo>
                <a:cubicBezTo>
                  <a:pt x="94279" y="61357"/>
                  <a:pt x="95380" y="55062"/>
                  <a:pt x="97584" y="49674"/>
                </a:cubicBezTo>
                <a:cubicBezTo>
                  <a:pt x="99789" y="44284"/>
                  <a:pt x="102790" y="39802"/>
                  <a:pt x="106585" y="36226"/>
                </a:cubicBezTo>
                <a:cubicBezTo>
                  <a:pt x="110383" y="32649"/>
                  <a:pt x="114706" y="29955"/>
                  <a:pt x="119556" y="28144"/>
                </a:cubicBezTo>
                <a:cubicBezTo>
                  <a:pt x="124406" y="26330"/>
                  <a:pt x="129476" y="25423"/>
                  <a:pt x="134767" y="25423"/>
                </a:cubicBezTo>
                <a:cubicBezTo>
                  <a:pt x="143094" y="25423"/>
                  <a:pt x="150124" y="27163"/>
                  <a:pt x="155856" y="30642"/>
                </a:cubicBezTo>
                <a:cubicBezTo>
                  <a:pt x="161588" y="34121"/>
                  <a:pt x="165960" y="39020"/>
                  <a:pt x="168972" y="45339"/>
                </a:cubicBezTo>
                <a:cubicBezTo>
                  <a:pt x="171985" y="51658"/>
                  <a:pt x="173491" y="59104"/>
                  <a:pt x="173491" y="67677"/>
                </a:cubicBezTo>
                <a:cubicBezTo>
                  <a:pt x="173491" y="74977"/>
                  <a:pt x="172388" y="81334"/>
                  <a:pt x="170183" y="86747"/>
                </a:cubicBezTo>
                <a:cubicBezTo>
                  <a:pt x="167979" y="92159"/>
                  <a:pt x="164967" y="96653"/>
                  <a:pt x="161146" y="100229"/>
                </a:cubicBezTo>
                <a:cubicBezTo>
                  <a:pt x="157326" y="103805"/>
                  <a:pt x="152990" y="106463"/>
                  <a:pt x="148139" y="108203"/>
                </a:cubicBezTo>
                <a:cubicBezTo>
                  <a:pt x="143289" y="109942"/>
                  <a:pt x="138195" y="110811"/>
                  <a:pt x="132856" y="110811"/>
                </a:cubicBezTo>
                <a:cubicBezTo>
                  <a:pt x="126684" y="110811"/>
                  <a:pt x="121196" y="109819"/>
                  <a:pt x="116394" y="107836"/>
                </a:cubicBezTo>
                <a:cubicBezTo>
                  <a:pt x="111594" y="105852"/>
                  <a:pt x="107553" y="103022"/>
                  <a:pt x="104271" y="99348"/>
                </a:cubicBezTo>
                <a:cubicBezTo>
                  <a:pt x="100990" y="95673"/>
                  <a:pt x="98503" y="91228"/>
                  <a:pt x="96813" y="86011"/>
                </a:cubicBezTo>
                <a:cubicBezTo>
                  <a:pt x="95123" y="80794"/>
                  <a:pt x="94279" y="74976"/>
                  <a:pt x="94279" y="68558"/>
                </a:cubicBezTo>
                <a:moveTo>
                  <a:pt x="134180" y="101258"/>
                </a:moveTo>
                <a:cubicBezTo>
                  <a:pt x="137803" y="101258"/>
                  <a:pt x="140828" y="100120"/>
                  <a:pt x="143253" y="97843"/>
                </a:cubicBezTo>
                <a:cubicBezTo>
                  <a:pt x="145678" y="95565"/>
                  <a:pt x="147527" y="92050"/>
                  <a:pt x="148801" y="87299"/>
                </a:cubicBezTo>
                <a:cubicBezTo>
                  <a:pt x="150074" y="82546"/>
                  <a:pt x="150711" y="76520"/>
                  <a:pt x="150711" y="69220"/>
                </a:cubicBezTo>
                <a:cubicBezTo>
                  <a:pt x="150711" y="63879"/>
                  <a:pt x="150418" y="59091"/>
                  <a:pt x="149830" y="54854"/>
                </a:cubicBezTo>
                <a:cubicBezTo>
                  <a:pt x="149242" y="50617"/>
                  <a:pt x="148287" y="47017"/>
                  <a:pt x="146964" y="44054"/>
                </a:cubicBezTo>
                <a:cubicBezTo>
                  <a:pt x="145641" y="41090"/>
                  <a:pt x="143914" y="38836"/>
                  <a:pt x="141784" y="37293"/>
                </a:cubicBezTo>
                <a:cubicBezTo>
                  <a:pt x="139654" y="35749"/>
                  <a:pt x="137045" y="34976"/>
                  <a:pt x="133958" y="34976"/>
                </a:cubicBezTo>
                <a:cubicBezTo>
                  <a:pt x="130332" y="34976"/>
                  <a:pt x="127258" y="36116"/>
                  <a:pt x="124734" y="38394"/>
                </a:cubicBezTo>
                <a:cubicBezTo>
                  <a:pt x="122212" y="40672"/>
                  <a:pt x="120289" y="44175"/>
                  <a:pt x="118966" y="48902"/>
                </a:cubicBezTo>
                <a:cubicBezTo>
                  <a:pt x="117645" y="53630"/>
                  <a:pt x="116984" y="59667"/>
                  <a:pt x="116984" y="67015"/>
                </a:cubicBezTo>
                <a:cubicBezTo>
                  <a:pt x="116984" y="72405"/>
                  <a:pt x="117302" y="77219"/>
                  <a:pt x="117939" y="81457"/>
                </a:cubicBezTo>
                <a:cubicBezTo>
                  <a:pt x="118576" y="85694"/>
                  <a:pt x="119580" y="89282"/>
                  <a:pt x="120951" y="92221"/>
                </a:cubicBezTo>
                <a:cubicBezTo>
                  <a:pt x="122323" y="95160"/>
                  <a:pt x="124099" y="97401"/>
                  <a:pt x="126279" y="98944"/>
                </a:cubicBezTo>
                <a:cubicBezTo>
                  <a:pt x="128459" y="100487"/>
                  <a:pt x="131092" y="101258"/>
                  <a:pt x="134180" y="101258"/>
                </a:cubicBezTo>
                <a:close/>
                <a:moveTo>
                  <a:pt x="214862" y="110811"/>
                </a:moveTo>
                <a:cubicBezTo>
                  <a:pt x="210257" y="110811"/>
                  <a:pt x="205971" y="110419"/>
                  <a:pt x="202003" y="109634"/>
                </a:cubicBezTo>
                <a:cubicBezTo>
                  <a:pt x="198035" y="108851"/>
                  <a:pt x="194544" y="107981"/>
                  <a:pt x="191531" y="107026"/>
                </a:cubicBezTo>
                <a:cubicBezTo>
                  <a:pt x="188518" y="106071"/>
                  <a:pt x="186154" y="105349"/>
                  <a:pt x="184440" y="104860"/>
                </a:cubicBezTo>
                <a:lnTo>
                  <a:pt x="184440" y="85606"/>
                </a:lnTo>
                <a:lnTo>
                  <a:pt x="196713" y="85606"/>
                </a:lnTo>
                <a:lnTo>
                  <a:pt x="200092" y="97069"/>
                </a:lnTo>
                <a:cubicBezTo>
                  <a:pt x="200583" y="97854"/>
                  <a:pt x="201538" y="98626"/>
                  <a:pt x="202958" y="99386"/>
                </a:cubicBezTo>
                <a:cubicBezTo>
                  <a:pt x="204379" y="100144"/>
                  <a:pt x="206056" y="100756"/>
                  <a:pt x="207991" y="101222"/>
                </a:cubicBezTo>
                <a:cubicBezTo>
                  <a:pt x="209927" y="101687"/>
                  <a:pt x="211875" y="101920"/>
                  <a:pt x="213835" y="101920"/>
                </a:cubicBezTo>
                <a:cubicBezTo>
                  <a:pt x="217067" y="101920"/>
                  <a:pt x="219687" y="101479"/>
                  <a:pt x="221695" y="100597"/>
                </a:cubicBezTo>
                <a:cubicBezTo>
                  <a:pt x="223704" y="99715"/>
                  <a:pt x="225198" y="98490"/>
                  <a:pt x="226177" y="96924"/>
                </a:cubicBezTo>
                <a:cubicBezTo>
                  <a:pt x="227158" y="95355"/>
                  <a:pt x="227648" y="93591"/>
                  <a:pt x="227648" y="91631"/>
                </a:cubicBezTo>
                <a:cubicBezTo>
                  <a:pt x="227648" y="88987"/>
                  <a:pt x="226656" y="86770"/>
                  <a:pt x="224673" y="84982"/>
                </a:cubicBezTo>
                <a:cubicBezTo>
                  <a:pt x="222689" y="83194"/>
                  <a:pt x="219994" y="81517"/>
                  <a:pt x="216588" y="79950"/>
                </a:cubicBezTo>
                <a:cubicBezTo>
                  <a:pt x="213184" y="78382"/>
                  <a:pt x="209253" y="76642"/>
                  <a:pt x="204795" y="74732"/>
                </a:cubicBezTo>
                <a:cubicBezTo>
                  <a:pt x="200485" y="72870"/>
                  <a:pt x="196823" y="70752"/>
                  <a:pt x="193809" y="68376"/>
                </a:cubicBezTo>
                <a:cubicBezTo>
                  <a:pt x="190796" y="65999"/>
                  <a:pt x="188519" y="63207"/>
                  <a:pt x="186976" y="59998"/>
                </a:cubicBezTo>
                <a:cubicBezTo>
                  <a:pt x="185433" y="56790"/>
                  <a:pt x="184662" y="53005"/>
                  <a:pt x="184662" y="48645"/>
                </a:cubicBezTo>
                <a:cubicBezTo>
                  <a:pt x="184662" y="44186"/>
                  <a:pt x="185972" y="40243"/>
                  <a:pt x="188593" y="36815"/>
                </a:cubicBezTo>
                <a:cubicBezTo>
                  <a:pt x="191214" y="33386"/>
                  <a:pt x="194912" y="30679"/>
                  <a:pt x="199689" y="28695"/>
                </a:cubicBezTo>
                <a:cubicBezTo>
                  <a:pt x="204465" y="26711"/>
                  <a:pt x="210062" y="25719"/>
                  <a:pt x="216478" y="25719"/>
                </a:cubicBezTo>
                <a:cubicBezTo>
                  <a:pt x="221231" y="25719"/>
                  <a:pt x="225321" y="26038"/>
                  <a:pt x="228749" y="26675"/>
                </a:cubicBezTo>
                <a:cubicBezTo>
                  <a:pt x="232179" y="27312"/>
                  <a:pt x="235057" y="27985"/>
                  <a:pt x="237383" y="28695"/>
                </a:cubicBezTo>
                <a:cubicBezTo>
                  <a:pt x="239711" y="29405"/>
                  <a:pt x="241610" y="29883"/>
                  <a:pt x="243079" y="30128"/>
                </a:cubicBezTo>
                <a:lnTo>
                  <a:pt x="243079" y="49454"/>
                </a:lnTo>
                <a:lnTo>
                  <a:pt x="231544" y="49454"/>
                </a:lnTo>
                <a:lnTo>
                  <a:pt x="228090" y="38284"/>
                </a:lnTo>
                <a:cubicBezTo>
                  <a:pt x="227697" y="37647"/>
                  <a:pt x="226973" y="37035"/>
                  <a:pt x="225919" y="36448"/>
                </a:cubicBezTo>
                <a:cubicBezTo>
                  <a:pt x="224867" y="35858"/>
                  <a:pt x="223581" y="35381"/>
                  <a:pt x="222062" y="35015"/>
                </a:cubicBezTo>
                <a:cubicBezTo>
                  <a:pt x="220545" y="34647"/>
                  <a:pt x="218879" y="34463"/>
                  <a:pt x="217066" y="34463"/>
                </a:cubicBezTo>
                <a:cubicBezTo>
                  <a:pt x="214421" y="34463"/>
                  <a:pt x="212107" y="34855"/>
                  <a:pt x="210123" y="35640"/>
                </a:cubicBezTo>
                <a:cubicBezTo>
                  <a:pt x="208139" y="36424"/>
                  <a:pt x="206620" y="37538"/>
                  <a:pt x="205566" y="38984"/>
                </a:cubicBezTo>
                <a:cubicBezTo>
                  <a:pt x="204514" y="40428"/>
                  <a:pt x="203988" y="42130"/>
                  <a:pt x="203988" y="44090"/>
                </a:cubicBezTo>
                <a:cubicBezTo>
                  <a:pt x="203988" y="47029"/>
                  <a:pt x="204869" y="49417"/>
                  <a:pt x="206632" y="51255"/>
                </a:cubicBezTo>
                <a:cubicBezTo>
                  <a:pt x="208396" y="53091"/>
                  <a:pt x="210723" y="54670"/>
                  <a:pt x="213613" y="55993"/>
                </a:cubicBezTo>
                <a:cubicBezTo>
                  <a:pt x="216504" y="57316"/>
                  <a:pt x="219542" y="58639"/>
                  <a:pt x="222726" y="59960"/>
                </a:cubicBezTo>
                <a:cubicBezTo>
                  <a:pt x="225861" y="61283"/>
                  <a:pt x="228935" y="62717"/>
                  <a:pt x="231947" y="64261"/>
                </a:cubicBezTo>
                <a:cubicBezTo>
                  <a:pt x="234960" y="65804"/>
                  <a:pt x="237678" y="67568"/>
                  <a:pt x="240103" y="69551"/>
                </a:cubicBezTo>
                <a:cubicBezTo>
                  <a:pt x="242528" y="71535"/>
                  <a:pt x="244451" y="73899"/>
                  <a:pt x="245871" y="76642"/>
                </a:cubicBezTo>
                <a:cubicBezTo>
                  <a:pt x="247293" y="79386"/>
                  <a:pt x="248004" y="82643"/>
                  <a:pt x="248004" y="86415"/>
                </a:cubicBezTo>
                <a:cubicBezTo>
                  <a:pt x="248004" y="90970"/>
                  <a:pt x="246803" y="95097"/>
                  <a:pt x="244402" y="98796"/>
                </a:cubicBezTo>
                <a:cubicBezTo>
                  <a:pt x="242001" y="102495"/>
                  <a:pt x="238339" y="105422"/>
                  <a:pt x="233416" y="107578"/>
                </a:cubicBezTo>
                <a:cubicBezTo>
                  <a:pt x="228493" y="109734"/>
                  <a:pt x="222308" y="110811"/>
                  <a:pt x="214862" y="110811"/>
                </a:cubicBezTo>
                <a:close/>
                <a:moveTo>
                  <a:pt x="289961" y="110811"/>
                </a:moveTo>
                <a:cubicBezTo>
                  <a:pt x="285356" y="110811"/>
                  <a:pt x="281070" y="110419"/>
                  <a:pt x="277102" y="109634"/>
                </a:cubicBezTo>
                <a:cubicBezTo>
                  <a:pt x="273134" y="108851"/>
                  <a:pt x="269644" y="107981"/>
                  <a:pt x="266630" y="107026"/>
                </a:cubicBezTo>
                <a:cubicBezTo>
                  <a:pt x="263617" y="106071"/>
                  <a:pt x="261254" y="105349"/>
                  <a:pt x="259539" y="104860"/>
                </a:cubicBezTo>
                <a:lnTo>
                  <a:pt x="259539" y="85606"/>
                </a:lnTo>
                <a:lnTo>
                  <a:pt x="271812" y="85606"/>
                </a:lnTo>
                <a:lnTo>
                  <a:pt x="275192" y="97069"/>
                </a:lnTo>
                <a:cubicBezTo>
                  <a:pt x="275682" y="97854"/>
                  <a:pt x="276637" y="98626"/>
                  <a:pt x="278057" y="99386"/>
                </a:cubicBezTo>
                <a:cubicBezTo>
                  <a:pt x="279478" y="100144"/>
                  <a:pt x="281155" y="100756"/>
                  <a:pt x="283090" y="101222"/>
                </a:cubicBezTo>
                <a:cubicBezTo>
                  <a:pt x="285026" y="101687"/>
                  <a:pt x="286974" y="101920"/>
                  <a:pt x="288934" y="101920"/>
                </a:cubicBezTo>
                <a:cubicBezTo>
                  <a:pt x="292166" y="101920"/>
                  <a:pt x="294786" y="101479"/>
                  <a:pt x="296794" y="100597"/>
                </a:cubicBezTo>
                <a:cubicBezTo>
                  <a:pt x="298803" y="99715"/>
                  <a:pt x="300297" y="98490"/>
                  <a:pt x="301276" y="96924"/>
                </a:cubicBezTo>
                <a:cubicBezTo>
                  <a:pt x="302257" y="95355"/>
                  <a:pt x="302747" y="93591"/>
                  <a:pt x="302747" y="91631"/>
                </a:cubicBezTo>
                <a:cubicBezTo>
                  <a:pt x="302747" y="88987"/>
                  <a:pt x="301756" y="86770"/>
                  <a:pt x="299772" y="84982"/>
                </a:cubicBezTo>
                <a:cubicBezTo>
                  <a:pt x="297788" y="83194"/>
                  <a:pt x="295093" y="81517"/>
                  <a:pt x="291687" y="79950"/>
                </a:cubicBezTo>
                <a:cubicBezTo>
                  <a:pt x="288283" y="78382"/>
                  <a:pt x="284352" y="76642"/>
                  <a:pt x="279894" y="74732"/>
                </a:cubicBezTo>
                <a:cubicBezTo>
                  <a:pt x="275584" y="72870"/>
                  <a:pt x="271922" y="70752"/>
                  <a:pt x="268908" y="68376"/>
                </a:cubicBezTo>
                <a:cubicBezTo>
                  <a:pt x="265896" y="65999"/>
                  <a:pt x="263618" y="63207"/>
                  <a:pt x="262075" y="59998"/>
                </a:cubicBezTo>
                <a:cubicBezTo>
                  <a:pt x="260532" y="56790"/>
                  <a:pt x="259761" y="53005"/>
                  <a:pt x="259761" y="48645"/>
                </a:cubicBezTo>
                <a:cubicBezTo>
                  <a:pt x="259761" y="44186"/>
                  <a:pt x="261071" y="40243"/>
                  <a:pt x="263692" y="36815"/>
                </a:cubicBezTo>
                <a:cubicBezTo>
                  <a:pt x="266313" y="33386"/>
                  <a:pt x="270011" y="30679"/>
                  <a:pt x="274788" y="28695"/>
                </a:cubicBezTo>
                <a:cubicBezTo>
                  <a:pt x="279564" y="26711"/>
                  <a:pt x="285161" y="25719"/>
                  <a:pt x="291578" y="25719"/>
                </a:cubicBezTo>
                <a:cubicBezTo>
                  <a:pt x="296330" y="25719"/>
                  <a:pt x="300421" y="26038"/>
                  <a:pt x="303849" y="26675"/>
                </a:cubicBezTo>
                <a:cubicBezTo>
                  <a:pt x="307278" y="27312"/>
                  <a:pt x="310156" y="27985"/>
                  <a:pt x="312482" y="28695"/>
                </a:cubicBezTo>
                <a:cubicBezTo>
                  <a:pt x="314810" y="29405"/>
                  <a:pt x="316709" y="29883"/>
                  <a:pt x="318178" y="30128"/>
                </a:cubicBezTo>
                <a:lnTo>
                  <a:pt x="318178" y="49454"/>
                </a:lnTo>
                <a:lnTo>
                  <a:pt x="306643" y="49454"/>
                </a:lnTo>
                <a:lnTo>
                  <a:pt x="303189" y="38284"/>
                </a:lnTo>
                <a:cubicBezTo>
                  <a:pt x="302796" y="37647"/>
                  <a:pt x="302073" y="37035"/>
                  <a:pt x="301019" y="36448"/>
                </a:cubicBezTo>
                <a:cubicBezTo>
                  <a:pt x="299966" y="35858"/>
                  <a:pt x="298680" y="35381"/>
                  <a:pt x="297161" y="35015"/>
                </a:cubicBezTo>
                <a:cubicBezTo>
                  <a:pt x="295644" y="34647"/>
                  <a:pt x="293979" y="34463"/>
                  <a:pt x="292165" y="34463"/>
                </a:cubicBezTo>
                <a:cubicBezTo>
                  <a:pt x="289520" y="34463"/>
                  <a:pt x="287206" y="34855"/>
                  <a:pt x="285222" y="35640"/>
                </a:cubicBezTo>
                <a:cubicBezTo>
                  <a:pt x="283238" y="36424"/>
                  <a:pt x="281719" y="37538"/>
                  <a:pt x="280665" y="38984"/>
                </a:cubicBezTo>
                <a:cubicBezTo>
                  <a:pt x="279613" y="40428"/>
                  <a:pt x="279087" y="42130"/>
                  <a:pt x="279087" y="44090"/>
                </a:cubicBezTo>
                <a:cubicBezTo>
                  <a:pt x="279087" y="47029"/>
                  <a:pt x="279968" y="49417"/>
                  <a:pt x="281731" y="51255"/>
                </a:cubicBezTo>
                <a:cubicBezTo>
                  <a:pt x="283495" y="53091"/>
                  <a:pt x="285822" y="54670"/>
                  <a:pt x="288712" y="55993"/>
                </a:cubicBezTo>
                <a:cubicBezTo>
                  <a:pt x="291603" y="57316"/>
                  <a:pt x="294641" y="58639"/>
                  <a:pt x="297825" y="59960"/>
                </a:cubicBezTo>
                <a:cubicBezTo>
                  <a:pt x="300960" y="61283"/>
                  <a:pt x="304034" y="62717"/>
                  <a:pt x="307046" y="64261"/>
                </a:cubicBezTo>
                <a:cubicBezTo>
                  <a:pt x="310059" y="65804"/>
                  <a:pt x="312777" y="67568"/>
                  <a:pt x="315202" y="69551"/>
                </a:cubicBezTo>
                <a:cubicBezTo>
                  <a:pt x="317627" y="71535"/>
                  <a:pt x="319550" y="73899"/>
                  <a:pt x="320970" y="76642"/>
                </a:cubicBezTo>
                <a:cubicBezTo>
                  <a:pt x="322392" y="79386"/>
                  <a:pt x="323103" y="82643"/>
                  <a:pt x="323103" y="86415"/>
                </a:cubicBezTo>
                <a:cubicBezTo>
                  <a:pt x="323103" y="90970"/>
                  <a:pt x="321902" y="95097"/>
                  <a:pt x="319501" y="98796"/>
                </a:cubicBezTo>
                <a:cubicBezTo>
                  <a:pt x="317100" y="102495"/>
                  <a:pt x="313438" y="105422"/>
                  <a:pt x="308515" y="107578"/>
                </a:cubicBezTo>
                <a:cubicBezTo>
                  <a:pt x="303592" y="109734"/>
                  <a:pt x="297407" y="110811"/>
                  <a:pt x="289961" y="1108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CA7DA9-383C-485F-8FB5-B33DBFCC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815" y="3684928"/>
            <a:ext cx="10" cy="184689"/>
          </a:xfrm>
          <a:custGeom xmlns:a="http://schemas.openxmlformats.org/drawingml/2006/main">
            <a:pathLst>
              <a:path w="1" h="184689">
                <a:moveTo>
                  <a:pt x="0" y="0"/>
                </a:moveTo>
                <a:lnTo>
                  <a:pt x="0" y="0"/>
                </a:lnTo>
                <a:lnTo>
                  <a:pt x="0" y="1846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FE3A43-D257-41A1-AE51-152A0D67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4054" y="3399730"/>
            <a:ext cx="1443108" cy="333926"/>
          </a:xfrm>
          <a:custGeom xmlns:a="http://schemas.openxmlformats.org/drawingml/2006/main">
            <a:pathLst>
              <a:path w="1443108" h="333926">
                <a:moveTo>
                  <a:pt x="0" y="0"/>
                </a:moveTo>
                <a:lnTo>
                  <a:pt x="1443108" y="0"/>
                </a:lnTo>
                <a:lnTo>
                  <a:pt x="1443108" y="333926"/>
                </a:lnTo>
                <a:lnTo>
                  <a:pt x="0" y="3339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Text [yes,no]logits">
            <a:extLst xmlns:a="http://schemas.openxmlformats.org/drawingml/2006/main">
              <a:ext uri="{FF2B5EF4-FFF2-40B4-BE49-F238E27FC236}">
                <a16:creationId xmlns:a16="http://schemas.microsoft.com/office/drawing/2014/main" id="{60D82263-F047-440B-8114-B028C62F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907" y="3503556"/>
            <a:ext cx="1262767" cy="150481"/>
          </a:xfrm>
          <a:custGeom xmlns:a="http://schemas.openxmlformats.org/drawingml/2006/main">
            <a:pathLst>
              <a:path w="1262767" h="150481">
                <a:moveTo>
                  <a:pt x="39800" y="149997"/>
                </a:moveTo>
                <a:lnTo>
                  <a:pt x="0" y="149997"/>
                </a:lnTo>
                <a:lnTo>
                  <a:pt x="0" y="0"/>
                </a:lnTo>
                <a:lnTo>
                  <a:pt x="39800" y="0"/>
                </a:lnTo>
                <a:lnTo>
                  <a:pt x="39800" y="11302"/>
                </a:lnTo>
                <a:lnTo>
                  <a:pt x="13401" y="11302"/>
                </a:lnTo>
                <a:lnTo>
                  <a:pt x="13401" y="138695"/>
                </a:lnTo>
                <a:lnTo>
                  <a:pt x="39800" y="138695"/>
                </a:lnTo>
                <a:lnTo>
                  <a:pt x="39800" y="149997"/>
                </a:lnTo>
                <a:close/>
                <a:moveTo>
                  <a:pt x="147927" y="35844"/>
                </a:moveTo>
                <a:lnTo>
                  <a:pt x="120317" y="108219"/>
                </a:lnTo>
                <a:cubicBezTo>
                  <a:pt x="117465" y="115616"/>
                  <a:pt x="114518" y="121987"/>
                  <a:pt x="111477" y="127332"/>
                </a:cubicBezTo>
                <a:cubicBezTo>
                  <a:pt x="108436" y="132679"/>
                  <a:pt x="105113" y="137066"/>
                  <a:pt x="101507" y="140494"/>
                </a:cubicBezTo>
                <a:cubicBezTo>
                  <a:pt x="97901" y="143923"/>
                  <a:pt x="93945" y="146445"/>
                  <a:pt x="89640" y="148059"/>
                </a:cubicBezTo>
                <a:cubicBezTo>
                  <a:pt x="85334" y="149674"/>
                  <a:pt x="80517" y="150481"/>
                  <a:pt x="75189" y="150481"/>
                </a:cubicBezTo>
                <a:cubicBezTo>
                  <a:pt x="73790" y="150481"/>
                  <a:pt x="72525" y="150454"/>
                  <a:pt x="71395" y="150401"/>
                </a:cubicBezTo>
                <a:cubicBezTo>
                  <a:pt x="70264" y="150347"/>
                  <a:pt x="69027" y="150266"/>
                  <a:pt x="67681" y="150158"/>
                </a:cubicBezTo>
                <a:lnTo>
                  <a:pt x="67681" y="137403"/>
                </a:lnTo>
                <a:cubicBezTo>
                  <a:pt x="68865" y="137565"/>
                  <a:pt x="70157" y="137713"/>
                  <a:pt x="71556" y="137847"/>
                </a:cubicBezTo>
                <a:cubicBezTo>
                  <a:pt x="72955" y="137982"/>
                  <a:pt x="74435" y="138049"/>
                  <a:pt x="75996" y="138049"/>
                </a:cubicBezTo>
                <a:cubicBezTo>
                  <a:pt x="78580" y="138049"/>
                  <a:pt x="80988" y="137672"/>
                  <a:pt x="83222" y="136919"/>
                </a:cubicBezTo>
                <a:cubicBezTo>
                  <a:pt x="85455" y="136165"/>
                  <a:pt x="87568" y="134941"/>
                  <a:pt x="89559" y="133245"/>
                </a:cubicBezTo>
                <a:cubicBezTo>
                  <a:pt x="91550" y="131550"/>
                  <a:pt x="93461" y="129357"/>
                  <a:pt x="95291" y="126666"/>
                </a:cubicBezTo>
                <a:cubicBezTo>
                  <a:pt x="97121" y="123975"/>
                  <a:pt x="98897" y="120719"/>
                  <a:pt x="100619" y="116898"/>
                </a:cubicBezTo>
                <a:lnTo>
                  <a:pt x="68246" y="35844"/>
                </a:lnTo>
                <a:lnTo>
                  <a:pt x="84231" y="35844"/>
                </a:lnTo>
                <a:lnTo>
                  <a:pt x="104736" y="89530"/>
                </a:lnTo>
                <a:lnTo>
                  <a:pt x="108854" y="102043"/>
                </a:lnTo>
                <a:lnTo>
                  <a:pt x="113536" y="89126"/>
                </a:lnTo>
                <a:lnTo>
                  <a:pt x="132508" y="35844"/>
                </a:lnTo>
                <a:lnTo>
                  <a:pt x="147927" y="35844"/>
                </a:lnTo>
                <a:close/>
                <a:moveTo>
                  <a:pt x="235063" y="72092"/>
                </a:moveTo>
                <a:cubicBezTo>
                  <a:pt x="235063" y="74084"/>
                  <a:pt x="235037" y="75752"/>
                  <a:pt x="234983" y="77098"/>
                </a:cubicBezTo>
                <a:cubicBezTo>
                  <a:pt x="234929" y="78443"/>
                  <a:pt x="234848" y="79708"/>
                  <a:pt x="234741" y="80892"/>
                </a:cubicBezTo>
                <a:lnTo>
                  <a:pt x="177826" y="80892"/>
                </a:lnTo>
                <a:cubicBezTo>
                  <a:pt x="177826" y="89155"/>
                  <a:pt x="180140" y="95500"/>
                  <a:pt x="184768" y="99927"/>
                </a:cubicBezTo>
                <a:cubicBezTo>
                  <a:pt x="189397" y="104352"/>
                  <a:pt x="196071" y="106564"/>
                  <a:pt x="204790" y="106564"/>
                </a:cubicBezTo>
                <a:cubicBezTo>
                  <a:pt x="207158" y="106564"/>
                  <a:pt x="209526" y="106468"/>
                  <a:pt x="211894" y="106276"/>
                </a:cubicBezTo>
                <a:cubicBezTo>
                  <a:pt x="214262" y="106083"/>
                  <a:pt x="216549" y="105822"/>
                  <a:pt x="218756" y="105492"/>
                </a:cubicBezTo>
                <a:cubicBezTo>
                  <a:pt x="220963" y="105161"/>
                  <a:pt x="223075" y="104789"/>
                  <a:pt x="225093" y="104377"/>
                </a:cubicBezTo>
                <a:cubicBezTo>
                  <a:pt x="227112" y="103963"/>
                  <a:pt x="228982" y="103508"/>
                  <a:pt x="230704" y="103012"/>
                </a:cubicBezTo>
                <a:lnTo>
                  <a:pt x="230704" y="114637"/>
                </a:lnTo>
                <a:cubicBezTo>
                  <a:pt x="226883" y="115737"/>
                  <a:pt x="222564" y="116631"/>
                  <a:pt x="217747" y="117319"/>
                </a:cubicBezTo>
                <a:cubicBezTo>
                  <a:pt x="212930" y="118007"/>
                  <a:pt x="207938" y="118351"/>
                  <a:pt x="202771" y="118351"/>
                </a:cubicBezTo>
                <a:cubicBezTo>
                  <a:pt x="195829" y="118351"/>
                  <a:pt x="189854" y="117409"/>
                  <a:pt x="184849" y="115525"/>
                </a:cubicBezTo>
                <a:cubicBezTo>
                  <a:pt x="179844" y="113641"/>
                  <a:pt x="175740" y="110910"/>
                  <a:pt x="172538" y="107331"/>
                </a:cubicBezTo>
                <a:cubicBezTo>
                  <a:pt x="169336" y="103752"/>
                  <a:pt x="166967" y="99366"/>
                  <a:pt x="165434" y="94172"/>
                </a:cubicBezTo>
                <a:cubicBezTo>
                  <a:pt x="163900" y="88978"/>
                  <a:pt x="163133" y="83098"/>
                  <a:pt x="163133" y="76532"/>
                </a:cubicBezTo>
                <a:cubicBezTo>
                  <a:pt x="163133" y="70827"/>
                  <a:pt x="163953" y="65432"/>
                  <a:pt x="165595" y="60346"/>
                </a:cubicBezTo>
                <a:cubicBezTo>
                  <a:pt x="167237" y="55260"/>
                  <a:pt x="169632" y="50793"/>
                  <a:pt x="172780" y="46945"/>
                </a:cubicBezTo>
                <a:cubicBezTo>
                  <a:pt x="175929" y="43097"/>
                  <a:pt x="179790" y="40042"/>
                  <a:pt x="184365" y="37782"/>
                </a:cubicBezTo>
                <a:cubicBezTo>
                  <a:pt x="188940" y="35521"/>
                  <a:pt x="194133" y="34391"/>
                  <a:pt x="199946" y="34391"/>
                </a:cubicBezTo>
                <a:cubicBezTo>
                  <a:pt x="205597" y="34391"/>
                  <a:pt x="210602" y="35279"/>
                  <a:pt x="214962" y="37055"/>
                </a:cubicBezTo>
                <a:cubicBezTo>
                  <a:pt x="219321" y="38831"/>
                  <a:pt x="222994" y="41347"/>
                  <a:pt x="225981" y="44604"/>
                </a:cubicBezTo>
                <a:cubicBezTo>
                  <a:pt x="228968" y="47860"/>
                  <a:pt x="231229" y="51815"/>
                  <a:pt x="232763" y="56471"/>
                </a:cubicBezTo>
                <a:cubicBezTo>
                  <a:pt x="234297" y="61126"/>
                  <a:pt x="235063" y="66333"/>
                  <a:pt x="235063" y="72092"/>
                </a:cubicBezTo>
                <a:moveTo>
                  <a:pt x="220451" y="70074"/>
                </a:moveTo>
                <a:cubicBezTo>
                  <a:pt x="220613" y="66480"/>
                  <a:pt x="220263" y="63194"/>
                  <a:pt x="219402" y="60217"/>
                </a:cubicBezTo>
                <a:cubicBezTo>
                  <a:pt x="218541" y="57240"/>
                  <a:pt x="217209" y="54679"/>
                  <a:pt x="215406" y="52533"/>
                </a:cubicBezTo>
                <a:cubicBezTo>
                  <a:pt x="213603" y="50387"/>
                  <a:pt x="211356" y="48711"/>
                  <a:pt x="208665" y="47505"/>
                </a:cubicBezTo>
                <a:cubicBezTo>
                  <a:pt x="205974" y="46297"/>
                  <a:pt x="202852" y="45693"/>
                  <a:pt x="199300" y="45693"/>
                </a:cubicBezTo>
                <a:cubicBezTo>
                  <a:pt x="196232" y="45693"/>
                  <a:pt x="193434" y="46284"/>
                  <a:pt x="190904" y="47464"/>
                </a:cubicBezTo>
                <a:cubicBezTo>
                  <a:pt x="188374" y="48643"/>
                  <a:pt x="186195" y="50306"/>
                  <a:pt x="184365" y="52452"/>
                </a:cubicBezTo>
                <a:cubicBezTo>
                  <a:pt x="182535" y="54598"/>
                  <a:pt x="181055" y="57173"/>
                  <a:pt x="179925" y="60177"/>
                </a:cubicBezTo>
                <a:cubicBezTo>
                  <a:pt x="178794" y="63181"/>
                  <a:pt x="178095" y="66480"/>
                  <a:pt x="177826" y="70074"/>
                </a:cubicBezTo>
                <a:lnTo>
                  <a:pt x="220451" y="70074"/>
                </a:lnTo>
                <a:close/>
                <a:moveTo>
                  <a:pt x="321554" y="94777"/>
                </a:moveTo>
                <a:cubicBezTo>
                  <a:pt x="321554" y="97630"/>
                  <a:pt x="321070" y="100186"/>
                  <a:pt x="320101" y="102447"/>
                </a:cubicBezTo>
                <a:cubicBezTo>
                  <a:pt x="319132" y="104707"/>
                  <a:pt x="317814" y="106712"/>
                  <a:pt x="316145" y="108461"/>
                </a:cubicBezTo>
                <a:cubicBezTo>
                  <a:pt x="314477" y="110210"/>
                  <a:pt x="312539" y="111704"/>
                  <a:pt x="310333" y="112942"/>
                </a:cubicBezTo>
                <a:cubicBezTo>
                  <a:pt x="308126" y="114180"/>
                  <a:pt x="305771" y="115202"/>
                  <a:pt x="303269" y="116010"/>
                </a:cubicBezTo>
                <a:cubicBezTo>
                  <a:pt x="300766" y="116817"/>
                  <a:pt x="298196" y="117409"/>
                  <a:pt x="295559" y="117786"/>
                </a:cubicBezTo>
                <a:cubicBezTo>
                  <a:pt x="292922" y="118162"/>
                  <a:pt x="290338" y="118351"/>
                  <a:pt x="287809" y="118351"/>
                </a:cubicBezTo>
                <a:cubicBezTo>
                  <a:pt x="282319" y="118351"/>
                  <a:pt x="277274" y="118096"/>
                  <a:pt x="272672" y="117586"/>
                </a:cubicBezTo>
                <a:cubicBezTo>
                  <a:pt x="268070" y="117077"/>
                  <a:pt x="263563" y="116255"/>
                  <a:pt x="259150" y="115122"/>
                </a:cubicBezTo>
                <a:lnTo>
                  <a:pt x="259150" y="102205"/>
                </a:lnTo>
                <a:cubicBezTo>
                  <a:pt x="263886" y="103577"/>
                  <a:pt x="268595" y="104620"/>
                  <a:pt x="273277" y="105333"/>
                </a:cubicBezTo>
                <a:cubicBezTo>
                  <a:pt x="277960" y="106046"/>
                  <a:pt x="282615" y="106403"/>
                  <a:pt x="287244" y="106403"/>
                </a:cubicBezTo>
                <a:cubicBezTo>
                  <a:pt x="293971" y="106403"/>
                  <a:pt x="298950" y="105495"/>
                  <a:pt x="302179" y="103681"/>
                </a:cubicBezTo>
                <a:cubicBezTo>
                  <a:pt x="305408" y="101864"/>
                  <a:pt x="307023" y="99273"/>
                  <a:pt x="307023" y="95908"/>
                </a:cubicBezTo>
                <a:cubicBezTo>
                  <a:pt x="307023" y="94455"/>
                  <a:pt x="306767" y="93149"/>
                  <a:pt x="306256" y="91992"/>
                </a:cubicBezTo>
                <a:cubicBezTo>
                  <a:pt x="305744" y="90835"/>
                  <a:pt x="304816" y="89732"/>
                  <a:pt x="303471" y="88682"/>
                </a:cubicBezTo>
                <a:cubicBezTo>
                  <a:pt x="302125" y="87633"/>
                  <a:pt x="300039" y="86543"/>
                  <a:pt x="297214" y="85413"/>
                </a:cubicBezTo>
                <a:cubicBezTo>
                  <a:pt x="294388" y="84283"/>
                  <a:pt x="290527" y="82991"/>
                  <a:pt x="285629" y="81538"/>
                </a:cubicBezTo>
                <a:cubicBezTo>
                  <a:pt x="281969" y="80461"/>
                  <a:pt x="278592" y="79237"/>
                  <a:pt x="275497" y="77864"/>
                </a:cubicBezTo>
                <a:cubicBezTo>
                  <a:pt x="272403" y="76492"/>
                  <a:pt x="269725" y="74864"/>
                  <a:pt x="267465" y="72980"/>
                </a:cubicBezTo>
                <a:cubicBezTo>
                  <a:pt x="265204" y="71097"/>
                  <a:pt x="263428" y="68890"/>
                  <a:pt x="262137" y="66360"/>
                </a:cubicBezTo>
                <a:cubicBezTo>
                  <a:pt x="260845" y="63831"/>
                  <a:pt x="260199" y="60844"/>
                  <a:pt x="260199" y="57399"/>
                </a:cubicBezTo>
                <a:cubicBezTo>
                  <a:pt x="260199" y="55139"/>
                  <a:pt x="260724" y="52663"/>
                  <a:pt x="261773" y="49972"/>
                </a:cubicBezTo>
                <a:cubicBezTo>
                  <a:pt x="262823" y="47281"/>
                  <a:pt x="264612" y="44778"/>
                  <a:pt x="267142" y="42464"/>
                </a:cubicBezTo>
                <a:cubicBezTo>
                  <a:pt x="269671" y="40150"/>
                  <a:pt x="273089" y="38226"/>
                  <a:pt x="277395" y="36692"/>
                </a:cubicBezTo>
                <a:cubicBezTo>
                  <a:pt x="281700" y="35158"/>
                  <a:pt x="287082" y="34391"/>
                  <a:pt x="293541" y="34391"/>
                </a:cubicBezTo>
                <a:cubicBezTo>
                  <a:pt x="296716" y="34391"/>
                  <a:pt x="300241" y="34572"/>
                  <a:pt x="304116" y="34934"/>
                </a:cubicBezTo>
                <a:cubicBezTo>
                  <a:pt x="307991" y="35295"/>
                  <a:pt x="312028" y="35922"/>
                  <a:pt x="316226" y="36813"/>
                </a:cubicBezTo>
                <a:lnTo>
                  <a:pt x="316226" y="49407"/>
                </a:lnTo>
                <a:cubicBezTo>
                  <a:pt x="311813" y="48304"/>
                  <a:pt x="307628" y="47490"/>
                  <a:pt x="303672" y="46965"/>
                </a:cubicBezTo>
                <a:cubicBezTo>
                  <a:pt x="299717" y="46440"/>
                  <a:pt x="296286" y="46178"/>
                  <a:pt x="293379" y="46178"/>
                </a:cubicBezTo>
                <a:cubicBezTo>
                  <a:pt x="289881" y="46178"/>
                  <a:pt x="286934" y="46445"/>
                  <a:pt x="284539" y="46980"/>
                </a:cubicBezTo>
                <a:cubicBezTo>
                  <a:pt x="282144" y="47513"/>
                  <a:pt x="280207" y="48247"/>
                  <a:pt x="278727" y="49182"/>
                </a:cubicBezTo>
                <a:cubicBezTo>
                  <a:pt x="277247" y="50116"/>
                  <a:pt x="276184" y="51211"/>
                  <a:pt x="275538" y="52467"/>
                </a:cubicBezTo>
                <a:cubicBezTo>
                  <a:pt x="274892" y="53722"/>
                  <a:pt x="274569" y="55070"/>
                  <a:pt x="274569" y="56511"/>
                </a:cubicBezTo>
                <a:cubicBezTo>
                  <a:pt x="274569" y="57964"/>
                  <a:pt x="274852" y="59283"/>
                  <a:pt x="275417" y="60467"/>
                </a:cubicBezTo>
                <a:cubicBezTo>
                  <a:pt x="275982" y="61651"/>
                  <a:pt x="277031" y="62795"/>
                  <a:pt x="278565" y="63898"/>
                </a:cubicBezTo>
                <a:cubicBezTo>
                  <a:pt x="280099" y="65001"/>
                  <a:pt x="282238" y="66105"/>
                  <a:pt x="284983" y="67208"/>
                </a:cubicBezTo>
                <a:cubicBezTo>
                  <a:pt x="287728" y="68311"/>
                  <a:pt x="291307" y="69509"/>
                  <a:pt x="295720" y="70801"/>
                </a:cubicBezTo>
                <a:cubicBezTo>
                  <a:pt x="300510" y="72200"/>
                  <a:pt x="304547" y="73666"/>
                  <a:pt x="307830" y="75200"/>
                </a:cubicBezTo>
                <a:cubicBezTo>
                  <a:pt x="311113" y="76734"/>
                  <a:pt x="313777" y="78443"/>
                  <a:pt x="315822" y="80327"/>
                </a:cubicBezTo>
                <a:cubicBezTo>
                  <a:pt x="317867" y="82210"/>
                  <a:pt x="319334" y="84336"/>
                  <a:pt x="320222" y="86704"/>
                </a:cubicBezTo>
                <a:cubicBezTo>
                  <a:pt x="321110" y="89073"/>
                  <a:pt x="321554" y="91764"/>
                  <a:pt x="321554" y="94777"/>
                </a:cubicBezTo>
                <a:close/>
                <a:moveTo>
                  <a:pt x="354440" y="133367"/>
                </a:moveTo>
                <a:cubicBezTo>
                  <a:pt x="357185" y="133474"/>
                  <a:pt x="359849" y="133232"/>
                  <a:pt x="362432" y="132640"/>
                </a:cubicBezTo>
                <a:cubicBezTo>
                  <a:pt x="365015" y="132048"/>
                  <a:pt x="367289" y="131173"/>
                  <a:pt x="369254" y="130016"/>
                </a:cubicBezTo>
                <a:cubicBezTo>
                  <a:pt x="371218" y="128859"/>
                  <a:pt x="372793" y="127419"/>
                  <a:pt x="373977" y="125697"/>
                </a:cubicBezTo>
                <a:cubicBezTo>
                  <a:pt x="375161" y="123975"/>
                  <a:pt x="375753" y="122010"/>
                  <a:pt x="375753" y="119804"/>
                </a:cubicBezTo>
                <a:cubicBezTo>
                  <a:pt x="375753" y="117543"/>
                  <a:pt x="375362" y="115712"/>
                  <a:pt x="374582" y="114309"/>
                </a:cubicBezTo>
                <a:cubicBezTo>
                  <a:pt x="373802" y="112905"/>
                  <a:pt x="372927" y="111609"/>
                  <a:pt x="371958" y="110421"/>
                </a:cubicBezTo>
                <a:cubicBezTo>
                  <a:pt x="370990" y="109232"/>
                  <a:pt x="370115" y="107963"/>
                  <a:pt x="369335" y="106615"/>
                </a:cubicBezTo>
                <a:cubicBezTo>
                  <a:pt x="368554" y="105264"/>
                  <a:pt x="368164" y="103455"/>
                  <a:pt x="368164" y="101188"/>
                </a:cubicBezTo>
                <a:cubicBezTo>
                  <a:pt x="368164" y="100054"/>
                  <a:pt x="368379" y="98867"/>
                  <a:pt x="368810" y="97626"/>
                </a:cubicBezTo>
                <a:cubicBezTo>
                  <a:pt x="369240" y="96383"/>
                  <a:pt x="369900" y="95248"/>
                  <a:pt x="370788" y="94222"/>
                </a:cubicBezTo>
                <a:cubicBezTo>
                  <a:pt x="371676" y="93196"/>
                  <a:pt x="372806" y="92360"/>
                  <a:pt x="374178" y="91712"/>
                </a:cubicBezTo>
                <a:cubicBezTo>
                  <a:pt x="375551" y="91065"/>
                  <a:pt x="377179" y="90741"/>
                  <a:pt x="379063" y="90741"/>
                </a:cubicBezTo>
                <a:cubicBezTo>
                  <a:pt x="380946" y="90741"/>
                  <a:pt x="382763" y="91133"/>
                  <a:pt x="384512" y="91917"/>
                </a:cubicBezTo>
                <a:cubicBezTo>
                  <a:pt x="386261" y="92699"/>
                  <a:pt x="387795" y="93900"/>
                  <a:pt x="389113" y="95519"/>
                </a:cubicBezTo>
                <a:cubicBezTo>
                  <a:pt x="390432" y="97139"/>
                  <a:pt x="391482" y="99163"/>
                  <a:pt x="392262" y="101592"/>
                </a:cubicBezTo>
                <a:cubicBezTo>
                  <a:pt x="393042" y="104020"/>
                  <a:pt x="393433" y="106881"/>
                  <a:pt x="393433" y="110174"/>
                </a:cubicBezTo>
                <a:cubicBezTo>
                  <a:pt x="393433" y="114655"/>
                  <a:pt x="392612" y="118960"/>
                  <a:pt x="390970" y="123089"/>
                </a:cubicBezTo>
                <a:cubicBezTo>
                  <a:pt x="389329" y="127219"/>
                  <a:pt x="386880" y="130877"/>
                  <a:pt x="383624" y="134060"/>
                </a:cubicBezTo>
                <a:cubicBezTo>
                  <a:pt x="380368" y="137246"/>
                  <a:pt x="376304" y="139783"/>
                  <a:pt x="371434" y="141672"/>
                </a:cubicBezTo>
                <a:cubicBezTo>
                  <a:pt x="366563" y="143562"/>
                  <a:pt x="360898" y="144507"/>
                  <a:pt x="354440" y="144507"/>
                </a:cubicBezTo>
                <a:lnTo>
                  <a:pt x="354440" y="133367"/>
                </a:lnTo>
                <a:close/>
                <a:moveTo>
                  <a:pt x="529681" y="35844"/>
                </a:moveTo>
                <a:lnTo>
                  <a:pt x="542194" y="35844"/>
                </a:lnTo>
                <a:lnTo>
                  <a:pt x="542760" y="48923"/>
                </a:lnTo>
                <a:cubicBezTo>
                  <a:pt x="545128" y="46124"/>
                  <a:pt x="547415" y="43796"/>
                  <a:pt x="549622" y="41939"/>
                </a:cubicBezTo>
                <a:cubicBezTo>
                  <a:pt x="551828" y="40083"/>
                  <a:pt x="553995" y="38589"/>
                  <a:pt x="556120" y="37459"/>
                </a:cubicBezTo>
                <a:cubicBezTo>
                  <a:pt x="558246" y="36329"/>
                  <a:pt x="560413" y="35535"/>
                  <a:pt x="562619" y="35077"/>
                </a:cubicBezTo>
                <a:cubicBezTo>
                  <a:pt x="564826" y="34620"/>
                  <a:pt x="567113" y="34391"/>
                  <a:pt x="569481" y="34391"/>
                </a:cubicBezTo>
                <a:cubicBezTo>
                  <a:pt x="577823" y="34391"/>
                  <a:pt x="584134" y="36853"/>
                  <a:pt x="588413" y="41778"/>
                </a:cubicBezTo>
                <a:cubicBezTo>
                  <a:pt x="592691" y="46703"/>
                  <a:pt x="594831" y="54116"/>
                  <a:pt x="594831" y="64019"/>
                </a:cubicBezTo>
                <a:lnTo>
                  <a:pt x="594831" y="116898"/>
                </a:lnTo>
                <a:lnTo>
                  <a:pt x="580784" y="116898"/>
                </a:lnTo>
                <a:lnTo>
                  <a:pt x="580784" y="65149"/>
                </a:lnTo>
                <a:cubicBezTo>
                  <a:pt x="580784" y="58799"/>
                  <a:pt x="579600" y="54103"/>
                  <a:pt x="577231" y="51062"/>
                </a:cubicBezTo>
                <a:cubicBezTo>
                  <a:pt x="574863" y="48021"/>
                  <a:pt x="571338" y="46501"/>
                  <a:pt x="566656" y="46501"/>
                </a:cubicBezTo>
                <a:cubicBezTo>
                  <a:pt x="564934" y="46501"/>
                  <a:pt x="563252" y="46756"/>
                  <a:pt x="561610" y="47268"/>
                </a:cubicBezTo>
                <a:cubicBezTo>
                  <a:pt x="559969" y="47779"/>
                  <a:pt x="558260" y="48667"/>
                  <a:pt x="556484" y="49932"/>
                </a:cubicBezTo>
                <a:cubicBezTo>
                  <a:pt x="554708" y="51197"/>
                  <a:pt x="552784" y="52905"/>
                  <a:pt x="550711" y="55058"/>
                </a:cubicBezTo>
                <a:cubicBezTo>
                  <a:pt x="548639" y="57211"/>
                  <a:pt x="546312" y="59902"/>
                  <a:pt x="543728" y="63131"/>
                </a:cubicBezTo>
                <a:lnTo>
                  <a:pt x="543728" y="116898"/>
                </a:lnTo>
                <a:lnTo>
                  <a:pt x="529681" y="116898"/>
                </a:lnTo>
                <a:lnTo>
                  <a:pt x="529681" y="35844"/>
                </a:lnTo>
                <a:close/>
                <a:moveTo>
                  <a:pt x="691009" y="75725"/>
                </a:moveTo>
                <a:cubicBezTo>
                  <a:pt x="691009" y="82022"/>
                  <a:pt x="690121" y="87794"/>
                  <a:pt x="688345" y="93042"/>
                </a:cubicBezTo>
                <a:cubicBezTo>
                  <a:pt x="686569" y="98289"/>
                  <a:pt x="684012" y="102783"/>
                  <a:pt x="680675" y="106524"/>
                </a:cubicBezTo>
                <a:cubicBezTo>
                  <a:pt x="677339" y="110264"/>
                  <a:pt x="673275" y="113171"/>
                  <a:pt x="668485" y="115243"/>
                </a:cubicBezTo>
                <a:cubicBezTo>
                  <a:pt x="663695" y="117315"/>
                  <a:pt x="658259" y="118351"/>
                  <a:pt x="652178" y="118351"/>
                </a:cubicBezTo>
                <a:cubicBezTo>
                  <a:pt x="646365" y="118351"/>
                  <a:pt x="641158" y="117449"/>
                  <a:pt x="636556" y="115646"/>
                </a:cubicBezTo>
                <a:cubicBezTo>
                  <a:pt x="631955" y="113843"/>
                  <a:pt x="628053" y="111193"/>
                  <a:pt x="624850" y="107694"/>
                </a:cubicBezTo>
                <a:cubicBezTo>
                  <a:pt x="621648" y="104196"/>
                  <a:pt x="619199" y="99863"/>
                  <a:pt x="617504" y="94697"/>
                </a:cubicBezTo>
                <a:cubicBezTo>
                  <a:pt x="615809" y="89530"/>
                  <a:pt x="614961" y="83583"/>
                  <a:pt x="614961" y="76855"/>
                </a:cubicBezTo>
                <a:cubicBezTo>
                  <a:pt x="614961" y="70558"/>
                  <a:pt x="615849" y="64813"/>
                  <a:pt x="617625" y="59619"/>
                </a:cubicBezTo>
                <a:cubicBezTo>
                  <a:pt x="619401" y="54426"/>
                  <a:pt x="621958" y="49959"/>
                  <a:pt x="625294" y="46218"/>
                </a:cubicBezTo>
                <a:cubicBezTo>
                  <a:pt x="628631" y="42478"/>
                  <a:pt x="632695" y="39571"/>
                  <a:pt x="637485" y="37499"/>
                </a:cubicBezTo>
                <a:cubicBezTo>
                  <a:pt x="642275" y="35427"/>
                  <a:pt x="647711" y="34391"/>
                  <a:pt x="653792" y="34391"/>
                </a:cubicBezTo>
                <a:cubicBezTo>
                  <a:pt x="659605" y="34391"/>
                  <a:pt x="664812" y="35293"/>
                  <a:pt x="669414" y="37096"/>
                </a:cubicBezTo>
                <a:cubicBezTo>
                  <a:pt x="674015" y="38899"/>
                  <a:pt x="677917" y="41536"/>
                  <a:pt x="681119" y="45007"/>
                </a:cubicBezTo>
                <a:cubicBezTo>
                  <a:pt x="684322" y="48479"/>
                  <a:pt x="686771" y="52798"/>
                  <a:pt x="688466" y="57964"/>
                </a:cubicBezTo>
                <a:cubicBezTo>
                  <a:pt x="690161" y="63131"/>
                  <a:pt x="691009" y="69051"/>
                  <a:pt x="691009" y="75725"/>
                </a:cubicBezTo>
                <a:moveTo>
                  <a:pt x="676639" y="76331"/>
                </a:moveTo>
                <a:cubicBezTo>
                  <a:pt x="676639" y="71332"/>
                  <a:pt x="676087" y="66965"/>
                  <a:pt x="674984" y="63230"/>
                </a:cubicBezTo>
                <a:cubicBezTo>
                  <a:pt x="673881" y="59494"/>
                  <a:pt x="672306" y="56377"/>
                  <a:pt x="670261" y="53877"/>
                </a:cubicBezTo>
                <a:cubicBezTo>
                  <a:pt x="668216" y="51378"/>
                  <a:pt x="665727" y="49497"/>
                  <a:pt x="662794" y="48234"/>
                </a:cubicBezTo>
                <a:cubicBezTo>
                  <a:pt x="659860" y="46971"/>
                  <a:pt x="656591" y="46339"/>
                  <a:pt x="652985" y="46339"/>
                </a:cubicBezTo>
                <a:cubicBezTo>
                  <a:pt x="648787" y="46339"/>
                  <a:pt x="645194" y="47159"/>
                  <a:pt x="642207" y="48799"/>
                </a:cubicBezTo>
                <a:cubicBezTo>
                  <a:pt x="639220" y="50437"/>
                  <a:pt x="636772" y="52627"/>
                  <a:pt x="634861" y="55368"/>
                </a:cubicBezTo>
                <a:cubicBezTo>
                  <a:pt x="632950" y="58110"/>
                  <a:pt x="631551" y="61295"/>
                  <a:pt x="630663" y="64922"/>
                </a:cubicBezTo>
                <a:cubicBezTo>
                  <a:pt x="629775" y="68550"/>
                  <a:pt x="629331" y="72353"/>
                  <a:pt x="629331" y="76331"/>
                </a:cubicBezTo>
                <a:cubicBezTo>
                  <a:pt x="629331" y="81329"/>
                  <a:pt x="629883" y="85710"/>
                  <a:pt x="630986" y="89472"/>
                </a:cubicBezTo>
                <a:cubicBezTo>
                  <a:pt x="632089" y="93234"/>
                  <a:pt x="633663" y="96365"/>
                  <a:pt x="635709" y="98864"/>
                </a:cubicBezTo>
                <a:cubicBezTo>
                  <a:pt x="637754" y="101364"/>
                  <a:pt x="640230" y="103245"/>
                  <a:pt x="643136" y="104508"/>
                </a:cubicBezTo>
                <a:cubicBezTo>
                  <a:pt x="646042" y="105771"/>
                  <a:pt x="649325" y="106403"/>
                  <a:pt x="652985" y="106403"/>
                </a:cubicBezTo>
                <a:cubicBezTo>
                  <a:pt x="657183" y="106403"/>
                  <a:pt x="660775" y="105584"/>
                  <a:pt x="663762" y="103945"/>
                </a:cubicBezTo>
                <a:cubicBezTo>
                  <a:pt x="666749" y="102306"/>
                  <a:pt x="669198" y="100115"/>
                  <a:pt x="671109" y="97373"/>
                </a:cubicBezTo>
                <a:cubicBezTo>
                  <a:pt x="673020" y="94632"/>
                  <a:pt x="674419" y="91447"/>
                  <a:pt x="675307" y="87820"/>
                </a:cubicBezTo>
                <a:cubicBezTo>
                  <a:pt x="676195" y="84192"/>
                  <a:pt x="676639" y="80362"/>
                  <a:pt x="676639" y="76331"/>
                </a:cubicBezTo>
                <a:close/>
                <a:moveTo>
                  <a:pt x="761353" y="149997"/>
                </a:moveTo>
                <a:lnTo>
                  <a:pt x="721553" y="149997"/>
                </a:lnTo>
                <a:lnTo>
                  <a:pt x="721553" y="138695"/>
                </a:lnTo>
                <a:lnTo>
                  <a:pt x="747791" y="138695"/>
                </a:lnTo>
                <a:lnTo>
                  <a:pt x="747791" y="11302"/>
                </a:lnTo>
                <a:lnTo>
                  <a:pt x="721553" y="11302"/>
                </a:lnTo>
                <a:lnTo>
                  <a:pt x="721553" y="0"/>
                </a:lnTo>
                <a:lnTo>
                  <a:pt x="761353" y="0"/>
                </a:lnTo>
                <a:lnTo>
                  <a:pt x="761353" y="149997"/>
                </a:lnTo>
                <a:close/>
                <a:moveTo>
                  <a:pt x="893572" y="116898"/>
                </a:moveTo>
                <a:lnTo>
                  <a:pt x="893572" y="6620"/>
                </a:lnTo>
                <a:lnTo>
                  <a:pt x="905972" y="6620"/>
                </a:lnTo>
                <a:lnTo>
                  <a:pt x="905972" y="116898"/>
                </a:lnTo>
                <a:lnTo>
                  <a:pt x="893572" y="116898"/>
                </a:lnTo>
                <a:close/>
                <a:moveTo>
                  <a:pt x="965658" y="118835"/>
                </a:moveTo>
                <a:cubicBezTo>
                  <a:pt x="954085" y="118835"/>
                  <a:pt x="944606" y="114896"/>
                  <a:pt x="937221" y="107018"/>
                </a:cubicBezTo>
                <a:cubicBezTo>
                  <a:pt x="929836" y="99139"/>
                  <a:pt x="926143" y="89083"/>
                  <a:pt x="926143" y="76853"/>
                </a:cubicBezTo>
                <a:cubicBezTo>
                  <a:pt x="926143" y="64513"/>
                  <a:pt x="929836" y="54459"/>
                  <a:pt x="937221" y="46690"/>
                </a:cubicBezTo>
                <a:cubicBezTo>
                  <a:pt x="944606" y="38921"/>
                  <a:pt x="954085" y="35037"/>
                  <a:pt x="965658" y="35037"/>
                </a:cubicBezTo>
                <a:cubicBezTo>
                  <a:pt x="977233" y="35037"/>
                  <a:pt x="986712" y="38921"/>
                  <a:pt x="994096" y="46690"/>
                </a:cubicBezTo>
                <a:cubicBezTo>
                  <a:pt x="1001481" y="54459"/>
                  <a:pt x="1005173" y="64513"/>
                  <a:pt x="1005173" y="76853"/>
                </a:cubicBezTo>
                <a:cubicBezTo>
                  <a:pt x="1005173" y="89083"/>
                  <a:pt x="1001481" y="99139"/>
                  <a:pt x="994096" y="107018"/>
                </a:cubicBezTo>
                <a:cubicBezTo>
                  <a:pt x="986712" y="114896"/>
                  <a:pt x="977233" y="118835"/>
                  <a:pt x="965658" y="118835"/>
                </a:cubicBezTo>
                <a:moveTo>
                  <a:pt x="965658" y="107757"/>
                </a:moveTo>
                <a:cubicBezTo>
                  <a:pt x="973375" y="107757"/>
                  <a:pt x="979713" y="104865"/>
                  <a:pt x="984673" y="99081"/>
                </a:cubicBezTo>
                <a:cubicBezTo>
                  <a:pt x="989633" y="93297"/>
                  <a:pt x="992113" y="85888"/>
                  <a:pt x="992113" y="76853"/>
                </a:cubicBezTo>
                <a:cubicBezTo>
                  <a:pt x="992113" y="67929"/>
                  <a:pt x="989633" y="60575"/>
                  <a:pt x="984673" y="54791"/>
                </a:cubicBezTo>
                <a:cubicBezTo>
                  <a:pt x="979713" y="49007"/>
                  <a:pt x="973375" y="46115"/>
                  <a:pt x="965658" y="46115"/>
                </a:cubicBezTo>
                <a:cubicBezTo>
                  <a:pt x="957944" y="46115"/>
                  <a:pt x="951579" y="48980"/>
                  <a:pt x="946563" y="54710"/>
                </a:cubicBezTo>
                <a:cubicBezTo>
                  <a:pt x="941548" y="60438"/>
                  <a:pt x="939040" y="67819"/>
                  <a:pt x="939040" y="76853"/>
                </a:cubicBezTo>
                <a:cubicBezTo>
                  <a:pt x="939040" y="85997"/>
                  <a:pt x="941520" y="93434"/>
                  <a:pt x="946480" y="99165"/>
                </a:cubicBezTo>
                <a:cubicBezTo>
                  <a:pt x="951440" y="104893"/>
                  <a:pt x="957833" y="107757"/>
                  <a:pt x="965658" y="107757"/>
                </a:cubicBezTo>
                <a:close/>
                <a:moveTo>
                  <a:pt x="1057420" y="149351"/>
                </a:moveTo>
                <a:cubicBezTo>
                  <a:pt x="1050586" y="149351"/>
                  <a:pt x="1044690" y="148525"/>
                  <a:pt x="1039730" y="146871"/>
                </a:cubicBezTo>
                <a:cubicBezTo>
                  <a:pt x="1034770" y="145220"/>
                  <a:pt x="1029920" y="142080"/>
                  <a:pt x="1025181" y="137454"/>
                </a:cubicBezTo>
                <a:lnTo>
                  <a:pt x="1031462" y="128200"/>
                </a:lnTo>
                <a:cubicBezTo>
                  <a:pt x="1034769" y="132164"/>
                  <a:pt x="1038489" y="134972"/>
                  <a:pt x="1042621" y="136624"/>
                </a:cubicBezTo>
                <a:cubicBezTo>
                  <a:pt x="1046755" y="138275"/>
                  <a:pt x="1051688" y="139101"/>
                  <a:pt x="1057420" y="139101"/>
                </a:cubicBezTo>
                <a:cubicBezTo>
                  <a:pt x="1065577" y="139101"/>
                  <a:pt x="1071887" y="136975"/>
                  <a:pt x="1076351" y="132723"/>
                </a:cubicBezTo>
                <a:cubicBezTo>
                  <a:pt x="1080815" y="128471"/>
                  <a:pt x="1083047" y="122590"/>
                  <a:pt x="1083047" y="115079"/>
                </a:cubicBezTo>
                <a:lnTo>
                  <a:pt x="1083047" y="103648"/>
                </a:lnTo>
                <a:cubicBezTo>
                  <a:pt x="1080181" y="107726"/>
                  <a:pt x="1076406" y="111116"/>
                  <a:pt x="1071722" y="113817"/>
                </a:cubicBezTo>
                <a:cubicBezTo>
                  <a:pt x="1067038" y="116517"/>
                  <a:pt x="1061884" y="117866"/>
                  <a:pt x="1056262" y="117866"/>
                </a:cubicBezTo>
                <a:cubicBezTo>
                  <a:pt x="1045461" y="117866"/>
                  <a:pt x="1036836" y="114064"/>
                  <a:pt x="1030388" y="106458"/>
                </a:cubicBezTo>
                <a:cubicBezTo>
                  <a:pt x="1023939" y="98853"/>
                  <a:pt x="1020715" y="88878"/>
                  <a:pt x="1020715" y="76535"/>
                </a:cubicBezTo>
                <a:cubicBezTo>
                  <a:pt x="1020715" y="63749"/>
                  <a:pt x="1023994" y="53637"/>
                  <a:pt x="1030552" y="46198"/>
                </a:cubicBezTo>
                <a:cubicBezTo>
                  <a:pt x="1037111" y="38757"/>
                  <a:pt x="1045681" y="35037"/>
                  <a:pt x="1056262" y="35037"/>
                </a:cubicBezTo>
                <a:cubicBezTo>
                  <a:pt x="1067285" y="35037"/>
                  <a:pt x="1076213" y="39721"/>
                  <a:pt x="1083047" y="49089"/>
                </a:cubicBezTo>
                <a:lnTo>
                  <a:pt x="1083047" y="36975"/>
                </a:lnTo>
                <a:lnTo>
                  <a:pt x="1095446" y="36975"/>
                </a:lnTo>
                <a:lnTo>
                  <a:pt x="1095446" y="114597"/>
                </a:lnTo>
                <a:cubicBezTo>
                  <a:pt x="1095446" y="125850"/>
                  <a:pt x="1092140" y="134456"/>
                  <a:pt x="1085527" y="140413"/>
                </a:cubicBezTo>
                <a:cubicBezTo>
                  <a:pt x="1078913" y="146372"/>
                  <a:pt x="1069545" y="149351"/>
                  <a:pt x="1057420" y="149351"/>
                </a:cubicBezTo>
                <a:moveTo>
                  <a:pt x="1059239" y="106955"/>
                </a:moveTo>
                <a:cubicBezTo>
                  <a:pt x="1063758" y="106955"/>
                  <a:pt x="1068249" y="105742"/>
                  <a:pt x="1072713" y="103317"/>
                </a:cubicBezTo>
                <a:cubicBezTo>
                  <a:pt x="1077177" y="100892"/>
                  <a:pt x="1080621" y="97750"/>
                  <a:pt x="1083047" y="93892"/>
                </a:cubicBezTo>
                <a:lnTo>
                  <a:pt x="1083047" y="59009"/>
                </a:lnTo>
                <a:cubicBezTo>
                  <a:pt x="1080621" y="55152"/>
                  <a:pt x="1077149" y="52039"/>
                  <a:pt x="1072630" y="49669"/>
                </a:cubicBezTo>
                <a:cubicBezTo>
                  <a:pt x="1068112" y="47300"/>
                  <a:pt x="1063649" y="46115"/>
                  <a:pt x="1059239" y="46115"/>
                </a:cubicBezTo>
                <a:cubicBezTo>
                  <a:pt x="1051413" y="46115"/>
                  <a:pt x="1045185" y="48925"/>
                  <a:pt x="1040555" y="54546"/>
                </a:cubicBezTo>
                <a:cubicBezTo>
                  <a:pt x="1035926" y="60167"/>
                  <a:pt x="1033612" y="67496"/>
                  <a:pt x="1033612" y="76535"/>
                </a:cubicBezTo>
                <a:cubicBezTo>
                  <a:pt x="1033612" y="85683"/>
                  <a:pt x="1035982" y="93040"/>
                  <a:pt x="1040721" y="98607"/>
                </a:cubicBezTo>
                <a:cubicBezTo>
                  <a:pt x="1045461" y="104172"/>
                  <a:pt x="1051633" y="106955"/>
                  <a:pt x="1059239" y="106955"/>
                </a:cubicBezTo>
                <a:close/>
                <a:moveTo>
                  <a:pt x="1126365" y="25579"/>
                </a:moveTo>
                <a:cubicBezTo>
                  <a:pt x="1124161" y="25579"/>
                  <a:pt x="1122231" y="24780"/>
                  <a:pt x="1120578" y="23182"/>
                </a:cubicBezTo>
                <a:cubicBezTo>
                  <a:pt x="1118925" y="21583"/>
                  <a:pt x="1118098" y="19626"/>
                  <a:pt x="1118098" y="17312"/>
                </a:cubicBezTo>
                <a:cubicBezTo>
                  <a:pt x="1118098" y="14997"/>
                  <a:pt x="1118925" y="13014"/>
                  <a:pt x="1120578" y="11360"/>
                </a:cubicBezTo>
                <a:cubicBezTo>
                  <a:pt x="1122231" y="9707"/>
                  <a:pt x="1124161" y="8880"/>
                  <a:pt x="1126365" y="8880"/>
                </a:cubicBezTo>
                <a:cubicBezTo>
                  <a:pt x="1128680" y="8880"/>
                  <a:pt x="1130664" y="9707"/>
                  <a:pt x="1132317" y="11360"/>
                </a:cubicBezTo>
                <a:cubicBezTo>
                  <a:pt x="1133970" y="13014"/>
                  <a:pt x="1134797" y="14997"/>
                  <a:pt x="1134797" y="17312"/>
                </a:cubicBezTo>
                <a:cubicBezTo>
                  <a:pt x="1134797" y="19626"/>
                  <a:pt x="1133970" y="21583"/>
                  <a:pt x="1132317" y="23182"/>
                </a:cubicBezTo>
                <a:cubicBezTo>
                  <a:pt x="1130664" y="24780"/>
                  <a:pt x="1128680" y="25579"/>
                  <a:pt x="1126365" y="25579"/>
                </a:cubicBezTo>
                <a:moveTo>
                  <a:pt x="1120248" y="116898"/>
                </a:moveTo>
                <a:lnTo>
                  <a:pt x="1120248" y="36975"/>
                </a:lnTo>
                <a:lnTo>
                  <a:pt x="1132647" y="36975"/>
                </a:lnTo>
                <a:lnTo>
                  <a:pt x="1132647" y="116898"/>
                </a:lnTo>
                <a:lnTo>
                  <a:pt x="1120248" y="116898"/>
                </a:lnTo>
                <a:close/>
                <a:moveTo>
                  <a:pt x="1177621" y="118835"/>
                </a:moveTo>
                <a:cubicBezTo>
                  <a:pt x="1165825" y="118835"/>
                  <a:pt x="1159928" y="112605"/>
                  <a:pt x="1159928" y="100146"/>
                </a:cubicBezTo>
                <a:lnTo>
                  <a:pt x="1159928" y="47886"/>
                </a:lnTo>
                <a:lnTo>
                  <a:pt x="1146701" y="47886"/>
                </a:lnTo>
                <a:lnTo>
                  <a:pt x="1146701" y="36975"/>
                </a:lnTo>
                <a:lnTo>
                  <a:pt x="1159928" y="36975"/>
                </a:lnTo>
                <a:lnTo>
                  <a:pt x="1159928" y="15177"/>
                </a:lnTo>
                <a:lnTo>
                  <a:pt x="1172328" y="15177"/>
                </a:lnTo>
                <a:lnTo>
                  <a:pt x="1172328" y="36975"/>
                </a:lnTo>
                <a:lnTo>
                  <a:pt x="1188532" y="36975"/>
                </a:lnTo>
                <a:lnTo>
                  <a:pt x="1188532" y="47886"/>
                </a:lnTo>
                <a:lnTo>
                  <a:pt x="1172328" y="47886"/>
                </a:lnTo>
                <a:lnTo>
                  <a:pt x="1172328" y="97502"/>
                </a:lnTo>
                <a:cubicBezTo>
                  <a:pt x="1172328" y="100479"/>
                  <a:pt x="1172989" y="102933"/>
                  <a:pt x="1174311" y="104864"/>
                </a:cubicBezTo>
                <a:cubicBezTo>
                  <a:pt x="1175634" y="106793"/>
                  <a:pt x="1177674" y="107757"/>
                  <a:pt x="1180431" y="107757"/>
                </a:cubicBezTo>
                <a:cubicBezTo>
                  <a:pt x="1183847" y="107757"/>
                  <a:pt x="1186657" y="106660"/>
                  <a:pt x="1188862" y="104465"/>
                </a:cubicBezTo>
                <a:lnTo>
                  <a:pt x="1192500" y="113714"/>
                </a:lnTo>
                <a:cubicBezTo>
                  <a:pt x="1189083" y="117128"/>
                  <a:pt x="1184123" y="118835"/>
                  <a:pt x="1177621" y="118835"/>
                </a:cubicBezTo>
                <a:close/>
                <a:moveTo>
                  <a:pt x="1231353" y="118835"/>
                </a:moveTo>
                <a:cubicBezTo>
                  <a:pt x="1217795" y="118835"/>
                  <a:pt x="1207049" y="114651"/>
                  <a:pt x="1199114" y="106282"/>
                </a:cubicBezTo>
                <a:lnTo>
                  <a:pt x="1205562" y="97361"/>
                </a:lnTo>
                <a:cubicBezTo>
                  <a:pt x="1208206" y="100442"/>
                  <a:pt x="1211870" y="103110"/>
                  <a:pt x="1216554" y="105366"/>
                </a:cubicBezTo>
                <a:cubicBezTo>
                  <a:pt x="1221240" y="107621"/>
                  <a:pt x="1226338" y="108749"/>
                  <a:pt x="1231850" y="108749"/>
                </a:cubicBezTo>
                <a:cubicBezTo>
                  <a:pt x="1238022" y="108749"/>
                  <a:pt x="1242706" y="107455"/>
                  <a:pt x="1245902" y="104866"/>
                </a:cubicBezTo>
                <a:cubicBezTo>
                  <a:pt x="1249099" y="102276"/>
                  <a:pt x="1250698" y="98998"/>
                  <a:pt x="1250698" y="95032"/>
                </a:cubicBezTo>
                <a:cubicBezTo>
                  <a:pt x="1250698" y="91507"/>
                  <a:pt x="1248961" y="88725"/>
                  <a:pt x="1245488" y="86687"/>
                </a:cubicBezTo>
                <a:cubicBezTo>
                  <a:pt x="1242017" y="84648"/>
                  <a:pt x="1235541" y="82527"/>
                  <a:pt x="1226062" y="80324"/>
                </a:cubicBezTo>
                <a:cubicBezTo>
                  <a:pt x="1218016" y="78671"/>
                  <a:pt x="1211871" y="76054"/>
                  <a:pt x="1207628" y="72473"/>
                </a:cubicBezTo>
                <a:cubicBezTo>
                  <a:pt x="1203385" y="68892"/>
                  <a:pt x="1201263" y="64071"/>
                  <a:pt x="1201263" y="58010"/>
                </a:cubicBezTo>
                <a:cubicBezTo>
                  <a:pt x="1201263" y="51289"/>
                  <a:pt x="1203963" y="45780"/>
                  <a:pt x="1209364" y="41483"/>
                </a:cubicBezTo>
                <a:cubicBezTo>
                  <a:pt x="1214764" y="37186"/>
                  <a:pt x="1221984" y="35037"/>
                  <a:pt x="1231022" y="35037"/>
                </a:cubicBezTo>
                <a:cubicBezTo>
                  <a:pt x="1243038" y="35037"/>
                  <a:pt x="1252903" y="38897"/>
                  <a:pt x="1260617" y="46617"/>
                </a:cubicBezTo>
                <a:lnTo>
                  <a:pt x="1254830" y="55220"/>
                </a:lnTo>
                <a:cubicBezTo>
                  <a:pt x="1252407" y="52350"/>
                  <a:pt x="1249128" y="49950"/>
                  <a:pt x="1244994" y="48019"/>
                </a:cubicBezTo>
                <a:cubicBezTo>
                  <a:pt x="1240860" y="46089"/>
                  <a:pt x="1236202" y="45123"/>
                  <a:pt x="1231022" y="45123"/>
                </a:cubicBezTo>
                <a:cubicBezTo>
                  <a:pt x="1225511" y="45123"/>
                  <a:pt x="1221184" y="46335"/>
                  <a:pt x="1218042" y="48759"/>
                </a:cubicBezTo>
                <a:cubicBezTo>
                  <a:pt x="1214902" y="51182"/>
                  <a:pt x="1213332" y="54157"/>
                  <a:pt x="1213332" y="57682"/>
                </a:cubicBezTo>
                <a:cubicBezTo>
                  <a:pt x="1213332" y="60877"/>
                  <a:pt x="1215096" y="63412"/>
                  <a:pt x="1218623" y="65286"/>
                </a:cubicBezTo>
                <a:cubicBezTo>
                  <a:pt x="1222149" y="67158"/>
                  <a:pt x="1228652" y="69085"/>
                  <a:pt x="1238132" y="71068"/>
                </a:cubicBezTo>
                <a:cubicBezTo>
                  <a:pt x="1246178" y="72942"/>
                  <a:pt x="1252295" y="75780"/>
                  <a:pt x="1256483" y="79582"/>
                </a:cubicBezTo>
                <a:cubicBezTo>
                  <a:pt x="1260672" y="83384"/>
                  <a:pt x="1262767" y="88424"/>
                  <a:pt x="1262767" y="94704"/>
                </a:cubicBezTo>
                <a:cubicBezTo>
                  <a:pt x="1262767" y="102086"/>
                  <a:pt x="1259901" y="107953"/>
                  <a:pt x="1254169" y="112306"/>
                </a:cubicBezTo>
                <a:cubicBezTo>
                  <a:pt x="1248437" y="116659"/>
                  <a:pt x="1240832" y="118835"/>
                  <a:pt x="1231353" y="1188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17ECF9-B37F-4244-B8C9-FF526B7B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1514" y="1078429"/>
            <a:ext cx="1516229" cy="178137"/>
          </a:xfrm>
          <a:custGeom xmlns:a="http://schemas.openxmlformats.org/drawingml/2006/main">
            <a:pathLst>
              <a:path w="1516229" h="178137">
                <a:moveTo>
                  <a:pt x="0" y="0"/>
                </a:moveTo>
                <a:lnTo>
                  <a:pt x="1516229" y="0"/>
                </a:lnTo>
                <a:lnTo>
                  <a:pt x="1516229" y="178137"/>
                </a:lnTo>
                <a:lnTo>
                  <a:pt x="0" y="17813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Text SlidingWindowClips">
            <a:extLst xmlns:a="http://schemas.openxmlformats.org/drawingml/2006/main">
              <a:ext uri="{FF2B5EF4-FFF2-40B4-BE49-F238E27FC236}">
                <a16:creationId xmlns:a16="http://schemas.microsoft.com/office/drawing/2014/main" id="{EC982689-5C4E-4971-B8C9-F6D92A2A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9100" y="1119913"/>
            <a:ext cx="1336649" cy="128451"/>
          </a:xfrm>
          <a:custGeom xmlns:a="http://schemas.openxmlformats.org/drawingml/2006/main">
            <a:pathLst>
              <a:path w="1336649" h="128451">
                <a:moveTo>
                  <a:pt x="37625" y="101326"/>
                </a:moveTo>
                <a:cubicBezTo>
                  <a:pt x="21850" y="101326"/>
                  <a:pt x="9308" y="96134"/>
                  <a:pt x="0" y="85751"/>
                </a:cubicBezTo>
                <a:lnTo>
                  <a:pt x="7203" y="76497"/>
                </a:lnTo>
                <a:cubicBezTo>
                  <a:pt x="11220" y="81001"/>
                  <a:pt x="15923" y="84453"/>
                  <a:pt x="21311" y="86852"/>
                </a:cubicBezTo>
                <a:cubicBezTo>
                  <a:pt x="26700" y="89250"/>
                  <a:pt x="32285" y="90449"/>
                  <a:pt x="38064" y="90449"/>
                </a:cubicBezTo>
                <a:cubicBezTo>
                  <a:pt x="45119" y="90449"/>
                  <a:pt x="50729" y="88883"/>
                  <a:pt x="54892" y="85751"/>
                </a:cubicBezTo>
                <a:cubicBezTo>
                  <a:pt x="59056" y="82619"/>
                  <a:pt x="61138" y="78557"/>
                  <a:pt x="61138" y="73566"/>
                </a:cubicBezTo>
                <a:cubicBezTo>
                  <a:pt x="61138" y="65833"/>
                  <a:pt x="55063" y="60303"/>
                  <a:pt x="42915" y="56975"/>
                </a:cubicBezTo>
                <a:cubicBezTo>
                  <a:pt x="28512" y="53157"/>
                  <a:pt x="19327" y="50122"/>
                  <a:pt x="15359" y="47871"/>
                </a:cubicBezTo>
                <a:cubicBezTo>
                  <a:pt x="11391" y="45619"/>
                  <a:pt x="8354" y="42805"/>
                  <a:pt x="6248" y="39428"/>
                </a:cubicBezTo>
                <a:cubicBezTo>
                  <a:pt x="4141" y="36049"/>
                  <a:pt x="3088" y="32010"/>
                  <a:pt x="3088" y="27312"/>
                </a:cubicBezTo>
                <a:cubicBezTo>
                  <a:pt x="3088" y="19479"/>
                  <a:pt x="6248" y="12993"/>
                  <a:pt x="12567" y="7853"/>
                </a:cubicBezTo>
                <a:cubicBezTo>
                  <a:pt x="18886" y="2713"/>
                  <a:pt x="26945" y="144"/>
                  <a:pt x="36741" y="144"/>
                </a:cubicBezTo>
                <a:cubicBezTo>
                  <a:pt x="51439" y="144"/>
                  <a:pt x="63049" y="4709"/>
                  <a:pt x="71572" y="13839"/>
                </a:cubicBezTo>
                <a:lnTo>
                  <a:pt x="64225" y="22820"/>
                </a:lnTo>
                <a:cubicBezTo>
                  <a:pt x="57171" y="14953"/>
                  <a:pt x="47715" y="11020"/>
                  <a:pt x="35860" y="11020"/>
                </a:cubicBezTo>
                <a:cubicBezTo>
                  <a:pt x="29982" y="11020"/>
                  <a:pt x="25156" y="12439"/>
                  <a:pt x="21385" y="15278"/>
                </a:cubicBezTo>
                <a:cubicBezTo>
                  <a:pt x="17613" y="18116"/>
                  <a:pt x="15727" y="21883"/>
                  <a:pt x="15727" y="26580"/>
                </a:cubicBezTo>
                <a:cubicBezTo>
                  <a:pt x="15727" y="30006"/>
                  <a:pt x="17294" y="32917"/>
                  <a:pt x="20429" y="35315"/>
                </a:cubicBezTo>
                <a:cubicBezTo>
                  <a:pt x="23564" y="37713"/>
                  <a:pt x="28120" y="39646"/>
                  <a:pt x="34097" y="41114"/>
                </a:cubicBezTo>
                <a:cubicBezTo>
                  <a:pt x="48010" y="44934"/>
                  <a:pt x="56999" y="48067"/>
                  <a:pt x="61064" y="50515"/>
                </a:cubicBezTo>
                <a:cubicBezTo>
                  <a:pt x="65130" y="52962"/>
                  <a:pt x="68265" y="55973"/>
                  <a:pt x="70469" y="59548"/>
                </a:cubicBezTo>
                <a:cubicBezTo>
                  <a:pt x="72674" y="63121"/>
                  <a:pt x="73776" y="67452"/>
                  <a:pt x="73776" y="72543"/>
                </a:cubicBezTo>
                <a:cubicBezTo>
                  <a:pt x="73776" y="81550"/>
                  <a:pt x="70494" y="88599"/>
                  <a:pt x="63929" y="93690"/>
                </a:cubicBezTo>
                <a:cubicBezTo>
                  <a:pt x="57366" y="98780"/>
                  <a:pt x="48598" y="101326"/>
                  <a:pt x="37625" y="101326"/>
                </a:cubicBezTo>
                <a:close/>
                <a:moveTo>
                  <a:pt x="91559" y="99603"/>
                </a:moveTo>
                <a:lnTo>
                  <a:pt x="91559" y="1579"/>
                </a:lnTo>
                <a:lnTo>
                  <a:pt x="102581" y="1579"/>
                </a:lnTo>
                <a:lnTo>
                  <a:pt x="102581" y="99603"/>
                </a:lnTo>
                <a:lnTo>
                  <a:pt x="91559" y="99603"/>
                </a:lnTo>
                <a:close/>
                <a:moveTo>
                  <a:pt x="130064" y="18431"/>
                </a:moveTo>
                <a:cubicBezTo>
                  <a:pt x="128104" y="18431"/>
                  <a:pt x="126389" y="17721"/>
                  <a:pt x="124920" y="16301"/>
                </a:cubicBezTo>
                <a:cubicBezTo>
                  <a:pt x="123450" y="14879"/>
                  <a:pt x="122716" y="13140"/>
                  <a:pt x="122716" y="11082"/>
                </a:cubicBezTo>
                <a:cubicBezTo>
                  <a:pt x="122716" y="9025"/>
                  <a:pt x="123450" y="7262"/>
                  <a:pt x="124920" y="5792"/>
                </a:cubicBezTo>
                <a:cubicBezTo>
                  <a:pt x="126389" y="4323"/>
                  <a:pt x="128104" y="3588"/>
                  <a:pt x="130064" y="3588"/>
                </a:cubicBezTo>
                <a:cubicBezTo>
                  <a:pt x="132121" y="3588"/>
                  <a:pt x="133885" y="4323"/>
                  <a:pt x="135354" y="5792"/>
                </a:cubicBezTo>
                <a:cubicBezTo>
                  <a:pt x="136824" y="7262"/>
                  <a:pt x="137559" y="9025"/>
                  <a:pt x="137559" y="11082"/>
                </a:cubicBezTo>
                <a:cubicBezTo>
                  <a:pt x="137559" y="13140"/>
                  <a:pt x="136824" y="14879"/>
                  <a:pt x="135354" y="16301"/>
                </a:cubicBezTo>
                <a:cubicBezTo>
                  <a:pt x="133885" y="17721"/>
                  <a:pt x="132121" y="18431"/>
                  <a:pt x="130064" y="18431"/>
                </a:cubicBezTo>
                <a:moveTo>
                  <a:pt x="124626" y="99603"/>
                </a:moveTo>
                <a:lnTo>
                  <a:pt x="124626" y="28561"/>
                </a:lnTo>
                <a:lnTo>
                  <a:pt x="135648" y="28561"/>
                </a:lnTo>
                <a:lnTo>
                  <a:pt x="135648" y="99603"/>
                </a:lnTo>
                <a:lnTo>
                  <a:pt x="124626" y="99603"/>
                </a:lnTo>
                <a:close/>
                <a:moveTo>
                  <a:pt x="209132" y="99603"/>
                </a:moveTo>
                <a:lnTo>
                  <a:pt x="209132" y="88978"/>
                </a:lnTo>
                <a:cubicBezTo>
                  <a:pt x="206486" y="92604"/>
                  <a:pt x="203081" y="95568"/>
                  <a:pt x="198917" y="97872"/>
                </a:cubicBezTo>
                <a:cubicBezTo>
                  <a:pt x="194754" y="100174"/>
                  <a:pt x="190173" y="101326"/>
                  <a:pt x="185175" y="101326"/>
                </a:cubicBezTo>
                <a:cubicBezTo>
                  <a:pt x="175671" y="101326"/>
                  <a:pt x="168029" y="97947"/>
                  <a:pt x="162248" y="91189"/>
                </a:cubicBezTo>
                <a:cubicBezTo>
                  <a:pt x="156468" y="84431"/>
                  <a:pt x="153578" y="75419"/>
                  <a:pt x="153578" y="64156"/>
                </a:cubicBezTo>
                <a:cubicBezTo>
                  <a:pt x="153578" y="52794"/>
                  <a:pt x="156493" y="43734"/>
                  <a:pt x="162322" y="36977"/>
                </a:cubicBezTo>
                <a:cubicBezTo>
                  <a:pt x="168152" y="30218"/>
                  <a:pt x="175770" y="26838"/>
                  <a:pt x="185175" y="26838"/>
                </a:cubicBezTo>
                <a:cubicBezTo>
                  <a:pt x="189977" y="26838"/>
                  <a:pt x="194460" y="27941"/>
                  <a:pt x="198623" y="30146"/>
                </a:cubicBezTo>
                <a:cubicBezTo>
                  <a:pt x="202787" y="32350"/>
                  <a:pt x="206290" y="35411"/>
                  <a:pt x="209132" y="39329"/>
                </a:cubicBezTo>
                <a:lnTo>
                  <a:pt x="209132" y="1579"/>
                </a:lnTo>
                <a:lnTo>
                  <a:pt x="220154" y="1579"/>
                </a:lnTo>
                <a:lnTo>
                  <a:pt x="220154" y="99603"/>
                </a:lnTo>
                <a:lnTo>
                  <a:pt x="209132" y="99603"/>
                </a:lnTo>
                <a:moveTo>
                  <a:pt x="187821" y="91479"/>
                </a:moveTo>
                <a:cubicBezTo>
                  <a:pt x="192230" y="91479"/>
                  <a:pt x="196394" y="90401"/>
                  <a:pt x="200312" y="88245"/>
                </a:cubicBezTo>
                <a:cubicBezTo>
                  <a:pt x="204232" y="86089"/>
                  <a:pt x="207172" y="83444"/>
                  <a:pt x="209132" y="80309"/>
                </a:cubicBezTo>
                <a:lnTo>
                  <a:pt x="209132" y="48147"/>
                </a:lnTo>
                <a:cubicBezTo>
                  <a:pt x="207172" y="45012"/>
                  <a:pt x="204232" y="42318"/>
                  <a:pt x="200312" y="40065"/>
                </a:cubicBezTo>
                <a:cubicBezTo>
                  <a:pt x="196394" y="37812"/>
                  <a:pt x="192230" y="36685"/>
                  <a:pt x="187821" y="36685"/>
                </a:cubicBezTo>
                <a:cubicBezTo>
                  <a:pt x="180964" y="36685"/>
                  <a:pt x="175452" y="39183"/>
                  <a:pt x="171287" y="44177"/>
                </a:cubicBezTo>
                <a:cubicBezTo>
                  <a:pt x="167124" y="49172"/>
                  <a:pt x="165042" y="55832"/>
                  <a:pt x="165042" y="64156"/>
                </a:cubicBezTo>
                <a:cubicBezTo>
                  <a:pt x="165042" y="72284"/>
                  <a:pt x="167099" y="78871"/>
                  <a:pt x="171213" y="83915"/>
                </a:cubicBezTo>
                <a:cubicBezTo>
                  <a:pt x="175329" y="88957"/>
                  <a:pt x="180865" y="91479"/>
                  <a:pt x="187821" y="91479"/>
                </a:cubicBezTo>
                <a:close/>
                <a:moveTo>
                  <a:pt x="247636" y="18431"/>
                </a:moveTo>
                <a:cubicBezTo>
                  <a:pt x="245676" y="18431"/>
                  <a:pt x="243961" y="17721"/>
                  <a:pt x="242492" y="16301"/>
                </a:cubicBezTo>
                <a:cubicBezTo>
                  <a:pt x="241022" y="14879"/>
                  <a:pt x="240287" y="13140"/>
                  <a:pt x="240287" y="11082"/>
                </a:cubicBezTo>
                <a:cubicBezTo>
                  <a:pt x="240287" y="9025"/>
                  <a:pt x="241022" y="7262"/>
                  <a:pt x="242492" y="5792"/>
                </a:cubicBezTo>
                <a:cubicBezTo>
                  <a:pt x="243961" y="4323"/>
                  <a:pt x="245676" y="3588"/>
                  <a:pt x="247636" y="3588"/>
                </a:cubicBezTo>
                <a:cubicBezTo>
                  <a:pt x="249693" y="3588"/>
                  <a:pt x="251457" y="4323"/>
                  <a:pt x="252926" y="5792"/>
                </a:cubicBezTo>
                <a:cubicBezTo>
                  <a:pt x="254396" y="7262"/>
                  <a:pt x="255131" y="9025"/>
                  <a:pt x="255131" y="11082"/>
                </a:cubicBezTo>
                <a:cubicBezTo>
                  <a:pt x="255131" y="13140"/>
                  <a:pt x="254396" y="14879"/>
                  <a:pt x="252926" y="16301"/>
                </a:cubicBezTo>
                <a:cubicBezTo>
                  <a:pt x="251457" y="17721"/>
                  <a:pt x="249693" y="18431"/>
                  <a:pt x="247636" y="18431"/>
                </a:cubicBezTo>
                <a:moveTo>
                  <a:pt x="242198" y="99603"/>
                </a:moveTo>
                <a:lnTo>
                  <a:pt x="242198" y="28561"/>
                </a:lnTo>
                <a:lnTo>
                  <a:pt x="253220" y="28561"/>
                </a:lnTo>
                <a:lnTo>
                  <a:pt x="253220" y="99603"/>
                </a:lnTo>
                <a:lnTo>
                  <a:pt x="242198" y="99603"/>
                </a:lnTo>
                <a:close/>
                <a:moveTo>
                  <a:pt x="323176" y="99603"/>
                </a:moveTo>
                <a:lnTo>
                  <a:pt x="323176" y="53150"/>
                </a:lnTo>
                <a:cubicBezTo>
                  <a:pt x="323176" y="46878"/>
                  <a:pt x="321731" y="42567"/>
                  <a:pt x="318839" y="40215"/>
                </a:cubicBezTo>
                <a:cubicBezTo>
                  <a:pt x="315949" y="37862"/>
                  <a:pt x="312104" y="36685"/>
                  <a:pt x="307304" y="36685"/>
                </a:cubicBezTo>
                <a:cubicBezTo>
                  <a:pt x="303189" y="36685"/>
                  <a:pt x="299148" y="37788"/>
                  <a:pt x="295178" y="39993"/>
                </a:cubicBezTo>
                <a:cubicBezTo>
                  <a:pt x="291211" y="42197"/>
                  <a:pt x="288247" y="44768"/>
                  <a:pt x="286287" y="47707"/>
                </a:cubicBezTo>
                <a:lnTo>
                  <a:pt x="286287" y="99603"/>
                </a:lnTo>
                <a:lnTo>
                  <a:pt x="275265" y="99603"/>
                </a:lnTo>
                <a:lnTo>
                  <a:pt x="275265" y="28561"/>
                </a:lnTo>
                <a:lnTo>
                  <a:pt x="286287" y="28561"/>
                </a:lnTo>
                <a:lnTo>
                  <a:pt x="286287" y="38890"/>
                </a:lnTo>
                <a:cubicBezTo>
                  <a:pt x="289325" y="35363"/>
                  <a:pt x="293073" y="32473"/>
                  <a:pt x="297531" y="30220"/>
                </a:cubicBezTo>
                <a:cubicBezTo>
                  <a:pt x="301989" y="27966"/>
                  <a:pt x="306668" y="26838"/>
                  <a:pt x="311567" y="26838"/>
                </a:cubicBezTo>
                <a:cubicBezTo>
                  <a:pt x="326654" y="26838"/>
                  <a:pt x="334198" y="34482"/>
                  <a:pt x="334198" y="49770"/>
                </a:cubicBezTo>
                <a:lnTo>
                  <a:pt x="334198" y="99603"/>
                </a:lnTo>
                <a:lnTo>
                  <a:pt x="323176" y="99603"/>
                </a:lnTo>
                <a:close/>
                <a:moveTo>
                  <a:pt x="384755" y="128451"/>
                </a:moveTo>
                <a:cubicBezTo>
                  <a:pt x="378681" y="128451"/>
                  <a:pt x="373439" y="127716"/>
                  <a:pt x="369030" y="126247"/>
                </a:cubicBezTo>
                <a:cubicBezTo>
                  <a:pt x="364622" y="124779"/>
                  <a:pt x="360311" y="121988"/>
                  <a:pt x="356098" y="117875"/>
                </a:cubicBezTo>
                <a:lnTo>
                  <a:pt x="361682" y="109650"/>
                </a:lnTo>
                <a:cubicBezTo>
                  <a:pt x="364621" y="113174"/>
                  <a:pt x="367927" y="115669"/>
                  <a:pt x="371600" y="117138"/>
                </a:cubicBezTo>
                <a:cubicBezTo>
                  <a:pt x="375275" y="118606"/>
                  <a:pt x="379660" y="119340"/>
                  <a:pt x="384755" y="119340"/>
                </a:cubicBezTo>
                <a:cubicBezTo>
                  <a:pt x="392006" y="119340"/>
                  <a:pt x="397615" y="117450"/>
                  <a:pt x="401583" y="113671"/>
                </a:cubicBezTo>
                <a:cubicBezTo>
                  <a:pt x="405550" y="109891"/>
                  <a:pt x="407534" y="104663"/>
                  <a:pt x="407534" y="97986"/>
                </a:cubicBezTo>
                <a:lnTo>
                  <a:pt x="407534" y="87826"/>
                </a:lnTo>
                <a:cubicBezTo>
                  <a:pt x="404987" y="91451"/>
                  <a:pt x="401631" y="94464"/>
                  <a:pt x="397468" y="96865"/>
                </a:cubicBezTo>
                <a:cubicBezTo>
                  <a:pt x="393304" y="99265"/>
                  <a:pt x="388723" y="100464"/>
                  <a:pt x="383726" y="100464"/>
                </a:cubicBezTo>
                <a:cubicBezTo>
                  <a:pt x="374125" y="100464"/>
                  <a:pt x="366458" y="97084"/>
                  <a:pt x="360726" y="90324"/>
                </a:cubicBezTo>
                <a:cubicBezTo>
                  <a:pt x="354995" y="83563"/>
                  <a:pt x="352129" y="74697"/>
                  <a:pt x="352129" y="63725"/>
                </a:cubicBezTo>
                <a:cubicBezTo>
                  <a:pt x="352129" y="52360"/>
                  <a:pt x="355043" y="43372"/>
                  <a:pt x="360872" y="36759"/>
                </a:cubicBezTo>
                <a:cubicBezTo>
                  <a:pt x="366703" y="30145"/>
                  <a:pt x="374321" y="26838"/>
                  <a:pt x="383726" y="26838"/>
                </a:cubicBezTo>
                <a:cubicBezTo>
                  <a:pt x="393524" y="26838"/>
                  <a:pt x="401460" y="31002"/>
                  <a:pt x="407534" y="39329"/>
                </a:cubicBezTo>
                <a:lnTo>
                  <a:pt x="407534" y="28561"/>
                </a:lnTo>
                <a:lnTo>
                  <a:pt x="418556" y="28561"/>
                </a:lnTo>
                <a:lnTo>
                  <a:pt x="418556" y="97558"/>
                </a:lnTo>
                <a:cubicBezTo>
                  <a:pt x="418556" y="107561"/>
                  <a:pt x="415617" y="115210"/>
                  <a:pt x="409739" y="120506"/>
                </a:cubicBezTo>
                <a:cubicBezTo>
                  <a:pt x="403860" y="125803"/>
                  <a:pt x="395532" y="128451"/>
                  <a:pt x="384755" y="128451"/>
                </a:cubicBezTo>
                <a:moveTo>
                  <a:pt x="386372" y="90766"/>
                </a:moveTo>
                <a:cubicBezTo>
                  <a:pt x="390389" y="90766"/>
                  <a:pt x="394381" y="89688"/>
                  <a:pt x="398349" y="87532"/>
                </a:cubicBezTo>
                <a:cubicBezTo>
                  <a:pt x="402317" y="85376"/>
                  <a:pt x="405379" y="82583"/>
                  <a:pt x="407534" y="79154"/>
                </a:cubicBezTo>
                <a:lnTo>
                  <a:pt x="407534" y="48147"/>
                </a:lnTo>
                <a:cubicBezTo>
                  <a:pt x="405379" y="44719"/>
                  <a:pt x="402292" y="41951"/>
                  <a:pt x="398275" y="39845"/>
                </a:cubicBezTo>
                <a:cubicBezTo>
                  <a:pt x="394259" y="37738"/>
                  <a:pt x="390292" y="36685"/>
                  <a:pt x="386372" y="36685"/>
                </a:cubicBezTo>
                <a:cubicBezTo>
                  <a:pt x="379416" y="36685"/>
                  <a:pt x="373879" y="39183"/>
                  <a:pt x="369764" y="44180"/>
                </a:cubicBezTo>
                <a:cubicBezTo>
                  <a:pt x="365649" y="49176"/>
                  <a:pt x="363592" y="55691"/>
                  <a:pt x="363592" y="63725"/>
                </a:cubicBezTo>
                <a:cubicBezTo>
                  <a:pt x="363592" y="71857"/>
                  <a:pt x="365699" y="78397"/>
                  <a:pt x="369912" y="83345"/>
                </a:cubicBezTo>
                <a:cubicBezTo>
                  <a:pt x="374125" y="88292"/>
                  <a:pt x="379611" y="90766"/>
                  <a:pt x="386372" y="90766"/>
                </a:cubicBezTo>
                <a:close/>
                <a:moveTo>
                  <a:pt x="553912" y="99603"/>
                </a:moveTo>
                <a:lnTo>
                  <a:pt x="532307" y="20539"/>
                </a:lnTo>
                <a:lnTo>
                  <a:pt x="510705" y="99603"/>
                </a:lnTo>
                <a:lnTo>
                  <a:pt x="497477" y="99603"/>
                </a:lnTo>
                <a:lnTo>
                  <a:pt x="469555" y="1579"/>
                </a:lnTo>
                <a:lnTo>
                  <a:pt x="483075" y="1579"/>
                </a:lnTo>
                <a:lnTo>
                  <a:pt x="504826" y="83291"/>
                </a:lnTo>
                <a:lnTo>
                  <a:pt x="527311" y="1579"/>
                </a:lnTo>
                <a:lnTo>
                  <a:pt x="537452" y="1579"/>
                </a:lnTo>
                <a:lnTo>
                  <a:pt x="559937" y="83291"/>
                </a:lnTo>
                <a:lnTo>
                  <a:pt x="581542" y="1579"/>
                </a:lnTo>
                <a:lnTo>
                  <a:pt x="595062" y="1579"/>
                </a:lnTo>
                <a:lnTo>
                  <a:pt x="567138" y="99603"/>
                </a:lnTo>
                <a:lnTo>
                  <a:pt x="553912" y="99603"/>
                </a:lnTo>
                <a:close/>
                <a:moveTo>
                  <a:pt x="613727" y="18431"/>
                </a:moveTo>
                <a:cubicBezTo>
                  <a:pt x="611767" y="18431"/>
                  <a:pt x="610052" y="17721"/>
                  <a:pt x="608582" y="16301"/>
                </a:cubicBezTo>
                <a:cubicBezTo>
                  <a:pt x="607113" y="14879"/>
                  <a:pt x="606378" y="13140"/>
                  <a:pt x="606378" y="11082"/>
                </a:cubicBezTo>
                <a:cubicBezTo>
                  <a:pt x="606378" y="9025"/>
                  <a:pt x="607113" y="7262"/>
                  <a:pt x="608582" y="5792"/>
                </a:cubicBezTo>
                <a:cubicBezTo>
                  <a:pt x="610052" y="4323"/>
                  <a:pt x="611767" y="3588"/>
                  <a:pt x="613727" y="3588"/>
                </a:cubicBezTo>
                <a:cubicBezTo>
                  <a:pt x="615784" y="3588"/>
                  <a:pt x="617547" y="4323"/>
                  <a:pt x="619017" y="5792"/>
                </a:cubicBezTo>
                <a:cubicBezTo>
                  <a:pt x="620486" y="7262"/>
                  <a:pt x="621221" y="9025"/>
                  <a:pt x="621221" y="11082"/>
                </a:cubicBezTo>
                <a:cubicBezTo>
                  <a:pt x="621221" y="13140"/>
                  <a:pt x="620486" y="14879"/>
                  <a:pt x="619017" y="16301"/>
                </a:cubicBezTo>
                <a:cubicBezTo>
                  <a:pt x="617547" y="17721"/>
                  <a:pt x="615784" y="18431"/>
                  <a:pt x="613727" y="18431"/>
                </a:cubicBezTo>
                <a:moveTo>
                  <a:pt x="608289" y="99603"/>
                </a:moveTo>
                <a:lnTo>
                  <a:pt x="608289" y="28561"/>
                </a:lnTo>
                <a:lnTo>
                  <a:pt x="619311" y="28561"/>
                </a:lnTo>
                <a:lnTo>
                  <a:pt x="619311" y="99603"/>
                </a:lnTo>
                <a:lnTo>
                  <a:pt x="608289" y="99603"/>
                </a:lnTo>
                <a:close/>
                <a:moveTo>
                  <a:pt x="689267" y="99603"/>
                </a:moveTo>
                <a:lnTo>
                  <a:pt x="689267" y="53150"/>
                </a:lnTo>
                <a:cubicBezTo>
                  <a:pt x="689267" y="46878"/>
                  <a:pt x="687821" y="42567"/>
                  <a:pt x="684930" y="40215"/>
                </a:cubicBezTo>
                <a:cubicBezTo>
                  <a:pt x="682040" y="37862"/>
                  <a:pt x="678195" y="36685"/>
                  <a:pt x="673394" y="36685"/>
                </a:cubicBezTo>
                <a:cubicBezTo>
                  <a:pt x="669280" y="36685"/>
                  <a:pt x="665238" y="37788"/>
                  <a:pt x="661269" y="39993"/>
                </a:cubicBezTo>
                <a:cubicBezTo>
                  <a:pt x="657301" y="42197"/>
                  <a:pt x="654337" y="44768"/>
                  <a:pt x="652378" y="47707"/>
                </a:cubicBezTo>
                <a:lnTo>
                  <a:pt x="652378" y="99603"/>
                </a:lnTo>
                <a:lnTo>
                  <a:pt x="641356" y="99603"/>
                </a:lnTo>
                <a:lnTo>
                  <a:pt x="641356" y="28561"/>
                </a:lnTo>
                <a:lnTo>
                  <a:pt x="652378" y="28561"/>
                </a:lnTo>
                <a:lnTo>
                  <a:pt x="652378" y="38890"/>
                </a:lnTo>
                <a:cubicBezTo>
                  <a:pt x="655415" y="35363"/>
                  <a:pt x="659163" y="32473"/>
                  <a:pt x="663621" y="30220"/>
                </a:cubicBezTo>
                <a:cubicBezTo>
                  <a:pt x="668080" y="27966"/>
                  <a:pt x="672758" y="26838"/>
                  <a:pt x="677657" y="26838"/>
                </a:cubicBezTo>
                <a:cubicBezTo>
                  <a:pt x="692745" y="26838"/>
                  <a:pt x="700289" y="34482"/>
                  <a:pt x="700289" y="49770"/>
                </a:cubicBezTo>
                <a:lnTo>
                  <a:pt x="700289" y="99603"/>
                </a:lnTo>
                <a:lnTo>
                  <a:pt x="689267" y="99603"/>
                </a:lnTo>
                <a:close/>
                <a:moveTo>
                  <a:pt x="773773" y="99603"/>
                </a:moveTo>
                <a:lnTo>
                  <a:pt x="773773" y="88978"/>
                </a:lnTo>
                <a:cubicBezTo>
                  <a:pt x="771127" y="92604"/>
                  <a:pt x="767722" y="95568"/>
                  <a:pt x="763558" y="97872"/>
                </a:cubicBezTo>
                <a:cubicBezTo>
                  <a:pt x="759394" y="100174"/>
                  <a:pt x="754814" y="101326"/>
                  <a:pt x="749816" y="101326"/>
                </a:cubicBezTo>
                <a:cubicBezTo>
                  <a:pt x="740312" y="101326"/>
                  <a:pt x="732670" y="97947"/>
                  <a:pt x="726889" y="91189"/>
                </a:cubicBezTo>
                <a:cubicBezTo>
                  <a:pt x="721109" y="84431"/>
                  <a:pt x="718219" y="75419"/>
                  <a:pt x="718219" y="64156"/>
                </a:cubicBezTo>
                <a:cubicBezTo>
                  <a:pt x="718219" y="52794"/>
                  <a:pt x="721133" y="43734"/>
                  <a:pt x="726963" y="36977"/>
                </a:cubicBezTo>
                <a:cubicBezTo>
                  <a:pt x="732793" y="30218"/>
                  <a:pt x="740411" y="26838"/>
                  <a:pt x="749816" y="26838"/>
                </a:cubicBezTo>
                <a:cubicBezTo>
                  <a:pt x="754618" y="26838"/>
                  <a:pt x="759101" y="27941"/>
                  <a:pt x="763264" y="30146"/>
                </a:cubicBezTo>
                <a:cubicBezTo>
                  <a:pt x="767428" y="32350"/>
                  <a:pt x="770931" y="35411"/>
                  <a:pt x="773773" y="39329"/>
                </a:cubicBezTo>
                <a:lnTo>
                  <a:pt x="773773" y="1579"/>
                </a:lnTo>
                <a:lnTo>
                  <a:pt x="784795" y="1579"/>
                </a:lnTo>
                <a:lnTo>
                  <a:pt x="784795" y="99603"/>
                </a:lnTo>
                <a:lnTo>
                  <a:pt x="773773" y="99603"/>
                </a:lnTo>
                <a:moveTo>
                  <a:pt x="752462" y="91479"/>
                </a:moveTo>
                <a:cubicBezTo>
                  <a:pt x="756871" y="91479"/>
                  <a:pt x="761034" y="90401"/>
                  <a:pt x="764953" y="88245"/>
                </a:cubicBezTo>
                <a:cubicBezTo>
                  <a:pt x="768873" y="86089"/>
                  <a:pt x="771813" y="83444"/>
                  <a:pt x="773773" y="80309"/>
                </a:cubicBezTo>
                <a:lnTo>
                  <a:pt x="773773" y="48147"/>
                </a:lnTo>
                <a:cubicBezTo>
                  <a:pt x="771813" y="45012"/>
                  <a:pt x="768873" y="42318"/>
                  <a:pt x="764953" y="40065"/>
                </a:cubicBezTo>
                <a:cubicBezTo>
                  <a:pt x="761034" y="37812"/>
                  <a:pt x="756871" y="36685"/>
                  <a:pt x="752462" y="36685"/>
                </a:cubicBezTo>
                <a:cubicBezTo>
                  <a:pt x="745605" y="36685"/>
                  <a:pt x="740093" y="39183"/>
                  <a:pt x="735928" y="44177"/>
                </a:cubicBezTo>
                <a:cubicBezTo>
                  <a:pt x="731764" y="49172"/>
                  <a:pt x="729683" y="55832"/>
                  <a:pt x="729683" y="64156"/>
                </a:cubicBezTo>
                <a:cubicBezTo>
                  <a:pt x="729683" y="72284"/>
                  <a:pt x="731740" y="78871"/>
                  <a:pt x="735854" y="83915"/>
                </a:cubicBezTo>
                <a:cubicBezTo>
                  <a:pt x="739970" y="88957"/>
                  <a:pt x="745506" y="91479"/>
                  <a:pt x="752462" y="91479"/>
                </a:cubicBezTo>
                <a:close/>
                <a:moveTo>
                  <a:pt x="837849" y="101326"/>
                </a:moveTo>
                <a:cubicBezTo>
                  <a:pt x="827561" y="101326"/>
                  <a:pt x="819136" y="97824"/>
                  <a:pt x="812571" y="90822"/>
                </a:cubicBezTo>
                <a:cubicBezTo>
                  <a:pt x="806006" y="83818"/>
                  <a:pt x="802724" y="74880"/>
                  <a:pt x="802724" y="64008"/>
                </a:cubicBezTo>
                <a:cubicBezTo>
                  <a:pt x="802724" y="53039"/>
                  <a:pt x="806006" y="44102"/>
                  <a:pt x="812571" y="37197"/>
                </a:cubicBezTo>
                <a:cubicBezTo>
                  <a:pt x="819136" y="30291"/>
                  <a:pt x="827561" y="26838"/>
                  <a:pt x="837849" y="26838"/>
                </a:cubicBezTo>
                <a:cubicBezTo>
                  <a:pt x="848137" y="26838"/>
                  <a:pt x="856563" y="30291"/>
                  <a:pt x="863126" y="37197"/>
                </a:cubicBezTo>
                <a:cubicBezTo>
                  <a:pt x="869691" y="44102"/>
                  <a:pt x="872973" y="53039"/>
                  <a:pt x="872973" y="64008"/>
                </a:cubicBezTo>
                <a:cubicBezTo>
                  <a:pt x="872973" y="74880"/>
                  <a:pt x="869691" y="83818"/>
                  <a:pt x="863126" y="90822"/>
                </a:cubicBezTo>
                <a:cubicBezTo>
                  <a:pt x="856563" y="97824"/>
                  <a:pt x="848137" y="101326"/>
                  <a:pt x="837849" y="101326"/>
                </a:cubicBezTo>
                <a:moveTo>
                  <a:pt x="837849" y="91479"/>
                </a:moveTo>
                <a:cubicBezTo>
                  <a:pt x="844708" y="91479"/>
                  <a:pt x="850342" y="88908"/>
                  <a:pt x="854750" y="83767"/>
                </a:cubicBezTo>
                <a:cubicBezTo>
                  <a:pt x="859159" y="78625"/>
                  <a:pt x="861364" y="72039"/>
                  <a:pt x="861364" y="64008"/>
                </a:cubicBezTo>
                <a:cubicBezTo>
                  <a:pt x="861364" y="56075"/>
                  <a:pt x="859159" y="49539"/>
                  <a:pt x="854750" y="44397"/>
                </a:cubicBezTo>
                <a:cubicBezTo>
                  <a:pt x="850342" y="39256"/>
                  <a:pt x="844708" y="36685"/>
                  <a:pt x="837849" y="36685"/>
                </a:cubicBezTo>
                <a:cubicBezTo>
                  <a:pt x="830991" y="36685"/>
                  <a:pt x="825333" y="39232"/>
                  <a:pt x="820875" y="44325"/>
                </a:cubicBezTo>
                <a:cubicBezTo>
                  <a:pt x="816417" y="49417"/>
                  <a:pt x="814188" y="55978"/>
                  <a:pt x="814188" y="64008"/>
                </a:cubicBezTo>
                <a:cubicBezTo>
                  <a:pt x="814188" y="72136"/>
                  <a:pt x="816392" y="78747"/>
                  <a:pt x="820801" y="83841"/>
                </a:cubicBezTo>
                <a:cubicBezTo>
                  <a:pt x="825210" y="88933"/>
                  <a:pt x="830892" y="91479"/>
                  <a:pt x="837849" y="91479"/>
                </a:cubicBezTo>
                <a:close/>
                <a:moveTo>
                  <a:pt x="952334" y="99603"/>
                </a:moveTo>
                <a:lnTo>
                  <a:pt x="933818" y="42522"/>
                </a:lnTo>
                <a:lnTo>
                  <a:pt x="915299" y="99603"/>
                </a:lnTo>
                <a:lnTo>
                  <a:pt x="904277" y="99603"/>
                </a:lnTo>
                <a:lnTo>
                  <a:pt x="881643" y="28561"/>
                </a:lnTo>
                <a:lnTo>
                  <a:pt x="893107" y="28561"/>
                </a:lnTo>
                <a:lnTo>
                  <a:pt x="910448" y="85200"/>
                </a:lnTo>
                <a:lnTo>
                  <a:pt x="929115" y="28561"/>
                </a:lnTo>
                <a:lnTo>
                  <a:pt x="938520" y="28561"/>
                </a:lnTo>
                <a:lnTo>
                  <a:pt x="957185" y="85200"/>
                </a:lnTo>
                <a:lnTo>
                  <a:pt x="974526" y="28561"/>
                </a:lnTo>
                <a:lnTo>
                  <a:pt x="985990" y="28561"/>
                </a:lnTo>
                <a:lnTo>
                  <a:pt x="963356" y="99603"/>
                </a:lnTo>
                <a:lnTo>
                  <a:pt x="952334" y="99603"/>
                </a:lnTo>
                <a:close/>
                <a:moveTo>
                  <a:pt x="1083573" y="101326"/>
                </a:moveTo>
                <a:cubicBezTo>
                  <a:pt x="1069171" y="101326"/>
                  <a:pt x="1057168" y="96577"/>
                  <a:pt x="1047565" y="87081"/>
                </a:cubicBezTo>
                <a:cubicBezTo>
                  <a:pt x="1037965" y="77585"/>
                  <a:pt x="1033164" y="65445"/>
                  <a:pt x="1033164" y="50663"/>
                </a:cubicBezTo>
                <a:cubicBezTo>
                  <a:pt x="1033164" y="35880"/>
                  <a:pt x="1037965" y="23741"/>
                  <a:pt x="1047565" y="14244"/>
                </a:cubicBezTo>
                <a:cubicBezTo>
                  <a:pt x="1057168" y="4748"/>
                  <a:pt x="1069171" y="0"/>
                  <a:pt x="1083573" y="0"/>
                </a:cubicBezTo>
                <a:cubicBezTo>
                  <a:pt x="1099151" y="0"/>
                  <a:pt x="1111546" y="6463"/>
                  <a:pt x="1120757" y="19389"/>
                </a:cubicBezTo>
                <a:lnTo>
                  <a:pt x="1110468" y="25116"/>
                </a:lnTo>
                <a:cubicBezTo>
                  <a:pt x="1107627" y="21006"/>
                  <a:pt x="1103831" y="17606"/>
                  <a:pt x="1099078" y="14915"/>
                </a:cubicBezTo>
                <a:cubicBezTo>
                  <a:pt x="1094327" y="12222"/>
                  <a:pt x="1089159" y="10876"/>
                  <a:pt x="1083573" y="10876"/>
                </a:cubicBezTo>
                <a:cubicBezTo>
                  <a:pt x="1072699" y="10876"/>
                  <a:pt x="1063685" y="14644"/>
                  <a:pt x="1056531" y="22181"/>
                </a:cubicBezTo>
                <a:cubicBezTo>
                  <a:pt x="1049379" y="29717"/>
                  <a:pt x="1045803" y="39211"/>
                  <a:pt x="1045803" y="50663"/>
                </a:cubicBezTo>
                <a:cubicBezTo>
                  <a:pt x="1045803" y="62212"/>
                  <a:pt x="1049354" y="71730"/>
                  <a:pt x="1056457" y="79219"/>
                </a:cubicBezTo>
                <a:cubicBezTo>
                  <a:pt x="1063561" y="86706"/>
                  <a:pt x="1072600" y="90449"/>
                  <a:pt x="1083573" y="90449"/>
                </a:cubicBezTo>
                <a:cubicBezTo>
                  <a:pt x="1089159" y="90449"/>
                  <a:pt x="1094327" y="89129"/>
                  <a:pt x="1099078" y="86487"/>
                </a:cubicBezTo>
                <a:cubicBezTo>
                  <a:pt x="1103831" y="83844"/>
                  <a:pt x="1107627" y="80418"/>
                  <a:pt x="1110468" y="76209"/>
                </a:cubicBezTo>
                <a:lnTo>
                  <a:pt x="1120902" y="81937"/>
                </a:lnTo>
                <a:cubicBezTo>
                  <a:pt x="1111399" y="94863"/>
                  <a:pt x="1098956" y="101326"/>
                  <a:pt x="1083573" y="101326"/>
                </a:cubicBezTo>
                <a:close/>
                <a:moveTo>
                  <a:pt x="1136041" y="99603"/>
                </a:moveTo>
                <a:lnTo>
                  <a:pt x="1136041" y="1579"/>
                </a:lnTo>
                <a:lnTo>
                  <a:pt x="1147063" y="1579"/>
                </a:lnTo>
                <a:lnTo>
                  <a:pt x="1147063" y="99603"/>
                </a:lnTo>
                <a:lnTo>
                  <a:pt x="1136041" y="99603"/>
                </a:lnTo>
                <a:close/>
                <a:moveTo>
                  <a:pt x="1174546" y="18431"/>
                </a:moveTo>
                <a:cubicBezTo>
                  <a:pt x="1172586" y="18431"/>
                  <a:pt x="1170871" y="17721"/>
                  <a:pt x="1169402" y="16301"/>
                </a:cubicBezTo>
                <a:cubicBezTo>
                  <a:pt x="1167932" y="14879"/>
                  <a:pt x="1167197" y="13140"/>
                  <a:pt x="1167197" y="11082"/>
                </a:cubicBezTo>
                <a:cubicBezTo>
                  <a:pt x="1167197" y="9025"/>
                  <a:pt x="1167932" y="7262"/>
                  <a:pt x="1169402" y="5792"/>
                </a:cubicBezTo>
                <a:cubicBezTo>
                  <a:pt x="1170871" y="4323"/>
                  <a:pt x="1172586" y="3588"/>
                  <a:pt x="1174546" y="3588"/>
                </a:cubicBezTo>
                <a:cubicBezTo>
                  <a:pt x="1176603" y="3588"/>
                  <a:pt x="1178367" y="4323"/>
                  <a:pt x="1179836" y="5792"/>
                </a:cubicBezTo>
                <a:cubicBezTo>
                  <a:pt x="1181306" y="7262"/>
                  <a:pt x="1182041" y="9025"/>
                  <a:pt x="1182041" y="11082"/>
                </a:cubicBezTo>
                <a:cubicBezTo>
                  <a:pt x="1182041" y="13140"/>
                  <a:pt x="1181306" y="14879"/>
                  <a:pt x="1179836" y="16301"/>
                </a:cubicBezTo>
                <a:cubicBezTo>
                  <a:pt x="1178367" y="17721"/>
                  <a:pt x="1176603" y="18431"/>
                  <a:pt x="1174546" y="18431"/>
                </a:cubicBezTo>
                <a:moveTo>
                  <a:pt x="1169108" y="99603"/>
                </a:moveTo>
                <a:lnTo>
                  <a:pt x="1169108" y="28561"/>
                </a:lnTo>
                <a:lnTo>
                  <a:pt x="1180130" y="28561"/>
                </a:lnTo>
                <a:lnTo>
                  <a:pt x="1180130" y="99603"/>
                </a:lnTo>
                <a:lnTo>
                  <a:pt x="1169108" y="99603"/>
                </a:lnTo>
                <a:close/>
                <a:moveTo>
                  <a:pt x="1237153" y="101326"/>
                </a:moveTo>
                <a:cubicBezTo>
                  <a:pt x="1227062" y="101326"/>
                  <a:pt x="1219077" y="97161"/>
                  <a:pt x="1213197" y="88833"/>
                </a:cubicBezTo>
                <a:lnTo>
                  <a:pt x="1213197" y="126585"/>
                </a:lnTo>
                <a:lnTo>
                  <a:pt x="1202175" y="126585"/>
                </a:lnTo>
                <a:lnTo>
                  <a:pt x="1202175" y="28561"/>
                </a:lnTo>
                <a:lnTo>
                  <a:pt x="1213197" y="28561"/>
                </a:lnTo>
                <a:lnTo>
                  <a:pt x="1213197" y="39183"/>
                </a:lnTo>
                <a:cubicBezTo>
                  <a:pt x="1215744" y="35558"/>
                  <a:pt x="1219124" y="32594"/>
                  <a:pt x="1223337" y="30292"/>
                </a:cubicBezTo>
                <a:cubicBezTo>
                  <a:pt x="1227550" y="27990"/>
                  <a:pt x="1232156" y="26838"/>
                  <a:pt x="1237153" y="26838"/>
                </a:cubicBezTo>
                <a:cubicBezTo>
                  <a:pt x="1246657" y="26838"/>
                  <a:pt x="1254299" y="30168"/>
                  <a:pt x="1260079" y="36829"/>
                </a:cubicBezTo>
                <a:cubicBezTo>
                  <a:pt x="1265860" y="43489"/>
                  <a:pt x="1268750" y="52549"/>
                  <a:pt x="1268750" y="64008"/>
                </a:cubicBezTo>
                <a:cubicBezTo>
                  <a:pt x="1268750" y="75370"/>
                  <a:pt x="1265885" y="84431"/>
                  <a:pt x="1260153" y="91189"/>
                </a:cubicBezTo>
                <a:cubicBezTo>
                  <a:pt x="1254421" y="97947"/>
                  <a:pt x="1246754" y="101326"/>
                  <a:pt x="1237153" y="101326"/>
                </a:cubicBezTo>
                <a:moveTo>
                  <a:pt x="1234362" y="91479"/>
                </a:moveTo>
                <a:cubicBezTo>
                  <a:pt x="1241219" y="91479"/>
                  <a:pt x="1246730" y="88981"/>
                  <a:pt x="1250893" y="83987"/>
                </a:cubicBezTo>
                <a:cubicBezTo>
                  <a:pt x="1255058" y="78992"/>
                  <a:pt x="1257141" y="72332"/>
                  <a:pt x="1257141" y="64008"/>
                </a:cubicBezTo>
                <a:cubicBezTo>
                  <a:pt x="1257141" y="55880"/>
                  <a:pt x="1255083" y="49294"/>
                  <a:pt x="1250967" y="44251"/>
                </a:cubicBezTo>
                <a:cubicBezTo>
                  <a:pt x="1246853" y="39207"/>
                  <a:pt x="1241318" y="36685"/>
                  <a:pt x="1234362" y="36685"/>
                </a:cubicBezTo>
                <a:cubicBezTo>
                  <a:pt x="1229951" y="36685"/>
                  <a:pt x="1225811" y="37788"/>
                  <a:pt x="1221940" y="39993"/>
                </a:cubicBezTo>
                <a:cubicBezTo>
                  <a:pt x="1218071" y="42197"/>
                  <a:pt x="1215157" y="44866"/>
                  <a:pt x="1213197" y="48001"/>
                </a:cubicBezTo>
                <a:lnTo>
                  <a:pt x="1213197" y="80015"/>
                </a:lnTo>
                <a:cubicBezTo>
                  <a:pt x="1215157" y="83150"/>
                  <a:pt x="1218071" y="85845"/>
                  <a:pt x="1221940" y="88099"/>
                </a:cubicBezTo>
                <a:cubicBezTo>
                  <a:pt x="1225811" y="90352"/>
                  <a:pt x="1229951" y="91479"/>
                  <a:pt x="1234362" y="91479"/>
                </a:cubicBezTo>
                <a:close/>
                <a:moveTo>
                  <a:pt x="1308725" y="101326"/>
                </a:moveTo>
                <a:cubicBezTo>
                  <a:pt x="1296674" y="101326"/>
                  <a:pt x="1287122" y="97606"/>
                  <a:pt x="1280068" y="90167"/>
                </a:cubicBezTo>
                <a:lnTo>
                  <a:pt x="1285800" y="82237"/>
                </a:lnTo>
                <a:cubicBezTo>
                  <a:pt x="1288150" y="84976"/>
                  <a:pt x="1291407" y="87348"/>
                  <a:pt x="1295571" y="89353"/>
                </a:cubicBezTo>
                <a:cubicBezTo>
                  <a:pt x="1299736" y="91358"/>
                  <a:pt x="1304268" y="92360"/>
                  <a:pt x="1309167" y="92360"/>
                </a:cubicBezTo>
                <a:cubicBezTo>
                  <a:pt x="1314654" y="92360"/>
                  <a:pt x="1318817" y="91210"/>
                  <a:pt x="1321658" y="88909"/>
                </a:cubicBezTo>
                <a:cubicBezTo>
                  <a:pt x="1324500" y="86607"/>
                  <a:pt x="1325921" y="83693"/>
                  <a:pt x="1325921" y="80168"/>
                </a:cubicBezTo>
                <a:cubicBezTo>
                  <a:pt x="1325921" y="77034"/>
                  <a:pt x="1324377" y="74561"/>
                  <a:pt x="1321290" y="72749"/>
                </a:cubicBezTo>
                <a:cubicBezTo>
                  <a:pt x="1318204" y="70937"/>
                  <a:pt x="1312449" y="69052"/>
                  <a:pt x="1304023" y="67094"/>
                </a:cubicBezTo>
                <a:cubicBezTo>
                  <a:pt x="1296871" y="65624"/>
                  <a:pt x="1291409" y="63298"/>
                  <a:pt x="1287637" y="60115"/>
                </a:cubicBezTo>
                <a:cubicBezTo>
                  <a:pt x="1283865" y="56932"/>
                  <a:pt x="1281979" y="52647"/>
                  <a:pt x="1281979" y="47259"/>
                </a:cubicBezTo>
                <a:cubicBezTo>
                  <a:pt x="1281979" y="41285"/>
                  <a:pt x="1284379" y="36388"/>
                  <a:pt x="1289180" y="32568"/>
                </a:cubicBezTo>
                <a:cubicBezTo>
                  <a:pt x="1293980" y="28748"/>
                  <a:pt x="1300397" y="26838"/>
                  <a:pt x="1308431" y="26838"/>
                </a:cubicBezTo>
                <a:cubicBezTo>
                  <a:pt x="1319112" y="26838"/>
                  <a:pt x="1327881" y="30269"/>
                  <a:pt x="1334738" y="37131"/>
                </a:cubicBezTo>
                <a:lnTo>
                  <a:pt x="1329594" y="44778"/>
                </a:lnTo>
                <a:cubicBezTo>
                  <a:pt x="1327440" y="42228"/>
                  <a:pt x="1324525" y="40095"/>
                  <a:pt x="1320851" y="38378"/>
                </a:cubicBezTo>
                <a:cubicBezTo>
                  <a:pt x="1317176" y="36662"/>
                  <a:pt x="1313036" y="35804"/>
                  <a:pt x="1308431" y="35804"/>
                </a:cubicBezTo>
                <a:cubicBezTo>
                  <a:pt x="1303532" y="35804"/>
                  <a:pt x="1299686" y="36881"/>
                  <a:pt x="1296894" y="39035"/>
                </a:cubicBezTo>
                <a:cubicBezTo>
                  <a:pt x="1294103" y="41190"/>
                  <a:pt x="1292707" y="43834"/>
                  <a:pt x="1292707" y="46967"/>
                </a:cubicBezTo>
                <a:cubicBezTo>
                  <a:pt x="1292707" y="49808"/>
                  <a:pt x="1294275" y="52061"/>
                  <a:pt x="1297410" y="53726"/>
                </a:cubicBezTo>
                <a:cubicBezTo>
                  <a:pt x="1300545" y="55390"/>
                  <a:pt x="1306325" y="57103"/>
                  <a:pt x="1314751" y="58866"/>
                </a:cubicBezTo>
                <a:cubicBezTo>
                  <a:pt x="1321903" y="60531"/>
                  <a:pt x="1327340" y="63054"/>
                  <a:pt x="1331063" y="66434"/>
                </a:cubicBezTo>
                <a:cubicBezTo>
                  <a:pt x="1334787" y="69813"/>
                  <a:pt x="1336649" y="74294"/>
                  <a:pt x="1336649" y="79876"/>
                </a:cubicBezTo>
                <a:cubicBezTo>
                  <a:pt x="1336649" y="86438"/>
                  <a:pt x="1334101" y="91653"/>
                  <a:pt x="1329007" y="95522"/>
                </a:cubicBezTo>
                <a:cubicBezTo>
                  <a:pt x="1323912" y="99391"/>
                  <a:pt x="1317151" y="101326"/>
                  <a:pt x="1308725" y="10132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97EDA1-56E2-415A-A9B2-3FA6085D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835" y="959544"/>
            <a:ext cx="842084" cy="486243"/>
          </a:xfrm>
          <a:custGeom xmlns:a="http://schemas.openxmlformats.org/drawingml/2006/main">
            <a:pathLst>
              <a:path w="842084" h="486243">
                <a:moveTo>
                  <a:pt x="0" y="486243"/>
                </a:moveTo>
                <a:lnTo>
                  <a:pt x="0" y="0"/>
                </a:lnTo>
                <a:lnTo>
                  <a:pt x="842084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1B9724-0914-4703-BFC2-EA36DDCB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835" y="959544"/>
            <a:ext cx="842084" cy="403576"/>
          </a:xfrm>
          <a:custGeom xmlns:a="http://schemas.openxmlformats.org/drawingml/2006/main">
            <a:pathLst>
              <a:path w="842084" h="403576" fill="none">
                <a:moveTo>
                  <a:pt x="842084" y="0"/>
                </a:moveTo>
                <a:lnTo>
                  <a:pt x="0" y="0"/>
                </a:lnTo>
                <a:lnTo>
                  <a:pt x="0" y="403576"/>
                </a:lnTo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00"/>
            </a:solidFill>
            <a:round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81E8AB-A1E2-41B9-93F8-0802074D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078" y="1363120"/>
            <a:ext cx="45514" cy="62526"/>
          </a:xfrm>
          <a:custGeom xmlns:a="http://schemas.openxmlformats.org/drawingml/2006/main">
            <a:pathLst>
              <a:path w="45514" h="62526">
                <a:moveTo>
                  <a:pt x="0" y="0"/>
                </a:moveTo>
                <a:lnTo>
                  <a:pt x="45514" y="0"/>
                </a:lnTo>
                <a:lnTo>
                  <a:pt x="22757" y="625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D6EA6F-7243-4313-96F5-E9A7E505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078" y="1363120"/>
            <a:ext cx="45514" cy="62526"/>
          </a:xfrm>
          <a:custGeom xmlns:a="http://schemas.openxmlformats.org/drawingml/2006/main">
            <a:pathLst>
              <a:path w="45514" h="62526" fill="none">
                <a:moveTo>
                  <a:pt x="0" y="0"/>
                </a:moveTo>
                <a:lnTo>
                  <a:pt x="22757" y="62526"/>
                </a:lnTo>
                <a:lnTo>
                  <a:pt x="45514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00"/>
            </a:solidFill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6A185E-8DCF-4B7C-BB9B-1452662D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4731" y="1937033"/>
            <a:ext cx="786972" cy="330455"/>
          </a:xfrm>
          <a:custGeom xmlns:a="http://schemas.openxmlformats.org/drawingml/2006/main">
            <a:pathLst>
              <a:path w="786972" h="330455">
                <a:moveTo>
                  <a:pt x="0" y="55077"/>
                </a:moveTo>
                <a:lnTo>
                  <a:pt x="0" y="55077"/>
                </a:lnTo>
                <a:cubicBezTo>
                  <a:pt x="0" y="24659"/>
                  <a:pt x="24659" y="0"/>
                  <a:pt x="55077" y="0"/>
                </a:cubicBezTo>
                <a:lnTo>
                  <a:pt x="731896" y="0"/>
                </a:lnTo>
                <a:cubicBezTo>
                  <a:pt x="746503" y="0"/>
                  <a:pt x="760512" y="5803"/>
                  <a:pt x="770840" y="16132"/>
                </a:cubicBezTo>
                <a:cubicBezTo>
                  <a:pt x="781170" y="26461"/>
                  <a:pt x="786972" y="40470"/>
                  <a:pt x="786972" y="55077"/>
                </a:cubicBezTo>
                <a:lnTo>
                  <a:pt x="786972" y="275378"/>
                </a:lnTo>
                <a:cubicBezTo>
                  <a:pt x="786972" y="305796"/>
                  <a:pt x="762314" y="330455"/>
                  <a:pt x="731896" y="330455"/>
                </a:cubicBezTo>
                <a:lnTo>
                  <a:pt x="55077" y="330455"/>
                </a:lnTo>
                <a:cubicBezTo>
                  <a:pt x="24659" y="330455"/>
                  <a:pt x="0" y="305796"/>
                  <a:pt x="0" y="275378"/>
                </a:cubicBezTo>
                <a:lnTo>
                  <a:pt x="0" y="55077"/>
                </a:ln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ACD470-0A51-478E-9AFD-78814D7B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4731" y="1937033"/>
            <a:ext cx="786972" cy="330455"/>
          </a:xfrm>
          <a:custGeom xmlns:a="http://schemas.openxmlformats.org/drawingml/2006/main">
            <a:pathLst>
              <a:path w="786972" h="330455" fill="none">
                <a:moveTo>
                  <a:pt x="0" y="55077"/>
                </a:moveTo>
                <a:lnTo>
                  <a:pt x="0" y="55077"/>
                </a:lnTo>
                <a:cubicBezTo>
                  <a:pt x="0" y="24659"/>
                  <a:pt x="24659" y="0"/>
                  <a:pt x="55077" y="0"/>
                </a:cubicBezTo>
                <a:lnTo>
                  <a:pt x="731896" y="0"/>
                </a:lnTo>
                <a:cubicBezTo>
                  <a:pt x="746503" y="0"/>
                  <a:pt x="760512" y="5803"/>
                  <a:pt x="770840" y="16132"/>
                </a:cubicBezTo>
                <a:cubicBezTo>
                  <a:pt x="781170" y="26461"/>
                  <a:pt x="786972" y="40470"/>
                  <a:pt x="786972" y="55077"/>
                </a:cubicBezTo>
                <a:lnTo>
                  <a:pt x="786972" y="275378"/>
                </a:lnTo>
                <a:cubicBezTo>
                  <a:pt x="786972" y="305796"/>
                  <a:pt x="762314" y="330455"/>
                  <a:pt x="731896" y="330455"/>
                </a:cubicBezTo>
                <a:lnTo>
                  <a:pt x="55077" y="330455"/>
                </a:lnTo>
                <a:cubicBezTo>
                  <a:pt x="24659" y="330455"/>
                  <a:pt x="0" y="305796"/>
                  <a:pt x="0" y="275378"/>
                </a:cubicBezTo>
                <a:lnTo>
                  <a:pt x="0" y="550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276" name="Text Vision">
            <a:extLst xmlns:a="http://schemas.openxmlformats.org/drawingml/2006/main">
              <a:ext uri="{FF2B5EF4-FFF2-40B4-BE49-F238E27FC236}">
                <a16:creationId xmlns:a16="http://schemas.microsoft.com/office/drawing/2014/main" id="{969B7838-5FAF-4051-B850-AB6277EA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6127" y="1988381"/>
            <a:ext cx="335888" cy="87278"/>
          </a:xfrm>
          <a:custGeom xmlns:a="http://schemas.openxmlformats.org/drawingml/2006/main">
            <a:pathLst>
              <a:path w="335888" h="87278">
                <a:moveTo>
                  <a:pt x="34462" y="85772"/>
                </a:moveTo>
                <a:lnTo>
                  <a:pt x="0" y="0"/>
                </a:lnTo>
                <a:lnTo>
                  <a:pt x="12217" y="0"/>
                </a:lnTo>
                <a:lnTo>
                  <a:pt x="41149" y="74069"/>
                </a:lnTo>
                <a:lnTo>
                  <a:pt x="70084" y="0"/>
                </a:lnTo>
                <a:lnTo>
                  <a:pt x="82300" y="0"/>
                </a:lnTo>
                <a:lnTo>
                  <a:pt x="47709" y="85772"/>
                </a:lnTo>
                <a:lnTo>
                  <a:pt x="34462" y="85772"/>
                </a:lnTo>
                <a:close/>
                <a:moveTo>
                  <a:pt x="97860" y="14746"/>
                </a:moveTo>
                <a:cubicBezTo>
                  <a:pt x="96145" y="14746"/>
                  <a:pt x="94644" y="14125"/>
                  <a:pt x="93358" y="12882"/>
                </a:cubicBezTo>
                <a:cubicBezTo>
                  <a:pt x="92073" y="11638"/>
                  <a:pt x="91430" y="10116"/>
                  <a:pt x="91430" y="8316"/>
                </a:cubicBezTo>
                <a:cubicBezTo>
                  <a:pt x="91430" y="6516"/>
                  <a:pt x="92073" y="4973"/>
                  <a:pt x="93358" y="3687"/>
                </a:cubicBezTo>
                <a:cubicBezTo>
                  <a:pt x="94644" y="2401"/>
                  <a:pt x="96145" y="1758"/>
                  <a:pt x="97860" y="1758"/>
                </a:cubicBezTo>
                <a:cubicBezTo>
                  <a:pt x="99660" y="1758"/>
                  <a:pt x="101203" y="2401"/>
                  <a:pt x="102489" y="3687"/>
                </a:cubicBezTo>
                <a:cubicBezTo>
                  <a:pt x="103774" y="4973"/>
                  <a:pt x="104417" y="6516"/>
                  <a:pt x="104417" y="8316"/>
                </a:cubicBezTo>
                <a:cubicBezTo>
                  <a:pt x="104417" y="10116"/>
                  <a:pt x="103774" y="11638"/>
                  <a:pt x="102489" y="12882"/>
                </a:cubicBezTo>
                <a:cubicBezTo>
                  <a:pt x="101203" y="14125"/>
                  <a:pt x="99660" y="14746"/>
                  <a:pt x="97860" y="14746"/>
                </a:cubicBezTo>
                <a:moveTo>
                  <a:pt x="93101" y="85772"/>
                </a:moveTo>
                <a:lnTo>
                  <a:pt x="93101" y="23609"/>
                </a:lnTo>
                <a:lnTo>
                  <a:pt x="102746" y="23609"/>
                </a:lnTo>
                <a:lnTo>
                  <a:pt x="102746" y="85772"/>
                </a:lnTo>
                <a:lnTo>
                  <a:pt x="93101" y="85772"/>
                </a:lnTo>
                <a:close/>
                <a:moveTo>
                  <a:pt x="141710" y="87278"/>
                </a:moveTo>
                <a:cubicBezTo>
                  <a:pt x="131166" y="87278"/>
                  <a:pt x="122807" y="84024"/>
                  <a:pt x="116636" y="77515"/>
                </a:cubicBezTo>
                <a:lnTo>
                  <a:pt x="121651" y="70576"/>
                </a:lnTo>
                <a:cubicBezTo>
                  <a:pt x="123707" y="72973"/>
                  <a:pt x="126557" y="75048"/>
                  <a:pt x="130200" y="76802"/>
                </a:cubicBezTo>
                <a:cubicBezTo>
                  <a:pt x="133845" y="78557"/>
                  <a:pt x="137810" y="79434"/>
                  <a:pt x="142097" y="79434"/>
                </a:cubicBezTo>
                <a:cubicBezTo>
                  <a:pt x="146898" y="79434"/>
                  <a:pt x="150541" y="78427"/>
                  <a:pt x="153026" y="76414"/>
                </a:cubicBezTo>
                <a:cubicBezTo>
                  <a:pt x="155513" y="74399"/>
                  <a:pt x="156757" y="71850"/>
                  <a:pt x="156757" y="68765"/>
                </a:cubicBezTo>
                <a:cubicBezTo>
                  <a:pt x="156757" y="66023"/>
                  <a:pt x="155406" y="63860"/>
                  <a:pt x="152705" y="62274"/>
                </a:cubicBezTo>
                <a:cubicBezTo>
                  <a:pt x="150005" y="60689"/>
                  <a:pt x="144968" y="59039"/>
                  <a:pt x="137596" y="57326"/>
                </a:cubicBezTo>
                <a:cubicBezTo>
                  <a:pt x="131338" y="56040"/>
                  <a:pt x="126558" y="54004"/>
                  <a:pt x="123258" y="51219"/>
                </a:cubicBezTo>
                <a:cubicBezTo>
                  <a:pt x="119958" y="48434"/>
                  <a:pt x="118307" y="44684"/>
                  <a:pt x="118307" y="39970"/>
                </a:cubicBezTo>
                <a:cubicBezTo>
                  <a:pt x="118307" y="34743"/>
                  <a:pt x="120408" y="30458"/>
                  <a:pt x="124608" y="27116"/>
                </a:cubicBezTo>
                <a:cubicBezTo>
                  <a:pt x="128808" y="23773"/>
                  <a:pt x="134424" y="22102"/>
                  <a:pt x="141453" y="22102"/>
                </a:cubicBezTo>
                <a:cubicBezTo>
                  <a:pt x="150799" y="22102"/>
                  <a:pt x="158472" y="25104"/>
                  <a:pt x="164472" y="31109"/>
                </a:cubicBezTo>
                <a:lnTo>
                  <a:pt x="159971" y="37800"/>
                </a:lnTo>
                <a:cubicBezTo>
                  <a:pt x="158086" y="35568"/>
                  <a:pt x="155535" y="33701"/>
                  <a:pt x="152320" y="32200"/>
                </a:cubicBezTo>
                <a:cubicBezTo>
                  <a:pt x="149105" y="30698"/>
                  <a:pt x="145482" y="29947"/>
                  <a:pt x="141453" y="29947"/>
                </a:cubicBezTo>
                <a:cubicBezTo>
                  <a:pt x="137167" y="29947"/>
                  <a:pt x="133802" y="30890"/>
                  <a:pt x="131358" y="32775"/>
                </a:cubicBezTo>
                <a:cubicBezTo>
                  <a:pt x="128916" y="34660"/>
                  <a:pt x="127695" y="36973"/>
                  <a:pt x="127695" y="39715"/>
                </a:cubicBezTo>
                <a:cubicBezTo>
                  <a:pt x="127695" y="42200"/>
                  <a:pt x="129066" y="44172"/>
                  <a:pt x="131809" y="45629"/>
                </a:cubicBezTo>
                <a:cubicBezTo>
                  <a:pt x="134552" y="47085"/>
                  <a:pt x="139610" y="48584"/>
                  <a:pt x="146983" y="50126"/>
                </a:cubicBezTo>
                <a:cubicBezTo>
                  <a:pt x="153241" y="51584"/>
                  <a:pt x="157999" y="53791"/>
                  <a:pt x="161256" y="56749"/>
                </a:cubicBezTo>
                <a:cubicBezTo>
                  <a:pt x="164514" y="59705"/>
                  <a:pt x="166144" y="63626"/>
                  <a:pt x="166144" y="68510"/>
                </a:cubicBezTo>
                <a:cubicBezTo>
                  <a:pt x="166144" y="74251"/>
                  <a:pt x="163915" y="78815"/>
                  <a:pt x="159457" y="82200"/>
                </a:cubicBezTo>
                <a:cubicBezTo>
                  <a:pt x="154998" y="85586"/>
                  <a:pt x="149083" y="87278"/>
                  <a:pt x="141710" y="87278"/>
                </a:cubicBezTo>
                <a:close/>
                <a:moveTo>
                  <a:pt x="186590" y="14746"/>
                </a:moveTo>
                <a:cubicBezTo>
                  <a:pt x="184875" y="14746"/>
                  <a:pt x="183374" y="14125"/>
                  <a:pt x="182088" y="12882"/>
                </a:cubicBezTo>
                <a:cubicBezTo>
                  <a:pt x="180802" y="11638"/>
                  <a:pt x="180160" y="10116"/>
                  <a:pt x="180160" y="8316"/>
                </a:cubicBezTo>
                <a:cubicBezTo>
                  <a:pt x="180160" y="6516"/>
                  <a:pt x="180802" y="4973"/>
                  <a:pt x="182088" y="3687"/>
                </a:cubicBezTo>
                <a:cubicBezTo>
                  <a:pt x="183374" y="2401"/>
                  <a:pt x="184875" y="1758"/>
                  <a:pt x="186590" y="1758"/>
                </a:cubicBezTo>
                <a:cubicBezTo>
                  <a:pt x="188390" y="1758"/>
                  <a:pt x="189933" y="2401"/>
                  <a:pt x="191218" y="3687"/>
                </a:cubicBezTo>
                <a:cubicBezTo>
                  <a:pt x="192504" y="4973"/>
                  <a:pt x="193147" y="6516"/>
                  <a:pt x="193147" y="8316"/>
                </a:cubicBezTo>
                <a:cubicBezTo>
                  <a:pt x="193147" y="10116"/>
                  <a:pt x="192504" y="11638"/>
                  <a:pt x="191218" y="12882"/>
                </a:cubicBezTo>
                <a:cubicBezTo>
                  <a:pt x="189933" y="14125"/>
                  <a:pt x="188390" y="14746"/>
                  <a:pt x="186590" y="14746"/>
                </a:cubicBezTo>
                <a:moveTo>
                  <a:pt x="181831" y="85772"/>
                </a:moveTo>
                <a:lnTo>
                  <a:pt x="181831" y="23609"/>
                </a:lnTo>
                <a:lnTo>
                  <a:pt x="191476" y="23609"/>
                </a:lnTo>
                <a:lnTo>
                  <a:pt x="191476" y="85772"/>
                </a:lnTo>
                <a:lnTo>
                  <a:pt x="181831" y="85772"/>
                </a:lnTo>
                <a:close/>
                <a:moveTo>
                  <a:pt x="237899" y="87278"/>
                </a:moveTo>
                <a:cubicBezTo>
                  <a:pt x="228897" y="87278"/>
                  <a:pt x="221525" y="84215"/>
                  <a:pt x="215781" y="78088"/>
                </a:cubicBezTo>
                <a:cubicBezTo>
                  <a:pt x="210037" y="71959"/>
                  <a:pt x="207165" y="64138"/>
                  <a:pt x="207165" y="54626"/>
                </a:cubicBezTo>
                <a:cubicBezTo>
                  <a:pt x="207165" y="45028"/>
                  <a:pt x="210037" y="37208"/>
                  <a:pt x="215781" y="31166"/>
                </a:cubicBezTo>
                <a:cubicBezTo>
                  <a:pt x="221525" y="25123"/>
                  <a:pt x="228897" y="22102"/>
                  <a:pt x="237899" y="22102"/>
                </a:cubicBezTo>
                <a:cubicBezTo>
                  <a:pt x="246901" y="22102"/>
                  <a:pt x="254274" y="25123"/>
                  <a:pt x="260017" y="31166"/>
                </a:cubicBezTo>
                <a:cubicBezTo>
                  <a:pt x="265761" y="37208"/>
                  <a:pt x="268633" y="45028"/>
                  <a:pt x="268633" y="54626"/>
                </a:cubicBezTo>
                <a:cubicBezTo>
                  <a:pt x="268633" y="64138"/>
                  <a:pt x="265761" y="71959"/>
                  <a:pt x="260017" y="78088"/>
                </a:cubicBezTo>
                <a:cubicBezTo>
                  <a:pt x="254274" y="84215"/>
                  <a:pt x="246901" y="87278"/>
                  <a:pt x="237899" y="87278"/>
                </a:cubicBezTo>
                <a:moveTo>
                  <a:pt x="237899" y="78662"/>
                </a:moveTo>
                <a:cubicBezTo>
                  <a:pt x="243900" y="78662"/>
                  <a:pt x="248830" y="76413"/>
                  <a:pt x="252688" y="71914"/>
                </a:cubicBezTo>
                <a:cubicBezTo>
                  <a:pt x="256546" y="67416"/>
                  <a:pt x="258474" y="61653"/>
                  <a:pt x="258474" y="54626"/>
                </a:cubicBezTo>
                <a:cubicBezTo>
                  <a:pt x="258474" y="47685"/>
                  <a:pt x="256546" y="41965"/>
                  <a:pt x="252688" y="37466"/>
                </a:cubicBezTo>
                <a:cubicBezTo>
                  <a:pt x="248830" y="32968"/>
                  <a:pt x="243900" y="30718"/>
                  <a:pt x="237899" y="30718"/>
                </a:cubicBezTo>
                <a:cubicBezTo>
                  <a:pt x="231898" y="30718"/>
                  <a:pt x="226948" y="32947"/>
                  <a:pt x="223047" y="37403"/>
                </a:cubicBezTo>
                <a:cubicBezTo>
                  <a:pt x="219146" y="41859"/>
                  <a:pt x="217196" y="47600"/>
                  <a:pt x="217196" y="54626"/>
                </a:cubicBezTo>
                <a:cubicBezTo>
                  <a:pt x="217196" y="61738"/>
                  <a:pt x="219124" y="67522"/>
                  <a:pt x="222982" y="71979"/>
                </a:cubicBezTo>
                <a:cubicBezTo>
                  <a:pt x="226840" y="76435"/>
                  <a:pt x="231812" y="78662"/>
                  <a:pt x="237899" y="78662"/>
                </a:cubicBezTo>
                <a:close/>
                <a:moveTo>
                  <a:pt x="326244" y="85772"/>
                </a:moveTo>
                <a:lnTo>
                  <a:pt x="326244" y="45125"/>
                </a:lnTo>
                <a:cubicBezTo>
                  <a:pt x="326244" y="39637"/>
                  <a:pt x="324979" y="35864"/>
                  <a:pt x="322449" y="33807"/>
                </a:cubicBezTo>
                <a:cubicBezTo>
                  <a:pt x="319920" y="31748"/>
                  <a:pt x="316556" y="30718"/>
                  <a:pt x="312355" y="30718"/>
                </a:cubicBezTo>
                <a:cubicBezTo>
                  <a:pt x="308755" y="30718"/>
                  <a:pt x="305219" y="31683"/>
                  <a:pt x="301746" y="33612"/>
                </a:cubicBezTo>
                <a:cubicBezTo>
                  <a:pt x="298274" y="35541"/>
                  <a:pt x="295680" y="37791"/>
                  <a:pt x="293965" y="40362"/>
                </a:cubicBezTo>
                <a:lnTo>
                  <a:pt x="293965" y="85772"/>
                </a:lnTo>
                <a:lnTo>
                  <a:pt x="284321" y="85772"/>
                </a:lnTo>
                <a:lnTo>
                  <a:pt x="284321" y="23609"/>
                </a:lnTo>
                <a:lnTo>
                  <a:pt x="293965" y="23609"/>
                </a:lnTo>
                <a:lnTo>
                  <a:pt x="293965" y="32647"/>
                </a:lnTo>
                <a:cubicBezTo>
                  <a:pt x="296624" y="29561"/>
                  <a:pt x="299903" y="27033"/>
                  <a:pt x="303804" y="25061"/>
                </a:cubicBezTo>
                <a:cubicBezTo>
                  <a:pt x="307705" y="23089"/>
                  <a:pt x="311799" y="22102"/>
                  <a:pt x="316085" y="22102"/>
                </a:cubicBezTo>
                <a:cubicBezTo>
                  <a:pt x="329287" y="22102"/>
                  <a:pt x="335888" y="28791"/>
                  <a:pt x="335888" y="42168"/>
                </a:cubicBezTo>
                <a:lnTo>
                  <a:pt x="335888" y="85772"/>
                </a:lnTo>
                <a:lnTo>
                  <a:pt x="326244" y="857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Text Encoder">
            <a:extLst xmlns:a="http://schemas.openxmlformats.org/drawingml/2006/main">
              <a:ext uri="{FF2B5EF4-FFF2-40B4-BE49-F238E27FC236}">
                <a16:creationId xmlns:a16="http://schemas.microsoft.com/office/drawing/2014/main" id="{DBAD0D27-1370-43CE-B891-662A5812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373" y="2139939"/>
            <a:ext cx="457539" cy="87278"/>
          </a:xfrm>
          <a:custGeom xmlns:a="http://schemas.openxmlformats.org/drawingml/2006/main">
            <a:pathLst>
              <a:path w="457539" h="87278">
                <a:moveTo>
                  <a:pt x="0" y="85772"/>
                </a:moveTo>
                <a:lnTo>
                  <a:pt x="0" y="0"/>
                </a:lnTo>
                <a:lnTo>
                  <a:pt x="56195" y="0"/>
                </a:lnTo>
                <a:lnTo>
                  <a:pt x="56195" y="9517"/>
                </a:lnTo>
                <a:lnTo>
                  <a:pt x="10672" y="9517"/>
                </a:lnTo>
                <a:lnTo>
                  <a:pt x="10672" y="37172"/>
                </a:lnTo>
                <a:lnTo>
                  <a:pt x="55295" y="37172"/>
                </a:lnTo>
                <a:lnTo>
                  <a:pt x="55295" y="46689"/>
                </a:lnTo>
                <a:lnTo>
                  <a:pt x="10672" y="46689"/>
                </a:lnTo>
                <a:lnTo>
                  <a:pt x="10672" y="76255"/>
                </a:lnTo>
                <a:lnTo>
                  <a:pt x="56195" y="76255"/>
                </a:lnTo>
                <a:lnTo>
                  <a:pt x="56195" y="85772"/>
                </a:lnTo>
                <a:lnTo>
                  <a:pt x="0" y="85772"/>
                </a:lnTo>
                <a:close/>
                <a:moveTo>
                  <a:pt x="114706" y="85772"/>
                </a:moveTo>
                <a:lnTo>
                  <a:pt x="114706" y="45125"/>
                </a:lnTo>
                <a:cubicBezTo>
                  <a:pt x="114706" y="39637"/>
                  <a:pt x="113441" y="35864"/>
                  <a:pt x="110911" y="33807"/>
                </a:cubicBezTo>
                <a:cubicBezTo>
                  <a:pt x="108383" y="31748"/>
                  <a:pt x="105018" y="30718"/>
                  <a:pt x="100818" y="30718"/>
                </a:cubicBezTo>
                <a:cubicBezTo>
                  <a:pt x="97218" y="30718"/>
                  <a:pt x="93681" y="31683"/>
                  <a:pt x="90208" y="33612"/>
                </a:cubicBezTo>
                <a:cubicBezTo>
                  <a:pt x="86736" y="35541"/>
                  <a:pt x="84143" y="37791"/>
                  <a:pt x="82428" y="40362"/>
                </a:cubicBezTo>
                <a:lnTo>
                  <a:pt x="82428" y="85772"/>
                </a:lnTo>
                <a:lnTo>
                  <a:pt x="72784" y="85772"/>
                </a:lnTo>
                <a:lnTo>
                  <a:pt x="72784" y="23609"/>
                </a:lnTo>
                <a:lnTo>
                  <a:pt x="82428" y="23609"/>
                </a:lnTo>
                <a:lnTo>
                  <a:pt x="82428" y="32647"/>
                </a:lnTo>
                <a:cubicBezTo>
                  <a:pt x="85086" y="29561"/>
                  <a:pt x="88366" y="27033"/>
                  <a:pt x="92266" y="25061"/>
                </a:cubicBezTo>
                <a:cubicBezTo>
                  <a:pt x="96167" y="23089"/>
                  <a:pt x="100261" y="22102"/>
                  <a:pt x="104548" y="22102"/>
                </a:cubicBezTo>
                <a:cubicBezTo>
                  <a:pt x="117749" y="22102"/>
                  <a:pt x="124350" y="28791"/>
                  <a:pt x="124350" y="42168"/>
                </a:cubicBezTo>
                <a:lnTo>
                  <a:pt x="124350" y="85772"/>
                </a:lnTo>
                <a:lnTo>
                  <a:pt x="114706" y="85772"/>
                </a:lnTo>
                <a:close/>
                <a:moveTo>
                  <a:pt x="171030" y="87278"/>
                </a:moveTo>
                <a:cubicBezTo>
                  <a:pt x="161943" y="87278"/>
                  <a:pt x="154507" y="84193"/>
                  <a:pt x="148720" y="78023"/>
                </a:cubicBezTo>
                <a:cubicBezTo>
                  <a:pt x="142932" y="71852"/>
                  <a:pt x="140039" y="64053"/>
                  <a:pt x="140039" y="54626"/>
                </a:cubicBezTo>
                <a:cubicBezTo>
                  <a:pt x="140039" y="45284"/>
                  <a:pt x="142932" y="37528"/>
                  <a:pt x="148720" y="31358"/>
                </a:cubicBezTo>
                <a:cubicBezTo>
                  <a:pt x="154507" y="25187"/>
                  <a:pt x="161943" y="22102"/>
                  <a:pt x="171030" y="22102"/>
                </a:cubicBezTo>
                <a:cubicBezTo>
                  <a:pt x="180631" y="22102"/>
                  <a:pt x="188219" y="25700"/>
                  <a:pt x="193791" y="32894"/>
                </a:cubicBezTo>
                <a:lnTo>
                  <a:pt x="187361" y="38804"/>
                </a:lnTo>
                <a:cubicBezTo>
                  <a:pt x="183418" y="33414"/>
                  <a:pt x="178147" y="30718"/>
                  <a:pt x="171546" y="30718"/>
                </a:cubicBezTo>
                <a:cubicBezTo>
                  <a:pt x="165201" y="30718"/>
                  <a:pt x="160036" y="32925"/>
                  <a:pt x="156048" y="37339"/>
                </a:cubicBezTo>
                <a:cubicBezTo>
                  <a:pt x="152063" y="41751"/>
                  <a:pt x="150070" y="47513"/>
                  <a:pt x="150070" y="54626"/>
                </a:cubicBezTo>
                <a:cubicBezTo>
                  <a:pt x="150070" y="61824"/>
                  <a:pt x="152041" y="67630"/>
                  <a:pt x="155984" y="72044"/>
                </a:cubicBezTo>
                <a:cubicBezTo>
                  <a:pt x="159928" y="76456"/>
                  <a:pt x="165115" y="78662"/>
                  <a:pt x="171546" y="78662"/>
                </a:cubicBezTo>
                <a:cubicBezTo>
                  <a:pt x="178060" y="78662"/>
                  <a:pt x="183332" y="75967"/>
                  <a:pt x="187361" y="70576"/>
                </a:cubicBezTo>
                <a:lnTo>
                  <a:pt x="193791" y="76486"/>
                </a:lnTo>
                <a:cubicBezTo>
                  <a:pt x="188219" y="83681"/>
                  <a:pt x="180631" y="87278"/>
                  <a:pt x="171030" y="87278"/>
                </a:cubicBezTo>
                <a:close/>
                <a:moveTo>
                  <a:pt x="234427" y="87278"/>
                </a:moveTo>
                <a:cubicBezTo>
                  <a:pt x="225426" y="87278"/>
                  <a:pt x="218053" y="84215"/>
                  <a:pt x="212309" y="78088"/>
                </a:cubicBezTo>
                <a:cubicBezTo>
                  <a:pt x="206565" y="71959"/>
                  <a:pt x="203693" y="64138"/>
                  <a:pt x="203693" y="54626"/>
                </a:cubicBezTo>
                <a:cubicBezTo>
                  <a:pt x="203693" y="45028"/>
                  <a:pt x="206565" y="37208"/>
                  <a:pt x="212309" y="31166"/>
                </a:cubicBezTo>
                <a:cubicBezTo>
                  <a:pt x="218053" y="25123"/>
                  <a:pt x="225426" y="22102"/>
                  <a:pt x="234427" y="22102"/>
                </a:cubicBezTo>
                <a:cubicBezTo>
                  <a:pt x="243429" y="22102"/>
                  <a:pt x="250802" y="25123"/>
                  <a:pt x="256545" y="31166"/>
                </a:cubicBezTo>
                <a:cubicBezTo>
                  <a:pt x="262289" y="37208"/>
                  <a:pt x="265161" y="45028"/>
                  <a:pt x="265161" y="54626"/>
                </a:cubicBezTo>
                <a:cubicBezTo>
                  <a:pt x="265161" y="64138"/>
                  <a:pt x="262289" y="71959"/>
                  <a:pt x="256545" y="78088"/>
                </a:cubicBezTo>
                <a:cubicBezTo>
                  <a:pt x="250802" y="84215"/>
                  <a:pt x="243429" y="87278"/>
                  <a:pt x="234427" y="87278"/>
                </a:cubicBezTo>
                <a:moveTo>
                  <a:pt x="234427" y="78662"/>
                </a:moveTo>
                <a:cubicBezTo>
                  <a:pt x="240429" y="78662"/>
                  <a:pt x="245358" y="76413"/>
                  <a:pt x="249216" y="71914"/>
                </a:cubicBezTo>
                <a:cubicBezTo>
                  <a:pt x="253074" y="67416"/>
                  <a:pt x="255003" y="61653"/>
                  <a:pt x="255003" y="54626"/>
                </a:cubicBezTo>
                <a:cubicBezTo>
                  <a:pt x="255003" y="47685"/>
                  <a:pt x="253074" y="41965"/>
                  <a:pt x="249216" y="37466"/>
                </a:cubicBezTo>
                <a:cubicBezTo>
                  <a:pt x="245358" y="32968"/>
                  <a:pt x="240429" y="30718"/>
                  <a:pt x="234427" y="30718"/>
                </a:cubicBezTo>
                <a:cubicBezTo>
                  <a:pt x="228427" y="30718"/>
                  <a:pt x="223476" y="32947"/>
                  <a:pt x="219575" y="37403"/>
                </a:cubicBezTo>
                <a:cubicBezTo>
                  <a:pt x="215674" y="41859"/>
                  <a:pt x="213724" y="47600"/>
                  <a:pt x="213724" y="54626"/>
                </a:cubicBezTo>
                <a:cubicBezTo>
                  <a:pt x="213724" y="61738"/>
                  <a:pt x="215653" y="67522"/>
                  <a:pt x="219510" y="71979"/>
                </a:cubicBezTo>
                <a:cubicBezTo>
                  <a:pt x="223368" y="76435"/>
                  <a:pt x="228340" y="78662"/>
                  <a:pt x="234427" y="78662"/>
                </a:cubicBezTo>
                <a:close/>
                <a:moveTo>
                  <a:pt x="325859" y="85772"/>
                </a:moveTo>
                <a:lnTo>
                  <a:pt x="325859" y="76475"/>
                </a:lnTo>
                <a:cubicBezTo>
                  <a:pt x="323543" y="79647"/>
                  <a:pt x="320564" y="82241"/>
                  <a:pt x="316921" y="84257"/>
                </a:cubicBezTo>
                <a:cubicBezTo>
                  <a:pt x="313278" y="86271"/>
                  <a:pt x="309270" y="87278"/>
                  <a:pt x="304896" y="87278"/>
                </a:cubicBezTo>
                <a:cubicBezTo>
                  <a:pt x="296581" y="87278"/>
                  <a:pt x="289894" y="84322"/>
                  <a:pt x="284835" y="78409"/>
                </a:cubicBezTo>
                <a:cubicBezTo>
                  <a:pt x="279778" y="72495"/>
                  <a:pt x="277249" y="64611"/>
                  <a:pt x="277249" y="54755"/>
                </a:cubicBezTo>
                <a:cubicBezTo>
                  <a:pt x="277249" y="44813"/>
                  <a:pt x="279799" y="36886"/>
                  <a:pt x="284900" y="30973"/>
                </a:cubicBezTo>
                <a:cubicBezTo>
                  <a:pt x="290001" y="25059"/>
                  <a:pt x="296667" y="22102"/>
                  <a:pt x="304896" y="22102"/>
                </a:cubicBezTo>
                <a:cubicBezTo>
                  <a:pt x="309098" y="22102"/>
                  <a:pt x="313021" y="23067"/>
                  <a:pt x="316664" y="24996"/>
                </a:cubicBezTo>
                <a:cubicBezTo>
                  <a:pt x="320307" y="26925"/>
                  <a:pt x="323372" y="29603"/>
                  <a:pt x="325859" y="33032"/>
                </a:cubicBezTo>
                <a:lnTo>
                  <a:pt x="325859" y="0"/>
                </a:lnTo>
                <a:lnTo>
                  <a:pt x="335503" y="0"/>
                </a:lnTo>
                <a:lnTo>
                  <a:pt x="335503" y="85772"/>
                </a:lnTo>
                <a:lnTo>
                  <a:pt x="325859" y="85772"/>
                </a:lnTo>
                <a:moveTo>
                  <a:pt x="307212" y="78662"/>
                </a:moveTo>
                <a:cubicBezTo>
                  <a:pt x="311070" y="78662"/>
                  <a:pt x="314713" y="77719"/>
                  <a:pt x="318141" y="75833"/>
                </a:cubicBezTo>
                <a:cubicBezTo>
                  <a:pt x="321571" y="73947"/>
                  <a:pt x="324144" y="71632"/>
                  <a:pt x="325859" y="68889"/>
                </a:cubicBezTo>
                <a:lnTo>
                  <a:pt x="325859" y="40747"/>
                </a:lnTo>
                <a:cubicBezTo>
                  <a:pt x="324144" y="38004"/>
                  <a:pt x="321571" y="35647"/>
                  <a:pt x="318141" y="33675"/>
                </a:cubicBezTo>
                <a:cubicBezTo>
                  <a:pt x="314713" y="31704"/>
                  <a:pt x="311070" y="30718"/>
                  <a:pt x="307212" y="30718"/>
                </a:cubicBezTo>
                <a:cubicBezTo>
                  <a:pt x="301211" y="30718"/>
                  <a:pt x="296389" y="32903"/>
                  <a:pt x="292745" y="37274"/>
                </a:cubicBezTo>
                <a:cubicBezTo>
                  <a:pt x="289101" y="41644"/>
                  <a:pt x="287280" y="47471"/>
                  <a:pt x="287280" y="54755"/>
                </a:cubicBezTo>
                <a:cubicBezTo>
                  <a:pt x="287280" y="61867"/>
                  <a:pt x="289080" y="67630"/>
                  <a:pt x="292680" y="72044"/>
                </a:cubicBezTo>
                <a:cubicBezTo>
                  <a:pt x="296281" y="76456"/>
                  <a:pt x="301125" y="78662"/>
                  <a:pt x="307212" y="78662"/>
                </a:cubicBezTo>
                <a:close/>
                <a:moveTo>
                  <a:pt x="382826" y="87278"/>
                </a:moveTo>
                <a:cubicBezTo>
                  <a:pt x="373482" y="87278"/>
                  <a:pt x="365873" y="84236"/>
                  <a:pt x="360000" y="78152"/>
                </a:cubicBezTo>
                <a:cubicBezTo>
                  <a:pt x="354127" y="72067"/>
                  <a:pt x="351191" y="64225"/>
                  <a:pt x="351191" y="54626"/>
                </a:cubicBezTo>
                <a:cubicBezTo>
                  <a:pt x="351191" y="45456"/>
                  <a:pt x="354106" y="37743"/>
                  <a:pt x="359935" y="31487"/>
                </a:cubicBezTo>
                <a:cubicBezTo>
                  <a:pt x="365765" y="25231"/>
                  <a:pt x="373053" y="22102"/>
                  <a:pt x="381798" y="22102"/>
                </a:cubicBezTo>
                <a:cubicBezTo>
                  <a:pt x="390714" y="22102"/>
                  <a:pt x="397915" y="25185"/>
                  <a:pt x="403401" y="31350"/>
                </a:cubicBezTo>
                <a:cubicBezTo>
                  <a:pt x="408888" y="37514"/>
                  <a:pt x="411631" y="45519"/>
                  <a:pt x="411631" y="55365"/>
                </a:cubicBezTo>
                <a:lnTo>
                  <a:pt x="411631" y="57806"/>
                </a:lnTo>
                <a:lnTo>
                  <a:pt x="361351" y="57806"/>
                </a:lnTo>
                <a:cubicBezTo>
                  <a:pt x="361694" y="64157"/>
                  <a:pt x="363987" y="69328"/>
                  <a:pt x="368231" y="73319"/>
                </a:cubicBezTo>
                <a:cubicBezTo>
                  <a:pt x="372475" y="77311"/>
                  <a:pt x="377640" y="79306"/>
                  <a:pt x="383726" y="79306"/>
                </a:cubicBezTo>
                <a:cubicBezTo>
                  <a:pt x="391270" y="79306"/>
                  <a:pt x="397657" y="76689"/>
                  <a:pt x="402887" y="71455"/>
                </a:cubicBezTo>
                <a:lnTo>
                  <a:pt x="407516" y="77758"/>
                </a:lnTo>
                <a:cubicBezTo>
                  <a:pt x="401172" y="84105"/>
                  <a:pt x="392942" y="87278"/>
                  <a:pt x="382826" y="87278"/>
                </a:cubicBezTo>
                <a:moveTo>
                  <a:pt x="402114" y="50735"/>
                </a:moveTo>
                <a:cubicBezTo>
                  <a:pt x="402114" y="45002"/>
                  <a:pt x="400228" y="40126"/>
                  <a:pt x="396455" y="36106"/>
                </a:cubicBezTo>
                <a:cubicBezTo>
                  <a:pt x="392684" y="32085"/>
                  <a:pt x="387755" y="30075"/>
                  <a:pt x="381668" y="30075"/>
                </a:cubicBezTo>
                <a:cubicBezTo>
                  <a:pt x="375924" y="30075"/>
                  <a:pt x="371145" y="32085"/>
                  <a:pt x="367330" y="36106"/>
                </a:cubicBezTo>
                <a:cubicBezTo>
                  <a:pt x="363516" y="40126"/>
                  <a:pt x="361523" y="45002"/>
                  <a:pt x="361351" y="50735"/>
                </a:cubicBezTo>
                <a:lnTo>
                  <a:pt x="402114" y="50735"/>
                </a:lnTo>
                <a:close/>
                <a:moveTo>
                  <a:pt x="427190" y="85772"/>
                </a:moveTo>
                <a:lnTo>
                  <a:pt x="427190" y="23609"/>
                </a:lnTo>
                <a:lnTo>
                  <a:pt x="436834" y="23609"/>
                </a:lnTo>
                <a:lnTo>
                  <a:pt x="436834" y="33671"/>
                </a:lnTo>
                <a:cubicBezTo>
                  <a:pt x="442578" y="26126"/>
                  <a:pt x="449480" y="22353"/>
                  <a:pt x="457539" y="22353"/>
                </a:cubicBezTo>
                <a:lnTo>
                  <a:pt x="457539" y="32257"/>
                </a:lnTo>
                <a:lnTo>
                  <a:pt x="453681" y="31870"/>
                </a:lnTo>
                <a:cubicBezTo>
                  <a:pt x="450766" y="31870"/>
                  <a:pt x="447550" y="32920"/>
                  <a:pt x="444035" y="35021"/>
                </a:cubicBezTo>
                <a:cubicBezTo>
                  <a:pt x="440520" y="37122"/>
                  <a:pt x="438120" y="39373"/>
                  <a:pt x="436834" y="41773"/>
                </a:cubicBezTo>
                <a:lnTo>
                  <a:pt x="436834" y="85772"/>
                </a:lnTo>
                <a:lnTo>
                  <a:pt x="427190" y="857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A01A28-D6C6-4984-BC19-EFA834EC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4729" y="2337910"/>
            <a:ext cx="786973" cy="165336"/>
          </a:xfrm>
          <a:custGeom xmlns:a="http://schemas.openxmlformats.org/drawingml/2006/main">
            <a:pathLst>
              <a:path w="786973" h="165336">
                <a:moveTo>
                  <a:pt x="0" y="27557"/>
                </a:moveTo>
                <a:lnTo>
                  <a:pt x="0" y="27557"/>
                </a:lnTo>
                <a:cubicBezTo>
                  <a:pt x="0" y="12337"/>
                  <a:pt x="12337" y="0"/>
                  <a:pt x="27556" y="0"/>
                </a:cubicBezTo>
                <a:lnTo>
                  <a:pt x="759415" y="0"/>
                </a:lnTo>
                <a:cubicBezTo>
                  <a:pt x="766725" y="0"/>
                  <a:pt x="773733" y="2903"/>
                  <a:pt x="778901" y="8071"/>
                </a:cubicBezTo>
                <a:cubicBezTo>
                  <a:pt x="784069" y="13239"/>
                  <a:pt x="786973" y="20248"/>
                  <a:pt x="786973" y="27557"/>
                </a:cubicBezTo>
                <a:lnTo>
                  <a:pt x="786973" y="137779"/>
                </a:lnTo>
                <a:cubicBezTo>
                  <a:pt x="786973" y="152998"/>
                  <a:pt x="774635" y="165336"/>
                  <a:pt x="759415" y="165336"/>
                </a:cubicBezTo>
                <a:lnTo>
                  <a:pt x="27556" y="165336"/>
                </a:lnTo>
                <a:cubicBezTo>
                  <a:pt x="12337" y="165336"/>
                  <a:pt x="0" y="152998"/>
                  <a:pt x="0" y="137779"/>
                </a:cubicBezTo>
                <a:lnTo>
                  <a:pt x="0" y="27557"/>
                </a:lnTo>
                <a:close/>
              </a:path>
            </a:pathLst>
          </a:custGeom>
          <a:solidFill xmlns:a="http://schemas.openxmlformats.org/drawingml/2006/main">
            <a:srgbClr val="B4A7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2EE93A-62ED-490D-8B7F-1057BA1B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4729" y="2337910"/>
            <a:ext cx="786973" cy="165336"/>
          </a:xfrm>
          <a:custGeom xmlns:a="http://schemas.openxmlformats.org/drawingml/2006/main">
            <a:pathLst>
              <a:path w="786973" h="165336" fill="none">
                <a:moveTo>
                  <a:pt x="0" y="27557"/>
                </a:moveTo>
                <a:lnTo>
                  <a:pt x="0" y="27557"/>
                </a:lnTo>
                <a:cubicBezTo>
                  <a:pt x="0" y="12337"/>
                  <a:pt x="12337" y="0"/>
                  <a:pt x="27556" y="0"/>
                </a:cubicBezTo>
                <a:lnTo>
                  <a:pt x="759415" y="0"/>
                </a:lnTo>
                <a:cubicBezTo>
                  <a:pt x="766725" y="0"/>
                  <a:pt x="773733" y="2903"/>
                  <a:pt x="778901" y="8071"/>
                </a:cubicBezTo>
                <a:cubicBezTo>
                  <a:pt x="784069" y="13239"/>
                  <a:pt x="786973" y="20248"/>
                  <a:pt x="786973" y="27557"/>
                </a:cubicBezTo>
                <a:lnTo>
                  <a:pt x="786973" y="137779"/>
                </a:lnTo>
                <a:cubicBezTo>
                  <a:pt x="786973" y="152998"/>
                  <a:pt x="774635" y="165336"/>
                  <a:pt x="759415" y="165336"/>
                </a:cubicBezTo>
                <a:lnTo>
                  <a:pt x="27556" y="165336"/>
                </a:lnTo>
                <a:cubicBezTo>
                  <a:pt x="12337" y="165336"/>
                  <a:pt x="0" y="152998"/>
                  <a:pt x="0" y="137779"/>
                </a:cubicBezTo>
                <a:lnTo>
                  <a:pt x="0" y="2755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280" name="Text Pro">
            <a:extLst xmlns:a="http://schemas.openxmlformats.org/drawingml/2006/main">
              <a:ext uri="{FF2B5EF4-FFF2-40B4-BE49-F238E27FC236}">
                <a16:creationId xmlns:a16="http://schemas.microsoft.com/office/drawing/2014/main" id="{F1A43683-62ED-47A1-A6D7-30D24EA7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4596" y="2382478"/>
            <a:ext cx="175402" cy="87278"/>
          </a:xfrm>
          <a:custGeom xmlns:a="http://schemas.openxmlformats.org/drawingml/2006/main">
            <a:pathLst>
              <a:path w="175402" h="87278">
                <a:moveTo>
                  <a:pt x="0" y="85772"/>
                </a:moveTo>
                <a:lnTo>
                  <a:pt x="0" y="0"/>
                </a:lnTo>
                <a:lnTo>
                  <a:pt x="34462" y="0"/>
                </a:lnTo>
                <a:cubicBezTo>
                  <a:pt x="42606" y="0"/>
                  <a:pt x="49122" y="2446"/>
                  <a:pt x="54007" y="7337"/>
                </a:cubicBezTo>
                <a:cubicBezTo>
                  <a:pt x="58895" y="12226"/>
                  <a:pt x="61338" y="18404"/>
                  <a:pt x="61338" y="25870"/>
                </a:cubicBezTo>
                <a:cubicBezTo>
                  <a:pt x="61338" y="33420"/>
                  <a:pt x="58852" y="39619"/>
                  <a:pt x="53880" y="44467"/>
                </a:cubicBezTo>
                <a:cubicBezTo>
                  <a:pt x="48908" y="49315"/>
                  <a:pt x="42435" y="51739"/>
                  <a:pt x="34462" y="51739"/>
                </a:cubicBezTo>
                <a:lnTo>
                  <a:pt x="10672" y="51739"/>
                </a:lnTo>
                <a:lnTo>
                  <a:pt x="10672" y="85772"/>
                </a:lnTo>
                <a:lnTo>
                  <a:pt x="0" y="85772"/>
                </a:lnTo>
                <a:moveTo>
                  <a:pt x="33177" y="42223"/>
                </a:moveTo>
                <a:cubicBezTo>
                  <a:pt x="38320" y="42223"/>
                  <a:pt x="42457" y="40720"/>
                  <a:pt x="45586" y="37715"/>
                </a:cubicBezTo>
                <a:cubicBezTo>
                  <a:pt x="48715" y="34711"/>
                  <a:pt x="50279" y="30762"/>
                  <a:pt x="50279" y="25870"/>
                </a:cubicBezTo>
                <a:cubicBezTo>
                  <a:pt x="50279" y="20977"/>
                  <a:pt x="48715" y="17029"/>
                  <a:pt x="45586" y="14024"/>
                </a:cubicBezTo>
                <a:cubicBezTo>
                  <a:pt x="42457" y="11019"/>
                  <a:pt x="38320" y="9517"/>
                  <a:pt x="33177" y="9517"/>
                </a:cubicBezTo>
                <a:lnTo>
                  <a:pt x="10672" y="9517"/>
                </a:lnTo>
                <a:lnTo>
                  <a:pt x="10672" y="42223"/>
                </a:lnTo>
                <a:lnTo>
                  <a:pt x="33177" y="42223"/>
                </a:lnTo>
                <a:close/>
                <a:moveTo>
                  <a:pt x="75098" y="85772"/>
                </a:moveTo>
                <a:lnTo>
                  <a:pt x="75098" y="23609"/>
                </a:lnTo>
                <a:lnTo>
                  <a:pt x="84742" y="23609"/>
                </a:lnTo>
                <a:lnTo>
                  <a:pt x="84742" y="33671"/>
                </a:lnTo>
                <a:cubicBezTo>
                  <a:pt x="90486" y="26126"/>
                  <a:pt x="97388" y="22353"/>
                  <a:pt x="105447" y="22353"/>
                </a:cubicBezTo>
                <a:lnTo>
                  <a:pt x="105447" y="32257"/>
                </a:lnTo>
                <a:lnTo>
                  <a:pt x="101590" y="31870"/>
                </a:lnTo>
                <a:cubicBezTo>
                  <a:pt x="98674" y="31870"/>
                  <a:pt x="95458" y="32920"/>
                  <a:pt x="91943" y="35021"/>
                </a:cubicBezTo>
                <a:cubicBezTo>
                  <a:pt x="88429" y="37122"/>
                  <a:pt x="86028" y="39373"/>
                  <a:pt x="84742" y="41773"/>
                </a:cubicBezTo>
                <a:lnTo>
                  <a:pt x="84742" y="85772"/>
                </a:lnTo>
                <a:lnTo>
                  <a:pt x="75098" y="85772"/>
                </a:lnTo>
                <a:close/>
                <a:moveTo>
                  <a:pt x="144668" y="87278"/>
                </a:moveTo>
                <a:cubicBezTo>
                  <a:pt x="135667" y="87278"/>
                  <a:pt x="128294" y="84215"/>
                  <a:pt x="122550" y="78088"/>
                </a:cubicBezTo>
                <a:cubicBezTo>
                  <a:pt x="116806" y="71959"/>
                  <a:pt x="113934" y="64138"/>
                  <a:pt x="113934" y="54626"/>
                </a:cubicBezTo>
                <a:cubicBezTo>
                  <a:pt x="113934" y="45028"/>
                  <a:pt x="116806" y="37208"/>
                  <a:pt x="122550" y="31166"/>
                </a:cubicBezTo>
                <a:cubicBezTo>
                  <a:pt x="128294" y="25123"/>
                  <a:pt x="135667" y="22102"/>
                  <a:pt x="144668" y="22102"/>
                </a:cubicBezTo>
                <a:cubicBezTo>
                  <a:pt x="153671" y="22102"/>
                  <a:pt x="161043" y="25123"/>
                  <a:pt x="166786" y="31166"/>
                </a:cubicBezTo>
                <a:cubicBezTo>
                  <a:pt x="172530" y="37208"/>
                  <a:pt x="175402" y="45028"/>
                  <a:pt x="175402" y="54626"/>
                </a:cubicBezTo>
                <a:cubicBezTo>
                  <a:pt x="175402" y="64138"/>
                  <a:pt x="172530" y="71959"/>
                  <a:pt x="166786" y="78088"/>
                </a:cubicBezTo>
                <a:cubicBezTo>
                  <a:pt x="161043" y="84215"/>
                  <a:pt x="153671" y="87278"/>
                  <a:pt x="144668" y="87278"/>
                </a:cubicBezTo>
                <a:moveTo>
                  <a:pt x="144668" y="78662"/>
                </a:moveTo>
                <a:cubicBezTo>
                  <a:pt x="150670" y="78662"/>
                  <a:pt x="155600" y="76413"/>
                  <a:pt x="159457" y="71914"/>
                </a:cubicBezTo>
                <a:cubicBezTo>
                  <a:pt x="163315" y="67416"/>
                  <a:pt x="165244" y="61653"/>
                  <a:pt x="165244" y="54626"/>
                </a:cubicBezTo>
                <a:cubicBezTo>
                  <a:pt x="165244" y="47685"/>
                  <a:pt x="163315" y="41965"/>
                  <a:pt x="159457" y="37466"/>
                </a:cubicBezTo>
                <a:cubicBezTo>
                  <a:pt x="155600" y="32968"/>
                  <a:pt x="150670" y="30718"/>
                  <a:pt x="144668" y="30718"/>
                </a:cubicBezTo>
                <a:cubicBezTo>
                  <a:pt x="138668" y="30718"/>
                  <a:pt x="133717" y="32947"/>
                  <a:pt x="129816" y="37403"/>
                </a:cubicBezTo>
                <a:cubicBezTo>
                  <a:pt x="125916" y="41859"/>
                  <a:pt x="123965" y="47600"/>
                  <a:pt x="123965" y="54626"/>
                </a:cubicBezTo>
                <a:cubicBezTo>
                  <a:pt x="123965" y="61738"/>
                  <a:pt x="125894" y="67522"/>
                  <a:pt x="129752" y="71979"/>
                </a:cubicBezTo>
                <a:cubicBezTo>
                  <a:pt x="133609" y="76435"/>
                  <a:pt x="138582" y="78662"/>
                  <a:pt x="144668" y="786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Text jection">
            <a:extLst xmlns:a="http://schemas.openxmlformats.org/drawingml/2006/main">
              <a:ext uri="{FF2B5EF4-FFF2-40B4-BE49-F238E27FC236}">
                <a16:creationId xmlns:a16="http://schemas.microsoft.com/office/drawing/2014/main" id="{6C31DA18-5D50-4E77-93AD-B476436D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312" y="2384236"/>
            <a:ext cx="379225" cy="109255"/>
          </a:xfrm>
          <a:custGeom xmlns:a="http://schemas.openxmlformats.org/drawingml/2006/main">
            <a:pathLst>
              <a:path w="379225" h="109255">
                <a:moveTo>
                  <a:pt x="27133" y="12988"/>
                </a:moveTo>
                <a:cubicBezTo>
                  <a:pt x="25418" y="12988"/>
                  <a:pt x="23918" y="12366"/>
                  <a:pt x="22632" y="11124"/>
                </a:cubicBezTo>
                <a:cubicBezTo>
                  <a:pt x="21346" y="9880"/>
                  <a:pt x="20703" y="8358"/>
                  <a:pt x="20703" y="6558"/>
                </a:cubicBezTo>
                <a:cubicBezTo>
                  <a:pt x="20703" y="4758"/>
                  <a:pt x="21346" y="3215"/>
                  <a:pt x="22632" y="1929"/>
                </a:cubicBezTo>
                <a:cubicBezTo>
                  <a:pt x="23918" y="643"/>
                  <a:pt x="25418" y="0"/>
                  <a:pt x="27133" y="0"/>
                </a:cubicBezTo>
                <a:cubicBezTo>
                  <a:pt x="28933" y="0"/>
                  <a:pt x="30476" y="643"/>
                  <a:pt x="31762" y="1929"/>
                </a:cubicBezTo>
                <a:cubicBezTo>
                  <a:pt x="33048" y="3215"/>
                  <a:pt x="33691" y="4758"/>
                  <a:pt x="33691" y="6558"/>
                </a:cubicBezTo>
                <a:cubicBezTo>
                  <a:pt x="33691" y="8358"/>
                  <a:pt x="33048" y="9880"/>
                  <a:pt x="31762" y="11124"/>
                </a:cubicBezTo>
                <a:cubicBezTo>
                  <a:pt x="30476" y="12366"/>
                  <a:pt x="28933" y="12988"/>
                  <a:pt x="27133" y="12988"/>
                </a:cubicBezTo>
                <a:moveTo>
                  <a:pt x="13631" y="109255"/>
                </a:moveTo>
                <a:cubicBezTo>
                  <a:pt x="10459" y="109255"/>
                  <a:pt x="7887" y="108870"/>
                  <a:pt x="5916" y="108099"/>
                </a:cubicBezTo>
                <a:cubicBezTo>
                  <a:pt x="3943" y="107330"/>
                  <a:pt x="1971" y="106176"/>
                  <a:pt x="0" y="104636"/>
                </a:cubicBezTo>
                <a:lnTo>
                  <a:pt x="3471" y="97325"/>
                </a:lnTo>
                <a:cubicBezTo>
                  <a:pt x="6129" y="99963"/>
                  <a:pt x="9087" y="101283"/>
                  <a:pt x="12344" y="101283"/>
                </a:cubicBezTo>
                <a:cubicBezTo>
                  <a:pt x="19031" y="101283"/>
                  <a:pt x="22375" y="97549"/>
                  <a:pt x="22375" y="90082"/>
                </a:cubicBezTo>
                <a:lnTo>
                  <a:pt x="22375" y="21851"/>
                </a:lnTo>
                <a:lnTo>
                  <a:pt x="32019" y="21851"/>
                </a:lnTo>
                <a:lnTo>
                  <a:pt x="32019" y="90075"/>
                </a:lnTo>
                <a:cubicBezTo>
                  <a:pt x="32019" y="96254"/>
                  <a:pt x="30433" y="100996"/>
                  <a:pt x="27261" y="104299"/>
                </a:cubicBezTo>
                <a:cubicBezTo>
                  <a:pt x="24090" y="107603"/>
                  <a:pt x="19547" y="109255"/>
                  <a:pt x="13631" y="109255"/>
                </a:cubicBezTo>
                <a:close/>
                <a:moveTo>
                  <a:pt x="79342" y="85520"/>
                </a:moveTo>
                <a:cubicBezTo>
                  <a:pt x="69998" y="85520"/>
                  <a:pt x="62389" y="82478"/>
                  <a:pt x="56516" y="76394"/>
                </a:cubicBezTo>
                <a:cubicBezTo>
                  <a:pt x="50644" y="70309"/>
                  <a:pt x="47708" y="62467"/>
                  <a:pt x="47708" y="52867"/>
                </a:cubicBezTo>
                <a:cubicBezTo>
                  <a:pt x="47708" y="43697"/>
                  <a:pt x="50622" y="35985"/>
                  <a:pt x="56451" y="29729"/>
                </a:cubicBezTo>
                <a:cubicBezTo>
                  <a:pt x="62282" y="23472"/>
                  <a:pt x="69569" y="20344"/>
                  <a:pt x="78314" y="20344"/>
                </a:cubicBezTo>
                <a:cubicBezTo>
                  <a:pt x="87230" y="20344"/>
                  <a:pt x="94431" y="23427"/>
                  <a:pt x="99918" y="29592"/>
                </a:cubicBezTo>
                <a:cubicBezTo>
                  <a:pt x="105404" y="35756"/>
                  <a:pt x="108147" y="43761"/>
                  <a:pt x="108147" y="53607"/>
                </a:cubicBezTo>
                <a:lnTo>
                  <a:pt x="108147" y="56048"/>
                </a:lnTo>
                <a:lnTo>
                  <a:pt x="57868" y="56048"/>
                </a:lnTo>
                <a:cubicBezTo>
                  <a:pt x="58211" y="62399"/>
                  <a:pt x="60504" y="67570"/>
                  <a:pt x="64747" y="71561"/>
                </a:cubicBezTo>
                <a:cubicBezTo>
                  <a:pt x="68991" y="75552"/>
                  <a:pt x="74156" y="77548"/>
                  <a:pt x="80243" y="77548"/>
                </a:cubicBezTo>
                <a:cubicBezTo>
                  <a:pt x="87787" y="77548"/>
                  <a:pt x="94174" y="74931"/>
                  <a:pt x="99404" y="69697"/>
                </a:cubicBezTo>
                <a:lnTo>
                  <a:pt x="104032" y="76000"/>
                </a:lnTo>
                <a:cubicBezTo>
                  <a:pt x="97688" y="82347"/>
                  <a:pt x="89458" y="85520"/>
                  <a:pt x="79342" y="85520"/>
                </a:cubicBezTo>
                <a:moveTo>
                  <a:pt x="98631" y="48976"/>
                </a:moveTo>
                <a:cubicBezTo>
                  <a:pt x="98631" y="43244"/>
                  <a:pt x="96744" y="38368"/>
                  <a:pt x="92972" y="34348"/>
                </a:cubicBezTo>
                <a:cubicBezTo>
                  <a:pt x="89200" y="30327"/>
                  <a:pt x="84271" y="28316"/>
                  <a:pt x="78184" y="28316"/>
                </a:cubicBezTo>
                <a:cubicBezTo>
                  <a:pt x="72440" y="28316"/>
                  <a:pt x="67661" y="30327"/>
                  <a:pt x="63847" y="34348"/>
                </a:cubicBezTo>
                <a:cubicBezTo>
                  <a:pt x="60032" y="38368"/>
                  <a:pt x="58039" y="43244"/>
                  <a:pt x="57868" y="48976"/>
                </a:cubicBezTo>
                <a:lnTo>
                  <a:pt x="98631" y="48976"/>
                </a:lnTo>
                <a:close/>
                <a:moveTo>
                  <a:pt x="151098" y="85520"/>
                </a:moveTo>
                <a:cubicBezTo>
                  <a:pt x="142012" y="85520"/>
                  <a:pt x="134575" y="82435"/>
                  <a:pt x="128788" y="76265"/>
                </a:cubicBezTo>
                <a:cubicBezTo>
                  <a:pt x="123001" y="70094"/>
                  <a:pt x="120107" y="62295"/>
                  <a:pt x="120107" y="52867"/>
                </a:cubicBezTo>
                <a:cubicBezTo>
                  <a:pt x="120107" y="43526"/>
                  <a:pt x="123001" y="35770"/>
                  <a:pt x="128788" y="29600"/>
                </a:cubicBezTo>
                <a:cubicBezTo>
                  <a:pt x="134575" y="23429"/>
                  <a:pt x="142012" y="20344"/>
                  <a:pt x="151098" y="20344"/>
                </a:cubicBezTo>
                <a:cubicBezTo>
                  <a:pt x="160700" y="20344"/>
                  <a:pt x="168287" y="23941"/>
                  <a:pt x="173859" y="31136"/>
                </a:cubicBezTo>
                <a:lnTo>
                  <a:pt x="167429" y="37046"/>
                </a:lnTo>
                <a:cubicBezTo>
                  <a:pt x="163487" y="31655"/>
                  <a:pt x="158215" y="28960"/>
                  <a:pt x="151614" y="28960"/>
                </a:cubicBezTo>
                <a:cubicBezTo>
                  <a:pt x="145270" y="28960"/>
                  <a:pt x="140104" y="31167"/>
                  <a:pt x="136117" y="35581"/>
                </a:cubicBezTo>
                <a:cubicBezTo>
                  <a:pt x="132131" y="39993"/>
                  <a:pt x="130138" y="45755"/>
                  <a:pt x="130138" y="52867"/>
                </a:cubicBezTo>
                <a:cubicBezTo>
                  <a:pt x="130138" y="60066"/>
                  <a:pt x="132109" y="65872"/>
                  <a:pt x="136052" y="70286"/>
                </a:cubicBezTo>
                <a:cubicBezTo>
                  <a:pt x="139996" y="74698"/>
                  <a:pt x="145183" y="76904"/>
                  <a:pt x="151614" y="76904"/>
                </a:cubicBezTo>
                <a:cubicBezTo>
                  <a:pt x="158128" y="76904"/>
                  <a:pt x="163400" y="74209"/>
                  <a:pt x="167429" y="68818"/>
                </a:cubicBezTo>
                <a:lnTo>
                  <a:pt x="173859" y="74728"/>
                </a:lnTo>
                <a:cubicBezTo>
                  <a:pt x="168287" y="81923"/>
                  <a:pt x="160700" y="85520"/>
                  <a:pt x="151098" y="85520"/>
                </a:cubicBezTo>
                <a:close/>
                <a:moveTo>
                  <a:pt x="203051" y="85520"/>
                </a:moveTo>
                <a:cubicBezTo>
                  <a:pt x="193877" y="85520"/>
                  <a:pt x="189290" y="80675"/>
                  <a:pt x="189290" y="70984"/>
                </a:cubicBezTo>
                <a:lnTo>
                  <a:pt x="189290" y="30338"/>
                </a:lnTo>
                <a:lnTo>
                  <a:pt x="179002" y="30338"/>
                </a:lnTo>
                <a:lnTo>
                  <a:pt x="179002" y="21851"/>
                </a:lnTo>
                <a:lnTo>
                  <a:pt x="189290" y="21851"/>
                </a:lnTo>
                <a:lnTo>
                  <a:pt x="189290" y="4898"/>
                </a:lnTo>
                <a:lnTo>
                  <a:pt x="198934" y="4898"/>
                </a:lnTo>
                <a:lnTo>
                  <a:pt x="198934" y="21851"/>
                </a:lnTo>
                <a:lnTo>
                  <a:pt x="211537" y="21851"/>
                </a:lnTo>
                <a:lnTo>
                  <a:pt x="211537" y="30338"/>
                </a:lnTo>
                <a:lnTo>
                  <a:pt x="198934" y="30338"/>
                </a:lnTo>
                <a:lnTo>
                  <a:pt x="198934" y="68928"/>
                </a:lnTo>
                <a:cubicBezTo>
                  <a:pt x="198934" y="71243"/>
                  <a:pt x="199448" y="73152"/>
                  <a:pt x="200477" y="74654"/>
                </a:cubicBezTo>
                <a:cubicBezTo>
                  <a:pt x="201506" y="76154"/>
                  <a:pt x="203093" y="76904"/>
                  <a:pt x="205237" y="76904"/>
                </a:cubicBezTo>
                <a:cubicBezTo>
                  <a:pt x="207894" y="76904"/>
                  <a:pt x="210080" y="76051"/>
                  <a:pt x="211795" y="74344"/>
                </a:cubicBezTo>
                <a:lnTo>
                  <a:pt x="214624" y="81537"/>
                </a:lnTo>
                <a:cubicBezTo>
                  <a:pt x="211966" y="84193"/>
                  <a:pt x="208108" y="85520"/>
                  <a:pt x="203051" y="85520"/>
                </a:cubicBezTo>
                <a:close/>
                <a:moveTo>
                  <a:pt x="229927" y="12988"/>
                </a:moveTo>
                <a:cubicBezTo>
                  <a:pt x="228212" y="12988"/>
                  <a:pt x="226711" y="12366"/>
                  <a:pt x="225426" y="11124"/>
                </a:cubicBezTo>
                <a:cubicBezTo>
                  <a:pt x="224140" y="9880"/>
                  <a:pt x="223497" y="8358"/>
                  <a:pt x="223497" y="6558"/>
                </a:cubicBezTo>
                <a:cubicBezTo>
                  <a:pt x="223497" y="4758"/>
                  <a:pt x="224140" y="3215"/>
                  <a:pt x="225426" y="1929"/>
                </a:cubicBezTo>
                <a:cubicBezTo>
                  <a:pt x="226711" y="643"/>
                  <a:pt x="228212" y="0"/>
                  <a:pt x="229927" y="0"/>
                </a:cubicBezTo>
                <a:cubicBezTo>
                  <a:pt x="231727" y="0"/>
                  <a:pt x="233270" y="643"/>
                  <a:pt x="234556" y="1929"/>
                </a:cubicBezTo>
                <a:cubicBezTo>
                  <a:pt x="235842" y="3215"/>
                  <a:pt x="236485" y="4758"/>
                  <a:pt x="236485" y="6558"/>
                </a:cubicBezTo>
                <a:cubicBezTo>
                  <a:pt x="236485" y="8358"/>
                  <a:pt x="235842" y="9880"/>
                  <a:pt x="234556" y="11124"/>
                </a:cubicBezTo>
                <a:cubicBezTo>
                  <a:pt x="233270" y="12366"/>
                  <a:pt x="231727" y="12988"/>
                  <a:pt x="229927" y="12988"/>
                </a:cubicBezTo>
                <a:moveTo>
                  <a:pt x="225169" y="84013"/>
                </a:moveTo>
                <a:lnTo>
                  <a:pt x="225169" y="21851"/>
                </a:lnTo>
                <a:lnTo>
                  <a:pt x="234813" y="21851"/>
                </a:lnTo>
                <a:lnTo>
                  <a:pt x="234813" y="84013"/>
                </a:lnTo>
                <a:lnTo>
                  <a:pt x="225169" y="84013"/>
                </a:lnTo>
                <a:close/>
                <a:moveTo>
                  <a:pt x="281235" y="85520"/>
                </a:moveTo>
                <a:cubicBezTo>
                  <a:pt x="272234" y="85520"/>
                  <a:pt x="264861" y="82457"/>
                  <a:pt x="259117" y="76329"/>
                </a:cubicBezTo>
                <a:cubicBezTo>
                  <a:pt x="253373" y="70201"/>
                  <a:pt x="250501" y="62380"/>
                  <a:pt x="250501" y="52867"/>
                </a:cubicBezTo>
                <a:cubicBezTo>
                  <a:pt x="250501" y="43270"/>
                  <a:pt x="253373" y="35450"/>
                  <a:pt x="259117" y="29407"/>
                </a:cubicBezTo>
                <a:cubicBezTo>
                  <a:pt x="264861" y="23365"/>
                  <a:pt x="272234" y="20344"/>
                  <a:pt x="281235" y="20344"/>
                </a:cubicBezTo>
                <a:cubicBezTo>
                  <a:pt x="290238" y="20344"/>
                  <a:pt x="297610" y="23365"/>
                  <a:pt x="303353" y="29407"/>
                </a:cubicBezTo>
                <a:cubicBezTo>
                  <a:pt x="309097" y="35450"/>
                  <a:pt x="311969" y="43270"/>
                  <a:pt x="311969" y="52867"/>
                </a:cubicBezTo>
                <a:cubicBezTo>
                  <a:pt x="311969" y="62380"/>
                  <a:pt x="309097" y="70201"/>
                  <a:pt x="303353" y="76329"/>
                </a:cubicBezTo>
                <a:cubicBezTo>
                  <a:pt x="297610" y="82457"/>
                  <a:pt x="290238" y="85520"/>
                  <a:pt x="281235" y="85520"/>
                </a:cubicBezTo>
                <a:moveTo>
                  <a:pt x="281235" y="76904"/>
                </a:moveTo>
                <a:cubicBezTo>
                  <a:pt x="287237" y="76904"/>
                  <a:pt x="292167" y="74655"/>
                  <a:pt x="296024" y="70156"/>
                </a:cubicBezTo>
                <a:cubicBezTo>
                  <a:pt x="299882" y="65658"/>
                  <a:pt x="301811" y="59895"/>
                  <a:pt x="301811" y="52867"/>
                </a:cubicBezTo>
                <a:cubicBezTo>
                  <a:pt x="301811" y="45927"/>
                  <a:pt x="299882" y="40207"/>
                  <a:pt x="296024" y="35708"/>
                </a:cubicBezTo>
                <a:cubicBezTo>
                  <a:pt x="292167" y="31209"/>
                  <a:pt x="287237" y="28960"/>
                  <a:pt x="281235" y="28960"/>
                </a:cubicBezTo>
                <a:cubicBezTo>
                  <a:pt x="275235" y="28960"/>
                  <a:pt x="270284" y="31188"/>
                  <a:pt x="266383" y="35645"/>
                </a:cubicBezTo>
                <a:cubicBezTo>
                  <a:pt x="262482" y="40101"/>
                  <a:pt x="260532" y="45841"/>
                  <a:pt x="260532" y="52867"/>
                </a:cubicBezTo>
                <a:cubicBezTo>
                  <a:pt x="260532" y="59980"/>
                  <a:pt x="262461" y="65764"/>
                  <a:pt x="266319" y="70221"/>
                </a:cubicBezTo>
                <a:cubicBezTo>
                  <a:pt x="270176" y="74677"/>
                  <a:pt x="275148" y="76904"/>
                  <a:pt x="281235" y="76904"/>
                </a:cubicBezTo>
                <a:close/>
                <a:moveTo>
                  <a:pt x="369581" y="84013"/>
                </a:moveTo>
                <a:lnTo>
                  <a:pt x="369581" y="43366"/>
                </a:lnTo>
                <a:cubicBezTo>
                  <a:pt x="369581" y="37879"/>
                  <a:pt x="368316" y="34106"/>
                  <a:pt x="365786" y="32049"/>
                </a:cubicBezTo>
                <a:cubicBezTo>
                  <a:pt x="363257" y="29990"/>
                  <a:pt x="359893" y="28960"/>
                  <a:pt x="355692" y="28960"/>
                </a:cubicBezTo>
                <a:cubicBezTo>
                  <a:pt x="352092" y="28960"/>
                  <a:pt x="348556" y="29925"/>
                  <a:pt x="345083" y="31854"/>
                </a:cubicBezTo>
                <a:cubicBezTo>
                  <a:pt x="341611" y="33782"/>
                  <a:pt x="339018" y="36032"/>
                  <a:pt x="337303" y="38604"/>
                </a:cubicBezTo>
                <a:lnTo>
                  <a:pt x="337303" y="84013"/>
                </a:lnTo>
                <a:lnTo>
                  <a:pt x="327659" y="84013"/>
                </a:lnTo>
                <a:lnTo>
                  <a:pt x="327659" y="21851"/>
                </a:lnTo>
                <a:lnTo>
                  <a:pt x="337303" y="21851"/>
                </a:lnTo>
                <a:lnTo>
                  <a:pt x="337303" y="30889"/>
                </a:lnTo>
                <a:cubicBezTo>
                  <a:pt x="339961" y="27803"/>
                  <a:pt x="343240" y="25274"/>
                  <a:pt x="347141" y="23303"/>
                </a:cubicBezTo>
                <a:cubicBezTo>
                  <a:pt x="351042" y="21330"/>
                  <a:pt x="355136" y="20344"/>
                  <a:pt x="359423" y="20344"/>
                </a:cubicBezTo>
                <a:cubicBezTo>
                  <a:pt x="372624" y="20344"/>
                  <a:pt x="379225" y="27033"/>
                  <a:pt x="379225" y="40409"/>
                </a:cubicBezTo>
                <a:lnTo>
                  <a:pt x="379225" y="84013"/>
                </a:lnTo>
                <a:lnTo>
                  <a:pt x="369581" y="840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9c2da9308c419f"/>
          <a:stretch xmlns:a="http://schemas.openxmlformats.org/drawingml/2006/main"/>
        </p:blipFill>
        <p:spPr>
          <a:xfrm xmlns:a="http://schemas.openxmlformats.org/drawingml/2006/main">
            <a:off x="11123224" y="3696232"/>
            <a:ext cx="1658607" cy="185081"/>
          </a:xfrm>
          <a:prstGeom xmlns:a="http://schemas.openxmlformats.org/drawingml/2006/main" prst="rect">
            <a:avLst/>
          </a:prstGeom>
        </p:spPr>
      </p:pic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85F142-1AC9-4944-AD30-9AAD968B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9339" y="3696232"/>
            <a:ext cx="1666376" cy="185081"/>
          </a:xfrm>
          <a:custGeom xmlns:a="http://schemas.openxmlformats.org/drawingml/2006/main">
            <a:pathLst>
              <a:path w="1666376" h="185081" fill="none">
                <a:moveTo>
                  <a:pt x="0" y="0"/>
                </a:moveTo>
                <a:lnTo>
                  <a:pt x="1666376" y="0"/>
                </a:lnTo>
                <a:lnTo>
                  <a:pt x="1666376" y="185081"/>
                </a:lnTo>
                <a:lnTo>
                  <a:pt x="0" y="1850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C9C80B-5A37-4A7A-BB8B-103E656A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3856" y="1078429"/>
            <a:ext cx="1027382" cy="178137"/>
          </a:xfrm>
          <a:custGeom xmlns:a="http://schemas.openxmlformats.org/drawingml/2006/main">
            <a:pathLst>
              <a:path w="1027382" h="178137">
                <a:moveTo>
                  <a:pt x="0" y="0"/>
                </a:moveTo>
                <a:lnTo>
                  <a:pt x="1027382" y="0"/>
                </a:lnTo>
                <a:lnTo>
                  <a:pt x="1027382" y="178137"/>
                </a:lnTo>
                <a:lnTo>
                  <a:pt x="0" y="17813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Text SparseFrames">
            <a:extLst xmlns:a="http://schemas.openxmlformats.org/drawingml/2006/main">
              <a:ext uri="{FF2B5EF4-FFF2-40B4-BE49-F238E27FC236}">
                <a16:creationId xmlns:a16="http://schemas.microsoft.com/office/drawing/2014/main" id="{02EB7852-4E24-4FBE-A1A8-C2849A4C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375" y="1120056"/>
            <a:ext cx="949249" cy="126442"/>
          </a:xfrm>
          <a:custGeom xmlns:a="http://schemas.openxmlformats.org/drawingml/2006/main">
            <a:pathLst>
              <a:path w="949249" h="126442">
                <a:moveTo>
                  <a:pt x="37625" y="101182"/>
                </a:moveTo>
                <a:cubicBezTo>
                  <a:pt x="21850" y="101182"/>
                  <a:pt x="9308" y="95991"/>
                  <a:pt x="0" y="85608"/>
                </a:cubicBezTo>
                <a:lnTo>
                  <a:pt x="7203" y="76353"/>
                </a:lnTo>
                <a:cubicBezTo>
                  <a:pt x="11220" y="80857"/>
                  <a:pt x="15923" y="84309"/>
                  <a:pt x="21311" y="86709"/>
                </a:cubicBezTo>
                <a:cubicBezTo>
                  <a:pt x="26700" y="89107"/>
                  <a:pt x="32285" y="90306"/>
                  <a:pt x="38064" y="90306"/>
                </a:cubicBezTo>
                <a:cubicBezTo>
                  <a:pt x="45119" y="90306"/>
                  <a:pt x="50729" y="88740"/>
                  <a:pt x="54892" y="85608"/>
                </a:cubicBezTo>
                <a:cubicBezTo>
                  <a:pt x="59056" y="82476"/>
                  <a:pt x="61138" y="78414"/>
                  <a:pt x="61138" y="73422"/>
                </a:cubicBezTo>
                <a:cubicBezTo>
                  <a:pt x="61138" y="65690"/>
                  <a:pt x="55063" y="60160"/>
                  <a:pt x="42915" y="56832"/>
                </a:cubicBezTo>
                <a:cubicBezTo>
                  <a:pt x="28512" y="53014"/>
                  <a:pt x="19327" y="49979"/>
                  <a:pt x="15359" y="47727"/>
                </a:cubicBezTo>
                <a:cubicBezTo>
                  <a:pt x="11391" y="45476"/>
                  <a:pt x="8354" y="42662"/>
                  <a:pt x="6248" y="39284"/>
                </a:cubicBezTo>
                <a:cubicBezTo>
                  <a:pt x="4141" y="35906"/>
                  <a:pt x="3088" y="31867"/>
                  <a:pt x="3088" y="27168"/>
                </a:cubicBezTo>
                <a:cubicBezTo>
                  <a:pt x="3088" y="19336"/>
                  <a:pt x="6248" y="12850"/>
                  <a:pt x="12567" y="7710"/>
                </a:cubicBezTo>
                <a:cubicBezTo>
                  <a:pt x="18886" y="2570"/>
                  <a:pt x="26945" y="0"/>
                  <a:pt x="36741" y="0"/>
                </a:cubicBezTo>
                <a:cubicBezTo>
                  <a:pt x="51439" y="0"/>
                  <a:pt x="63049" y="4565"/>
                  <a:pt x="71572" y="13695"/>
                </a:cubicBezTo>
                <a:lnTo>
                  <a:pt x="64225" y="22676"/>
                </a:lnTo>
                <a:cubicBezTo>
                  <a:pt x="57171" y="14810"/>
                  <a:pt x="47715" y="10876"/>
                  <a:pt x="35860" y="10876"/>
                </a:cubicBezTo>
                <a:cubicBezTo>
                  <a:pt x="29982" y="10876"/>
                  <a:pt x="25156" y="12296"/>
                  <a:pt x="21385" y="15135"/>
                </a:cubicBezTo>
                <a:cubicBezTo>
                  <a:pt x="17613" y="17972"/>
                  <a:pt x="15727" y="21740"/>
                  <a:pt x="15727" y="26437"/>
                </a:cubicBezTo>
                <a:cubicBezTo>
                  <a:pt x="15727" y="29862"/>
                  <a:pt x="17294" y="32774"/>
                  <a:pt x="20429" y="35172"/>
                </a:cubicBezTo>
                <a:cubicBezTo>
                  <a:pt x="23564" y="37570"/>
                  <a:pt x="28120" y="39503"/>
                  <a:pt x="34097" y="40971"/>
                </a:cubicBezTo>
                <a:cubicBezTo>
                  <a:pt x="48010" y="44790"/>
                  <a:pt x="56999" y="47924"/>
                  <a:pt x="61064" y="50371"/>
                </a:cubicBezTo>
                <a:cubicBezTo>
                  <a:pt x="65130" y="52819"/>
                  <a:pt x="68265" y="55830"/>
                  <a:pt x="70469" y="59404"/>
                </a:cubicBezTo>
                <a:cubicBezTo>
                  <a:pt x="72674" y="62977"/>
                  <a:pt x="73776" y="67309"/>
                  <a:pt x="73776" y="72399"/>
                </a:cubicBezTo>
                <a:cubicBezTo>
                  <a:pt x="73776" y="81407"/>
                  <a:pt x="70494" y="88456"/>
                  <a:pt x="63929" y="93546"/>
                </a:cubicBezTo>
                <a:cubicBezTo>
                  <a:pt x="57366" y="98637"/>
                  <a:pt x="48598" y="101182"/>
                  <a:pt x="37625" y="101182"/>
                </a:cubicBezTo>
                <a:close/>
                <a:moveTo>
                  <a:pt x="126539" y="101182"/>
                </a:moveTo>
                <a:cubicBezTo>
                  <a:pt x="116447" y="101182"/>
                  <a:pt x="108462" y="97018"/>
                  <a:pt x="102582" y="88689"/>
                </a:cubicBezTo>
                <a:lnTo>
                  <a:pt x="102582" y="126442"/>
                </a:lnTo>
                <a:lnTo>
                  <a:pt x="91560" y="126442"/>
                </a:lnTo>
                <a:lnTo>
                  <a:pt x="91560" y="28417"/>
                </a:lnTo>
                <a:lnTo>
                  <a:pt x="102582" y="28417"/>
                </a:lnTo>
                <a:lnTo>
                  <a:pt x="102582" y="39040"/>
                </a:lnTo>
                <a:cubicBezTo>
                  <a:pt x="105129" y="35414"/>
                  <a:pt x="108510" y="32451"/>
                  <a:pt x="112723" y="30148"/>
                </a:cubicBezTo>
                <a:cubicBezTo>
                  <a:pt x="116935" y="27846"/>
                  <a:pt x="121541" y="26695"/>
                  <a:pt x="126539" y="26695"/>
                </a:cubicBezTo>
                <a:cubicBezTo>
                  <a:pt x="136042" y="26695"/>
                  <a:pt x="143684" y="30025"/>
                  <a:pt x="149464" y="36685"/>
                </a:cubicBezTo>
                <a:cubicBezTo>
                  <a:pt x="155245" y="43345"/>
                  <a:pt x="158136" y="52405"/>
                  <a:pt x="158136" y="63864"/>
                </a:cubicBezTo>
                <a:cubicBezTo>
                  <a:pt x="158136" y="75227"/>
                  <a:pt x="155270" y="84287"/>
                  <a:pt x="149538" y="91046"/>
                </a:cubicBezTo>
                <a:cubicBezTo>
                  <a:pt x="143806" y="97803"/>
                  <a:pt x="136140" y="101182"/>
                  <a:pt x="126539" y="101182"/>
                </a:cubicBezTo>
                <a:moveTo>
                  <a:pt x="123747" y="91335"/>
                </a:moveTo>
                <a:cubicBezTo>
                  <a:pt x="130604" y="91335"/>
                  <a:pt x="136115" y="88838"/>
                  <a:pt x="140279" y="83843"/>
                </a:cubicBezTo>
                <a:cubicBezTo>
                  <a:pt x="144444" y="78848"/>
                  <a:pt x="146526" y="72189"/>
                  <a:pt x="146526" y="63864"/>
                </a:cubicBezTo>
                <a:cubicBezTo>
                  <a:pt x="146526" y="55736"/>
                  <a:pt x="144468" y="49151"/>
                  <a:pt x="140353" y="44108"/>
                </a:cubicBezTo>
                <a:cubicBezTo>
                  <a:pt x="136238" y="39064"/>
                  <a:pt x="130703" y="36542"/>
                  <a:pt x="123747" y="36542"/>
                </a:cubicBezTo>
                <a:cubicBezTo>
                  <a:pt x="119336" y="36542"/>
                  <a:pt x="115196" y="37644"/>
                  <a:pt x="111325" y="39849"/>
                </a:cubicBezTo>
                <a:cubicBezTo>
                  <a:pt x="107456" y="42053"/>
                  <a:pt x="104542" y="44722"/>
                  <a:pt x="102582" y="47857"/>
                </a:cubicBezTo>
                <a:lnTo>
                  <a:pt x="102582" y="79871"/>
                </a:lnTo>
                <a:cubicBezTo>
                  <a:pt x="104542" y="83007"/>
                  <a:pt x="107456" y="85701"/>
                  <a:pt x="111325" y="87956"/>
                </a:cubicBezTo>
                <a:cubicBezTo>
                  <a:pt x="115196" y="90209"/>
                  <a:pt x="119336" y="91335"/>
                  <a:pt x="123747" y="91335"/>
                </a:cubicBezTo>
                <a:close/>
                <a:moveTo>
                  <a:pt x="220008" y="99460"/>
                </a:moveTo>
                <a:lnTo>
                  <a:pt x="220008" y="91337"/>
                </a:lnTo>
                <a:cubicBezTo>
                  <a:pt x="214031" y="97901"/>
                  <a:pt x="206192" y="101182"/>
                  <a:pt x="196493" y="101182"/>
                </a:cubicBezTo>
                <a:cubicBezTo>
                  <a:pt x="189341" y="101182"/>
                  <a:pt x="183413" y="98926"/>
                  <a:pt x="178710" y="94414"/>
                </a:cubicBezTo>
                <a:cubicBezTo>
                  <a:pt x="174008" y="89902"/>
                  <a:pt x="171657" y="84312"/>
                  <a:pt x="171657" y="77642"/>
                </a:cubicBezTo>
                <a:cubicBezTo>
                  <a:pt x="171657" y="70777"/>
                  <a:pt x="173984" y="65163"/>
                  <a:pt x="178638" y="60799"/>
                </a:cubicBezTo>
                <a:cubicBezTo>
                  <a:pt x="183292" y="56434"/>
                  <a:pt x="189243" y="54251"/>
                  <a:pt x="196493" y="54251"/>
                </a:cubicBezTo>
                <a:cubicBezTo>
                  <a:pt x="206683" y="54251"/>
                  <a:pt x="214521" y="57485"/>
                  <a:pt x="220008" y="63952"/>
                </a:cubicBezTo>
                <a:lnTo>
                  <a:pt x="220008" y="51199"/>
                </a:lnTo>
                <a:cubicBezTo>
                  <a:pt x="220008" y="46410"/>
                  <a:pt x="218318" y="42721"/>
                  <a:pt x="214937" y="40132"/>
                </a:cubicBezTo>
                <a:cubicBezTo>
                  <a:pt x="211557" y="37543"/>
                  <a:pt x="207271" y="36248"/>
                  <a:pt x="202079" y="36248"/>
                </a:cubicBezTo>
                <a:cubicBezTo>
                  <a:pt x="193750" y="36248"/>
                  <a:pt x="186499" y="39522"/>
                  <a:pt x="180326" y="46070"/>
                </a:cubicBezTo>
                <a:lnTo>
                  <a:pt x="175184" y="38437"/>
                </a:lnTo>
                <a:cubicBezTo>
                  <a:pt x="182728" y="30609"/>
                  <a:pt x="192183" y="26695"/>
                  <a:pt x="203548" y="26695"/>
                </a:cubicBezTo>
                <a:cubicBezTo>
                  <a:pt x="212268" y="26695"/>
                  <a:pt x="219028" y="28802"/>
                  <a:pt x="223829" y="33016"/>
                </a:cubicBezTo>
                <a:cubicBezTo>
                  <a:pt x="228629" y="37229"/>
                  <a:pt x="231030" y="43109"/>
                  <a:pt x="231030" y="50656"/>
                </a:cubicBezTo>
                <a:lnTo>
                  <a:pt x="231030" y="99460"/>
                </a:lnTo>
                <a:lnTo>
                  <a:pt x="220008" y="99460"/>
                </a:lnTo>
                <a:moveTo>
                  <a:pt x="200462" y="93246"/>
                </a:moveTo>
                <a:cubicBezTo>
                  <a:pt x="209181" y="93246"/>
                  <a:pt x="215696" y="90307"/>
                  <a:pt x="220008" y="84428"/>
                </a:cubicBezTo>
                <a:lnTo>
                  <a:pt x="220008" y="71007"/>
                </a:lnTo>
                <a:cubicBezTo>
                  <a:pt x="215696" y="65127"/>
                  <a:pt x="209181" y="62187"/>
                  <a:pt x="200462" y="62187"/>
                </a:cubicBezTo>
                <a:cubicBezTo>
                  <a:pt x="195268" y="62187"/>
                  <a:pt x="191055" y="63635"/>
                  <a:pt x="187821" y="66531"/>
                </a:cubicBezTo>
                <a:cubicBezTo>
                  <a:pt x="184589" y="69425"/>
                  <a:pt x="182973" y="73178"/>
                  <a:pt x="182973" y="77790"/>
                </a:cubicBezTo>
                <a:cubicBezTo>
                  <a:pt x="182973" y="82304"/>
                  <a:pt x="184589" y="86008"/>
                  <a:pt x="187821" y="88904"/>
                </a:cubicBezTo>
                <a:cubicBezTo>
                  <a:pt x="191055" y="91799"/>
                  <a:pt x="195268" y="93246"/>
                  <a:pt x="200462" y="93246"/>
                </a:cubicBezTo>
                <a:close/>
                <a:moveTo>
                  <a:pt x="253075" y="99460"/>
                </a:moveTo>
                <a:lnTo>
                  <a:pt x="253075" y="28417"/>
                </a:lnTo>
                <a:lnTo>
                  <a:pt x="264097" y="28417"/>
                </a:lnTo>
                <a:lnTo>
                  <a:pt x="264097" y="39917"/>
                </a:lnTo>
                <a:cubicBezTo>
                  <a:pt x="270661" y="31293"/>
                  <a:pt x="278549" y="26982"/>
                  <a:pt x="287760" y="26982"/>
                </a:cubicBezTo>
                <a:lnTo>
                  <a:pt x="287760" y="38300"/>
                </a:lnTo>
                <a:lnTo>
                  <a:pt x="283351" y="37858"/>
                </a:lnTo>
                <a:cubicBezTo>
                  <a:pt x="280019" y="37858"/>
                  <a:pt x="276344" y="39059"/>
                  <a:pt x="272327" y="41460"/>
                </a:cubicBezTo>
                <a:cubicBezTo>
                  <a:pt x="268310" y="43861"/>
                  <a:pt x="265566" y="46433"/>
                  <a:pt x="264097" y="49176"/>
                </a:cubicBezTo>
                <a:lnTo>
                  <a:pt x="264097" y="99460"/>
                </a:lnTo>
                <a:lnTo>
                  <a:pt x="253075" y="99460"/>
                </a:lnTo>
                <a:close/>
                <a:moveTo>
                  <a:pt x="324059" y="101182"/>
                </a:moveTo>
                <a:cubicBezTo>
                  <a:pt x="312008" y="101182"/>
                  <a:pt x="302455" y="97462"/>
                  <a:pt x="295402" y="90023"/>
                </a:cubicBezTo>
                <a:lnTo>
                  <a:pt x="301134" y="82094"/>
                </a:lnTo>
                <a:cubicBezTo>
                  <a:pt x="303484" y="84833"/>
                  <a:pt x="306741" y="87204"/>
                  <a:pt x="310904" y="89209"/>
                </a:cubicBezTo>
                <a:cubicBezTo>
                  <a:pt x="315070" y="91214"/>
                  <a:pt x="319602" y="92217"/>
                  <a:pt x="324501" y="92217"/>
                </a:cubicBezTo>
                <a:cubicBezTo>
                  <a:pt x="329987" y="92217"/>
                  <a:pt x="334151" y="91066"/>
                  <a:pt x="336992" y="88765"/>
                </a:cubicBezTo>
                <a:cubicBezTo>
                  <a:pt x="339834" y="86463"/>
                  <a:pt x="341255" y="83549"/>
                  <a:pt x="341255" y="80024"/>
                </a:cubicBezTo>
                <a:cubicBezTo>
                  <a:pt x="341255" y="76890"/>
                  <a:pt x="339711" y="74418"/>
                  <a:pt x="336624" y="72606"/>
                </a:cubicBezTo>
                <a:cubicBezTo>
                  <a:pt x="333538" y="70794"/>
                  <a:pt x="327782" y="68909"/>
                  <a:pt x="319356" y="66950"/>
                </a:cubicBezTo>
                <a:cubicBezTo>
                  <a:pt x="312204" y="65481"/>
                  <a:pt x="306742" y="63154"/>
                  <a:pt x="302970" y="59971"/>
                </a:cubicBezTo>
                <a:cubicBezTo>
                  <a:pt x="299199" y="56789"/>
                  <a:pt x="297313" y="52503"/>
                  <a:pt x="297313" y="47115"/>
                </a:cubicBezTo>
                <a:cubicBezTo>
                  <a:pt x="297313" y="41141"/>
                  <a:pt x="299713" y="36244"/>
                  <a:pt x="304513" y="32424"/>
                </a:cubicBezTo>
                <a:cubicBezTo>
                  <a:pt x="309314" y="28605"/>
                  <a:pt x="315731" y="26695"/>
                  <a:pt x="323765" y="26695"/>
                </a:cubicBezTo>
                <a:cubicBezTo>
                  <a:pt x="334446" y="26695"/>
                  <a:pt x="343215" y="30126"/>
                  <a:pt x="350072" y="36988"/>
                </a:cubicBezTo>
                <a:lnTo>
                  <a:pt x="344928" y="44635"/>
                </a:lnTo>
                <a:cubicBezTo>
                  <a:pt x="342774" y="42084"/>
                  <a:pt x="339859" y="39951"/>
                  <a:pt x="336184" y="38235"/>
                </a:cubicBezTo>
                <a:cubicBezTo>
                  <a:pt x="332510" y="36519"/>
                  <a:pt x="328370" y="35660"/>
                  <a:pt x="323765" y="35660"/>
                </a:cubicBezTo>
                <a:cubicBezTo>
                  <a:pt x="318866" y="35660"/>
                  <a:pt x="315020" y="36738"/>
                  <a:pt x="312228" y="38892"/>
                </a:cubicBezTo>
                <a:cubicBezTo>
                  <a:pt x="309436" y="41046"/>
                  <a:pt x="308041" y="43690"/>
                  <a:pt x="308041" y="46824"/>
                </a:cubicBezTo>
                <a:cubicBezTo>
                  <a:pt x="308041" y="49664"/>
                  <a:pt x="309608" y="51917"/>
                  <a:pt x="312743" y="53583"/>
                </a:cubicBezTo>
                <a:cubicBezTo>
                  <a:pt x="315878" y="55246"/>
                  <a:pt x="321659" y="56960"/>
                  <a:pt x="330085" y="58722"/>
                </a:cubicBezTo>
                <a:cubicBezTo>
                  <a:pt x="337237" y="60388"/>
                  <a:pt x="342674" y="62911"/>
                  <a:pt x="346397" y="66291"/>
                </a:cubicBezTo>
                <a:cubicBezTo>
                  <a:pt x="350121" y="69670"/>
                  <a:pt x="351983" y="74150"/>
                  <a:pt x="351983" y="79732"/>
                </a:cubicBezTo>
                <a:cubicBezTo>
                  <a:pt x="351983" y="86294"/>
                  <a:pt x="349435" y="91509"/>
                  <a:pt x="344340" y="95378"/>
                </a:cubicBezTo>
                <a:cubicBezTo>
                  <a:pt x="339245" y="99248"/>
                  <a:pt x="332485" y="101182"/>
                  <a:pt x="324059" y="101182"/>
                </a:cubicBezTo>
                <a:close/>
                <a:moveTo>
                  <a:pt x="401951" y="101182"/>
                </a:moveTo>
                <a:cubicBezTo>
                  <a:pt x="391272" y="101182"/>
                  <a:pt x="382577" y="97705"/>
                  <a:pt x="375864" y="90752"/>
                </a:cubicBezTo>
                <a:cubicBezTo>
                  <a:pt x="369153" y="83797"/>
                  <a:pt x="365797" y="74835"/>
                  <a:pt x="365797" y="63864"/>
                </a:cubicBezTo>
                <a:cubicBezTo>
                  <a:pt x="365797" y="53384"/>
                  <a:pt x="369128" y="44570"/>
                  <a:pt x="375790" y="37421"/>
                </a:cubicBezTo>
                <a:cubicBezTo>
                  <a:pt x="382453" y="30270"/>
                  <a:pt x="390782" y="26695"/>
                  <a:pt x="400776" y="26695"/>
                </a:cubicBezTo>
                <a:cubicBezTo>
                  <a:pt x="410966" y="26695"/>
                  <a:pt x="419196" y="30218"/>
                  <a:pt x="425466" y="37264"/>
                </a:cubicBezTo>
                <a:cubicBezTo>
                  <a:pt x="431736" y="44308"/>
                  <a:pt x="434871" y="53457"/>
                  <a:pt x="434871" y="64710"/>
                </a:cubicBezTo>
                <a:lnTo>
                  <a:pt x="434871" y="67500"/>
                </a:lnTo>
                <a:lnTo>
                  <a:pt x="377409" y="67500"/>
                </a:lnTo>
                <a:cubicBezTo>
                  <a:pt x="377801" y="74758"/>
                  <a:pt x="380422" y="80668"/>
                  <a:pt x="385271" y="85229"/>
                </a:cubicBezTo>
                <a:cubicBezTo>
                  <a:pt x="390121" y="89790"/>
                  <a:pt x="396024" y="92071"/>
                  <a:pt x="402981" y="92071"/>
                </a:cubicBezTo>
                <a:cubicBezTo>
                  <a:pt x="411602" y="92071"/>
                  <a:pt x="418902" y="89080"/>
                  <a:pt x="424879" y="83098"/>
                </a:cubicBezTo>
                <a:lnTo>
                  <a:pt x="430169" y="90301"/>
                </a:lnTo>
                <a:cubicBezTo>
                  <a:pt x="422918" y="97555"/>
                  <a:pt x="413512" y="101182"/>
                  <a:pt x="401951" y="101182"/>
                </a:cubicBezTo>
                <a:moveTo>
                  <a:pt x="423995" y="59418"/>
                </a:moveTo>
                <a:cubicBezTo>
                  <a:pt x="423995" y="52866"/>
                  <a:pt x="421839" y="47294"/>
                  <a:pt x="417528" y="42700"/>
                </a:cubicBezTo>
                <a:cubicBezTo>
                  <a:pt x="413218" y="38104"/>
                  <a:pt x="407584" y="35806"/>
                  <a:pt x="400628" y="35806"/>
                </a:cubicBezTo>
                <a:cubicBezTo>
                  <a:pt x="394064" y="35806"/>
                  <a:pt x="388602" y="38104"/>
                  <a:pt x="384242" y="42700"/>
                </a:cubicBezTo>
                <a:cubicBezTo>
                  <a:pt x="379883" y="47294"/>
                  <a:pt x="377605" y="52866"/>
                  <a:pt x="377409" y="59418"/>
                </a:cubicBezTo>
                <a:lnTo>
                  <a:pt x="423995" y="59418"/>
                </a:lnTo>
                <a:close/>
                <a:moveTo>
                  <a:pt x="491012" y="99460"/>
                </a:moveTo>
                <a:lnTo>
                  <a:pt x="491012" y="1435"/>
                </a:lnTo>
                <a:lnTo>
                  <a:pt x="555235" y="1435"/>
                </a:lnTo>
                <a:lnTo>
                  <a:pt x="555235" y="12311"/>
                </a:lnTo>
                <a:lnTo>
                  <a:pt x="503209" y="12311"/>
                </a:lnTo>
                <a:lnTo>
                  <a:pt x="503209" y="43949"/>
                </a:lnTo>
                <a:lnTo>
                  <a:pt x="554206" y="43949"/>
                </a:lnTo>
                <a:lnTo>
                  <a:pt x="554206" y="54825"/>
                </a:lnTo>
                <a:lnTo>
                  <a:pt x="503209" y="54825"/>
                </a:lnTo>
                <a:lnTo>
                  <a:pt x="503209" y="99460"/>
                </a:lnTo>
                <a:lnTo>
                  <a:pt x="491012" y="99460"/>
                </a:lnTo>
                <a:close/>
                <a:moveTo>
                  <a:pt x="571402" y="99460"/>
                </a:moveTo>
                <a:lnTo>
                  <a:pt x="571402" y="28417"/>
                </a:lnTo>
                <a:lnTo>
                  <a:pt x="582424" y="28417"/>
                </a:lnTo>
                <a:lnTo>
                  <a:pt x="582424" y="39917"/>
                </a:lnTo>
                <a:cubicBezTo>
                  <a:pt x="588988" y="31293"/>
                  <a:pt x="596876" y="26982"/>
                  <a:pt x="606087" y="26982"/>
                </a:cubicBezTo>
                <a:lnTo>
                  <a:pt x="606087" y="38300"/>
                </a:lnTo>
                <a:lnTo>
                  <a:pt x="601678" y="37858"/>
                </a:lnTo>
                <a:cubicBezTo>
                  <a:pt x="598345" y="37858"/>
                  <a:pt x="594671" y="39059"/>
                  <a:pt x="590654" y="41460"/>
                </a:cubicBezTo>
                <a:cubicBezTo>
                  <a:pt x="586637" y="43861"/>
                  <a:pt x="583893" y="46433"/>
                  <a:pt x="582424" y="49176"/>
                </a:cubicBezTo>
                <a:lnTo>
                  <a:pt x="582424" y="99460"/>
                </a:lnTo>
                <a:lnTo>
                  <a:pt x="571402" y="99460"/>
                </a:lnTo>
                <a:close/>
                <a:moveTo>
                  <a:pt x="664283" y="99460"/>
                </a:moveTo>
                <a:lnTo>
                  <a:pt x="664283" y="91337"/>
                </a:lnTo>
                <a:cubicBezTo>
                  <a:pt x="658306" y="97901"/>
                  <a:pt x="650468" y="101182"/>
                  <a:pt x="640768" y="101182"/>
                </a:cubicBezTo>
                <a:cubicBezTo>
                  <a:pt x="633616" y="101182"/>
                  <a:pt x="627688" y="98926"/>
                  <a:pt x="622985" y="94414"/>
                </a:cubicBezTo>
                <a:cubicBezTo>
                  <a:pt x="618283" y="89902"/>
                  <a:pt x="615932" y="84312"/>
                  <a:pt x="615932" y="77642"/>
                </a:cubicBezTo>
                <a:cubicBezTo>
                  <a:pt x="615932" y="70777"/>
                  <a:pt x="618259" y="65163"/>
                  <a:pt x="622913" y="60799"/>
                </a:cubicBezTo>
                <a:cubicBezTo>
                  <a:pt x="627567" y="56434"/>
                  <a:pt x="633519" y="54251"/>
                  <a:pt x="640768" y="54251"/>
                </a:cubicBezTo>
                <a:cubicBezTo>
                  <a:pt x="650958" y="54251"/>
                  <a:pt x="658797" y="57485"/>
                  <a:pt x="664283" y="63952"/>
                </a:cubicBezTo>
                <a:lnTo>
                  <a:pt x="664283" y="51199"/>
                </a:lnTo>
                <a:cubicBezTo>
                  <a:pt x="664283" y="46410"/>
                  <a:pt x="662593" y="42721"/>
                  <a:pt x="659213" y="40132"/>
                </a:cubicBezTo>
                <a:cubicBezTo>
                  <a:pt x="655833" y="37543"/>
                  <a:pt x="651547" y="36248"/>
                  <a:pt x="646354" y="36248"/>
                </a:cubicBezTo>
                <a:cubicBezTo>
                  <a:pt x="638026" y="36248"/>
                  <a:pt x="630775" y="39522"/>
                  <a:pt x="624602" y="46070"/>
                </a:cubicBezTo>
                <a:lnTo>
                  <a:pt x="619460" y="38437"/>
                </a:lnTo>
                <a:cubicBezTo>
                  <a:pt x="627004" y="30609"/>
                  <a:pt x="636458" y="26695"/>
                  <a:pt x="647823" y="26695"/>
                </a:cubicBezTo>
                <a:cubicBezTo>
                  <a:pt x="656544" y="26695"/>
                  <a:pt x="663304" y="28802"/>
                  <a:pt x="668104" y="33016"/>
                </a:cubicBezTo>
                <a:cubicBezTo>
                  <a:pt x="672905" y="37229"/>
                  <a:pt x="675305" y="43109"/>
                  <a:pt x="675305" y="50656"/>
                </a:cubicBezTo>
                <a:lnTo>
                  <a:pt x="675305" y="99460"/>
                </a:lnTo>
                <a:lnTo>
                  <a:pt x="664283" y="99460"/>
                </a:lnTo>
                <a:moveTo>
                  <a:pt x="644738" y="93246"/>
                </a:moveTo>
                <a:cubicBezTo>
                  <a:pt x="653456" y="93246"/>
                  <a:pt x="659972" y="90307"/>
                  <a:pt x="664283" y="84428"/>
                </a:cubicBezTo>
                <a:lnTo>
                  <a:pt x="664283" y="71007"/>
                </a:lnTo>
                <a:cubicBezTo>
                  <a:pt x="659972" y="65127"/>
                  <a:pt x="653456" y="62187"/>
                  <a:pt x="644738" y="62187"/>
                </a:cubicBezTo>
                <a:cubicBezTo>
                  <a:pt x="639544" y="62187"/>
                  <a:pt x="635330" y="63635"/>
                  <a:pt x="632096" y="66531"/>
                </a:cubicBezTo>
                <a:cubicBezTo>
                  <a:pt x="628864" y="69425"/>
                  <a:pt x="627248" y="73178"/>
                  <a:pt x="627248" y="77790"/>
                </a:cubicBezTo>
                <a:cubicBezTo>
                  <a:pt x="627248" y="82304"/>
                  <a:pt x="628864" y="86008"/>
                  <a:pt x="632096" y="88904"/>
                </a:cubicBezTo>
                <a:cubicBezTo>
                  <a:pt x="635330" y="91799"/>
                  <a:pt x="639544" y="93246"/>
                  <a:pt x="644738" y="93246"/>
                </a:cubicBezTo>
                <a:close/>
                <a:moveTo>
                  <a:pt x="783032" y="99460"/>
                </a:moveTo>
                <a:lnTo>
                  <a:pt x="783032" y="51241"/>
                </a:lnTo>
                <a:cubicBezTo>
                  <a:pt x="783032" y="41442"/>
                  <a:pt x="778672" y="36542"/>
                  <a:pt x="769952" y="36542"/>
                </a:cubicBezTo>
                <a:cubicBezTo>
                  <a:pt x="766229" y="36542"/>
                  <a:pt x="762628" y="37644"/>
                  <a:pt x="759149" y="39849"/>
                </a:cubicBezTo>
                <a:cubicBezTo>
                  <a:pt x="755672" y="42053"/>
                  <a:pt x="753002" y="44575"/>
                  <a:pt x="751139" y="47416"/>
                </a:cubicBezTo>
                <a:lnTo>
                  <a:pt x="751139" y="99460"/>
                </a:lnTo>
                <a:lnTo>
                  <a:pt x="740117" y="99460"/>
                </a:lnTo>
                <a:lnTo>
                  <a:pt x="740117" y="51241"/>
                </a:lnTo>
                <a:cubicBezTo>
                  <a:pt x="740117" y="41442"/>
                  <a:pt x="735757" y="36542"/>
                  <a:pt x="727037" y="36542"/>
                </a:cubicBezTo>
                <a:cubicBezTo>
                  <a:pt x="723413" y="36542"/>
                  <a:pt x="719886" y="37669"/>
                  <a:pt x="716456" y="39923"/>
                </a:cubicBezTo>
                <a:cubicBezTo>
                  <a:pt x="713027" y="42176"/>
                  <a:pt x="710332" y="44723"/>
                  <a:pt x="708372" y="47564"/>
                </a:cubicBezTo>
                <a:lnTo>
                  <a:pt x="708372" y="99460"/>
                </a:lnTo>
                <a:lnTo>
                  <a:pt x="697350" y="99460"/>
                </a:lnTo>
                <a:lnTo>
                  <a:pt x="697350" y="28417"/>
                </a:lnTo>
                <a:lnTo>
                  <a:pt x="708372" y="28417"/>
                </a:lnTo>
                <a:lnTo>
                  <a:pt x="708372" y="38746"/>
                </a:lnTo>
                <a:cubicBezTo>
                  <a:pt x="710039" y="35904"/>
                  <a:pt x="713175" y="33185"/>
                  <a:pt x="717780" y="30590"/>
                </a:cubicBezTo>
                <a:cubicBezTo>
                  <a:pt x="722384" y="27993"/>
                  <a:pt x="726891" y="26695"/>
                  <a:pt x="731300" y="26695"/>
                </a:cubicBezTo>
                <a:cubicBezTo>
                  <a:pt x="736786" y="26695"/>
                  <a:pt x="741073" y="27969"/>
                  <a:pt x="744158" y="30516"/>
                </a:cubicBezTo>
                <a:cubicBezTo>
                  <a:pt x="747245" y="33064"/>
                  <a:pt x="749328" y="36199"/>
                  <a:pt x="750406" y="39921"/>
                </a:cubicBezTo>
                <a:cubicBezTo>
                  <a:pt x="752855" y="36100"/>
                  <a:pt x="756332" y="32940"/>
                  <a:pt x="760838" y="30442"/>
                </a:cubicBezTo>
                <a:cubicBezTo>
                  <a:pt x="765345" y="27944"/>
                  <a:pt x="769804" y="26695"/>
                  <a:pt x="774215" y="26695"/>
                </a:cubicBezTo>
                <a:cubicBezTo>
                  <a:pt x="787441" y="26695"/>
                  <a:pt x="794054" y="33849"/>
                  <a:pt x="794054" y="48158"/>
                </a:cubicBezTo>
                <a:lnTo>
                  <a:pt x="794054" y="99460"/>
                </a:lnTo>
                <a:lnTo>
                  <a:pt x="783032" y="99460"/>
                </a:lnTo>
                <a:close/>
                <a:moveTo>
                  <a:pt x="848137" y="101182"/>
                </a:moveTo>
                <a:cubicBezTo>
                  <a:pt x="837458" y="101182"/>
                  <a:pt x="828762" y="97705"/>
                  <a:pt x="822050" y="90752"/>
                </a:cubicBezTo>
                <a:cubicBezTo>
                  <a:pt x="815339" y="83797"/>
                  <a:pt x="811983" y="74835"/>
                  <a:pt x="811983" y="63864"/>
                </a:cubicBezTo>
                <a:cubicBezTo>
                  <a:pt x="811983" y="53384"/>
                  <a:pt x="815314" y="44570"/>
                  <a:pt x="821976" y="37421"/>
                </a:cubicBezTo>
                <a:cubicBezTo>
                  <a:pt x="828639" y="30270"/>
                  <a:pt x="836968" y="26695"/>
                  <a:pt x="846962" y="26695"/>
                </a:cubicBezTo>
                <a:cubicBezTo>
                  <a:pt x="857152" y="26695"/>
                  <a:pt x="865382" y="30218"/>
                  <a:pt x="871652" y="37264"/>
                </a:cubicBezTo>
                <a:cubicBezTo>
                  <a:pt x="877922" y="44308"/>
                  <a:pt x="881057" y="53457"/>
                  <a:pt x="881057" y="64710"/>
                </a:cubicBezTo>
                <a:lnTo>
                  <a:pt x="881057" y="67500"/>
                </a:lnTo>
                <a:lnTo>
                  <a:pt x="823595" y="67500"/>
                </a:lnTo>
                <a:cubicBezTo>
                  <a:pt x="823987" y="74758"/>
                  <a:pt x="826607" y="80668"/>
                  <a:pt x="831457" y="85229"/>
                </a:cubicBezTo>
                <a:cubicBezTo>
                  <a:pt x="836307" y="89790"/>
                  <a:pt x="842210" y="92071"/>
                  <a:pt x="849166" y="92071"/>
                </a:cubicBezTo>
                <a:cubicBezTo>
                  <a:pt x="857788" y="92071"/>
                  <a:pt x="865087" y="89080"/>
                  <a:pt x="871064" y="83098"/>
                </a:cubicBezTo>
                <a:lnTo>
                  <a:pt x="876355" y="90301"/>
                </a:lnTo>
                <a:cubicBezTo>
                  <a:pt x="869104" y="97555"/>
                  <a:pt x="859698" y="101182"/>
                  <a:pt x="848137" y="101182"/>
                </a:cubicBezTo>
                <a:moveTo>
                  <a:pt x="870181" y="59418"/>
                </a:moveTo>
                <a:cubicBezTo>
                  <a:pt x="870181" y="52866"/>
                  <a:pt x="868025" y="47294"/>
                  <a:pt x="863713" y="42700"/>
                </a:cubicBezTo>
                <a:cubicBezTo>
                  <a:pt x="859403" y="38104"/>
                  <a:pt x="853770" y="35806"/>
                  <a:pt x="846814" y="35806"/>
                </a:cubicBezTo>
                <a:cubicBezTo>
                  <a:pt x="840249" y="35806"/>
                  <a:pt x="834787" y="38104"/>
                  <a:pt x="830428" y="42700"/>
                </a:cubicBezTo>
                <a:cubicBezTo>
                  <a:pt x="826068" y="47294"/>
                  <a:pt x="823791" y="52866"/>
                  <a:pt x="823595" y="59418"/>
                </a:cubicBezTo>
                <a:lnTo>
                  <a:pt x="870181" y="59418"/>
                </a:lnTo>
                <a:close/>
                <a:moveTo>
                  <a:pt x="921325" y="101182"/>
                </a:moveTo>
                <a:cubicBezTo>
                  <a:pt x="909274" y="101182"/>
                  <a:pt x="899722" y="97462"/>
                  <a:pt x="892668" y="90023"/>
                </a:cubicBezTo>
                <a:lnTo>
                  <a:pt x="898400" y="82094"/>
                </a:lnTo>
                <a:cubicBezTo>
                  <a:pt x="900750" y="84833"/>
                  <a:pt x="904007" y="87204"/>
                  <a:pt x="908171" y="89209"/>
                </a:cubicBezTo>
                <a:cubicBezTo>
                  <a:pt x="912336" y="91214"/>
                  <a:pt x="916868" y="92217"/>
                  <a:pt x="921767" y="92217"/>
                </a:cubicBezTo>
                <a:cubicBezTo>
                  <a:pt x="927254" y="92217"/>
                  <a:pt x="931417" y="91066"/>
                  <a:pt x="934258" y="88765"/>
                </a:cubicBezTo>
                <a:cubicBezTo>
                  <a:pt x="937100" y="86463"/>
                  <a:pt x="938521" y="83549"/>
                  <a:pt x="938521" y="80024"/>
                </a:cubicBezTo>
                <a:cubicBezTo>
                  <a:pt x="938521" y="76890"/>
                  <a:pt x="936977" y="74418"/>
                  <a:pt x="933890" y="72606"/>
                </a:cubicBezTo>
                <a:cubicBezTo>
                  <a:pt x="930804" y="70794"/>
                  <a:pt x="925048" y="68909"/>
                  <a:pt x="916623" y="66950"/>
                </a:cubicBezTo>
                <a:cubicBezTo>
                  <a:pt x="909470" y="65481"/>
                  <a:pt x="904008" y="63154"/>
                  <a:pt x="900237" y="59971"/>
                </a:cubicBezTo>
                <a:cubicBezTo>
                  <a:pt x="896465" y="56789"/>
                  <a:pt x="894579" y="52503"/>
                  <a:pt x="894579" y="47115"/>
                </a:cubicBezTo>
                <a:cubicBezTo>
                  <a:pt x="894579" y="41141"/>
                  <a:pt x="896979" y="36244"/>
                  <a:pt x="901779" y="32424"/>
                </a:cubicBezTo>
                <a:cubicBezTo>
                  <a:pt x="906580" y="28605"/>
                  <a:pt x="912997" y="26695"/>
                  <a:pt x="921031" y="26695"/>
                </a:cubicBezTo>
                <a:cubicBezTo>
                  <a:pt x="931712" y="26695"/>
                  <a:pt x="940481" y="30126"/>
                  <a:pt x="947338" y="36988"/>
                </a:cubicBezTo>
                <a:lnTo>
                  <a:pt x="942194" y="44635"/>
                </a:lnTo>
                <a:cubicBezTo>
                  <a:pt x="940040" y="42084"/>
                  <a:pt x="937125" y="39951"/>
                  <a:pt x="933450" y="38235"/>
                </a:cubicBezTo>
                <a:cubicBezTo>
                  <a:pt x="929776" y="36519"/>
                  <a:pt x="925636" y="35660"/>
                  <a:pt x="921031" y="35660"/>
                </a:cubicBezTo>
                <a:cubicBezTo>
                  <a:pt x="916132" y="35660"/>
                  <a:pt x="912286" y="36738"/>
                  <a:pt x="909494" y="38892"/>
                </a:cubicBezTo>
                <a:cubicBezTo>
                  <a:pt x="906702" y="41046"/>
                  <a:pt x="905307" y="43690"/>
                  <a:pt x="905307" y="46824"/>
                </a:cubicBezTo>
                <a:cubicBezTo>
                  <a:pt x="905307" y="49664"/>
                  <a:pt x="906874" y="51917"/>
                  <a:pt x="910009" y="53583"/>
                </a:cubicBezTo>
                <a:cubicBezTo>
                  <a:pt x="913144" y="55246"/>
                  <a:pt x="918925" y="56960"/>
                  <a:pt x="927351" y="58722"/>
                </a:cubicBezTo>
                <a:cubicBezTo>
                  <a:pt x="934503" y="60388"/>
                  <a:pt x="939940" y="62911"/>
                  <a:pt x="943663" y="66291"/>
                </a:cubicBezTo>
                <a:cubicBezTo>
                  <a:pt x="947387" y="69670"/>
                  <a:pt x="949249" y="74150"/>
                  <a:pt x="949249" y="79732"/>
                </a:cubicBezTo>
                <a:cubicBezTo>
                  <a:pt x="949249" y="86294"/>
                  <a:pt x="946701" y="91509"/>
                  <a:pt x="941606" y="95378"/>
                </a:cubicBezTo>
                <a:cubicBezTo>
                  <a:pt x="936511" y="99248"/>
                  <a:pt x="929751" y="101182"/>
                  <a:pt x="921325" y="1011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a43a273e84501"/>
          <a:stretch xmlns:a="http://schemas.openxmlformats.org/drawingml/2006/main"/>
        </p:blipFill>
        <p:spPr>
          <a:xfrm xmlns:a="http://schemas.openxmlformats.org/drawingml/2006/main">
            <a:off x="11288559" y="4026903"/>
            <a:ext cx="1658607" cy="185081"/>
          </a:xfrm>
          <a:prstGeom xmlns:a="http://schemas.openxmlformats.org/drawingml/2006/main" prst="rect">
            <a:avLst/>
          </a:prstGeom>
        </p:spPr>
      </p:pic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99DF0F-84A0-427B-998C-FAED94B9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4675" y="4026903"/>
            <a:ext cx="1666376" cy="185081"/>
          </a:xfrm>
          <a:custGeom xmlns:a="http://schemas.openxmlformats.org/drawingml/2006/main">
            <a:pathLst>
              <a:path w="1666376" h="185081" fill="none">
                <a:moveTo>
                  <a:pt x="0" y="0"/>
                </a:moveTo>
                <a:lnTo>
                  <a:pt x="1666376" y="0"/>
                </a:lnTo>
                <a:lnTo>
                  <a:pt x="1666376" y="185081"/>
                </a:lnTo>
                <a:lnTo>
                  <a:pt x="0" y="1850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017886-8B4C-414B-8EB5-933287EF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0700" y="4089759"/>
            <a:ext cx="204175" cy="10"/>
          </a:xfrm>
          <a:custGeom xmlns:a="http://schemas.openxmlformats.org/drawingml/2006/main">
            <a:pathLst>
              <a:path w="204175" h="1">
                <a:moveTo>
                  <a:pt x="204175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7E9A9B-6D96-43F8-A1C8-A3B005A8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0700" y="4089759"/>
            <a:ext cx="204175" cy="10"/>
          </a:xfrm>
          <a:custGeom xmlns:a="http://schemas.openxmlformats.org/drawingml/2006/main">
            <a:pathLst>
              <a:path w="204175" h="1" fill="none">
                <a:moveTo>
                  <a:pt x="2041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667" cap="flat">
            <a:solidFill>
              <a:srgbClr val="000000"/>
            </a:solidFill>
            <a:custDash>
              <a:ds d="100000" sp="300000"/>
            </a:custDash>
            <a:round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45C424-EE81-4130-AF3F-9588C569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660" y="3771088"/>
            <a:ext cx="1504078" cy="348464"/>
          </a:xfrm>
          <a:custGeom xmlns:a="http://schemas.openxmlformats.org/drawingml/2006/main">
            <a:pathLst>
              <a:path w="1504078" h="348464">
                <a:moveTo>
                  <a:pt x="1504078" y="348464"/>
                </a:moveTo>
                <a:cubicBezTo>
                  <a:pt x="752039" y="348464"/>
                  <a:pt x="0" y="174232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32A03A-B852-4A56-87DA-813FCE9D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1733" y="3842831"/>
            <a:ext cx="1380341" cy="276021"/>
          </a:xfrm>
          <a:custGeom xmlns:a="http://schemas.openxmlformats.org/drawingml/2006/main">
            <a:pathLst>
              <a:path w="1380341" h="276021" fill="none">
                <a:moveTo>
                  <a:pt x="0" y="0"/>
                </a:moveTo>
                <a:lnTo>
                  <a:pt x="1451" y="1277"/>
                </a:lnTo>
                <a:cubicBezTo>
                  <a:pt x="4523" y="3946"/>
                  <a:pt x="7754" y="6608"/>
                  <a:pt x="11139" y="9264"/>
                </a:cubicBezTo>
                <a:cubicBezTo>
                  <a:pt x="17910" y="14576"/>
                  <a:pt x="25298" y="19861"/>
                  <a:pt x="33287" y="25115"/>
                </a:cubicBezTo>
                <a:cubicBezTo>
                  <a:pt x="49260" y="35621"/>
                  <a:pt x="67621" y="46000"/>
                  <a:pt x="88183" y="56209"/>
                </a:cubicBezTo>
                <a:cubicBezTo>
                  <a:pt x="170437" y="97045"/>
                  <a:pt x="287944" y="135158"/>
                  <a:pt x="428952" y="167826"/>
                </a:cubicBezTo>
                <a:cubicBezTo>
                  <a:pt x="569959" y="200495"/>
                  <a:pt x="734467" y="227719"/>
                  <a:pt x="910727" y="246775"/>
                </a:cubicBezTo>
                <a:cubicBezTo>
                  <a:pt x="998856" y="256304"/>
                  <a:pt x="1089924" y="263790"/>
                  <a:pt x="1182459" y="268895"/>
                </a:cubicBezTo>
                <a:cubicBezTo>
                  <a:pt x="1228727" y="271447"/>
                  <a:pt x="1275363" y="273403"/>
                  <a:pt x="1322181" y="274722"/>
                </a:cubicBezTo>
                <a:cubicBezTo>
                  <a:pt x="1333887" y="275052"/>
                  <a:pt x="1345602" y="275341"/>
                  <a:pt x="1357327" y="275591"/>
                </a:cubicBezTo>
                <a:cubicBezTo>
                  <a:pt x="1363189" y="275715"/>
                  <a:pt x="1369055" y="275830"/>
                  <a:pt x="1374920" y="275934"/>
                </a:cubicBezTo>
                <a:lnTo>
                  <a:pt x="1380341" y="276021"/>
                </a:lnTo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FF0000"/>
            </a:solidFill>
            <a:custDash>
              <a:ds d="400000" sp="300000"/>
              <a:ds d="100000" sp="300000"/>
            </a:custDash>
            <a:round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40B915-2D9C-4776-9228-A2852600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668" y="3788569"/>
            <a:ext cx="50815" cy="65569"/>
          </a:xfrm>
          <a:custGeom xmlns:a="http://schemas.openxmlformats.org/drawingml/2006/main">
            <a:pathLst>
              <a:path w="50815" h="65569">
                <a:moveTo>
                  <a:pt x="50815" y="42955"/>
                </a:moveTo>
                <a:lnTo>
                  <a:pt x="11315" y="65569"/>
                </a:lnTo>
                <a:lnTo>
                  <a:pt x="0" y="0"/>
                </a:lnTo>
                <a:lnTo>
                  <a:pt x="50815" y="4295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603AE1-2C8D-4901-B90D-C5AD5985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0668" y="3788569"/>
            <a:ext cx="50815" cy="65569"/>
          </a:xfrm>
          <a:custGeom xmlns:a="http://schemas.openxmlformats.org/drawingml/2006/main">
            <a:pathLst>
              <a:path w="50815" h="65569" fill="none">
                <a:moveTo>
                  <a:pt x="50815" y="42955"/>
                </a:moveTo>
                <a:lnTo>
                  <a:pt x="0" y="0"/>
                </a:lnTo>
                <a:lnTo>
                  <a:pt x="11315" y="65569"/>
                </a:lnTo>
                <a:lnTo>
                  <a:pt x="50815" y="4295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FF0000"/>
            </a:solidFill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6767F9-73A4-46C5-B5E1-3B80CC97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880" y="4096095"/>
            <a:ext cx="62716" cy="45514"/>
          </a:xfrm>
          <a:custGeom xmlns:a="http://schemas.openxmlformats.org/drawingml/2006/main">
            <a:pathLst>
              <a:path w="62716" h="45514">
                <a:moveTo>
                  <a:pt x="0" y="45514"/>
                </a:moveTo>
                <a:lnTo>
                  <a:pt x="385" y="0"/>
                </a:lnTo>
                <a:lnTo>
                  <a:pt x="62716" y="23287"/>
                </a:lnTo>
                <a:lnTo>
                  <a:pt x="0" y="45514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681503-3B77-4BA1-BA83-0AED2F9D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880" y="4096095"/>
            <a:ext cx="62716" cy="45514"/>
          </a:xfrm>
          <a:custGeom xmlns:a="http://schemas.openxmlformats.org/drawingml/2006/main">
            <a:pathLst>
              <a:path w="62716" h="45514" fill="none">
                <a:moveTo>
                  <a:pt x="0" y="45514"/>
                </a:moveTo>
                <a:lnTo>
                  <a:pt x="62716" y="23287"/>
                </a:lnTo>
                <a:lnTo>
                  <a:pt x="385" y="0"/>
                </a:lnTo>
                <a:lnTo>
                  <a:pt x="0" y="4551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FF0000"/>
            </a:solidFill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1F7EBF-F026-451E-8ACA-4911BC97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660" y="3678656"/>
            <a:ext cx="1228519" cy="269976"/>
          </a:xfrm>
          <a:custGeom xmlns:a="http://schemas.openxmlformats.org/drawingml/2006/main">
            <a:pathLst>
              <a:path w="1228519" h="269976">
                <a:moveTo>
                  <a:pt x="1228519" y="0"/>
                </a:moveTo>
                <a:cubicBezTo>
                  <a:pt x="1129671" y="0"/>
                  <a:pt x="1125905" y="64834"/>
                  <a:pt x="1030825" y="132328"/>
                </a:cubicBezTo>
                <a:cubicBezTo>
                  <a:pt x="935744" y="199822"/>
                  <a:pt x="749348" y="269976"/>
                  <a:pt x="515412" y="264656"/>
                </a:cubicBezTo>
                <a:cubicBezTo>
                  <a:pt x="281476" y="259337"/>
                  <a:pt x="0" y="178544"/>
                  <a:pt x="0" y="92432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12ED9D-35EB-4436-85F7-27AB7791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942" y="3701636"/>
            <a:ext cx="1097827" cy="246997"/>
          </a:xfrm>
          <a:custGeom xmlns:a="http://schemas.openxmlformats.org/drawingml/2006/main">
            <a:pathLst>
              <a:path w="1097827" h="246997" fill="none">
                <a:moveTo>
                  <a:pt x="0" y="134292"/>
                </a:moveTo>
                <a:lnTo>
                  <a:pt x="2131" y="135633"/>
                </a:lnTo>
                <a:cubicBezTo>
                  <a:pt x="4105" y="136857"/>
                  <a:pt x="6126" y="138075"/>
                  <a:pt x="8194" y="139287"/>
                </a:cubicBezTo>
                <a:cubicBezTo>
                  <a:pt x="12328" y="141711"/>
                  <a:pt x="16647" y="144110"/>
                  <a:pt x="21141" y="146483"/>
                </a:cubicBezTo>
                <a:cubicBezTo>
                  <a:pt x="30127" y="151229"/>
                  <a:pt x="39813" y="155869"/>
                  <a:pt x="50114" y="160385"/>
                </a:cubicBezTo>
                <a:cubicBezTo>
                  <a:pt x="70720" y="169417"/>
                  <a:pt x="93795" y="177955"/>
                  <a:pt x="118698" y="185862"/>
                </a:cubicBezTo>
                <a:cubicBezTo>
                  <a:pt x="218309" y="217489"/>
                  <a:pt x="347162" y="239018"/>
                  <a:pt x="464130" y="241677"/>
                </a:cubicBezTo>
                <a:cubicBezTo>
                  <a:pt x="698066" y="246997"/>
                  <a:pt x="884462" y="176843"/>
                  <a:pt x="979542" y="109349"/>
                </a:cubicBezTo>
                <a:cubicBezTo>
                  <a:pt x="1027084" y="75602"/>
                  <a:pt x="1051795" y="42520"/>
                  <a:pt x="1076977" y="17874"/>
                </a:cubicBezTo>
                <a:cubicBezTo>
                  <a:pt x="1083273" y="11713"/>
                  <a:pt x="1089597" y="6079"/>
                  <a:pt x="1096317" y="1094"/>
                </a:cubicBezTo>
                <a:lnTo>
                  <a:pt x="109782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FF0000"/>
            </a:solidFill>
            <a:custDash>
              <a:ds d="400000" sp="300000"/>
              <a:ds d="100000" sp="300000"/>
            </a:custDash>
            <a:round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2B8F39-A0C1-499C-8F79-4FC12EE3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155" y="3786886"/>
            <a:ext cx="56637" cy="63158"/>
          </a:xfrm>
          <a:custGeom xmlns:a="http://schemas.openxmlformats.org/drawingml/2006/main">
            <a:pathLst>
              <a:path w="56637" h="63158">
                <a:moveTo>
                  <a:pt x="56637" y="34924"/>
                </a:moveTo>
                <a:lnTo>
                  <a:pt x="20938" y="63158"/>
                </a:lnTo>
                <a:lnTo>
                  <a:pt x="0" y="0"/>
                </a:lnTo>
                <a:lnTo>
                  <a:pt x="56637" y="34924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A525C8-EA82-4DF8-BFB8-9D0153CA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155" y="3786886"/>
            <a:ext cx="56637" cy="63158"/>
          </a:xfrm>
          <a:custGeom xmlns:a="http://schemas.openxmlformats.org/drawingml/2006/main">
            <a:pathLst>
              <a:path w="56637" h="63158" fill="none">
                <a:moveTo>
                  <a:pt x="56637" y="34924"/>
                </a:moveTo>
                <a:lnTo>
                  <a:pt x="0" y="0"/>
                </a:lnTo>
                <a:lnTo>
                  <a:pt x="20938" y="63158"/>
                </a:lnTo>
                <a:lnTo>
                  <a:pt x="56637" y="3492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FF0000"/>
            </a:solidFill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FC27E7-730F-4476-B820-4F392149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442" y="3679775"/>
            <a:ext cx="66387" cy="43721"/>
          </a:xfrm>
          <a:custGeom xmlns:a="http://schemas.openxmlformats.org/drawingml/2006/main">
            <a:pathLst>
              <a:path w="66387" h="43721">
                <a:moveTo>
                  <a:pt x="12653" y="43721"/>
                </a:moveTo>
                <a:lnTo>
                  <a:pt x="0" y="0"/>
                </a:lnTo>
                <a:lnTo>
                  <a:pt x="66387" y="4480"/>
                </a:lnTo>
                <a:lnTo>
                  <a:pt x="12653" y="43721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1BB17A-42A1-44BD-8DD1-1BE29177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442" y="3679775"/>
            <a:ext cx="66387" cy="43721"/>
          </a:xfrm>
          <a:custGeom xmlns:a="http://schemas.openxmlformats.org/drawingml/2006/main">
            <a:pathLst>
              <a:path w="66387" h="43721" fill="none">
                <a:moveTo>
                  <a:pt x="12653" y="43721"/>
                </a:moveTo>
                <a:lnTo>
                  <a:pt x="66387" y="4480"/>
                </a:lnTo>
                <a:lnTo>
                  <a:pt x="0" y="0"/>
                </a:lnTo>
                <a:lnTo>
                  <a:pt x="12653" y="4372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FF0000"/>
            </a:solidFill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B0F437-5FD1-4EFB-B412-24F05C0D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6810" y="4046705"/>
            <a:ext cx="1516229" cy="311795"/>
          </a:xfrm>
          <a:custGeom xmlns:a="http://schemas.openxmlformats.org/drawingml/2006/main">
            <a:pathLst>
              <a:path w="1516229" h="311795">
                <a:moveTo>
                  <a:pt x="0" y="0"/>
                </a:moveTo>
                <a:lnTo>
                  <a:pt x="1516229" y="0"/>
                </a:lnTo>
                <a:lnTo>
                  <a:pt x="1516229" y="311795"/>
                </a:lnTo>
                <a:lnTo>
                  <a:pt x="0" y="3117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Text ContrastiveLoss">
            <a:extLst xmlns:a="http://schemas.openxmlformats.org/drawingml/2006/main">
              <a:ext uri="{FF2B5EF4-FFF2-40B4-BE49-F238E27FC236}">
                <a16:creationId xmlns:a16="http://schemas.microsoft.com/office/drawing/2014/main" id="{1297FA5B-5DB7-4200-BCD2-44AAA32F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4321" y="4130677"/>
            <a:ext cx="1198354" cy="120732"/>
          </a:xfrm>
          <a:custGeom xmlns:a="http://schemas.openxmlformats.org/drawingml/2006/main">
            <a:pathLst>
              <a:path w="1198354" h="120732">
                <a:moveTo>
                  <a:pt x="51436" y="120732"/>
                </a:moveTo>
                <a:cubicBezTo>
                  <a:pt x="42961" y="120732"/>
                  <a:pt x="35503" y="119447"/>
                  <a:pt x="29061" y="116875"/>
                </a:cubicBezTo>
                <a:cubicBezTo>
                  <a:pt x="22619" y="114302"/>
                  <a:pt x="17255" y="110591"/>
                  <a:pt x="12968" y="105741"/>
                </a:cubicBezTo>
                <a:cubicBezTo>
                  <a:pt x="8682" y="100891"/>
                  <a:pt x="5449" y="95074"/>
                  <a:pt x="3270" y="88290"/>
                </a:cubicBezTo>
                <a:cubicBezTo>
                  <a:pt x="1090" y="81504"/>
                  <a:pt x="0" y="73923"/>
                  <a:pt x="0" y="65546"/>
                </a:cubicBezTo>
                <a:cubicBezTo>
                  <a:pt x="0" y="56826"/>
                  <a:pt x="1347" y="48976"/>
                  <a:pt x="4041" y="41995"/>
                </a:cubicBezTo>
                <a:cubicBezTo>
                  <a:pt x="6735" y="35015"/>
                  <a:pt x="10519" y="29039"/>
                  <a:pt x="15393" y="24067"/>
                </a:cubicBezTo>
                <a:cubicBezTo>
                  <a:pt x="20268" y="19094"/>
                  <a:pt x="25975" y="15286"/>
                  <a:pt x="32514" y="12641"/>
                </a:cubicBezTo>
                <a:cubicBezTo>
                  <a:pt x="39055" y="9995"/>
                  <a:pt x="46195" y="8672"/>
                  <a:pt x="53935" y="8672"/>
                </a:cubicBezTo>
                <a:cubicBezTo>
                  <a:pt x="57463" y="8672"/>
                  <a:pt x="60745" y="8819"/>
                  <a:pt x="63781" y="9114"/>
                </a:cubicBezTo>
                <a:cubicBezTo>
                  <a:pt x="66819" y="9407"/>
                  <a:pt x="69649" y="9762"/>
                  <a:pt x="72269" y="10179"/>
                </a:cubicBezTo>
                <a:cubicBezTo>
                  <a:pt x="74890" y="10594"/>
                  <a:pt x="77413" y="10974"/>
                  <a:pt x="79838" y="11318"/>
                </a:cubicBezTo>
                <a:cubicBezTo>
                  <a:pt x="82263" y="11660"/>
                  <a:pt x="84602" y="11905"/>
                  <a:pt x="86855" y="12051"/>
                </a:cubicBezTo>
                <a:lnTo>
                  <a:pt x="85166" y="43061"/>
                </a:lnTo>
                <a:lnTo>
                  <a:pt x="72159" y="43061"/>
                </a:lnTo>
                <a:lnTo>
                  <a:pt x="67751" y="21898"/>
                </a:lnTo>
                <a:cubicBezTo>
                  <a:pt x="67114" y="21261"/>
                  <a:pt x="66085" y="20674"/>
                  <a:pt x="64663" y="20135"/>
                </a:cubicBezTo>
                <a:cubicBezTo>
                  <a:pt x="63243" y="19596"/>
                  <a:pt x="61491" y="19130"/>
                  <a:pt x="59409" y="18738"/>
                </a:cubicBezTo>
                <a:cubicBezTo>
                  <a:pt x="57328" y="18347"/>
                  <a:pt x="54842" y="18151"/>
                  <a:pt x="51952" y="18151"/>
                </a:cubicBezTo>
                <a:cubicBezTo>
                  <a:pt x="46612" y="18151"/>
                  <a:pt x="41872" y="19841"/>
                  <a:pt x="37732" y="23221"/>
                </a:cubicBezTo>
                <a:cubicBezTo>
                  <a:pt x="33593" y="26601"/>
                  <a:pt x="30347" y="31623"/>
                  <a:pt x="27995" y="38286"/>
                </a:cubicBezTo>
                <a:cubicBezTo>
                  <a:pt x="25644" y="44948"/>
                  <a:pt x="24468" y="53251"/>
                  <a:pt x="24468" y="63196"/>
                </a:cubicBezTo>
                <a:cubicBezTo>
                  <a:pt x="24468" y="70004"/>
                  <a:pt x="25044" y="76336"/>
                  <a:pt x="26195" y="82190"/>
                </a:cubicBezTo>
                <a:cubicBezTo>
                  <a:pt x="27346" y="88045"/>
                  <a:pt x="29085" y="93128"/>
                  <a:pt x="31411" y="97439"/>
                </a:cubicBezTo>
                <a:cubicBezTo>
                  <a:pt x="33739" y="101749"/>
                  <a:pt x="36678" y="105105"/>
                  <a:pt x="40231" y="107506"/>
                </a:cubicBezTo>
                <a:cubicBezTo>
                  <a:pt x="43783" y="109905"/>
                  <a:pt x="47934" y="111105"/>
                  <a:pt x="52686" y="111105"/>
                </a:cubicBezTo>
                <a:cubicBezTo>
                  <a:pt x="55870" y="111105"/>
                  <a:pt x="58503" y="110897"/>
                  <a:pt x="60586" y="110482"/>
                </a:cubicBezTo>
                <a:cubicBezTo>
                  <a:pt x="62668" y="110065"/>
                  <a:pt x="64371" y="109489"/>
                  <a:pt x="65692" y="108755"/>
                </a:cubicBezTo>
                <a:cubicBezTo>
                  <a:pt x="67015" y="108019"/>
                  <a:pt x="68142" y="107211"/>
                  <a:pt x="69074" y="106329"/>
                </a:cubicBezTo>
                <a:lnTo>
                  <a:pt x="75759" y="89723"/>
                </a:lnTo>
                <a:lnTo>
                  <a:pt x="87958" y="90972"/>
                </a:lnTo>
                <a:lnTo>
                  <a:pt x="84798" y="115148"/>
                </a:lnTo>
                <a:cubicBezTo>
                  <a:pt x="82496" y="115295"/>
                  <a:pt x="80304" y="115662"/>
                  <a:pt x="78221" y="116249"/>
                </a:cubicBezTo>
                <a:cubicBezTo>
                  <a:pt x="76140" y="116837"/>
                  <a:pt x="73899" y="117474"/>
                  <a:pt x="71498" y="118160"/>
                </a:cubicBezTo>
                <a:cubicBezTo>
                  <a:pt x="69097" y="118846"/>
                  <a:pt x="66292" y="119447"/>
                  <a:pt x="63084" y="119961"/>
                </a:cubicBezTo>
                <a:cubicBezTo>
                  <a:pt x="59876" y="120475"/>
                  <a:pt x="55993" y="120732"/>
                  <a:pt x="51436" y="120732"/>
                </a:cubicBezTo>
                <a:close/>
                <a:moveTo>
                  <a:pt x="96557" y="78479"/>
                </a:moveTo>
                <a:cubicBezTo>
                  <a:pt x="96557" y="71277"/>
                  <a:pt x="97659" y="64983"/>
                  <a:pt x="99862" y="59595"/>
                </a:cubicBezTo>
                <a:cubicBezTo>
                  <a:pt x="102067" y="54205"/>
                  <a:pt x="105068" y="49722"/>
                  <a:pt x="108864" y="46146"/>
                </a:cubicBezTo>
                <a:cubicBezTo>
                  <a:pt x="112661" y="42570"/>
                  <a:pt x="116984" y="39876"/>
                  <a:pt x="121834" y="38064"/>
                </a:cubicBezTo>
                <a:cubicBezTo>
                  <a:pt x="126684" y="36251"/>
                  <a:pt x="131754" y="35344"/>
                  <a:pt x="137045" y="35344"/>
                </a:cubicBezTo>
                <a:cubicBezTo>
                  <a:pt x="145372" y="35344"/>
                  <a:pt x="152402" y="37084"/>
                  <a:pt x="158134" y="40563"/>
                </a:cubicBezTo>
                <a:cubicBezTo>
                  <a:pt x="163866" y="44041"/>
                  <a:pt x="168238" y="48941"/>
                  <a:pt x="171250" y="55260"/>
                </a:cubicBezTo>
                <a:cubicBezTo>
                  <a:pt x="174263" y="61579"/>
                  <a:pt x="175769" y="69025"/>
                  <a:pt x="175769" y="77598"/>
                </a:cubicBezTo>
                <a:cubicBezTo>
                  <a:pt x="175769" y="84898"/>
                  <a:pt x="174666" y="91254"/>
                  <a:pt x="172461" y="96668"/>
                </a:cubicBezTo>
                <a:cubicBezTo>
                  <a:pt x="170258" y="102080"/>
                  <a:pt x="167245" y="106574"/>
                  <a:pt x="163424" y="110150"/>
                </a:cubicBezTo>
                <a:cubicBezTo>
                  <a:pt x="159604" y="113726"/>
                  <a:pt x="155269" y="116384"/>
                  <a:pt x="150417" y="118124"/>
                </a:cubicBezTo>
                <a:cubicBezTo>
                  <a:pt x="145568" y="119863"/>
                  <a:pt x="140473" y="120732"/>
                  <a:pt x="135135" y="120732"/>
                </a:cubicBezTo>
                <a:cubicBezTo>
                  <a:pt x="128962" y="120732"/>
                  <a:pt x="123474" y="119740"/>
                  <a:pt x="118672" y="117756"/>
                </a:cubicBezTo>
                <a:cubicBezTo>
                  <a:pt x="113872" y="115773"/>
                  <a:pt x="109831" y="112943"/>
                  <a:pt x="106549" y="109269"/>
                </a:cubicBezTo>
                <a:cubicBezTo>
                  <a:pt x="103268" y="105594"/>
                  <a:pt x="100782" y="101148"/>
                  <a:pt x="99091" y="95932"/>
                </a:cubicBezTo>
                <a:cubicBezTo>
                  <a:pt x="97401" y="90715"/>
                  <a:pt x="96557" y="84897"/>
                  <a:pt x="96557" y="78479"/>
                </a:cubicBezTo>
                <a:moveTo>
                  <a:pt x="136458" y="111179"/>
                </a:moveTo>
                <a:cubicBezTo>
                  <a:pt x="140082" y="111179"/>
                  <a:pt x="143106" y="110041"/>
                  <a:pt x="145531" y="107764"/>
                </a:cubicBezTo>
                <a:cubicBezTo>
                  <a:pt x="147956" y="105485"/>
                  <a:pt x="149805" y="101971"/>
                  <a:pt x="151079" y="97220"/>
                </a:cubicBezTo>
                <a:cubicBezTo>
                  <a:pt x="152353" y="92467"/>
                  <a:pt x="152989" y="86441"/>
                  <a:pt x="152989" y="79140"/>
                </a:cubicBezTo>
                <a:cubicBezTo>
                  <a:pt x="152989" y="73800"/>
                  <a:pt x="152696" y="69012"/>
                  <a:pt x="152108" y="64775"/>
                </a:cubicBezTo>
                <a:cubicBezTo>
                  <a:pt x="151521" y="60538"/>
                  <a:pt x="150565" y="56938"/>
                  <a:pt x="149242" y="53975"/>
                </a:cubicBezTo>
                <a:cubicBezTo>
                  <a:pt x="147919" y="51010"/>
                  <a:pt x="146192" y="48757"/>
                  <a:pt x="144062" y="47214"/>
                </a:cubicBezTo>
                <a:cubicBezTo>
                  <a:pt x="141932" y="45669"/>
                  <a:pt x="139323" y="44897"/>
                  <a:pt x="136236" y="44897"/>
                </a:cubicBezTo>
                <a:cubicBezTo>
                  <a:pt x="132610" y="44897"/>
                  <a:pt x="129536" y="46036"/>
                  <a:pt x="127012" y="48315"/>
                </a:cubicBezTo>
                <a:cubicBezTo>
                  <a:pt x="124490" y="50593"/>
                  <a:pt x="122568" y="54096"/>
                  <a:pt x="121245" y="58823"/>
                </a:cubicBezTo>
                <a:cubicBezTo>
                  <a:pt x="119923" y="63550"/>
                  <a:pt x="119262" y="69588"/>
                  <a:pt x="119262" y="76936"/>
                </a:cubicBezTo>
                <a:cubicBezTo>
                  <a:pt x="119262" y="82326"/>
                  <a:pt x="119581" y="87139"/>
                  <a:pt x="120217" y="91378"/>
                </a:cubicBezTo>
                <a:cubicBezTo>
                  <a:pt x="120854" y="95615"/>
                  <a:pt x="121858" y="99203"/>
                  <a:pt x="123229" y="102142"/>
                </a:cubicBezTo>
                <a:cubicBezTo>
                  <a:pt x="124602" y="105081"/>
                  <a:pt x="126378" y="107322"/>
                  <a:pt x="128557" y="108865"/>
                </a:cubicBezTo>
                <a:cubicBezTo>
                  <a:pt x="130737" y="110408"/>
                  <a:pt x="133371" y="111179"/>
                  <a:pt x="136458" y="111179"/>
                </a:cubicBezTo>
                <a:close/>
                <a:moveTo>
                  <a:pt x="194508" y="108975"/>
                </a:moveTo>
                <a:lnTo>
                  <a:pt x="194508" y="51439"/>
                </a:lnTo>
                <a:lnTo>
                  <a:pt x="185175" y="48719"/>
                </a:lnTo>
                <a:lnTo>
                  <a:pt x="185175" y="38504"/>
                </a:lnTo>
                <a:lnTo>
                  <a:pt x="209719" y="35566"/>
                </a:lnTo>
                <a:lnTo>
                  <a:pt x="210159" y="35566"/>
                </a:lnTo>
                <a:lnTo>
                  <a:pt x="213760" y="38432"/>
                </a:lnTo>
                <a:lnTo>
                  <a:pt x="213760" y="44090"/>
                </a:lnTo>
                <a:lnTo>
                  <a:pt x="213615" y="47617"/>
                </a:lnTo>
                <a:cubicBezTo>
                  <a:pt x="215672" y="45707"/>
                  <a:pt x="218280" y="43846"/>
                  <a:pt x="221439" y="42034"/>
                </a:cubicBezTo>
                <a:cubicBezTo>
                  <a:pt x="224599" y="40220"/>
                  <a:pt x="228077" y="38713"/>
                  <a:pt x="231873" y="37513"/>
                </a:cubicBezTo>
                <a:cubicBezTo>
                  <a:pt x="235670" y="36312"/>
                  <a:pt x="239578" y="35712"/>
                  <a:pt x="243595" y="35712"/>
                </a:cubicBezTo>
                <a:cubicBezTo>
                  <a:pt x="249522" y="35712"/>
                  <a:pt x="254286" y="36790"/>
                  <a:pt x="257886" y="38946"/>
                </a:cubicBezTo>
                <a:cubicBezTo>
                  <a:pt x="261488" y="41101"/>
                  <a:pt x="264096" y="44556"/>
                  <a:pt x="265713" y="49308"/>
                </a:cubicBezTo>
                <a:cubicBezTo>
                  <a:pt x="267329" y="54059"/>
                  <a:pt x="268137" y="60305"/>
                  <a:pt x="268137" y="68044"/>
                </a:cubicBezTo>
                <a:lnTo>
                  <a:pt x="268137" y="109049"/>
                </a:lnTo>
                <a:lnTo>
                  <a:pt x="277102" y="110224"/>
                </a:lnTo>
                <a:lnTo>
                  <a:pt x="277102" y="119115"/>
                </a:lnTo>
                <a:lnTo>
                  <a:pt x="239038" y="119115"/>
                </a:lnTo>
                <a:lnTo>
                  <a:pt x="239038" y="110298"/>
                </a:lnTo>
                <a:lnTo>
                  <a:pt x="246900" y="109049"/>
                </a:lnTo>
                <a:lnTo>
                  <a:pt x="246900" y="68486"/>
                </a:lnTo>
                <a:cubicBezTo>
                  <a:pt x="246900" y="63636"/>
                  <a:pt x="246496" y="59742"/>
                  <a:pt x="245687" y="56803"/>
                </a:cubicBezTo>
                <a:cubicBezTo>
                  <a:pt x="244880" y="53864"/>
                  <a:pt x="243496" y="51709"/>
                  <a:pt x="241536" y="50338"/>
                </a:cubicBezTo>
                <a:cubicBezTo>
                  <a:pt x="239578" y="48965"/>
                  <a:pt x="236884" y="48279"/>
                  <a:pt x="233454" y="48279"/>
                </a:cubicBezTo>
                <a:cubicBezTo>
                  <a:pt x="231152" y="48279"/>
                  <a:pt x="228898" y="48671"/>
                  <a:pt x="226693" y="49454"/>
                </a:cubicBezTo>
                <a:cubicBezTo>
                  <a:pt x="224489" y="50237"/>
                  <a:pt x="222444" y="51193"/>
                  <a:pt x="220557" y="52320"/>
                </a:cubicBezTo>
                <a:cubicBezTo>
                  <a:pt x="218672" y="53447"/>
                  <a:pt x="217043" y="54525"/>
                  <a:pt x="215671" y="55554"/>
                </a:cubicBezTo>
                <a:lnTo>
                  <a:pt x="215671" y="108975"/>
                </a:lnTo>
                <a:lnTo>
                  <a:pt x="224488" y="110298"/>
                </a:lnTo>
                <a:lnTo>
                  <a:pt x="224488" y="119115"/>
                </a:lnTo>
                <a:lnTo>
                  <a:pt x="185985" y="119115"/>
                </a:lnTo>
                <a:lnTo>
                  <a:pt x="185985" y="110298"/>
                </a:lnTo>
                <a:lnTo>
                  <a:pt x="194508" y="108975"/>
                </a:lnTo>
                <a:close/>
                <a:moveTo>
                  <a:pt x="308332" y="120513"/>
                </a:moveTo>
                <a:cubicBezTo>
                  <a:pt x="302306" y="120513"/>
                  <a:pt x="297786" y="119104"/>
                  <a:pt x="294774" y="116288"/>
                </a:cubicBezTo>
                <a:cubicBezTo>
                  <a:pt x="291762" y="113470"/>
                  <a:pt x="290255" y="108925"/>
                  <a:pt x="290255" y="102655"/>
                </a:cubicBezTo>
                <a:lnTo>
                  <a:pt x="290255" y="48867"/>
                </a:lnTo>
                <a:lnTo>
                  <a:pt x="280702" y="48867"/>
                </a:lnTo>
                <a:lnTo>
                  <a:pt x="280702" y="40563"/>
                </a:lnTo>
                <a:cubicBezTo>
                  <a:pt x="281829" y="40121"/>
                  <a:pt x="282993" y="39730"/>
                  <a:pt x="284192" y="39387"/>
                </a:cubicBezTo>
                <a:cubicBezTo>
                  <a:pt x="285392" y="39044"/>
                  <a:pt x="286495" y="38689"/>
                  <a:pt x="287499" y="38322"/>
                </a:cubicBezTo>
                <a:cubicBezTo>
                  <a:pt x="288504" y="37954"/>
                  <a:pt x="289300" y="37525"/>
                  <a:pt x="289888" y="37035"/>
                </a:cubicBezTo>
                <a:cubicBezTo>
                  <a:pt x="290524" y="36398"/>
                  <a:pt x="291075" y="35786"/>
                  <a:pt x="291540" y="35198"/>
                </a:cubicBezTo>
                <a:cubicBezTo>
                  <a:pt x="292007" y="34611"/>
                  <a:pt x="292436" y="33913"/>
                  <a:pt x="292827" y="33104"/>
                </a:cubicBezTo>
                <a:cubicBezTo>
                  <a:pt x="293219" y="32295"/>
                  <a:pt x="293611" y="31352"/>
                  <a:pt x="294003" y="30274"/>
                </a:cubicBezTo>
                <a:cubicBezTo>
                  <a:pt x="294541" y="29002"/>
                  <a:pt x="295079" y="27508"/>
                  <a:pt x="295617" y="25793"/>
                </a:cubicBezTo>
                <a:cubicBezTo>
                  <a:pt x="296157" y="24079"/>
                  <a:pt x="296684" y="22327"/>
                  <a:pt x="297198" y="20539"/>
                </a:cubicBezTo>
                <a:cubicBezTo>
                  <a:pt x="297714" y="18751"/>
                  <a:pt x="298168" y="17146"/>
                  <a:pt x="298559" y="15724"/>
                </a:cubicBezTo>
                <a:lnTo>
                  <a:pt x="310537" y="15724"/>
                </a:lnTo>
                <a:lnTo>
                  <a:pt x="311198" y="37477"/>
                </a:lnTo>
                <a:lnTo>
                  <a:pt x="332948" y="37477"/>
                </a:lnTo>
                <a:lnTo>
                  <a:pt x="332948" y="48867"/>
                </a:lnTo>
                <a:lnTo>
                  <a:pt x="311344" y="48867"/>
                </a:lnTo>
                <a:lnTo>
                  <a:pt x="311344" y="90017"/>
                </a:lnTo>
                <a:cubicBezTo>
                  <a:pt x="311344" y="95209"/>
                  <a:pt x="311528" y="98993"/>
                  <a:pt x="311896" y="101370"/>
                </a:cubicBezTo>
                <a:cubicBezTo>
                  <a:pt x="312263" y="103746"/>
                  <a:pt x="313023" y="105240"/>
                  <a:pt x="314174" y="105853"/>
                </a:cubicBezTo>
                <a:cubicBezTo>
                  <a:pt x="315325" y="106465"/>
                  <a:pt x="317002" y="106770"/>
                  <a:pt x="319206" y="106770"/>
                </a:cubicBezTo>
                <a:cubicBezTo>
                  <a:pt x="321656" y="106770"/>
                  <a:pt x="324167" y="106489"/>
                  <a:pt x="326739" y="105925"/>
                </a:cubicBezTo>
                <a:cubicBezTo>
                  <a:pt x="329312" y="105361"/>
                  <a:pt x="331381" y="104761"/>
                  <a:pt x="332948" y="104124"/>
                </a:cubicBezTo>
                <a:lnTo>
                  <a:pt x="335740" y="112354"/>
                </a:lnTo>
                <a:cubicBezTo>
                  <a:pt x="334075" y="113677"/>
                  <a:pt x="331797" y="114951"/>
                  <a:pt x="328907" y="116175"/>
                </a:cubicBezTo>
                <a:cubicBezTo>
                  <a:pt x="326017" y="117400"/>
                  <a:pt x="322784" y="118428"/>
                  <a:pt x="319206" y="119261"/>
                </a:cubicBezTo>
                <a:cubicBezTo>
                  <a:pt x="315630" y="120095"/>
                  <a:pt x="312005" y="120513"/>
                  <a:pt x="308332" y="120513"/>
                </a:cubicBezTo>
                <a:close/>
                <a:moveTo>
                  <a:pt x="342943" y="119115"/>
                </a:moveTo>
                <a:lnTo>
                  <a:pt x="342943" y="110372"/>
                </a:lnTo>
                <a:lnTo>
                  <a:pt x="352642" y="109195"/>
                </a:lnTo>
                <a:lnTo>
                  <a:pt x="352642" y="51439"/>
                </a:lnTo>
                <a:lnTo>
                  <a:pt x="343237" y="48719"/>
                </a:lnTo>
                <a:lnTo>
                  <a:pt x="343237" y="38504"/>
                </a:lnTo>
                <a:lnTo>
                  <a:pt x="366088" y="35566"/>
                </a:lnTo>
                <a:lnTo>
                  <a:pt x="366530" y="35566"/>
                </a:lnTo>
                <a:lnTo>
                  <a:pt x="370351" y="38432"/>
                </a:lnTo>
                <a:lnTo>
                  <a:pt x="370351" y="41666"/>
                </a:lnTo>
                <a:lnTo>
                  <a:pt x="369909" y="54524"/>
                </a:lnTo>
                <a:lnTo>
                  <a:pt x="370351" y="54524"/>
                </a:lnTo>
                <a:cubicBezTo>
                  <a:pt x="370792" y="53300"/>
                  <a:pt x="371723" y="51671"/>
                  <a:pt x="373143" y="49638"/>
                </a:cubicBezTo>
                <a:cubicBezTo>
                  <a:pt x="374563" y="47605"/>
                  <a:pt x="376425" y="45535"/>
                  <a:pt x="378727" y="43428"/>
                </a:cubicBezTo>
                <a:cubicBezTo>
                  <a:pt x="381031" y="41322"/>
                  <a:pt x="383726" y="39559"/>
                  <a:pt x="386811" y="38138"/>
                </a:cubicBezTo>
                <a:cubicBezTo>
                  <a:pt x="389897" y="36717"/>
                  <a:pt x="393326" y="36006"/>
                  <a:pt x="397100" y="36006"/>
                </a:cubicBezTo>
                <a:cubicBezTo>
                  <a:pt x="398471" y="36006"/>
                  <a:pt x="399634" y="36104"/>
                  <a:pt x="400589" y="36302"/>
                </a:cubicBezTo>
                <a:cubicBezTo>
                  <a:pt x="401545" y="36498"/>
                  <a:pt x="402291" y="36717"/>
                  <a:pt x="402830" y="36961"/>
                </a:cubicBezTo>
                <a:lnTo>
                  <a:pt x="402830" y="58126"/>
                </a:lnTo>
                <a:cubicBezTo>
                  <a:pt x="401900" y="57440"/>
                  <a:pt x="400565" y="56876"/>
                  <a:pt x="398824" y="56435"/>
                </a:cubicBezTo>
                <a:cubicBezTo>
                  <a:pt x="397086" y="55994"/>
                  <a:pt x="394796" y="55773"/>
                  <a:pt x="391956" y="55773"/>
                </a:cubicBezTo>
                <a:cubicBezTo>
                  <a:pt x="388821" y="55773"/>
                  <a:pt x="386065" y="56129"/>
                  <a:pt x="383687" y="56839"/>
                </a:cubicBezTo>
                <a:cubicBezTo>
                  <a:pt x="381312" y="57549"/>
                  <a:pt x="379291" y="58358"/>
                  <a:pt x="377626" y="59265"/>
                </a:cubicBezTo>
                <a:cubicBezTo>
                  <a:pt x="375961" y="60171"/>
                  <a:pt x="374589" y="61016"/>
                  <a:pt x="373511" y="61799"/>
                </a:cubicBezTo>
                <a:lnTo>
                  <a:pt x="373511" y="109123"/>
                </a:lnTo>
                <a:lnTo>
                  <a:pt x="390558" y="110444"/>
                </a:lnTo>
                <a:lnTo>
                  <a:pt x="390558" y="119115"/>
                </a:lnTo>
                <a:lnTo>
                  <a:pt x="342943" y="119115"/>
                </a:lnTo>
                <a:close/>
                <a:moveTo>
                  <a:pt x="432371" y="120732"/>
                </a:moveTo>
                <a:cubicBezTo>
                  <a:pt x="427962" y="120732"/>
                  <a:pt x="423871" y="119802"/>
                  <a:pt x="420098" y="117940"/>
                </a:cubicBezTo>
                <a:cubicBezTo>
                  <a:pt x="416326" y="116079"/>
                  <a:pt x="413301" y="113311"/>
                  <a:pt x="411022" y="109636"/>
                </a:cubicBezTo>
                <a:cubicBezTo>
                  <a:pt x="408745" y="105962"/>
                  <a:pt x="407607" y="101455"/>
                  <a:pt x="407607" y="96116"/>
                </a:cubicBezTo>
                <a:cubicBezTo>
                  <a:pt x="407607" y="91510"/>
                  <a:pt x="408856" y="87505"/>
                  <a:pt x="411354" y="84101"/>
                </a:cubicBezTo>
                <a:cubicBezTo>
                  <a:pt x="413852" y="80697"/>
                  <a:pt x="417306" y="77905"/>
                  <a:pt x="421715" y="75725"/>
                </a:cubicBezTo>
                <a:cubicBezTo>
                  <a:pt x="426125" y="73544"/>
                  <a:pt x="431233" y="71902"/>
                  <a:pt x="437038" y="70801"/>
                </a:cubicBezTo>
                <a:cubicBezTo>
                  <a:pt x="442843" y="69699"/>
                  <a:pt x="449076" y="69123"/>
                  <a:pt x="455738" y="69074"/>
                </a:cubicBezTo>
                <a:lnTo>
                  <a:pt x="455738" y="65327"/>
                </a:lnTo>
                <a:cubicBezTo>
                  <a:pt x="455738" y="61555"/>
                  <a:pt x="455346" y="58530"/>
                  <a:pt x="454561" y="56251"/>
                </a:cubicBezTo>
                <a:cubicBezTo>
                  <a:pt x="453777" y="53973"/>
                  <a:pt x="452283" y="52307"/>
                  <a:pt x="450078" y="51255"/>
                </a:cubicBezTo>
                <a:cubicBezTo>
                  <a:pt x="447874" y="50201"/>
                  <a:pt x="444666" y="49674"/>
                  <a:pt x="440453" y="49674"/>
                </a:cubicBezTo>
                <a:cubicBezTo>
                  <a:pt x="434771" y="49674"/>
                  <a:pt x="429823" y="50483"/>
                  <a:pt x="425610" y="52100"/>
                </a:cubicBezTo>
                <a:cubicBezTo>
                  <a:pt x="421397" y="53716"/>
                  <a:pt x="418115" y="55112"/>
                  <a:pt x="415763" y="56287"/>
                </a:cubicBezTo>
                <a:lnTo>
                  <a:pt x="411060" y="46736"/>
                </a:lnTo>
                <a:cubicBezTo>
                  <a:pt x="412237" y="45755"/>
                  <a:pt x="414503" y="44384"/>
                  <a:pt x="417858" y="42621"/>
                </a:cubicBezTo>
                <a:cubicBezTo>
                  <a:pt x="421214" y="40857"/>
                  <a:pt x="425304" y="39253"/>
                  <a:pt x="430129" y="37809"/>
                </a:cubicBezTo>
                <a:cubicBezTo>
                  <a:pt x="434954" y="36363"/>
                  <a:pt x="440184" y="35640"/>
                  <a:pt x="445817" y="35640"/>
                </a:cubicBezTo>
                <a:cubicBezTo>
                  <a:pt x="453313" y="35640"/>
                  <a:pt x="459204" y="36705"/>
                  <a:pt x="463490" y="38836"/>
                </a:cubicBezTo>
                <a:cubicBezTo>
                  <a:pt x="467777" y="40966"/>
                  <a:pt x="470838" y="44224"/>
                  <a:pt x="472676" y="48609"/>
                </a:cubicBezTo>
                <a:cubicBezTo>
                  <a:pt x="474513" y="52994"/>
                  <a:pt x="475432" y="58566"/>
                  <a:pt x="475432" y="65327"/>
                </a:cubicBezTo>
                <a:lnTo>
                  <a:pt x="475432" y="110078"/>
                </a:lnTo>
                <a:lnTo>
                  <a:pt x="483442" y="110078"/>
                </a:lnTo>
                <a:lnTo>
                  <a:pt x="483442" y="118308"/>
                </a:lnTo>
                <a:cubicBezTo>
                  <a:pt x="482315" y="118601"/>
                  <a:pt x="480698" y="118919"/>
                  <a:pt x="478591" y="119261"/>
                </a:cubicBezTo>
                <a:cubicBezTo>
                  <a:pt x="476485" y="119605"/>
                  <a:pt x="474243" y="119900"/>
                  <a:pt x="471866" y="120145"/>
                </a:cubicBezTo>
                <a:cubicBezTo>
                  <a:pt x="469491" y="120390"/>
                  <a:pt x="467324" y="120513"/>
                  <a:pt x="465365" y="120513"/>
                </a:cubicBezTo>
                <a:cubicBezTo>
                  <a:pt x="462033" y="120513"/>
                  <a:pt x="459791" y="120023"/>
                  <a:pt x="458640" y="119044"/>
                </a:cubicBezTo>
                <a:cubicBezTo>
                  <a:pt x="457489" y="118063"/>
                  <a:pt x="456913" y="116078"/>
                  <a:pt x="456913" y="113090"/>
                </a:cubicBezTo>
                <a:lnTo>
                  <a:pt x="456913" y="109195"/>
                </a:lnTo>
                <a:cubicBezTo>
                  <a:pt x="455689" y="110616"/>
                  <a:pt x="453925" y="112246"/>
                  <a:pt x="451623" y="114083"/>
                </a:cubicBezTo>
                <a:cubicBezTo>
                  <a:pt x="449321" y="115919"/>
                  <a:pt x="446553" y="117487"/>
                  <a:pt x="443319" y="118786"/>
                </a:cubicBezTo>
                <a:cubicBezTo>
                  <a:pt x="440087" y="120083"/>
                  <a:pt x="436437" y="120732"/>
                  <a:pt x="432371" y="120732"/>
                </a:cubicBezTo>
                <a:moveTo>
                  <a:pt x="441924" y="108533"/>
                </a:moveTo>
                <a:cubicBezTo>
                  <a:pt x="444031" y="108533"/>
                  <a:pt x="446381" y="107921"/>
                  <a:pt x="448977" y="106696"/>
                </a:cubicBezTo>
                <a:cubicBezTo>
                  <a:pt x="451574" y="105472"/>
                  <a:pt x="453827" y="103978"/>
                  <a:pt x="455738" y="102214"/>
                </a:cubicBezTo>
                <a:lnTo>
                  <a:pt x="455738" y="78111"/>
                </a:lnTo>
                <a:cubicBezTo>
                  <a:pt x="449614" y="78111"/>
                  <a:pt x="444629" y="78847"/>
                  <a:pt x="440783" y="80318"/>
                </a:cubicBezTo>
                <a:cubicBezTo>
                  <a:pt x="436938" y="81787"/>
                  <a:pt x="434121" y="83723"/>
                  <a:pt x="432333" y="86124"/>
                </a:cubicBezTo>
                <a:cubicBezTo>
                  <a:pt x="430545" y="88523"/>
                  <a:pt x="429651" y="91168"/>
                  <a:pt x="429651" y="94058"/>
                </a:cubicBezTo>
                <a:cubicBezTo>
                  <a:pt x="429651" y="97242"/>
                  <a:pt x="430177" y="99912"/>
                  <a:pt x="431230" y="102068"/>
                </a:cubicBezTo>
                <a:cubicBezTo>
                  <a:pt x="432284" y="104224"/>
                  <a:pt x="433729" y="105841"/>
                  <a:pt x="435567" y="106918"/>
                </a:cubicBezTo>
                <a:cubicBezTo>
                  <a:pt x="437404" y="107995"/>
                  <a:pt x="439523" y="108533"/>
                  <a:pt x="441924" y="108533"/>
                </a:cubicBezTo>
                <a:close/>
                <a:moveTo>
                  <a:pt x="524003" y="120732"/>
                </a:moveTo>
                <a:cubicBezTo>
                  <a:pt x="519398" y="120732"/>
                  <a:pt x="515112" y="120340"/>
                  <a:pt x="511144" y="119555"/>
                </a:cubicBezTo>
                <a:cubicBezTo>
                  <a:pt x="507176" y="118772"/>
                  <a:pt x="503686" y="117902"/>
                  <a:pt x="500672" y="116947"/>
                </a:cubicBezTo>
                <a:cubicBezTo>
                  <a:pt x="497659" y="115992"/>
                  <a:pt x="495296" y="115270"/>
                  <a:pt x="493581" y="114781"/>
                </a:cubicBezTo>
                <a:lnTo>
                  <a:pt x="493581" y="95526"/>
                </a:lnTo>
                <a:lnTo>
                  <a:pt x="505854" y="95526"/>
                </a:lnTo>
                <a:lnTo>
                  <a:pt x="509234" y="106990"/>
                </a:lnTo>
                <a:cubicBezTo>
                  <a:pt x="509724" y="107775"/>
                  <a:pt x="510679" y="108547"/>
                  <a:pt x="512099" y="109307"/>
                </a:cubicBezTo>
                <a:cubicBezTo>
                  <a:pt x="513520" y="110065"/>
                  <a:pt x="515197" y="110677"/>
                  <a:pt x="517132" y="111143"/>
                </a:cubicBezTo>
                <a:cubicBezTo>
                  <a:pt x="519068" y="111608"/>
                  <a:pt x="521016" y="111841"/>
                  <a:pt x="522976" y="111841"/>
                </a:cubicBezTo>
                <a:cubicBezTo>
                  <a:pt x="526208" y="111841"/>
                  <a:pt x="528828" y="111400"/>
                  <a:pt x="530836" y="110518"/>
                </a:cubicBezTo>
                <a:cubicBezTo>
                  <a:pt x="532845" y="109636"/>
                  <a:pt x="534339" y="108411"/>
                  <a:pt x="535318" y="106844"/>
                </a:cubicBezTo>
                <a:cubicBezTo>
                  <a:pt x="536299" y="105276"/>
                  <a:pt x="536789" y="103512"/>
                  <a:pt x="536789" y="101552"/>
                </a:cubicBezTo>
                <a:cubicBezTo>
                  <a:pt x="536789" y="98907"/>
                  <a:pt x="535798" y="96691"/>
                  <a:pt x="533814" y="94903"/>
                </a:cubicBezTo>
                <a:cubicBezTo>
                  <a:pt x="531830" y="93115"/>
                  <a:pt x="529135" y="91438"/>
                  <a:pt x="525729" y="89871"/>
                </a:cubicBezTo>
                <a:cubicBezTo>
                  <a:pt x="522325" y="88303"/>
                  <a:pt x="518394" y="86563"/>
                  <a:pt x="513936" y="84653"/>
                </a:cubicBezTo>
                <a:cubicBezTo>
                  <a:pt x="509626" y="82791"/>
                  <a:pt x="505964" y="80673"/>
                  <a:pt x="502950" y="78297"/>
                </a:cubicBezTo>
                <a:cubicBezTo>
                  <a:pt x="499938" y="75920"/>
                  <a:pt x="497660" y="73128"/>
                  <a:pt x="496117" y="69919"/>
                </a:cubicBezTo>
                <a:cubicBezTo>
                  <a:pt x="494574" y="66711"/>
                  <a:pt x="493803" y="62926"/>
                  <a:pt x="493803" y="58565"/>
                </a:cubicBezTo>
                <a:cubicBezTo>
                  <a:pt x="493803" y="54107"/>
                  <a:pt x="495113" y="50164"/>
                  <a:pt x="497734" y="46736"/>
                </a:cubicBezTo>
                <a:cubicBezTo>
                  <a:pt x="500355" y="43307"/>
                  <a:pt x="504053" y="40600"/>
                  <a:pt x="508830" y="38616"/>
                </a:cubicBezTo>
                <a:cubicBezTo>
                  <a:pt x="513606" y="36632"/>
                  <a:pt x="519203" y="35640"/>
                  <a:pt x="525620" y="35640"/>
                </a:cubicBezTo>
                <a:cubicBezTo>
                  <a:pt x="530372" y="35640"/>
                  <a:pt x="534463" y="35959"/>
                  <a:pt x="537891" y="36596"/>
                </a:cubicBezTo>
                <a:cubicBezTo>
                  <a:pt x="541320" y="37232"/>
                  <a:pt x="544198" y="37906"/>
                  <a:pt x="546524" y="38616"/>
                </a:cubicBezTo>
                <a:cubicBezTo>
                  <a:pt x="548852" y="39326"/>
                  <a:pt x="550751" y="39804"/>
                  <a:pt x="552220" y="40049"/>
                </a:cubicBezTo>
                <a:lnTo>
                  <a:pt x="552220" y="59375"/>
                </a:lnTo>
                <a:lnTo>
                  <a:pt x="540685" y="59375"/>
                </a:lnTo>
                <a:lnTo>
                  <a:pt x="537231" y="48205"/>
                </a:lnTo>
                <a:cubicBezTo>
                  <a:pt x="536838" y="47568"/>
                  <a:pt x="536114" y="46956"/>
                  <a:pt x="535061" y="46368"/>
                </a:cubicBezTo>
                <a:cubicBezTo>
                  <a:pt x="534008" y="45779"/>
                  <a:pt x="532722" y="45302"/>
                  <a:pt x="531203" y="44935"/>
                </a:cubicBezTo>
                <a:cubicBezTo>
                  <a:pt x="529686" y="44568"/>
                  <a:pt x="528021" y="44384"/>
                  <a:pt x="526207" y="44384"/>
                </a:cubicBezTo>
                <a:cubicBezTo>
                  <a:pt x="523562" y="44384"/>
                  <a:pt x="521248" y="44776"/>
                  <a:pt x="519264" y="45561"/>
                </a:cubicBezTo>
                <a:cubicBezTo>
                  <a:pt x="517280" y="46344"/>
                  <a:pt x="515761" y="47459"/>
                  <a:pt x="514707" y="48905"/>
                </a:cubicBezTo>
                <a:cubicBezTo>
                  <a:pt x="513655" y="50349"/>
                  <a:pt x="513129" y="52051"/>
                  <a:pt x="513129" y="54011"/>
                </a:cubicBezTo>
                <a:cubicBezTo>
                  <a:pt x="513129" y="56950"/>
                  <a:pt x="514010" y="59338"/>
                  <a:pt x="515773" y="61176"/>
                </a:cubicBezTo>
                <a:cubicBezTo>
                  <a:pt x="517537" y="63012"/>
                  <a:pt x="519864" y="64591"/>
                  <a:pt x="522754" y="65914"/>
                </a:cubicBezTo>
                <a:cubicBezTo>
                  <a:pt x="525645" y="67237"/>
                  <a:pt x="528683" y="68560"/>
                  <a:pt x="531867" y="69881"/>
                </a:cubicBezTo>
                <a:cubicBezTo>
                  <a:pt x="535002" y="71204"/>
                  <a:pt x="538076" y="72638"/>
                  <a:pt x="541088" y="74182"/>
                </a:cubicBezTo>
                <a:cubicBezTo>
                  <a:pt x="544101" y="75725"/>
                  <a:pt x="546819" y="77488"/>
                  <a:pt x="549244" y="79472"/>
                </a:cubicBezTo>
                <a:cubicBezTo>
                  <a:pt x="551669" y="81456"/>
                  <a:pt x="553592" y="83820"/>
                  <a:pt x="555012" y="86563"/>
                </a:cubicBezTo>
                <a:cubicBezTo>
                  <a:pt x="556434" y="89306"/>
                  <a:pt x="557145" y="92564"/>
                  <a:pt x="557145" y="96336"/>
                </a:cubicBezTo>
                <a:cubicBezTo>
                  <a:pt x="557145" y="100891"/>
                  <a:pt x="555944" y="105018"/>
                  <a:pt x="553543" y="108717"/>
                </a:cubicBezTo>
                <a:cubicBezTo>
                  <a:pt x="551142" y="112416"/>
                  <a:pt x="547480" y="115343"/>
                  <a:pt x="542557" y="117499"/>
                </a:cubicBezTo>
                <a:cubicBezTo>
                  <a:pt x="537634" y="119654"/>
                  <a:pt x="531449" y="120732"/>
                  <a:pt x="524003" y="120732"/>
                </a:cubicBezTo>
                <a:close/>
                <a:moveTo>
                  <a:pt x="592563" y="120513"/>
                </a:moveTo>
                <a:cubicBezTo>
                  <a:pt x="586537" y="120513"/>
                  <a:pt x="582017" y="119104"/>
                  <a:pt x="579005" y="116288"/>
                </a:cubicBezTo>
                <a:cubicBezTo>
                  <a:pt x="575992" y="113470"/>
                  <a:pt x="574486" y="108925"/>
                  <a:pt x="574486" y="102655"/>
                </a:cubicBezTo>
                <a:lnTo>
                  <a:pt x="574486" y="48867"/>
                </a:lnTo>
                <a:lnTo>
                  <a:pt x="564933" y="48867"/>
                </a:lnTo>
                <a:lnTo>
                  <a:pt x="564933" y="40563"/>
                </a:lnTo>
                <a:cubicBezTo>
                  <a:pt x="566060" y="40121"/>
                  <a:pt x="567224" y="39730"/>
                  <a:pt x="568423" y="39387"/>
                </a:cubicBezTo>
                <a:cubicBezTo>
                  <a:pt x="569623" y="39044"/>
                  <a:pt x="570726" y="38689"/>
                  <a:pt x="571730" y="38322"/>
                </a:cubicBezTo>
                <a:cubicBezTo>
                  <a:pt x="572735" y="37954"/>
                  <a:pt x="573531" y="37525"/>
                  <a:pt x="574118" y="37035"/>
                </a:cubicBezTo>
                <a:cubicBezTo>
                  <a:pt x="574755" y="36398"/>
                  <a:pt x="575306" y="35786"/>
                  <a:pt x="575771" y="35198"/>
                </a:cubicBezTo>
                <a:cubicBezTo>
                  <a:pt x="576238" y="34611"/>
                  <a:pt x="576667" y="33913"/>
                  <a:pt x="577058" y="33104"/>
                </a:cubicBezTo>
                <a:cubicBezTo>
                  <a:pt x="577450" y="32295"/>
                  <a:pt x="577842" y="31352"/>
                  <a:pt x="578234" y="30274"/>
                </a:cubicBezTo>
                <a:cubicBezTo>
                  <a:pt x="578772" y="29002"/>
                  <a:pt x="579310" y="27508"/>
                  <a:pt x="579848" y="25793"/>
                </a:cubicBezTo>
                <a:cubicBezTo>
                  <a:pt x="580388" y="24079"/>
                  <a:pt x="580915" y="22327"/>
                  <a:pt x="581429" y="20539"/>
                </a:cubicBezTo>
                <a:cubicBezTo>
                  <a:pt x="581945" y="18751"/>
                  <a:pt x="582399" y="17146"/>
                  <a:pt x="582790" y="15724"/>
                </a:cubicBezTo>
                <a:lnTo>
                  <a:pt x="594768" y="15724"/>
                </a:lnTo>
                <a:lnTo>
                  <a:pt x="595429" y="37477"/>
                </a:lnTo>
                <a:lnTo>
                  <a:pt x="617179" y="37477"/>
                </a:lnTo>
                <a:lnTo>
                  <a:pt x="617179" y="48867"/>
                </a:lnTo>
                <a:lnTo>
                  <a:pt x="595575" y="48867"/>
                </a:lnTo>
                <a:lnTo>
                  <a:pt x="595575" y="90017"/>
                </a:lnTo>
                <a:cubicBezTo>
                  <a:pt x="595575" y="95209"/>
                  <a:pt x="595759" y="98993"/>
                  <a:pt x="596126" y="101370"/>
                </a:cubicBezTo>
                <a:cubicBezTo>
                  <a:pt x="596494" y="103746"/>
                  <a:pt x="597254" y="105240"/>
                  <a:pt x="598405" y="105853"/>
                </a:cubicBezTo>
                <a:cubicBezTo>
                  <a:pt x="599556" y="106465"/>
                  <a:pt x="601233" y="106770"/>
                  <a:pt x="603437" y="106770"/>
                </a:cubicBezTo>
                <a:cubicBezTo>
                  <a:pt x="605887" y="106770"/>
                  <a:pt x="608398" y="106489"/>
                  <a:pt x="610970" y="105925"/>
                </a:cubicBezTo>
                <a:cubicBezTo>
                  <a:pt x="613543" y="105361"/>
                  <a:pt x="615612" y="104761"/>
                  <a:pt x="617179" y="104124"/>
                </a:cubicBezTo>
                <a:lnTo>
                  <a:pt x="619971" y="112354"/>
                </a:lnTo>
                <a:cubicBezTo>
                  <a:pt x="618306" y="113677"/>
                  <a:pt x="616028" y="114951"/>
                  <a:pt x="613138" y="116175"/>
                </a:cubicBezTo>
                <a:cubicBezTo>
                  <a:pt x="610248" y="117400"/>
                  <a:pt x="607015" y="118428"/>
                  <a:pt x="603437" y="119261"/>
                </a:cubicBezTo>
                <a:cubicBezTo>
                  <a:pt x="599861" y="120095"/>
                  <a:pt x="596236" y="120513"/>
                  <a:pt x="592563" y="120513"/>
                </a:cubicBezTo>
                <a:close/>
                <a:moveTo>
                  <a:pt x="627834" y="119115"/>
                </a:moveTo>
                <a:lnTo>
                  <a:pt x="627834" y="110298"/>
                </a:lnTo>
                <a:lnTo>
                  <a:pt x="638048" y="108975"/>
                </a:lnTo>
                <a:lnTo>
                  <a:pt x="638048" y="51439"/>
                </a:lnTo>
                <a:lnTo>
                  <a:pt x="627688" y="48645"/>
                </a:lnTo>
                <a:lnTo>
                  <a:pt x="627688" y="38800"/>
                </a:lnTo>
                <a:lnTo>
                  <a:pt x="654656" y="35566"/>
                </a:lnTo>
                <a:lnTo>
                  <a:pt x="654950" y="35566"/>
                </a:lnTo>
                <a:lnTo>
                  <a:pt x="659065" y="38432"/>
                </a:lnTo>
                <a:lnTo>
                  <a:pt x="659065" y="109049"/>
                </a:lnTo>
                <a:lnTo>
                  <a:pt x="668984" y="110298"/>
                </a:lnTo>
                <a:lnTo>
                  <a:pt x="668984" y="119115"/>
                </a:lnTo>
                <a:lnTo>
                  <a:pt x="627834" y="119115"/>
                </a:lnTo>
                <a:moveTo>
                  <a:pt x="646792" y="24102"/>
                </a:moveTo>
                <a:cubicBezTo>
                  <a:pt x="643069" y="24102"/>
                  <a:pt x="640228" y="22951"/>
                  <a:pt x="638268" y="20649"/>
                </a:cubicBezTo>
                <a:cubicBezTo>
                  <a:pt x="636308" y="18347"/>
                  <a:pt x="635328" y="15750"/>
                  <a:pt x="635328" y="12859"/>
                </a:cubicBezTo>
                <a:cubicBezTo>
                  <a:pt x="635328" y="9381"/>
                  <a:pt x="636393" y="6369"/>
                  <a:pt x="638524" y="3821"/>
                </a:cubicBezTo>
                <a:cubicBezTo>
                  <a:pt x="640655" y="1274"/>
                  <a:pt x="643828" y="0"/>
                  <a:pt x="648041" y="0"/>
                </a:cubicBezTo>
                <a:lnTo>
                  <a:pt x="648189" y="0"/>
                </a:lnTo>
                <a:cubicBezTo>
                  <a:pt x="651911" y="0"/>
                  <a:pt x="654752" y="1115"/>
                  <a:pt x="656710" y="3344"/>
                </a:cubicBezTo>
                <a:cubicBezTo>
                  <a:pt x="658670" y="5573"/>
                  <a:pt x="659650" y="8107"/>
                  <a:pt x="659650" y="10948"/>
                </a:cubicBezTo>
                <a:cubicBezTo>
                  <a:pt x="659650" y="14427"/>
                  <a:pt x="658585" y="17489"/>
                  <a:pt x="656455" y="20135"/>
                </a:cubicBezTo>
                <a:cubicBezTo>
                  <a:pt x="654324" y="22780"/>
                  <a:pt x="651153" y="24102"/>
                  <a:pt x="646940" y="24102"/>
                </a:cubicBezTo>
                <a:lnTo>
                  <a:pt x="646792" y="24102"/>
                </a:lnTo>
                <a:close/>
                <a:moveTo>
                  <a:pt x="704917" y="120290"/>
                </a:moveTo>
                <a:lnTo>
                  <a:pt x="676480" y="47837"/>
                </a:lnTo>
                <a:lnTo>
                  <a:pt x="669867" y="45927"/>
                </a:lnTo>
                <a:lnTo>
                  <a:pt x="669867" y="37477"/>
                </a:lnTo>
                <a:lnTo>
                  <a:pt x="708812" y="37477"/>
                </a:lnTo>
                <a:lnTo>
                  <a:pt x="708812" y="45927"/>
                </a:lnTo>
                <a:lnTo>
                  <a:pt x="699701" y="47837"/>
                </a:lnTo>
                <a:lnTo>
                  <a:pt x="712118" y="87812"/>
                </a:lnTo>
                <a:lnTo>
                  <a:pt x="716749" y="103169"/>
                </a:lnTo>
                <a:lnTo>
                  <a:pt x="720716" y="88180"/>
                </a:lnTo>
                <a:lnTo>
                  <a:pt x="734090" y="47837"/>
                </a:lnTo>
                <a:lnTo>
                  <a:pt x="724831" y="45927"/>
                </a:lnTo>
                <a:lnTo>
                  <a:pt x="724831" y="37477"/>
                </a:lnTo>
                <a:lnTo>
                  <a:pt x="757237" y="37477"/>
                </a:lnTo>
                <a:lnTo>
                  <a:pt x="757237" y="45927"/>
                </a:lnTo>
                <a:lnTo>
                  <a:pt x="749595" y="47837"/>
                </a:lnTo>
                <a:lnTo>
                  <a:pt x="721965" y="120290"/>
                </a:lnTo>
                <a:lnTo>
                  <a:pt x="704917" y="120290"/>
                </a:lnTo>
                <a:close/>
                <a:moveTo>
                  <a:pt x="797799" y="120732"/>
                </a:moveTo>
                <a:cubicBezTo>
                  <a:pt x="788883" y="120732"/>
                  <a:pt x="781595" y="118920"/>
                  <a:pt x="775937" y="115294"/>
                </a:cubicBezTo>
                <a:cubicBezTo>
                  <a:pt x="770280" y="111669"/>
                  <a:pt x="766116" y="106648"/>
                  <a:pt x="763446" y="100231"/>
                </a:cubicBezTo>
                <a:cubicBezTo>
                  <a:pt x="760776" y="93813"/>
                  <a:pt x="759441" y="86464"/>
                  <a:pt x="759441" y="78185"/>
                </a:cubicBezTo>
                <a:cubicBezTo>
                  <a:pt x="759441" y="71523"/>
                  <a:pt x="760396" y="65547"/>
                  <a:pt x="762307" y="60256"/>
                </a:cubicBezTo>
                <a:cubicBezTo>
                  <a:pt x="764217" y="54965"/>
                  <a:pt x="766911" y="50471"/>
                  <a:pt x="770389" y="46772"/>
                </a:cubicBezTo>
                <a:cubicBezTo>
                  <a:pt x="773868" y="43073"/>
                  <a:pt x="778032" y="40244"/>
                  <a:pt x="782882" y="38284"/>
                </a:cubicBezTo>
                <a:cubicBezTo>
                  <a:pt x="787732" y="36324"/>
                  <a:pt x="793096" y="35344"/>
                  <a:pt x="798974" y="35344"/>
                </a:cubicBezTo>
                <a:cubicBezTo>
                  <a:pt x="808919" y="35344"/>
                  <a:pt x="816512" y="37941"/>
                  <a:pt x="821753" y="43135"/>
                </a:cubicBezTo>
                <a:cubicBezTo>
                  <a:pt x="826996" y="48327"/>
                  <a:pt x="829740" y="55602"/>
                  <a:pt x="829986" y="64959"/>
                </a:cubicBezTo>
                <a:cubicBezTo>
                  <a:pt x="829986" y="68143"/>
                  <a:pt x="829887" y="70923"/>
                  <a:pt x="829690" y="73299"/>
                </a:cubicBezTo>
                <a:cubicBezTo>
                  <a:pt x="829494" y="75674"/>
                  <a:pt x="829200" y="77744"/>
                  <a:pt x="828808" y="79508"/>
                </a:cubicBezTo>
                <a:lnTo>
                  <a:pt x="781119" y="79508"/>
                </a:lnTo>
                <a:cubicBezTo>
                  <a:pt x="781266" y="83917"/>
                  <a:pt x="781865" y="87848"/>
                  <a:pt x="782918" y="91302"/>
                </a:cubicBezTo>
                <a:cubicBezTo>
                  <a:pt x="783972" y="94755"/>
                  <a:pt x="785441" y="97707"/>
                  <a:pt x="787326" y="100157"/>
                </a:cubicBezTo>
                <a:cubicBezTo>
                  <a:pt x="789213" y="102606"/>
                  <a:pt x="791516" y="104467"/>
                  <a:pt x="794236" y="105741"/>
                </a:cubicBezTo>
                <a:cubicBezTo>
                  <a:pt x="796955" y="107015"/>
                  <a:pt x="800103" y="107652"/>
                  <a:pt x="803679" y="107652"/>
                </a:cubicBezTo>
                <a:cubicBezTo>
                  <a:pt x="807696" y="107652"/>
                  <a:pt x="811725" y="106954"/>
                  <a:pt x="815766" y="105557"/>
                </a:cubicBezTo>
                <a:cubicBezTo>
                  <a:pt x="819807" y="104161"/>
                  <a:pt x="822930" y="102704"/>
                  <a:pt x="825135" y="101187"/>
                </a:cubicBezTo>
                <a:lnTo>
                  <a:pt x="828808" y="109195"/>
                </a:lnTo>
                <a:cubicBezTo>
                  <a:pt x="827242" y="110860"/>
                  <a:pt x="824866" y="112587"/>
                  <a:pt x="821682" y="114375"/>
                </a:cubicBezTo>
                <a:cubicBezTo>
                  <a:pt x="818497" y="116163"/>
                  <a:pt x="814835" y="117670"/>
                  <a:pt x="810696" y="118896"/>
                </a:cubicBezTo>
                <a:cubicBezTo>
                  <a:pt x="806556" y="120120"/>
                  <a:pt x="802257" y="120732"/>
                  <a:pt x="797799" y="120732"/>
                </a:cubicBezTo>
                <a:moveTo>
                  <a:pt x="781045" y="70543"/>
                </a:moveTo>
                <a:lnTo>
                  <a:pt x="809263" y="70543"/>
                </a:lnTo>
                <a:cubicBezTo>
                  <a:pt x="809312" y="69563"/>
                  <a:pt x="809373" y="68535"/>
                  <a:pt x="809446" y="67457"/>
                </a:cubicBezTo>
                <a:cubicBezTo>
                  <a:pt x="809520" y="66379"/>
                  <a:pt x="809556" y="65326"/>
                  <a:pt x="809556" y="64297"/>
                </a:cubicBezTo>
                <a:cubicBezTo>
                  <a:pt x="809556" y="58468"/>
                  <a:pt x="808601" y="53766"/>
                  <a:pt x="806690" y="50190"/>
                </a:cubicBezTo>
                <a:cubicBezTo>
                  <a:pt x="804780" y="46614"/>
                  <a:pt x="801424" y="44826"/>
                  <a:pt x="796624" y="44826"/>
                </a:cubicBezTo>
                <a:cubicBezTo>
                  <a:pt x="794468" y="44826"/>
                  <a:pt x="792483" y="45217"/>
                  <a:pt x="790670" y="46001"/>
                </a:cubicBezTo>
                <a:cubicBezTo>
                  <a:pt x="788858" y="46784"/>
                  <a:pt x="787254" y="48119"/>
                  <a:pt x="785858" y="50006"/>
                </a:cubicBezTo>
                <a:cubicBezTo>
                  <a:pt x="784463" y="51891"/>
                  <a:pt x="783348" y="54500"/>
                  <a:pt x="782514" y="57832"/>
                </a:cubicBezTo>
                <a:cubicBezTo>
                  <a:pt x="781681" y="61163"/>
                  <a:pt x="781192" y="65400"/>
                  <a:pt x="781045" y="70543"/>
                </a:cubicBezTo>
                <a:close/>
                <a:moveTo>
                  <a:pt x="875251" y="119115"/>
                </a:moveTo>
                <a:lnTo>
                  <a:pt x="875251" y="110298"/>
                </a:lnTo>
                <a:lnTo>
                  <a:pt x="886786" y="108827"/>
                </a:lnTo>
                <a:lnTo>
                  <a:pt x="886786" y="21017"/>
                </a:lnTo>
                <a:lnTo>
                  <a:pt x="875471" y="19106"/>
                </a:lnTo>
                <a:lnTo>
                  <a:pt x="875471" y="9921"/>
                </a:lnTo>
                <a:lnTo>
                  <a:pt x="922646" y="9921"/>
                </a:lnTo>
                <a:lnTo>
                  <a:pt x="922646" y="19106"/>
                </a:lnTo>
                <a:lnTo>
                  <a:pt x="908539" y="21017"/>
                </a:lnTo>
                <a:lnTo>
                  <a:pt x="908539" y="108681"/>
                </a:lnTo>
                <a:lnTo>
                  <a:pt x="939694" y="107284"/>
                </a:lnTo>
                <a:lnTo>
                  <a:pt x="950057" y="79802"/>
                </a:lnTo>
                <a:lnTo>
                  <a:pt x="960931" y="81419"/>
                </a:lnTo>
                <a:lnTo>
                  <a:pt x="956376" y="119115"/>
                </a:lnTo>
                <a:lnTo>
                  <a:pt x="875251" y="119115"/>
                </a:lnTo>
                <a:close/>
                <a:moveTo>
                  <a:pt x="969530" y="78479"/>
                </a:moveTo>
                <a:cubicBezTo>
                  <a:pt x="969530" y="71277"/>
                  <a:pt x="970631" y="64983"/>
                  <a:pt x="972835" y="59595"/>
                </a:cubicBezTo>
                <a:cubicBezTo>
                  <a:pt x="975040" y="54205"/>
                  <a:pt x="978041" y="49722"/>
                  <a:pt x="981836" y="46146"/>
                </a:cubicBezTo>
                <a:cubicBezTo>
                  <a:pt x="985634" y="42570"/>
                  <a:pt x="989957" y="39876"/>
                  <a:pt x="994807" y="38064"/>
                </a:cubicBezTo>
                <a:cubicBezTo>
                  <a:pt x="999657" y="36251"/>
                  <a:pt x="1004727" y="35344"/>
                  <a:pt x="1010018" y="35344"/>
                </a:cubicBezTo>
                <a:cubicBezTo>
                  <a:pt x="1018345" y="35344"/>
                  <a:pt x="1025375" y="37084"/>
                  <a:pt x="1031107" y="40563"/>
                </a:cubicBezTo>
                <a:cubicBezTo>
                  <a:pt x="1036838" y="44041"/>
                  <a:pt x="1041211" y="48941"/>
                  <a:pt x="1044223" y="55260"/>
                </a:cubicBezTo>
                <a:cubicBezTo>
                  <a:pt x="1047236" y="61579"/>
                  <a:pt x="1048742" y="69025"/>
                  <a:pt x="1048742" y="77598"/>
                </a:cubicBezTo>
                <a:cubicBezTo>
                  <a:pt x="1048742" y="84898"/>
                  <a:pt x="1047639" y="91254"/>
                  <a:pt x="1045434" y="96668"/>
                </a:cubicBezTo>
                <a:cubicBezTo>
                  <a:pt x="1043230" y="102080"/>
                  <a:pt x="1040218" y="106574"/>
                  <a:pt x="1036397" y="110150"/>
                </a:cubicBezTo>
                <a:cubicBezTo>
                  <a:pt x="1032577" y="113726"/>
                  <a:pt x="1028241" y="116384"/>
                  <a:pt x="1023390" y="118124"/>
                </a:cubicBezTo>
                <a:cubicBezTo>
                  <a:pt x="1018540" y="119863"/>
                  <a:pt x="1013446" y="120732"/>
                  <a:pt x="1008107" y="120732"/>
                </a:cubicBezTo>
                <a:cubicBezTo>
                  <a:pt x="1001935" y="120732"/>
                  <a:pt x="996447" y="119740"/>
                  <a:pt x="991645" y="117756"/>
                </a:cubicBezTo>
                <a:cubicBezTo>
                  <a:pt x="986845" y="115773"/>
                  <a:pt x="982804" y="112943"/>
                  <a:pt x="979522" y="109269"/>
                </a:cubicBezTo>
                <a:cubicBezTo>
                  <a:pt x="976241" y="105594"/>
                  <a:pt x="973754" y="101148"/>
                  <a:pt x="972064" y="95932"/>
                </a:cubicBezTo>
                <a:cubicBezTo>
                  <a:pt x="970374" y="90715"/>
                  <a:pt x="969530" y="84897"/>
                  <a:pt x="969530" y="78479"/>
                </a:cubicBezTo>
                <a:moveTo>
                  <a:pt x="1009431" y="111179"/>
                </a:moveTo>
                <a:cubicBezTo>
                  <a:pt x="1013054" y="111179"/>
                  <a:pt x="1016079" y="110041"/>
                  <a:pt x="1018504" y="107764"/>
                </a:cubicBezTo>
                <a:cubicBezTo>
                  <a:pt x="1020929" y="105485"/>
                  <a:pt x="1022778" y="101971"/>
                  <a:pt x="1024052" y="97220"/>
                </a:cubicBezTo>
                <a:cubicBezTo>
                  <a:pt x="1025325" y="92467"/>
                  <a:pt x="1025962" y="86441"/>
                  <a:pt x="1025962" y="79140"/>
                </a:cubicBezTo>
                <a:cubicBezTo>
                  <a:pt x="1025962" y="73800"/>
                  <a:pt x="1025669" y="69012"/>
                  <a:pt x="1025081" y="64775"/>
                </a:cubicBezTo>
                <a:cubicBezTo>
                  <a:pt x="1024493" y="60538"/>
                  <a:pt x="1023538" y="56938"/>
                  <a:pt x="1022215" y="53975"/>
                </a:cubicBezTo>
                <a:cubicBezTo>
                  <a:pt x="1020892" y="51010"/>
                  <a:pt x="1019165" y="48757"/>
                  <a:pt x="1017035" y="47214"/>
                </a:cubicBezTo>
                <a:cubicBezTo>
                  <a:pt x="1014904" y="45669"/>
                  <a:pt x="1012296" y="44897"/>
                  <a:pt x="1009209" y="44897"/>
                </a:cubicBezTo>
                <a:cubicBezTo>
                  <a:pt x="1005583" y="44897"/>
                  <a:pt x="1002509" y="46036"/>
                  <a:pt x="999985" y="48315"/>
                </a:cubicBezTo>
                <a:cubicBezTo>
                  <a:pt x="997463" y="50593"/>
                  <a:pt x="995540" y="54096"/>
                  <a:pt x="994217" y="58823"/>
                </a:cubicBezTo>
                <a:cubicBezTo>
                  <a:pt x="992896" y="63550"/>
                  <a:pt x="992235" y="69588"/>
                  <a:pt x="992235" y="76936"/>
                </a:cubicBezTo>
                <a:cubicBezTo>
                  <a:pt x="992235" y="82326"/>
                  <a:pt x="992553" y="87139"/>
                  <a:pt x="993190" y="91378"/>
                </a:cubicBezTo>
                <a:cubicBezTo>
                  <a:pt x="993827" y="95615"/>
                  <a:pt x="994831" y="99203"/>
                  <a:pt x="996202" y="102142"/>
                </a:cubicBezTo>
                <a:cubicBezTo>
                  <a:pt x="997574" y="105081"/>
                  <a:pt x="999350" y="107322"/>
                  <a:pt x="1001530" y="108865"/>
                </a:cubicBezTo>
                <a:cubicBezTo>
                  <a:pt x="1003710" y="110408"/>
                  <a:pt x="1006343" y="111179"/>
                  <a:pt x="1009431" y="111179"/>
                </a:cubicBezTo>
                <a:close/>
                <a:moveTo>
                  <a:pt x="1090113" y="120732"/>
                </a:moveTo>
                <a:cubicBezTo>
                  <a:pt x="1085508" y="120732"/>
                  <a:pt x="1081222" y="120340"/>
                  <a:pt x="1077254" y="119555"/>
                </a:cubicBezTo>
                <a:cubicBezTo>
                  <a:pt x="1073286" y="118772"/>
                  <a:pt x="1069795" y="117902"/>
                  <a:pt x="1066782" y="116947"/>
                </a:cubicBezTo>
                <a:cubicBezTo>
                  <a:pt x="1063769" y="115992"/>
                  <a:pt x="1061405" y="115270"/>
                  <a:pt x="1059691" y="114781"/>
                </a:cubicBezTo>
                <a:lnTo>
                  <a:pt x="1059691" y="95526"/>
                </a:lnTo>
                <a:lnTo>
                  <a:pt x="1071964" y="95526"/>
                </a:lnTo>
                <a:lnTo>
                  <a:pt x="1075343" y="106990"/>
                </a:lnTo>
                <a:cubicBezTo>
                  <a:pt x="1075834" y="107775"/>
                  <a:pt x="1076789" y="108547"/>
                  <a:pt x="1078209" y="109307"/>
                </a:cubicBezTo>
                <a:cubicBezTo>
                  <a:pt x="1079630" y="110065"/>
                  <a:pt x="1081307" y="110677"/>
                  <a:pt x="1083242" y="111143"/>
                </a:cubicBezTo>
                <a:cubicBezTo>
                  <a:pt x="1085178" y="111608"/>
                  <a:pt x="1087126" y="111841"/>
                  <a:pt x="1089086" y="111841"/>
                </a:cubicBezTo>
                <a:cubicBezTo>
                  <a:pt x="1092318" y="111841"/>
                  <a:pt x="1094938" y="111400"/>
                  <a:pt x="1096946" y="110518"/>
                </a:cubicBezTo>
                <a:cubicBezTo>
                  <a:pt x="1098955" y="109636"/>
                  <a:pt x="1100449" y="108411"/>
                  <a:pt x="1101428" y="106844"/>
                </a:cubicBezTo>
                <a:cubicBezTo>
                  <a:pt x="1102409" y="105276"/>
                  <a:pt x="1102899" y="103512"/>
                  <a:pt x="1102899" y="101552"/>
                </a:cubicBezTo>
                <a:cubicBezTo>
                  <a:pt x="1102899" y="98907"/>
                  <a:pt x="1101907" y="96691"/>
                  <a:pt x="1099924" y="94903"/>
                </a:cubicBezTo>
                <a:cubicBezTo>
                  <a:pt x="1097940" y="93115"/>
                  <a:pt x="1095245" y="91438"/>
                  <a:pt x="1091839" y="89871"/>
                </a:cubicBezTo>
                <a:cubicBezTo>
                  <a:pt x="1088435" y="88303"/>
                  <a:pt x="1084504" y="86563"/>
                  <a:pt x="1080046" y="84653"/>
                </a:cubicBezTo>
                <a:cubicBezTo>
                  <a:pt x="1075736" y="82791"/>
                  <a:pt x="1072074" y="80673"/>
                  <a:pt x="1069060" y="78297"/>
                </a:cubicBezTo>
                <a:cubicBezTo>
                  <a:pt x="1066047" y="75920"/>
                  <a:pt x="1063770" y="73128"/>
                  <a:pt x="1062227" y="69919"/>
                </a:cubicBezTo>
                <a:cubicBezTo>
                  <a:pt x="1060684" y="66711"/>
                  <a:pt x="1059913" y="62926"/>
                  <a:pt x="1059913" y="58565"/>
                </a:cubicBezTo>
                <a:cubicBezTo>
                  <a:pt x="1059913" y="54107"/>
                  <a:pt x="1061223" y="50164"/>
                  <a:pt x="1063844" y="46736"/>
                </a:cubicBezTo>
                <a:cubicBezTo>
                  <a:pt x="1066465" y="43307"/>
                  <a:pt x="1070163" y="40600"/>
                  <a:pt x="1074940" y="38616"/>
                </a:cubicBezTo>
                <a:cubicBezTo>
                  <a:pt x="1079716" y="36632"/>
                  <a:pt x="1085313" y="35640"/>
                  <a:pt x="1091729" y="35640"/>
                </a:cubicBezTo>
                <a:cubicBezTo>
                  <a:pt x="1096482" y="35640"/>
                  <a:pt x="1100572" y="35959"/>
                  <a:pt x="1104000" y="36596"/>
                </a:cubicBezTo>
                <a:cubicBezTo>
                  <a:pt x="1107430" y="37232"/>
                  <a:pt x="1110308" y="37906"/>
                  <a:pt x="1112634" y="38616"/>
                </a:cubicBezTo>
                <a:cubicBezTo>
                  <a:pt x="1114962" y="39326"/>
                  <a:pt x="1116860" y="39804"/>
                  <a:pt x="1118330" y="40049"/>
                </a:cubicBezTo>
                <a:lnTo>
                  <a:pt x="1118330" y="59375"/>
                </a:lnTo>
                <a:lnTo>
                  <a:pt x="1106795" y="59375"/>
                </a:lnTo>
                <a:lnTo>
                  <a:pt x="1103341" y="48205"/>
                </a:lnTo>
                <a:cubicBezTo>
                  <a:pt x="1102948" y="47568"/>
                  <a:pt x="1102224" y="46956"/>
                  <a:pt x="1101170" y="46368"/>
                </a:cubicBezTo>
                <a:cubicBezTo>
                  <a:pt x="1100118" y="45779"/>
                  <a:pt x="1098832" y="45302"/>
                  <a:pt x="1097313" y="44935"/>
                </a:cubicBezTo>
                <a:cubicBezTo>
                  <a:pt x="1095796" y="44568"/>
                  <a:pt x="1094130" y="44384"/>
                  <a:pt x="1092317" y="44384"/>
                </a:cubicBezTo>
                <a:cubicBezTo>
                  <a:pt x="1089672" y="44384"/>
                  <a:pt x="1087358" y="44776"/>
                  <a:pt x="1085374" y="45561"/>
                </a:cubicBezTo>
                <a:cubicBezTo>
                  <a:pt x="1083390" y="46344"/>
                  <a:pt x="1081871" y="47459"/>
                  <a:pt x="1080817" y="48905"/>
                </a:cubicBezTo>
                <a:cubicBezTo>
                  <a:pt x="1079765" y="50349"/>
                  <a:pt x="1079239" y="52051"/>
                  <a:pt x="1079239" y="54011"/>
                </a:cubicBezTo>
                <a:cubicBezTo>
                  <a:pt x="1079239" y="56950"/>
                  <a:pt x="1080120" y="59338"/>
                  <a:pt x="1081883" y="61176"/>
                </a:cubicBezTo>
                <a:cubicBezTo>
                  <a:pt x="1083647" y="63012"/>
                  <a:pt x="1085974" y="64591"/>
                  <a:pt x="1088864" y="65914"/>
                </a:cubicBezTo>
                <a:cubicBezTo>
                  <a:pt x="1091755" y="67237"/>
                  <a:pt x="1094793" y="68560"/>
                  <a:pt x="1097977" y="69881"/>
                </a:cubicBezTo>
                <a:cubicBezTo>
                  <a:pt x="1101112" y="71204"/>
                  <a:pt x="1104186" y="72638"/>
                  <a:pt x="1107198" y="74182"/>
                </a:cubicBezTo>
                <a:cubicBezTo>
                  <a:pt x="1110211" y="75725"/>
                  <a:pt x="1112929" y="77488"/>
                  <a:pt x="1115354" y="79472"/>
                </a:cubicBezTo>
                <a:cubicBezTo>
                  <a:pt x="1117779" y="81456"/>
                  <a:pt x="1119702" y="83820"/>
                  <a:pt x="1121122" y="86563"/>
                </a:cubicBezTo>
                <a:cubicBezTo>
                  <a:pt x="1122544" y="89306"/>
                  <a:pt x="1123255" y="92564"/>
                  <a:pt x="1123255" y="96336"/>
                </a:cubicBezTo>
                <a:cubicBezTo>
                  <a:pt x="1123255" y="100891"/>
                  <a:pt x="1122054" y="105018"/>
                  <a:pt x="1119653" y="108717"/>
                </a:cubicBezTo>
                <a:cubicBezTo>
                  <a:pt x="1117252" y="112416"/>
                  <a:pt x="1113590" y="115343"/>
                  <a:pt x="1108667" y="117499"/>
                </a:cubicBezTo>
                <a:cubicBezTo>
                  <a:pt x="1103744" y="119654"/>
                  <a:pt x="1097559" y="120732"/>
                  <a:pt x="1090113" y="120732"/>
                </a:cubicBezTo>
                <a:close/>
                <a:moveTo>
                  <a:pt x="1165212" y="120732"/>
                </a:moveTo>
                <a:cubicBezTo>
                  <a:pt x="1160607" y="120732"/>
                  <a:pt x="1156321" y="120340"/>
                  <a:pt x="1152353" y="119555"/>
                </a:cubicBezTo>
                <a:cubicBezTo>
                  <a:pt x="1148385" y="118772"/>
                  <a:pt x="1144895" y="117902"/>
                  <a:pt x="1141881" y="116947"/>
                </a:cubicBezTo>
                <a:cubicBezTo>
                  <a:pt x="1138868" y="115992"/>
                  <a:pt x="1136505" y="115270"/>
                  <a:pt x="1134790" y="114781"/>
                </a:cubicBezTo>
                <a:lnTo>
                  <a:pt x="1134790" y="95526"/>
                </a:lnTo>
                <a:lnTo>
                  <a:pt x="1147063" y="95526"/>
                </a:lnTo>
                <a:lnTo>
                  <a:pt x="1150443" y="106990"/>
                </a:lnTo>
                <a:cubicBezTo>
                  <a:pt x="1150933" y="107775"/>
                  <a:pt x="1151888" y="108547"/>
                  <a:pt x="1153308" y="109307"/>
                </a:cubicBezTo>
                <a:cubicBezTo>
                  <a:pt x="1154729" y="110065"/>
                  <a:pt x="1156406" y="110677"/>
                  <a:pt x="1158341" y="111143"/>
                </a:cubicBezTo>
                <a:cubicBezTo>
                  <a:pt x="1160277" y="111608"/>
                  <a:pt x="1162225" y="111841"/>
                  <a:pt x="1164185" y="111841"/>
                </a:cubicBezTo>
                <a:cubicBezTo>
                  <a:pt x="1167417" y="111841"/>
                  <a:pt x="1170037" y="111400"/>
                  <a:pt x="1172045" y="110518"/>
                </a:cubicBezTo>
                <a:cubicBezTo>
                  <a:pt x="1174054" y="109636"/>
                  <a:pt x="1175548" y="108411"/>
                  <a:pt x="1176527" y="106844"/>
                </a:cubicBezTo>
                <a:cubicBezTo>
                  <a:pt x="1177508" y="105276"/>
                  <a:pt x="1177998" y="103512"/>
                  <a:pt x="1177998" y="101552"/>
                </a:cubicBezTo>
                <a:cubicBezTo>
                  <a:pt x="1177998" y="98907"/>
                  <a:pt x="1177007" y="96691"/>
                  <a:pt x="1175023" y="94903"/>
                </a:cubicBezTo>
                <a:cubicBezTo>
                  <a:pt x="1173039" y="93115"/>
                  <a:pt x="1170344" y="91438"/>
                  <a:pt x="1166938" y="89871"/>
                </a:cubicBezTo>
                <a:cubicBezTo>
                  <a:pt x="1163534" y="88303"/>
                  <a:pt x="1159603" y="86563"/>
                  <a:pt x="1155145" y="84653"/>
                </a:cubicBezTo>
                <a:cubicBezTo>
                  <a:pt x="1150835" y="82791"/>
                  <a:pt x="1147173" y="80673"/>
                  <a:pt x="1144159" y="78297"/>
                </a:cubicBezTo>
                <a:cubicBezTo>
                  <a:pt x="1141147" y="75920"/>
                  <a:pt x="1138869" y="73128"/>
                  <a:pt x="1137326" y="69919"/>
                </a:cubicBezTo>
                <a:cubicBezTo>
                  <a:pt x="1135783" y="66711"/>
                  <a:pt x="1135012" y="62926"/>
                  <a:pt x="1135012" y="58565"/>
                </a:cubicBezTo>
                <a:cubicBezTo>
                  <a:pt x="1135012" y="54107"/>
                  <a:pt x="1136322" y="50164"/>
                  <a:pt x="1138943" y="46736"/>
                </a:cubicBezTo>
                <a:cubicBezTo>
                  <a:pt x="1141564" y="43307"/>
                  <a:pt x="1145262" y="40600"/>
                  <a:pt x="1150039" y="38616"/>
                </a:cubicBezTo>
                <a:cubicBezTo>
                  <a:pt x="1154815" y="36632"/>
                  <a:pt x="1160412" y="35640"/>
                  <a:pt x="1166829" y="35640"/>
                </a:cubicBezTo>
                <a:cubicBezTo>
                  <a:pt x="1171581" y="35640"/>
                  <a:pt x="1175672" y="35959"/>
                  <a:pt x="1179100" y="36596"/>
                </a:cubicBezTo>
                <a:cubicBezTo>
                  <a:pt x="1182529" y="37232"/>
                  <a:pt x="1185407" y="37906"/>
                  <a:pt x="1187733" y="38616"/>
                </a:cubicBezTo>
                <a:cubicBezTo>
                  <a:pt x="1190061" y="39326"/>
                  <a:pt x="1191960" y="39804"/>
                  <a:pt x="1193429" y="40049"/>
                </a:cubicBezTo>
                <a:lnTo>
                  <a:pt x="1193429" y="59375"/>
                </a:lnTo>
                <a:lnTo>
                  <a:pt x="1181894" y="59375"/>
                </a:lnTo>
                <a:lnTo>
                  <a:pt x="1178440" y="48205"/>
                </a:lnTo>
                <a:cubicBezTo>
                  <a:pt x="1178047" y="47568"/>
                  <a:pt x="1177323" y="46956"/>
                  <a:pt x="1176270" y="46368"/>
                </a:cubicBezTo>
                <a:cubicBezTo>
                  <a:pt x="1175217" y="45779"/>
                  <a:pt x="1173931" y="45302"/>
                  <a:pt x="1172412" y="44935"/>
                </a:cubicBezTo>
                <a:cubicBezTo>
                  <a:pt x="1170895" y="44568"/>
                  <a:pt x="1169230" y="44384"/>
                  <a:pt x="1167416" y="44384"/>
                </a:cubicBezTo>
                <a:cubicBezTo>
                  <a:pt x="1164771" y="44384"/>
                  <a:pt x="1162457" y="44776"/>
                  <a:pt x="1160473" y="45561"/>
                </a:cubicBezTo>
                <a:cubicBezTo>
                  <a:pt x="1158489" y="46344"/>
                  <a:pt x="1156970" y="47459"/>
                  <a:pt x="1155916" y="48905"/>
                </a:cubicBezTo>
                <a:cubicBezTo>
                  <a:pt x="1154864" y="50349"/>
                  <a:pt x="1154338" y="52051"/>
                  <a:pt x="1154338" y="54011"/>
                </a:cubicBezTo>
                <a:cubicBezTo>
                  <a:pt x="1154338" y="56950"/>
                  <a:pt x="1155219" y="59338"/>
                  <a:pt x="1156982" y="61176"/>
                </a:cubicBezTo>
                <a:cubicBezTo>
                  <a:pt x="1158746" y="63012"/>
                  <a:pt x="1161073" y="64591"/>
                  <a:pt x="1163963" y="65914"/>
                </a:cubicBezTo>
                <a:cubicBezTo>
                  <a:pt x="1166854" y="67237"/>
                  <a:pt x="1169892" y="68560"/>
                  <a:pt x="1173076" y="69881"/>
                </a:cubicBezTo>
                <a:cubicBezTo>
                  <a:pt x="1176211" y="71204"/>
                  <a:pt x="1179285" y="72638"/>
                  <a:pt x="1182297" y="74182"/>
                </a:cubicBezTo>
                <a:cubicBezTo>
                  <a:pt x="1185310" y="75725"/>
                  <a:pt x="1188028" y="77488"/>
                  <a:pt x="1190453" y="79472"/>
                </a:cubicBezTo>
                <a:cubicBezTo>
                  <a:pt x="1192878" y="81456"/>
                  <a:pt x="1194801" y="83820"/>
                  <a:pt x="1196221" y="86563"/>
                </a:cubicBezTo>
                <a:cubicBezTo>
                  <a:pt x="1197643" y="89306"/>
                  <a:pt x="1198354" y="92564"/>
                  <a:pt x="1198354" y="96336"/>
                </a:cubicBezTo>
                <a:cubicBezTo>
                  <a:pt x="1198354" y="100891"/>
                  <a:pt x="1197153" y="105018"/>
                  <a:pt x="1194752" y="108717"/>
                </a:cubicBezTo>
                <a:cubicBezTo>
                  <a:pt x="1192351" y="112416"/>
                  <a:pt x="1188689" y="115343"/>
                  <a:pt x="1183766" y="117499"/>
                </a:cubicBezTo>
                <a:cubicBezTo>
                  <a:pt x="1178843" y="119654"/>
                  <a:pt x="1172658" y="120732"/>
                  <a:pt x="1165212" y="1207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D36641-7EDD-48C5-A599-45CAA630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0908" y="4305913"/>
            <a:ext cx="2346597" cy="329225"/>
          </a:xfrm>
          <a:custGeom xmlns:a="http://schemas.openxmlformats.org/drawingml/2006/main">
            <a:pathLst>
              <a:path w="2346597" h="329225">
                <a:moveTo>
                  <a:pt x="2346597" y="0"/>
                </a:moveTo>
                <a:lnTo>
                  <a:pt x="2346597" y="329225"/>
                </a:lnTo>
                <a:lnTo>
                  <a:pt x="0" y="329225"/>
                </a:lnTo>
                <a:lnTo>
                  <a:pt x="0" y="0"/>
                </a:lnTo>
                <a:lnTo>
                  <a:pt x="2346597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Text (d)T">
            <a:extLst xmlns:a="http://schemas.openxmlformats.org/drawingml/2006/main">
              <a:ext uri="{FF2B5EF4-FFF2-40B4-BE49-F238E27FC236}">
                <a16:creationId xmlns:a16="http://schemas.microsoft.com/office/drawing/2014/main" id="{0AEBEE06-C480-4881-988F-3125D45F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088" y="4418512"/>
            <a:ext cx="476818" cy="162358"/>
          </a:xfrm>
          <a:custGeom xmlns:a="http://schemas.openxmlformats.org/drawingml/2006/main">
            <a:pathLst>
              <a:path w="476818" h="162358">
                <a:moveTo>
                  <a:pt x="29026" y="162358"/>
                </a:moveTo>
                <a:cubicBezTo>
                  <a:pt x="19963" y="152072"/>
                  <a:pt x="12859" y="139644"/>
                  <a:pt x="7714" y="125073"/>
                </a:cubicBezTo>
                <a:cubicBezTo>
                  <a:pt x="2571" y="110502"/>
                  <a:pt x="0" y="95871"/>
                  <a:pt x="0" y="81179"/>
                </a:cubicBezTo>
                <a:cubicBezTo>
                  <a:pt x="0" y="66363"/>
                  <a:pt x="2571" y="51701"/>
                  <a:pt x="7714" y="37192"/>
                </a:cubicBezTo>
                <a:cubicBezTo>
                  <a:pt x="12859" y="22683"/>
                  <a:pt x="19963" y="10286"/>
                  <a:pt x="29026" y="0"/>
                </a:cubicBezTo>
                <a:lnTo>
                  <a:pt x="43723" y="11019"/>
                </a:lnTo>
                <a:cubicBezTo>
                  <a:pt x="36742" y="23876"/>
                  <a:pt x="31903" y="35753"/>
                  <a:pt x="29209" y="46650"/>
                </a:cubicBezTo>
                <a:cubicBezTo>
                  <a:pt x="26514" y="57547"/>
                  <a:pt x="25167" y="69056"/>
                  <a:pt x="25167" y="81179"/>
                </a:cubicBezTo>
                <a:cubicBezTo>
                  <a:pt x="25167" y="93668"/>
                  <a:pt x="26575" y="105422"/>
                  <a:pt x="29391" y="116442"/>
                </a:cubicBezTo>
                <a:cubicBezTo>
                  <a:pt x="32209" y="127462"/>
                  <a:pt x="36986" y="138972"/>
                  <a:pt x="43723" y="150971"/>
                </a:cubicBezTo>
                <a:lnTo>
                  <a:pt x="29026" y="162358"/>
                </a:lnTo>
                <a:close/>
                <a:moveTo>
                  <a:pt x="119594" y="125760"/>
                </a:moveTo>
                <a:lnTo>
                  <a:pt x="119594" y="114323"/>
                </a:lnTo>
                <a:cubicBezTo>
                  <a:pt x="112246" y="123383"/>
                  <a:pt x="103122" y="127913"/>
                  <a:pt x="92221" y="127913"/>
                </a:cubicBezTo>
                <a:cubicBezTo>
                  <a:pt x="80463" y="127913"/>
                  <a:pt x="70971" y="123689"/>
                  <a:pt x="63744" y="115243"/>
                </a:cubicBezTo>
                <a:cubicBezTo>
                  <a:pt x="56520" y="106794"/>
                  <a:pt x="52907" y="95530"/>
                  <a:pt x="52907" y="81451"/>
                </a:cubicBezTo>
                <a:cubicBezTo>
                  <a:pt x="52907" y="67493"/>
                  <a:pt x="56520" y="56229"/>
                  <a:pt x="63744" y="47659"/>
                </a:cubicBezTo>
                <a:cubicBezTo>
                  <a:pt x="70971" y="39089"/>
                  <a:pt x="80463" y="34804"/>
                  <a:pt x="92221" y="34804"/>
                </a:cubicBezTo>
                <a:cubicBezTo>
                  <a:pt x="103367" y="34804"/>
                  <a:pt x="112491" y="39334"/>
                  <a:pt x="119594" y="48393"/>
                </a:cubicBezTo>
                <a:lnTo>
                  <a:pt x="119594" y="3229"/>
                </a:lnTo>
                <a:lnTo>
                  <a:pt x="143107" y="3229"/>
                </a:lnTo>
                <a:lnTo>
                  <a:pt x="143107" y="125760"/>
                </a:lnTo>
                <a:lnTo>
                  <a:pt x="119594" y="125760"/>
                </a:lnTo>
                <a:moveTo>
                  <a:pt x="99386" y="107153"/>
                </a:moveTo>
                <a:cubicBezTo>
                  <a:pt x="103305" y="107153"/>
                  <a:pt x="107162" y="106204"/>
                  <a:pt x="110957" y="104308"/>
                </a:cubicBezTo>
                <a:cubicBezTo>
                  <a:pt x="114755" y="102411"/>
                  <a:pt x="117634" y="99994"/>
                  <a:pt x="119594" y="97056"/>
                </a:cubicBezTo>
                <a:lnTo>
                  <a:pt x="119594" y="65661"/>
                </a:lnTo>
                <a:cubicBezTo>
                  <a:pt x="117634" y="62723"/>
                  <a:pt x="114755" y="60306"/>
                  <a:pt x="110957" y="58409"/>
                </a:cubicBezTo>
                <a:cubicBezTo>
                  <a:pt x="107162" y="56512"/>
                  <a:pt x="103305" y="55564"/>
                  <a:pt x="99386" y="55564"/>
                </a:cubicBezTo>
                <a:cubicBezTo>
                  <a:pt x="92773" y="55564"/>
                  <a:pt x="87383" y="57951"/>
                  <a:pt x="83218" y="62726"/>
                </a:cubicBezTo>
                <a:cubicBezTo>
                  <a:pt x="79054" y="67499"/>
                  <a:pt x="76972" y="73740"/>
                  <a:pt x="76972" y="81451"/>
                </a:cubicBezTo>
                <a:cubicBezTo>
                  <a:pt x="76972" y="88916"/>
                  <a:pt x="78993" y="95067"/>
                  <a:pt x="83035" y="99901"/>
                </a:cubicBezTo>
                <a:cubicBezTo>
                  <a:pt x="87078" y="104736"/>
                  <a:pt x="92528" y="107153"/>
                  <a:pt x="99386" y="107153"/>
                </a:cubicBezTo>
                <a:close/>
                <a:moveTo>
                  <a:pt x="157804" y="150971"/>
                </a:moveTo>
                <a:cubicBezTo>
                  <a:pt x="164050" y="140196"/>
                  <a:pt x="168734" y="129391"/>
                  <a:pt x="171856" y="118556"/>
                </a:cubicBezTo>
                <a:cubicBezTo>
                  <a:pt x="174981" y="107719"/>
                  <a:pt x="176543" y="95260"/>
                  <a:pt x="176543" y="81179"/>
                </a:cubicBezTo>
                <a:cubicBezTo>
                  <a:pt x="176543" y="67711"/>
                  <a:pt x="175074" y="55589"/>
                  <a:pt x="172134" y="44814"/>
                </a:cubicBezTo>
                <a:cubicBezTo>
                  <a:pt x="169194" y="34038"/>
                  <a:pt x="164418" y="22774"/>
                  <a:pt x="157804" y="11019"/>
                </a:cubicBezTo>
                <a:lnTo>
                  <a:pt x="172501" y="0"/>
                </a:lnTo>
                <a:cubicBezTo>
                  <a:pt x="181320" y="9796"/>
                  <a:pt x="188423" y="21949"/>
                  <a:pt x="193811" y="36458"/>
                </a:cubicBezTo>
                <a:cubicBezTo>
                  <a:pt x="199200" y="50967"/>
                  <a:pt x="201895" y="65874"/>
                  <a:pt x="201895" y="81179"/>
                </a:cubicBezTo>
                <a:cubicBezTo>
                  <a:pt x="201895" y="96363"/>
                  <a:pt x="199200" y="111239"/>
                  <a:pt x="193811" y="125808"/>
                </a:cubicBezTo>
                <a:cubicBezTo>
                  <a:pt x="188423" y="140378"/>
                  <a:pt x="181320" y="152562"/>
                  <a:pt x="172501" y="162358"/>
                </a:cubicBezTo>
                <a:lnTo>
                  <a:pt x="157804" y="150971"/>
                </a:lnTo>
                <a:close/>
                <a:moveTo>
                  <a:pt x="414908" y="125760"/>
                </a:moveTo>
                <a:lnTo>
                  <a:pt x="414908" y="26193"/>
                </a:lnTo>
                <a:lnTo>
                  <a:pt x="379084" y="26193"/>
                </a:lnTo>
                <a:lnTo>
                  <a:pt x="379084" y="3229"/>
                </a:lnTo>
                <a:lnTo>
                  <a:pt x="476818" y="3229"/>
                </a:lnTo>
                <a:lnTo>
                  <a:pt x="476818" y="26193"/>
                </a:lnTo>
                <a:lnTo>
                  <a:pt x="441179" y="26193"/>
                </a:lnTo>
                <a:lnTo>
                  <a:pt x="441179" y="125760"/>
                </a:lnTo>
                <a:lnTo>
                  <a:pt x="414908" y="1257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Text emporalLocalization">
            <a:extLst xmlns:a="http://schemas.openxmlformats.org/drawingml/2006/main">
              <a:ext uri="{FF2B5EF4-FFF2-40B4-BE49-F238E27FC236}">
                <a16:creationId xmlns:a16="http://schemas.microsoft.com/office/drawing/2014/main" id="{86BDBB79-3C55-4796-AB01-6E6094C3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557" y="4418153"/>
            <a:ext cx="1704613" cy="159846"/>
          </a:xfrm>
          <a:custGeom xmlns:a="http://schemas.openxmlformats.org/drawingml/2006/main">
            <a:pathLst>
              <a:path w="1704613" h="159846">
                <a:moveTo>
                  <a:pt x="47395" y="128272"/>
                </a:moveTo>
                <a:cubicBezTo>
                  <a:pt x="33434" y="128272"/>
                  <a:pt x="22044" y="123956"/>
                  <a:pt x="13225" y="115324"/>
                </a:cubicBezTo>
                <a:cubicBezTo>
                  <a:pt x="4408" y="106692"/>
                  <a:pt x="0" y="95459"/>
                  <a:pt x="0" y="81625"/>
                </a:cubicBezTo>
                <a:cubicBezTo>
                  <a:pt x="0" y="68403"/>
                  <a:pt x="4379" y="57354"/>
                  <a:pt x="13136" y="48477"/>
                </a:cubicBezTo>
                <a:cubicBezTo>
                  <a:pt x="21893" y="39601"/>
                  <a:pt x="32823" y="35163"/>
                  <a:pt x="45927" y="35163"/>
                </a:cubicBezTo>
                <a:cubicBezTo>
                  <a:pt x="59032" y="35163"/>
                  <a:pt x="69718" y="39663"/>
                  <a:pt x="77983" y="48665"/>
                </a:cubicBezTo>
                <a:cubicBezTo>
                  <a:pt x="86251" y="57667"/>
                  <a:pt x="90384" y="69455"/>
                  <a:pt x="90384" y="84030"/>
                </a:cubicBezTo>
                <a:lnTo>
                  <a:pt x="90384" y="89173"/>
                </a:lnTo>
                <a:lnTo>
                  <a:pt x="24432" y="89173"/>
                </a:lnTo>
                <a:cubicBezTo>
                  <a:pt x="25168" y="94798"/>
                  <a:pt x="27710" y="99629"/>
                  <a:pt x="32057" y="103666"/>
                </a:cubicBezTo>
                <a:cubicBezTo>
                  <a:pt x="36405" y="107700"/>
                  <a:pt x="42376" y="109718"/>
                  <a:pt x="49969" y="109718"/>
                </a:cubicBezTo>
                <a:cubicBezTo>
                  <a:pt x="53643" y="109718"/>
                  <a:pt x="57746" y="108952"/>
                  <a:pt x="62277" y="107422"/>
                </a:cubicBezTo>
                <a:cubicBezTo>
                  <a:pt x="66809" y="105891"/>
                  <a:pt x="70605" y="103718"/>
                  <a:pt x="73666" y="100902"/>
                </a:cubicBezTo>
                <a:lnTo>
                  <a:pt x="83954" y="115974"/>
                </a:lnTo>
                <a:cubicBezTo>
                  <a:pt x="79546" y="120013"/>
                  <a:pt x="74095" y="123072"/>
                  <a:pt x="67603" y="125152"/>
                </a:cubicBezTo>
                <a:cubicBezTo>
                  <a:pt x="61113" y="127232"/>
                  <a:pt x="54377" y="128272"/>
                  <a:pt x="47395" y="128272"/>
                </a:cubicBezTo>
                <a:moveTo>
                  <a:pt x="67788" y="73375"/>
                </a:moveTo>
                <a:cubicBezTo>
                  <a:pt x="67420" y="67496"/>
                  <a:pt x="65215" y="62750"/>
                  <a:pt x="61173" y="59138"/>
                </a:cubicBezTo>
                <a:cubicBezTo>
                  <a:pt x="57133" y="55524"/>
                  <a:pt x="52051" y="53717"/>
                  <a:pt x="45927" y="53717"/>
                </a:cubicBezTo>
                <a:cubicBezTo>
                  <a:pt x="39803" y="53717"/>
                  <a:pt x="34781" y="55584"/>
                  <a:pt x="30863" y="59320"/>
                </a:cubicBezTo>
                <a:cubicBezTo>
                  <a:pt x="26944" y="63056"/>
                  <a:pt x="24678" y="67741"/>
                  <a:pt x="24065" y="73375"/>
                </a:cubicBezTo>
                <a:lnTo>
                  <a:pt x="67788" y="73375"/>
                </a:lnTo>
                <a:close/>
                <a:moveTo>
                  <a:pt x="217325" y="126119"/>
                </a:moveTo>
                <a:lnTo>
                  <a:pt x="217325" y="70073"/>
                </a:lnTo>
                <a:cubicBezTo>
                  <a:pt x="217325" y="60639"/>
                  <a:pt x="212916" y="55923"/>
                  <a:pt x="204097" y="55923"/>
                </a:cubicBezTo>
                <a:cubicBezTo>
                  <a:pt x="199933" y="55923"/>
                  <a:pt x="196259" y="57025"/>
                  <a:pt x="193075" y="59230"/>
                </a:cubicBezTo>
                <a:cubicBezTo>
                  <a:pt x="189891" y="61435"/>
                  <a:pt x="187442" y="63763"/>
                  <a:pt x="185728" y="66213"/>
                </a:cubicBezTo>
                <a:lnTo>
                  <a:pt x="185728" y="126119"/>
                </a:lnTo>
                <a:lnTo>
                  <a:pt x="162212" y="126119"/>
                </a:lnTo>
                <a:lnTo>
                  <a:pt x="162212" y="70073"/>
                </a:lnTo>
                <a:cubicBezTo>
                  <a:pt x="162212" y="60639"/>
                  <a:pt x="157803" y="55923"/>
                  <a:pt x="148984" y="55923"/>
                </a:cubicBezTo>
                <a:cubicBezTo>
                  <a:pt x="144944" y="55923"/>
                  <a:pt x="141301" y="57056"/>
                  <a:pt x="138055" y="59323"/>
                </a:cubicBezTo>
                <a:cubicBezTo>
                  <a:pt x="134809" y="61590"/>
                  <a:pt x="132329" y="63948"/>
                  <a:pt x="130615" y="66398"/>
                </a:cubicBezTo>
                <a:lnTo>
                  <a:pt x="130615" y="126119"/>
                </a:lnTo>
                <a:lnTo>
                  <a:pt x="107285" y="126119"/>
                </a:lnTo>
                <a:lnTo>
                  <a:pt x="107285" y="37315"/>
                </a:lnTo>
                <a:lnTo>
                  <a:pt x="130615" y="37315"/>
                </a:lnTo>
                <a:lnTo>
                  <a:pt x="130615" y="48898"/>
                </a:lnTo>
                <a:cubicBezTo>
                  <a:pt x="132697" y="45601"/>
                  <a:pt x="136585" y="42488"/>
                  <a:pt x="142279" y="39558"/>
                </a:cubicBezTo>
                <a:cubicBezTo>
                  <a:pt x="147975" y="36628"/>
                  <a:pt x="153763" y="35163"/>
                  <a:pt x="159642" y="35163"/>
                </a:cubicBezTo>
                <a:cubicBezTo>
                  <a:pt x="172501" y="35163"/>
                  <a:pt x="180706" y="40538"/>
                  <a:pt x="184256" y="51289"/>
                </a:cubicBezTo>
                <a:cubicBezTo>
                  <a:pt x="187074" y="46768"/>
                  <a:pt x="191300" y="42951"/>
                  <a:pt x="196932" y="39835"/>
                </a:cubicBezTo>
                <a:cubicBezTo>
                  <a:pt x="202566" y="36720"/>
                  <a:pt x="208506" y="35163"/>
                  <a:pt x="214752" y="35163"/>
                </a:cubicBezTo>
                <a:cubicBezTo>
                  <a:pt x="232142" y="35163"/>
                  <a:pt x="240838" y="44106"/>
                  <a:pt x="240838" y="61991"/>
                </a:cubicBezTo>
                <a:lnTo>
                  <a:pt x="240838" y="126119"/>
                </a:lnTo>
                <a:lnTo>
                  <a:pt x="217325" y="126119"/>
                </a:lnTo>
                <a:close/>
                <a:moveTo>
                  <a:pt x="314506" y="128272"/>
                </a:moveTo>
                <a:cubicBezTo>
                  <a:pt x="303116" y="128272"/>
                  <a:pt x="293992" y="123742"/>
                  <a:pt x="287134" y="114682"/>
                </a:cubicBezTo>
                <a:lnTo>
                  <a:pt x="287134" y="159846"/>
                </a:lnTo>
                <a:lnTo>
                  <a:pt x="263803" y="159846"/>
                </a:lnTo>
                <a:lnTo>
                  <a:pt x="263803" y="37315"/>
                </a:lnTo>
                <a:lnTo>
                  <a:pt x="287134" y="37315"/>
                </a:lnTo>
                <a:lnTo>
                  <a:pt x="287134" y="48570"/>
                </a:lnTo>
                <a:cubicBezTo>
                  <a:pt x="294237" y="39632"/>
                  <a:pt x="303361" y="35163"/>
                  <a:pt x="314506" y="35163"/>
                </a:cubicBezTo>
                <a:cubicBezTo>
                  <a:pt x="326263" y="35163"/>
                  <a:pt x="335753" y="39294"/>
                  <a:pt x="342978" y="47558"/>
                </a:cubicBezTo>
                <a:cubicBezTo>
                  <a:pt x="350204" y="55822"/>
                  <a:pt x="353817" y="67177"/>
                  <a:pt x="353817" y="81625"/>
                </a:cubicBezTo>
                <a:cubicBezTo>
                  <a:pt x="353817" y="95827"/>
                  <a:pt x="350235" y="107153"/>
                  <a:pt x="343070" y="115601"/>
                </a:cubicBezTo>
                <a:cubicBezTo>
                  <a:pt x="335907" y="124048"/>
                  <a:pt x="326386" y="128272"/>
                  <a:pt x="314506" y="128272"/>
                </a:cubicBezTo>
                <a:moveTo>
                  <a:pt x="307156" y="107512"/>
                </a:moveTo>
                <a:cubicBezTo>
                  <a:pt x="313893" y="107512"/>
                  <a:pt x="319313" y="105125"/>
                  <a:pt x="323415" y="100352"/>
                </a:cubicBezTo>
                <a:cubicBezTo>
                  <a:pt x="327518" y="95578"/>
                  <a:pt x="329570" y="89335"/>
                  <a:pt x="329570" y="81625"/>
                </a:cubicBezTo>
                <a:cubicBezTo>
                  <a:pt x="329570" y="73914"/>
                  <a:pt x="327518" y="67703"/>
                  <a:pt x="323415" y="62992"/>
                </a:cubicBezTo>
                <a:cubicBezTo>
                  <a:pt x="319313" y="58279"/>
                  <a:pt x="313893" y="55923"/>
                  <a:pt x="307156" y="55923"/>
                </a:cubicBezTo>
                <a:cubicBezTo>
                  <a:pt x="303361" y="55923"/>
                  <a:pt x="299565" y="56902"/>
                  <a:pt x="295767" y="58860"/>
                </a:cubicBezTo>
                <a:cubicBezTo>
                  <a:pt x="291970" y="60819"/>
                  <a:pt x="289092" y="63205"/>
                  <a:pt x="287134" y="66020"/>
                </a:cubicBezTo>
                <a:lnTo>
                  <a:pt x="287134" y="97415"/>
                </a:lnTo>
                <a:cubicBezTo>
                  <a:pt x="289092" y="100229"/>
                  <a:pt x="291970" y="102615"/>
                  <a:pt x="295767" y="104574"/>
                </a:cubicBezTo>
                <a:cubicBezTo>
                  <a:pt x="299565" y="106532"/>
                  <a:pt x="303361" y="107512"/>
                  <a:pt x="307156" y="107512"/>
                </a:cubicBezTo>
                <a:close/>
                <a:moveTo>
                  <a:pt x="412054" y="128272"/>
                </a:moveTo>
                <a:cubicBezTo>
                  <a:pt x="398337" y="128272"/>
                  <a:pt x="387100" y="123864"/>
                  <a:pt x="378343" y="115049"/>
                </a:cubicBezTo>
                <a:cubicBezTo>
                  <a:pt x="369586" y="106234"/>
                  <a:pt x="365208" y="95093"/>
                  <a:pt x="365208" y="81625"/>
                </a:cubicBezTo>
                <a:cubicBezTo>
                  <a:pt x="365208" y="68158"/>
                  <a:pt x="369586" y="57049"/>
                  <a:pt x="378343" y="48295"/>
                </a:cubicBezTo>
                <a:cubicBezTo>
                  <a:pt x="387100" y="39540"/>
                  <a:pt x="398337" y="35163"/>
                  <a:pt x="412054" y="35163"/>
                </a:cubicBezTo>
                <a:cubicBezTo>
                  <a:pt x="425770" y="35163"/>
                  <a:pt x="437037" y="39540"/>
                  <a:pt x="445854" y="48295"/>
                </a:cubicBezTo>
                <a:cubicBezTo>
                  <a:pt x="454673" y="57049"/>
                  <a:pt x="459082" y="68158"/>
                  <a:pt x="459082" y="81625"/>
                </a:cubicBezTo>
                <a:cubicBezTo>
                  <a:pt x="459082" y="95214"/>
                  <a:pt x="454673" y="106387"/>
                  <a:pt x="445854" y="115142"/>
                </a:cubicBezTo>
                <a:cubicBezTo>
                  <a:pt x="437037" y="123895"/>
                  <a:pt x="425770" y="128272"/>
                  <a:pt x="412054" y="128272"/>
                </a:cubicBezTo>
                <a:moveTo>
                  <a:pt x="412054" y="107512"/>
                </a:moveTo>
                <a:cubicBezTo>
                  <a:pt x="418789" y="107512"/>
                  <a:pt x="424269" y="105094"/>
                  <a:pt x="428494" y="100260"/>
                </a:cubicBezTo>
                <a:cubicBezTo>
                  <a:pt x="432719" y="95425"/>
                  <a:pt x="434832" y="89214"/>
                  <a:pt x="434832" y="81625"/>
                </a:cubicBezTo>
                <a:cubicBezTo>
                  <a:pt x="434832" y="74282"/>
                  <a:pt x="432719" y="68163"/>
                  <a:pt x="428494" y="63267"/>
                </a:cubicBezTo>
                <a:cubicBezTo>
                  <a:pt x="424269" y="58371"/>
                  <a:pt x="418789" y="55923"/>
                  <a:pt x="412054" y="55923"/>
                </a:cubicBezTo>
                <a:cubicBezTo>
                  <a:pt x="405562" y="55923"/>
                  <a:pt x="400172" y="58279"/>
                  <a:pt x="395885" y="62992"/>
                </a:cubicBezTo>
                <a:cubicBezTo>
                  <a:pt x="391600" y="67703"/>
                  <a:pt x="389458" y="73914"/>
                  <a:pt x="389458" y="81625"/>
                </a:cubicBezTo>
                <a:cubicBezTo>
                  <a:pt x="389458" y="89458"/>
                  <a:pt x="391600" y="95732"/>
                  <a:pt x="395885" y="100445"/>
                </a:cubicBezTo>
                <a:cubicBezTo>
                  <a:pt x="400172" y="105156"/>
                  <a:pt x="405562" y="107512"/>
                  <a:pt x="412054" y="107512"/>
                </a:cubicBezTo>
                <a:close/>
                <a:moveTo>
                  <a:pt x="476351" y="126119"/>
                </a:moveTo>
                <a:lnTo>
                  <a:pt x="476351" y="37315"/>
                </a:lnTo>
                <a:lnTo>
                  <a:pt x="499682" y="37315"/>
                </a:lnTo>
                <a:lnTo>
                  <a:pt x="499682" y="49492"/>
                </a:lnTo>
                <a:cubicBezTo>
                  <a:pt x="502866" y="45573"/>
                  <a:pt x="506999" y="42206"/>
                  <a:pt x="512080" y="39390"/>
                </a:cubicBezTo>
                <a:cubicBezTo>
                  <a:pt x="517163" y="36572"/>
                  <a:pt x="522460" y="35163"/>
                  <a:pt x="527971" y="35163"/>
                </a:cubicBezTo>
                <a:lnTo>
                  <a:pt x="527971" y="57941"/>
                </a:lnTo>
                <a:lnTo>
                  <a:pt x="521543" y="57391"/>
                </a:lnTo>
                <a:cubicBezTo>
                  <a:pt x="517378" y="57391"/>
                  <a:pt x="513182" y="58372"/>
                  <a:pt x="508957" y="60332"/>
                </a:cubicBezTo>
                <a:cubicBezTo>
                  <a:pt x="504732" y="62292"/>
                  <a:pt x="501640" y="64681"/>
                  <a:pt x="499682" y="67500"/>
                </a:cubicBezTo>
                <a:lnTo>
                  <a:pt x="499682" y="126119"/>
                </a:lnTo>
                <a:lnTo>
                  <a:pt x="476351" y="126119"/>
                </a:lnTo>
                <a:close/>
                <a:moveTo>
                  <a:pt x="595760" y="126119"/>
                </a:moveTo>
                <a:lnTo>
                  <a:pt x="595760" y="116902"/>
                </a:lnTo>
                <a:cubicBezTo>
                  <a:pt x="589270" y="124482"/>
                  <a:pt x="579901" y="128272"/>
                  <a:pt x="567653" y="128272"/>
                </a:cubicBezTo>
                <a:cubicBezTo>
                  <a:pt x="559081" y="128272"/>
                  <a:pt x="551794" y="125552"/>
                  <a:pt x="545791" y="120112"/>
                </a:cubicBezTo>
                <a:cubicBezTo>
                  <a:pt x="539791" y="114672"/>
                  <a:pt x="536790" y="107612"/>
                  <a:pt x="536790" y="98931"/>
                </a:cubicBezTo>
                <a:cubicBezTo>
                  <a:pt x="536790" y="90253"/>
                  <a:pt x="539637" y="83316"/>
                  <a:pt x="545331" y="78121"/>
                </a:cubicBezTo>
                <a:cubicBezTo>
                  <a:pt x="551027" y="72924"/>
                  <a:pt x="558468" y="70325"/>
                  <a:pt x="567653" y="70325"/>
                </a:cubicBezTo>
                <a:cubicBezTo>
                  <a:pt x="580390" y="70325"/>
                  <a:pt x="589759" y="73932"/>
                  <a:pt x="595760" y="81145"/>
                </a:cubicBezTo>
                <a:lnTo>
                  <a:pt x="595760" y="69179"/>
                </a:lnTo>
                <a:cubicBezTo>
                  <a:pt x="595760" y="64639"/>
                  <a:pt x="593984" y="61020"/>
                  <a:pt x="590431" y="58319"/>
                </a:cubicBezTo>
                <a:cubicBezTo>
                  <a:pt x="586880" y="55619"/>
                  <a:pt x="582166" y="54269"/>
                  <a:pt x="576286" y="54269"/>
                </a:cubicBezTo>
                <a:cubicBezTo>
                  <a:pt x="566490" y="54269"/>
                  <a:pt x="557857" y="57760"/>
                  <a:pt x="550385" y="64741"/>
                </a:cubicBezTo>
                <a:lnTo>
                  <a:pt x="541567" y="49153"/>
                </a:lnTo>
                <a:cubicBezTo>
                  <a:pt x="552344" y="39826"/>
                  <a:pt x="565265" y="35163"/>
                  <a:pt x="580329" y="35163"/>
                </a:cubicBezTo>
                <a:cubicBezTo>
                  <a:pt x="592821" y="35163"/>
                  <a:pt x="602404" y="38072"/>
                  <a:pt x="609078" y="43892"/>
                </a:cubicBezTo>
                <a:cubicBezTo>
                  <a:pt x="615753" y="49709"/>
                  <a:pt x="619090" y="58008"/>
                  <a:pt x="619090" y="68789"/>
                </a:cubicBezTo>
                <a:lnTo>
                  <a:pt x="619090" y="126119"/>
                </a:lnTo>
                <a:lnTo>
                  <a:pt x="595760" y="126119"/>
                </a:lnTo>
                <a:moveTo>
                  <a:pt x="577024" y="112473"/>
                </a:moveTo>
                <a:cubicBezTo>
                  <a:pt x="585596" y="112473"/>
                  <a:pt x="591841" y="109911"/>
                  <a:pt x="595760" y="104787"/>
                </a:cubicBezTo>
                <a:lnTo>
                  <a:pt x="595760" y="93810"/>
                </a:lnTo>
                <a:cubicBezTo>
                  <a:pt x="591841" y="88686"/>
                  <a:pt x="585596" y="86124"/>
                  <a:pt x="577024" y="86124"/>
                </a:cubicBezTo>
                <a:cubicBezTo>
                  <a:pt x="572369" y="86124"/>
                  <a:pt x="568418" y="87283"/>
                  <a:pt x="565172" y="89602"/>
                </a:cubicBezTo>
                <a:cubicBezTo>
                  <a:pt x="561928" y="91920"/>
                  <a:pt x="560306" y="95212"/>
                  <a:pt x="560306" y="99481"/>
                </a:cubicBezTo>
                <a:cubicBezTo>
                  <a:pt x="560306" y="103629"/>
                  <a:pt x="561928" y="106832"/>
                  <a:pt x="565172" y="109090"/>
                </a:cubicBezTo>
                <a:cubicBezTo>
                  <a:pt x="568418" y="111345"/>
                  <a:pt x="572369" y="112473"/>
                  <a:pt x="577024" y="112473"/>
                </a:cubicBezTo>
                <a:close/>
                <a:moveTo>
                  <a:pt x="642238" y="126119"/>
                </a:moveTo>
                <a:lnTo>
                  <a:pt x="642238" y="3588"/>
                </a:lnTo>
                <a:lnTo>
                  <a:pt x="665568" y="3588"/>
                </a:lnTo>
                <a:lnTo>
                  <a:pt x="665568" y="126119"/>
                </a:lnTo>
                <a:lnTo>
                  <a:pt x="642238" y="126119"/>
                </a:lnTo>
                <a:close/>
                <a:moveTo>
                  <a:pt x="736294" y="126119"/>
                </a:moveTo>
                <a:lnTo>
                  <a:pt x="736294" y="3588"/>
                </a:lnTo>
                <a:lnTo>
                  <a:pt x="762380" y="3588"/>
                </a:lnTo>
                <a:lnTo>
                  <a:pt x="762380" y="103155"/>
                </a:lnTo>
                <a:lnTo>
                  <a:pt x="814188" y="103155"/>
                </a:lnTo>
                <a:lnTo>
                  <a:pt x="814188" y="126119"/>
                </a:lnTo>
                <a:lnTo>
                  <a:pt x="736294" y="126119"/>
                </a:lnTo>
                <a:close/>
                <a:moveTo>
                  <a:pt x="870952" y="128272"/>
                </a:moveTo>
                <a:cubicBezTo>
                  <a:pt x="857236" y="128272"/>
                  <a:pt x="845999" y="123864"/>
                  <a:pt x="837242" y="115049"/>
                </a:cubicBezTo>
                <a:cubicBezTo>
                  <a:pt x="828485" y="106234"/>
                  <a:pt x="824106" y="95093"/>
                  <a:pt x="824106" y="81625"/>
                </a:cubicBezTo>
                <a:cubicBezTo>
                  <a:pt x="824106" y="68158"/>
                  <a:pt x="828485" y="57049"/>
                  <a:pt x="837242" y="48295"/>
                </a:cubicBezTo>
                <a:cubicBezTo>
                  <a:pt x="845999" y="39540"/>
                  <a:pt x="857236" y="35163"/>
                  <a:pt x="870952" y="35163"/>
                </a:cubicBezTo>
                <a:cubicBezTo>
                  <a:pt x="884669" y="35163"/>
                  <a:pt x="895936" y="39540"/>
                  <a:pt x="904753" y="48295"/>
                </a:cubicBezTo>
                <a:cubicBezTo>
                  <a:pt x="913571" y="57049"/>
                  <a:pt x="917981" y="68158"/>
                  <a:pt x="917981" y="81625"/>
                </a:cubicBezTo>
                <a:cubicBezTo>
                  <a:pt x="917981" y="95214"/>
                  <a:pt x="913571" y="106387"/>
                  <a:pt x="904753" y="115142"/>
                </a:cubicBezTo>
                <a:cubicBezTo>
                  <a:pt x="895936" y="123895"/>
                  <a:pt x="884669" y="128272"/>
                  <a:pt x="870952" y="128272"/>
                </a:cubicBezTo>
                <a:moveTo>
                  <a:pt x="870952" y="107512"/>
                </a:moveTo>
                <a:cubicBezTo>
                  <a:pt x="877687" y="107512"/>
                  <a:pt x="883168" y="105094"/>
                  <a:pt x="887393" y="100260"/>
                </a:cubicBezTo>
                <a:cubicBezTo>
                  <a:pt x="891618" y="95425"/>
                  <a:pt x="893731" y="89214"/>
                  <a:pt x="893731" y="81625"/>
                </a:cubicBezTo>
                <a:cubicBezTo>
                  <a:pt x="893731" y="74282"/>
                  <a:pt x="891618" y="68163"/>
                  <a:pt x="887393" y="63267"/>
                </a:cubicBezTo>
                <a:cubicBezTo>
                  <a:pt x="883168" y="58371"/>
                  <a:pt x="877687" y="55923"/>
                  <a:pt x="870952" y="55923"/>
                </a:cubicBezTo>
                <a:cubicBezTo>
                  <a:pt x="864460" y="55923"/>
                  <a:pt x="859071" y="58279"/>
                  <a:pt x="854784" y="62992"/>
                </a:cubicBezTo>
                <a:cubicBezTo>
                  <a:pt x="850499" y="67703"/>
                  <a:pt x="848356" y="73914"/>
                  <a:pt x="848356" y="81625"/>
                </a:cubicBezTo>
                <a:cubicBezTo>
                  <a:pt x="848356" y="89458"/>
                  <a:pt x="850499" y="95732"/>
                  <a:pt x="854784" y="100445"/>
                </a:cubicBezTo>
                <a:cubicBezTo>
                  <a:pt x="859071" y="105156"/>
                  <a:pt x="864460" y="107512"/>
                  <a:pt x="870952" y="107512"/>
                </a:cubicBezTo>
                <a:close/>
                <a:moveTo>
                  <a:pt x="976582" y="128272"/>
                </a:moveTo>
                <a:cubicBezTo>
                  <a:pt x="962621" y="128272"/>
                  <a:pt x="951293" y="123864"/>
                  <a:pt x="942597" y="115049"/>
                </a:cubicBezTo>
                <a:cubicBezTo>
                  <a:pt x="933902" y="106234"/>
                  <a:pt x="929554" y="95093"/>
                  <a:pt x="929554" y="81625"/>
                </a:cubicBezTo>
                <a:cubicBezTo>
                  <a:pt x="929554" y="68280"/>
                  <a:pt x="933902" y="57200"/>
                  <a:pt x="942597" y="48385"/>
                </a:cubicBezTo>
                <a:cubicBezTo>
                  <a:pt x="951293" y="39570"/>
                  <a:pt x="962621" y="35163"/>
                  <a:pt x="976582" y="35163"/>
                </a:cubicBezTo>
                <a:cubicBezTo>
                  <a:pt x="985646" y="35163"/>
                  <a:pt x="993025" y="36815"/>
                  <a:pt x="998719" y="40121"/>
                </a:cubicBezTo>
                <a:cubicBezTo>
                  <a:pt x="1004415" y="43427"/>
                  <a:pt x="1008733" y="47100"/>
                  <a:pt x="1011672" y="51140"/>
                </a:cubicBezTo>
                <a:lnTo>
                  <a:pt x="996423" y="65476"/>
                </a:lnTo>
                <a:cubicBezTo>
                  <a:pt x="992136" y="59107"/>
                  <a:pt x="985891" y="55923"/>
                  <a:pt x="977687" y="55923"/>
                </a:cubicBezTo>
                <a:cubicBezTo>
                  <a:pt x="970582" y="55923"/>
                  <a:pt x="964794" y="58279"/>
                  <a:pt x="960324" y="62992"/>
                </a:cubicBezTo>
                <a:cubicBezTo>
                  <a:pt x="955854" y="67703"/>
                  <a:pt x="953619" y="73914"/>
                  <a:pt x="953619" y="81625"/>
                </a:cubicBezTo>
                <a:cubicBezTo>
                  <a:pt x="953619" y="89335"/>
                  <a:pt x="955854" y="95578"/>
                  <a:pt x="960324" y="100352"/>
                </a:cubicBezTo>
                <a:cubicBezTo>
                  <a:pt x="964794" y="105125"/>
                  <a:pt x="970582" y="107512"/>
                  <a:pt x="977687" y="107512"/>
                </a:cubicBezTo>
                <a:cubicBezTo>
                  <a:pt x="985646" y="107512"/>
                  <a:pt x="991891" y="104327"/>
                  <a:pt x="996423" y="97958"/>
                </a:cubicBezTo>
                <a:lnTo>
                  <a:pt x="1011672" y="112112"/>
                </a:lnTo>
                <a:cubicBezTo>
                  <a:pt x="1008733" y="116273"/>
                  <a:pt x="1004415" y="120007"/>
                  <a:pt x="998719" y="123313"/>
                </a:cubicBezTo>
                <a:cubicBezTo>
                  <a:pt x="993025" y="126619"/>
                  <a:pt x="985646" y="128272"/>
                  <a:pt x="976582" y="128272"/>
                </a:cubicBezTo>
                <a:close/>
                <a:moveTo>
                  <a:pt x="1080194" y="126119"/>
                </a:moveTo>
                <a:lnTo>
                  <a:pt x="1080194" y="116902"/>
                </a:lnTo>
                <a:cubicBezTo>
                  <a:pt x="1073703" y="124482"/>
                  <a:pt x="1064334" y="128272"/>
                  <a:pt x="1052086" y="128272"/>
                </a:cubicBezTo>
                <a:cubicBezTo>
                  <a:pt x="1043514" y="128272"/>
                  <a:pt x="1036227" y="125552"/>
                  <a:pt x="1030225" y="120112"/>
                </a:cubicBezTo>
                <a:cubicBezTo>
                  <a:pt x="1024224" y="114672"/>
                  <a:pt x="1021224" y="107612"/>
                  <a:pt x="1021224" y="98931"/>
                </a:cubicBezTo>
                <a:cubicBezTo>
                  <a:pt x="1021224" y="90253"/>
                  <a:pt x="1024071" y="83316"/>
                  <a:pt x="1029765" y="78121"/>
                </a:cubicBezTo>
                <a:cubicBezTo>
                  <a:pt x="1035461" y="72924"/>
                  <a:pt x="1042902" y="70325"/>
                  <a:pt x="1052086" y="70325"/>
                </a:cubicBezTo>
                <a:cubicBezTo>
                  <a:pt x="1064824" y="70325"/>
                  <a:pt x="1074193" y="73932"/>
                  <a:pt x="1080194" y="81145"/>
                </a:cubicBezTo>
                <a:lnTo>
                  <a:pt x="1080194" y="69179"/>
                </a:lnTo>
                <a:cubicBezTo>
                  <a:pt x="1080194" y="64639"/>
                  <a:pt x="1078417" y="61020"/>
                  <a:pt x="1074865" y="58319"/>
                </a:cubicBezTo>
                <a:cubicBezTo>
                  <a:pt x="1071314" y="55619"/>
                  <a:pt x="1066599" y="54269"/>
                  <a:pt x="1060720" y="54269"/>
                </a:cubicBezTo>
                <a:cubicBezTo>
                  <a:pt x="1050924" y="54269"/>
                  <a:pt x="1042290" y="57760"/>
                  <a:pt x="1034819" y="64741"/>
                </a:cubicBezTo>
                <a:lnTo>
                  <a:pt x="1026000" y="49153"/>
                </a:lnTo>
                <a:cubicBezTo>
                  <a:pt x="1036778" y="39826"/>
                  <a:pt x="1049698" y="35163"/>
                  <a:pt x="1064762" y="35163"/>
                </a:cubicBezTo>
                <a:cubicBezTo>
                  <a:pt x="1077255" y="35163"/>
                  <a:pt x="1086838" y="38072"/>
                  <a:pt x="1093511" y="43892"/>
                </a:cubicBezTo>
                <a:cubicBezTo>
                  <a:pt x="1100186" y="49709"/>
                  <a:pt x="1103524" y="58008"/>
                  <a:pt x="1103524" y="68789"/>
                </a:cubicBezTo>
                <a:lnTo>
                  <a:pt x="1103524" y="126119"/>
                </a:lnTo>
                <a:lnTo>
                  <a:pt x="1080194" y="126119"/>
                </a:lnTo>
                <a:moveTo>
                  <a:pt x="1061457" y="112473"/>
                </a:moveTo>
                <a:cubicBezTo>
                  <a:pt x="1070029" y="112473"/>
                  <a:pt x="1076275" y="109911"/>
                  <a:pt x="1080194" y="104787"/>
                </a:cubicBezTo>
                <a:lnTo>
                  <a:pt x="1080194" y="93810"/>
                </a:lnTo>
                <a:cubicBezTo>
                  <a:pt x="1076275" y="88686"/>
                  <a:pt x="1070029" y="86124"/>
                  <a:pt x="1061457" y="86124"/>
                </a:cubicBezTo>
                <a:cubicBezTo>
                  <a:pt x="1056802" y="86124"/>
                  <a:pt x="1052852" y="87283"/>
                  <a:pt x="1049606" y="89602"/>
                </a:cubicBezTo>
                <a:cubicBezTo>
                  <a:pt x="1046362" y="91920"/>
                  <a:pt x="1044739" y="95212"/>
                  <a:pt x="1044739" y="99481"/>
                </a:cubicBezTo>
                <a:cubicBezTo>
                  <a:pt x="1044739" y="103629"/>
                  <a:pt x="1046362" y="106832"/>
                  <a:pt x="1049606" y="109090"/>
                </a:cubicBezTo>
                <a:cubicBezTo>
                  <a:pt x="1052852" y="111345"/>
                  <a:pt x="1056802" y="112473"/>
                  <a:pt x="1061457" y="112473"/>
                </a:cubicBezTo>
                <a:close/>
                <a:moveTo>
                  <a:pt x="1126672" y="126119"/>
                </a:moveTo>
                <a:lnTo>
                  <a:pt x="1126672" y="3588"/>
                </a:lnTo>
                <a:lnTo>
                  <a:pt x="1150003" y="3588"/>
                </a:lnTo>
                <a:lnTo>
                  <a:pt x="1150003" y="126119"/>
                </a:lnTo>
                <a:lnTo>
                  <a:pt x="1126672" y="126119"/>
                </a:lnTo>
                <a:close/>
                <a:moveTo>
                  <a:pt x="1184724" y="27740"/>
                </a:moveTo>
                <a:cubicBezTo>
                  <a:pt x="1180926" y="27740"/>
                  <a:pt x="1177650" y="26392"/>
                  <a:pt x="1174893" y="23698"/>
                </a:cubicBezTo>
                <a:cubicBezTo>
                  <a:pt x="1172139" y="21003"/>
                  <a:pt x="1170761" y="17696"/>
                  <a:pt x="1170761" y="13777"/>
                </a:cubicBezTo>
                <a:cubicBezTo>
                  <a:pt x="1170761" y="9859"/>
                  <a:pt x="1172139" y="6583"/>
                  <a:pt x="1174893" y="3950"/>
                </a:cubicBezTo>
                <a:cubicBezTo>
                  <a:pt x="1177650" y="1317"/>
                  <a:pt x="1180926" y="0"/>
                  <a:pt x="1184724" y="0"/>
                </a:cubicBezTo>
                <a:cubicBezTo>
                  <a:pt x="1188643" y="0"/>
                  <a:pt x="1191948" y="1317"/>
                  <a:pt x="1194641" y="3950"/>
                </a:cubicBezTo>
                <a:cubicBezTo>
                  <a:pt x="1197336" y="6583"/>
                  <a:pt x="1198683" y="9859"/>
                  <a:pt x="1198683" y="13777"/>
                </a:cubicBezTo>
                <a:cubicBezTo>
                  <a:pt x="1198683" y="17696"/>
                  <a:pt x="1197336" y="21003"/>
                  <a:pt x="1194641" y="23698"/>
                </a:cubicBezTo>
                <a:cubicBezTo>
                  <a:pt x="1191948" y="26392"/>
                  <a:pt x="1188643" y="27740"/>
                  <a:pt x="1184724" y="27740"/>
                </a:cubicBezTo>
                <a:moveTo>
                  <a:pt x="1173150" y="126119"/>
                </a:moveTo>
                <a:lnTo>
                  <a:pt x="1173150" y="37315"/>
                </a:lnTo>
                <a:lnTo>
                  <a:pt x="1196480" y="37315"/>
                </a:lnTo>
                <a:lnTo>
                  <a:pt x="1196480" y="126119"/>
                </a:lnTo>
                <a:lnTo>
                  <a:pt x="1173150" y="126119"/>
                </a:lnTo>
                <a:close/>
                <a:moveTo>
                  <a:pt x="1215771" y="126119"/>
                </a:moveTo>
                <a:lnTo>
                  <a:pt x="1215771" y="108669"/>
                </a:lnTo>
                <a:lnTo>
                  <a:pt x="1255816" y="57705"/>
                </a:lnTo>
                <a:lnTo>
                  <a:pt x="1215771" y="57705"/>
                </a:lnTo>
                <a:lnTo>
                  <a:pt x="1215771" y="37315"/>
                </a:lnTo>
                <a:lnTo>
                  <a:pt x="1287416" y="37315"/>
                </a:lnTo>
                <a:lnTo>
                  <a:pt x="1287416" y="54215"/>
                </a:lnTo>
                <a:lnTo>
                  <a:pt x="1246815" y="105729"/>
                </a:lnTo>
                <a:lnTo>
                  <a:pt x="1288150" y="105729"/>
                </a:lnTo>
                <a:lnTo>
                  <a:pt x="1288150" y="126119"/>
                </a:lnTo>
                <a:lnTo>
                  <a:pt x="1215771" y="126119"/>
                </a:lnTo>
                <a:close/>
                <a:moveTo>
                  <a:pt x="1360897" y="126119"/>
                </a:moveTo>
                <a:lnTo>
                  <a:pt x="1360897" y="116902"/>
                </a:lnTo>
                <a:cubicBezTo>
                  <a:pt x="1354407" y="124482"/>
                  <a:pt x="1345038" y="128272"/>
                  <a:pt x="1332790" y="128272"/>
                </a:cubicBezTo>
                <a:cubicBezTo>
                  <a:pt x="1324218" y="128272"/>
                  <a:pt x="1316931" y="125552"/>
                  <a:pt x="1310928" y="120112"/>
                </a:cubicBezTo>
                <a:cubicBezTo>
                  <a:pt x="1304928" y="114672"/>
                  <a:pt x="1301927" y="107612"/>
                  <a:pt x="1301927" y="98931"/>
                </a:cubicBezTo>
                <a:cubicBezTo>
                  <a:pt x="1301927" y="90253"/>
                  <a:pt x="1304774" y="83316"/>
                  <a:pt x="1310468" y="78121"/>
                </a:cubicBezTo>
                <a:cubicBezTo>
                  <a:pt x="1316164" y="72924"/>
                  <a:pt x="1323605" y="70325"/>
                  <a:pt x="1332790" y="70325"/>
                </a:cubicBezTo>
                <a:cubicBezTo>
                  <a:pt x="1345527" y="70325"/>
                  <a:pt x="1354896" y="73932"/>
                  <a:pt x="1360897" y="81145"/>
                </a:cubicBezTo>
                <a:lnTo>
                  <a:pt x="1360897" y="69179"/>
                </a:lnTo>
                <a:cubicBezTo>
                  <a:pt x="1360897" y="64639"/>
                  <a:pt x="1359121" y="61020"/>
                  <a:pt x="1355568" y="58319"/>
                </a:cubicBezTo>
                <a:cubicBezTo>
                  <a:pt x="1352018" y="55619"/>
                  <a:pt x="1347303" y="54269"/>
                  <a:pt x="1341424" y="54269"/>
                </a:cubicBezTo>
                <a:cubicBezTo>
                  <a:pt x="1331627" y="54269"/>
                  <a:pt x="1322994" y="57760"/>
                  <a:pt x="1315523" y="64741"/>
                </a:cubicBezTo>
                <a:lnTo>
                  <a:pt x="1306704" y="49153"/>
                </a:lnTo>
                <a:cubicBezTo>
                  <a:pt x="1317481" y="39826"/>
                  <a:pt x="1330402" y="35163"/>
                  <a:pt x="1345466" y="35163"/>
                </a:cubicBezTo>
                <a:cubicBezTo>
                  <a:pt x="1357958" y="35163"/>
                  <a:pt x="1367541" y="38072"/>
                  <a:pt x="1374215" y="43892"/>
                </a:cubicBezTo>
                <a:cubicBezTo>
                  <a:pt x="1380890" y="49709"/>
                  <a:pt x="1384227" y="58008"/>
                  <a:pt x="1384227" y="68789"/>
                </a:cubicBezTo>
                <a:lnTo>
                  <a:pt x="1384227" y="126119"/>
                </a:lnTo>
                <a:lnTo>
                  <a:pt x="1360897" y="126119"/>
                </a:lnTo>
                <a:moveTo>
                  <a:pt x="1342161" y="112473"/>
                </a:moveTo>
                <a:cubicBezTo>
                  <a:pt x="1350733" y="112473"/>
                  <a:pt x="1356978" y="109911"/>
                  <a:pt x="1360897" y="104787"/>
                </a:cubicBezTo>
                <a:lnTo>
                  <a:pt x="1360897" y="93810"/>
                </a:lnTo>
                <a:cubicBezTo>
                  <a:pt x="1356978" y="88686"/>
                  <a:pt x="1350733" y="86124"/>
                  <a:pt x="1342161" y="86124"/>
                </a:cubicBezTo>
                <a:cubicBezTo>
                  <a:pt x="1337506" y="86124"/>
                  <a:pt x="1333555" y="87283"/>
                  <a:pt x="1330309" y="89602"/>
                </a:cubicBezTo>
                <a:cubicBezTo>
                  <a:pt x="1327065" y="91920"/>
                  <a:pt x="1325443" y="95212"/>
                  <a:pt x="1325443" y="99481"/>
                </a:cubicBezTo>
                <a:cubicBezTo>
                  <a:pt x="1325443" y="103629"/>
                  <a:pt x="1327065" y="106832"/>
                  <a:pt x="1330309" y="109090"/>
                </a:cubicBezTo>
                <a:cubicBezTo>
                  <a:pt x="1333555" y="111345"/>
                  <a:pt x="1337506" y="112473"/>
                  <a:pt x="1342161" y="112473"/>
                </a:cubicBezTo>
                <a:close/>
                <a:moveTo>
                  <a:pt x="1437137" y="128272"/>
                </a:moveTo>
                <a:cubicBezTo>
                  <a:pt x="1420357" y="128272"/>
                  <a:pt x="1411968" y="120185"/>
                  <a:pt x="1411968" y="104013"/>
                </a:cubicBezTo>
                <a:lnTo>
                  <a:pt x="1411968" y="57705"/>
                </a:lnTo>
                <a:lnTo>
                  <a:pt x="1397271" y="57705"/>
                </a:lnTo>
                <a:lnTo>
                  <a:pt x="1397271" y="37315"/>
                </a:lnTo>
                <a:lnTo>
                  <a:pt x="1411968" y="37315"/>
                </a:lnTo>
                <a:lnTo>
                  <a:pt x="1411968" y="13096"/>
                </a:lnTo>
                <a:lnTo>
                  <a:pt x="1435483" y="13096"/>
                </a:lnTo>
                <a:lnTo>
                  <a:pt x="1435483" y="37315"/>
                </a:lnTo>
                <a:lnTo>
                  <a:pt x="1453485" y="37315"/>
                </a:lnTo>
                <a:lnTo>
                  <a:pt x="1453485" y="57705"/>
                </a:lnTo>
                <a:lnTo>
                  <a:pt x="1435483" y="57705"/>
                </a:lnTo>
                <a:lnTo>
                  <a:pt x="1435483" y="97771"/>
                </a:lnTo>
                <a:cubicBezTo>
                  <a:pt x="1435483" y="100589"/>
                  <a:pt x="1436187" y="102917"/>
                  <a:pt x="1437594" y="104756"/>
                </a:cubicBezTo>
                <a:cubicBezTo>
                  <a:pt x="1439003" y="106593"/>
                  <a:pt x="1440993" y="107512"/>
                  <a:pt x="1443565" y="107512"/>
                </a:cubicBezTo>
                <a:cubicBezTo>
                  <a:pt x="1447239" y="107512"/>
                  <a:pt x="1449933" y="106654"/>
                  <a:pt x="1451649" y="104938"/>
                </a:cubicBezTo>
                <a:lnTo>
                  <a:pt x="1456608" y="122576"/>
                </a:lnTo>
                <a:cubicBezTo>
                  <a:pt x="1452567" y="126373"/>
                  <a:pt x="1446077" y="128272"/>
                  <a:pt x="1437137" y="128272"/>
                </a:cubicBezTo>
                <a:close/>
                <a:moveTo>
                  <a:pt x="1481043" y="27740"/>
                </a:moveTo>
                <a:cubicBezTo>
                  <a:pt x="1477245" y="27740"/>
                  <a:pt x="1473969" y="26392"/>
                  <a:pt x="1471212" y="23698"/>
                </a:cubicBezTo>
                <a:cubicBezTo>
                  <a:pt x="1468458" y="21003"/>
                  <a:pt x="1467080" y="17696"/>
                  <a:pt x="1467080" y="13777"/>
                </a:cubicBezTo>
                <a:cubicBezTo>
                  <a:pt x="1467080" y="9859"/>
                  <a:pt x="1468458" y="6583"/>
                  <a:pt x="1471212" y="3950"/>
                </a:cubicBezTo>
                <a:cubicBezTo>
                  <a:pt x="1473969" y="1317"/>
                  <a:pt x="1477245" y="0"/>
                  <a:pt x="1481043" y="0"/>
                </a:cubicBezTo>
                <a:cubicBezTo>
                  <a:pt x="1484962" y="0"/>
                  <a:pt x="1488267" y="1317"/>
                  <a:pt x="1490960" y="3950"/>
                </a:cubicBezTo>
                <a:cubicBezTo>
                  <a:pt x="1493655" y="6583"/>
                  <a:pt x="1495002" y="9859"/>
                  <a:pt x="1495002" y="13777"/>
                </a:cubicBezTo>
                <a:cubicBezTo>
                  <a:pt x="1495002" y="17696"/>
                  <a:pt x="1493655" y="21003"/>
                  <a:pt x="1490960" y="23698"/>
                </a:cubicBezTo>
                <a:cubicBezTo>
                  <a:pt x="1488267" y="26392"/>
                  <a:pt x="1484962" y="27740"/>
                  <a:pt x="1481043" y="27740"/>
                </a:cubicBezTo>
                <a:moveTo>
                  <a:pt x="1469469" y="126119"/>
                </a:moveTo>
                <a:lnTo>
                  <a:pt x="1469469" y="37315"/>
                </a:lnTo>
                <a:lnTo>
                  <a:pt x="1492799" y="37315"/>
                </a:lnTo>
                <a:lnTo>
                  <a:pt x="1492799" y="126119"/>
                </a:lnTo>
                <a:lnTo>
                  <a:pt x="1469469" y="126119"/>
                </a:lnTo>
                <a:close/>
                <a:moveTo>
                  <a:pt x="1557097" y="128272"/>
                </a:moveTo>
                <a:cubicBezTo>
                  <a:pt x="1543380" y="128272"/>
                  <a:pt x="1532143" y="123864"/>
                  <a:pt x="1523386" y="115049"/>
                </a:cubicBezTo>
                <a:cubicBezTo>
                  <a:pt x="1514629" y="106234"/>
                  <a:pt x="1510251" y="95093"/>
                  <a:pt x="1510251" y="81625"/>
                </a:cubicBezTo>
                <a:cubicBezTo>
                  <a:pt x="1510251" y="68158"/>
                  <a:pt x="1514629" y="57049"/>
                  <a:pt x="1523386" y="48295"/>
                </a:cubicBezTo>
                <a:cubicBezTo>
                  <a:pt x="1532143" y="39540"/>
                  <a:pt x="1543380" y="35163"/>
                  <a:pt x="1557097" y="35163"/>
                </a:cubicBezTo>
                <a:cubicBezTo>
                  <a:pt x="1570813" y="35163"/>
                  <a:pt x="1582080" y="39540"/>
                  <a:pt x="1590897" y="48295"/>
                </a:cubicBezTo>
                <a:cubicBezTo>
                  <a:pt x="1599716" y="57049"/>
                  <a:pt x="1604125" y="68158"/>
                  <a:pt x="1604125" y="81625"/>
                </a:cubicBezTo>
                <a:cubicBezTo>
                  <a:pt x="1604125" y="95214"/>
                  <a:pt x="1599716" y="106387"/>
                  <a:pt x="1590897" y="115142"/>
                </a:cubicBezTo>
                <a:cubicBezTo>
                  <a:pt x="1582080" y="123895"/>
                  <a:pt x="1570813" y="128272"/>
                  <a:pt x="1557097" y="128272"/>
                </a:cubicBezTo>
                <a:moveTo>
                  <a:pt x="1557097" y="107512"/>
                </a:moveTo>
                <a:cubicBezTo>
                  <a:pt x="1563832" y="107512"/>
                  <a:pt x="1569312" y="105094"/>
                  <a:pt x="1573537" y="100260"/>
                </a:cubicBezTo>
                <a:cubicBezTo>
                  <a:pt x="1577762" y="95425"/>
                  <a:pt x="1579875" y="89214"/>
                  <a:pt x="1579875" y="81625"/>
                </a:cubicBezTo>
                <a:cubicBezTo>
                  <a:pt x="1579875" y="74282"/>
                  <a:pt x="1577762" y="68163"/>
                  <a:pt x="1573537" y="63267"/>
                </a:cubicBezTo>
                <a:cubicBezTo>
                  <a:pt x="1569312" y="58371"/>
                  <a:pt x="1563832" y="55923"/>
                  <a:pt x="1557097" y="55923"/>
                </a:cubicBezTo>
                <a:cubicBezTo>
                  <a:pt x="1550605" y="55923"/>
                  <a:pt x="1545215" y="58279"/>
                  <a:pt x="1540928" y="62992"/>
                </a:cubicBezTo>
                <a:cubicBezTo>
                  <a:pt x="1536643" y="67703"/>
                  <a:pt x="1534501" y="73914"/>
                  <a:pt x="1534501" y="81625"/>
                </a:cubicBezTo>
                <a:cubicBezTo>
                  <a:pt x="1534501" y="89458"/>
                  <a:pt x="1536643" y="95732"/>
                  <a:pt x="1540928" y="100445"/>
                </a:cubicBezTo>
                <a:cubicBezTo>
                  <a:pt x="1545215" y="105156"/>
                  <a:pt x="1550605" y="107512"/>
                  <a:pt x="1557097" y="107512"/>
                </a:cubicBezTo>
                <a:close/>
                <a:moveTo>
                  <a:pt x="1681283" y="126119"/>
                </a:moveTo>
                <a:lnTo>
                  <a:pt x="1681283" y="72461"/>
                </a:lnTo>
                <a:cubicBezTo>
                  <a:pt x="1681283" y="61435"/>
                  <a:pt x="1675833" y="55923"/>
                  <a:pt x="1664932" y="55923"/>
                </a:cubicBezTo>
                <a:cubicBezTo>
                  <a:pt x="1656482" y="55923"/>
                  <a:pt x="1649746" y="59414"/>
                  <a:pt x="1644724" y="66398"/>
                </a:cubicBezTo>
                <a:lnTo>
                  <a:pt x="1644724" y="126119"/>
                </a:lnTo>
                <a:lnTo>
                  <a:pt x="1621394" y="126119"/>
                </a:lnTo>
                <a:lnTo>
                  <a:pt x="1621394" y="37315"/>
                </a:lnTo>
                <a:lnTo>
                  <a:pt x="1644724" y="37315"/>
                </a:lnTo>
                <a:lnTo>
                  <a:pt x="1644724" y="48898"/>
                </a:lnTo>
                <a:cubicBezTo>
                  <a:pt x="1647541" y="45480"/>
                  <a:pt x="1651582" y="42337"/>
                  <a:pt x="1656848" y="39468"/>
                </a:cubicBezTo>
                <a:cubicBezTo>
                  <a:pt x="1662114" y="36598"/>
                  <a:pt x="1668421" y="35163"/>
                  <a:pt x="1675769" y="35163"/>
                </a:cubicBezTo>
                <a:cubicBezTo>
                  <a:pt x="1685567" y="35163"/>
                  <a:pt x="1692823" y="37705"/>
                  <a:pt x="1697538" y="42790"/>
                </a:cubicBezTo>
                <a:cubicBezTo>
                  <a:pt x="1702255" y="47873"/>
                  <a:pt x="1704613" y="54763"/>
                  <a:pt x="1704613" y="63460"/>
                </a:cubicBezTo>
                <a:lnTo>
                  <a:pt x="1704613" y="126119"/>
                </a:lnTo>
                <a:lnTo>
                  <a:pt x="1681283" y="1261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AD9B22-A788-4A6A-A067-EA67D576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4972" y="3021059"/>
            <a:ext cx="1069909" cy="489715"/>
          </a:xfrm>
          <a:custGeom xmlns:a="http://schemas.openxmlformats.org/drawingml/2006/main">
            <a:pathLst>
              <a:path w="1069909" h="489715">
                <a:moveTo>
                  <a:pt x="0" y="0"/>
                </a:moveTo>
                <a:lnTo>
                  <a:pt x="1069909" y="0"/>
                </a:lnTo>
                <a:lnTo>
                  <a:pt x="1069909" y="489715"/>
                </a:lnTo>
                <a:lnTo>
                  <a:pt x="0" y="48971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Text VideoClip">
            <a:extLst xmlns:a="http://schemas.openxmlformats.org/drawingml/2006/main">
              <a:ext uri="{FF2B5EF4-FFF2-40B4-BE49-F238E27FC236}">
                <a16:creationId xmlns:a16="http://schemas.microsoft.com/office/drawing/2014/main" id="{BB5D13B9-3B97-4B73-B99F-8085F6D0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7058" y="3124543"/>
            <a:ext cx="660754" cy="126585"/>
          </a:xfrm>
          <a:custGeom xmlns:a="http://schemas.openxmlformats.org/drawingml/2006/main">
            <a:pathLst>
              <a:path w="660754" h="126585">
                <a:moveTo>
                  <a:pt x="39385" y="99603"/>
                </a:moveTo>
                <a:lnTo>
                  <a:pt x="0" y="1579"/>
                </a:lnTo>
                <a:lnTo>
                  <a:pt x="13962" y="1579"/>
                </a:lnTo>
                <a:lnTo>
                  <a:pt x="47028" y="86229"/>
                </a:lnTo>
                <a:lnTo>
                  <a:pt x="80096" y="1579"/>
                </a:lnTo>
                <a:lnTo>
                  <a:pt x="94058" y="1579"/>
                </a:lnTo>
                <a:lnTo>
                  <a:pt x="54524" y="99603"/>
                </a:lnTo>
                <a:lnTo>
                  <a:pt x="39385" y="99603"/>
                </a:lnTo>
                <a:close/>
                <a:moveTo>
                  <a:pt x="111840" y="18431"/>
                </a:moveTo>
                <a:cubicBezTo>
                  <a:pt x="109880" y="18431"/>
                  <a:pt x="108165" y="17721"/>
                  <a:pt x="106696" y="16301"/>
                </a:cubicBezTo>
                <a:cubicBezTo>
                  <a:pt x="105226" y="14879"/>
                  <a:pt x="104491" y="13140"/>
                  <a:pt x="104491" y="11082"/>
                </a:cubicBezTo>
                <a:cubicBezTo>
                  <a:pt x="104491" y="9025"/>
                  <a:pt x="105226" y="7262"/>
                  <a:pt x="106696" y="5792"/>
                </a:cubicBezTo>
                <a:cubicBezTo>
                  <a:pt x="108165" y="4323"/>
                  <a:pt x="109880" y="3588"/>
                  <a:pt x="111840" y="3588"/>
                </a:cubicBezTo>
                <a:cubicBezTo>
                  <a:pt x="113897" y="3588"/>
                  <a:pt x="115660" y="4323"/>
                  <a:pt x="117130" y="5792"/>
                </a:cubicBezTo>
                <a:cubicBezTo>
                  <a:pt x="118600" y="7262"/>
                  <a:pt x="119334" y="9025"/>
                  <a:pt x="119334" y="11082"/>
                </a:cubicBezTo>
                <a:cubicBezTo>
                  <a:pt x="119334" y="13140"/>
                  <a:pt x="118600" y="14879"/>
                  <a:pt x="117130" y="16301"/>
                </a:cubicBezTo>
                <a:cubicBezTo>
                  <a:pt x="115660" y="17721"/>
                  <a:pt x="113897" y="18431"/>
                  <a:pt x="111840" y="18431"/>
                </a:cubicBezTo>
                <a:moveTo>
                  <a:pt x="106402" y="99603"/>
                </a:moveTo>
                <a:lnTo>
                  <a:pt x="106402" y="28561"/>
                </a:lnTo>
                <a:lnTo>
                  <a:pt x="117424" y="28561"/>
                </a:lnTo>
                <a:lnTo>
                  <a:pt x="117424" y="99603"/>
                </a:lnTo>
                <a:lnTo>
                  <a:pt x="106402" y="99603"/>
                </a:lnTo>
                <a:close/>
                <a:moveTo>
                  <a:pt x="190907" y="99603"/>
                </a:moveTo>
                <a:lnTo>
                  <a:pt x="190907" y="88978"/>
                </a:lnTo>
                <a:cubicBezTo>
                  <a:pt x="188261" y="92604"/>
                  <a:pt x="184856" y="95568"/>
                  <a:pt x="180693" y="97872"/>
                </a:cubicBezTo>
                <a:cubicBezTo>
                  <a:pt x="176529" y="100174"/>
                  <a:pt x="171949" y="101326"/>
                  <a:pt x="166951" y="101326"/>
                </a:cubicBezTo>
                <a:cubicBezTo>
                  <a:pt x="157447" y="101326"/>
                  <a:pt x="149805" y="97947"/>
                  <a:pt x="144023" y="91189"/>
                </a:cubicBezTo>
                <a:cubicBezTo>
                  <a:pt x="138244" y="84431"/>
                  <a:pt x="135354" y="75419"/>
                  <a:pt x="135354" y="64156"/>
                </a:cubicBezTo>
                <a:cubicBezTo>
                  <a:pt x="135354" y="52794"/>
                  <a:pt x="138268" y="43734"/>
                  <a:pt x="144097" y="36977"/>
                </a:cubicBezTo>
                <a:cubicBezTo>
                  <a:pt x="149928" y="30218"/>
                  <a:pt x="157546" y="26838"/>
                  <a:pt x="166951" y="26838"/>
                </a:cubicBezTo>
                <a:cubicBezTo>
                  <a:pt x="171753" y="26838"/>
                  <a:pt x="176235" y="27941"/>
                  <a:pt x="180399" y="30146"/>
                </a:cubicBezTo>
                <a:cubicBezTo>
                  <a:pt x="184563" y="32350"/>
                  <a:pt x="188065" y="35411"/>
                  <a:pt x="190907" y="39329"/>
                </a:cubicBezTo>
                <a:lnTo>
                  <a:pt x="190907" y="1579"/>
                </a:lnTo>
                <a:lnTo>
                  <a:pt x="201929" y="1579"/>
                </a:lnTo>
                <a:lnTo>
                  <a:pt x="201929" y="99603"/>
                </a:lnTo>
                <a:lnTo>
                  <a:pt x="190907" y="99603"/>
                </a:lnTo>
                <a:moveTo>
                  <a:pt x="169597" y="91479"/>
                </a:moveTo>
                <a:cubicBezTo>
                  <a:pt x="174006" y="91479"/>
                  <a:pt x="178169" y="90401"/>
                  <a:pt x="182088" y="88245"/>
                </a:cubicBezTo>
                <a:cubicBezTo>
                  <a:pt x="186008" y="86089"/>
                  <a:pt x="188948" y="83444"/>
                  <a:pt x="190907" y="80309"/>
                </a:cubicBezTo>
                <a:lnTo>
                  <a:pt x="190907" y="48147"/>
                </a:lnTo>
                <a:cubicBezTo>
                  <a:pt x="188948" y="45012"/>
                  <a:pt x="186008" y="42318"/>
                  <a:pt x="182088" y="40065"/>
                </a:cubicBezTo>
                <a:cubicBezTo>
                  <a:pt x="178169" y="37812"/>
                  <a:pt x="174006" y="36685"/>
                  <a:pt x="169597" y="36685"/>
                </a:cubicBezTo>
                <a:cubicBezTo>
                  <a:pt x="162739" y="36685"/>
                  <a:pt x="157228" y="39183"/>
                  <a:pt x="153063" y="44177"/>
                </a:cubicBezTo>
                <a:cubicBezTo>
                  <a:pt x="148899" y="49172"/>
                  <a:pt x="146817" y="55832"/>
                  <a:pt x="146817" y="64156"/>
                </a:cubicBezTo>
                <a:cubicBezTo>
                  <a:pt x="146817" y="72284"/>
                  <a:pt x="148875" y="78871"/>
                  <a:pt x="152989" y="83915"/>
                </a:cubicBezTo>
                <a:cubicBezTo>
                  <a:pt x="157105" y="88957"/>
                  <a:pt x="162641" y="91479"/>
                  <a:pt x="169597" y="91479"/>
                </a:cubicBezTo>
                <a:close/>
                <a:moveTo>
                  <a:pt x="256013" y="101326"/>
                </a:moveTo>
                <a:cubicBezTo>
                  <a:pt x="245334" y="101326"/>
                  <a:pt x="236638" y="97849"/>
                  <a:pt x="229926" y="90896"/>
                </a:cubicBezTo>
                <a:cubicBezTo>
                  <a:pt x="223214" y="83941"/>
                  <a:pt x="219859" y="74978"/>
                  <a:pt x="219859" y="64008"/>
                </a:cubicBezTo>
                <a:cubicBezTo>
                  <a:pt x="219859" y="53528"/>
                  <a:pt x="223190" y="44713"/>
                  <a:pt x="229852" y="37564"/>
                </a:cubicBezTo>
                <a:cubicBezTo>
                  <a:pt x="236515" y="30414"/>
                  <a:pt x="244843" y="26838"/>
                  <a:pt x="254838" y="26838"/>
                </a:cubicBezTo>
                <a:cubicBezTo>
                  <a:pt x="265028" y="26838"/>
                  <a:pt x="273258" y="30361"/>
                  <a:pt x="279528" y="37407"/>
                </a:cubicBezTo>
                <a:cubicBezTo>
                  <a:pt x="285798" y="44452"/>
                  <a:pt x="288933" y="53600"/>
                  <a:pt x="288933" y="64853"/>
                </a:cubicBezTo>
                <a:lnTo>
                  <a:pt x="288933" y="67643"/>
                </a:lnTo>
                <a:lnTo>
                  <a:pt x="231471" y="67643"/>
                </a:lnTo>
                <a:cubicBezTo>
                  <a:pt x="231862" y="74901"/>
                  <a:pt x="234483" y="80811"/>
                  <a:pt x="239333" y="85372"/>
                </a:cubicBezTo>
                <a:cubicBezTo>
                  <a:pt x="244183" y="89934"/>
                  <a:pt x="250086" y="92214"/>
                  <a:pt x="257042" y="92214"/>
                </a:cubicBezTo>
                <a:cubicBezTo>
                  <a:pt x="265664" y="92214"/>
                  <a:pt x="272963" y="89224"/>
                  <a:pt x="278940" y="83242"/>
                </a:cubicBezTo>
                <a:lnTo>
                  <a:pt x="284230" y="90445"/>
                </a:lnTo>
                <a:cubicBezTo>
                  <a:pt x="276979" y="97699"/>
                  <a:pt x="267574" y="101326"/>
                  <a:pt x="256013" y="101326"/>
                </a:cubicBezTo>
                <a:moveTo>
                  <a:pt x="278057" y="59561"/>
                </a:moveTo>
                <a:cubicBezTo>
                  <a:pt x="278057" y="53010"/>
                  <a:pt x="275901" y="47437"/>
                  <a:pt x="271589" y="42843"/>
                </a:cubicBezTo>
                <a:cubicBezTo>
                  <a:pt x="267279" y="38248"/>
                  <a:pt x="261646" y="35950"/>
                  <a:pt x="254690" y="35950"/>
                </a:cubicBezTo>
                <a:cubicBezTo>
                  <a:pt x="248125" y="35950"/>
                  <a:pt x="242663" y="38248"/>
                  <a:pt x="238304" y="42843"/>
                </a:cubicBezTo>
                <a:cubicBezTo>
                  <a:pt x="233944" y="47437"/>
                  <a:pt x="231666" y="53010"/>
                  <a:pt x="231471" y="59561"/>
                </a:cubicBezTo>
                <a:lnTo>
                  <a:pt x="278057" y="59561"/>
                </a:lnTo>
                <a:close/>
                <a:moveTo>
                  <a:pt x="337725" y="101326"/>
                </a:moveTo>
                <a:cubicBezTo>
                  <a:pt x="327438" y="101326"/>
                  <a:pt x="319012" y="97824"/>
                  <a:pt x="312448" y="90822"/>
                </a:cubicBezTo>
                <a:cubicBezTo>
                  <a:pt x="305883" y="83818"/>
                  <a:pt x="302601" y="74880"/>
                  <a:pt x="302601" y="64008"/>
                </a:cubicBezTo>
                <a:cubicBezTo>
                  <a:pt x="302601" y="53039"/>
                  <a:pt x="305883" y="44102"/>
                  <a:pt x="312448" y="37197"/>
                </a:cubicBezTo>
                <a:cubicBezTo>
                  <a:pt x="319012" y="30291"/>
                  <a:pt x="327438" y="26838"/>
                  <a:pt x="337725" y="26838"/>
                </a:cubicBezTo>
                <a:cubicBezTo>
                  <a:pt x="348014" y="26838"/>
                  <a:pt x="356440" y="30291"/>
                  <a:pt x="363003" y="37197"/>
                </a:cubicBezTo>
                <a:cubicBezTo>
                  <a:pt x="369567" y="44102"/>
                  <a:pt x="372850" y="53039"/>
                  <a:pt x="372850" y="64008"/>
                </a:cubicBezTo>
                <a:cubicBezTo>
                  <a:pt x="372850" y="74880"/>
                  <a:pt x="369567" y="83818"/>
                  <a:pt x="363003" y="90822"/>
                </a:cubicBezTo>
                <a:cubicBezTo>
                  <a:pt x="356440" y="97824"/>
                  <a:pt x="348014" y="101326"/>
                  <a:pt x="337725" y="101326"/>
                </a:cubicBezTo>
                <a:moveTo>
                  <a:pt x="337725" y="91479"/>
                </a:moveTo>
                <a:cubicBezTo>
                  <a:pt x="344584" y="91479"/>
                  <a:pt x="350218" y="88908"/>
                  <a:pt x="354627" y="83767"/>
                </a:cubicBezTo>
                <a:cubicBezTo>
                  <a:pt x="359036" y="78625"/>
                  <a:pt x="361240" y="72039"/>
                  <a:pt x="361240" y="64008"/>
                </a:cubicBezTo>
                <a:cubicBezTo>
                  <a:pt x="361240" y="56075"/>
                  <a:pt x="359036" y="49539"/>
                  <a:pt x="354627" y="44397"/>
                </a:cubicBezTo>
                <a:cubicBezTo>
                  <a:pt x="350218" y="39256"/>
                  <a:pt x="344584" y="36685"/>
                  <a:pt x="337725" y="36685"/>
                </a:cubicBezTo>
                <a:cubicBezTo>
                  <a:pt x="330868" y="36685"/>
                  <a:pt x="325210" y="39232"/>
                  <a:pt x="320752" y="44325"/>
                </a:cubicBezTo>
                <a:cubicBezTo>
                  <a:pt x="316293" y="49417"/>
                  <a:pt x="314064" y="55978"/>
                  <a:pt x="314064" y="64008"/>
                </a:cubicBezTo>
                <a:cubicBezTo>
                  <a:pt x="314064" y="72136"/>
                  <a:pt x="316269" y="78747"/>
                  <a:pt x="320678" y="83841"/>
                </a:cubicBezTo>
                <a:cubicBezTo>
                  <a:pt x="325086" y="88933"/>
                  <a:pt x="330769" y="91479"/>
                  <a:pt x="337725" y="91479"/>
                </a:cubicBezTo>
                <a:close/>
                <a:moveTo>
                  <a:pt x="475578" y="101326"/>
                </a:moveTo>
                <a:cubicBezTo>
                  <a:pt x="461175" y="101326"/>
                  <a:pt x="449173" y="96577"/>
                  <a:pt x="439570" y="87081"/>
                </a:cubicBezTo>
                <a:cubicBezTo>
                  <a:pt x="429969" y="77585"/>
                  <a:pt x="425169" y="65445"/>
                  <a:pt x="425169" y="50663"/>
                </a:cubicBezTo>
                <a:cubicBezTo>
                  <a:pt x="425169" y="35880"/>
                  <a:pt x="429969" y="23741"/>
                  <a:pt x="439570" y="14244"/>
                </a:cubicBezTo>
                <a:cubicBezTo>
                  <a:pt x="449173" y="4748"/>
                  <a:pt x="461175" y="0"/>
                  <a:pt x="475578" y="0"/>
                </a:cubicBezTo>
                <a:cubicBezTo>
                  <a:pt x="491156" y="0"/>
                  <a:pt x="503551" y="6463"/>
                  <a:pt x="512761" y="19389"/>
                </a:cubicBezTo>
                <a:lnTo>
                  <a:pt x="502473" y="25116"/>
                </a:lnTo>
                <a:cubicBezTo>
                  <a:pt x="499632" y="21006"/>
                  <a:pt x="495836" y="17606"/>
                  <a:pt x="491083" y="14915"/>
                </a:cubicBezTo>
                <a:cubicBezTo>
                  <a:pt x="486332" y="12222"/>
                  <a:pt x="481164" y="10876"/>
                  <a:pt x="475578" y="10876"/>
                </a:cubicBezTo>
                <a:cubicBezTo>
                  <a:pt x="464704" y="10876"/>
                  <a:pt x="455689" y="14644"/>
                  <a:pt x="448536" y="22181"/>
                </a:cubicBezTo>
                <a:cubicBezTo>
                  <a:pt x="441384" y="29717"/>
                  <a:pt x="437808" y="39211"/>
                  <a:pt x="437808" y="50663"/>
                </a:cubicBezTo>
                <a:cubicBezTo>
                  <a:pt x="437808" y="62212"/>
                  <a:pt x="441359" y="71730"/>
                  <a:pt x="448462" y="79219"/>
                </a:cubicBezTo>
                <a:cubicBezTo>
                  <a:pt x="455566" y="86706"/>
                  <a:pt x="464605" y="90449"/>
                  <a:pt x="475578" y="90449"/>
                </a:cubicBezTo>
                <a:cubicBezTo>
                  <a:pt x="481164" y="90449"/>
                  <a:pt x="486332" y="89129"/>
                  <a:pt x="491083" y="86487"/>
                </a:cubicBezTo>
                <a:cubicBezTo>
                  <a:pt x="495836" y="83844"/>
                  <a:pt x="499632" y="80418"/>
                  <a:pt x="502473" y="76209"/>
                </a:cubicBezTo>
                <a:lnTo>
                  <a:pt x="512907" y="81937"/>
                </a:lnTo>
                <a:cubicBezTo>
                  <a:pt x="503403" y="94863"/>
                  <a:pt x="490960" y="101326"/>
                  <a:pt x="475578" y="101326"/>
                </a:cubicBezTo>
                <a:close/>
                <a:moveTo>
                  <a:pt x="528044" y="99603"/>
                </a:moveTo>
                <a:lnTo>
                  <a:pt x="528044" y="1579"/>
                </a:lnTo>
                <a:lnTo>
                  <a:pt x="539066" y="1579"/>
                </a:lnTo>
                <a:lnTo>
                  <a:pt x="539066" y="99603"/>
                </a:lnTo>
                <a:lnTo>
                  <a:pt x="528044" y="99603"/>
                </a:lnTo>
                <a:close/>
                <a:moveTo>
                  <a:pt x="566550" y="18431"/>
                </a:moveTo>
                <a:cubicBezTo>
                  <a:pt x="564590" y="18431"/>
                  <a:pt x="562876" y="17721"/>
                  <a:pt x="561406" y="16301"/>
                </a:cubicBezTo>
                <a:cubicBezTo>
                  <a:pt x="559937" y="14879"/>
                  <a:pt x="559202" y="13140"/>
                  <a:pt x="559202" y="11082"/>
                </a:cubicBezTo>
                <a:cubicBezTo>
                  <a:pt x="559202" y="9025"/>
                  <a:pt x="559937" y="7262"/>
                  <a:pt x="561406" y="5792"/>
                </a:cubicBezTo>
                <a:cubicBezTo>
                  <a:pt x="562876" y="4323"/>
                  <a:pt x="564590" y="3588"/>
                  <a:pt x="566550" y="3588"/>
                </a:cubicBezTo>
                <a:cubicBezTo>
                  <a:pt x="568608" y="3588"/>
                  <a:pt x="570371" y="4323"/>
                  <a:pt x="571841" y="5792"/>
                </a:cubicBezTo>
                <a:cubicBezTo>
                  <a:pt x="573310" y="7262"/>
                  <a:pt x="574045" y="9025"/>
                  <a:pt x="574045" y="11082"/>
                </a:cubicBezTo>
                <a:cubicBezTo>
                  <a:pt x="574045" y="13140"/>
                  <a:pt x="573310" y="14879"/>
                  <a:pt x="571841" y="16301"/>
                </a:cubicBezTo>
                <a:cubicBezTo>
                  <a:pt x="570371" y="17721"/>
                  <a:pt x="568608" y="18431"/>
                  <a:pt x="566550" y="18431"/>
                </a:cubicBezTo>
                <a:moveTo>
                  <a:pt x="561112" y="99603"/>
                </a:moveTo>
                <a:lnTo>
                  <a:pt x="561112" y="28561"/>
                </a:lnTo>
                <a:lnTo>
                  <a:pt x="572134" y="28561"/>
                </a:lnTo>
                <a:lnTo>
                  <a:pt x="572134" y="99603"/>
                </a:lnTo>
                <a:lnTo>
                  <a:pt x="561112" y="99603"/>
                </a:lnTo>
                <a:close/>
                <a:moveTo>
                  <a:pt x="629157" y="101326"/>
                </a:moveTo>
                <a:cubicBezTo>
                  <a:pt x="619066" y="101326"/>
                  <a:pt x="611080" y="97161"/>
                  <a:pt x="605200" y="88833"/>
                </a:cubicBezTo>
                <a:lnTo>
                  <a:pt x="605200" y="126585"/>
                </a:lnTo>
                <a:lnTo>
                  <a:pt x="594178" y="126585"/>
                </a:lnTo>
                <a:lnTo>
                  <a:pt x="594178" y="28561"/>
                </a:lnTo>
                <a:lnTo>
                  <a:pt x="605200" y="28561"/>
                </a:lnTo>
                <a:lnTo>
                  <a:pt x="605200" y="39183"/>
                </a:lnTo>
                <a:cubicBezTo>
                  <a:pt x="607748" y="35558"/>
                  <a:pt x="611128" y="32594"/>
                  <a:pt x="615341" y="30292"/>
                </a:cubicBezTo>
                <a:cubicBezTo>
                  <a:pt x="619554" y="27990"/>
                  <a:pt x="624159" y="26838"/>
                  <a:pt x="629157" y="26838"/>
                </a:cubicBezTo>
                <a:cubicBezTo>
                  <a:pt x="638661" y="26838"/>
                  <a:pt x="646303" y="30168"/>
                  <a:pt x="652082" y="36829"/>
                </a:cubicBezTo>
                <a:cubicBezTo>
                  <a:pt x="657864" y="43489"/>
                  <a:pt x="660754" y="52549"/>
                  <a:pt x="660754" y="64008"/>
                </a:cubicBezTo>
                <a:cubicBezTo>
                  <a:pt x="660754" y="75370"/>
                  <a:pt x="657888" y="84431"/>
                  <a:pt x="652156" y="91189"/>
                </a:cubicBezTo>
                <a:cubicBezTo>
                  <a:pt x="646424" y="97947"/>
                  <a:pt x="638758" y="101326"/>
                  <a:pt x="629157" y="101326"/>
                </a:cubicBezTo>
                <a:moveTo>
                  <a:pt x="626365" y="91479"/>
                </a:moveTo>
                <a:cubicBezTo>
                  <a:pt x="633223" y="91479"/>
                  <a:pt x="638733" y="88981"/>
                  <a:pt x="642897" y="83987"/>
                </a:cubicBezTo>
                <a:cubicBezTo>
                  <a:pt x="647062" y="78992"/>
                  <a:pt x="649145" y="72332"/>
                  <a:pt x="649145" y="64008"/>
                </a:cubicBezTo>
                <a:cubicBezTo>
                  <a:pt x="649145" y="55880"/>
                  <a:pt x="647087" y="49294"/>
                  <a:pt x="642971" y="44251"/>
                </a:cubicBezTo>
                <a:cubicBezTo>
                  <a:pt x="638857" y="39207"/>
                  <a:pt x="633321" y="36685"/>
                  <a:pt x="626365" y="36685"/>
                </a:cubicBezTo>
                <a:cubicBezTo>
                  <a:pt x="621955" y="36685"/>
                  <a:pt x="617815" y="37788"/>
                  <a:pt x="613944" y="39993"/>
                </a:cubicBezTo>
                <a:cubicBezTo>
                  <a:pt x="610075" y="42197"/>
                  <a:pt x="607160" y="44866"/>
                  <a:pt x="605200" y="48001"/>
                </a:cubicBezTo>
                <a:lnTo>
                  <a:pt x="605200" y="80015"/>
                </a:lnTo>
                <a:cubicBezTo>
                  <a:pt x="607160" y="83150"/>
                  <a:pt x="610075" y="85845"/>
                  <a:pt x="613944" y="88099"/>
                </a:cubicBezTo>
                <a:cubicBezTo>
                  <a:pt x="617815" y="90352"/>
                  <a:pt x="621955" y="91479"/>
                  <a:pt x="626365" y="914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Text Embeddings">
            <a:extLst xmlns:a="http://schemas.openxmlformats.org/drawingml/2006/main">
              <a:ext uri="{FF2B5EF4-FFF2-40B4-BE49-F238E27FC236}">
                <a16:creationId xmlns:a16="http://schemas.microsoft.com/office/drawing/2014/main" id="{DD09B2AC-114B-48BB-9DE1-7656E898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8802" y="3302480"/>
            <a:ext cx="786999" cy="126872"/>
          </a:xfrm>
          <a:custGeom xmlns:a="http://schemas.openxmlformats.org/drawingml/2006/main">
            <a:pathLst>
              <a:path w="786999" h="126872">
                <a:moveTo>
                  <a:pt x="0" y="98025"/>
                </a:moveTo>
                <a:lnTo>
                  <a:pt x="0" y="0"/>
                </a:lnTo>
                <a:lnTo>
                  <a:pt x="64223" y="0"/>
                </a:lnTo>
                <a:lnTo>
                  <a:pt x="64223" y="10876"/>
                </a:lnTo>
                <a:lnTo>
                  <a:pt x="12197" y="10876"/>
                </a:lnTo>
                <a:lnTo>
                  <a:pt x="12197" y="42482"/>
                </a:lnTo>
                <a:lnTo>
                  <a:pt x="63194" y="42482"/>
                </a:lnTo>
                <a:lnTo>
                  <a:pt x="63194" y="53358"/>
                </a:lnTo>
                <a:lnTo>
                  <a:pt x="12197" y="53358"/>
                </a:lnTo>
                <a:lnTo>
                  <a:pt x="12197" y="87148"/>
                </a:lnTo>
                <a:lnTo>
                  <a:pt x="64223" y="87148"/>
                </a:lnTo>
                <a:lnTo>
                  <a:pt x="64223" y="98025"/>
                </a:lnTo>
                <a:lnTo>
                  <a:pt x="0" y="98025"/>
                </a:lnTo>
                <a:close/>
                <a:moveTo>
                  <a:pt x="168864" y="98025"/>
                </a:moveTo>
                <a:lnTo>
                  <a:pt x="168864" y="49806"/>
                </a:lnTo>
                <a:cubicBezTo>
                  <a:pt x="168864" y="40006"/>
                  <a:pt x="164504" y="35107"/>
                  <a:pt x="155783" y="35107"/>
                </a:cubicBezTo>
                <a:cubicBezTo>
                  <a:pt x="152061" y="35107"/>
                  <a:pt x="148460" y="36209"/>
                  <a:pt x="144981" y="38414"/>
                </a:cubicBezTo>
                <a:cubicBezTo>
                  <a:pt x="141504" y="40618"/>
                  <a:pt x="138834" y="43140"/>
                  <a:pt x="136971" y="45980"/>
                </a:cubicBezTo>
                <a:lnTo>
                  <a:pt x="136971" y="98025"/>
                </a:lnTo>
                <a:lnTo>
                  <a:pt x="125949" y="98025"/>
                </a:lnTo>
                <a:lnTo>
                  <a:pt x="125949" y="49806"/>
                </a:lnTo>
                <a:cubicBezTo>
                  <a:pt x="125949" y="40006"/>
                  <a:pt x="121589" y="35107"/>
                  <a:pt x="112868" y="35107"/>
                </a:cubicBezTo>
                <a:cubicBezTo>
                  <a:pt x="109245" y="35107"/>
                  <a:pt x="105718" y="36234"/>
                  <a:pt x="102288" y="38488"/>
                </a:cubicBezTo>
                <a:cubicBezTo>
                  <a:pt x="98859" y="40741"/>
                  <a:pt x="96164" y="43288"/>
                  <a:pt x="94204" y="46128"/>
                </a:cubicBezTo>
                <a:lnTo>
                  <a:pt x="94204" y="98025"/>
                </a:lnTo>
                <a:lnTo>
                  <a:pt x="83182" y="98025"/>
                </a:lnTo>
                <a:lnTo>
                  <a:pt x="83182" y="26982"/>
                </a:lnTo>
                <a:lnTo>
                  <a:pt x="94204" y="26982"/>
                </a:lnTo>
                <a:lnTo>
                  <a:pt x="94204" y="37311"/>
                </a:lnTo>
                <a:cubicBezTo>
                  <a:pt x="95871" y="34469"/>
                  <a:pt x="99007" y="31750"/>
                  <a:pt x="103611" y="29155"/>
                </a:cubicBezTo>
                <a:cubicBezTo>
                  <a:pt x="108216" y="26558"/>
                  <a:pt x="112723" y="25260"/>
                  <a:pt x="117131" y="25260"/>
                </a:cubicBezTo>
                <a:cubicBezTo>
                  <a:pt x="122618" y="25260"/>
                  <a:pt x="126904" y="26533"/>
                  <a:pt x="129990" y="29081"/>
                </a:cubicBezTo>
                <a:cubicBezTo>
                  <a:pt x="133077" y="31628"/>
                  <a:pt x="135160" y="34763"/>
                  <a:pt x="136238" y="38486"/>
                </a:cubicBezTo>
                <a:cubicBezTo>
                  <a:pt x="138686" y="34665"/>
                  <a:pt x="142164" y="31505"/>
                  <a:pt x="146670" y="29007"/>
                </a:cubicBezTo>
                <a:cubicBezTo>
                  <a:pt x="151177" y="26509"/>
                  <a:pt x="155636" y="25260"/>
                  <a:pt x="160046" y="25260"/>
                </a:cubicBezTo>
                <a:cubicBezTo>
                  <a:pt x="173273" y="25260"/>
                  <a:pt x="179886" y="32414"/>
                  <a:pt x="179886" y="46723"/>
                </a:cubicBezTo>
                <a:lnTo>
                  <a:pt x="179886" y="98025"/>
                </a:lnTo>
                <a:lnTo>
                  <a:pt x="168864" y="98025"/>
                </a:lnTo>
                <a:close/>
                <a:moveTo>
                  <a:pt x="212951" y="78730"/>
                </a:moveTo>
                <a:cubicBezTo>
                  <a:pt x="214911" y="81865"/>
                  <a:pt x="217826" y="84510"/>
                  <a:pt x="221695" y="86666"/>
                </a:cubicBezTo>
                <a:cubicBezTo>
                  <a:pt x="225565" y="88822"/>
                  <a:pt x="229706" y="89900"/>
                  <a:pt x="234116" y="89900"/>
                </a:cubicBezTo>
                <a:cubicBezTo>
                  <a:pt x="241072" y="89900"/>
                  <a:pt x="246632" y="87379"/>
                  <a:pt x="250796" y="82336"/>
                </a:cubicBezTo>
                <a:cubicBezTo>
                  <a:pt x="254959" y="77292"/>
                  <a:pt x="257041" y="70706"/>
                  <a:pt x="257041" y="62577"/>
                </a:cubicBezTo>
                <a:cubicBezTo>
                  <a:pt x="257041" y="54350"/>
                  <a:pt x="254983" y="47715"/>
                  <a:pt x="250868" y="42673"/>
                </a:cubicBezTo>
                <a:cubicBezTo>
                  <a:pt x="246753" y="37629"/>
                  <a:pt x="241169" y="35107"/>
                  <a:pt x="234116" y="35107"/>
                </a:cubicBezTo>
                <a:cubicBezTo>
                  <a:pt x="229706" y="35107"/>
                  <a:pt x="225565" y="36233"/>
                  <a:pt x="221695" y="38486"/>
                </a:cubicBezTo>
                <a:cubicBezTo>
                  <a:pt x="217826" y="40739"/>
                  <a:pt x="214911" y="43433"/>
                  <a:pt x="212951" y="46568"/>
                </a:cubicBezTo>
                <a:lnTo>
                  <a:pt x="212951" y="78730"/>
                </a:lnTo>
                <a:moveTo>
                  <a:pt x="201929" y="98025"/>
                </a:moveTo>
                <a:lnTo>
                  <a:pt x="201929" y="0"/>
                </a:lnTo>
                <a:lnTo>
                  <a:pt x="212951" y="0"/>
                </a:lnTo>
                <a:lnTo>
                  <a:pt x="212951" y="37750"/>
                </a:lnTo>
                <a:cubicBezTo>
                  <a:pt x="219027" y="29423"/>
                  <a:pt x="227012" y="25260"/>
                  <a:pt x="236908" y="25260"/>
                </a:cubicBezTo>
                <a:cubicBezTo>
                  <a:pt x="246313" y="25260"/>
                  <a:pt x="253930" y="28688"/>
                  <a:pt x="259759" y="35544"/>
                </a:cubicBezTo>
                <a:cubicBezTo>
                  <a:pt x="265590" y="42400"/>
                  <a:pt x="268505" y="51411"/>
                  <a:pt x="268505" y="62577"/>
                </a:cubicBezTo>
                <a:cubicBezTo>
                  <a:pt x="268505" y="73938"/>
                  <a:pt x="265590" y="82973"/>
                  <a:pt x="259759" y="89682"/>
                </a:cubicBezTo>
                <a:cubicBezTo>
                  <a:pt x="253930" y="96392"/>
                  <a:pt x="246313" y="99747"/>
                  <a:pt x="236908" y="99747"/>
                </a:cubicBezTo>
                <a:cubicBezTo>
                  <a:pt x="231910" y="99747"/>
                  <a:pt x="227329" y="98596"/>
                  <a:pt x="223166" y="96293"/>
                </a:cubicBezTo>
                <a:cubicBezTo>
                  <a:pt x="219002" y="93990"/>
                  <a:pt x="215597" y="91025"/>
                  <a:pt x="212951" y="87400"/>
                </a:cubicBezTo>
                <a:lnTo>
                  <a:pt x="212951" y="98025"/>
                </a:lnTo>
                <a:lnTo>
                  <a:pt x="201929" y="98025"/>
                </a:lnTo>
                <a:close/>
                <a:moveTo>
                  <a:pt x="318473" y="99747"/>
                </a:moveTo>
                <a:cubicBezTo>
                  <a:pt x="307794" y="99747"/>
                  <a:pt x="299098" y="96270"/>
                  <a:pt x="292386" y="89317"/>
                </a:cubicBezTo>
                <a:cubicBezTo>
                  <a:pt x="285675" y="82362"/>
                  <a:pt x="282319" y="73400"/>
                  <a:pt x="282319" y="62429"/>
                </a:cubicBezTo>
                <a:cubicBezTo>
                  <a:pt x="282319" y="51949"/>
                  <a:pt x="285650" y="43135"/>
                  <a:pt x="292312" y="35986"/>
                </a:cubicBezTo>
                <a:cubicBezTo>
                  <a:pt x="298975" y="28835"/>
                  <a:pt x="307304" y="25260"/>
                  <a:pt x="317298" y="25260"/>
                </a:cubicBezTo>
                <a:cubicBezTo>
                  <a:pt x="327488" y="25260"/>
                  <a:pt x="335718" y="28783"/>
                  <a:pt x="341988" y="35829"/>
                </a:cubicBezTo>
                <a:cubicBezTo>
                  <a:pt x="348258" y="42873"/>
                  <a:pt x="351393" y="52022"/>
                  <a:pt x="351393" y="63275"/>
                </a:cubicBezTo>
                <a:lnTo>
                  <a:pt x="351393" y="66064"/>
                </a:lnTo>
                <a:lnTo>
                  <a:pt x="293931" y="66064"/>
                </a:lnTo>
                <a:cubicBezTo>
                  <a:pt x="294322" y="73323"/>
                  <a:pt x="296943" y="79232"/>
                  <a:pt x="301793" y="83794"/>
                </a:cubicBezTo>
                <a:cubicBezTo>
                  <a:pt x="306643" y="88355"/>
                  <a:pt x="312546" y="90636"/>
                  <a:pt x="319502" y="90636"/>
                </a:cubicBezTo>
                <a:cubicBezTo>
                  <a:pt x="328124" y="90636"/>
                  <a:pt x="335423" y="87645"/>
                  <a:pt x="341400" y="81663"/>
                </a:cubicBezTo>
                <a:lnTo>
                  <a:pt x="346690" y="88866"/>
                </a:lnTo>
                <a:cubicBezTo>
                  <a:pt x="339440" y="96120"/>
                  <a:pt x="330034" y="99747"/>
                  <a:pt x="318473" y="99747"/>
                </a:cubicBezTo>
                <a:moveTo>
                  <a:pt x="340517" y="57982"/>
                </a:moveTo>
                <a:cubicBezTo>
                  <a:pt x="340517" y="51431"/>
                  <a:pt x="338361" y="45859"/>
                  <a:pt x="334049" y="41264"/>
                </a:cubicBezTo>
                <a:cubicBezTo>
                  <a:pt x="329739" y="36669"/>
                  <a:pt x="324106" y="34371"/>
                  <a:pt x="317150" y="34371"/>
                </a:cubicBezTo>
                <a:cubicBezTo>
                  <a:pt x="310585" y="34371"/>
                  <a:pt x="305123" y="36669"/>
                  <a:pt x="300764" y="41264"/>
                </a:cubicBezTo>
                <a:cubicBezTo>
                  <a:pt x="296404" y="45859"/>
                  <a:pt x="294127" y="51431"/>
                  <a:pt x="293931" y="57982"/>
                </a:cubicBezTo>
                <a:lnTo>
                  <a:pt x="340517" y="57982"/>
                </a:lnTo>
                <a:close/>
                <a:moveTo>
                  <a:pt x="420615" y="98025"/>
                </a:moveTo>
                <a:lnTo>
                  <a:pt x="420615" y="87400"/>
                </a:lnTo>
                <a:cubicBezTo>
                  <a:pt x="417968" y="91025"/>
                  <a:pt x="414564" y="93990"/>
                  <a:pt x="410400" y="96293"/>
                </a:cubicBezTo>
                <a:cubicBezTo>
                  <a:pt x="406236" y="98596"/>
                  <a:pt x="401656" y="99747"/>
                  <a:pt x="396658" y="99747"/>
                </a:cubicBezTo>
                <a:cubicBezTo>
                  <a:pt x="387154" y="99747"/>
                  <a:pt x="379512" y="96368"/>
                  <a:pt x="373730" y="89611"/>
                </a:cubicBezTo>
                <a:cubicBezTo>
                  <a:pt x="367951" y="82852"/>
                  <a:pt x="365061" y="73841"/>
                  <a:pt x="365061" y="62577"/>
                </a:cubicBezTo>
                <a:cubicBezTo>
                  <a:pt x="365061" y="51215"/>
                  <a:pt x="367975" y="42155"/>
                  <a:pt x="373804" y="35398"/>
                </a:cubicBezTo>
                <a:cubicBezTo>
                  <a:pt x="379635" y="28639"/>
                  <a:pt x="387253" y="25260"/>
                  <a:pt x="396658" y="25260"/>
                </a:cubicBezTo>
                <a:cubicBezTo>
                  <a:pt x="401460" y="25260"/>
                  <a:pt x="405943" y="26362"/>
                  <a:pt x="410106" y="28567"/>
                </a:cubicBezTo>
                <a:cubicBezTo>
                  <a:pt x="414270" y="30771"/>
                  <a:pt x="417773" y="33832"/>
                  <a:pt x="420615" y="37750"/>
                </a:cubicBezTo>
                <a:lnTo>
                  <a:pt x="420615" y="0"/>
                </a:lnTo>
                <a:lnTo>
                  <a:pt x="431636" y="0"/>
                </a:lnTo>
                <a:lnTo>
                  <a:pt x="431636" y="98025"/>
                </a:lnTo>
                <a:lnTo>
                  <a:pt x="420615" y="98025"/>
                </a:lnTo>
                <a:moveTo>
                  <a:pt x="399304" y="89900"/>
                </a:moveTo>
                <a:cubicBezTo>
                  <a:pt x="403713" y="89900"/>
                  <a:pt x="407876" y="88822"/>
                  <a:pt x="411795" y="86666"/>
                </a:cubicBezTo>
                <a:cubicBezTo>
                  <a:pt x="415715" y="84510"/>
                  <a:pt x="418655" y="81865"/>
                  <a:pt x="420615" y="78730"/>
                </a:cubicBezTo>
                <a:lnTo>
                  <a:pt x="420615" y="46568"/>
                </a:lnTo>
                <a:cubicBezTo>
                  <a:pt x="418655" y="43433"/>
                  <a:pt x="415715" y="40739"/>
                  <a:pt x="411795" y="38486"/>
                </a:cubicBezTo>
                <a:cubicBezTo>
                  <a:pt x="407876" y="36233"/>
                  <a:pt x="403713" y="35107"/>
                  <a:pt x="399304" y="35107"/>
                </a:cubicBezTo>
                <a:cubicBezTo>
                  <a:pt x="392446" y="35107"/>
                  <a:pt x="386935" y="37604"/>
                  <a:pt x="382770" y="42599"/>
                </a:cubicBezTo>
                <a:cubicBezTo>
                  <a:pt x="378606" y="47594"/>
                  <a:pt x="376525" y="54253"/>
                  <a:pt x="376525" y="62577"/>
                </a:cubicBezTo>
                <a:cubicBezTo>
                  <a:pt x="376525" y="70706"/>
                  <a:pt x="378582" y="77292"/>
                  <a:pt x="382696" y="82336"/>
                </a:cubicBezTo>
                <a:cubicBezTo>
                  <a:pt x="386812" y="87379"/>
                  <a:pt x="392348" y="89900"/>
                  <a:pt x="399304" y="89900"/>
                </a:cubicBezTo>
                <a:close/>
                <a:moveTo>
                  <a:pt x="505119" y="98025"/>
                </a:moveTo>
                <a:lnTo>
                  <a:pt x="505119" y="87400"/>
                </a:lnTo>
                <a:cubicBezTo>
                  <a:pt x="502473" y="91025"/>
                  <a:pt x="499068" y="93990"/>
                  <a:pt x="494905" y="96293"/>
                </a:cubicBezTo>
                <a:cubicBezTo>
                  <a:pt x="490741" y="98596"/>
                  <a:pt x="486160" y="99747"/>
                  <a:pt x="481163" y="99747"/>
                </a:cubicBezTo>
                <a:cubicBezTo>
                  <a:pt x="471659" y="99747"/>
                  <a:pt x="464016" y="96368"/>
                  <a:pt x="458235" y="89611"/>
                </a:cubicBezTo>
                <a:cubicBezTo>
                  <a:pt x="452456" y="82852"/>
                  <a:pt x="449566" y="73841"/>
                  <a:pt x="449566" y="62577"/>
                </a:cubicBezTo>
                <a:cubicBezTo>
                  <a:pt x="449566" y="51215"/>
                  <a:pt x="452480" y="42155"/>
                  <a:pt x="458309" y="35398"/>
                </a:cubicBezTo>
                <a:cubicBezTo>
                  <a:pt x="464140" y="28639"/>
                  <a:pt x="471758" y="25260"/>
                  <a:pt x="481163" y="25260"/>
                </a:cubicBezTo>
                <a:cubicBezTo>
                  <a:pt x="485965" y="25260"/>
                  <a:pt x="490447" y="26362"/>
                  <a:pt x="494611" y="28567"/>
                </a:cubicBezTo>
                <a:cubicBezTo>
                  <a:pt x="498775" y="30771"/>
                  <a:pt x="502277" y="33832"/>
                  <a:pt x="505119" y="37750"/>
                </a:cubicBezTo>
                <a:lnTo>
                  <a:pt x="505119" y="0"/>
                </a:lnTo>
                <a:lnTo>
                  <a:pt x="516141" y="0"/>
                </a:lnTo>
                <a:lnTo>
                  <a:pt x="516141" y="98025"/>
                </a:lnTo>
                <a:lnTo>
                  <a:pt x="505119" y="98025"/>
                </a:lnTo>
                <a:moveTo>
                  <a:pt x="483809" y="89900"/>
                </a:moveTo>
                <a:cubicBezTo>
                  <a:pt x="488218" y="89900"/>
                  <a:pt x="492381" y="88822"/>
                  <a:pt x="496300" y="86666"/>
                </a:cubicBezTo>
                <a:cubicBezTo>
                  <a:pt x="500220" y="84510"/>
                  <a:pt x="503159" y="81865"/>
                  <a:pt x="505119" y="78730"/>
                </a:cubicBezTo>
                <a:lnTo>
                  <a:pt x="505119" y="46568"/>
                </a:lnTo>
                <a:cubicBezTo>
                  <a:pt x="503159" y="43433"/>
                  <a:pt x="500220" y="40739"/>
                  <a:pt x="496300" y="38486"/>
                </a:cubicBezTo>
                <a:cubicBezTo>
                  <a:pt x="492381" y="36233"/>
                  <a:pt x="488218" y="35107"/>
                  <a:pt x="483809" y="35107"/>
                </a:cubicBezTo>
                <a:cubicBezTo>
                  <a:pt x="476951" y="35107"/>
                  <a:pt x="471440" y="37604"/>
                  <a:pt x="467275" y="42599"/>
                </a:cubicBezTo>
                <a:cubicBezTo>
                  <a:pt x="463111" y="47594"/>
                  <a:pt x="461029" y="54253"/>
                  <a:pt x="461029" y="62577"/>
                </a:cubicBezTo>
                <a:cubicBezTo>
                  <a:pt x="461029" y="70706"/>
                  <a:pt x="463087" y="77292"/>
                  <a:pt x="467201" y="82336"/>
                </a:cubicBezTo>
                <a:cubicBezTo>
                  <a:pt x="471317" y="87379"/>
                  <a:pt x="476853" y="89900"/>
                  <a:pt x="483809" y="89900"/>
                </a:cubicBezTo>
                <a:close/>
                <a:moveTo>
                  <a:pt x="543624" y="16852"/>
                </a:moveTo>
                <a:cubicBezTo>
                  <a:pt x="541664" y="16852"/>
                  <a:pt x="539949" y="16142"/>
                  <a:pt x="538479" y="14722"/>
                </a:cubicBezTo>
                <a:cubicBezTo>
                  <a:pt x="537010" y="13300"/>
                  <a:pt x="536275" y="11561"/>
                  <a:pt x="536275" y="9504"/>
                </a:cubicBezTo>
                <a:cubicBezTo>
                  <a:pt x="536275" y="7447"/>
                  <a:pt x="537010" y="5683"/>
                  <a:pt x="538479" y="4214"/>
                </a:cubicBezTo>
                <a:cubicBezTo>
                  <a:pt x="539949" y="2744"/>
                  <a:pt x="541664" y="2009"/>
                  <a:pt x="543624" y="2009"/>
                </a:cubicBezTo>
                <a:cubicBezTo>
                  <a:pt x="545681" y="2009"/>
                  <a:pt x="547444" y="2744"/>
                  <a:pt x="548914" y="4214"/>
                </a:cubicBezTo>
                <a:cubicBezTo>
                  <a:pt x="550383" y="5683"/>
                  <a:pt x="551118" y="7447"/>
                  <a:pt x="551118" y="9504"/>
                </a:cubicBezTo>
                <a:cubicBezTo>
                  <a:pt x="551118" y="11561"/>
                  <a:pt x="550383" y="13300"/>
                  <a:pt x="548914" y="14722"/>
                </a:cubicBezTo>
                <a:cubicBezTo>
                  <a:pt x="547444" y="16142"/>
                  <a:pt x="545681" y="16852"/>
                  <a:pt x="543624" y="16852"/>
                </a:cubicBezTo>
                <a:moveTo>
                  <a:pt x="538186" y="98025"/>
                </a:moveTo>
                <a:lnTo>
                  <a:pt x="538186" y="26982"/>
                </a:lnTo>
                <a:lnTo>
                  <a:pt x="549207" y="26982"/>
                </a:lnTo>
                <a:lnTo>
                  <a:pt x="549207" y="98025"/>
                </a:lnTo>
                <a:lnTo>
                  <a:pt x="538186" y="98025"/>
                </a:lnTo>
                <a:close/>
                <a:moveTo>
                  <a:pt x="619164" y="98025"/>
                </a:moveTo>
                <a:lnTo>
                  <a:pt x="619164" y="51571"/>
                </a:lnTo>
                <a:cubicBezTo>
                  <a:pt x="619164" y="45299"/>
                  <a:pt x="617718" y="40988"/>
                  <a:pt x="614827" y="38636"/>
                </a:cubicBezTo>
                <a:cubicBezTo>
                  <a:pt x="611937" y="36283"/>
                  <a:pt x="608092" y="35107"/>
                  <a:pt x="603291" y="35107"/>
                </a:cubicBezTo>
                <a:cubicBezTo>
                  <a:pt x="599177" y="35107"/>
                  <a:pt x="595135" y="36209"/>
                  <a:pt x="591166" y="38414"/>
                </a:cubicBezTo>
                <a:cubicBezTo>
                  <a:pt x="587198" y="40618"/>
                  <a:pt x="584234" y="43189"/>
                  <a:pt x="582274" y="46128"/>
                </a:cubicBezTo>
                <a:lnTo>
                  <a:pt x="582274" y="98025"/>
                </a:lnTo>
                <a:lnTo>
                  <a:pt x="571253" y="98025"/>
                </a:lnTo>
                <a:lnTo>
                  <a:pt x="571253" y="26982"/>
                </a:lnTo>
                <a:lnTo>
                  <a:pt x="582274" y="26982"/>
                </a:lnTo>
                <a:lnTo>
                  <a:pt x="582274" y="37311"/>
                </a:lnTo>
                <a:cubicBezTo>
                  <a:pt x="585312" y="33784"/>
                  <a:pt x="589060" y="30894"/>
                  <a:pt x="593518" y="28641"/>
                </a:cubicBezTo>
                <a:cubicBezTo>
                  <a:pt x="597977" y="26387"/>
                  <a:pt x="602655" y="25260"/>
                  <a:pt x="607554" y="25260"/>
                </a:cubicBezTo>
                <a:cubicBezTo>
                  <a:pt x="622642" y="25260"/>
                  <a:pt x="630186" y="32904"/>
                  <a:pt x="630186" y="48192"/>
                </a:cubicBezTo>
                <a:lnTo>
                  <a:pt x="630186" y="98025"/>
                </a:lnTo>
                <a:lnTo>
                  <a:pt x="619164" y="98025"/>
                </a:lnTo>
                <a:close/>
                <a:moveTo>
                  <a:pt x="680742" y="126872"/>
                </a:moveTo>
                <a:cubicBezTo>
                  <a:pt x="674668" y="126872"/>
                  <a:pt x="669426" y="126137"/>
                  <a:pt x="665017" y="124668"/>
                </a:cubicBezTo>
                <a:cubicBezTo>
                  <a:pt x="660609" y="123200"/>
                  <a:pt x="656298" y="120409"/>
                  <a:pt x="652085" y="116297"/>
                </a:cubicBezTo>
                <a:lnTo>
                  <a:pt x="657669" y="108071"/>
                </a:lnTo>
                <a:cubicBezTo>
                  <a:pt x="660608" y="111595"/>
                  <a:pt x="663914" y="114091"/>
                  <a:pt x="667587" y="115559"/>
                </a:cubicBezTo>
                <a:cubicBezTo>
                  <a:pt x="671262" y="117027"/>
                  <a:pt x="675647" y="117761"/>
                  <a:pt x="680742" y="117761"/>
                </a:cubicBezTo>
                <a:cubicBezTo>
                  <a:pt x="687993" y="117761"/>
                  <a:pt x="693602" y="115871"/>
                  <a:pt x="697570" y="112092"/>
                </a:cubicBezTo>
                <a:cubicBezTo>
                  <a:pt x="701537" y="108313"/>
                  <a:pt x="703521" y="103084"/>
                  <a:pt x="703521" y="96408"/>
                </a:cubicBezTo>
                <a:lnTo>
                  <a:pt x="703521" y="86247"/>
                </a:lnTo>
                <a:cubicBezTo>
                  <a:pt x="700974" y="89872"/>
                  <a:pt x="697618" y="92886"/>
                  <a:pt x="693455" y="95287"/>
                </a:cubicBezTo>
                <a:cubicBezTo>
                  <a:pt x="689291" y="97686"/>
                  <a:pt x="684710" y="98886"/>
                  <a:pt x="679713" y="98886"/>
                </a:cubicBezTo>
                <a:cubicBezTo>
                  <a:pt x="670112" y="98886"/>
                  <a:pt x="662445" y="95506"/>
                  <a:pt x="656713" y="88745"/>
                </a:cubicBezTo>
                <a:cubicBezTo>
                  <a:pt x="650982" y="81985"/>
                  <a:pt x="648116" y="73119"/>
                  <a:pt x="648116" y="62147"/>
                </a:cubicBezTo>
                <a:cubicBezTo>
                  <a:pt x="648116" y="50782"/>
                  <a:pt x="651030" y="41793"/>
                  <a:pt x="656859" y="35181"/>
                </a:cubicBezTo>
                <a:cubicBezTo>
                  <a:pt x="662690" y="28567"/>
                  <a:pt x="670308" y="25260"/>
                  <a:pt x="679713" y="25260"/>
                </a:cubicBezTo>
                <a:cubicBezTo>
                  <a:pt x="689511" y="25260"/>
                  <a:pt x="697447" y="29423"/>
                  <a:pt x="703521" y="37750"/>
                </a:cubicBezTo>
                <a:lnTo>
                  <a:pt x="703521" y="26982"/>
                </a:lnTo>
                <a:lnTo>
                  <a:pt x="714543" y="26982"/>
                </a:lnTo>
                <a:lnTo>
                  <a:pt x="714543" y="95979"/>
                </a:lnTo>
                <a:cubicBezTo>
                  <a:pt x="714543" y="105983"/>
                  <a:pt x="711604" y="113632"/>
                  <a:pt x="705726" y="118927"/>
                </a:cubicBezTo>
                <a:cubicBezTo>
                  <a:pt x="699847" y="124224"/>
                  <a:pt x="691519" y="126872"/>
                  <a:pt x="680742" y="126872"/>
                </a:cubicBezTo>
                <a:moveTo>
                  <a:pt x="682359" y="89187"/>
                </a:moveTo>
                <a:cubicBezTo>
                  <a:pt x="686376" y="89187"/>
                  <a:pt x="690368" y="88109"/>
                  <a:pt x="694336" y="85953"/>
                </a:cubicBezTo>
                <a:cubicBezTo>
                  <a:pt x="698304" y="83797"/>
                  <a:pt x="701366" y="81005"/>
                  <a:pt x="703521" y="77575"/>
                </a:cubicBezTo>
                <a:lnTo>
                  <a:pt x="703521" y="46568"/>
                </a:lnTo>
                <a:cubicBezTo>
                  <a:pt x="701366" y="43140"/>
                  <a:pt x="698279" y="40373"/>
                  <a:pt x="694262" y="38266"/>
                </a:cubicBezTo>
                <a:cubicBezTo>
                  <a:pt x="690246" y="36160"/>
                  <a:pt x="686279" y="35107"/>
                  <a:pt x="682359" y="35107"/>
                </a:cubicBezTo>
                <a:cubicBezTo>
                  <a:pt x="675403" y="35107"/>
                  <a:pt x="669867" y="37605"/>
                  <a:pt x="665751" y="42601"/>
                </a:cubicBezTo>
                <a:cubicBezTo>
                  <a:pt x="661636" y="47597"/>
                  <a:pt x="659579" y="54113"/>
                  <a:pt x="659579" y="62147"/>
                </a:cubicBezTo>
                <a:cubicBezTo>
                  <a:pt x="659579" y="70278"/>
                  <a:pt x="661686" y="76818"/>
                  <a:pt x="665899" y="81766"/>
                </a:cubicBezTo>
                <a:cubicBezTo>
                  <a:pt x="670112" y="86713"/>
                  <a:pt x="675598" y="89187"/>
                  <a:pt x="682359" y="89187"/>
                </a:cubicBezTo>
                <a:close/>
                <a:moveTo>
                  <a:pt x="759075" y="99747"/>
                </a:moveTo>
                <a:cubicBezTo>
                  <a:pt x="747024" y="99747"/>
                  <a:pt x="737471" y="96027"/>
                  <a:pt x="730418" y="88588"/>
                </a:cubicBezTo>
                <a:lnTo>
                  <a:pt x="736150" y="80659"/>
                </a:lnTo>
                <a:cubicBezTo>
                  <a:pt x="738500" y="83397"/>
                  <a:pt x="741757" y="85769"/>
                  <a:pt x="745920" y="87774"/>
                </a:cubicBezTo>
                <a:cubicBezTo>
                  <a:pt x="750085" y="89779"/>
                  <a:pt x="754617" y="90781"/>
                  <a:pt x="759517" y="90781"/>
                </a:cubicBezTo>
                <a:cubicBezTo>
                  <a:pt x="765003" y="90781"/>
                  <a:pt x="769167" y="89631"/>
                  <a:pt x="772007" y="87330"/>
                </a:cubicBezTo>
                <a:cubicBezTo>
                  <a:pt x="774849" y="85028"/>
                  <a:pt x="776270" y="82114"/>
                  <a:pt x="776270" y="78589"/>
                </a:cubicBezTo>
                <a:cubicBezTo>
                  <a:pt x="776270" y="75455"/>
                  <a:pt x="774727" y="72983"/>
                  <a:pt x="771640" y="71171"/>
                </a:cubicBezTo>
                <a:cubicBezTo>
                  <a:pt x="768554" y="69359"/>
                  <a:pt x="762798" y="67473"/>
                  <a:pt x="754372" y="65515"/>
                </a:cubicBezTo>
                <a:cubicBezTo>
                  <a:pt x="747220" y="64045"/>
                  <a:pt x="741758" y="61719"/>
                  <a:pt x="737986" y="58536"/>
                </a:cubicBezTo>
                <a:cubicBezTo>
                  <a:pt x="734214" y="55353"/>
                  <a:pt x="732328" y="51068"/>
                  <a:pt x="732328" y="45680"/>
                </a:cubicBezTo>
                <a:cubicBezTo>
                  <a:pt x="732328" y="39706"/>
                  <a:pt x="734729" y="34809"/>
                  <a:pt x="739529" y="30989"/>
                </a:cubicBezTo>
                <a:cubicBezTo>
                  <a:pt x="744330" y="27170"/>
                  <a:pt x="750747" y="25260"/>
                  <a:pt x="758781" y="25260"/>
                </a:cubicBezTo>
                <a:cubicBezTo>
                  <a:pt x="769461" y="25260"/>
                  <a:pt x="778230" y="28691"/>
                  <a:pt x="785088" y="35553"/>
                </a:cubicBezTo>
                <a:lnTo>
                  <a:pt x="779944" y="43200"/>
                </a:lnTo>
                <a:cubicBezTo>
                  <a:pt x="777789" y="40649"/>
                  <a:pt x="774875" y="38516"/>
                  <a:pt x="771200" y="36800"/>
                </a:cubicBezTo>
                <a:cubicBezTo>
                  <a:pt x="767525" y="35083"/>
                  <a:pt x="763386" y="34225"/>
                  <a:pt x="758781" y="34225"/>
                </a:cubicBezTo>
                <a:cubicBezTo>
                  <a:pt x="753882" y="34225"/>
                  <a:pt x="750036" y="35302"/>
                  <a:pt x="747243" y="37457"/>
                </a:cubicBezTo>
                <a:cubicBezTo>
                  <a:pt x="744452" y="39611"/>
                  <a:pt x="743057" y="42255"/>
                  <a:pt x="743057" y="45388"/>
                </a:cubicBezTo>
                <a:cubicBezTo>
                  <a:pt x="743057" y="48229"/>
                  <a:pt x="744624" y="50482"/>
                  <a:pt x="747759" y="52147"/>
                </a:cubicBezTo>
                <a:cubicBezTo>
                  <a:pt x="750894" y="53811"/>
                  <a:pt x="756675" y="55525"/>
                  <a:pt x="765100" y="57287"/>
                </a:cubicBezTo>
                <a:cubicBezTo>
                  <a:pt x="772253" y="58953"/>
                  <a:pt x="777690" y="61475"/>
                  <a:pt x="781412" y="64856"/>
                </a:cubicBezTo>
                <a:cubicBezTo>
                  <a:pt x="785137" y="68234"/>
                  <a:pt x="786999" y="72715"/>
                  <a:pt x="786999" y="78297"/>
                </a:cubicBezTo>
                <a:cubicBezTo>
                  <a:pt x="786999" y="84859"/>
                  <a:pt x="784451" y="90074"/>
                  <a:pt x="779356" y="93943"/>
                </a:cubicBezTo>
                <a:cubicBezTo>
                  <a:pt x="774261" y="97812"/>
                  <a:pt x="767501" y="99747"/>
                  <a:pt x="759075" y="9974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3E2F10-7D0D-4093-81F1-34A03148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873" y="3021059"/>
            <a:ext cx="1191850" cy="489715"/>
          </a:xfrm>
          <a:custGeom xmlns:a="http://schemas.openxmlformats.org/drawingml/2006/main">
            <a:pathLst>
              <a:path w="1191850" h="489715">
                <a:moveTo>
                  <a:pt x="0" y="0"/>
                </a:moveTo>
                <a:lnTo>
                  <a:pt x="1191850" y="0"/>
                </a:lnTo>
                <a:lnTo>
                  <a:pt x="1191850" y="489715"/>
                </a:lnTo>
                <a:lnTo>
                  <a:pt x="0" y="48971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Text TextDescription">
            <a:extLst xmlns:a="http://schemas.openxmlformats.org/drawingml/2006/main">
              <a:ext uri="{FF2B5EF4-FFF2-40B4-BE49-F238E27FC236}">
                <a16:creationId xmlns:a16="http://schemas.microsoft.com/office/drawing/2014/main" id="{85F27836-CEFE-43EC-AF3B-8FE0F739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0721" y="3126121"/>
            <a:ext cx="1020085" cy="125006"/>
          </a:xfrm>
          <a:custGeom xmlns:a="http://schemas.openxmlformats.org/drawingml/2006/main">
            <a:pathLst>
              <a:path w="1020085" h="125006">
                <a:moveTo>
                  <a:pt x="31009" y="98025"/>
                </a:moveTo>
                <a:lnTo>
                  <a:pt x="31009" y="10876"/>
                </a:lnTo>
                <a:lnTo>
                  <a:pt x="0" y="10876"/>
                </a:lnTo>
                <a:lnTo>
                  <a:pt x="0" y="0"/>
                </a:lnTo>
                <a:lnTo>
                  <a:pt x="74364" y="0"/>
                </a:lnTo>
                <a:lnTo>
                  <a:pt x="74364" y="10876"/>
                </a:lnTo>
                <a:lnTo>
                  <a:pt x="43209" y="10876"/>
                </a:lnTo>
                <a:lnTo>
                  <a:pt x="43209" y="98025"/>
                </a:lnTo>
                <a:lnTo>
                  <a:pt x="31009" y="98025"/>
                </a:lnTo>
                <a:close/>
                <a:moveTo>
                  <a:pt x="105227" y="99747"/>
                </a:moveTo>
                <a:cubicBezTo>
                  <a:pt x="94548" y="99747"/>
                  <a:pt x="85853" y="96270"/>
                  <a:pt x="79140" y="89317"/>
                </a:cubicBezTo>
                <a:cubicBezTo>
                  <a:pt x="72429" y="82362"/>
                  <a:pt x="69073" y="73400"/>
                  <a:pt x="69073" y="62429"/>
                </a:cubicBezTo>
                <a:cubicBezTo>
                  <a:pt x="69073" y="51949"/>
                  <a:pt x="72404" y="43135"/>
                  <a:pt x="79066" y="35986"/>
                </a:cubicBezTo>
                <a:cubicBezTo>
                  <a:pt x="85729" y="28835"/>
                  <a:pt x="94058" y="25260"/>
                  <a:pt x="104052" y="25260"/>
                </a:cubicBezTo>
                <a:cubicBezTo>
                  <a:pt x="114242" y="25260"/>
                  <a:pt x="122472" y="28783"/>
                  <a:pt x="128742" y="35829"/>
                </a:cubicBezTo>
                <a:cubicBezTo>
                  <a:pt x="135012" y="42873"/>
                  <a:pt x="138147" y="52022"/>
                  <a:pt x="138147" y="63275"/>
                </a:cubicBezTo>
                <a:lnTo>
                  <a:pt x="138147" y="66064"/>
                </a:lnTo>
                <a:lnTo>
                  <a:pt x="80685" y="66064"/>
                </a:lnTo>
                <a:cubicBezTo>
                  <a:pt x="81077" y="73323"/>
                  <a:pt x="83697" y="79232"/>
                  <a:pt x="88547" y="83794"/>
                </a:cubicBezTo>
                <a:cubicBezTo>
                  <a:pt x="93397" y="88355"/>
                  <a:pt x="99300" y="90636"/>
                  <a:pt x="106256" y="90636"/>
                </a:cubicBezTo>
                <a:cubicBezTo>
                  <a:pt x="114878" y="90636"/>
                  <a:pt x="122177" y="87645"/>
                  <a:pt x="128154" y="81663"/>
                </a:cubicBezTo>
                <a:lnTo>
                  <a:pt x="133445" y="88866"/>
                </a:lnTo>
                <a:cubicBezTo>
                  <a:pt x="126194" y="96120"/>
                  <a:pt x="116788" y="99747"/>
                  <a:pt x="105227" y="99747"/>
                </a:cubicBezTo>
                <a:moveTo>
                  <a:pt x="127271" y="57982"/>
                </a:moveTo>
                <a:cubicBezTo>
                  <a:pt x="127271" y="51431"/>
                  <a:pt x="125115" y="45859"/>
                  <a:pt x="120804" y="41264"/>
                </a:cubicBezTo>
                <a:cubicBezTo>
                  <a:pt x="116493" y="36669"/>
                  <a:pt x="110860" y="34371"/>
                  <a:pt x="103904" y="34371"/>
                </a:cubicBezTo>
                <a:cubicBezTo>
                  <a:pt x="97339" y="34371"/>
                  <a:pt x="91877" y="36669"/>
                  <a:pt x="87518" y="41264"/>
                </a:cubicBezTo>
                <a:cubicBezTo>
                  <a:pt x="83159" y="45859"/>
                  <a:pt x="80881" y="51431"/>
                  <a:pt x="80685" y="57982"/>
                </a:cubicBezTo>
                <a:lnTo>
                  <a:pt x="127271" y="57982"/>
                </a:lnTo>
                <a:close/>
                <a:moveTo>
                  <a:pt x="201931" y="98025"/>
                </a:moveTo>
                <a:lnTo>
                  <a:pt x="180620" y="68901"/>
                </a:lnTo>
                <a:lnTo>
                  <a:pt x="159312" y="98025"/>
                </a:lnTo>
                <a:lnTo>
                  <a:pt x="146671" y="98025"/>
                </a:lnTo>
                <a:lnTo>
                  <a:pt x="173861" y="61548"/>
                </a:lnTo>
                <a:lnTo>
                  <a:pt x="148142" y="26982"/>
                </a:lnTo>
                <a:lnTo>
                  <a:pt x="160926" y="26982"/>
                </a:lnTo>
                <a:lnTo>
                  <a:pt x="180620" y="54047"/>
                </a:lnTo>
                <a:lnTo>
                  <a:pt x="200314" y="26982"/>
                </a:lnTo>
                <a:lnTo>
                  <a:pt x="213101" y="26982"/>
                </a:lnTo>
                <a:lnTo>
                  <a:pt x="187381" y="61548"/>
                </a:lnTo>
                <a:lnTo>
                  <a:pt x="214718" y="98025"/>
                </a:lnTo>
                <a:lnTo>
                  <a:pt x="201931" y="98025"/>
                </a:lnTo>
                <a:close/>
                <a:moveTo>
                  <a:pt x="245286" y="99747"/>
                </a:moveTo>
                <a:cubicBezTo>
                  <a:pt x="234802" y="99747"/>
                  <a:pt x="229560" y="94209"/>
                  <a:pt x="229560" y="83134"/>
                </a:cubicBezTo>
                <a:lnTo>
                  <a:pt x="229560" y="36681"/>
                </a:lnTo>
                <a:lnTo>
                  <a:pt x="217802" y="36681"/>
                </a:lnTo>
                <a:lnTo>
                  <a:pt x="217802" y="26982"/>
                </a:lnTo>
                <a:lnTo>
                  <a:pt x="229560" y="26982"/>
                </a:lnTo>
                <a:lnTo>
                  <a:pt x="229560" y="7607"/>
                </a:lnTo>
                <a:lnTo>
                  <a:pt x="240582" y="7607"/>
                </a:lnTo>
                <a:lnTo>
                  <a:pt x="240582" y="26982"/>
                </a:lnTo>
                <a:lnTo>
                  <a:pt x="254985" y="26982"/>
                </a:lnTo>
                <a:lnTo>
                  <a:pt x="254985" y="36681"/>
                </a:lnTo>
                <a:lnTo>
                  <a:pt x="240582" y="36681"/>
                </a:lnTo>
                <a:lnTo>
                  <a:pt x="240582" y="80784"/>
                </a:lnTo>
                <a:cubicBezTo>
                  <a:pt x="240582" y="83430"/>
                  <a:pt x="241169" y="85612"/>
                  <a:pt x="242344" y="87328"/>
                </a:cubicBezTo>
                <a:cubicBezTo>
                  <a:pt x="243521" y="89043"/>
                  <a:pt x="245334" y="89900"/>
                  <a:pt x="247785" y="89900"/>
                </a:cubicBezTo>
                <a:cubicBezTo>
                  <a:pt x="250821" y="89900"/>
                  <a:pt x="253319" y="88925"/>
                  <a:pt x="255279" y="86974"/>
                </a:cubicBezTo>
                <a:lnTo>
                  <a:pt x="258513" y="95195"/>
                </a:lnTo>
                <a:cubicBezTo>
                  <a:pt x="255475" y="98229"/>
                  <a:pt x="251066" y="99747"/>
                  <a:pt x="245286" y="99747"/>
                </a:cubicBezTo>
                <a:close/>
                <a:moveTo>
                  <a:pt x="308921" y="98025"/>
                </a:moveTo>
                <a:lnTo>
                  <a:pt x="308921" y="0"/>
                </a:lnTo>
                <a:lnTo>
                  <a:pt x="342428" y="0"/>
                </a:lnTo>
                <a:cubicBezTo>
                  <a:pt x="357320" y="0"/>
                  <a:pt x="369420" y="4629"/>
                  <a:pt x="378728" y="13888"/>
                </a:cubicBezTo>
                <a:cubicBezTo>
                  <a:pt x="388036" y="23146"/>
                  <a:pt x="392690" y="34879"/>
                  <a:pt x="392690" y="49086"/>
                </a:cubicBezTo>
                <a:cubicBezTo>
                  <a:pt x="392690" y="63391"/>
                  <a:pt x="388011" y="75123"/>
                  <a:pt x="378654" y="84285"/>
                </a:cubicBezTo>
                <a:cubicBezTo>
                  <a:pt x="369298" y="93445"/>
                  <a:pt x="357223" y="98025"/>
                  <a:pt x="342428" y="98025"/>
                </a:cubicBezTo>
                <a:lnTo>
                  <a:pt x="308921" y="98025"/>
                </a:lnTo>
                <a:moveTo>
                  <a:pt x="342428" y="87148"/>
                </a:moveTo>
                <a:cubicBezTo>
                  <a:pt x="353597" y="87148"/>
                  <a:pt x="362660" y="83646"/>
                  <a:pt x="369616" y="76642"/>
                </a:cubicBezTo>
                <a:cubicBezTo>
                  <a:pt x="376573" y="69637"/>
                  <a:pt x="380051" y="60451"/>
                  <a:pt x="380051" y="49086"/>
                </a:cubicBezTo>
                <a:cubicBezTo>
                  <a:pt x="380051" y="37721"/>
                  <a:pt x="376621" y="28512"/>
                  <a:pt x="369762" y="21459"/>
                </a:cubicBezTo>
                <a:cubicBezTo>
                  <a:pt x="362905" y="14404"/>
                  <a:pt x="353793" y="10876"/>
                  <a:pt x="342428" y="10876"/>
                </a:cubicBezTo>
                <a:lnTo>
                  <a:pt x="321118" y="10876"/>
                </a:lnTo>
                <a:lnTo>
                  <a:pt x="321118" y="87148"/>
                </a:lnTo>
                <a:lnTo>
                  <a:pt x="342428" y="87148"/>
                </a:lnTo>
                <a:close/>
                <a:moveTo>
                  <a:pt x="443394" y="99747"/>
                </a:moveTo>
                <a:cubicBezTo>
                  <a:pt x="432716" y="99747"/>
                  <a:pt x="424020" y="96270"/>
                  <a:pt x="417307" y="89317"/>
                </a:cubicBezTo>
                <a:cubicBezTo>
                  <a:pt x="410596" y="82362"/>
                  <a:pt x="407241" y="73400"/>
                  <a:pt x="407241" y="62429"/>
                </a:cubicBezTo>
                <a:cubicBezTo>
                  <a:pt x="407241" y="51949"/>
                  <a:pt x="410572" y="43135"/>
                  <a:pt x="417233" y="35986"/>
                </a:cubicBezTo>
                <a:cubicBezTo>
                  <a:pt x="423897" y="28835"/>
                  <a:pt x="432225" y="25260"/>
                  <a:pt x="442219" y="25260"/>
                </a:cubicBezTo>
                <a:cubicBezTo>
                  <a:pt x="452409" y="25260"/>
                  <a:pt x="460639" y="28783"/>
                  <a:pt x="466909" y="35829"/>
                </a:cubicBezTo>
                <a:cubicBezTo>
                  <a:pt x="473179" y="42873"/>
                  <a:pt x="476315" y="52022"/>
                  <a:pt x="476315" y="63275"/>
                </a:cubicBezTo>
                <a:lnTo>
                  <a:pt x="476315" y="66064"/>
                </a:lnTo>
                <a:lnTo>
                  <a:pt x="418852" y="66064"/>
                </a:lnTo>
                <a:cubicBezTo>
                  <a:pt x="419244" y="73323"/>
                  <a:pt x="421865" y="79232"/>
                  <a:pt x="426715" y="83794"/>
                </a:cubicBezTo>
                <a:cubicBezTo>
                  <a:pt x="431564" y="88355"/>
                  <a:pt x="437468" y="90636"/>
                  <a:pt x="444424" y="90636"/>
                </a:cubicBezTo>
                <a:cubicBezTo>
                  <a:pt x="453045" y="90636"/>
                  <a:pt x="460345" y="87645"/>
                  <a:pt x="466322" y="81663"/>
                </a:cubicBezTo>
                <a:lnTo>
                  <a:pt x="471612" y="88866"/>
                </a:lnTo>
                <a:cubicBezTo>
                  <a:pt x="464361" y="96120"/>
                  <a:pt x="454955" y="99747"/>
                  <a:pt x="443394" y="99747"/>
                </a:cubicBezTo>
                <a:moveTo>
                  <a:pt x="465438" y="57982"/>
                </a:moveTo>
                <a:cubicBezTo>
                  <a:pt x="465438" y="51431"/>
                  <a:pt x="463283" y="45859"/>
                  <a:pt x="458971" y="41264"/>
                </a:cubicBezTo>
                <a:cubicBezTo>
                  <a:pt x="454661" y="36669"/>
                  <a:pt x="449028" y="34371"/>
                  <a:pt x="442071" y="34371"/>
                </a:cubicBezTo>
                <a:cubicBezTo>
                  <a:pt x="435507" y="34371"/>
                  <a:pt x="430045" y="36669"/>
                  <a:pt x="425685" y="41264"/>
                </a:cubicBezTo>
                <a:cubicBezTo>
                  <a:pt x="421326" y="45859"/>
                  <a:pt x="419048" y="51431"/>
                  <a:pt x="418852" y="57982"/>
                </a:cubicBezTo>
                <a:lnTo>
                  <a:pt x="465438" y="57982"/>
                </a:lnTo>
                <a:close/>
                <a:moveTo>
                  <a:pt x="516582" y="99747"/>
                </a:moveTo>
                <a:cubicBezTo>
                  <a:pt x="504531" y="99747"/>
                  <a:pt x="494978" y="96027"/>
                  <a:pt x="487925" y="88588"/>
                </a:cubicBezTo>
                <a:lnTo>
                  <a:pt x="493657" y="80659"/>
                </a:lnTo>
                <a:cubicBezTo>
                  <a:pt x="496007" y="83397"/>
                  <a:pt x="499264" y="85769"/>
                  <a:pt x="503427" y="87774"/>
                </a:cubicBezTo>
                <a:cubicBezTo>
                  <a:pt x="507593" y="89779"/>
                  <a:pt x="512125" y="90781"/>
                  <a:pt x="517024" y="90781"/>
                </a:cubicBezTo>
                <a:cubicBezTo>
                  <a:pt x="522510" y="90781"/>
                  <a:pt x="526674" y="89631"/>
                  <a:pt x="529515" y="87330"/>
                </a:cubicBezTo>
                <a:cubicBezTo>
                  <a:pt x="532357" y="85028"/>
                  <a:pt x="533778" y="82114"/>
                  <a:pt x="533778" y="78589"/>
                </a:cubicBezTo>
                <a:cubicBezTo>
                  <a:pt x="533778" y="75455"/>
                  <a:pt x="532234" y="72983"/>
                  <a:pt x="529147" y="71171"/>
                </a:cubicBezTo>
                <a:cubicBezTo>
                  <a:pt x="526061" y="69359"/>
                  <a:pt x="520305" y="67473"/>
                  <a:pt x="511879" y="65515"/>
                </a:cubicBezTo>
                <a:cubicBezTo>
                  <a:pt x="504727" y="64045"/>
                  <a:pt x="499265" y="61719"/>
                  <a:pt x="495493" y="58536"/>
                </a:cubicBezTo>
                <a:cubicBezTo>
                  <a:pt x="491722" y="55353"/>
                  <a:pt x="489836" y="51068"/>
                  <a:pt x="489836" y="45680"/>
                </a:cubicBezTo>
                <a:cubicBezTo>
                  <a:pt x="489836" y="39706"/>
                  <a:pt x="492236" y="34809"/>
                  <a:pt x="497036" y="30989"/>
                </a:cubicBezTo>
                <a:cubicBezTo>
                  <a:pt x="501837" y="27170"/>
                  <a:pt x="508254" y="25260"/>
                  <a:pt x="516288" y="25260"/>
                </a:cubicBezTo>
                <a:cubicBezTo>
                  <a:pt x="526969" y="25260"/>
                  <a:pt x="535738" y="28691"/>
                  <a:pt x="542595" y="35553"/>
                </a:cubicBezTo>
                <a:lnTo>
                  <a:pt x="537451" y="43200"/>
                </a:lnTo>
                <a:cubicBezTo>
                  <a:pt x="535297" y="40649"/>
                  <a:pt x="532382" y="38516"/>
                  <a:pt x="528707" y="36800"/>
                </a:cubicBezTo>
                <a:cubicBezTo>
                  <a:pt x="525033" y="35083"/>
                  <a:pt x="520893" y="34225"/>
                  <a:pt x="516288" y="34225"/>
                </a:cubicBezTo>
                <a:cubicBezTo>
                  <a:pt x="511389" y="34225"/>
                  <a:pt x="507543" y="35302"/>
                  <a:pt x="504751" y="37457"/>
                </a:cubicBezTo>
                <a:cubicBezTo>
                  <a:pt x="501959" y="39611"/>
                  <a:pt x="500564" y="42255"/>
                  <a:pt x="500564" y="45388"/>
                </a:cubicBezTo>
                <a:cubicBezTo>
                  <a:pt x="500564" y="48229"/>
                  <a:pt x="502131" y="50482"/>
                  <a:pt x="505266" y="52147"/>
                </a:cubicBezTo>
                <a:cubicBezTo>
                  <a:pt x="508401" y="53811"/>
                  <a:pt x="514182" y="55525"/>
                  <a:pt x="522608" y="57287"/>
                </a:cubicBezTo>
                <a:cubicBezTo>
                  <a:pt x="529760" y="58953"/>
                  <a:pt x="535197" y="61475"/>
                  <a:pt x="538920" y="64856"/>
                </a:cubicBezTo>
                <a:cubicBezTo>
                  <a:pt x="542644" y="68234"/>
                  <a:pt x="544506" y="72715"/>
                  <a:pt x="544506" y="78297"/>
                </a:cubicBezTo>
                <a:cubicBezTo>
                  <a:pt x="544506" y="84859"/>
                  <a:pt x="541958" y="90074"/>
                  <a:pt x="536863" y="93943"/>
                </a:cubicBezTo>
                <a:cubicBezTo>
                  <a:pt x="531768" y="97812"/>
                  <a:pt x="525008" y="99747"/>
                  <a:pt x="516582" y="99747"/>
                </a:cubicBezTo>
                <a:close/>
                <a:moveTo>
                  <a:pt x="593739" y="99747"/>
                </a:moveTo>
                <a:cubicBezTo>
                  <a:pt x="583355" y="99747"/>
                  <a:pt x="574856" y="96221"/>
                  <a:pt x="568242" y="89169"/>
                </a:cubicBezTo>
                <a:cubicBezTo>
                  <a:pt x="561628" y="82117"/>
                  <a:pt x="558321" y="73204"/>
                  <a:pt x="558321" y="62429"/>
                </a:cubicBezTo>
                <a:cubicBezTo>
                  <a:pt x="558321" y="51753"/>
                  <a:pt x="561628" y="42890"/>
                  <a:pt x="568242" y="35838"/>
                </a:cubicBezTo>
                <a:cubicBezTo>
                  <a:pt x="574856" y="28786"/>
                  <a:pt x="583355" y="25260"/>
                  <a:pt x="593739" y="25260"/>
                </a:cubicBezTo>
                <a:cubicBezTo>
                  <a:pt x="604712" y="25260"/>
                  <a:pt x="613383" y="29371"/>
                  <a:pt x="619752" y="37593"/>
                </a:cubicBezTo>
                <a:lnTo>
                  <a:pt x="612403" y="44348"/>
                </a:lnTo>
                <a:cubicBezTo>
                  <a:pt x="607897" y="38187"/>
                  <a:pt x="601873" y="35107"/>
                  <a:pt x="594329" y="35107"/>
                </a:cubicBezTo>
                <a:cubicBezTo>
                  <a:pt x="587078" y="35107"/>
                  <a:pt x="581174" y="37629"/>
                  <a:pt x="576617" y="42673"/>
                </a:cubicBezTo>
                <a:cubicBezTo>
                  <a:pt x="572062" y="47715"/>
                  <a:pt x="569784" y="54301"/>
                  <a:pt x="569784" y="62429"/>
                </a:cubicBezTo>
                <a:cubicBezTo>
                  <a:pt x="569784" y="70656"/>
                  <a:pt x="572037" y="77292"/>
                  <a:pt x="576543" y="82336"/>
                </a:cubicBezTo>
                <a:cubicBezTo>
                  <a:pt x="581051" y="87379"/>
                  <a:pt x="586979" y="89900"/>
                  <a:pt x="594329" y="89900"/>
                </a:cubicBezTo>
                <a:cubicBezTo>
                  <a:pt x="601774" y="89900"/>
                  <a:pt x="607799" y="86820"/>
                  <a:pt x="612403" y="80659"/>
                </a:cubicBezTo>
                <a:lnTo>
                  <a:pt x="619752" y="87413"/>
                </a:lnTo>
                <a:cubicBezTo>
                  <a:pt x="613383" y="95636"/>
                  <a:pt x="604712" y="99747"/>
                  <a:pt x="593739" y="99747"/>
                </a:cubicBezTo>
                <a:close/>
                <a:moveTo>
                  <a:pt x="635183" y="98025"/>
                </a:moveTo>
                <a:lnTo>
                  <a:pt x="635183" y="26982"/>
                </a:lnTo>
                <a:lnTo>
                  <a:pt x="646205" y="26982"/>
                </a:lnTo>
                <a:lnTo>
                  <a:pt x="646205" y="38481"/>
                </a:lnTo>
                <a:cubicBezTo>
                  <a:pt x="652769" y="29858"/>
                  <a:pt x="660657" y="25547"/>
                  <a:pt x="669867" y="25547"/>
                </a:cubicBezTo>
                <a:lnTo>
                  <a:pt x="669867" y="36865"/>
                </a:lnTo>
                <a:lnTo>
                  <a:pt x="665459" y="36423"/>
                </a:lnTo>
                <a:cubicBezTo>
                  <a:pt x="662126" y="36423"/>
                  <a:pt x="658452" y="37623"/>
                  <a:pt x="654435" y="40024"/>
                </a:cubicBezTo>
                <a:cubicBezTo>
                  <a:pt x="650417" y="42425"/>
                  <a:pt x="647674" y="44997"/>
                  <a:pt x="646205" y="47741"/>
                </a:cubicBezTo>
                <a:lnTo>
                  <a:pt x="646205" y="98025"/>
                </a:lnTo>
                <a:lnTo>
                  <a:pt x="635183" y="98025"/>
                </a:lnTo>
                <a:close/>
                <a:moveTo>
                  <a:pt x="689120" y="16852"/>
                </a:moveTo>
                <a:cubicBezTo>
                  <a:pt x="687160" y="16852"/>
                  <a:pt x="685445" y="16142"/>
                  <a:pt x="683975" y="14722"/>
                </a:cubicBezTo>
                <a:cubicBezTo>
                  <a:pt x="682506" y="13300"/>
                  <a:pt x="681771" y="11561"/>
                  <a:pt x="681771" y="9504"/>
                </a:cubicBezTo>
                <a:cubicBezTo>
                  <a:pt x="681771" y="7447"/>
                  <a:pt x="682506" y="5683"/>
                  <a:pt x="683975" y="4214"/>
                </a:cubicBezTo>
                <a:cubicBezTo>
                  <a:pt x="685445" y="2744"/>
                  <a:pt x="687160" y="2009"/>
                  <a:pt x="689120" y="2009"/>
                </a:cubicBezTo>
                <a:cubicBezTo>
                  <a:pt x="691177" y="2009"/>
                  <a:pt x="692940" y="2744"/>
                  <a:pt x="694410" y="4214"/>
                </a:cubicBezTo>
                <a:cubicBezTo>
                  <a:pt x="695879" y="5683"/>
                  <a:pt x="696614" y="7447"/>
                  <a:pt x="696614" y="9504"/>
                </a:cubicBezTo>
                <a:cubicBezTo>
                  <a:pt x="696614" y="11561"/>
                  <a:pt x="695879" y="13300"/>
                  <a:pt x="694410" y="14722"/>
                </a:cubicBezTo>
                <a:cubicBezTo>
                  <a:pt x="692940" y="16142"/>
                  <a:pt x="691177" y="16852"/>
                  <a:pt x="689120" y="16852"/>
                </a:cubicBezTo>
                <a:moveTo>
                  <a:pt x="683681" y="98025"/>
                </a:moveTo>
                <a:lnTo>
                  <a:pt x="683681" y="26982"/>
                </a:lnTo>
                <a:lnTo>
                  <a:pt x="694703" y="26982"/>
                </a:lnTo>
                <a:lnTo>
                  <a:pt x="694703" y="98025"/>
                </a:lnTo>
                <a:lnTo>
                  <a:pt x="683681" y="98025"/>
                </a:lnTo>
                <a:close/>
                <a:moveTo>
                  <a:pt x="751728" y="99747"/>
                </a:moveTo>
                <a:cubicBezTo>
                  <a:pt x="741637" y="99747"/>
                  <a:pt x="733651" y="95583"/>
                  <a:pt x="727771" y="87254"/>
                </a:cubicBezTo>
                <a:lnTo>
                  <a:pt x="727771" y="125006"/>
                </a:lnTo>
                <a:lnTo>
                  <a:pt x="716749" y="125006"/>
                </a:lnTo>
                <a:lnTo>
                  <a:pt x="716749" y="26982"/>
                </a:lnTo>
                <a:lnTo>
                  <a:pt x="727771" y="26982"/>
                </a:lnTo>
                <a:lnTo>
                  <a:pt x="727771" y="37605"/>
                </a:lnTo>
                <a:cubicBezTo>
                  <a:pt x="730319" y="33979"/>
                  <a:pt x="733699" y="31015"/>
                  <a:pt x="737912" y="28713"/>
                </a:cubicBezTo>
                <a:cubicBezTo>
                  <a:pt x="742125" y="26411"/>
                  <a:pt x="746730" y="25260"/>
                  <a:pt x="751728" y="25260"/>
                </a:cubicBezTo>
                <a:cubicBezTo>
                  <a:pt x="761232" y="25260"/>
                  <a:pt x="768873" y="28590"/>
                  <a:pt x="774653" y="35250"/>
                </a:cubicBezTo>
                <a:cubicBezTo>
                  <a:pt x="780434" y="41910"/>
                  <a:pt x="783325" y="50970"/>
                  <a:pt x="783325" y="62429"/>
                </a:cubicBezTo>
                <a:cubicBezTo>
                  <a:pt x="783325" y="73791"/>
                  <a:pt x="780459" y="82852"/>
                  <a:pt x="774727" y="89611"/>
                </a:cubicBezTo>
                <a:cubicBezTo>
                  <a:pt x="768995" y="96368"/>
                  <a:pt x="761329" y="99747"/>
                  <a:pt x="751728" y="99747"/>
                </a:cubicBezTo>
                <a:moveTo>
                  <a:pt x="748936" y="89900"/>
                </a:moveTo>
                <a:cubicBezTo>
                  <a:pt x="755794" y="89900"/>
                  <a:pt x="761304" y="87403"/>
                  <a:pt x="765468" y="82408"/>
                </a:cubicBezTo>
                <a:cubicBezTo>
                  <a:pt x="769633" y="77413"/>
                  <a:pt x="771716" y="70753"/>
                  <a:pt x="771716" y="62429"/>
                </a:cubicBezTo>
                <a:cubicBezTo>
                  <a:pt x="771716" y="54301"/>
                  <a:pt x="769658" y="47715"/>
                  <a:pt x="765542" y="42673"/>
                </a:cubicBezTo>
                <a:cubicBezTo>
                  <a:pt x="761428" y="37629"/>
                  <a:pt x="755892" y="35107"/>
                  <a:pt x="748936" y="35107"/>
                </a:cubicBezTo>
                <a:cubicBezTo>
                  <a:pt x="744526" y="35107"/>
                  <a:pt x="740385" y="36209"/>
                  <a:pt x="736515" y="38414"/>
                </a:cubicBezTo>
                <a:cubicBezTo>
                  <a:pt x="732646" y="40618"/>
                  <a:pt x="729731" y="43287"/>
                  <a:pt x="727771" y="46422"/>
                </a:cubicBezTo>
                <a:lnTo>
                  <a:pt x="727771" y="78436"/>
                </a:lnTo>
                <a:cubicBezTo>
                  <a:pt x="729731" y="81571"/>
                  <a:pt x="732646" y="84266"/>
                  <a:pt x="736515" y="86521"/>
                </a:cubicBezTo>
                <a:cubicBezTo>
                  <a:pt x="740385" y="88774"/>
                  <a:pt x="744526" y="89900"/>
                  <a:pt x="748936" y="89900"/>
                </a:cubicBezTo>
                <a:close/>
                <a:moveTo>
                  <a:pt x="818744" y="99747"/>
                </a:moveTo>
                <a:cubicBezTo>
                  <a:pt x="808260" y="99747"/>
                  <a:pt x="803017" y="94209"/>
                  <a:pt x="803017" y="83134"/>
                </a:cubicBezTo>
                <a:lnTo>
                  <a:pt x="803017" y="36681"/>
                </a:lnTo>
                <a:lnTo>
                  <a:pt x="791260" y="36681"/>
                </a:lnTo>
                <a:lnTo>
                  <a:pt x="791260" y="26982"/>
                </a:lnTo>
                <a:lnTo>
                  <a:pt x="803017" y="26982"/>
                </a:lnTo>
                <a:lnTo>
                  <a:pt x="803017" y="7607"/>
                </a:lnTo>
                <a:lnTo>
                  <a:pt x="814039" y="7607"/>
                </a:lnTo>
                <a:lnTo>
                  <a:pt x="814039" y="26982"/>
                </a:lnTo>
                <a:lnTo>
                  <a:pt x="828443" y="26982"/>
                </a:lnTo>
                <a:lnTo>
                  <a:pt x="828443" y="36681"/>
                </a:lnTo>
                <a:lnTo>
                  <a:pt x="814039" y="36681"/>
                </a:lnTo>
                <a:lnTo>
                  <a:pt x="814039" y="80784"/>
                </a:lnTo>
                <a:cubicBezTo>
                  <a:pt x="814039" y="83430"/>
                  <a:pt x="814627" y="85612"/>
                  <a:pt x="815802" y="87328"/>
                </a:cubicBezTo>
                <a:cubicBezTo>
                  <a:pt x="816978" y="89043"/>
                  <a:pt x="818792" y="89900"/>
                  <a:pt x="821242" y="89900"/>
                </a:cubicBezTo>
                <a:cubicBezTo>
                  <a:pt x="824279" y="89900"/>
                  <a:pt x="826777" y="88925"/>
                  <a:pt x="828737" y="86974"/>
                </a:cubicBezTo>
                <a:lnTo>
                  <a:pt x="831970" y="95195"/>
                </a:lnTo>
                <a:cubicBezTo>
                  <a:pt x="828933" y="98229"/>
                  <a:pt x="824524" y="99747"/>
                  <a:pt x="818744" y="99747"/>
                </a:cubicBezTo>
                <a:close/>
                <a:moveTo>
                  <a:pt x="849459" y="16852"/>
                </a:moveTo>
                <a:cubicBezTo>
                  <a:pt x="847499" y="16852"/>
                  <a:pt x="845784" y="16142"/>
                  <a:pt x="844315" y="14722"/>
                </a:cubicBezTo>
                <a:cubicBezTo>
                  <a:pt x="842845" y="13300"/>
                  <a:pt x="842110" y="11561"/>
                  <a:pt x="842110" y="9504"/>
                </a:cubicBezTo>
                <a:cubicBezTo>
                  <a:pt x="842110" y="7447"/>
                  <a:pt x="842845" y="5683"/>
                  <a:pt x="844315" y="4214"/>
                </a:cubicBezTo>
                <a:cubicBezTo>
                  <a:pt x="845784" y="2744"/>
                  <a:pt x="847499" y="2009"/>
                  <a:pt x="849459" y="2009"/>
                </a:cubicBezTo>
                <a:cubicBezTo>
                  <a:pt x="851516" y="2009"/>
                  <a:pt x="853280" y="2744"/>
                  <a:pt x="854749" y="4214"/>
                </a:cubicBezTo>
                <a:cubicBezTo>
                  <a:pt x="856219" y="5683"/>
                  <a:pt x="856954" y="7447"/>
                  <a:pt x="856954" y="9504"/>
                </a:cubicBezTo>
                <a:cubicBezTo>
                  <a:pt x="856954" y="11561"/>
                  <a:pt x="856219" y="13300"/>
                  <a:pt x="854749" y="14722"/>
                </a:cubicBezTo>
                <a:cubicBezTo>
                  <a:pt x="853280" y="16142"/>
                  <a:pt x="851516" y="16852"/>
                  <a:pt x="849459" y="16852"/>
                </a:cubicBezTo>
                <a:moveTo>
                  <a:pt x="844021" y="98025"/>
                </a:moveTo>
                <a:lnTo>
                  <a:pt x="844021" y="26982"/>
                </a:lnTo>
                <a:lnTo>
                  <a:pt x="855043" y="26982"/>
                </a:lnTo>
                <a:lnTo>
                  <a:pt x="855043" y="98025"/>
                </a:lnTo>
                <a:lnTo>
                  <a:pt x="844021" y="98025"/>
                </a:lnTo>
                <a:close/>
                <a:moveTo>
                  <a:pt x="908097" y="99747"/>
                </a:moveTo>
                <a:cubicBezTo>
                  <a:pt x="897809" y="99747"/>
                  <a:pt x="889384" y="96246"/>
                  <a:pt x="882819" y="89243"/>
                </a:cubicBezTo>
                <a:cubicBezTo>
                  <a:pt x="876254" y="82239"/>
                  <a:pt x="872972" y="73301"/>
                  <a:pt x="872972" y="62429"/>
                </a:cubicBezTo>
                <a:cubicBezTo>
                  <a:pt x="872972" y="51460"/>
                  <a:pt x="876254" y="42523"/>
                  <a:pt x="882819" y="35618"/>
                </a:cubicBezTo>
                <a:cubicBezTo>
                  <a:pt x="889384" y="28712"/>
                  <a:pt x="897809" y="25260"/>
                  <a:pt x="908097" y="25260"/>
                </a:cubicBezTo>
                <a:cubicBezTo>
                  <a:pt x="918385" y="25260"/>
                  <a:pt x="926811" y="28712"/>
                  <a:pt x="933374" y="35618"/>
                </a:cubicBezTo>
                <a:cubicBezTo>
                  <a:pt x="939939" y="42523"/>
                  <a:pt x="943221" y="51460"/>
                  <a:pt x="943221" y="62429"/>
                </a:cubicBezTo>
                <a:cubicBezTo>
                  <a:pt x="943221" y="73301"/>
                  <a:pt x="939939" y="82239"/>
                  <a:pt x="933374" y="89243"/>
                </a:cubicBezTo>
                <a:cubicBezTo>
                  <a:pt x="926811" y="96246"/>
                  <a:pt x="918385" y="99747"/>
                  <a:pt x="908097" y="99747"/>
                </a:cubicBezTo>
                <a:moveTo>
                  <a:pt x="908097" y="89900"/>
                </a:moveTo>
                <a:cubicBezTo>
                  <a:pt x="914956" y="89900"/>
                  <a:pt x="920590" y="87329"/>
                  <a:pt x="924998" y="82188"/>
                </a:cubicBezTo>
                <a:cubicBezTo>
                  <a:pt x="929407" y="77047"/>
                  <a:pt x="931611" y="70460"/>
                  <a:pt x="931611" y="62429"/>
                </a:cubicBezTo>
                <a:cubicBezTo>
                  <a:pt x="931611" y="54497"/>
                  <a:pt x="929407" y="47960"/>
                  <a:pt x="924998" y="42818"/>
                </a:cubicBezTo>
                <a:cubicBezTo>
                  <a:pt x="920590" y="37677"/>
                  <a:pt x="914956" y="35107"/>
                  <a:pt x="908097" y="35107"/>
                </a:cubicBezTo>
                <a:cubicBezTo>
                  <a:pt x="901239" y="35107"/>
                  <a:pt x="895581" y="37653"/>
                  <a:pt x="891123" y="42747"/>
                </a:cubicBezTo>
                <a:cubicBezTo>
                  <a:pt x="886665" y="47839"/>
                  <a:pt x="884436" y="54400"/>
                  <a:pt x="884436" y="62429"/>
                </a:cubicBezTo>
                <a:cubicBezTo>
                  <a:pt x="884436" y="70558"/>
                  <a:pt x="886640" y="77169"/>
                  <a:pt x="891049" y="82262"/>
                </a:cubicBezTo>
                <a:cubicBezTo>
                  <a:pt x="895458" y="87354"/>
                  <a:pt x="901140" y="89900"/>
                  <a:pt x="908097" y="89900"/>
                </a:cubicBezTo>
                <a:close/>
                <a:moveTo>
                  <a:pt x="1009063" y="98025"/>
                </a:moveTo>
                <a:lnTo>
                  <a:pt x="1009063" y="51571"/>
                </a:lnTo>
                <a:cubicBezTo>
                  <a:pt x="1009063" y="45299"/>
                  <a:pt x="1007617" y="40988"/>
                  <a:pt x="1004726" y="38636"/>
                </a:cubicBezTo>
                <a:cubicBezTo>
                  <a:pt x="1001836" y="36283"/>
                  <a:pt x="997991" y="35107"/>
                  <a:pt x="993190" y="35107"/>
                </a:cubicBezTo>
                <a:cubicBezTo>
                  <a:pt x="989076" y="35107"/>
                  <a:pt x="985034" y="36209"/>
                  <a:pt x="981065" y="38414"/>
                </a:cubicBezTo>
                <a:cubicBezTo>
                  <a:pt x="977097" y="40618"/>
                  <a:pt x="974133" y="43189"/>
                  <a:pt x="972174" y="46128"/>
                </a:cubicBezTo>
                <a:lnTo>
                  <a:pt x="972174" y="98025"/>
                </a:lnTo>
                <a:lnTo>
                  <a:pt x="961152" y="98025"/>
                </a:lnTo>
                <a:lnTo>
                  <a:pt x="961152" y="26982"/>
                </a:lnTo>
                <a:lnTo>
                  <a:pt x="972174" y="26982"/>
                </a:lnTo>
                <a:lnTo>
                  <a:pt x="972174" y="37311"/>
                </a:lnTo>
                <a:cubicBezTo>
                  <a:pt x="975211" y="33784"/>
                  <a:pt x="978959" y="30894"/>
                  <a:pt x="983417" y="28641"/>
                </a:cubicBezTo>
                <a:cubicBezTo>
                  <a:pt x="987876" y="26387"/>
                  <a:pt x="992554" y="25260"/>
                  <a:pt x="997453" y="25260"/>
                </a:cubicBezTo>
                <a:cubicBezTo>
                  <a:pt x="1012541" y="25260"/>
                  <a:pt x="1020085" y="32904"/>
                  <a:pt x="1020085" y="48192"/>
                </a:cubicBezTo>
                <a:lnTo>
                  <a:pt x="1020085" y="98025"/>
                </a:lnTo>
                <a:lnTo>
                  <a:pt x="1009063" y="980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Text Embeddings">
            <a:extLst xmlns:a="http://schemas.openxmlformats.org/drawingml/2006/main">
              <a:ext uri="{FF2B5EF4-FFF2-40B4-BE49-F238E27FC236}">
                <a16:creationId xmlns:a16="http://schemas.microsoft.com/office/drawing/2014/main" id="{ADB7E945-D0CB-46B5-9481-C3763CE9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673" y="3302480"/>
            <a:ext cx="786997" cy="126872"/>
          </a:xfrm>
          <a:custGeom xmlns:a="http://schemas.openxmlformats.org/drawingml/2006/main">
            <a:pathLst>
              <a:path w="786997" h="126872">
                <a:moveTo>
                  <a:pt x="0" y="98025"/>
                </a:moveTo>
                <a:lnTo>
                  <a:pt x="0" y="0"/>
                </a:lnTo>
                <a:lnTo>
                  <a:pt x="64223" y="0"/>
                </a:lnTo>
                <a:lnTo>
                  <a:pt x="64223" y="10876"/>
                </a:lnTo>
                <a:lnTo>
                  <a:pt x="12197" y="10876"/>
                </a:lnTo>
                <a:lnTo>
                  <a:pt x="12197" y="42482"/>
                </a:lnTo>
                <a:lnTo>
                  <a:pt x="63194" y="42482"/>
                </a:lnTo>
                <a:lnTo>
                  <a:pt x="63194" y="53358"/>
                </a:lnTo>
                <a:lnTo>
                  <a:pt x="12197" y="53358"/>
                </a:lnTo>
                <a:lnTo>
                  <a:pt x="12197" y="87148"/>
                </a:lnTo>
                <a:lnTo>
                  <a:pt x="64223" y="87148"/>
                </a:lnTo>
                <a:lnTo>
                  <a:pt x="64223" y="98025"/>
                </a:lnTo>
                <a:lnTo>
                  <a:pt x="0" y="98025"/>
                </a:lnTo>
                <a:close/>
                <a:moveTo>
                  <a:pt x="168863" y="98025"/>
                </a:moveTo>
                <a:lnTo>
                  <a:pt x="168863" y="49806"/>
                </a:lnTo>
                <a:cubicBezTo>
                  <a:pt x="168863" y="40006"/>
                  <a:pt x="164502" y="35107"/>
                  <a:pt x="155782" y="35107"/>
                </a:cubicBezTo>
                <a:cubicBezTo>
                  <a:pt x="152059" y="35107"/>
                  <a:pt x="148459" y="36209"/>
                  <a:pt x="144980" y="38414"/>
                </a:cubicBezTo>
                <a:cubicBezTo>
                  <a:pt x="141502" y="40618"/>
                  <a:pt x="138832" y="43140"/>
                  <a:pt x="136970" y="45980"/>
                </a:cubicBezTo>
                <a:lnTo>
                  <a:pt x="136970" y="98025"/>
                </a:lnTo>
                <a:lnTo>
                  <a:pt x="125948" y="98025"/>
                </a:lnTo>
                <a:lnTo>
                  <a:pt x="125948" y="49806"/>
                </a:lnTo>
                <a:cubicBezTo>
                  <a:pt x="125948" y="40006"/>
                  <a:pt x="121587" y="35107"/>
                  <a:pt x="112867" y="35107"/>
                </a:cubicBezTo>
                <a:cubicBezTo>
                  <a:pt x="109243" y="35107"/>
                  <a:pt x="105716" y="36234"/>
                  <a:pt x="102287" y="38488"/>
                </a:cubicBezTo>
                <a:cubicBezTo>
                  <a:pt x="98857" y="40741"/>
                  <a:pt x="96163" y="43288"/>
                  <a:pt x="94203" y="46128"/>
                </a:cubicBezTo>
                <a:lnTo>
                  <a:pt x="94203" y="98025"/>
                </a:lnTo>
                <a:lnTo>
                  <a:pt x="83181" y="98025"/>
                </a:lnTo>
                <a:lnTo>
                  <a:pt x="83181" y="26982"/>
                </a:lnTo>
                <a:lnTo>
                  <a:pt x="94203" y="26982"/>
                </a:lnTo>
                <a:lnTo>
                  <a:pt x="94203" y="37311"/>
                </a:lnTo>
                <a:cubicBezTo>
                  <a:pt x="95870" y="34469"/>
                  <a:pt x="99005" y="31750"/>
                  <a:pt x="103610" y="29155"/>
                </a:cubicBezTo>
                <a:cubicBezTo>
                  <a:pt x="108215" y="26558"/>
                  <a:pt x="112721" y="25260"/>
                  <a:pt x="117130" y="25260"/>
                </a:cubicBezTo>
                <a:cubicBezTo>
                  <a:pt x="122617" y="25260"/>
                  <a:pt x="126903" y="26533"/>
                  <a:pt x="129989" y="29081"/>
                </a:cubicBezTo>
                <a:cubicBezTo>
                  <a:pt x="133076" y="31628"/>
                  <a:pt x="135158" y="34763"/>
                  <a:pt x="136236" y="38486"/>
                </a:cubicBezTo>
                <a:cubicBezTo>
                  <a:pt x="138685" y="34665"/>
                  <a:pt x="142162" y="31505"/>
                  <a:pt x="146668" y="29007"/>
                </a:cubicBezTo>
                <a:cubicBezTo>
                  <a:pt x="151176" y="26509"/>
                  <a:pt x="155635" y="25260"/>
                  <a:pt x="160045" y="25260"/>
                </a:cubicBezTo>
                <a:cubicBezTo>
                  <a:pt x="173271" y="25260"/>
                  <a:pt x="179884" y="32414"/>
                  <a:pt x="179884" y="46723"/>
                </a:cubicBezTo>
                <a:lnTo>
                  <a:pt x="179884" y="98025"/>
                </a:lnTo>
                <a:lnTo>
                  <a:pt x="168863" y="98025"/>
                </a:lnTo>
                <a:close/>
                <a:moveTo>
                  <a:pt x="212950" y="78730"/>
                </a:moveTo>
                <a:cubicBezTo>
                  <a:pt x="214910" y="81865"/>
                  <a:pt x="217825" y="84510"/>
                  <a:pt x="221694" y="86666"/>
                </a:cubicBezTo>
                <a:cubicBezTo>
                  <a:pt x="225564" y="88822"/>
                  <a:pt x="229705" y="89900"/>
                  <a:pt x="234115" y="89900"/>
                </a:cubicBezTo>
                <a:cubicBezTo>
                  <a:pt x="241071" y="89900"/>
                  <a:pt x="246631" y="87379"/>
                  <a:pt x="250795" y="82336"/>
                </a:cubicBezTo>
                <a:cubicBezTo>
                  <a:pt x="254959" y="77292"/>
                  <a:pt x="257040" y="70706"/>
                  <a:pt x="257040" y="62577"/>
                </a:cubicBezTo>
                <a:cubicBezTo>
                  <a:pt x="257040" y="54350"/>
                  <a:pt x="254982" y="47715"/>
                  <a:pt x="250867" y="42673"/>
                </a:cubicBezTo>
                <a:cubicBezTo>
                  <a:pt x="246752" y="37629"/>
                  <a:pt x="241169" y="35107"/>
                  <a:pt x="234115" y="35107"/>
                </a:cubicBezTo>
                <a:cubicBezTo>
                  <a:pt x="229705" y="35107"/>
                  <a:pt x="225564" y="36233"/>
                  <a:pt x="221694" y="38486"/>
                </a:cubicBezTo>
                <a:cubicBezTo>
                  <a:pt x="217825" y="40739"/>
                  <a:pt x="214910" y="43433"/>
                  <a:pt x="212950" y="46568"/>
                </a:cubicBezTo>
                <a:lnTo>
                  <a:pt x="212950" y="78730"/>
                </a:lnTo>
                <a:moveTo>
                  <a:pt x="201928" y="98025"/>
                </a:moveTo>
                <a:lnTo>
                  <a:pt x="201928" y="0"/>
                </a:lnTo>
                <a:lnTo>
                  <a:pt x="212950" y="0"/>
                </a:lnTo>
                <a:lnTo>
                  <a:pt x="212950" y="37750"/>
                </a:lnTo>
                <a:cubicBezTo>
                  <a:pt x="219026" y="29423"/>
                  <a:pt x="227012" y="25260"/>
                  <a:pt x="236907" y="25260"/>
                </a:cubicBezTo>
                <a:cubicBezTo>
                  <a:pt x="246312" y="25260"/>
                  <a:pt x="253929" y="28688"/>
                  <a:pt x="259758" y="35544"/>
                </a:cubicBezTo>
                <a:cubicBezTo>
                  <a:pt x="265589" y="42400"/>
                  <a:pt x="268504" y="51411"/>
                  <a:pt x="268504" y="62577"/>
                </a:cubicBezTo>
                <a:cubicBezTo>
                  <a:pt x="268504" y="73938"/>
                  <a:pt x="265589" y="82973"/>
                  <a:pt x="259758" y="89682"/>
                </a:cubicBezTo>
                <a:cubicBezTo>
                  <a:pt x="253929" y="96392"/>
                  <a:pt x="246312" y="99747"/>
                  <a:pt x="236907" y="99747"/>
                </a:cubicBezTo>
                <a:cubicBezTo>
                  <a:pt x="231909" y="99747"/>
                  <a:pt x="227329" y="98596"/>
                  <a:pt x="223165" y="96293"/>
                </a:cubicBezTo>
                <a:cubicBezTo>
                  <a:pt x="219001" y="93990"/>
                  <a:pt x="215596" y="91025"/>
                  <a:pt x="212950" y="87400"/>
                </a:cubicBezTo>
                <a:lnTo>
                  <a:pt x="212950" y="98025"/>
                </a:lnTo>
                <a:lnTo>
                  <a:pt x="201928" y="98025"/>
                </a:lnTo>
                <a:close/>
                <a:moveTo>
                  <a:pt x="318473" y="99747"/>
                </a:moveTo>
                <a:cubicBezTo>
                  <a:pt x="307794" y="99747"/>
                  <a:pt x="299098" y="96270"/>
                  <a:pt x="292386" y="89317"/>
                </a:cubicBezTo>
                <a:cubicBezTo>
                  <a:pt x="285675" y="82362"/>
                  <a:pt x="282319" y="73400"/>
                  <a:pt x="282319" y="62429"/>
                </a:cubicBezTo>
                <a:cubicBezTo>
                  <a:pt x="282319" y="51949"/>
                  <a:pt x="285650" y="43135"/>
                  <a:pt x="292312" y="35986"/>
                </a:cubicBezTo>
                <a:cubicBezTo>
                  <a:pt x="298975" y="28835"/>
                  <a:pt x="307304" y="25260"/>
                  <a:pt x="317298" y="25260"/>
                </a:cubicBezTo>
                <a:cubicBezTo>
                  <a:pt x="327488" y="25260"/>
                  <a:pt x="335718" y="28783"/>
                  <a:pt x="341988" y="35829"/>
                </a:cubicBezTo>
                <a:cubicBezTo>
                  <a:pt x="348258" y="42873"/>
                  <a:pt x="351393" y="52022"/>
                  <a:pt x="351393" y="63275"/>
                </a:cubicBezTo>
                <a:lnTo>
                  <a:pt x="351393" y="66064"/>
                </a:lnTo>
                <a:lnTo>
                  <a:pt x="293931" y="66064"/>
                </a:lnTo>
                <a:cubicBezTo>
                  <a:pt x="294322" y="73323"/>
                  <a:pt x="296943" y="79232"/>
                  <a:pt x="301793" y="83794"/>
                </a:cubicBezTo>
                <a:cubicBezTo>
                  <a:pt x="306643" y="88355"/>
                  <a:pt x="312546" y="90636"/>
                  <a:pt x="319502" y="90636"/>
                </a:cubicBezTo>
                <a:cubicBezTo>
                  <a:pt x="328124" y="90636"/>
                  <a:pt x="335423" y="87645"/>
                  <a:pt x="341400" y="81663"/>
                </a:cubicBezTo>
                <a:lnTo>
                  <a:pt x="346690" y="88866"/>
                </a:lnTo>
                <a:cubicBezTo>
                  <a:pt x="339440" y="96120"/>
                  <a:pt x="330034" y="99747"/>
                  <a:pt x="318473" y="99747"/>
                </a:cubicBezTo>
                <a:moveTo>
                  <a:pt x="340517" y="57982"/>
                </a:moveTo>
                <a:cubicBezTo>
                  <a:pt x="340517" y="51431"/>
                  <a:pt x="338361" y="45859"/>
                  <a:pt x="334049" y="41264"/>
                </a:cubicBezTo>
                <a:cubicBezTo>
                  <a:pt x="329739" y="36669"/>
                  <a:pt x="324106" y="34371"/>
                  <a:pt x="317150" y="34371"/>
                </a:cubicBezTo>
                <a:cubicBezTo>
                  <a:pt x="310585" y="34371"/>
                  <a:pt x="305123" y="36669"/>
                  <a:pt x="300764" y="41264"/>
                </a:cubicBezTo>
                <a:cubicBezTo>
                  <a:pt x="296404" y="45859"/>
                  <a:pt x="294127" y="51431"/>
                  <a:pt x="293931" y="57982"/>
                </a:cubicBezTo>
                <a:lnTo>
                  <a:pt x="340517" y="57982"/>
                </a:lnTo>
                <a:close/>
                <a:moveTo>
                  <a:pt x="420614" y="98025"/>
                </a:moveTo>
                <a:lnTo>
                  <a:pt x="420614" y="87400"/>
                </a:lnTo>
                <a:cubicBezTo>
                  <a:pt x="417968" y="91025"/>
                  <a:pt x="414563" y="93990"/>
                  <a:pt x="410399" y="96293"/>
                </a:cubicBezTo>
                <a:cubicBezTo>
                  <a:pt x="406235" y="98596"/>
                  <a:pt x="401655" y="99747"/>
                  <a:pt x="396657" y="99747"/>
                </a:cubicBezTo>
                <a:cubicBezTo>
                  <a:pt x="387153" y="99747"/>
                  <a:pt x="379511" y="96368"/>
                  <a:pt x="373730" y="89611"/>
                </a:cubicBezTo>
                <a:cubicBezTo>
                  <a:pt x="367950" y="82852"/>
                  <a:pt x="365060" y="73841"/>
                  <a:pt x="365060" y="62577"/>
                </a:cubicBezTo>
                <a:cubicBezTo>
                  <a:pt x="365060" y="51215"/>
                  <a:pt x="367975" y="42155"/>
                  <a:pt x="373804" y="35398"/>
                </a:cubicBezTo>
                <a:cubicBezTo>
                  <a:pt x="379634" y="28639"/>
                  <a:pt x="387252" y="25260"/>
                  <a:pt x="396657" y="25260"/>
                </a:cubicBezTo>
                <a:cubicBezTo>
                  <a:pt x="401459" y="25260"/>
                  <a:pt x="405942" y="26362"/>
                  <a:pt x="410105" y="28567"/>
                </a:cubicBezTo>
                <a:cubicBezTo>
                  <a:pt x="414269" y="30771"/>
                  <a:pt x="417772" y="33832"/>
                  <a:pt x="420614" y="37750"/>
                </a:cubicBezTo>
                <a:lnTo>
                  <a:pt x="420614" y="0"/>
                </a:lnTo>
                <a:lnTo>
                  <a:pt x="431636" y="0"/>
                </a:lnTo>
                <a:lnTo>
                  <a:pt x="431636" y="98025"/>
                </a:lnTo>
                <a:lnTo>
                  <a:pt x="420614" y="98025"/>
                </a:lnTo>
                <a:moveTo>
                  <a:pt x="399303" y="89900"/>
                </a:moveTo>
                <a:cubicBezTo>
                  <a:pt x="403712" y="89900"/>
                  <a:pt x="407875" y="88822"/>
                  <a:pt x="411794" y="86666"/>
                </a:cubicBezTo>
                <a:cubicBezTo>
                  <a:pt x="415714" y="84510"/>
                  <a:pt x="418654" y="81865"/>
                  <a:pt x="420614" y="78730"/>
                </a:cubicBezTo>
                <a:lnTo>
                  <a:pt x="420614" y="46568"/>
                </a:lnTo>
                <a:cubicBezTo>
                  <a:pt x="418654" y="43433"/>
                  <a:pt x="415714" y="40739"/>
                  <a:pt x="411794" y="38486"/>
                </a:cubicBezTo>
                <a:cubicBezTo>
                  <a:pt x="407875" y="36233"/>
                  <a:pt x="403712" y="35107"/>
                  <a:pt x="399303" y="35107"/>
                </a:cubicBezTo>
                <a:cubicBezTo>
                  <a:pt x="392446" y="35107"/>
                  <a:pt x="386934" y="37604"/>
                  <a:pt x="382769" y="42599"/>
                </a:cubicBezTo>
                <a:cubicBezTo>
                  <a:pt x="378605" y="47594"/>
                  <a:pt x="376524" y="54253"/>
                  <a:pt x="376524" y="62577"/>
                </a:cubicBezTo>
                <a:cubicBezTo>
                  <a:pt x="376524" y="70706"/>
                  <a:pt x="378581" y="77292"/>
                  <a:pt x="382695" y="82336"/>
                </a:cubicBezTo>
                <a:cubicBezTo>
                  <a:pt x="386811" y="87379"/>
                  <a:pt x="392347" y="89900"/>
                  <a:pt x="399303" y="89900"/>
                </a:cubicBezTo>
                <a:close/>
                <a:moveTo>
                  <a:pt x="505119" y="98025"/>
                </a:moveTo>
                <a:lnTo>
                  <a:pt x="505119" y="87400"/>
                </a:lnTo>
                <a:cubicBezTo>
                  <a:pt x="502473" y="91025"/>
                  <a:pt x="499068" y="93990"/>
                  <a:pt x="494905" y="96293"/>
                </a:cubicBezTo>
                <a:cubicBezTo>
                  <a:pt x="490741" y="98596"/>
                  <a:pt x="486160" y="99747"/>
                  <a:pt x="481163" y="99747"/>
                </a:cubicBezTo>
                <a:cubicBezTo>
                  <a:pt x="471659" y="99747"/>
                  <a:pt x="464016" y="96368"/>
                  <a:pt x="458235" y="89611"/>
                </a:cubicBezTo>
                <a:cubicBezTo>
                  <a:pt x="452456" y="82852"/>
                  <a:pt x="449566" y="73841"/>
                  <a:pt x="449566" y="62577"/>
                </a:cubicBezTo>
                <a:cubicBezTo>
                  <a:pt x="449566" y="51215"/>
                  <a:pt x="452480" y="42155"/>
                  <a:pt x="458309" y="35398"/>
                </a:cubicBezTo>
                <a:cubicBezTo>
                  <a:pt x="464140" y="28639"/>
                  <a:pt x="471758" y="25260"/>
                  <a:pt x="481163" y="25260"/>
                </a:cubicBezTo>
                <a:cubicBezTo>
                  <a:pt x="485965" y="25260"/>
                  <a:pt x="490447" y="26362"/>
                  <a:pt x="494611" y="28567"/>
                </a:cubicBezTo>
                <a:cubicBezTo>
                  <a:pt x="498775" y="30771"/>
                  <a:pt x="502277" y="33832"/>
                  <a:pt x="505119" y="37750"/>
                </a:cubicBezTo>
                <a:lnTo>
                  <a:pt x="505119" y="0"/>
                </a:lnTo>
                <a:lnTo>
                  <a:pt x="516141" y="0"/>
                </a:lnTo>
                <a:lnTo>
                  <a:pt x="516141" y="98025"/>
                </a:lnTo>
                <a:lnTo>
                  <a:pt x="505119" y="98025"/>
                </a:lnTo>
                <a:moveTo>
                  <a:pt x="483809" y="89900"/>
                </a:moveTo>
                <a:cubicBezTo>
                  <a:pt x="488218" y="89900"/>
                  <a:pt x="492381" y="88822"/>
                  <a:pt x="496300" y="86666"/>
                </a:cubicBezTo>
                <a:cubicBezTo>
                  <a:pt x="500220" y="84510"/>
                  <a:pt x="503159" y="81865"/>
                  <a:pt x="505119" y="78730"/>
                </a:cubicBezTo>
                <a:lnTo>
                  <a:pt x="505119" y="46568"/>
                </a:lnTo>
                <a:cubicBezTo>
                  <a:pt x="503159" y="43433"/>
                  <a:pt x="500220" y="40739"/>
                  <a:pt x="496300" y="38486"/>
                </a:cubicBezTo>
                <a:cubicBezTo>
                  <a:pt x="492381" y="36233"/>
                  <a:pt x="488218" y="35107"/>
                  <a:pt x="483809" y="35107"/>
                </a:cubicBezTo>
                <a:cubicBezTo>
                  <a:pt x="476951" y="35107"/>
                  <a:pt x="471440" y="37604"/>
                  <a:pt x="467275" y="42599"/>
                </a:cubicBezTo>
                <a:cubicBezTo>
                  <a:pt x="463111" y="47594"/>
                  <a:pt x="461029" y="54253"/>
                  <a:pt x="461029" y="62577"/>
                </a:cubicBezTo>
                <a:cubicBezTo>
                  <a:pt x="461029" y="70706"/>
                  <a:pt x="463087" y="77292"/>
                  <a:pt x="467201" y="82336"/>
                </a:cubicBezTo>
                <a:cubicBezTo>
                  <a:pt x="471317" y="87379"/>
                  <a:pt x="476853" y="89900"/>
                  <a:pt x="483809" y="89900"/>
                </a:cubicBezTo>
                <a:close/>
                <a:moveTo>
                  <a:pt x="543623" y="16852"/>
                </a:moveTo>
                <a:cubicBezTo>
                  <a:pt x="541663" y="16852"/>
                  <a:pt x="539948" y="16142"/>
                  <a:pt x="538478" y="14722"/>
                </a:cubicBezTo>
                <a:cubicBezTo>
                  <a:pt x="537009" y="13300"/>
                  <a:pt x="536274" y="11561"/>
                  <a:pt x="536274" y="9504"/>
                </a:cubicBezTo>
                <a:cubicBezTo>
                  <a:pt x="536274" y="7447"/>
                  <a:pt x="537009" y="5683"/>
                  <a:pt x="538478" y="4214"/>
                </a:cubicBezTo>
                <a:cubicBezTo>
                  <a:pt x="539948" y="2744"/>
                  <a:pt x="541663" y="2009"/>
                  <a:pt x="543623" y="2009"/>
                </a:cubicBezTo>
                <a:cubicBezTo>
                  <a:pt x="545680" y="2009"/>
                  <a:pt x="547443" y="2744"/>
                  <a:pt x="548913" y="4214"/>
                </a:cubicBezTo>
                <a:cubicBezTo>
                  <a:pt x="550382" y="5683"/>
                  <a:pt x="551117" y="7447"/>
                  <a:pt x="551117" y="9504"/>
                </a:cubicBezTo>
                <a:cubicBezTo>
                  <a:pt x="551117" y="11561"/>
                  <a:pt x="550382" y="13300"/>
                  <a:pt x="548913" y="14722"/>
                </a:cubicBezTo>
                <a:cubicBezTo>
                  <a:pt x="547443" y="16142"/>
                  <a:pt x="545680" y="16852"/>
                  <a:pt x="543623" y="16852"/>
                </a:cubicBezTo>
                <a:moveTo>
                  <a:pt x="538185" y="98025"/>
                </a:moveTo>
                <a:lnTo>
                  <a:pt x="538185" y="26982"/>
                </a:lnTo>
                <a:lnTo>
                  <a:pt x="549207" y="26982"/>
                </a:lnTo>
                <a:lnTo>
                  <a:pt x="549207" y="98025"/>
                </a:lnTo>
                <a:lnTo>
                  <a:pt x="538185" y="98025"/>
                </a:lnTo>
                <a:close/>
                <a:moveTo>
                  <a:pt x="619164" y="98025"/>
                </a:moveTo>
                <a:lnTo>
                  <a:pt x="619164" y="51571"/>
                </a:lnTo>
                <a:cubicBezTo>
                  <a:pt x="619164" y="45299"/>
                  <a:pt x="617718" y="40988"/>
                  <a:pt x="614827" y="38636"/>
                </a:cubicBezTo>
                <a:cubicBezTo>
                  <a:pt x="611937" y="36283"/>
                  <a:pt x="608092" y="35107"/>
                  <a:pt x="603291" y="35107"/>
                </a:cubicBezTo>
                <a:cubicBezTo>
                  <a:pt x="599177" y="35107"/>
                  <a:pt x="595135" y="36209"/>
                  <a:pt x="591166" y="38414"/>
                </a:cubicBezTo>
                <a:cubicBezTo>
                  <a:pt x="587198" y="40618"/>
                  <a:pt x="584234" y="43189"/>
                  <a:pt x="582274" y="46128"/>
                </a:cubicBezTo>
                <a:lnTo>
                  <a:pt x="582274" y="98025"/>
                </a:lnTo>
                <a:lnTo>
                  <a:pt x="571253" y="98025"/>
                </a:lnTo>
                <a:lnTo>
                  <a:pt x="571253" y="26982"/>
                </a:lnTo>
                <a:lnTo>
                  <a:pt x="582274" y="26982"/>
                </a:lnTo>
                <a:lnTo>
                  <a:pt x="582274" y="37311"/>
                </a:lnTo>
                <a:cubicBezTo>
                  <a:pt x="585312" y="33784"/>
                  <a:pt x="589060" y="30894"/>
                  <a:pt x="593518" y="28641"/>
                </a:cubicBezTo>
                <a:cubicBezTo>
                  <a:pt x="597977" y="26387"/>
                  <a:pt x="602655" y="25260"/>
                  <a:pt x="607554" y="25260"/>
                </a:cubicBezTo>
                <a:cubicBezTo>
                  <a:pt x="622642" y="25260"/>
                  <a:pt x="630186" y="32904"/>
                  <a:pt x="630186" y="48192"/>
                </a:cubicBezTo>
                <a:lnTo>
                  <a:pt x="630186" y="98025"/>
                </a:lnTo>
                <a:lnTo>
                  <a:pt x="619164" y="98025"/>
                </a:lnTo>
                <a:close/>
                <a:moveTo>
                  <a:pt x="680742" y="126872"/>
                </a:moveTo>
                <a:cubicBezTo>
                  <a:pt x="674667" y="126872"/>
                  <a:pt x="669426" y="126137"/>
                  <a:pt x="665017" y="124668"/>
                </a:cubicBezTo>
                <a:cubicBezTo>
                  <a:pt x="660608" y="123200"/>
                  <a:pt x="656298" y="120409"/>
                  <a:pt x="652085" y="116297"/>
                </a:cubicBezTo>
                <a:lnTo>
                  <a:pt x="657668" y="108071"/>
                </a:lnTo>
                <a:cubicBezTo>
                  <a:pt x="660608" y="111595"/>
                  <a:pt x="663914" y="114091"/>
                  <a:pt x="667587" y="115559"/>
                </a:cubicBezTo>
                <a:cubicBezTo>
                  <a:pt x="671262" y="117027"/>
                  <a:pt x="675647" y="117761"/>
                  <a:pt x="680742" y="117761"/>
                </a:cubicBezTo>
                <a:cubicBezTo>
                  <a:pt x="687992" y="117761"/>
                  <a:pt x="693602" y="115871"/>
                  <a:pt x="697569" y="112092"/>
                </a:cubicBezTo>
                <a:cubicBezTo>
                  <a:pt x="701537" y="108313"/>
                  <a:pt x="703521" y="103084"/>
                  <a:pt x="703521" y="96408"/>
                </a:cubicBezTo>
                <a:lnTo>
                  <a:pt x="703521" y="86247"/>
                </a:lnTo>
                <a:cubicBezTo>
                  <a:pt x="700974" y="89872"/>
                  <a:pt x="697618" y="92886"/>
                  <a:pt x="693454" y="95287"/>
                </a:cubicBezTo>
                <a:cubicBezTo>
                  <a:pt x="689291" y="97686"/>
                  <a:pt x="684710" y="98886"/>
                  <a:pt x="679712" y="98886"/>
                </a:cubicBezTo>
                <a:cubicBezTo>
                  <a:pt x="670111" y="98886"/>
                  <a:pt x="662445" y="95506"/>
                  <a:pt x="656713" y="88745"/>
                </a:cubicBezTo>
                <a:cubicBezTo>
                  <a:pt x="650981" y="81985"/>
                  <a:pt x="648115" y="73119"/>
                  <a:pt x="648115" y="62147"/>
                </a:cubicBezTo>
                <a:cubicBezTo>
                  <a:pt x="648115" y="50782"/>
                  <a:pt x="651030" y="41793"/>
                  <a:pt x="656859" y="35181"/>
                </a:cubicBezTo>
                <a:cubicBezTo>
                  <a:pt x="662689" y="28567"/>
                  <a:pt x="670307" y="25260"/>
                  <a:pt x="679712" y="25260"/>
                </a:cubicBezTo>
                <a:cubicBezTo>
                  <a:pt x="689511" y="25260"/>
                  <a:pt x="697447" y="29423"/>
                  <a:pt x="703521" y="37750"/>
                </a:cubicBezTo>
                <a:lnTo>
                  <a:pt x="703521" y="26982"/>
                </a:lnTo>
                <a:lnTo>
                  <a:pt x="714543" y="26982"/>
                </a:lnTo>
                <a:lnTo>
                  <a:pt x="714543" y="95979"/>
                </a:lnTo>
                <a:cubicBezTo>
                  <a:pt x="714543" y="105983"/>
                  <a:pt x="711604" y="113632"/>
                  <a:pt x="705725" y="118927"/>
                </a:cubicBezTo>
                <a:cubicBezTo>
                  <a:pt x="699847" y="124224"/>
                  <a:pt x="691519" y="126872"/>
                  <a:pt x="680742" y="126872"/>
                </a:cubicBezTo>
                <a:moveTo>
                  <a:pt x="682358" y="89187"/>
                </a:moveTo>
                <a:cubicBezTo>
                  <a:pt x="686376" y="89187"/>
                  <a:pt x="690368" y="88109"/>
                  <a:pt x="694336" y="85953"/>
                </a:cubicBezTo>
                <a:cubicBezTo>
                  <a:pt x="698303" y="83797"/>
                  <a:pt x="701365" y="81005"/>
                  <a:pt x="703521" y="77575"/>
                </a:cubicBezTo>
                <a:lnTo>
                  <a:pt x="703521" y="46568"/>
                </a:lnTo>
                <a:cubicBezTo>
                  <a:pt x="701365" y="43140"/>
                  <a:pt x="698279" y="40373"/>
                  <a:pt x="694262" y="38266"/>
                </a:cubicBezTo>
                <a:cubicBezTo>
                  <a:pt x="690246" y="36160"/>
                  <a:pt x="686278" y="35107"/>
                  <a:pt x="682358" y="35107"/>
                </a:cubicBezTo>
                <a:cubicBezTo>
                  <a:pt x="675402" y="35107"/>
                  <a:pt x="669866" y="37605"/>
                  <a:pt x="665750" y="42601"/>
                </a:cubicBezTo>
                <a:cubicBezTo>
                  <a:pt x="661636" y="47597"/>
                  <a:pt x="659579" y="54113"/>
                  <a:pt x="659579" y="62147"/>
                </a:cubicBezTo>
                <a:cubicBezTo>
                  <a:pt x="659579" y="70278"/>
                  <a:pt x="661686" y="76818"/>
                  <a:pt x="665898" y="81766"/>
                </a:cubicBezTo>
                <a:cubicBezTo>
                  <a:pt x="670111" y="86713"/>
                  <a:pt x="675598" y="89187"/>
                  <a:pt x="682358" y="89187"/>
                </a:cubicBezTo>
                <a:close/>
                <a:moveTo>
                  <a:pt x="759074" y="99747"/>
                </a:moveTo>
                <a:cubicBezTo>
                  <a:pt x="747022" y="99747"/>
                  <a:pt x="737470" y="96027"/>
                  <a:pt x="730417" y="88588"/>
                </a:cubicBezTo>
                <a:lnTo>
                  <a:pt x="736149" y="80659"/>
                </a:lnTo>
                <a:cubicBezTo>
                  <a:pt x="738499" y="83397"/>
                  <a:pt x="741756" y="85769"/>
                  <a:pt x="745919" y="87774"/>
                </a:cubicBezTo>
                <a:cubicBezTo>
                  <a:pt x="750084" y="89779"/>
                  <a:pt x="754616" y="90781"/>
                  <a:pt x="759515" y="90781"/>
                </a:cubicBezTo>
                <a:cubicBezTo>
                  <a:pt x="765002" y="90781"/>
                  <a:pt x="769166" y="89631"/>
                  <a:pt x="772006" y="87330"/>
                </a:cubicBezTo>
                <a:cubicBezTo>
                  <a:pt x="774848" y="85028"/>
                  <a:pt x="776269" y="82114"/>
                  <a:pt x="776269" y="78589"/>
                </a:cubicBezTo>
                <a:cubicBezTo>
                  <a:pt x="776269" y="75455"/>
                  <a:pt x="774726" y="72983"/>
                  <a:pt x="771638" y="71171"/>
                </a:cubicBezTo>
                <a:cubicBezTo>
                  <a:pt x="768553" y="69359"/>
                  <a:pt x="762797" y="67473"/>
                  <a:pt x="754371" y="65515"/>
                </a:cubicBezTo>
                <a:cubicBezTo>
                  <a:pt x="747219" y="64045"/>
                  <a:pt x="741757" y="61719"/>
                  <a:pt x="737985" y="58536"/>
                </a:cubicBezTo>
                <a:cubicBezTo>
                  <a:pt x="734213" y="55353"/>
                  <a:pt x="732327" y="51068"/>
                  <a:pt x="732327" y="45680"/>
                </a:cubicBezTo>
                <a:cubicBezTo>
                  <a:pt x="732327" y="39706"/>
                  <a:pt x="734728" y="34809"/>
                  <a:pt x="739528" y="30989"/>
                </a:cubicBezTo>
                <a:cubicBezTo>
                  <a:pt x="744328" y="27170"/>
                  <a:pt x="750746" y="25260"/>
                  <a:pt x="758780" y="25260"/>
                </a:cubicBezTo>
                <a:cubicBezTo>
                  <a:pt x="769460" y="25260"/>
                  <a:pt x="778229" y="28691"/>
                  <a:pt x="785087" y="35553"/>
                </a:cubicBezTo>
                <a:lnTo>
                  <a:pt x="779943" y="43200"/>
                </a:lnTo>
                <a:cubicBezTo>
                  <a:pt x="777788" y="40649"/>
                  <a:pt x="774874" y="38516"/>
                  <a:pt x="771199" y="36800"/>
                </a:cubicBezTo>
                <a:cubicBezTo>
                  <a:pt x="767524" y="35083"/>
                  <a:pt x="763385" y="34225"/>
                  <a:pt x="758780" y="34225"/>
                </a:cubicBezTo>
                <a:cubicBezTo>
                  <a:pt x="753881" y="34225"/>
                  <a:pt x="750035" y="35302"/>
                  <a:pt x="747242" y="37457"/>
                </a:cubicBezTo>
                <a:cubicBezTo>
                  <a:pt x="744451" y="39611"/>
                  <a:pt x="743055" y="42255"/>
                  <a:pt x="743055" y="45388"/>
                </a:cubicBezTo>
                <a:cubicBezTo>
                  <a:pt x="743055" y="48229"/>
                  <a:pt x="744623" y="50482"/>
                  <a:pt x="747758" y="52147"/>
                </a:cubicBezTo>
                <a:cubicBezTo>
                  <a:pt x="750893" y="53811"/>
                  <a:pt x="756673" y="55525"/>
                  <a:pt x="765099" y="57287"/>
                </a:cubicBezTo>
                <a:cubicBezTo>
                  <a:pt x="772251" y="58953"/>
                  <a:pt x="777689" y="61475"/>
                  <a:pt x="781411" y="64856"/>
                </a:cubicBezTo>
                <a:cubicBezTo>
                  <a:pt x="785135" y="68234"/>
                  <a:pt x="786997" y="72715"/>
                  <a:pt x="786997" y="78297"/>
                </a:cubicBezTo>
                <a:cubicBezTo>
                  <a:pt x="786997" y="84859"/>
                  <a:pt x="784450" y="90074"/>
                  <a:pt x="779355" y="93943"/>
                </a:cubicBezTo>
                <a:cubicBezTo>
                  <a:pt x="774260" y="97812"/>
                  <a:pt x="767500" y="99747"/>
                  <a:pt x="759074" y="9974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B13AF1-60FE-4DC2-B26F-F5A8D3F7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9211" y="2122784"/>
            <a:ext cx="617297" cy="378406"/>
          </a:xfrm>
          <a:custGeom xmlns:a="http://schemas.openxmlformats.org/drawingml/2006/main">
            <a:pathLst>
              <a:path w="617297" h="378406">
                <a:moveTo>
                  <a:pt x="0" y="0"/>
                </a:moveTo>
                <a:lnTo>
                  <a:pt x="617297" y="0"/>
                </a:lnTo>
                <a:lnTo>
                  <a:pt x="617297" y="378406"/>
                </a:lnTo>
                <a:lnTo>
                  <a:pt x="0" y="3784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20ba4b187f4c78"/>
          <a:stretch xmlns:a="http://schemas.openxmlformats.org/drawingml/2006/main"/>
        </p:blipFill>
        <p:spPr>
          <a:xfrm xmlns:a="http://schemas.openxmlformats.org/drawingml/2006/main">
            <a:off x="4061212" y="2191338"/>
            <a:ext cx="251565" cy="236767"/>
          </a:xfrm>
          <a:prstGeom xmlns:a="http://schemas.openxmlformats.org/drawingml/2006/main" prst="rect">
            <a:avLst/>
          </a:prstGeom>
        </p:spPr>
      </p:pic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2422F5-46F0-411F-A989-137CD3A7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518" y="3108074"/>
            <a:ext cx="617297" cy="378406"/>
          </a:xfrm>
          <a:custGeom xmlns:a="http://schemas.openxmlformats.org/drawingml/2006/main">
            <a:pathLst>
              <a:path w="617297" h="378406">
                <a:moveTo>
                  <a:pt x="0" y="0"/>
                </a:moveTo>
                <a:lnTo>
                  <a:pt x="617297" y="0"/>
                </a:lnTo>
                <a:lnTo>
                  <a:pt x="617297" y="378406"/>
                </a:lnTo>
                <a:lnTo>
                  <a:pt x="0" y="3784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f6b224aa724146"/>
          <a:stretch xmlns:a="http://schemas.openxmlformats.org/drawingml/2006/main"/>
        </p:blipFill>
        <p:spPr>
          <a:xfrm xmlns:a="http://schemas.openxmlformats.org/drawingml/2006/main">
            <a:off x="4191519" y="3176628"/>
            <a:ext cx="251565" cy="236767"/>
          </a:xfrm>
          <a:prstGeom xmlns:a="http://schemas.openxmlformats.org/drawingml/2006/main" prst="rect">
            <a:avLst/>
          </a:prstGeom>
        </p:spPr>
      </p:pic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EFA851-A3DC-40C4-84A1-8197B628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887" y="2131069"/>
            <a:ext cx="617297" cy="378406"/>
          </a:xfrm>
          <a:custGeom xmlns:a="http://schemas.openxmlformats.org/drawingml/2006/main">
            <a:pathLst>
              <a:path w="617297" h="378406">
                <a:moveTo>
                  <a:pt x="0" y="0"/>
                </a:moveTo>
                <a:lnTo>
                  <a:pt x="617297" y="0"/>
                </a:lnTo>
                <a:lnTo>
                  <a:pt x="617297" y="378406"/>
                </a:lnTo>
                <a:lnTo>
                  <a:pt x="0" y="3784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b19a431024733"/>
          <a:stretch xmlns:a="http://schemas.openxmlformats.org/drawingml/2006/main"/>
        </p:blipFill>
        <p:spPr>
          <a:xfrm xmlns:a="http://schemas.openxmlformats.org/drawingml/2006/main">
            <a:off x="6428888" y="2199623"/>
            <a:ext cx="251565" cy="236767"/>
          </a:xfrm>
          <a:prstGeom xmlns:a="http://schemas.openxmlformats.org/drawingml/2006/main" prst="rect">
            <a:avLst/>
          </a:prstGeom>
        </p:spPr>
      </p:pic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D2FA6D-ABA5-4318-8B3F-94C8D79E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5608" y="3073363"/>
            <a:ext cx="617297" cy="378406"/>
          </a:xfrm>
          <a:custGeom xmlns:a="http://schemas.openxmlformats.org/drawingml/2006/main">
            <a:pathLst>
              <a:path w="617297" h="378406">
                <a:moveTo>
                  <a:pt x="0" y="0"/>
                </a:moveTo>
                <a:lnTo>
                  <a:pt x="617297" y="0"/>
                </a:lnTo>
                <a:lnTo>
                  <a:pt x="617297" y="378406"/>
                </a:lnTo>
                <a:lnTo>
                  <a:pt x="0" y="3784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77f318e5484e34"/>
          <a:stretch xmlns:a="http://schemas.openxmlformats.org/drawingml/2006/main"/>
        </p:blipFill>
        <p:spPr>
          <a:xfrm xmlns:a="http://schemas.openxmlformats.org/drawingml/2006/main">
            <a:off x="6537609" y="3141917"/>
            <a:ext cx="251565" cy="236767"/>
          </a:xfrm>
          <a:prstGeom xmlns:a="http://schemas.openxmlformats.org/drawingml/2006/main" prst="rect">
            <a:avLst/>
          </a:prstGeom>
        </p:spPr>
      </p:pic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0EA1D3-EFB3-4740-90FD-3EFAAC9E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81" y="2921653"/>
            <a:ext cx="617297" cy="378406"/>
          </a:xfrm>
          <a:custGeom xmlns:a="http://schemas.openxmlformats.org/drawingml/2006/main">
            <a:pathLst>
              <a:path w="617297" h="378406">
                <a:moveTo>
                  <a:pt x="0" y="0"/>
                </a:moveTo>
                <a:lnTo>
                  <a:pt x="617297" y="0"/>
                </a:lnTo>
                <a:lnTo>
                  <a:pt x="617297" y="378406"/>
                </a:lnTo>
                <a:lnTo>
                  <a:pt x="0" y="3784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07eee07c347a4"/>
          <a:stretch xmlns:a="http://schemas.openxmlformats.org/drawingml/2006/main"/>
        </p:blipFill>
        <p:spPr>
          <a:xfrm xmlns:a="http://schemas.openxmlformats.org/drawingml/2006/main">
            <a:off x="1053282" y="2990207"/>
            <a:ext cx="251565" cy="236767"/>
          </a:xfrm>
          <a:prstGeom xmlns:a="http://schemas.openxmlformats.org/drawingml/2006/main" prst="rect">
            <a:avLst/>
          </a:prstGeom>
        </p:spPr>
      </p:pic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D2141E-9B36-4EE0-BAA1-AB04F83B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026" y="2090442"/>
            <a:ext cx="617297" cy="378406"/>
          </a:xfrm>
          <a:custGeom xmlns:a="http://schemas.openxmlformats.org/drawingml/2006/main">
            <a:pathLst>
              <a:path w="617297" h="378406">
                <a:moveTo>
                  <a:pt x="0" y="0"/>
                </a:moveTo>
                <a:lnTo>
                  <a:pt x="617297" y="0"/>
                </a:lnTo>
                <a:lnTo>
                  <a:pt x="617297" y="378406"/>
                </a:lnTo>
                <a:lnTo>
                  <a:pt x="0" y="3784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755ee7e864426a"/>
          <a:stretch xmlns:a="http://schemas.openxmlformats.org/drawingml/2006/main"/>
        </p:blipFill>
        <p:spPr>
          <a:xfrm xmlns:a="http://schemas.openxmlformats.org/drawingml/2006/main">
            <a:off x="1880027" y="2158996"/>
            <a:ext cx="251565" cy="236767"/>
          </a:xfrm>
          <a:prstGeom xmlns:a="http://schemas.openxmlformats.org/drawingml/2006/main" prst="rect">
            <a:avLst/>
          </a:prstGeom>
        </p:spPr>
      </p:pic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568030-5A15-43FF-A0A8-A8B64C56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910" y="2219342"/>
            <a:ext cx="315917" cy="378406"/>
          </a:xfrm>
          <a:custGeom xmlns:a="http://schemas.openxmlformats.org/drawingml/2006/main">
            <a:pathLst>
              <a:path w="315917" h="378406">
                <a:moveTo>
                  <a:pt x="0" y="0"/>
                </a:moveTo>
                <a:lnTo>
                  <a:pt x="315917" y="0"/>
                </a:lnTo>
                <a:lnTo>
                  <a:pt x="315917" y="378406"/>
                </a:lnTo>
                <a:lnTo>
                  <a:pt x="0" y="3784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FAF85D-00FE-41C8-971B-F6213269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7763" y="2221285"/>
            <a:ext cx="617297" cy="378406"/>
          </a:xfrm>
          <a:custGeom xmlns:a="http://schemas.openxmlformats.org/drawingml/2006/main">
            <a:pathLst>
              <a:path w="617297" h="378406">
                <a:moveTo>
                  <a:pt x="0" y="0"/>
                </a:moveTo>
                <a:lnTo>
                  <a:pt x="617297" y="0"/>
                </a:lnTo>
                <a:lnTo>
                  <a:pt x="617297" y="378406"/>
                </a:lnTo>
                <a:lnTo>
                  <a:pt x="0" y="3784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f8b2a3d4414d4f"/>
          <a:stretch xmlns:a="http://schemas.openxmlformats.org/drawingml/2006/main"/>
        </p:blipFill>
        <p:spPr>
          <a:xfrm xmlns:a="http://schemas.openxmlformats.org/drawingml/2006/main">
            <a:off x="10889765" y="2289840"/>
            <a:ext cx="251565" cy="236767"/>
          </a:xfrm>
          <a:prstGeom xmlns:a="http://schemas.openxmlformats.org/drawingml/2006/main" prst="rect">
            <a:avLst/>
          </a:prstGeom>
        </p:spPr>
      </p:pic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107DB6-B8FB-4689-ACC8-9004C47F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896" y="3022735"/>
            <a:ext cx="617297" cy="378406"/>
          </a:xfrm>
          <a:custGeom xmlns:a="http://schemas.openxmlformats.org/drawingml/2006/main">
            <a:pathLst>
              <a:path w="617297" h="378406">
                <a:moveTo>
                  <a:pt x="0" y="0"/>
                </a:moveTo>
                <a:lnTo>
                  <a:pt x="617297" y="0"/>
                </a:lnTo>
                <a:lnTo>
                  <a:pt x="617297" y="378406"/>
                </a:lnTo>
                <a:lnTo>
                  <a:pt x="0" y="3784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a4e724dfd34930"/>
          <a:stretch xmlns:a="http://schemas.openxmlformats.org/drawingml/2006/main"/>
        </p:blipFill>
        <p:spPr>
          <a:xfrm xmlns:a="http://schemas.openxmlformats.org/drawingml/2006/main">
            <a:off x="10047898" y="3091289"/>
            <a:ext cx="251565" cy="236767"/>
          </a:xfrm>
          <a:prstGeom xmlns:a="http://schemas.openxmlformats.org/drawingml/2006/main" prst="rect">
            <a:avLst/>
          </a:prstGeom>
        </p:spPr>
      </p:pic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7DDD71-5B6E-40CD-A046-C69382C8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839" y="1644493"/>
            <a:ext cx="617297" cy="378406"/>
          </a:xfrm>
          <a:custGeom xmlns:a="http://schemas.openxmlformats.org/drawingml/2006/main">
            <a:pathLst>
              <a:path w="617297" h="378406">
                <a:moveTo>
                  <a:pt x="0" y="0"/>
                </a:moveTo>
                <a:lnTo>
                  <a:pt x="617297" y="0"/>
                </a:lnTo>
                <a:lnTo>
                  <a:pt x="617297" y="378406"/>
                </a:lnTo>
                <a:lnTo>
                  <a:pt x="0" y="3784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Text ❆">
            <a:extLst xmlns:a="http://schemas.openxmlformats.org/drawingml/2006/main">
              <a:ext uri="{FF2B5EF4-FFF2-40B4-BE49-F238E27FC236}">
                <a16:creationId xmlns:a16="http://schemas.microsoft.com/office/drawing/2014/main" id="{265A9381-A9DD-48CC-AD8D-6365EC08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730" y="1756824"/>
            <a:ext cx="126298" cy="142085"/>
          </a:xfrm>
          <a:custGeom xmlns:a="http://schemas.openxmlformats.org/drawingml/2006/main">
            <a:pathLst>
              <a:path w="126298" h="142085">
                <a:moveTo>
                  <a:pt x="106564" y="91566"/>
                </a:moveTo>
                <a:lnTo>
                  <a:pt x="126298" y="103407"/>
                </a:lnTo>
                <a:lnTo>
                  <a:pt x="122351" y="109722"/>
                </a:lnTo>
                <a:lnTo>
                  <a:pt x="101828" y="97881"/>
                </a:lnTo>
                <a:lnTo>
                  <a:pt x="105775" y="118405"/>
                </a:lnTo>
                <a:lnTo>
                  <a:pt x="95513" y="118405"/>
                </a:lnTo>
                <a:lnTo>
                  <a:pt x="84462" y="88409"/>
                </a:lnTo>
                <a:lnTo>
                  <a:pt x="67096" y="78147"/>
                </a:lnTo>
                <a:lnTo>
                  <a:pt x="67096" y="98670"/>
                </a:lnTo>
                <a:lnTo>
                  <a:pt x="88409" y="123141"/>
                </a:lnTo>
                <a:lnTo>
                  <a:pt x="82094" y="131824"/>
                </a:lnTo>
                <a:lnTo>
                  <a:pt x="67096" y="118405"/>
                </a:lnTo>
                <a:lnTo>
                  <a:pt x="67096" y="142085"/>
                </a:lnTo>
                <a:lnTo>
                  <a:pt x="59202" y="142085"/>
                </a:lnTo>
                <a:lnTo>
                  <a:pt x="59202" y="118405"/>
                </a:lnTo>
                <a:lnTo>
                  <a:pt x="44204" y="131824"/>
                </a:lnTo>
                <a:lnTo>
                  <a:pt x="37889" y="123141"/>
                </a:lnTo>
                <a:lnTo>
                  <a:pt x="59202" y="98670"/>
                </a:lnTo>
                <a:lnTo>
                  <a:pt x="59202" y="78147"/>
                </a:lnTo>
                <a:lnTo>
                  <a:pt x="41836" y="88409"/>
                </a:lnTo>
                <a:lnTo>
                  <a:pt x="30785" y="118405"/>
                </a:lnTo>
                <a:lnTo>
                  <a:pt x="20523" y="118405"/>
                </a:lnTo>
                <a:lnTo>
                  <a:pt x="24470" y="97881"/>
                </a:lnTo>
                <a:lnTo>
                  <a:pt x="3947" y="109722"/>
                </a:lnTo>
                <a:lnTo>
                  <a:pt x="0" y="103407"/>
                </a:lnTo>
                <a:lnTo>
                  <a:pt x="20523" y="91566"/>
                </a:lnTo>
                <a:lnTo>
                  <a:pt x="789" y="84462"/>
                </a:lnTo>
                <a:lnTo>
                  <a:pt x="5526" y="74990"/>
                </a:lnTo>
                <a:lnTo>
                  <a:pt x="37889" y="81304"/>
                </a:lnTo>
                <a:lnTo>
                  <a:pt x="55255" y="71043"/>
                </a:lnTo>
                <a:lnTo>
                  <a:pt x="37889" y="60781"/>
                </a:lnTo>
                <a:lnTo>
                  <a:pt x="5526" y="66307"/>
                </a:lnTo>
                <a:lnTo>
                  <a:pt x="789" y="57624"/>
                </a:lnTo>
                <a:lnTo>
                  <a:pt x="20523" y="50519"/>
                </a:lnTo>
                <a:lnTo>
                  <a:pt x="0" y="38679"/>
                </a:lnTo>
                <a:lnTo>
                  <a:pt x="3947" y="32364"/>
                </a:lnTo>
                <a:lnTo>
                  <a:pt x="24470" y="44204"/>
                </a:lnTo>
                <a:lnTo>
                  <a:pt x="20523" y="23681"/>
                </a:lnTo>
                <a:lnTo>
                  <a:pt x="30785" y="22892"/>
                </a:lnTo>
                <a:lnTo>
                  <a:pt x="41836" y="53677"/>
                </a:lnTo>
                <a:lnTo>
                  <a:pt x="59202" y="63938"/>
                </a:lnTo>
                <a:lnTo>
                  <a:pt x="59202" y="43415"/>
                </a:lnTo>
                <a:lnTo>
                  <a:pt x="37889" y="18945"/>
                </a:lnTo>
                <a:lnTo>
                  <a:pt x="44204" y="10262"/>
                </a:lnTo>
                <a:lnTo>
                  <a:pt x="59202" y="23681"/>
                </a:lnTo>
                <a:lnTo>
                  <a:pt x="59202" y="0"/>
                </a:lnTo>
                <a:lnTo>
                  <a:pt x="67096" y="0"/>
                </a:lnTo>
                <a:lnTo>
                  <a:pt x="67096" y="23681"/>
                </a:lnTo>
                <a:lnTo>
                  <a:pt x="82094" y="10262"/>
                </a:lnTo>
                <a:lnTo>
                  <a:pt x="88409" y="18945"/>
                </a:lnTo>
                <a:lnTo>
                  <a:pt x="67096" y="43415"/>
                </a:lnTo>
                <a:lnTo>
                  <a:pt x="67096" y="63938"/>
                </a:lnTo>
                <a:lnTo>
                  <a:pt x="84462" y="53677"/>
                </a:lnTo>
                <a:lnTo>
                  <a:pt x="95513" y="22892"/>
                </a:lnTo>
                <a:lnTo>
                  <a:pt x="105775" y="23681"/>
                </a:lnTo>
                <a:lnTo>
                  <a:pt x="101828" y="44204"/>
                </a:lnTo>
                <a:lnTo>
                  <a:pt x="122351" y="32364"/>
                </a:lnTo>
                <a:lnTo>
                  <a:pt x="126298" y="38679"/>
                </a:lnTo>
                <a:lnTo>
                  <a:pt x="106564" y="50519"/>
                </a:lnTo>
                <a:lnTo>
                  <a:pt x="125509" y="57624"/>
                </a:lnTo>
                <a:lnTo>
                  <a:pt x="120773" y="66307"/>
                </a:lnTo>
                <a:lnTo>
                  <a:pt x="89198" y="60781"/>
                </a:lnTo>
                <a:lnTo>
                  <a:pt x="71043" y="71043"/>
                </a:lnTo>
                <a:lnTo>
                  <a:pt x="89198" y="81304"/>
                </a:lnTo>
                <a:lnTo>
                  <a:pt x="120773" y="74990"/>
                </a:lnTo>
                <a:lnTo>
                  <a:pt x="125509" y="84462"/>
                </a:lnTo>
                <a:lnTo>
                  <a:pt x="106564" y="91566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1DADC3-9BCB-4256-8646-51CC05CF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221" y="1698930"/>
            <a:ext cx="617297" cy="378406"/>
          </a:xfrm>
          <a:custGeom xmlns:a="http://schemas.openxmlformats.org/drawingml/2006/main">
            <a:pathLst>
              <a:path w="617297" h="378406">
                <a:moveTo>
                  <a:pt x="0" y="0"/>
                </a:moveTo>
                <a:lnTo>
                  <a:pt x="617297" y="0"/>
                </a:lnTo>
                <a:lnTo>
                  <a:pt x="617297" y="378406"/>
                </a:lnTo>
                <a:lnTo>
                  <a:pt x="0" y="3784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Text ❆">
            <a:extLst xmlns:a="http://schemas.openxmlformats.org/drawingml/2006/main">
              <a:ext uri="{FF2B5EF4-FFF2-40B4-BE49-F238E27FC236}">
                <a16:creationId xmlns:a16="http://schemas.microsoft.com/office/drawing/2014/main" id="{2F841933-5E96-4FA7-9DE2-FC6A303D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8111" y="1811261"/>
            <a:ext cx="126298" cy="142085"/>
          </a:xfrm>
          <a:custGeom xmlns:a="http://schemas.openxmlformats.org/drawingml/2006/main">
            <a:pathLst>
              <a:path w="126298" h="142085">
                <a:moveTo>
                  <a:pt x="106564" y="91566"/>
                </a:moveTo>
                <a:lnTo>
                  <a:pt x="126298" y="103407"/>
                </a:lnTo>
                <a:lnTo>
                  <a:pt x="122351" y="109722"/>
                </a:lnTo>
                <a:lnTo>
                  <a:pt x="101828" y="97881"/>
                </a:lnTo>
                <a:lnTo>
                  <a:pt x="105775" y="118405"/>
                </a:lnTo>
                <a:lnTo>
                  <a:pt x="95513" y="118405"/>
                </a:lnTo>
                <a:lnTo>
                  <a:pt x="84462" y="88409"/>
                </a:lnTo>
                <a:lnTo>
                  <a:pt x="67096" y="78147"/>
                </a:lnTo>
                <a:lnTo>
                  <a:pt x="67096" y="98670"/>
                </a:lnTo>
                <a:lnTo>
                  <a:pt x="88409" y="123141"/>
                </a:lnTo>
                <a:lnTo>
                  <a:pt x="82094" y="131824"/>
                </a:lnTo>
                <a:lnTo>
                  <a:pt x="67096" y="118405"/>
                </a:lnTo>
                <a:lnTo>
                  <a:pt x="67096" y="142085"/>
                </a:lnTo>
                <a:lnTo>
                  <a:pt x="59202" y="142085"/>
                </a:lnTo>
                <a:lnTo>
                  <a:pt x="59202" y="118405"/>
                </a:lnTo>
                <a:lnTo>
                  <a:pt x="44204" y="131824"/>
                </a:lnTo>
                <a:lnTo>
                  <a:pt x="37889" y="123141"/>
                </a:lnTo>
                <a:lnTo>
                  <a:pt x="59202" y="98670"/>
                </a:lnTo>
                <a:lnTo>
                  <a:pt x="59202" y="78147"/>
                </a:lnTo>
                <a:lnTo>
                  <a:pt x="41836" y="88409"/>
                </a:lnTo>
                <a:lnTo>
                  <a:pt x="30785" y="118405"/>
                </a:lnTo>
                <a:lnTo>
                  <a:pt x="20523" y="118405"/>
                </a:lnTo>
                <a:lnTo>
                  <a:pt x="24470" y="97881"/>
                </a:lnTo>
                <a:lnTo>
                  <a:pt x="3947" y="109722"/>
                </a:lnTo>
                <a:lnTo>
                  <a:pt x="0" y="103407"/>
                </a:lnTo>
                <a:lnTo>
                  <a:pt x="20523" y="91566"/>
                </a:lnTo>
                <a:lnTo>
                  <a:pt x="789" y="84462"/>
                </a:lnTo>
                <a:lnTo>
                  <a:pt x="5526" y="74990"/>
                </a:lnTo>
                <a:lnTo>
                  <a:pt x="37889" y="81304"/>
                </a:lnTo>
                <a:lnTo>
                  <a:pt x="55255" y="71043"/>
                </a:lnTo>
                <a:lnTo>
                  <a:pt x="37889" y="60781"/>
                </a:lnTo>
                <a:lnTo>
                  <a:pt x="5526" y="66307"/>
                </a:lnTo>
                <a:lnTo>
                  <a:pt x="789" y="57624"/>
                </a:lnTo>
                <a:lnTo>
                  <a:pt x="20523" y="50519"/>
                </a:lnTo>
                <a:lnTo>
                  <a:pt x="0" y="38679"/>
                </a:lnTo>
                <a:lnTo>
                  <a:pt x="3947" y="32364"/>
                </a:lnTo>
                <a:lnTo>
                  <a:pt x="24470" y="44204"/>
                </a:lnTo>
                <a:lnTo>
                  <a:pt x="20523" y="23681"/>
                </a:lnTo>
                <a:lnTo>
                  <a:pt x="30785" y="22892"/>
                </a:lnTo>
                <a:lnTo>
                  <a:pt x="41836" y="53677"/>
                </a:lnTo>
                <a:lnTo>
                  <a:pt x="59202" y="63938"/>
                </a:lnTo>
                <a:lnTo>
                  <a:pt x="59202" y="43415"/>
                </a:lnTo>
                <a:lnTo>
                  <a:pt x="37889" y="18945"/>
                </a:lnTo>
                <a:lnTo>
                  <a:pt x="44204" y="10262"/>
                </a:lnTo>
                <a:lnTo>
                  <a:pt x="59202" y="23681"/>
                </a:lnTo>
                <a:lnTo>
                  <a:pt x="59202" y="0"/>
                </a:lnTo>
                <a:lnTo>
                  <a:pt x="67096" y="0"/>
                </a:lnTo>
                <a:lnTo>
                  <a:pt x="67096" y="23681"/>
                </a:lnTo>
                <a:lnTo>
                  <a:pt x="82094" y="10262"/>
                </a:lnTo>
                <a:lnTo>
                  <a:pt x="88409" y="18945"/>
                </a:lnTo>
                <a:lnTo>
                  <a:pt x="67096" y="43415"/>
                </a:lnTo>
                <a:lnTo>
                  <a:pt x="67096" y="63938"/>
                </a:lnTo>
                <a:lnTo>
                  <a:pt x="84462" y="53677"/>
                </a:lnTo>
                <a:lnTo>
                  <a:pt x="95513" y="22892"/>
                </a:lnTo>
                <a:lnTo>
                  <a:pt x="105775" y="23681"/>
                </a:lnTo>
                <a:lnTo>
                  <a:pt x="101828" y="44204"/>
                </a:lnTo>
                <a:lnTo>
                  <a:pt x="122351" y="32364"/>
                </a:lnTo>
                <a:lnTo>
                  <a:pt x="126298" y="38679"/>
                </a:lnTo>
                <a:lnTo>
                  <a:pt x="106564" y="50519"/>
                </a:lnTo>
                <a:lnTo>
                  <a:pt x="125509" y="57624"/>
                </a:lnTo>
                <a:lnTo>
                  <a:pt x="120773" y="66307"/>
                </a:lnTo>
                <a:lnTo>
                  <a:pt x="89198" y="60781"/>
                </a:lnTo>
                <a:lnTo>
                  <a:pt x="71043" y="71043"/>
                </a:lnTo>
                <a:lnTo>
                  <a:pt x="89198" y="81304"/>
                </a:lnTo>
                <a:lnTo>
                  <a:pt x="120773" y="74990"/>
                </a:lnTo>
                <a:lnTo>
                  <a:pt x="125509" y="84462"/>
                </a:lnTo>
                <a:lnTo>
                  <a:pt x="106564" y="91566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C24D3A-6AF6-4429-A9E9-74D7CFBE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6222" y="1690347"/>
            <a:ext cx="617297" cy="378406"/>
          </a:xfrm>
          <a:custGeom xmlns:a="http://schemas.openxmlformats.org/drawingml/2006/main">
            <a:pathLst>
              <a:path w="617297" h="378406">
                <a:moveTo>
                  <a:pt x="0" y="0"/>
                </a:moveTo>
                <a:lnTo>
                  <a:pt x="617297" y="0"/>
                </a:lnTo>
                <a:lnTo>
                  <a:pt x="617297" y="378406"/>
                </a:lnTo>
                <a:lnTo>
                  <a:pt x="0" y="3784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Text ❆">
            <a:extLst xmlns:a="http://schemas.openxmlformats.org/drawingml/2006/main">
              <a:ext uri="{FF2B5EF4-FFF2-40B4-BE49-F238E27FC236}">
                <a16:creationId xmlns:a16="http://schemas.microsoft.com/office/drawing/2014/main" id="{B3A05A58-4D3D-472B-B4B1-96FF682C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6112" y="1802678"/>
            <a:ext cx="126298" cy="142085"/>
          </a:xfrm>
          <a:custGeom xmlns:a="http://schemas.openxmlformats.org/drawingml/2006/main">
            <a:pathLst>
              <a:path w="126298" h="142085">
                <a:moveTo>
                  <a:pt x="106564" y="91566"/>
                </a:moveTo>
                <a:lnTo>
                  <a:pt x="126298" y="103407"/>
                </a:lnTo>
                <a:lnTo>
                  <a:pt x="122351" y="109722"/>
                </a:lnTo>
                <a:lnTo>
                  <a:pt x="101828" y="97881"/>
                </a:lnTo>
                <a:lnTo>
                  <a:pt x="105775" y="118405"/>
                </a:lnTo>
                <a:lnTo>
                  <a:pt x="95513" y="118405"/>
                </a:lnTo>
                <a:lnTo>
                  <a:pt x="84462" y="88409"/>
                </a:lnTo>
                <a:lnTo>
                  <a:pt x="67096" y="78147"/>
                </a:lnTo>
                <a:lnTo>
                  <a:pt x="67096" y="98670"/>
                </a:lnTo>
                <a:lnTo>
                  <a:pt x="88409" y="123141"/>
                </a:lnTo>
                <a:lnTo>
                  <a:pt x="82094" y="131824"/>
                </a:lnTo>
                <a:lnTo>
                  <a:pt x="67096" y="118405"/>
                </a:lnTo>
                <a:lnTo>
                  <a:pt x="67096" y="142085"/>
                </a:lnTo>
                <a:lnTo>
                  <a:pt x="59202" y="142085"/>
                </a:lnTo>
                <a:lnTo>
                  <a:pt x="59202" y="118405"/>
                </a:lnTo>
                <a:lnTo>
                  <a:pt x="44204" y="131824"/>
                </a:lnTo>
                <a:lnTo>
                  <a:pt x="37889" y="123141"/>
                </a:lnTo>
                <a:lnTo>
                  <a:pt x="59202" y="98670"/>
                </a:lnTo>
                <a:lnTo>
                  <a:pt x="59202" y="78147"/>
                </a:lnTo>
                <a:lnTo>
                  <a:pt x="41836" y="88409"/>
                </a:lnTo>
                <a:lnTo>
                  <a:pt x="30785" y="118405"/>
                </a:lnTo>
                <a:lnTo>
                  <a:pt x="20523" y="118405"/>
                </a:lnTo>
                <a:lnTo>
                  <a:pt x="24470" y="97881"/>
                </a:lnTo>
                <a:lnTo>
                  <a:pt x="3947" y="109722"/>
                </a:lnTo>
                <a:lnTo>
                  <a:pt x="0" y="103407"/>
                </a:lnTo>
                <a:lnTo>
                  <a:pt x="20523" y="91566"/>
                </a:lnTo>
                <a:lnTo>
                  <a:pt x="789" y="84462"/>
                </a:lnTo>
                <a:lnTo>
                  <a:pt x="5526" y="74990"/>
                </a:lnTo>
                <a:lnTo>
                  <a:pt x="37889" y="81304"/>
                </a:lnTo>
                <a:lnTo>
                  <a:pt x="55255" y="71043"/>
                </a:lnTo>
                <a:lnTo>
                  <a:pt x="37889" y="60781"/>
                </a:lnTo>
                <a:lnTo>
                  <a:pt x="5526" y="66307"/>
                </a:lnTo>
                <a:lnTo>
                  <a:pt x="789" y="57624"/>
                </a:lnTo>
                <a:lnTo>
                  <a:pt x="20523" y="50519"/>
                </a:lnTo>
                <a:lnTo>
                  <a:pt x="0" y="38679"/>
                </a:lnTo>
                <a:lnTo>
                  <a:pt x="3947" y="32364"/>
                </a:lnTo>
                <a:lnTo>
                  <a:pt x="24470" y="44204"/>
                </a:lnTo>
                <a:lnTo>
                  <a:pt x="20523" y="23681"/>
                </a:lnTo>
                <a:lnTo>
                  <a:pt x="30785" y="22892"/>
                </a:lnTo>
                <a:lnTo>
                  <a:pt x="41836" y="53677"/>
                </a:lnTo>
                <a:lnTo>
                  <a:pt x="59202" y="63938"/>
                </a:lnTo>
                <a:lnTo>
                  <a:pt x="59202" y="43415"/>
                </a:lnTo>
                <a:lnTo>
                  <a:pt x="37889" y="18945"/>
                </a:lnTo>
                <a:lnTo>
                  <a:pt x="44204" y="10262"/>
                </a:lnTo>
                <a:lnTo>
                  <a:pt x="59202" y="23681"/>
                </a:lnTo>
                <a:lnTo>
                  <a:pt x="59202" y="0"/>
                </a:lnTo>
                <a:lnTo>
                  <a:pt x="67096" y="0"/>
                </a:lnTo>
                <a:lnTo>
                  <a:pt x="67096" y="23681"/>
                </a:lnTo>
                <a:lnTo>
                  <a:pt x="82094" y="10262"/>
                </a:lnTo>
                <a:lnTo>
                  <a:pt x="88409" y="18945"/>
                </a:lnTo>
                <a:lnTo>
                  <a:pt x="67096" y="43415"/>
                </a:lnTo>
                <a:lnTo>
                  <a:pt x="67096" y="63938"/>
                </a:lnTo>
                <a:lnTo>
                  <a:pt x="84462" y="53677"/>
                </a:lnTo>
                <a:lnTo>
                  <a:pt x="95513" y="22892"/>
                </a:lnTo>
                <a:lnTo>
                  <a:pt x="105775" y="23681"/>
                </a:lnTo>
                <a:lnTo>
                  <a:pt x="101828" y="44204"/>
                </a:lnTo>
                <a:lnTo>
                  <a:pt x="122351" y="32364"/>
                </a:lnTo>
                <a:lnTo>
                  <a:pt x="126298" y="38679"/>
                </a:lnTo>
                <a:lnTo>
                  <a:pt x="106564" y="50519"/>
                </a:lnTo>
                <a:lnTo>
                  <a:pt x="125509" y="57624"/>
                </a:lnTo>
                <a:lnTo>
                  <a:pt x="120773" y="66307"/>
                </a:lnTo>
                <a:lnTo>
                  <a:pt x="89198" y="60781"/>
                </a:lnTo>
                <a:lnTo>
                  <a:pt x="71043" y="71043"/>
                </a:lnTo>
                <a:lnTo>
                  <a:pt x="89198" y="81304"/>
                </a:lnTo>
                <a:lnTo>
                  <a:pt x="120773" y="74990"/>
                </a:lnTo>
                <a:lnTo>
                  <a:pt x="125509" y="84462"/>
                </a:lnTo>
                <a:lnTo>
                  <a:pt x="106564" y="91566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0170C6-F835-4EED-814B-8796B8B8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478" y="1796076"/>
            <a:ext cx="252560" cy="378406"/>
          </a:xfrm>
          <a:custGeom xmlns:a="http://schemas.openxmlformats.org/drawingml/2006/main">
            <a:pathLst>
              <a:path w="252560" h="378406">
                <a:moveTo>
                  <a:pt x="0" y="0"/>
                </a:moveTo>
                <a:lnTo>
                  <a:pt x="252560" y="0"/>
                </a:lnTo>
                <a:lnTo>
                  <a:pt x="252560" y="378406"/>
                </a:lnTo>
                <a:lnTo>
                  <a:pt x="0" y="3784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Text ❆">
            <a:extLst xmlns:a="http://schemas.openxmlformats.org/drawingml/2006/main">
              <a:ext uri="{FF2B5EF4-FFF2-40B4-BE49-F238E27FC236}">
                <a16:creationId xmlns:a16="http://schemas.microsoft.com/office/drawing/2014/main" id="{3CC47217-8234-4479-9088-84A24EBF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5369" y="1908407"/>
            <a:ext cx="126298" cy="142085"/>
          </a:xfrm>
          <a:custGeom xmlns:a="http://schemas.openxmlformats.org/drawingml/2006/main">
            <a:pathLst>
              <a:path w="126298" h="142085">
                <a:moveTo>
                  <a:pt x="106564" y="91566"/>
                </a:moveTo>
                <a:lnTo>
                  <a:pt x="126298" y="103407"/>
                </a:lnTo>
                <a:lnTo>
                  <a:pt x="122351" y="109722"/>
                </a:lnTo>
                <a:lnTo>
                  <a:pt x="101828" y="97881"/>
                </a:lnTo>
                <a:lnTo>
                  <a:pt x="105775" y="118405"/>
                </a:lnTo>
                <a:lnTo>
                  <a:pt x="95513" y="118405"/>
                </a:lnTo>
                <a:lnTo>
                  <a:pt x="84462" y="88409"/>
                </a:lnTo>
                <a:lnTo>
                  <a:pt x="67096" y="78147"/>
                </a:lnTo>
                <a:lnTo>
                  <a:pt x="67096" y="98670"/>
                </a:lnTo>
                <a:lnTo>
                  <a:pt x="88409" y="123141"/>
                </a:lnTo>
                <a:lnTo>
                  <a:pt x="82094" y="131824"/>
                </a:lnTo>
                <a:lnTo>
                  <a:pt x="67096" y="118405"/>
                </a:lnTo>
                <a:lnTo>
                  <a:pt x="67096" y="142085"/>
                </a:lnTo>
                <a:lnTo>
                  <a:pt x="59202" y="142085"/>
                </a:lnTo>
                <a:lnTo>
                  <a:pt x="59202" y="118405"/>
                </a:lnTo>
                <a:lnTo>
                  <a:pt x="44204" y="131824"/>
                </a:lnTo>
                <a:lnTo>
                  <a:pt x="37889" y="123141"/>
                </a:lnTo>
                <a:lnTo>
                  <a:pt x="59202" y="98670"/>
                </a:lnTo>
                <a:lnTo>
                  <a:pt x="59202" y="78147"/>
                </a:lnTo>
                <a:lnTo>
                  <a:pt x="41836" y="88409"/>
                </a:lnTo>
                <a:lnTo>
                  <a:pt x="30785" y="118405"/>
                </a:lnTo>
                <a:lnTo>
                  <a:pt x="20523" y="118405"/>
                </a:lnTo>
                <a:lnTo>
                  <a:pt x="24470" y="97881"/>
                </a:lnTo>
                <a:lnTo>
                  <a:pt x="3947" y="109722"/>
                </a:lnTo>
                <a:lnTo>
                  <a:pt x="0" y="103407"/>
                </a:lnTo>
                <a:lnTo>
                  <a:pt x="20523" y="91566"/>
                </a:lnTo>
                <a:lnTo>
                  <a:pt x="789" y="84462"/>
                </a:lnTo>
                <a:lnTo>
                  <a:pt x="5526" y="74990"/>
                </a:lnTo>
                <a:lnTo>
                  <a:pt x="37889" y="81304"/>
                </a:lnTo>
                <a:lnTo>
                  <a:pt x="55255" y="71043"/>
                </a:lnTo>
                <a:lnTo>
                  <a:pt x="37889" y="60781"/>
                </a:lnTo>
                <a:lnTo>
                  <a:pt x="5526" y="66307"/>
                </a:lnTo>
                <a:lnTo>
                  <a:pt x="789" y="57624"/>
                </a:lnTo>
                <a:lnTo>
                  <a:pt x="20523" y="50519"/>
                </a:lnTo>
                <a:lnTo>
                  <a:pt x="0" y="38679"/>
                </a:lnTo>
                <a:lnTo>
                  <a:pt x="3947" y="32364"/>
                </a:lnTo>
                <a:lnTo>
                  <a:pt x="24470" y="44204"/>
                </a:lnTo>
                <a:lnTo>
                  <a:pt x="20523" y="23681"/>
                </a:lnTo>
                <a:lnTo>
                  <a:pt x="30785" y="22892"/>
                </a:lnTo>
                <a:lnTo>
                  <a:pt x="41836" y="53677"/>
                </a:lnTo>
                <a:lnTo>
                  <a:pt x="59202" y="63938"/>
                </a:lnTo>
                <a:lnTo>
                  <a:pt x="59202" y="43415"/>
                </a:lnTo>
                <a:lnTo>
                  <a:pt x="37889" y="18945"/>
                </a:lnTo>
                <a:lnTo>
                  <a:pt x="44204" y="10262"/>
                </a:lnTo>
                <a:lnTo>
                  <a:pt x="59202" y="23681"/>
                </a:lnTo>
                <a:lnTo>
                  <a:pt x="59202" y="0"/>
                </a:lnTo>
                <a:lnTo>
                  <a:pt x="67096" y="0"/>
                </a:lnTo>
                <a:lnTo>
                  <a:pt x="67096" y="23681"/>
                </a:lnTo>
                <a:lnTo>
                  <a:pt x="82094" y="10262"/>
                </a:lnTo>
                <a:lnTo>
                  <a:pt x="88409" y="18945"/>
                </a:lnTo>
                <a:lnTo>
                  <a:pt x="67096" y="43415"/>
                </a:lnTo>
                <a:lnTo>
                  <a:pt x="67096" y="63938"/>
                </a:lnTo>
                <a:lnTo>
                  <a:pt x="84462" y="53677"/>
                </a:lnTo>
                <a:lnTo>
                  <a:pt x="95513" y="22892"/>
                </a:lnTo>
                <a:lnTo>
                  <a:pt x="105775" y="23681"/>
                </a:lnTo>
                <a:lnTo>
                  <a:pt x="101828" y="44204"/>
                </a:lnTo>
                <a:lnTo>
                  <a:pt x="122351" y="32364"/>
                </a:lnTo>
                <a:lnTo>
                  <a:pt x="126298" y="38679"/>
                </a:lnTo>
                <a:lnTo>
                  <a:pt x="106564" y="50519"/>
                </a:lnTo>
                <a:lnTo>
                  <a:pt x="125509" y="57624"/>
                </a:lnTo>
                <a:lnTo>
                  <a:pt x="120773" y="66307"/>
                </a:lnTo>
                <a:lnTo>
                  <a:pt x="89198" y="60781"/>
                </a:lnTo>
                <a:lnTo>
                  <a:pt x="71043" y="71043"/>
                </a:lnTo>
                <a:lnTo>
                  <a:pt x="89198" y="81304"/>
                </a:lnTo>
                <a:lnTo>
                  <a:pt x="120773" y="74990"/>
                </a:lnTo>
                <a:lnTo>
                  <a:pt x="125509" y="84462"/>
                </a:lnTo>
                <a:lnTo>
                  <a:pt x="106564" y="91566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CDF390-FED1-4913-BD2B-428883B0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6144" y="1770502"/>
            <a:ext cx="617297" cy="378406"/>
          </a:xfrm>
          <a:custGeom xmlns:a="http://schemas.openxmlformats.org/drawingml/2006/main">
            <a:pathLst>
              <a:path w="617297" h="378406">
                <a:moveTo>
                  <a:pt x="0" y="0"/>
                </a:moveTo>
                <a:lnTo>
                  <a:pt x="617297" y="0"/>
                </a:lnTo>
                <a:lnTo>
                  <a:pt x="617297" y="378406"/>
                </a:lnTo>
                <a:lnTo>
                  <a:pt x="0" y="3784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Text ❆">
            <a:extLst xmlns:a="http://schemas.openxmlformats.org/drawingml/2006/main">
              <a:ext uri="{FF2B5EF4-FFF2-40B4-BE49-F238E27FC236}">
                <a16:creationId xmlns:a16="http://schemas.microsoft.com/office/drawing/2014/main" id="{0970D6C7-99E4-4C52-B3E6-055C570F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6034" y="1882833"/>
            <a:ext cx="126298" cy="142085"/>
          </a:xfrm>
          <a:custGeom xmlns:a="http://schemas.openxmlformats.org/drawingml/2006/main">
            <a:pathLst>
              <a:path w="126298" h="142085">
                <a:moveTo>
                  <a:pt x="106564" y="91566"/>
                </a:moveTo>
                <a:lnTo>
                  <a:pt x="126298" y="103407"/>
                </a:lnTo>
                <a:lnTo>
                  <a:pt x="122351" y="109722"/>
                </a:lnTo>
                <a:lnTo>
                  <a:pt x="101828" y="97881"/>
                </a:lnTo>
                <a:lnTo>
                  <a:pt x="105775" y="118405"/>
                </a:lnTo>
                <a:lnTo>
                  <a:pt x="95513" y="118405"/>
                </a:lnTo>
                <a:lnTo>
                  <a:pt x="84462" y="88409"/>
                </a:lnTo>
                <a:lnTo>
                  <a:pt x="67096" y="78147"/>
                </a:lnTo>
                <a:lnTo>
                  <a:pt x="67096" y="98670"/>
                </a:lnTo>
                <a:lnTo>
                  <a:pt x="88409" y="123141"/>
                </a:lnTo>
                <a:lnTo>
                  <a:pt x="82094" y="131824"/>
                </a:lnTo>
                <a:lnTo>
                  <a:pt x="67096" y="118405"/>
                </a:lnTo>
                <a:lnTo>
                  <a:pt x="67096" y="142085"/>
                </a:lnTo>
                <a:lnTo>
                  <a:pt x="59202" y="142085"/>
                </a:lnTo>
                <a:lnTo>
                  <a:pt x="59202" y="118405"/>
                </a:lnTo>
                <a:lnTo>
                  <a:pt x="44204" y="131824"/>
                </a:lnTo>
                <a:lnTo>
                  <a:pt x="37889" y="123141"/>
                </a:lnTo>
                <a:lnTo>
                  <a:pt x="59202" y="98670"/>
                </a:lnTo>
                <a:lnTo>
                  <a:pt x="59202" y="78147"/>
                </a:lnTo>
                <a:lnTo>
                  <a:pt x="41836" y="88409"/>
                </a:lnTo>
                <a:lnTo>
                  <a:pt x="30785" y="118405"/>
                </a:lnTo>
                <a:lnTo>
                  <a:pt x="20523" y="118405"/>
                </a:lnTo>
                <a:lnTo>
                  <a:pt x="24470" y="97881"/>
                </a:lnTo>
                <a:lnTo>
                  <a:pt x="3947" y="109722"/>
                </a:lnTo>
                <a:lnTo>
                  <a:pt x="0" y="103407"/>
                </a:lnTo>
                <a:lnTo>
                  <a:pt x="20523" y="91566"/>
                </a:lnTo>
                <a:lnTo>
                  <a:pt x="789" y="84462"/>
                </a:lnTo>
                <a:lnTo>
                  <a:pt x="5526" y="74990"/>
                </a:lnTo>
                <a:lnTo>
                  <a:pt x="37889" y="81304"/>
                </a:lnTo>
                <a:lnTo>
                  <a:pt x="55255" y="71043"/>
                </a:lnTo>
                <a:lnTo>
                  <a:pt x="37889" y="60781"/>
                </a:lnTo>
                <a:lnTo>
                  <a:pt x="5526" y="66307"/>
                </a:lnTo>
                <a:lnTo>
                  <a:pt x="789" y="57624"/>
                </a:lnTo>
                <a:lnTo>
                  <a:pt x="20523" y="50519"/>
                </a:lnTo>
                <a:lnTo>
                  <a:pt x="0" y="38679"/>
                </a:lnTo>
                <a:lnTo>
                  <a:pt x="3947" y="32364"/>
                </a:lnTo>
                <a:lnTo>
                  <a:pt x="24470" y="44204"/>
                </a:lnTo>
                <a:lnTo>
                  <a:pt x="20523" y="23681"/>
                </a:lnTo>
                <a:lnTo>
                  <a:pt x="30785" y="22892"/>
                </a:lnTo>
                <a:lnTo>
                  <a:pt x="41836" y="53677"/>
                </a:lnTo>
                <a:lnTo>
                  <a:pt x="59202" y="63938"/>
                </a:lnTo>
                <a:lnTo>
                  <a:pt x="59202" y="43415"/>
                </a:lnTo>
                <a:lnTo>
                  <a:pt x="37889" y="18945"/>
                </a:lnTo>
                <a:lnTo>
                  <a:pt x="44204" y="10262"/>
                </a:lnTo>
                <a:lnTo>
                  <a:pt x="59202" y="23681"/>
                </a:lnTo>
                <a:lnTo>
                  <a:pt x="59202" y="0"/>
                </a:lnTo>
                <a:lnTo>
                  <a:pt x="67096" y="0"/>
                </a:lnTo>
                <a:lnTo>
                  <a:pt x="67096" y="23681"/>
                </a:lnTo>
                <a:lnTo>
                  <a:pt x="82094" y="10262"/>
                </a:lnTo>
                <a:lnTo>
                  <a:pt x="88409" y="18945"/>
                </a:lnTo>
                <a:lnTo>
                  <a:pt x="67096" y="43415"/>
                </a:lnTo>
                <a:lnTo>
                  <a:pt x="67096" y="63938"/>
                </a:lnTo>
                <a:lnTo>
                  <a:pt x="84462" y="53677"/>
                </a:lnTo>
                <a:lnTo>
                  <a:pt x="95513" y="22892"/>
                </a:lnTo>
                <a:lnTo>
                  <a:pt x="105775" y="23681"/>
                </a:lnTo>
                <a:lnTo>
                  <a:pt x="101828" y="44204"/>
                </a:lnTo>
                <a:lnTo>
                  <a:pt x="122351" y="32364"/>
                </a:lnTo>
                <a:lnTo>
                  <a:pt x="126298" y="38679"/>
                </a:lnTo>
                <a:lnTo>
                  <a:pt x="106564" y="50519"/>
                </a:lnTo>
                <a:lnTo>
                  <a:pt x="125509" y="57624"/>
                </a:lnTo>
                <a:lnTo>
                  <a:pt x="120773" y="66307"/>
                </a:lnTo>
                <a:lnTo>
                  <a:pt x="89198" y="60781"/>
                </a:lnTo>
                <a:lnTo>
                  <a:pt x="71043" y="71043"/>
                </a:lnTo>
                <a:lnTo>
                  <a:pt x="89198" y="81304"/>
                </a:lnTo>
                <a:lnTo>
                  <a:pt x="120773" y="74990"/>
                </a:lnTo>
                <a:lnTo>
                  <a:pt x="125509" y="84462"/>
                </a:lnTo>
                <a:lnTo>
                  <a:pt x="106564" y="91566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F80C19-0CB6-4C3A-B80F-385E84DB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52" y="2770361"/>
            <a:ext cx="398368" cy="135393"/>
          </a:xfrm>
          <a:custGeom xmlns:a="http://schemas.openxmlformats.org/drawingml/2006/main">
            <a:pathLst>
              <a:path w="398368" h="135393">
                <a:moveTo>
                  <a:pt x="0" y="135393"/>
                </a:moveTo>
                <a:lnTo>
                  <a:pt x="33848" y="0"/>
                </a:lnTo>
                <a:lnTo>
                  <a:pt x="364520" y="0"/>
                </a:lnTo>
                <a:lnTo>
                  <a:pt x="398368" y="135393"/>
                </a:lnTo>
                <a:lnTo>
                  <a:pt x="0" y="135393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ECA099-9BF0-4429-B159-04438C49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52" y="2770361"/>
            <a:ext cx="398368" cy="135393"/>
          </a:xfrm>
          <a:custGeom xmlns:a="http://schemas.openxmlformats.org/drawingml/2006/main">
            <a:pathLst>
              <a:path w="398368" h="135393" fill="none">
                <a:moveTo>
                  <a:pt x="0" y="135393"/>
                </a:moveTo>
                <a:lnTo>
                  <a:pt x="33848" y="0"/>
                </a:lnTo>
                <a:lnTo>
                  <a:pt x="364520" y="0"/>
                </a:lnTo>
                <a:lnTo>
                  <a:pt x="398368" y="135393"/>
                </a:lnTo>
                <a:lnTo>
                  <a:pt x="0" y="13539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00EC57-5FCE-4B01-AEEE-DC53B4C5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52" y="2639188"/>
            <a:ext cx="398802" cy="136478"/>
          </a:xfrm>
          <a:custGeom xmlns:a="http://schemas.openxmlformats.org/drawingml/2006/main">
            <a:pathLst>
              <a:path w="398802" h="136478">
                <a:moveTo>
                  <a:pt x="0" y="0"/>
                </a:moveTo>
                <a:lnTo>
                  <a:pt x="398802" y="0"/>
                </a:lnTo>
                <a:lnTo>
                  <a:pt x="364683" y="136478"/>
                </a:lnTo>
                <a:lnTo>
                  <a:pt x="34119" y="1364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3FA7E7-3583-47BF-B243-451D8F2A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52" y="2639188"/>
            <a:ext cx="398802" cy="136478"/>
          </a:xfrm>
          <a:custGeom xmlns:a="http://schemas.openxmlformats.org/drawingml/2006/main">
            <a:pathLst>
              <a:path w="398802" h="136478" fill="none">
                <a:moveTo>
                  <a:pt x="0" y="0"/>
                </a:moveTo>
                <a:lnTo>
                  <a:pt x="34119" y="136478"/>
                </a:lnTo>
                <a:lnTo>
                  <a:pt x="364683" y="136478"/>
                </a:lnTo>
                <a:lnTo>
                  <a:pt x="39880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E6A77F-B7F9-4827-B8F9-FD5737FD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4" y="2647971"/>
            <a:ext cx="315917" cy="229893"/>
          </a:xfrm>
          <a:custGeom xmlns:a="http://schemas.openxmlformats.org/drawingml/2006/main">
            <a:pathLst>
              <a:path w="315917" h="229893">
                <a:moveTo>
                  <a:pt x="0" y="0"/>
                </a:moveTo>
                <a:lnTo>
                  <a:pt x="315917" y="0"/>
                </a:lnTo>
                <a:lnTo>
                  <a:pt x="315917" y="229893"/>
                </a:lnTo>
                <a:lnTo>
                  <a:pt x="0" y="2298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e2a0b91374913"/>
          <a:stretch xmlns:a="http://schemas.openxmlformats.org/drawingml/2006/main"/>
        </p:blipFill>
        <p:spPr>
          <a:xfrm xmlns:a="http://schemas.openxmlformats.org/drawingml/2006/main">
            <a:off x="654036" y="2647971"/>
            <a:ext cx="315434" cy="229893"/>
          </a:xfrm>
          <a:prstGeom xmlns:a="http://schemas.openxmlformats.org/drawingml/2006/main" prst="rect">
            <a:avLst/>
          </a:prstGeom>
        </p:spPr>
      </p:pic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54969A-28B2-4648-A794-F66954FF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562" y="2769703"/>
            <a:ext cx="398368" cy="135393"/>
          </a:xfrm>
          <a:custGeom xmlns:a="http://schemas.openxmlformats.org/drawingml/2006/main">
            <a:pathLst>
              <a:path w="398368" h="135393">
                <a:moveTo>
                  <a:pt x="0" y="135393"/>
                </a:moveTo>
                <a:lnTo>
                  <a:pt x="33848" y="0"/>
                </a:lnTo>
                <a:lnTo>
                  <a:pt x="364520" y="0"/>
                </a:lnTo>
                <a:lnTo>
                  <a:pt x="398368" y="135393"/>
                </a:lnTo>
                <a:lnTo>
                  <a:pt x="0" y="135393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FD4859-220A-4870-97A3-7A02D57E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562" y="2769703"/>
            <a:ext cx="398368" cy="135393"/>
          </a:xfrm>
          <a:custGeom xmlns:a="http://schemas.openxmlformats.org/drawingml/2006/main">
            <a:pathLst>
              <a:path w="398368" h="135393" fill="none">
                <a:moveTo>
                  <a:pt x="0" y="135393"/>
                </a:moveTo>
                <a:lnTo>
                  <a:pt x="33848" y="0"/>
                </a:lnTo>
                <a:lnTo>
                  <a:pt x="364520" y="0"/>
                </a:lnTo>
                <a:lnTo>
                  <a:pt x="398368" y="135393"/>
                </a:lnTo>
                <a:lnTo>
                  <a:pt x="0" y="13539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49B26A-768F-42F3-B947-1E7CFBA6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562" y="2638531"/>
            <a:ext cx="398802" cy="136478"/>
          </a:xfrm>
          <a:custGeom xmlns:a="http://schemas.openxmlformats.org/drawingml/2006/main">
            <a:pathLst>
              <a:path w="398802" h="136478">
                <a:moveTo>
                  <a:pt x="0" y="0"/>
                </a:moveTo>
                <a:lnTo>
                  <a:pt x="398802" y="0"/>
                </a:lnTo>
                <a:lnTo>
                  <a:pt x="364683" y="136478"/>
                </a:lnTo>
                <a:lnTo>
                  <a:pt x="34119" y="1364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F8EB98-A0EF-4E5E-8208-53B34AF7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562" y="2638531"/>
            <a:ext cx="398802" cy="136478"/>
          </a:xfrm>
          <a:custGeom xmlns:a="http://schemas.openxmlformats.org/drawingml/2006/main">
            <a:pathLst>
              <a:path w="398802" h="136478" fill="none">
                <a:moveTo>
                  <a:pt x="0" y="0"/>
                </a:moveTo>
                <a:lnTo>
                  <a:pt x="34119" y="136478"/>
                </a:lnTo>
                <a:lnTo>
                  <a:pt x="364683" y="136478"/>
                </a:lnTo>
                <a:lnTo>
                  <a:pt x="39880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1CA52C-F53F-408E-8FDA-D57BF383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705" y="2647313"/>
            <a:ext cx="315917" cy="229893"/>
          </a:xfrm>
          <a:custGeom xmlns:a="http://schemas.openxmlformats.org/drawingml/2006/main">
            <a:pathLst>
              <a:path w="315917" h="229893">
                <a:moveTo>
                  <a:pt x="0" y="0"/>
                </a:moveTo>
                <a:lnTo>
                  <a:pt x="315917" y="0"/>
                </a:lnTo>
                <a:lnTo>
                  <a:pt x="315917" y="229893"/>
                </a:lnTo>
                <a:lnTo>
                  <a:pt x="0" y="2298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7a662327a4c52"/>
          <a:stretch xmlns:a="http://schemas.openxmlformats.org/drawingml/2006/main"/>
        </p:blipFill>
        <p:spPr>
          <a:xfrm xmlns:a="http://schemas.openxmlformats.org/drawingml/2006/main">
            <a:off x="6189947" y="2647313"/>
            <a:ext cx="315434" cy="229892"/>
          </a:xfrm>
          <a:prstGeom xmlns:a="http://schemas.openxmlformats.org/drawingml/2006/main" prst="rect">
            <a:avLst/>
          </a:prstGeom>
        </p:spPr>
      </p:pic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017383-C36C-4006-B8FD-5AAA6919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726" y="2760176"/>
            <a:ext cx="398368" cy="135393"/>
          </a:xfrm>
          <a:custGeom xmlns:a="http://schemas.openxmlformats.org/drawingml/2006/main">
            <a:pathLst>
              <a:path w="398368" h="135393">
                <a:moveTo>
                  <a:pt x="0" y="135393"/>
                </a:moveTo>
                <a:lnTo>
                  <a:pt x="33848" y="0"/>
                </a:lnTo>
                <a:lnTo>
                  <a:pt x="364520" y="0"/>
                </a:lnTo>
                <a:lnTo>
                  <a:pt x="398368" y="135393"/>
                </a:lnTo>
                <a:lnTo>
                  <a:pt x="0" y="135393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AF131D-2A41-40FA-8963-A2A56B02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726" y="2760176"/>
            <a:ext cx="398368" cy="135393"/>
          </a:xfrm>
          <a:custGeom xmlns:a="http://schemas.openxmlformats.org/drawingml/2006/main">
            <a:pathLst>
              <a:path w="398368" h="135393" fill="none">
                <a:moveTo>
                  <a:pt x="0" y="135393"/>
                </a:moveTo>
                <a:lnTo>
                  <a:pt x="33848" y="0"/>
                </a:lnTo>
                <a:lnTo>
                  <a:pt x="364520" y="0"/>
                </a:lnTo>
                <a:lnTo>
                  <a:pt x="398368" y="135393"/>
                </a:lnTo>
                <a:lnTo>
                  <a:pt x="0" y="13539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EEC54B-F096-4085-B6F7-5A458130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726" y="2629004"/>
            <a:ext cx="398802" cy="136478"/>
          </a:xfrm>
          <a:custGeom xmlns:a="http://schemas.openxmlformats.org/drawingml/2006/main">
            <a:pathLst>
              <a:path w="398802" h="136478">
                <a:moveTo>
                  <a:pt x="0" y="0"/>
                </a:moveTo>
                <a:lnTo>
                  <a:pt x="398802" y="0"/>
                </a:lnTo>
                <a:lnTo>
                  <a:pt x="364683" y="136478"/>
                </a:lnTo>
                <a:lnTo>
                  <a:pt x="34119" y="1364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145828-26B4-4A84-A756-B01F3056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726" y="2629004"/>
            <a:ext cx="398802" cy="136478"/>
          </a:xfrm>
          <a:custGeom xmlns:a="http://schemas.openxmlformats.org/drawingml/2006/main">
            <a:pathLst>
              <a:path w="398802" h="136478" fill="none">
                <a:moveTo>
                  <a:pt x="0" y="0"/>
                </a:moveTo>
                <a:lnTo>
                  <a:pt x="34119" y="136478"/>
                </a:lnTo>
                <a:lnTo>
                  <a:pt x="364683" y="136478"/>
                </a:lnTo>
                <a:lnTo>
                  <a:pt x="39880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5248DF-2F1B-42DF-BC8A-7E2E4128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868" y="2637786"/>
            <a:ext cx="315917" cy="229893"/>
          </a:xfrm>
          <a:custGeom xmlns:a="http://schemas.openxmlformats.org/drawingml/2006/main">
            <a:pathLst>
              <a:path w="315917" h="229893">
                <a:moveTo>
                  <a:pt x="0" y="0"/>
                </a:moveTo>
                <a:lnTo>
                  <a:pt x="315917" y="0"/>
                </a:lnTo>
                <a:lnTo>
                  <a:pt x="315917" y="229893"/>
                </a:lnTo>
                <a:lnTo>
                  <a:pt x="0" y="2298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9509ce24c34b50"/>
          <a:stretch xmlns:a="http://schemas.openxmlformats.org/drawingml/2006/main"/>
        </p:blipFill>
        <p:spPr>
          <a:xfrm xmlns:a="http://schemas.openxmlformats.org/drawingml/2006/main">
            <a:off x="3830110" y="2637786"/>
            <a:ext cx="315434" cy="229893"/>
          </a:xfrm>
          <a:prstGeom xmlns:a="http://schemas.openxmlformats.org/drawingml/2006/main" prst="rect">
            <a:avLst/>
          </a:prstGeom>
        </p:spPr>
      </p:pic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0F16D7-76D8-4477-A56F-17D4FBD1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835" y="2894448"/>
            <a:ext cx="398368" cy="135393"/>
          </a:xfrm>
          <a:custGeom xmlns:a="http://schemas.openxmlformats.org/drawingml/2006/main">
            <a:pathLst>
              <a:path w="398368" h="135393">
                <a:moveTo>
                  <a:pt x="0" y="135393"/>
                </a:moveTo>
                <a:lnTo>
                  <a:pt x="33848" y="0"/>
                </a:lnTo>
                <a:lnTo>
                  <a:pt x="364520" y="0"/>
                </a:lnTo>
                <a:lnTo>
                  <a:pt x="398368" y="135393"/>
                </a:lnTo>
                <a:lnTo>
                  <a:pt x="0" y="135393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D6E6E5-CDA9-4D3C-BAB5-3795BEE2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835" y="2894448"/>
            <a:ext cx="398368" cy="135393"/>
          </a:xfrm>
          <a:custGeom xmlns:a="http://schemas.openxmlformats.org/drawingml/2006/main">
            <a:pathLst>
              <a:path w="398368" h="135393" fill="none">
                <a:moveTo>
                  <a:pt x="0" y="135393"/>
                </a:moveTo>
                <a:lnTo>
                  <a:pt x="33848" y="0"/>
                </a:lnTo>
                <a:lnTo>
                  <a:pt x="364520" y="0"/>
                </a:lnTo>
                <a:lnTo>
                  <a:pt x="398368" y="135393"/>
                </a:lnTo>
                <a:lnTo>
                  <a:pt x="0" y="13539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5140C7-BEF4-4ED4-B367-2F513B6A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835" y="2763275"/>
            <a:ext cx="398802" cy="136478"/>
          </a:xfrm>
          <a:custGeom xmlns:a="http://schemas.openxmlformats.org/drawingml/2006/main">
            <a:pathLst>
              <a:path w="398802" h="136478">
                <a:moveTo>
                  <a:pt x="0" y="0"/>
                </a:moveTo>
                <a:lnTo>
                  <a:pt x="398802" y="0"/>
                </a:lnTo>
                <a:lnTo>
                  <a:pt x="364683" y="136478"/>
                </a:lnTo>
                <a:lnTo>
                  <a:pt x="34119" y="1364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728505-4070-4E8D-B2D4-E47A4A33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835" y="2763275"/>
            <a:ext cx="398802" cy="136478"/>
          </a:xfrm>
          <a:custGeom xmlns:a="http://schemas.openxmlformats.org/drawingml/2006/main">
            <a:pathLst>
              <a:path w="398802" h="136478" fill="none">
                <a:moveTo>
                  <a:pt x="0" y="0"/>
                </a:moveTo>
                <a:lnTo>
                  <a:pt x="34119" y="136478"/>
                </a:lnTo>
                <a:lnTo>
                  <a:pt x="364683" y="136478"/>
                </a:lnTo>
                <a:lnTo>
                  <a:pt x="39880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AD62F7-8CCF-4939-8DC3-A2331C26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0978" y="2772057"/>
            <a:ext cx="315917" cy="229893"/>
          </a:xfrm>
          <a:custGeom xmlns:a="http://schemas.openxmlformats.org/drawingml/2006/main">
            <a:pathLst>
              <a:path w="315917" h="229893">
                <a:moveTo>
                  <a:pt x="0" y="0"/>
                </a:moveTo>
                <a:lnTo>
                  <a:pt x="315917" y="0"/>
                </a:lnTo>
                <a:lnTo>
                  <a:pt x="315917" y="229893"/>
                </a:lnTo>
                <a:lnTo>
                  <a:pt x="0" y="2298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4a2503f1b47fa"/>
          <a:stretch xmlns:a="http://schemas.openxmlformats.org/drawingml/2006/main"/>
        </p:blipFill>
        <p:spPr>
          <a:xfrm xmlns:a="http://schemas.openxmlformats.org/drawingml/2006/main">
            <a:off x="9671219" y="2772057"/>
            <a:ext cx="315434" cy="229892"/>
          </a:xfrm>
          <a:prstGeom xmlns:a="http://schemas.openxmlformats.org/drawingml/2006/main" prst="rect">
            <a:avLst/>
          </a:prstGeom>
        </p:spPr>
      </p:pic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6BAEC5-10C1-493C-A479-D6A8562A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599" y="142131"/>
            <a:ext cx="2645373" cy="235419"/>
          </a:xfrm>
          <a:custGeom xmlns:a="http://schemas.openxmlformats.org/drawingml/2006/main">
            <a:pathLst>
              <a:path w="2645373" h="235419">
                <a:moveTo>
                  <a:pt x="0" y="0"/>
                </a:moveTo>
                <a:lnTo>
                  <a:pt x="2527663" y="0"/>
                </a:lnTo>
                <a:lnTo>
                  <a:pt x="2645373" y="117710"/>
                </a:lnTo>
                <a:lnTo>
                  <a:pt x="2527663" y="235419"/>
                </a:lnTo>
                <a:lnTo>
                  <a:pt x="0" y="235419"/>
                </a:lnTo>
                <a:lnTo>
                  <a:pt x="117710" y="1177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74EA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Text Stage3">
            <a:extLst xmlns:a="http://schemas.openxmlformats.org/drawingml/2006/main">
              <a:ext uri="{FF2B5EF4-FFF2-40B4-BE49-F238E27FC236}">
                <a16:creationId xmlns:a16="http://schemas.microsoft.com/office/drawing/2014/main" id="{AD22EF53-BBA3-4BDD-89BD-35350364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5055" y="199514"/>
            <a:ext cx="538916" cy="153630"/>
          </a:xfrm>
          <a:custGeom xmlns:a="http://schemas.openxmlformats.org/drawingml/2006/main">
            <a:pathLst>
              <a:path w="538916" h="153630">
                <a:moveTo>
                  <a:pt x="108217" y="31808"/>
                </a:moveTo>
                <a:lnTo>
                  <a:pt x="92232" y="31808"/>
                </a:lnTo>
                <a:lnTo>
                  <a:pt x="92232" y="43271"/>
                </a:lnTo>
                <a:lnTo>
                  <a:pt x="108217" y="43271"/>
                </a:lnTo>
                <a:lnTo>
                  <a:pt x="108217" y="97424"/>
                </a:lnTo>
                <a:lnTo>
                  <a:pt x="108221" y="98145"/>
                </a:lnTo>
                <a:lnTo>
                  <a:pt x="108235" y="98853"/>
                </a:lnTo>
                <a:lnTo>
                  <a:pt x="108259" y="99549"/>
                </a:lnTo>
                <a:lnTo>
                  <a:pt x="108292" y="100233"/>
                </a:lnTo>
                <a:lnTo>
                  <a:pt x="108334" y="100904"/>
                </a:lnTo>
                <a:lnTo>
                  <a:pt x="108386" y="101562"/>
                </a:lnTo>
                <a:lnTo>
                  <a:pt x="108447" y="102208"/>
                </a:lnTo>
                <a:lnTo>
                  <a:pt x="108517" y="102842"/>
                </a:lnTo>
                <a:lnTo>
                  <a:pt x="108597" y="103463"/>
                </a:lnTo>
                <a:lnTo>
                  <a:pt x="108686" y="104072"/>
                </a:lnTo>
                <a:lnTo>
                  <a:pt x="108785" y="104668"/>
                </a:lnTo>
                <a:lnTo>
                  <a:pt x="108893" y="105252"/>
                </a:lnTo>
                <a:lnTo>
                  <a:pt x="109010" y="105823"/>
                </a:lnTo>
                <a:lnTo>
                  <a:pt x="109137" y="106381"/>
                </a:lnTo>
                <a:lnTo>
                  <a:pt x="109273" y="106928"/>
                </a:lnTo>
                <a:lnTo>
                  <a:pt x="109419" y="107461"/>
                </a:lnTo>
                <a:lnTo>
                  <a:pt x="109573" y="107983"/>
                </a:lnTo>
                <a:lnTo>
                  <a:pt x="109738" y="108491"/>
                </a:lnTo>
                <a:lnTo>
                  <a:pt x="109912" y="108988"/>
                </a:lnTo>
                <a:lnTo>
                  <a:pt x="110095" y="109471"/>
                </a:lnTo>
                <a:lnTo>
                  <a:pt x="110287" y="109943"/>
                </a:lnTo>
                <a:lnTo>
                  <a:pt x="110489" y="110402"/>
                </a:lnTo>
                <a:lnTo>
                  <a:pt x="110700" y="110848"/>
                </a:lnTo>
                <a:lnTo>
                  <a:pt x="110921" y="111282"/>
                </a:lnTo>
                <a:lnTo>
                  <a:pt x="111150" y="111704"/>
                </a:lnTo>
                <a:lnTo>
                  <a:pt x="111385" y="112116"/>
                </a:lnTo>
                <a:lnTo>
                  <a:pt x="111627" y="112518"/>
                </a:lnTo>
                <a:lnTo>
                  <a:pt x="111875" y="112910"/>
                </a:lnTo>
                <a:lnTo>
                  <a:pt x="112130" y="113291"/>
                </a:lnTo>
                <a:lnTo>
                  <a:pt x="112392" y="113662"/>
                </a:lnTo>
                <a:lnTo>
                  <a:pt x="112660" y="114023"/>
                </a:lnTo>
                <a:lnTo>
                  <a:pt x="112935" y="114374"/>
                </a:lnTo>
                <a:lnTo>
                  <a:pt x="113216" y="114714"/>
                </a:lnTo>
                <a:lnTo>
                  <a:pt x="113504" y="115044"/>
                </a:lnTo>
                <a:lnTo>
                  <a:pt x="113799" y="115364"/>
                </a:lnTo>
                <a:lnTo>
                  <a:pt x="114100" y="115674"/>
                </a:lnTo>
                <a:lnTo>
                  <a:pt x="114408" y="115974"/>
                </a:lnTo>
                <a:lnTo>
                  <a:pt x="114722" y="116263"/>
                </a:lnTo>
                <a:lnTo>
                  <a:pt x="115043" y="116542"/>
                </a:lnTo>
                <a:lnTo>
                  <a:pt x="115370" y="116811"/>
                </a:lnTo>
                <a:lnTo>
                  <a:pt x="115704" y="117069"/>
                </a:lnTo>
                <a:lnTo>
                  <a:pt x="116045" y="117318"/>
                </a:lnTo>
                <a:lnTo>
                  <a:pt x="116392" y="117556"/>
                </a:lnTo>
                <a:lnTo>
                  <a:pt x="116746" y="117784"/>
                </a:lnTo>
                <a:lnTo>
                  <a:pt x="117106" y="118001"/>
                </a:lnTo>
                <a:lnTo>
                  <a:pt x="117473" y="118209"/>
                </a:lnTo>
                <a:lnTo>
                  <a:pt x="117847" y="118406"/>
                </a:lnTo>
                <a:lnTo>
                  <a:pt x="118227" y="118593"/>
                </a:lnTo>
                <a:lnTo>
                  <a:pt x="118612" y="118771"/>
                </a:lnTo>
                <a:lnTo>
                  <a:pt x="119000" y="118941"/>
                </a:lnTo>
                <a:lnTo>
                  <a:pt x="119391" y="119104"/>
                </a:lnTo>
                <a:lnTo>
                  <a:pt x="119786" y="119259"/>
                </a:lnTo>
                <a:lnTo>
                  <a:pt x="120183" y="119407"/>
                </a:lnTo>
                <a:lnTo>
                  <a:pt x="120583" y="119547"/>
                </a:lnTo>
                <a:lnTo>
                  <a:pt x="120987" y="119679"/>
                </a:lnTo>
                <a:lnTo>
                  <a:pt x="121394" y="119804"/>
                </a:lnTo>
                <a:lnTo>
                  <a:pt x="121803" y="119921"/>
                </a:lnTo>
                <a:lnTo>
                  <a:pt x="122216" y="120031"/>
                </a:lnTo>
                <a:lnTo>
                  <a:pt x="122632" y="120133"/>
                </a:lnTo>
                <a:lnTo>
                  <a:pt x="123051" y="120228"/>
                </a:lnTo>
                <a:lnTo>
                  <a:pt x="123473" y="120315"/>
                </a:lnTo>
                <a:lnTo>
                  <a:pt x="123898" y="120394"/>
                </a:lnTo>
                <a:lnTo>
                  <a:pt x="124326" y="120466"/>
                </a:lnTo>
                <a:lnTo>
                  <a:pt x="124757" y="120530"/>
                </a:lnTo>
                <a:lnTo>
                  <a:pt x="125192" y="120587"/>
                </a:lnTo>
                <a:lnTo>
                  <a:pt x="125629" y="120636"/>
                </a:lnTo>
                <a:lnTo>
                  <a:pt x="126070" y="120678"/>
                </a:lnTo>
                <a:lnTo>
                  <a:pt x="126513" y="120712"/>
                </a:lnTo>
                <a:lnTo>
                  <a:pt x="126960" y="120739"/>
                </a:lnTo>
                <a:lnTo>
                  <a:pt x="127410" y="120757"/>
                </a:lnTo>
                <a:lnTo>
                  <a:pt x="127862" y="120769"/>
                </a:lnTo>
                <a:lnTo>
                  <a:pt x="128318" y="120773"/>
                </a:lnTo>
                <a:lnTo>
                  <a:pt x="128653" y="120772"/>
                </a:lnTo>
                <a:lnTo>
                  <a:pt x="128983" y="120769"/>
                </a:lnTo>
                <a:lnTo>
                  <a:pt x="129309" y="120764"/>
                </a:lnTo>
                <a:lnTo>
                  <a:pt x="129631" y="120758"/>
                </a:lnTo>
                <a:lnTo>
                  <a:pt x="129950" y="120750"/>
                </a:lnTo>
                <a:lnTo>
                  <a:pt x="130264" y="120740"/>
                </a:lnTo>
                <a:lnTo>
                  <a:pt x="130573" y="120728"/>
                </a:lnTo>
                <a:lnTo>
                  <a:pt x="130879" y="120714"/>
                </a:lnTo>
                <a:lnTo>
                  <a:pt x="131181" y="120699"/>
                </a:lnTo>
                <a:lnTo>
                  <a:pt x="131479" y="120682"/>
                </a:lnTo>
                <a:lnTo>
                  <a:pt x="131773" y="120662"/>
                </a:lnTo>
                <a:lnTo>
                  <a:pt x="132062" y="120641"/>
                </a:lnTo>
                <a:lnTo>
                  <a:pt x="132348" y="120619"/>
                </a:lnTo>
                <a:lnTo>
                  <a:pt x="132629" y="120594"/>
                </a:lnTo>
                <a:lnTo>
                  <a:pt x="132907" y="120568"/>
                </a:lnTo>
                <a:lnTo>
                  <a:pt x="133180" y="120539"/>
                </a:lnTo>
                <a:lnTo>
                  <a:pt x="133450" y="120509"/>
                </a:lnTo>
                <a:lnTo>
                  <a:pt x="133715" y="120477"/>
                </a:lnTo>
                <a:lnTo>
                  <a:pt x="133976" y="120444"/>
                </a:lnTo>
                <a:lnTo>
                  <a:pt x="134233" y="120408"/>
                </a:lnTo>
                <a:lnTo>
                  <a:pt x="134486" y="120371"/>
                </a:lnTo>
                <a:lnTo>
                  <a:pt x="134735" y="120332"/>
                </a:lnTo>
                <a:lnTo>
                  <a:pt x="134980" y="120291"/>
                </a:lnTo>
                <a:lnTo>
                  <a:pt x="135221" y="120248"/>
                </a:lnTo>
                <a:lnTo>
                  <a:pt x="135458" y="120204"/>
                </a:lnTo>
                <a:lnTo>
                  <a:pt x="135691" y="120160"/>
                </a:lnTo>
                <a:lnTo>
                  <a:pt x="135920" y="120116"/>
                </a:lnTo>
                <a:lnTo>
                  <a:pt x="136146" y="120072"/>
                </a:lnTo>
                <a:lnTo>
                  <a:pt x="136368" y="120027"/>
                </a:lnTo>
                <a:lnTo>
                  <a:pt x="136586" y="119983"/>
                </a:lnTo>
                <a:lnTo>
                  <a:pt x="136800" y="119938"/>
                </a:lnTo>
                <a:lnTo>
                  <a:pt x="137010" y="119894"/>
                </a:lnTo>
                <a:lnTo>
                  <a:pt x="137217" y="119849"/>
                </a:lnTo>
                <a:lnTo>
                  <a:pt x="137420" y="119804"/>
                </a:lnTo>
                <a:lnTo>
                  <a:pt x="137619" y="119758"/>
                </a:lnTo>
                <a:lnTo>
                  <a:pt x="137814" y="119713"/>
                </a:lnTo>
                <a:lnTo>
                  <a:pt x="138006" y="119668"/>
                </a:lnTo>
                <a:lnTo>
                  <a:pt x="138194" y="119622"/>
                </a:lnTo>
                <a:lnTo>
                  <a:pt x="138378" y="119576"/>
                </a:lnTo>
                <a:lnTo>
                  <a:pt x="138558" y="119530"/>
                </a:lnTo>
                <a:lnTo>
                  <a:pt x="138734" y="119484"/>
                </a:lnTo>
                <a:lnTo>
                  <a:pt x="138907" y="119438"/>
                </a:lnTo>
                <a:lnTo>
                  <a:pt x="139076" y="119392"/>
                </a:lnTo>
                <a:lnTo>
                  <a:pt x="139241" y="119345"/>
                </a:lnTo>
                <a:lnTo>
                  <a:pt x="139402" y="119299"/>
                </a:lnTo>
                <a:lnTo>
                  <a:pt x="139559" y="119252"/>
                </a:lnTo>
                <a:lnTo>
                  <a:pt x="139713" y="119205"/>
                </a:lnTo>
                <a:lnTo>
                  <a:pt x="139863" y="119158"/>
                </a:lnTo>
                <a:lnTo>
                  <a:pt x="139782" y="106968"/>
                </a:lnTo>
                <a:lnTo>
                  <a:pt x="139693" y="106988"/>
                </a:lnTo>
                <a:lnTo>
                  <a:pt x="139600" y="107009"/>
                </a:lnTo>
                <a:lnTo>
                  <a:pt x="139504" y="107030"/>
                </a:lnTo>
                <a:lnTo>
                  <a:pt x="139404" y="107052"/>
                </a:lnTo>
                <a:lnTo>
                  <a:pt x="139301" y="107074"/>
                </a:lnTo>
                <a:lnTo>
                  <a:pt x="139194" y="107096"/>
                </a:lnTo>
                <a:lnTo>
                  <a:pt x="139084" y="107119"/>
                </a:lnTo>
                <a:lnTo>
                  <a:pt x="138970" y="107143"/>
                </a:lnTo>
                <a:lnTo>
                  <a:pt x="138853" y="107166"/>
                </a:lnTo>
                <a:lnTo>
                  <a:pt x="138732" y="107191"/>
                </a:lnTo>
                <a:lnTo>
                  <a:pt x="138608" y="107215"/>
                </a:lnTo>
                <a:lnTo>
                  <a:pt x="138480" y="107240"/>
                </a:lnTo>
                <a:lnTo>
                  <a:pt x="138349" y="107266"/>
                </a:lnTo>
                <a:lnTo>
                  <a:pt x="138214" y="107291"/>
                </a:lnTo>
                <a:lnTo>
                  <a:pt x="138076" y="107318"/>
                </a:lnTo>
                <a:lnTo>
                  <a:pt x="137934" y="107344"/>
                </a:lnTo>
                <a:lnTo>
                  <a:pt x="137789" y="107372"/>
                </a:lnTo>
                <a:lnTo>
                  <a:pt x="137640" y="107399"/>
                </a:lnTo>
                <a:lnTo>
                  <a:pt x="137488" y="107427"/>
                </a:lnTo>
                <a:lnTo>
                  <a:pt x="137332" y="107455"/>
                </a:lnTo>
                <a:lnTo>
                  <a:pt x="137173" y="107484"/>
                </a:lnTo>
                <a:lnTo>
                  <a:pt x="137010" y="107514"/>
                </a:lnTo>
                <a:lnTo>
                  <a:pt x="136844" y="107543"/>
                </a:lnTo>
                <a:lnTo>
                  <a:pt x="136674" y="107573"/>
                </a:lnTo>
                <a:lnTo>
                  <a:pt x="136503" y="107603"/>
                </a:lnTo>
                <a:lnTo>
                  <a:pt x="136332" y="107631"/>
                </a:lnTo>
                <a:lnTo>
                  <a:pt x="136163" y="107658"/>
                </a:lnTo>
                <a:lnTo>
                  <a:pt x="135993" y="107684"/>
                </a:lnTo>
                <a:lnTo>
                  <a:pt x="135825" y="107709"/>
                </a:lnTo>
                <a:lnTo>
                  <a:pt x="135657" y="107732"/>
                </a:lnTo>
                <a:lnTo>
                  <a:pt x="135490" y="107754"/>
                </a:lnTo>
                <a:lnTo>
                  <a:pt x="135324" y="107775"/>
                </a:lnTo>
                <a:lnTo>
                  <a:pt x="135158" y="107795"/>
                </a:lnTo>
                <a:lnTo>
                  <a:pt x="134994" y="107813"/>
                </a:lnTo>
                <a:lnTo>
                  <a:pt x="134829" y="107830"/>
                </a:lnTo>
                <a:lnTo>
                  <a:pt x="134666" y="107846"/>
                </a:lnTo>
                <a:lnTo>
                  <a:pt x="134503" y="107860"/>
                </a:lnTo>
                <a:lnTo>
                  <a:pt x="134341" y="107873"/>
                </a:lnTo>
                <a:lnTo>
                  <a:pt x="134180" y="107885"/>
                </a:lnTo>
                <a:lnTo>
                  <a:pt x="134019" y="107896"/>
                </a:lnTo>
                <a:lnTo>
                  <a:pt x="133859" y="107906"/>
                </a:lnTo>
                <a:lnTo>
                  <a:pt x="133700" y="107914"/>
                </a:lnTo>
                <a:lnTo>
                  <a:pt x="133541" y="107921"/>
                </a:lnTo>
                <a:lnTo>
                  <a:pt x="133383" y="107926"/>
                </a:lnTo>
                <a:lnTo>
                  <a:pt x="133226" y="107931"/>
                </a:lnTo>
                <a:lnTo>
                  <a:pt x="133069" y="107934"/>
                </a:lnTo>
                <a:lnTo>
                  <a:pt x="132914" y="107936"/>
                </a:lnTo>
                <a:lnTo>
                  <a:pt x="132759" y="107936"/>
                </a:lnTo>
                <a:lnTo>
                  <a:pt x="132551" y="107935"/>
                </a:lnTo>
                <a:lnTo>
                  <a:pt x="132344" y="107931"/>
                </a:lnTo>
                <a:lnTo>
                  <a:pt x="132138" y="107925"/>
                </a:lnTo>
                <a:lnTo>
                  <a:pt x="131933" y="107916"/>
                </a:lnTo>
                <a:lnTo>
                  <a:pt x="131730" y="107905"/>
                </a:lnTo>
                <a:lnTo>
                  <a:pt x="131527" y="107891"/>
                </a:lnTo>
                <a:lnTo>
                  <a:pt x="131326" y="107875"/>
                </a:lnTo>
                <a:lnTo>
                  <a:pt x="131126" y="107856"/>
                </a:lnTo>
                <a:lnTo>
                  <a:pt x="130927" y="107834"/>
                </a:lnTo>
                <a:lnTo>
                  <a:pt x="130729" y="107810"/>
                </a:lnTo>
                <a:lnTo>
                  <a:pt x="130532" y="107784"/>
                </a:lnTo>
                <a:lnTo>
                  <a:pt x="130337" y="107755"/>
                </a:lnTo>
                <a:lnTo>
                  <a:pt x="130142" y="107723"/>
                </a:lnTo>
                <a:lnTo>
                  <a:pt x="129949" y="107689"/>
                </a:lnTo>
                <a:lnTo>
                  <a:pt x="129756" y="107653"/>
                </a:lnTo>
                <a:lnTo>
                  <a:pt x="129565" y="107614"/>
                </a:lnTo>
                <a:lnTo>
                  <a:pt x="129375" y="107572"/>
                </a:lnTo>
                <a:lnTo>
                  <a:pt x="129186" y="107528"/>
                </a:lnTo>
                <a:lnTo>
                  <a:pt x="128998" y="107481"/>
                </a:lnTo>
                <a:lnTo>
                  <a:pt x="128812" y="107432"/>
                </a:lnTo>
                <a:lnTo>
                  <a:pt x="128626" y="107380"/>
                </a:lnTo>
                <a:lnTo>
                  <a:pt x="128442" y="107326"/>
                </a:lnTo>
                <a:lnTo>
                  <a:pt x="128258" y="107269"/>
                </a:lnTo>
                <a:lnTo>
                  <a:pt x="128076" y="107210"/>
                </a:lnTo>
                <a:lnTo>
                  <a:pt x="127896" y="107147"/>
                </a:lnTo>
                <a:lnTo>
                  <a:pt x="127719" y="107078"/>
                </a:lnTo>
                <a:lnTo>
                  <a:pt x="127544" y="107004"/>
                </a:lnTo>
                <a:lnTo>
                  <a:pt x="127372" y="106925"/>
                </a:lnTo>
                <a:lnTo>
                  <a:pt x="127203" y="106841"/>
                </a:lnTo>
                <a:lnTo>
                  <a:pt x="127037" y="106751"/>
                </a:lnTo>
                <a:lnTo>
                  <a:pt x="126873" y="106655"/>
                </a:lnTo>
                <a:lnTo>
                  <a:pt x="126713" y="106555"/>
                </a:lnTo>
                <a:lnTo>
                  <a:pt x="126555" y="106449"/>
                </a:lnTo>
                <a:lnTo>
                  <a:pt x="126400" y="106338"/>
                </a:lnTo>
                <a:lnTo>
                  <a:pt x="126248" y="106221"/>
                </a:lnTo>
                <a:lnTo>
                  <a:pt x="126098" y="106099"/>
                </a:lnTo>
                <a:lnTo>
                  <a:pt x="125952" y="105972"/>
                </a:lnTo>
                <a:lnTo>
                  <a:pt x="125808" y="105839"/>
                </a:lnTo>
                <a:lnTo>
                  <a:pt x="125667" y="105702"/>
                </a:lnTo>
                <a:lnTo>
                  <a:pt x="125529" y="105558"/>
                </a:lnTo>
                <a:lnTo>
                  <a:pt x="125393" y="105410"/>
                </a:lnTo>
                <a:lnTo>
                  <a:pt x="125261" y="105256"/>
                </a:lnTo>
                <a:lnTo>
                  <a:pt x="125131" y="105097"/>
                </a:lnTo>
                <a:lnTo>
                  <a:pt x="125004" y="104932"/>
                </a:lnTo>
                <a:lnTo>
                  <a:pt x="124880" y="104762"/>
                </a:lnTo>
                <a:lnTo>
                  <a:pt x="124758" y="104587"/>
                </a:lnTo>
                <a:lnTo>
                  <a:pt x="124640" y="104406"/>
                </a:lnTo>
                <a:lnTo>
                  <a:pt x="124524" y="104220"/>
                </a:lnTo>
                <a:lnTo>
                  <a:pt x="124412" y="104028"/>
                </a:lnTo>
                <a:lnTo>
                  <a:pt x="124305" y="103828"/>
                </a:lnTo>
                <a:lnTo>
                  <a:pt x="124202" y="103621"/>
                </a:lnTo>
                <a:lnTo>
                  <a:pt x="124105" y="103406"/>
                </a:lnTo>
                <a:lnTo>
                  <a:pt x="124012" y="103183"/>
                </a:lnTo>
                <a:lnTo>
                  <a:pt x="123924" y="102953"/>
                </a:lnTo>
                <a:lnTo>
                  <a:pt x="123840" y="102715"/>
                </a:lnTo>
                <a:lnTo>
                  <a:pt x="123762" y="102470"/>
                </a:lnTo>
                <a:lnTo>
                  <a:pt x="123688" y="102217"/>
                </a:lnTo>
                <a:lnTo>
                  <a:pt x="123619" y="101956"/>
                </a:lnTo>
                <a:lnTo>
                  <a:pt x="123554" y="101688"/>
                </a:lnTo>
                <a:lnTo>
                  <a:pt x="123495" y="101412"/>
                </a:lnTo>
                <a:lnTo>
                  <a:pt x="123440" y="101129"/>
                </a:lnTo>
                <a:lnTo>
                  <a:pt x="123390" y="100839"/>
                </a:lnTo>
                <a:lnTo>
                  <a:pt x="123345" y="100540"/>
                </a:lnTo>
                <a:lnTo>
                  <a:pt x="123304" y="100234"/>
                </a:lnTo>
                <a:lnTo>
                  <a:pt x="123268" y="99921"/>
                </a:lnTo>
                <a:lnTo>
                  <a:pt x="123237" y="99600"/>
                </a:lnTo>
                <a:lnTo>
                  <a:pt x="123211" y="99271"/>
                </a:lnTo>
                <a:lnTo>
                  <a:pt x="123190" y="98935"/>
                </a:lnTo>
                <a:lnTo>
                  <a:pt x="123173" y="98591"/>
                </a:lnTo>
                <a:lnTo>
                  <a:pt x="123161" y="98240"/>
                </a:lnTo>
                <a:lnTo>
                  <a:pt x="123154" y="97881"/>
                </a:lnTo>
                <a:lnTo>
                  <a:pt x="123152" y="97515"/>
                </a:lnTo>
                <a:lnTo>
                  <a:pt x="123152" y="43271"/>
                </a:lnTo>
                <a:lnTo>
                  <a:pt x="139459" y="43271"/>
                </a:lnTo>
                <a:lnTo>
                  <a:pt x="139459" y="31808"/>
                </a:lnTo>
                <a:lnTo>
                  <a:pt x="123152" y="31808"/>
                </a:lnTo>
                <a:lnTo>
                  <a:pt x="123152" y="10495"/>
                </a:lnTo>
                <a:lnTo>
                  <a:pt x="108217" y="10495"/>
                </a:lnTo>
                <a:lnTo>
                  <a:pt x="108217" y="31808"/>
                </a:lnTo>
                <a:close/>
                <a:moveTo>
                  <a:pt x="69669" y="91317"/>
                </a:moveTo>
                <a:lnTo>
                  <a:pt x="69623" y="91771"/>
                </a:lnTo>
                <a:lnTo>
                  <a:pt x="69567" y="92219"/>
                </a:lnTo>
                <a:lnTo>
                  <a:pt x="69500" y="92662"/>
                </a:lnTo>
                <a:lnTo>
                  <a:pt x="69424" y="93100"/>
                </a:lnTo>
                <a:lnTo>
                  <a:pt x="69337" y="93532"/>
                </a:lnTo>
                <a:lnTo>
                  <a:pt x="69239" y="93959"/>
                </a:lnTo>
                <a:lnTo>
                  <a:pt x="69132" y="94381"/>
                </a:lnTo>
                <a:lnTo>
                  <a:pt x="69014" y="94798"/>
                </a:lnTo>
                <a:lnTo>
                  <a:pt x="68886" y="95209"/>
                </a:lnTo>
                <a:lnTo>
                  <a:pt x="68748" y="95614"/>
                </a:lnTo>
                <a:lnTo>
                  <a:pt x="68600" y="96015"/>
                </a:lnTo>
                <a:lnTo>
                  <a:pt x="68441" y="96410"/>
                </a:lnTo>
                <a:lnTo>
                  <a:pt x="68273" y="96800"/>
                </a:lnTo>
                <a:lnTo>
                  <a:pt x="68094" y="97184"/>
                </a:lnTo>
                <a:lnTo>
                  <a:pt x="67904" y="97563"/>
                </a:lnTo>
                <a:lnTo>
                  <a:pt x="67705" y="97937"/>
                </a:lnTo>
                <a:lnTo>
                  <a:pt x="67495" y="98306"/>
                </a:lnTo>
                <a:lnTo>
                  <a:pt x="67275" y="98669"/>
                </a:lnTo>
                <a:lnTo>
                  <a:pt x="67045" y="99027"/>
                </a:lnTo>
                <a:lnTo>
                  <a:pt x="66804" y="99379"/>
                </a:lnTo>
                <a:lnTo>
                  <a:pt x="66554" y="99726"/>
                </a:lnTo>
                <a:lnTo>
                  <a:pt x="66294" y="100065"/>
                </a:lnTo>
                <a:lnTo>
                  <a:pt x="66025" y="100398"/>
                </a:lnTo>
                <a:lnTo>
                  <a:pt x="65747" y="100725"/>
                </a:lnTo>
                <a:lnTo>
                  <a:pt x="65459" y="101044"/>
                </a:lnTo>
                <a:lnTo>
                  <a:pt x="65162" y="101357"/>
                </a:lnTo>
                <a:lnTo>
                  <a:pt x="64855" y="101663"/>
                </a:lnTo>
                <a:lnTo>
                  <a:pt x="64539" y="101962"/>
                </a:lnTo>
                <a:lnTo>
                  <a:pt x="64214" y="102255"/>
                </a:lnTo>
                <a:lnTo>
                  <a:pt x="63879" y="102541"/>
                </a:lnTo>
                <a:lnTo>
                  <a:pt x="63535" y="102820"/>
                </a:lnTo>
                <a:lnTo>
                  <a:pt x="63182" y="103093"/>
                </a:lnTo>
                <a:lnTo>
                  <a:pt x="62819" y="103358"/>
                </a:lnTo>
                <a:lnTo>
                  <a:pt x="62446" y="103617"/>
                </a:lnTo>
                <a:lnTo>
                  <a:pt x="62065" y="103870"/>
                </a:lnTo>
                <a:lnTo>
                  <a:pt x="61674" y="104115"/>
                </a:lnTo>
                <a:lnTo>
                  <a:pt x="61273" y="104354"/>
                </a:lnTo>
                <a:lnTo>
                  <a:pt x="60863" y="104586"/>
                </a:lnTo>
                <a:lnTo>
                  <a:pt x="60444" y="104812"/>
                </a:lnTo>
                <a:lnTo>
                  <a:pt x="60015" y="105030"/>
                </a:lnTo>
                <a:lnTo>
                  <a:pt x="59577" y="105242"/>
                </a:lnTo>
                <a:lnTo>
                  <a:pt x="59130" y="105447"/>
                </a:lnTo>
                <a:lnTo>
                  <a:pt x="58673" y="105646"/>
                </a:lnTo>
                <a:lnTo>
                  <a:pt x="58207" y="105838"/>
                </a:lnTo>
                <a:lnTo>
                  <a:pt x="57731" y="106022"/>
                </a:lnTo>
                <a:lnTo>
                  <a:pt x="57247" y="106199"/>
                </a:lnTo>
                <a:lnTo>
                  <a:pt x="56755" y="106367"/>
                </a:lnTo>
                <a:lnTo>
                  <a:pt x="56253" y="106528"/>
                </a:lnTo>
                <a:lnTo>
                  <a:pt x="55743" y="106681"/>
                </a:lnTo>
                <a:lnTo>
                  <a:pt x="55225" y="106826"/>
                </a:lnTo>
                <a:lnTo>
                  <a:pt x="54697" y="106964"/>
                </a:lnTo>
                <a:lnTo>
                  <a:pt x="54161" y="107093"/>
                </a:lnTo>
                <a:lnTo>
                  <a:pt x="53616" y="107215"/>
                </a:lnTo>
                <a:lnTo>
                  <a:pt x="53063" y="107329"/>
                </a:lnTo>
                <a:lnTo>
                  <a:pt x="52501" y="107435"/>
                </a:lnTo>
                <a:lnTo>
                  <a:pt x="51930" y="107533"/>
                </a:lnTo>
                <a:lnTo>
                  <a:pt x="51350" y="107623"/>
                </a:lnTo>
                <a:lnTo>
                  <a:pt x="50762" y="107706"/>
                </a:lnTo>
                <a:lnTo>
                  <a:pt x="50165" y="107780"/>
                </a:lnTo>
                <a:lnTo>
                  <a:pt x="49559" y="107847"/>
                </a:lnTo>
                <a:lnTo>
                  <a:pt x="48945" y="107906"/>
                </a:lnTo>
                <a:lnTo>
                  <a:pt x="48322" y="107957"/>
                </a:lnTo>
                <a:lnTo>
                  <a:pt x="47690" y="108000"/>
                </a:lnTo>
                <a:lnTo>
                  <a:pt x="47050" y="108035"/>
                </a:lnTo>
                <a:lnTo>
                  <a:pt x="46401" y="108063"/>
                </a:lnTo>
                <a:lnTo>
                  <a:pt x="45743" y="108082"/>
                </a:lnTo>
                <a:lnTo>
                  <a:pt x="45077" y="108094"/>
                </a:lnTo>
                <a:lnTo>
                  <a:pt x="44402" y="108098"/>
                </a:lnTo>
                <a:lnTo>
                  <a:pt x="43932" y="108096"/>
                </a:lnTo>
                <a:lnTo>
                  <a:pt x="43463" y="108089"/>
                </a:lnTo>
                <a:lnTo>
                  <a:pt x="42996" y="108077"/>
                </a:lnTo>
                <a:lnTo>
                  <a:pt x="42530" y="108061"/>
                </a:lnTo>
                <a:lnTo>
                  <a:pt x="42066" y="108040"/>
                </a:lnTo>
                <a:lnTo>
                  <a:pt x="41604" y="108015"/>
                </a:lnTo>
                <a:lnTo>
                  <a:pt x="41143" y="107985"/>
                </a:lnTo>
                <a:lnTo>
                  <a:pt x="40684" y="107950"/>
                </a:lnTo>
                <a:lnTo>
                  <a:pt x="40226" y="107911"/>
                </a:lnTo>
                <a:lnTo>
                  <a:pt x="39770" y="107867"/>
                </a:lnTo>
                <a:lnTo>
                  <a:pt x="39315" y="107818"/>
                </a:lnTo>
                <a:lnTo>
                  <a:pt x="38862" y="107765"/>
                </a:lnTo>
                <a:lnTo>
                  <a:pt x="38410" y="107707"/>
                </a:lnTo>
                <a:lnTo>
                  <a:pt x="37960" y="107645"/>
                </a:lnTo>
                <a:lnTo>
                  <a:pt x="37511" y="107578"/>
                </a:lnTo>
                <a:lnTo>
                  <a:pt x="37064" y="107506"/>
                </a:lnTo>
                <a:lnTo>
                  <a:pt x="36619" y="107430"/>
                </a:lnTo>
                <a:lnTo>
                  <a:pt x="36175" y="107349"/>
                </a:lnTo>
                <a:lnTo>
                  <a:pt x="35732" y="107263"/>
                </a:lnTo>
                <a:lnTo>
                  <a:pt x="35292" y="107173"/>
                </a:lnTo>
                <a:lnTo>
                  <a:pt x="34852" y="107078"/>
                </a:lnTo>
                <a:lnTo>
                  <a:pt x="34414" y="106979"/>
                </a:lnTo>
                <a:lnTo>
                  <a:pt x="33978" y="106875"/>
                </a:lnTo>
                <a:lnTo>
                  <a:pt x="33543" y="106766"/>
                </a:lnTo>
                <a:lnTo>
                  <a:pt x="33112" y="106652"/>
                </a:lnTo>
                <a:lnTo>
                  <a:pt x="32683" y="106534"/>
                </a:lnTo>
                <a:lnTo>
                  <a:pt x="32259" y="106410"/>
                </a:lnTo>
                <a:lnTo>
                  <a:pt x="31839" y="106280"/>
                </a:lnTo>
                <a:lnTo>
                  <a:pt x="31423" y="106146"/>
                </a:lnTo>
                <a:lnTo>
                  <a:pt x="31011" y="106007"/>
                </a:lnTo>
                <a:lnTo>
                  <a:pt x="30602" y="105862"/>
                </a:lnTo>
                <a:lnTo>
                  <a:pt x="30198" y="105712"/>
                </a:lnTo>
                <a:lnTo>
                  <a:pt x="29797" y="105557"/>
                </a:lnTo>
                <a:lnTo>
                  <a:pt x="29400" y="105397"/>
                </a:lnTo>
                <a:lnTo>
                  <a:pt x="29008" y="105231"/>
                </a:lnTo>
                <a:lnTo>
                  <a:pt x="28619" y="105060"/>
                </a:lnTo>
                <a:lnTo>
                  <a:pt x="28234" y="104885"/>
                </a:lnTo>
                <a:lnTo>
                  <a:pt x="27853" y="104704"/>
                </a:lnTo>
                <a:lnTo>
                  <a:pt x="27476" y="104517"/>
                </a:lnTo>
                <a:lnTo>
                  <a:pt x="27103" y="104326"/>
                </a:lnTo>
                <a:lnTo>
                  <a:pt x="26734" y="104129"/>
                </a:lnTo>
                <a:lnTo>
                  <a:pt x="26369" y="103928"/>
                </a:lnTo>
                <a:lnTo>
                  <a:pt x="26007" y="103721"/>
                </a:lnTo>
                <a:lnTo>
                  <a:pt x="25650" y="103509"/>
                </a:lnTo>
                <a:lnTo>
                  <a:pt x="25296" y="103291"/>
                </a:lnTo>
                <a:lnTo>
                  <a:pt x="24947" y="103069"/>
                </a:lnTo>
                <a:lnTo>
                  <a:pt x="24601" y="102841"/>
                </a:lnTo>
                <a:lnTo>
                  <a:pt x="24259" y="102608"/>
                </a:lnTo>
                <a:lnTo>
                  <a:pt x="23923" y="102370"/>
                </a:lnTo>
                <a:lnTo>
                  <a:pt x="23592" y="102127"/>
                </a:lnTo>
                <a:lnTo>
                  <a:pt x="23267" y="101879"/>
                </a:lnTo>
                <a:lnTo>
                  <a:pt x="22949" y="101625"/>
                </a:lnTo>
                <a:lnTo>
                  <a:pt x="22636" y="101366"/>
                </a:lnTo>
                <a:lnTo>
                  <a:pt x="22330" y="101102"/>
                </a:lnTo>
                <a:lnTo>
                  <a:pt x="22029" y="100833"/>
                </a:lnTo>
                <a:lnTo>
                  <a:pt x="21734" y="100559"/>
                </a:lnTo>
                <a:lnTo>
                  <a:pt x="21446" y="100279"/>
                </a:lnTo>
                <a:lnTo>
                  <a:pt x="21163" y="99994"/>
                </a:lnTo>
                <a:lnTo>
                  <a:pt x="20887" y="99704"/>
                </a:lnTo>
                <a:lnTo>
                  <a:pt x="20617" y="99409"/>
                </a:lnTo>
                <a:lnTo>
                  <a:pt x="20352" y="99109"/>
                </a:lnTo>
                <a:lnTo>
                  <a:pt x="20094" y="98804"/>
                </a:lnTo>
                <a:lnTo>
                  <a:pt x="19841" y="98493"/>
                </a:lnTo>
                <a:lnTo>
                  <a:pt x="19595" y="98177"/>
                </a:lnTo>
                <a:lnTo>
                  <a:pt x="19355" y="97856"/>
                </a:lnTo>
                <a:lnTo>
                  <a:pt x="19120" y="97530"/>
                </a:lnTo>
                <a:lnTo>
                  <a:pt x="18892" y="97198"/>
                </a:lnTo>
                <a:lnTo>
                  <a:pt x="18670" y="96862"/>
                </a:lnTo>
                <a:lnTo>
                  <a:pt x="18454" y="96520"/>
                </a:lnTo>
                <a:lnTo>
                  <a:pt x="18244" y="96173"/>
                </a:lnTo>
                <a:lnTo>
                  <a:pt x="18040" y="95821"/>
                </a:lnTo>
                <a:lnTo>
                  <a:pt x="17841" y="95464"/>
                </a:lnTo>
                <a:lnTo>
                  <a:pt x="17650" y="95101"/>
                </a:lnTo>
                <a:lnTo>
                  <a:pt x="17467" y="94732"/>
                </a:lnTo>
                <a:lnTo>
                  <a:pt x="17293" y="94357"/>
                </a:lnTo>
                <a:lnTo>
                  <a:pt x="17126" y="93976"/>
                </a:lnTo>
                <a:lnTo>
                  <a:pt x="16968" y="93589"/>
                </a:lnTo>
                <a:lnTo>
                  <a:pt x="16817" y="93196"/>
                </a:lnTo>
                <a:lnTo>
                  <a:pt x="16675" y="92797"/>
                </a:lnTo>
                <a:lnTo>
                  <a:pt x="16541" y="92391"/>
                </a:lnTo>
                <a:lnTo>
                  <a:pt x="16415" y="91980"/>
                </a:lnTo>
                <a:lnTo>
                  <a:pt x="16297" y="91563"/>
                </a:lnTo>
                <a:lnTo>
                  <a:pt x="16187" y="91140"/>
                </a:lnTo>
                <a:lnTo>
                  <a:pt x="16086" y="90711"/>
                </a:lnTo>
                <a:lnTo>
                  <a:pt x="15992" y="90275"/>
                </a:lnTo>
                <a:lnTo>
                  <a:pt x="15907" y="89834"/>
                </a:lnTo>
                <a:lnTo>
                  <a:pt x="15829" y="89387"/>
                </a:lnTo>
                <a:lnTo>
                  <a:pt x="15760" y="88933"/>
                </a:lnTo>
                <a:lnTo>
                  <a:pt x="15699" y="88474"/>
                </a:lnTo>
                <a:lnTo>
                  <a:pt x="15647" y="88009"/>
                </a:lnTo>
                <a:lnTo>
                  <a:pt x="15602" y="87537"/>
                </a:lnTo>
                <a:lnTo>
                  <a:pt x="15565" y="87060"/>
                </a:lnTo>
                <a:lnTo>
                  <a:pt x="15537" y="86576"/>
                </a:lnTo>
                <a:lnTo>
                  <a:pt x="15516" y="86087"/>
                </a:lnTo>
                <a:lnTo>
                  <a:pt x="15504" y="85591"/>
                </a:lnTo>
                <a:lnTo>
                  <a:pt x="15500" y="85090"/>
                </a:lnTo>
                <a:lnTo>
                  <a:pt x="0" y="85090"/>
                </a:lnTo>
                <a:lnTo>
                  <a:pt x="7" y="85819"/>
                </a:lnTo>
                <a:lnTo>
                  <a:pt x="27" y="86542"/>
                </a:lnTo>
                <a:lnTo>
                  <a:pt x="60" y="87256"/>
                </a:lnTo>
                <a:lnTo>
                  <a:pt x="107" y="87964"/>
                </a:lnTo>
                <a:lnTo>
                  <a:pt x="166" y="88663"/>
                </a:lnTo>
                <a:lnTo>
                  <a:pt x="240" y="89356"/>
                </a:lnTo>
                <a:lnTo>
                  <a:pt x="326" y="90041"/>
                </a:lnTo>
                <a:lnTo>
                  <a:pt x="426" y="90719"/>
                </a:lnTo>
                <a:lnTo>
                  <a:pt x="539" y="91389"/>
                </a:lnTo>
                <a:lnTo>
                  <a:pt x="666" y="92051"/>
                </a:lnTo>
                <a:lnTo>
                  <a:pt x="806" y="92707"/>
                </a:lnTo>
                <a:lnTo>
                  <a:pt x="959" y="93355"/>
                </a:lnTo>
                <a:lnTo>
                  <a:pt x="1125" y="93995"/>
                </a:lnTo>
                <a:lnTo>
                  <a:pt x="1305" y="94628"/>
                </a:lnTo>
                <a:lnTo>
                  <a:pt x="1498" y="95254"/>
                </a:lnTo>
                <a:lnTo>
                  <a:pt x="1704" y="95872"/>
                </a:lnTo>
                <a:lnTo>
                  <a:pt x="1924" y="96483"/>
                </a:lnTo>
                <a:lnTo>
                  <a:pt x="2157" y="97086"/>
                </a:lnTo>
                <a:lnTo>
                  <a:pt x="2403" y="97682"/>
                </a:lnTo>
                <a:lnTo>
                  <a:pt x="2663" y="98270"/>
                </a:lnTo>
                <a:lnTo>
                  <a:pt x="2936" y="98851"/>
                </a:lnTo>
                <a:lnTo>
                  <a:pt x="3222" y="99425"/>
                </a:lnTo>
                <a:lnTo>
                  <a:pt x="3522" y="99991"/>
                </a:lnTo>
                <a:lnTo>
                  <a:pt x="3835" y="100550"/>
                </a:lnTo>
                <a:lnTo>
                  <a:pt x="4159" y="101101"/>
                </a:lnTo>
                <a:lnTo>
                  <a:pt x="4492" y="101645"/>
                </a:lnTo>
                <a:lnTo>
                  <a:pt x="4834" y="102181"/>
                </a:lnTo>
                <a:lnTo>
                  <a:pt x="5185" y="102710"/>
                </a:lnTo>
                <a:lnTo>
                  <a:pt x="5545" y="103232"/>
                </a:lnTo>
                <a:lnTo>
                  <a:pt x="5913" y="103746"/>
                </a:lnTo>
                <a:lnTo>
                  <a:pt x="6291" y="104253"/>
                </a:lnTo>
                <a:lnTo>
                  <a:pt x="6678" y="104752"/>
                </a:lnTo>
                <a:lnTo>
                  <a:pt x="7074" y="105244"/>
                </a:lnTo>
                <a:lnTo>
                  <a:pt x="7479" y="105728"/>
                </a:lnTo>
                <a:lnTo>
                  <a:pt x="7893" y="106205"/>
                </a:lnTo>
                <a:lnTo>
                  <a:pt x="8315" y="106675"/>
                </a:lnTo>
                <a:lnTo>
                  <a:pt x="8747" y="107137"/>
                </a:lnTo>
                <a:lnTo>
                  <a:pt x="9188" y="107592"/>
                </a:lnTo>
                <a:lnTo>
                  <a:pt x="9637" y="108039"/>
                </a:lnTo>
                <a:lnTo>
                  <a:pt x="10096" y="108479"/>
                </a:lnTo>
                <a:lnTo>
                  <a:pt x="10563" y="108912"/>
                </a:lnTo>
                <a:lnTo>
                  <a:pt x="11040" y="109337"/>
                </a:lnTo>
                <a:lnTo>
                  <a:pt x="11525" y="109754"/>
                </a:lnTo>
                <a:lnTo>
                  <a:pt x="12020" y="110164"/>
                </a:lnTo>
                <a:lnTo>
                  <a:pt x="12523" y="110567"/>
                </a:lnTo>
                <a:lnTo>
                  <a:pt x="13036" y="110962"/>
                </a:lnTo>
                <a:lnTo>
                  <a:pt x="13557" y="111350"/>
                </a:lnTo>
                <a:lnTo>
                  <a:pt x="14087" y="111731"/>
                </a:lnTo>
                <a:lnTo>
                  <a:pt x="14625" y="112104"/>
                </a:lnTo>
                <a:lnTo>
                  <a:pt x="15167" y="112469"/>
                </a:lnTo>
                <a:lnTo>
                  <a:pt x="15715" y="112826"/>
                </a:lnTo>
                <a:lnTo>
                  <a:pt x="16267" y="113175"/>
                </a:lnTo>
                <a:lnTo>
                  <a:pt x="16825" y="113516"/>
                </a:lnTo>
                <a:lnTo>
                  <a:pt x="17387" y="113850"/>
                </a:lnTo>
                <a:lnTo>
                  <a:pt x="17955" y="114176"/>
                </a:lnTo>
                <a:lnTo>
                  <a:pt x="18528" y="114494"/>
                </a:lnTo>
                <a:lnTo>
                  <a:pt x="19105" y="114804"/>
                </a:lnTo>
                <a:lnTo>
                  <a:pt x="19688" y="115106"/>
                </a:lnTo>
                <a:lnTo>
                  <a:pt x="20276" y="115400"/>
                </a:lnTo>
                <a:lnTo>
                  <a:pt x="20869" y="115687"/>
                </a:lnTo>
                <a:lnTo>
                  <a:pt x="21467" y="115965"/>
                </a:lnTo>
                <a:lnTo>
                  <a:pt x="22070" y="116236"/>
                </a:lnTo>
                <a:lnTo>
                  <a:pt x="22678" y="116499"/>
                </a:lnTo>
                <a:lnTo>
                  <a:pt x="23291" y="116754"/>
                </a:lnTo>
                <a:lnTo>
                  <a:pt x="23909" y="117001"/>
                </a:lnTo>
                <a:lnTo>
                  <a:pt x="24532" y="117241"/>
                </a:lnTo>
                <a:lnTo>
                  <a:pt x="25160" y="117472"/>
                </a:lnTo>
                <a:lnTo>
                  <a:pt x="25793" y="117696"/>
                </a:lnTo>
                <a:lnTo>
                  <a:pt x="26432" y="117912"/>
                </a:lnTo>
                <a:lnTo>
                  <a:pt x="27075" y="118120"/>
                </a:lnTo>
                <a:lnTo>
                  <a:pt x="27723" y="118320"/>
                </a:lnTo>
                <a:lnTo>
                  <a:pt x="28377" y="118512"/>
                </a:lnTo>
                <a:lnTo>
                  <a:pt x="29033" y="118697"/>
                </a:lnTo>
                <a:lnTo>
                  <a:pt x="29691" y="118873"/>
                </a:lnTo>
                <a:lnTo>
                  <a:pt x="30349" y="119042"/>
                </a:lnTo>
                <a:lnTo>
                  <a:pt x="31008" y="119203"/>
                </a:lnTo>
                <a:lnTo>
                  <a:pt x="31669" y="119356"/>
                </a:lnTo>
                <a:lnTo>
                  <a:pt x="32330" y="119501"/>
                </a:lnTo>
                <a:lnTo>
                  <a:pt x="32992" y="119638"/>
                </a:lnTo>
                <a:lnTo>
                  <a:pt x="33656" y="119768"/>
                </a:lnTo>
                <a:lnTo>
                  <a:pt x="34320" y="119890"/>
                </a:lnTo>
                <a:lnTo>
                  <a:pt x="34985" y="120003"/>
                </a:lnTo>
                <a:lnTo>
                  <a:pt x="35651" y="120109"/>
                </a:lnTo>
                <a:lnTo>
                  <a:pt x="36319" y="120208"/>
                </a:lnTo>
                <a:lnTo>
                  <a:pt x="36987" y="120298"/>
                </a:lnTo>
                <a:lnTo>
                  <a:pt x="37656" y="120380"/>
                </a:lnTo>
                <a:lnTo>
                  <a:pt x="38326" y="120455"/>
                </a:lnTo>
                <a:lnTo>
                  <a:pt x="38997" y="120521"/>
                </a:lnTo>
                <a:lnTo>
                  <a:pt x="39669" y="120580"/>
                </a:lnTo>
                <a:lnTo>
                  <a:pt x="40342" y="120631"/>
                </a:lnTo>
                <a:lnTo>
                  <a:pt x="41017" y="120675"/>
                </a:lnTo>
                <a:lnTo>
                  <a:pt x="41692" y="120710"/>
                </a:lnTo>
                <a:lnTo>
                  <a:pt x="42368" y="120737"/>
                </a:lnTo>
                <a:lnTo>
                  <a:pt x="43045" y="120757"/>
                </a:lnTo>
                <a:lnTo>
                  <a:pt x="43723" y="120769"/>
                </a:lnTo>
                <a:lnTo>
                  <a:pt x="44402" y="120773"/>
                </a:lnTo>
                <a:lnTo>
                  <a:pt x="45172" y="120769"/>
                </a:lnTo>
                <a:lnTo>
                  <a:pt x="45937" y="120757"/>
                </a:lnTo>
                <a:lnTo>
                  <a:pt x="46696" y="120738"/>
                </a:lnTo>
                <a:lnTo>
                  <a:pt x="47448" y="120711"/>
                </a:lnTo>
                <a:lnTo>
                  <a:pt x="48195" y="120676"/>
                </a:lnTo>
                <a:lnTo>
                  <a:pt x="48935" y="120634"/>
                </a:lnTo>
                <a:lnTo>
                  <a:pt x="49670" y="120584"/>
                </a:lnTo>
                <a:lnTo>
                  <a:pt x="50398" y="120526"/>
                </a:lnTo>
                <a:lnTo>
                  <a:pt x="51121" y="120460"/>
                </a:lnTo>
                <a:lnTo>
                  <a:pt x="51837" y="120387"/>
                </a:lnTo>
                <a:lnTo>
                  <a:pt x="52547" y="120306"/>
                </a:lnTo>
                <a:lnTo>
                  <a:pt x="53252" y="120218"/>
                </a:lnTo>
                <a:lnTo>
                  <a:pt x="53950" y="120121"/>
                </a:lnTo>
                <a:lnTo>
                  <a:pt x="54642" y="120017"/>
                </a:lnTo>
                <a:lnTo>
                  <a:pt x="55329" y="119905"/>
                </a:lnTo>
                <a:lnTo>
                  <a:pt x="56009" y="119786"/>
                </a:lnTo>
                <a:lnTo>
                  <a:pt x="56683" y="119659"/>
                </a:lnTo>
                <a:lnTo>
                  <a:pt x="57351" y="119524"/>
                </a:lnTo>
                <a:lnTo>
                  <a:pt x="58014" y="119381"/>
                </a:lnTo>
                <a:lnTo>
                  <a:pt x="58670" y="119231"/>
                </a:lnTo>
                <a:lnTo>
                  <a:pt x="59320" y="119073"/>
                </a:lnTo>
                <a:lnTo>
                  <a:pt x="59964" y="118907"/>
                </a:lnTo>
                <a:lnTo>
                  <a:pt x="60602" y="118734"/>
                </a:lnTo>
                <a:lnTo>
                  <a:pt x="61234" y="118553"/>
                </a:lnTo>
                <a:lnTo>
                  <a:pt x="61859" y="118364"/>
                </a:lnTo>
                <a:lnTo>
                  <a:pt x="62477" y="118169"/>
                </a:lnTo>
                <a:lnTo>
                  <a:pt x="63088" y="117968"/>
                </a:lnTo>
                <a:lnTo>
                  <a:pt x="63691" y="117760"/>
                </a:lnTo>
                <a:lnTo>
                  <a:pt x="64286" y="117545"/>
                </a:lnTo>
                <a:lnTo>
                  <a:pt x="64874" y="117324"/>
                </a:lnTo>
                <a:lnTo>
                  <a:pt x="65455" y="117096"/>
                </a:lnTo>
                <a:lnTo>
                  <a:pt x="66028" y="116862"/>
                </a:lnTo>
                <a:lnTo>
                  <a:pt x="66594" y="116621"/>
                </a:lnTo>
                <a:lnTo>
                  <a:pt x="67153" y="116373"/>
                </a:lnTo>
                <a:lnTo>
                  <a:pt x="67704" y="116119"/>
                </a:lnTo>
                <a:lnTo>
                  <a:pt x="68247" y="115858"/>
                </a:lnTo>
                <a:lnTo>
                  <a:pt x="68784" y="115591"/>
                </a:lnTo>
                <a:lnTo>
                  <a:pt x="69312" y="115317"/>
                </a:lnTo>
                <a:lnTo>
                  <a:pt x="69834" y="115036"/>
                </a:lnTo>
                <a:lnTo>
                  <a:pt x="70348" y="114749"/>
                </a:lnTo>
                <a:lnTo>
                  <a:pt x="70854" y="114456"/>
                </a:lnTo>
                <a:lnTo>
                  <a:pt x="71353" y="114155"/>
                </a:lnTo>
                <a:lnTo>
                  <a:pt x="71845" y="113848"/>
                </a:lnTo>
                <a:lnTo>
                  <a:pt x="72329" y="113535"/>
                </a:lnTo>
                <a:lnTo>
                  <a:pt x="72806" y="113215"/>
                </a:lnTo>
                <a:lnTo>
                  <a:pt x="73275" y="112888"/>
                </a:lnTo>
                <a:lnTo>
                  <a:pt x="73737" y="112555"/>
                </a:lnTo>
                <a:lnTo>
                  <a:pt x="74191" y="112215"/>
                </a:lnTo>
                <a:lnTo>
                  <a:pt x="74638" y="111869"/>
                </a:lnTo>
                <a:lnTo>
                  <a:pt x="75075" y="111517"/>
                </a:lnTo>
                <a:lnTo>
                  <a:pt x="75504" y="111159"/>
                </a:lnTo>
                <a:lnTo>
                  <a:pt x="75925" y="110796"/>
                </a:lnTo>
                <a:lnTo>
                  <a:pt x="76336" y="110426"/>
                </a:lnTo>
                <a:lnTo>
                  <a:pt x="76739" y="110051"/>
                </a:lnTo>
                <a:lnTo>
                  <a:pt x="77134" y="109669"/>
                </a:lnTo>
                <a:lnTo>
                  <a:pt x="77519" y="109282"/>
                </a:lnTo>
                <a:lnTo>
                  <a:pt x="77896" y="108889"/>
                </a:lnTo>
                <a:lnTo>
                  <a:pt x="78264" y="108490"/>
                </a:lnTo>
                <a:lnTo>
                  <a:pt x="78624" y="108085"/>
                </a:lnTo>
                <a:lnTo>
                  <a:pt x="78974" y="107674"/>
                </a:lnTo>
                <a:lnTo>
                  <a:pt x="79317" y="107257"/>
                </a:lnTo>
                <a:lnTo>
                  <a:pt x="79650" y="106835"/>
                </a:lnTo>
                <a:lnTo>
                  <a:pt x="79975" y="106406"/>
                </a:lnTo>
                <a:lnTo>
                  <a:pt x="80291" y="105972"/>
                </a:lnTo>
                <a:lnTo>
                  <a:pt x="80598" y="105532"/>
                </a:lnTo>
                <a:lnTo>
                  <a:pt x="80897" y="105086"/>
                </a:lnTo>
                <a:lnTo>
                  <a:pt x="81187" y="104634"/>
                </a:lnTo>
                <a:lnTo>
                  <a:pt x="81468" y="104176"/>
                </a:lnTo>
                <a:lnTo>
                  <a:pt x="81741" y="103712"/>
                </a:lnTo>
                <a:lnTo>
                  <a:pt x="82005" y="103242"/>
                </a:lnTo>
                <a:lnTo>
                  <a:pt x="82260" y="102767"/>
                </a:lnTo>
                <a:lnTo>
                  <a:pt x="82506" y="102285"/>
                </a:lnTo>
                <a:lnTo>
                  <a:pt x="82744" y="101799"/>
                </a:lnTo>
                <a:lnTo>
                  <a:pt x="82971" y="101307"/>
                </a:lnTo>
                <a:lnTo>
                  <a:pt x="83188" y="100811"/>
                </a:lnTo>
                <a:lnTo>
                  <a:pt x="83394" y="100310"/>
                </a:lnTo>
                <a:lnTo>
                  <a:pt x="83591" y="99804"/>
                </a:lnTo>
                <a:lnTo>
                  <a:pt x="83778" y="99293"/>
                </a:lnTo>
                <a:lnTo>
                  <a:pt x="83955" y="98778"/>
                </a:lnTo>
                <a:lnTo>
                  <a:pt x="84121" y="98258"/>
                </a:lnTo>
                <a:lnTo>
                  <a:pt x="84277" y="97733"/>
                </a:lnTo>
                <a:lnTo>
                  <a:pt x="84424" y="97203"/>
                </a:lnTo>
                <a:lnTo>
                  <a:pt x="84560" y="96669"/>
                </a:lnTo>
                <a:lnTo>
                  <a:pt x="84686" y="96130"/>
                </a:lnTo>
                <a:lnTo>
                  <a:pt x="84802" y="95586"/>
                </a:lnTo>
                <a:lnTo>
                  <a:pt x="84908" y="95037"/>
                </a:lnTo>
                <a:lnTo>
                  <a:pt x="85004" y="94484"/>
                </a:lnTo>
                <a:lnTo>
                  <a:pt x="85090" y="93925"/>
                </a:lnTo>
                <a:lnTo>
                  <a:pt x="85165" y="93362"/>
                </a:lnTo>
                <a:lnTo>
                  <a:pt x="85231" y="92795"/>
                </a:lnTo>
                <a:lnTo>
                  <a:pt x="85287" y="92222"/>
                </a:lnTo>
                <a:lnTo>
                  <a:pt x="85332" y="91645"/>
                </a:lnTo>
                <a:lnTo>
                  <a:pt x="85367" y="91063"/>
                </a:lnTo>
                <a:lnTo>
                  <a:pt x="85393" y="90476"/>
                </a:lnTo>
                <a:lnTo>
                  <a:pt x="85408" y="89884"/>
                </a:lnTo>
                <a:lnTo>
                  <a:pt x="85413" y="89288"/>
                </a:lnTo>
                <a:lnTo>
                  <a:pt x="85409" y="88718"/>
                </a:lnTo>
                <a:lnTo>
                  <a:pt x="85397" y="88154"/>
                </a:lnTo>
                <a:lnTo>
                  <a:pt x="85377" y="87594"/>
                </a:lnTo>
                <a:lnTo>
                  <a:pt x="85349" y="87040"/>
                </a:lnTo>
                <a:lnTo>
                  <a:pt x="85313" y="86490"/>
                </a:lnTo>
                <a:lnTo>
                  <a:pt x="85269" y="85945"/>
                </a:lnTo>
                <a:lnTo>
                  <a:pt x="85217" y="85405"/>
                </a:lnTo>
                <a:lnTo>
                  <a:pt x="85157" y="84870"/>
                </a:lnTo>
                <a:lnTo>
                  <a:pt x="85089" y="84340"/>
                </a:lnTo>
                <a:lnTo>
                  <a:pt x="85013" y="83815"/>
                </a:lnTo>
                <a:lnTo>
                  <a:pt x="84929" y="83294"/>
                </a:lnTo>
                <a:lnTo>
                  <a:pt x="84838" y="82779"/>
                </a:lnTo>
                <a:lnTo>
                  <a:pt x="84738" y="82268"/>
                </a:lnTo>
                <a:lnTo>
                  <a:pt x="84630" y="81763"/>
                </a:lnTo>
                <a:lnTo>
                  <a:pt x="84514" y="81262"/>
                </a:lnTo>
                <a:lnTo>
                  <a:pt x="84390" y="80766"/>
                </a:lnTo>
                <a:lnTo>
                  <a:pt x="84258" y="80275"/>
                </a:lnTo>
                <a:lnTo>
                  <a:pt x="84119" y="79789"/>
                </a:lnTo>
                <a:lnTo>
                  <a:pt x="83971" y="79308"/>
                </a:lnTo>
                <a:lnTo>
                  <a:pt x="83815" y="78832"/>
                </a:lnTo>
                <a:lnTo>
                  <a:pt x="83651" y="78361"/>
                </a:lnTo>
                <a:lnTo>
                  <a:pt x="83479" y="77894"/>
                </a:lnTo>
                <a:lnTo>
                  <a:pt x="83300" y="77433"/>
                </a:lnTo>
                <a:lnTo>
                  <a:pt x="83112" y="76976"/>
                </a:lnTo>
                <a:lnTo>
                  <a:pt x="82916" y="76524"/>
                </a:lnTo>
                <a:lnTo>
                  <a:pt x="82712" y="76076"/>
                </a:lnTo>
                <a:lnTo>
                  <a:pt x="82499" y="75632"/>
                </a:lnTo>
                <a:lnTo>
                  <a:pt x="82278" y="75191"/>
                </a:lnTo>
                <a:lnTo>
                  <a:pt x="82048" y="74755"/>
                </a:lnTo>
                <a:lnTo>
                  <a:pt x="81810" y="74322"/>
                </a:lnTo>
                <a:lnTo>
                  <a:pt x="81564" y="73894"/>
                </a:lnTo>
                <a:lnTo>
                  <a:pt x="81309" y="73469"/>
                </a:lnTo>
                <a:lnTo>
                  <a:pt x="81046" y="73048"/>
                </a:lnTo>
                <a:lnTo>
                  <a:pt x="80774" y="72632"/>
                </a:lnTo>
                <a:lnTo>
                  <a:pt x="80494" y="72219"/>
                </a:lnTo>
                <a:lnTo>
                  <a:pt x="80206" y="71810"/>
                </a:lnTo>
                <a:lnTo>
                  <a:pt x="79909" y="71405"/>
                </a:lnTo>
                <a:lnTo>
                  <a:pt x="79604" y="71003"/>
                </a:lnTo>
                <a:lnTo>
                  <a:pt x="79290" y="70606"/>
                </a:lnTo>
                <a:lnTo>
                  <a:pt x="78968" y="70213"/>
                </a:lnTo>
                <a:lnTo>
                  <a:pt x="78637" y="69824"/>
                </a:lnTo>
                <a:lnTo>
                  <a:pt x="78298" y="69438"/>
                </a:lnTo>
                <a:lnTo>
                  <a:pt x="77951" y="69057"/>
                </a:lnTo>
                <a:lnTo>
                  <a:pt x="77595" y="68679"/>
                </a:lnTo>
                <a:lnTo>
                  <a:pt x="77231" y="68305"/>
                </a:lnTo>
                <a:lnTo>
                  <a:pt x="76859" y="67936"/>
                </a:lnTo>
                <a:lnTo>
                  <a:pt x="76478" y="67570"/>
                </a:lnTo>
                <a:lnTo>
                  <a:pt x="76088" y="67208"/>
                </a:lnTo>
                <a:lnTo>
                  <a:pt x="75690" y="66850"/>
                </a:lnTo>
                <a:lnTo>
                  <a:pt x="75284" y="66494"/>
                </a:lnTo>
                <a:lnTo>
                  <a:pt x="74868" y="66142"/>
                </a:lnTo>
                <a:lnTo>
                  <a:pt x="74443" y="65792"/>
                </a:lnTo>
                <a:lnTo>
                  <a:pt x="74010" y="65445"/>
                </a:lnTo>
                <a:lnTo>
                  <a:pt x="73568" y="65101"/>
                </a:lnTo>
                <a:lnTo>
                  <a:pt x="73117" y="64761"/>
                </a:lnTo>
                <a:lnTo>
                  <a:pt x="72657" y="64423"/>
                </a:lnTo>
                <a:lnTo>
                  <a:pt x="72189" y="64088"/>
                </a:lnTo>
                <a:lnTo>
                  <a:pt x="71711" y="63756"/>
                </a:lnTo>
                <a:lnTo>
                  <a:pt x="71225" y="63427"/>
                </a:lnTo>
                <a:lnTo>
                  <a:pt x="70730" y="63101"/>
                </a:lnTo>
                <a:lnTo>
                  <a:pt x="70226" y="62778"/>
                </a:lnTo>
                <a:lnTo>
                  <a:pt x="69713" y="62458"/>
                </a:lnTo>
                <a:lnTo>
                  <a:pt x="69192" y="62140"/>
                </a:lnTo>
                <a:lnTo>
                  <a:pt x="68661" y="61826"/>
                </a:lnTo>
                <a:lnTo>
                  <a:pt x="68122" y="61515"/>
                </a:lnTo>
                <a:lnTo>
                  <a:pt x="67574" y="61206"/>
                </a:lnTo>
                <a:lnTo>
                  <a:pt x="67017" y="60901"/>
                </a:lnTo>
                <a:lnTo>
                  <a:pt x="66451" y="60598"/>
                </a:lnTo>
                <a:lnTo>
                  <a:pt x="65877" y="60299"/>
                </a:lnTo>
                <a:lnTo>
                  <a:pt x="65293" y="60002"/>
                </a:lnTo>
                <a:lnTo>
                  <a:pt x="64701" y="59708"/>
                </a:lnTo>
                <a:lnTo>
                  <a:pt x="64100" y="59418"/>
                </a:lnTo>
                <a:lnTo>
                  <a:pt x="63490" y="59129"/>
                </a:lnTo>
                <a:lnTo>
                  <a:pt x="62870" y="58843"/>
                </a:lnTo>
                <a:lnTo>
                  <a:pt x="62241" y="58560"/>
                </a:lnTo>
                <a:lnTo>
                  <a:pt x="61602" y="58278"/>
                </a:lnTo>
                <a:lnTo>
                  <a:pt x="60953" y="57999"/>
                </a:lnTo>
                <a:lnTo>
                  <a:pt x="60295" y="57722"/>
                </a:lnTo>
                <a:lnTo>
                  <a:pt x="59628" y="57447"/>
                </a:lnTo>
                <a:lnTo>
                  <a:pt x="58951" y="57175"/>
                </a:lnTo>
                <a:lnTo>
                  <a:pt x="58265" y="56905"/>
                </a:lnTo>
                <a:lnTo>
                  <a:pt x="57569" y="56637"/>
                </a:lnTo>
                <a:lnTo>
                  <a:pt x="56863" y="56371"/>
                </a:lnTo>
                <a:lnTo>
                  <a:pt x="56148" y="56108"/>
                </a:lnTo>
                <a:lnTo>
                  <a:pt x="55423" y="55846"/>
                </a:lnTo>
                <a:lnTo>
                  <a:pt x="54689" y="55587"/>
                </a:lnTo>
                <a:lnTo>
                  <a:pt x="53946" y="55331"/>
                </a:lnTo>
                <a:lnTo>
                  <a:pt x="53192" y="55076"/>
                </a:lnTo>
                <a:lnTo>
                  <a:pt x="52430" y="54824"/>
                </a:lnTo>
                <a:lnTo>
                  <a:pt x="51657" y="54574"/>
                </a:lnTo>
                <a:lnTo>
                  <a:pt x="50876" y="54326"/>
                </a:lnTo>
                <a:lnTo>
                  <a:pt x="50084" y="54080"/>
                </a:lnTo>
                <a:lnTo>
                  <a:pt x="49283" y="53837"/>
                </a:lnTo>
                <a:lnTo>
                  <a:pt x="48473" y="53596"/>
                </a:lnTo>
                <a:lnTo>
                  <a:pt x="47653" y="53357"/>
                </a:lnTo>
                <a:lnTo>
                  <a:pt x="46824" y="53121"/>
                </a:lnTo>
                <a:lnTo>
                  <a:pt x="46222" y="52952"/>
                </a:lnTo>
                <a:lnTo>
                  <a:pt x="45627" y="52783"/>
                </a:lnTo>
                <a:lnTo>
                  <a:pt x="45039" y="52613"/>
                </a:lnTo>
                <a:lnTo>
                  <a:pt x="44459" y="52443"/>
                </a:lnTo>
                <a:lnTo>
                  <a:pt x="43886" y="52273"/>
                </a:lnTo>
                <a:lnTo>
                  <a:pt x="43319" y="52101"/>
                </a:lnTo>
                <a:lnTo>
                  <a:pt x="42760" y="51930"/>
                </a:lnTo>
                <a:lnTo>
                  <a:pt x="42209" y="51757"/>
                </a:lnTo>
                <a:lnTo>
                  <a:pt x="41664" y="51584"/>
                </a:lnTo>
                <a:lnTo>
                  <a:pt x="41126" y="51411"/>
                </a:lnTo>
                <a:lnTo>
                  <a:pt x="40596" y="51237"/>
                </a:lnTo>
                <a:lnTo>
                  <a:pt x="40073" y="51062"/>
                </a:lnTo>
                <a:lnTo>
                  <a:pt x="39556" y="50887"/>
                </a:lnTo>
                <a:lnTo>
                  <a:pt x="39047" y="50711"/>
                </a:lnTo>
                <a:lnTo>
                  <a:pt x="38546" y="50535"/>
                </a:lnTo>
                <a:lnTo>
                  <a:pt x="38051" y="50358"/>
                </a:lnTo>
                <a:lnTo>
                  <a:pt x="37563" y="50180"/>
                </a:lnTo>
                <a:lnTo>
                  <a:pt x="37083" y="50002"/>
                </a:lnTo>
                <a:lnTo>
                  <a:pt x="36610" y="49824"/>
                </a:lnTo>
                <a:lnTo>
                  <a:pt x="36144" y="49645"/>
                </a:lnTo>
                <a:lnTo>
                  <a:pt x="35685" y="49465"/>
                </a:lnTo>
                <a:lnTo>
                  <a:pt x="35233" y="49285"/>
                </a:lnTo>
                <a:lnTo>
                  <a:pt x="34788" y="49104"/>
                </a:lnTo>
                <a:lnTo>
                  <a:pt x="34351" y="48923"/>
                </a:lnTo>
                <a:lnTo>
                  <a:pt x="33920" y="48740"/>
                </a:lnTo>
                <a:lnTo>
                  <a:pt x="33496" y="48557"/>
                </a:lnTo>
                <a:lnTo>
                  <a:pt x="33078" y="48371"/>
                </a:lnTo>
                <a:lnTo>
                  <a:pt x="32667" y="48185"/>
                </a:lnTo>
                <a:lnTo>
                  <a:pt x="32262" y="47997"/>
                </a:lnTo>
                <a:lnTo>
                  <a:pt x="31863" y="47808"/>
                </a:lnTo>
                <a:lnTo>
                  <a:pt x="31471" y="47617"/>
                </a:lnTo>
                <a:lnTo>
                  <a:pt x="31086" y="47425"/>
                </a:lnTo>
                <a:lnTo>
                  <a:pt x="30707" y="47231"/>
                </a:lnTo>
                <a:lnTo>
                  <a:pt x="30334" y="47036"/>
                </a:lnTo>
                <a:lnTo>
                  <a:pt x="29968" y="46840"/>
                </a:lnTo>
                <a:lnTo>
                  <a:pt x="29608" y="46642"/>
                </a:lnTo>
                <a:lnTo>
                  <a:pt x="29255" y="46443"/>
                </a:lnTo>
                <a:lnTo>
                  <a:pt x="28908" y="46242"/>
                </a:lnTo>
                <a:lnTo>
                  <a:pt x="28567" y="46040"/>
                </a:lnTo>
                <a:lnTo>
                  <a:pt x="28233" y="45837"/>
                </a:lnTo>
                <a:lnTo>
                  <a:pt x="27906" y="45632"/>
                </a:lnTo>
                <a:lnTo>
                  <a:pt x="27585" y="45426"/>
                </a:lnTo>
                <a:lnTo>
                  <a:pt x="27270" y="45218"/>
                </a:lnTo>
                <a:lnTo>
                  <a:pt x="26962" y="45009"/>
                </a:lnTo>
                <a:lnTo>
                  <a:pt x="26660" y="44799"/>
                </a:lnTo>
                <a:lnTo>
                  <a:pt x="26365" y="44587"/>
                </a:lnTo>
                <a:lnTo>
                  <a:pt x="26076" y="44374"/>
                </a:lnTo>
                <a:lnTo>
                  <a:pt x="25793" y="44160"/>
                </a:lnTo>
                <a:lnTo>
                  <a:pt x="25517" y="43943"/>
                </a:lnTo>
                <a:lnTo>
                  <a:pt x="25247" y="43726"/>
                </a:lnTo>
                <a:lnTo>
                  <a:pt x="24984" y="43507"/>
                </a:lnTo>
                <a:lnTo>
                  <a:pt x="24726" y="43286"/>
                </a:lnTo>
                <a:lnTo>
                  <a:pt x="24474" y="43064"/>
                </a:lnTo>
                <a:lnTo>
                  <a:pt x="24229" y="42840"/>
                </a:lnTo>
                <a:lnTo>
                  <a:pt x="23990" y="42615"/>
                </a:lnTo>
                <a:lnTo>
                  <a:pt x="23757" y="42388"/>
                </a:lnTo>
                <a:lnTo>
                  <a:pt x="23530" y="42160"/>
                </a:lnTo>
                <a:lnTo>
                  <a:pt x="23310" y="41930"/>
                </a:lnTo>
                <a:lnTo>
                  <a:pt x="23095" y="41698"/>
                </a:lnTo>
                <a:lnTo>
                  <a:pt x="22887" y="41465"/>
                </a:lnTo>
                <a:lnTo>
                  <a:pt x="22685" y="41231"/>
                </a:lnTo>
                <a:lnTo>
                  <a:pt x="22489" y="40994"/>
                </a:lnTo>
                <a:lnTo>
                  <a:pt x="22299" y="40757"/>
                </a:lnTo>
                <a:lnTo>
                  <a:pt x="22116" y="40518"/>
                </a:lnTo>
                <a:lnTo>
                  <a:pt x="21938" y="40277"/>
                </a:lnTo>
                <a:lnTo>
                  <a:pt x="21767" y="40035"/>
                </a:lnTo>
                <a:lnTo>
                  <a:pt x="21602" y="39791"/>
                </a:lnTo>
                <a:lnTo>
                  <a:pt x="21443" y="39546"/>
                </a:lnTo>
                <a:lnTo>
                  <a:pt x="21290" y="39299"/>
                </a:lnTo>
                <a:lnTo>
                  <a:pt x="21144" y="39050"/>
                </a:lnTo>
                <a:lnTo>
                  <a:pt x="21003" y="38800"/>
                </a:lnTo>
                <a:lnTo>
                  <a:pt x="20869" y="38549"/>
                </a:lnTo>
                <a:lnTo>
                  <a:pt x="20740" y="38295"/>
                </a:lnTo>
                <a:lnTo>
                  <a:pt x="20617" y="38039"/>
                </a:lnTo>
                <a:lnTo>
                  <a:pt x="20500" y="37781"/>
                </a:lnTo>
                <a:lnTo>
                  <a:pt x="20388" y="37521"/>
                </a:lnTo>
                <a:lnTo>
                  <a:pt x="20281" y="37258"/>
                </a:lnTo>
                <a:lnTo>
                  <a:pt x="20180" y="36992"/>
                </a:lnTo>
                <a:lnTo>
                  <a:pt x="20084" y="36724"/>
                </a:lnTo>
                <a:lnTo>
                  <a:pt x="19994" y="36454"/>
                </a:lnTo>
                <a:lnTo>
                  <a:pt x="19909" y="36182"/>
                </a:lnTo>
                <a:lnTo>
                  <a:pt x="19830" y="35907"/>
                </a:lnTo>
                <a:lnTo>
                  <a:pt x="19756" y="35629"/>
                </a:lnTo>
                <a:lnTo>
                  <a:pt x="19688" y="35350"/>
                </a:lnTo>
                <a:lnTo>
                  <a:pt x="19625" y="35068"/>
                </a:lnTo>
                <a:lnTo>
                  <a:pt x="19568" y="34783"/>
                </a:lnTo>
                <a:lnTo>
                  <a:pt x="19516" y="34496"/>
                </a:lnTo>
                <a:lnTo>
                  <a:pt x="19469" y="34207"/>
                </a:lnTo>
                <a:lnTo>
                  <a:pt x="19428" y="33916"/>
                </a:lnTo>
                <a:lnTo>
                  <a:pt x="19393" y="33622"/>
                </a:lnTo>
                <a:lnTo>
                  <a:pt x="19363" y="33325"/>
                </a:lnTo>
                <a:lnTo>
                  <a:pt x="19338" y="33027"/>
                </a:lnTo>
                <a:lnTo>
                  <a:pt x="19319" y="32725"/>
                </a:lnTo>
                <a:lnTo>
                  <a:pt x="19305" y="32422"/>
                </a:lnTo>
                <a:lnTo>
                  <a:pt x="19297" y="32116"/>
                </a:lnTo>
                <a:lnTo>
                  <a:pt x="19295" y="31808"/>
                </a:lnTo>
                <a:lnTo>
                  <a:pt x="19299" y="31352"/>
                </a:lnTo>
                <a:lnTo>
                  <a:pt x="19313" y="30901"/>
                </a:lnTo>
                <a:lnTo>
                  <a:pt x="19336" y="30454"/>
                </a:lnTo>
                <a:lnTo>
                  <a:pt x="19367" y="30012"/>
                </a:lnTo>
                <a:lnTo>
                  <a:pt x="19408" y="29573"/>
                </a:lnTo>
                <a:lnTo>
                  <a:pt x="19459" y="29139"/>
                </a:lnTo>
                <a:lnTo>
                  <a:pt x="19518" y="28708"/>
                </a:lnTo>
                <a:lnTo>
                  <a:pt x="19586" y="28283"/>
                </a:lnTo>
                <a:lnTo>
                  <a:pt x="19664" y="27861"/>
                </a:lnTo>
                <a:lnTo>
                  <a:pt x="19750" y="27443"/>
                </a:lnTo>
                <a:lnTo>
                  <a:pt x="19846" y="27030"/>
                </a:lnTo>
                <a:lnTo>
                  <a:pt x="19950" y="26621"/>
                </a:lnTo>
                <a:lnTo>
                  <a:pt x="20064" y="26216"/>
                </a:lnTo>
                <a:lnTo>
                  <a:pt x="20187" y="25815"/>
                </a:lnTo>
                <a:lnTo>
                  <a:pt x="20319" y="25419"/>
                </a:lnTo>
                <a:lnTo>
                  <a:pt x="20461" y="25026"/>
                </a:lnTo>
                <a:lnTo>
                  <a:pt x="20611" y="24638"/>
                </a:lnTo>
                <a:lnTo>
                  <a:pt x="20770" y="24254"/>
                </a:lnTo>
                <a:lnTo>
                  <a:pt x="20939" y="23875"/>
                </a:lnTo>
                <a:lnTo>
                  <a:pt x="21117" y="23499"/>
                </a:lnTo>
                <a:lnTo>
                  <a:pt x="21303" y="23128"/>
                </a:lnTo>
                <a:lnTo>
                  <a:pt x="21499" y="22761"/>
                </a:lnTo>
                <a:lnTo>
                  <a:pt x="21704" y="22398"/>
                </a:lnTo>
                <a:lnTo>
                  <a:pt x="21918" y="22039"/>
                </a:lnTo>
                <a:lnTo>
                  <a:pt x="22142" y="21686"/>
                </a:lnTo>
                <a:lnTo>
                  <a:pt x="22375" y="21339"/>
                </a:lnTo>
                <a:lnTo>
                  <a:pt x="22618" y="20997"/>
                </a:lnTo>
                <a:lnTo>
                  <a:pt x="22870" y="20662"/>
                </a:lnTo>
                <a:lnTo>
                  <a:pt x="23132" y="20334"/>
                </a:lnTo>
                <a:lnTo>
                  <a:pt x="23404" y="20011"/>
                </a:lnTo>
                <a:lnTo>
                  <a:pt x="23686" y="19695"/>
                </a:lnTo>
                <a:lnTo>
                  <a:pt x="23977" y="19384"/>
                </a:lnTo>
                <a:lnTo>
                  <a:pt x="24278" y="19080"/>
                </a:lnTo>
                <a:lnTo>
                  <a:pt x="24588" y="18782"/>
                </a:lnTo>
                <a:lnTo>
                  <a:pt x="24908" y="18490"/>
                </a:lnTo>
                <a:lnTo>
                  <a:pt x="25238" y="18205"/>
                </a:lnTo>
                <a:lnTo>
                  <a:pt x="25578" y="17925"/>
                </a:lnTo>
                <a:lnTo>
                  <a:pt x="25927" y="17652"/>
                </a:lnTo>
                <a:lnTo>
                  <a:pt x="26286" y="17385"/>
                </a:lnTo>
                <a:lnTo>
                  <a:pt x="26654" y="17124"/>
                </a:lnTo>
                <a:lnTo>
                  <a:pt x="27033" y="16869"/>
                </a:lnTo>
                <a:lnTo>
                  <a:pt x="27421" y="16620"/>
                </a:lnTo>
                <a:lnTo>
                  <a:pt x="27818" y="16378"/>
                </a:lnTo>
                <a:lnTo>
                  <a:pt x="28225" y="16142"/>
                </a:lnTo>
                <a:lnTo>
                  <a:pt x="28642" y="15911"/>
                </a:lnTo>
                <a:lnTo>
                  <a:pt x="29069" y="15687"/>
                </a:lnTo>
                <a:lnTo>
                  <a:pt x="29505" y="15470"/>
                </a:lnTo>
                <a:lnTo>
                  <a:pt x="29951" y="15258"/>
                </a:lnTo>
                <a:lnTo>
                  <a:pt x="30407" y="15054"/>
                </a:lnTo>
                <a:lnTo>
                  <a:pt x="30873" y="14858"/>
                </a:lnTo>
                <a:lnTo>
                  <a:pt x="31349" y="14671"/>
                </a:lnTo>
                <a:lnTo>
                  <a:pt x="31835" y="14493"/>
                </a:lnTo>
                <a:lnTo>
                  <a:pt x="32331" y="14324"/>
                </a:lnTo>
                <a:lnTo>
                  <a:pt x="32837" y="14163"/>
                </a:lnTo>
                <a:lnTo>
                  <a:pt x="33353" y="14011"/>
                </a:lnTo>
                <a:lnTo>
                  <a:pt x="33880" y="13868"/>
                </a:lnTo>
                <a:lnTo>
                  <a:pt x="34416" y="13733"/>
                </a:lnTo>
                <a:lnTo>
                  <a:pt x="34963" y="13607"/>
                </a:lnTo>
                <a:lnTo>
                  <a:pt x="35520" y="13490"/>
                </a:lnTo>
                <a:lnTo>
                  <a:pt x="36086" y="13381"/>
                </a:lnTo>
                <a:lnTo>
                  <a:pt x="36663" y="13281"/>
                </a:lnTo>
                <a:lnTo>
                  <a:pt x="37250" y="13190"/>
                </a:lnTo>
                <a:lnTo>
                  <a:pt x="37847" y="13107"/>
                </a:lnTo>
                <a:lnTo>
                  <a:pt x="38455" y="13033"/>
                </a:lnTo>
                <a:lnTo>
                  <a:pt x="39072" y="12968"/>
                </a:lnTo>
                <a:lnTo>
                  <a:pt x="39699" y="12912"/>
                </a:lnTo>
                <a:lnTo>
                  <a:pt x="40337" y="12864"/>
                </a:lnTo>
                <a:lnTo>
                  <a:pt x="40984" y="12825"/>
                </a:lnTo>
                <a:lnTo>
                  <a:pt x="41642" y="12794"/>
                </a:lnTo>
                <a:lnTo>
                  <a:pt x="42309" y="12773"/>
                </a:lnTo>
                <a:lnTo>
                  <a:pt x="42987" y="12760"/>
                </a:lnTo>
                <a:lnTo>
                  <a:pt x="43675" y="12755"/>
                </a:lnTo>
                <a:lnTo>
                  <a:pt x="44403" y="12761"/>
                </a:lnTo>
                <a:lnTo>
                  <a:pt x="45120" y="12776"/>
                </a:lnTo>
                <a:lnTo>
                  <a:pt x="45827" y="12801"/>
                </a:lnTo>
                <a:lnTo>
                  <a:pt x="46523" y="12837"/>
                </a:lnTo>
                <a:lnTo>
                  <a:pt x="47208" y="12883"/>
                </a:lnTo>
                <a:lnTo>
                  <a:pt x="47883" y="12940"/>
                </a:lnTo>
                <a:lnTo>
                  <a:pt x="48547" y="13006"/>
                </a:lnTo>
                <a:lnTo>
                  <a:pt x="49201" y="13083"/>
                </a:lnTo>
                <a:lnTo>
                  <a:pt x="49843" y="13170"/>
                </a:lnTo>
                <a:lnTo>
                  <a:pt x="50476" y="13267"/>
                </a:lnTo>
                <a:lnTo>
                  <a:pt x="51097" y="13374"/>
                </a:lnTo>
                <a:lnTo>
                  <a:pt x="51708" y="13492"/>
                </a:lnTo>
                <a:lnTo>
                  <a:pt x="52308" y="13620"/>
                </a:lnTo>
                <a:lnTo>
                  <a:pt x="52897" y="13758"/>
                </a:lnTo>
                <a:lnTo>
                  <a:pt x="53476" y="13906"/>
                </a:lnTo>
                <a:lnTo>
                  <a:pt x="54044" y="14065"/>
                </a:lnTo>
                <a:lnTo>
                  <a:pt x="54602" y="14234"/>
                </a:lnTo>
                <a:lnTo>
                  <a:pt x="55149" y="14413"/>
                </a:lnTo>
                <a:lnTo>
                  <a:pt x="55685" y="14602"/>
                </a:lnTo>
                <a:lnTo>
                  <a:pt x="56211" y="14802"/>
                </a:lnTo>
                <a:lnTo>
                  <a:pt x="56726" y="15011"/>
                </a:lnTo>
                <a:lnTo>
                  <a:pt x="57230" y="15231"/>
                </a:lnTo>
                <a:lnTo>
                  <a:pt x="57724" y="15462"/>
                </a:lnTo>
                <a:lnTo>
                  <a:pt x="58207" y="15702"/>
                </a:lnTo>
                <a:lnTo>
                  <a:pt x="58679" y="15951"/>
                </a:lnTo>
                <a:lnTo>
                  <a:pt x="59142" y="16208"/>
                </a:lnTo>
                <a:lnTo>
                  <a:pt x="59594" y="16473"/>
                </a:lnTo>
                <a:lnTo>
                  <a:pt x="60036" y="16745"/>
                </a:lnTo>
                <a:lnTo>
                  <a:pt x="60469" y="17024"/>
                </a:lnTo>
                <a:lnTo>
                  <a:pt x="60891" y="17312"/>
                </a:lnTo>
                <a:lnTo>
                  <a:pt x="61303" y="17606"/>
                </a:lnTo>
                <a:lnTo>
                  <a:pt x="61705" y="17909"/>
                </a:lnTo>
                <a:lnTo>
                  <a:pt x="62097" y="18219"/>
                </a:lnTo>
                <a:lnTo>
                  <a:pt x="62479" y="18536"/>
                </a:lnTo>
                <a:lnTo>
                  <a:pt x="62850" y="18861"/>
                </a:lnTo>
                <a:lnTo>
                  <a:pt x="63212" y="19194"/>
                </a:lnTo>
                <a:lnTo>
                  <a:pt x="63563" y="19534"/>
                </a:lnTo>
                <a:lnTo>
                  <a:pt x="63905" y="19882"/>
                </a:lnTo>
                <a:lnTo>
                  <a:pt x="64236" y="20237"/>
                </a:lnTo>
                <a:lnTo>
                  <a:pt x="64557" y="20600"/>
                </a:lnTo>
                <a:lnTo>
                  <a:pt x="64869" y="20970"/>
                </a:lnTo>
                <a:lnTo>
                  <a:pt x="65170" y="21348"/>
                </a:lnTo>
                <a:lnTo>
                  <a:pt x="65461" y="21734"/>
                </a:lnTo>
                <a:lnTo>
                  <a:pt x="65741" y="22127"/>
                </a:lnTo>
                <a:lnTo>
                  <a:pt x="66012" y="22528"/>
                </a:lnTo>
                <a:lnTo>
                  <a:pt x="66273" y="22936"/>
                </a:lnTo>
                <a:lnTo>
                  <a:pt x="66524" y="23352"/>
                </a:lnTo>
                <a:lnTo>
                  <a:pt x="66764" y="23775"/>
                </a:lnTo>
                <a:lnTo>
                  <a:pt x="66995" y="24205"/>
                </a:lnTo>
                <a:lnTo>
                  <a:pt x="67215" y="24640"/>
                </a:lnTo>
                <a:lnTo>
                  <a:pt x="67426" y="25080"/>
                </a:lnTo>
                <a:lnTo>
                  <a:pt x="67627" y="25525"/>
                </a:lnTo>
                <a:lnTo>
                  <a:pt x="67819" y="25976"/>
                </a:lnTo>
                <a:lnTo>
                  <a:pt x="68000" y="26432"/>
                </a:lnTo>
                <a:lnTo>
                  <a:pt x="68172" y="26893"/>
                </a:lnTo>
                <a:lnTo>
                  <a:pt x="68334" y="27359"/>
                </a:lnTo>
                <a:lnTo>
                  <a:pt x="68486" y="27830"/>
                </a:lnTo>
                <a:lnTo>
                  <a:pt x="68628" y="28306"/>
                </a:lnTo>
                <a:lnTo>
                  <a:pt x="68761" y="28788"/>
                </a:lnTo>
                <a:lnTo>
                  <a:pt x="68883" y="29275"/>
                </a:lnTo>
                <a:lnTo>
                  <a:pt x="68996" y="29767"/>
                </a:lnTo>
                <a:lnTo>
                  <a:pt x="69099" y="30264"/>
                </a:lnTo>
                <a:lnTo>
                  <a:pt x="69192" y="30766"/>
                </a:lnTo>
                <a:lnTo>
                  <a:pt x="69276" y="31274"/>
                </a:lnTo>
                <a:lnTo>
                  <a:pt x="69349" y="31787"/>
                </a:lnTo>
                <a:lnTo>
                  <a:pt x="69413" y="32305"/>
                </a:lnTo>
                <a:lnTo>
                  <a:pt x="69467" y="32828"/>
                </a:lnTo>
                <a:lnTo>
                  <a:pt x="69511" y="33356"/>
                </a:lnTo>
                <a:lnTo>
                  <a:pt x="69545" y="33890"/>
                </a:lnTo>
                <a:lnTo>
                  <a:pt x="69570" y="34428"/>
                </a:lnTo>
                <a:lnTo>
                  <a:pt x="69585" y="34972"/>
                </a:lnTo>
                <a:lnTo>
                  <a:pt x="69590" y="35521"/>
                </a:lnTo>
                <a:lnTo>
                  <a:pt x="85090" y="35521"/>
                </a:lnTo>
                <a:lnTo>
                  <a:pt x="85081" y="34756"/>
                </a:lnTo>
                <a:lnTo>
                  <a:pt x="85056" y="33995"/>
                </a:lnTo>
                <a:lnTo>
                  <a:pt x="85014" y="33238"/>
                </a:lnTo>
                <a:lnTo>
                  <a:pt x="84955" y="32484"/>
                </a:lnTo>
                <a:lnTo>
                  <a:pt x="84880" y="31734"/>
                </a:lnTo>
                <a:lnTo>
                  <a:pt x="84787" y="30988"/>
                </a:lnTo>
                <a:lnTo>
                  <a:pt x="84678" y="30245"/>
                </a:lnTo>
                <a:lnTo>
                  <a:pt x="84552" y="29507"/>
                </a:lnTo>
                <a:lnTo>
                  <a:pt x="84409" y="28772"/>
                </a:lnTo>
                <a:lnTo>
                  <a:pt x="84249" y="28041"/>
                </a:lnTo>
                <a:lnTo>
                  <a:pt x="84072" y="27314"/>
                </a:lnTo>
                <a:lnTo>
                  <a:pt x="83879" y="26591"/>
                </a:lnTo>
                <a:lnTo>
                  <a:pt x="83669" y="25871"/>
                </a:lnTo>
                <a:lnTo>
                  <a:pt x="83442" y="25155"/>
                </a:lnTo>
                <a:lnTo>
                  <a:pt x="83198" y="24443"/>
                </a:lnTo>
                <a:lnTo>
                  <a:pt x="82937" y="23735"/>
                </a:lnTo>
                <a:lnTo>
                  <a:pt x="82659" y="23030"/>
                </a:lnTo>
                <a:lnTo>
                  <a:pt x="82365" y="22330"/>
                </a:lnTo>
                <a:lnTo>
                  <a:pt x="82054" y="21633"/>
                </a:lnTo>
                <a:lnTo>
                  <a:pt x="81726" y="20939"/>
                </a:lnTo>
                <a:lnTo>
                  <a:pt x="81381" y="20250"/>
                </a:lnTo>
                <a:lnTo>
                  <a:pt x="81020" y="19564"/>
                </a:lnTo>
                <a:lnTo>
                  <a:pt x="80641" y="18883"/>
                </a:lnTo>
                <a:lnTo>
                  <a:pt x="80246" y="18205"/>
                </a:lnTo>
                <a:lnTo>
                  <a:pt x="79835" y="17534"/>
                </a:lnTo>
                <a:lnTo>
                  <a:pt x="79408" y="16874"/>
                </a:lnTo>
                <a:lnTo>
                  <a:pt x="78966" y="16224"/>
                </a:lnTo>
                <a:lnTo>
                  <a:pt x="78509" y="15585"/>
                </a:lnTo>
                <a:lnTo>
                  <a:pt x="78037" y="14957"/>
                </a:lnTo>
                <a:lnTo>
                  <a:pt x="77549" y="14340"/>
                </a:lnTo>
                <a:lnTo>
                  <a:pt x="77046" y="13733"/>
                </a:lnTo>
                <a:lnTo>
                  <a:pt x="76528" y="13137"/>
                </a:lnTo>
                <a:lnTo>
                  <a:pt x="75994" y="12551"/>
                </a:lnTo>
                <a:lnTo>
                  <a:pt x="75446" y="11976"/>
                </a:lnTo>
                <a:lnTo>
                  <a:pt x="74882" y="11412"/>
                </a:lnTo>
                <a:lnTo>
                  <a:pt x="74302" y="10858"/>
                </a:lnTo>
                <a:lnTo>
                  <a:pt x="73708" y="10315"/>
                </a:lnTo>
                <a:lnTo>
                  <a:pt x="73098" y="9783"/>
                </a:lnTo>
                <a:lnTo>
                  <a:pt x="72473" y="9261"/>
                </a:lnTo>
                <a:lnTo>
                  <a:pt x="71832" y="8750"/>
                </a:lnTo>
                <a:lnTo>
                  <a:pt x="71176" y="8250"/>
                </a:lnTo>
                <a:lnTo>
                  <a:pt x="70505" y="7760"/>
                </a:lnTo>
                <a:lnTo>
                  <a:pt x="69819" y="7281"/>
                </a:lnTo>
                <a:lnTo>
                  <a:pt x="69118" y="6813"/>
                </a:lnTo>
                <a:lnTo>
                  <a:pt x="68401" y="6355"/>
                </a:lnTo>
                <a:lnTo>
                  <a:pt x="67669" y="5908"/>
                </a:lnTo>
                <a:lnTo>
                  <a:pt x="66921" y="5471"/>
                </a:lnTo>
                <a:lnTo>
                  <a:pt x="66159" y="5046"/>
                </a:lnTo>
                <a:lnTo>
                  <a:pt x="65381" y="4634"/>
                </a:lnTo>
                <a:lnTo>
                  <a:pt x="64590" y="4240"/>
                </a:lnTo>
                <a:lnTo>
                  <a:pt x="63785" y="3863"/>
                </a:lnTo>
                <a:lnTo>
                  <a:pt x="62966" y="3504"/>
                </a:lnTo>
                <a:lnTo>
                  <a:pt x="62134" y="3162"/>
                </a:lnTo>
                <a:lnTo>
                  <a:pt x="61287" y="2838"/>
                </a:lnTo>
                <a:lnTo>
                  <a:pt x="60426" y="2532"/>
                </a:lnTo>
                <a:lnTo>
                  <a:pt x="59552" y="2243"/>
                </a:lnTo>
                <a:lnTo>
                  <a:pt x="58664" y="1971"/>
                </a:lnTo>
                <a:lnTo>
                  <a:pt x="57762" y="1717"/>
                </a:lnTo>
                <a:lnTo>
                  <a:pt x="56846" y="1480"/>
                </a:lnTo>
                <a:lnTo>
                  <a:pt x="55916" y="1261"/>
                </a:lnTo>
                <a:lnTo>
                  <a:pt x="54972" y="1060"/>
                </a:lnTo>
                <a:lnTo>
                  <a:pt x="54015" y="876"/>
                </a:lnTo>
                <a:lnTo>
                  <a:pt x="53043" y="710"/>
                </a:lnTo>
                <a:lnTo>
                  <a:pt x="52058" y="561"/>
                </a:lnTo>
                <a:lnTo>
                  <a:pt x="51058" y="429"/>
                </a:lnTo>
                <a:lnTo>
                  <a:pt x="50045" y="315"/>
                </a:lnTo>
                <a:lnTo>
                  <a:pt x="49018" y="219"/>
                </a:lnTo>
                <a:lnTo>
                  <a:pt x="47977" y="140"/>
                </a:lnTo>
                <a:lnTo>
                  <a:pt x="46923" y="79"/>
                </a:lnTo>
                <a:lnTo>
                  <a:pt x="45854" y="35"/>
                </a:lnTo>
                <a:lnTo>
                  <a:pt x="44772" y="9"/>
                </a:lnTo>
                <a:lnTo>
                  <a:pt x="43675" y="0"/>
                </a:lnTo>
                <a:lnTo>
                  <a:pt x="42925" y="4"/>
                </a:lnTo>
                <a:lnTo>
                  <a:pt x="42180" y="17"/>
                </a:lnTo>
                <a:lnTo>
                  <a:pt x="41441" y="38"/>
                </a:lnTo>
                <a:lnTo>
                  <a:pt x="40708" y="67"/>
                </a:lnTo>
                <a:lnTo>
                  <a:pt x="39981" y="105"/>
                </a:lnTo>
                <a:lnTo>
                  <a:pt x="39260" y="151"/>
                </a:lnTo>
                <a:lnTo>
                  <a:pt x="38545" y="206"/>
                </a:lnTo>
                <a:lnTo>
                  <a:pt x="37836" y="269"/>
                </a:lnTo>
                <a:lnTo>
                  <a:pt x="37132" y="341"/>
                </a:lnTo>
                <a:lnTo>
                  <a:pt x="36435" y="420"/>
                </a:lnTo>
                <a:lnTo>
                  <a:pt x="35743" y="509"/>
                </a:lnTo>
                <a:lnTo>
                  <a:pt x="35057" y="605"/>
                </a:lnTo>
                <a:lnTo>
                  <a:pt x="34377" y="711"/>
                </a:lnTo>
                <a:lnTo>
                  <a:pt x="33703" y="824"/>
                </a:lnTo>
                <a:lnTo>
                  <a:pt x="33035" y="946"/>
                </a:lnTo>
                <a:lnTo>
                  <a:pt x="32373" y="1076"/>
                </a:lnTo>
                <a:lnTo>
                  <a:pt x="31717" y="1215"/>
                </a:lnTo>
                <a:lnTo>
                  <a:pt x="31066" y="1362"/>
                </a:lnTo>
                <a:lnTo>
                  <a:pt x="30421" y="1518"/>
                </a:lnTo>
                <a:lnTo>
                  <a:pt x="29783" y="1682"/>
                </a:lnTo>
                <a:lnTo>
                  <a:pt x="29150" y="1854"/>
                </a:lnTo>
                <a:lnTo>
                  <a:pt x="28523" y="2035"/>
                </a:lnTo>
                <a:lnTo>
                  <a:pt x="27902" y="2224"/>
                </a:lnTo>
                <a:lnTo>
                  <a:pt x="27287" y="2422"/>
                </a:lnTo>
                <a:lnTo>
                  <a:pt x="26678" y="2627"/>
                </a:lnTo>
                <a:lnTo>
                  <a:pt x="26077" y="2839"/>
                </a:lnTo>
                <a:lnTo>
                  <a:pt x="25482" y="3057"/>
                </a:lnTo>
                <a:lnTo>
                  <a:pt x="24895" y="3282"/>
                </a:lnTo>
                <a:lnTo>
                  <a:pt x="24315" y="3513"/>
                </a:lnTo>
                <a:lnTo>
                  <a:pt x="23742" y="3751"/>
                </a:lnTo>
                <a:lnTo>
                  <a:pt x="23177" y="3996"/>
                </a:lnTo>
                <a:lnTo>
                  <a:pt x="22618" y="4247"/>
                </a:lnTo>
                <a:lnTo>
                  <a:pt x="22067" y="4505"/>
                </a:lnTo>
                <a:lnTo>
                  <a:pt x="21522" y="4770"/>
                </a:lnTo>
                <a:lnTo>
                  <a:pt x="20985" y="5041"/>
                </a:lnTo>
                <a:lnTo>
                  <a:pt x="20455" y="5318"/>
                </a:lnTo>
                <a:lnTo>
                  <a:pt x="19932" y="5602"/>
                </a:lnTo>
                <a:lnTo>
                  <a:pt x="19416" y="5893"/>
                </a:lnTo>
                <a:lnTo>
                  <a:pt x="18908" y="6190"/>
                </a:lnTo>
                <a:lnTo>
                  <a:pt x="18407" y="6494"/>
                </a:lnTo>
                <a:lnTo>
                  <a:pt x="17912" y="6805"/>
                </a:lnTo>
                <a:lnTo>
                  <a:pt x="17425" y="7122"/>
                </a:lnTo>
                <a:lnTo>
                  <a:pt x="16945" y="7446"/>
                </a:lnTo>
                <a:lnTo>
                  <a:pt x="16472" y="7776"/>
                </a:lnTo>
                <a:lnTo>
                  <a:pt x="16007" y="8113"/>
                </a:lnTo>
                <a:lnTo>
                  <a:pt x="15548" y="8456"/>
                </a:lnTo>
                <a:lnTo>
                  <a:pt x="15097" y="8806"/>
                </a:lnTo>
                <a:lnTo>
                  <a:pt x="14653" y="9163"/>
                </a:lnTo>
                <a:lnTo>
                  <a:pt x="14216" y="9525"/>
                </a:lnTo>
                <a:lnTo>
                  <a:pt x="13788" y="9893"/>
                </a:lnTo>
                <a:lnTo>
                  <a:pt x="13369" y="10266"/>
                </a:lnTo>
                <a:lnTo>
                  <a:pt x="12958" y="10644"/>
                </a:lnTo>
                <a:lnTo>
                  <a:pt x="12556" y="11027"/>
                </a:lnTo>
                <a:lnTo>
                  <a:pt x="12163" y="11416"/>
                </a:lnTo>
                <a:lnTo>
                  <a:pt x="11777" y="11809"/>
                </a:lnTo>
                <a:lnTo>
                  <a:pt x="11401" y="12208"/>
                </a:lnTo>
                <a:lnTo>
                  <a:pt x="11033" y="12612"/>
                </a:lnTo>
                <a:lnTo>
                  <a:pt x="10674" y="13021"/>
                </a:lnTo>
                <a:lnTo>
                  <a:pt x="10323" y="13436"/>
                </a:lnTo>
                <a:lnTo>
                  <a:pt x="9980" y="13855"/>
                </a:lnTo>
                <a:lnTo>
                  <a:pt x="9647" y="14280"/>
                </a:lnTo>
                <a:lnTo>
                  <a:pt x="9321" y="14710"/>
                </a:lnTo>
                <a:lnTo>
                  <a:pt x="9005" y="15145"/>
                </a:lnTo>
                <a:lnTo>
                  <a:pt x="8696" y="15585"/>
                </a:lnTo>
                <a:lnTo>
                  <a:pt x="8397" y="16031"/>
                </a:lnTo>
                <a:lnTo>
                  <a:pt x="8106" y="16482"/>
                </a:lnTo>
                <a:lnTo>
                  <a:pt x="7823" y="16937"/>
                </a:lnTo>
                <a:lnTo>
                  <a:pt x="7549" y="17399"/>
                </a:lnTo>
                <a:lnTo>
                  <a:pt x="7284" y="17865"/>
                </a:lnTo>
                <a:lnTo>
                  <a:pt x="7027" y="18336"/>
                </a:lnTo>
                <a:lnTo>
                  <a:pt x="6779" y="18813"/>
                </a:lnTo>
                <a:lnTo>
                  <a:pt x="6539" y="19295"/>
                </a:lnTo>
                <a:lnTo>
                  <a:pt x="6309" y="19781"/>
                </a:lnTo>
                <a:lnTo>
                  <a:pt x="6088" y="20271"/>
                </a:lnTo>
                <a:lnTo>
                  <a:pt x="5877" y="20764"/>
                </a:lnTo>
                <a:lnTo>
                  <a:pt x="5676" y="21261"/>
                </a:lnTo>
                <a:lnTo>
                  <a:pt x="5484" y="21762"/>
                </a:lnTo>
                <a:lnTo>
                  <a:pt x="5303" y="22266"/>
                </a:lnTo>
                <a:lnTo>
                  <a:pt x="5131" y="22775"/>
                </a:lnTo>
                <a:lnTo>
                  <a:pt x="4969" y="23286"/>
                </a:lnTo>
                <a:lnTo>
                  <a:pt x="4817" y="23802"/>
                </a:lnTo>
                <a:lnTo>
                  <a:pt x="4675" y="24321"/>
                </a:lnTo>
                <a:lnTo>
                  <a:pt x="4543" y="24843"/>
                </a:lnTo>
                <a:lnTo>
                  <a:pt x="4420" y="25370"/>
                </a:lnTo>
                <a:lnTo>
                  <a:pt x="4307" y="25899"/>
                </a:lnTo>
                <a:lnTo>
                  <a:pt x="4204" y="26433"/>
                </a:lnTo>
                <a:lnTo>
                  <a:pt x="4111" y="26970"/>
                </a:lnTo>
                <a:lnTo>
                  <a:pt x="4028" y="27511"/>
                </a:lnTo>
                <a:lnTo>
                  <a:pt x="3954" y="28056"/>
                </a:lnTo>
                <a:lnTo>
                  <a:pt x="3890" y="28604"/>
                </a:lnTo>
                <a:lnTo>
                  <a:pt x="3836" y="29156"/>
                </a:lnTo>
                <a:lnTo>
                  <a:pt x="3792" y="29711"/>
                </a:lnTo>
                <a:lnTo>
                  <a:pt x="3758" y="30270"/>
                </a:lnTo>
                <a:lnTo>
                  <a:pt x="3733" y="30833"/>
                </a:lnTo>
                <a:lnTo>
                  <a:pt x="3719" y="31399"/>
                </a:lnTo>
                <a:lnTo>
                  <a:pt x="3714" y="31969"/>
                </a:lnTo>
                <a:lnTo>
                  <a:pt x="3718" y="32538"/>
                </a:lnTo>
                <a:lnTo>
                  <a:pt x="3732" y="33102"/>
                </a:lnTo>
                <a:lnTo>
                  <a:pt x="3755" y="33661"/>
                </a:lnTo>
                <a:lnTo>
                  <a:pt x="3788" y="34214"/>
                </a:lnTo>
                <a:lnTo>
                  <a:pt x="3829" y="34762"/>
                </a:lnTo>
                <a:lnTo>
                  <a:pt x="3880" y="35304"/>
                </a:lnTo>
                <a:lnTo>
                  <a:pt x="3940" y="35842"/>
                </a:lnTo>
                <a:lnTo>
                  <a:pt x="4010" y="36374"/>
                </a:lnTo>
                <a:lnTo>
                  <a:pt x="4088" y="36900"/>
                </a:lnTo>
                <a:lnTo>
                  <a:pt x="4176" y="37421"/>
                </a:lnTo>
                <a:lnTo>
                  <a:pt x="4273" y="37937"/>
                </a:lnTo>
                <a:lnTo>
                  <a:pt x="4380" y="38448"/>
                </a:lnTo>
                <a:lnTo>
                  <a:pt x="4495" y="38953"/>
                </a:lnTo>
                <a:lnTo>
                  <a:pt x="4620" y="39453"/>
                </a:lnTo>
                <a:lnTo>
                  <a:pt x="4754" y="39948"/>
                </a:lnTo>
                <a:lnTo>
                  <a:pt x="4898" y="40437"/>
                </a:lnTo>
                <a:lnTo>
                  <a:pt x="5050" y="40921"/>
                </a:lnTo>
                <a:lnTo>
                  <a:pt x="5212" y="41400"/>
                </a:lnTo>
                <a:lnTo>
                  <a:pt x="5383" y="41873"/>
                </a:lnTo>
                <a:lnTo>
                  <a:pt x="5564" y="42341"/>
                </a:lnTo>
                <a:lnTo>
                  <a:pt x="5753" y="42803"/>
                </a:lnTo>
                <a:lnTo>
                  <a:pt x="5952" y="43261"/>
                </a:lnTo>
                <a:lnTo>
                  <a:pt x="6160" y="43713"/>
                </a:lnTo>
                <a:lnTo>
                  <a:pt x="6378" y="44160"/>
                </a:lnTo>
                <a:lnTo>
                  <a:pt x="6604" y="44601"/>
                </a:lnTo>
                <a:lnTo>
                  <a:pt x="6838" y="45039"/>
                </a:lnTo>
                <a:lnTo>
                  <a:pt x="7080" y="45473"/>
                </a:lnTo>
                <a:lnTo>
                  <a:pt x="7331" y="45902"/>
                </a:lnTo>
                <a:lnTo>
                  <a:pt x="7589" y="46327"/>
                </a:lnTo>
                <a:lnTo>
                  <a:pt x="7856" y="46748"/>
                </a:lnTo>
                <a:lnTo>
                  <a:pt x="8131" y="47165"/>
                </a:lnTo>
                <a:lnTo>
                  <a:pt x="8414" y="47577"/>
                </a:lnTo>
                <a:lnTo>
                  <a:pt x="8705" y="47985"/>
                </a:lnTo>
                <a:lnTo>
                  <a:pt x="9004" y="48389"/>
                </a:lnTo>
                <a:lnTo>
                  <a:pt x="9312" y="48789"/>
                </a:lnTo>
                <a:lnTo>
                  <a:pt x="9627" y="49185"/>
                </a:lnTo>
                <a:lnTo>
                  <a:pt x="9951" y="49576"/>
                </a:lnTo>
                <a:lnTo>
                  <a:pt x="10282" y="49964"/>
                </a:lnTo>
                <a:lnTo>
                  <a:pt x="10622" y="50347"/>
                </a:lnTo>
                <a:lnTo>
                  <a:pt x="10970" y="50726"/>
                </a:lnTo>
                <a:lnTo>
                  <a:pt x="11326" y="51100"/>
                </a:lnTo>
                <a:lnTo>
                  <a:pt x="11691" y="51471"/>
                </a:lnTo>
                <a:lnTo>
                  <a:pt x="12063" y="51837"/>
                </a:lnTo>
                <a:lnTo>
                  <a:pt x="12444" y="52199"/>
                </a:lnTo>
                <a:lnTo>
                  <a:pt x="12832" y="52557"/>
                </a:lnTo>
                <a:lnTo>
                  <a:pt x="13229" y="52910"/>
                </a:lnTo>
                <a:lnTo>
                  <a:pt x="13634" y="53260"/>
                </a:lnTo>
                <a:lnTo>
                  <a:pt x="14047" y="53605"/>
                </a:lnTo>
                <a:lnTo>
                  <a:pt x="14468" y="53946"/>
                </a:lnTo>
                <a:lnTo>
                  <a:pt x="14895" y="54285"/>
                </a:lnTo>
                <a:lnTo>
                  <a:pt x="15330" y="54620"/>
                </a:lnTo>
                <a:lnTo>
                  <a:pt x="15772" y="54952"/>
                </a:lnTo>
                <a:lnTo>
                  <a:pt x="16220" y="55280"/>
                </a:lnTo>
                <a:lnTo>
                  <a:pt x="16676" y="55606"/>
                </a:lnTo>
                <a:lnTo>
                  <a:pt x="17139" y="55928"/>
                </a:lnTo>
                <a:lnTo>
                  <a:pt x="17608" y="56247"/>
                </a:lnTo>
                <a:lnTo>
                  <a:pt x="18085" y="56562"/>
                </a:lnTo>
                <a:lnTo>
                  <a:pt x="18569" y="56875"/>
                </a:lnTo>
                <a:lnTo>
                  <a:pt x="19059" y="57184"/>
                </a:lnTo>
                <a:lnTo>
                  <a:pt x="19557" y="57490"/>
                </a:lnTo>
                <a:lnTo>
                  <a:pt x="20062" y="57793"/>
                </a:lnTo>
                <a:lnTo>
                  <a:pt x="20573" y="58093"/>
                </a:lnTo>
                <a:lnTo>
                  <a:pt x="21092" y="58389"/>
                </a:lnTo>
                <a:lnTo>
                  <a:pt x="21618" y="58682"/>
                </a:lnTo>
                <a:lnTo>
                  <a:pt x="22151" y="58972"/>
                </a:lnTo>
                <a:lnTo>
                  <a:pt x="22690" y="59259"/>
                </a:lnTo>
                <a:lnTo>
                  <a:pt x="23237" y="59542"/>
                </a:lnTo>
                <a:lnTo>
                  <a:pt x="23791" y="59822"/>
                </a:lnTo>
                <a:lnTo>
                  <a:pt x="24352" y="60099"/>
                </a:lnTo>
                <a:lnTo>
                  <a:pt x="24919" y="60373"/>
                </a:lnTo>
                <a:lnTo>
                  <a:pt x="25494" y="60644"/>
                </a:lnTo>
                <a:lnTo>
                  <a:pt x="26076" y="60911"/>
                </a:lnTo>
                <a:lnTo>
                  <a:pt x="26664" y="61176"/>
                </a:lnTo>
                <a:lnTo>
                  <a:pt x="27258" y="61438"/>
                </a:lnTo>
                <a:lnTo>
                  <a:pt x="27858" y="61699"/>
                </a:lnTo>
                <a:lnTo>
                  <a:pt x="28464" y="61957"/>
                </a:lnTo>
                <a:lnTo>
                  <a:pt x="29076" y="62213"/>
                </a:lnTo>
                <a:lnTo>
                  <a:pt x="29694" y="62468"/>
                </a:lnTo>
                <a:lnTo>
                  <a:pt x="30317" y="62720"/>
                </a:lnTo>
                <a:lnTo>
                  <a:pt x="30947" y="62970"/>
                </a:lnTo>
                <a:lnTo>
                  <a:pt x="31582" y="63218"/>
                </a:lnTo>
                <a:lnTo>
                  <a:pt x="32223" y="63463"/>
                </a:lnTo>
                <a:lnTo>
                  <a:pt x="32870" y="63707"/>
                </a:lnTo>
                <a:lnTo>
                  <a:pt x="33523" y="63949"/>
                </a:lnTo>
                <a:lnTo>
                  <a:pt x="34182" y="64188"/>
                </a:lnTo>
                <a:lnTo>
                  <a:pt x="34847" y="64425"/>
                </a:lnTo>
                <a:lnTo>
                  <a:pt x="35518" y="64661"/>
                </a:lnTo>
                <a:lnTo>
                  <a:pt x="36194" y="64894"/>
                </a:lnTo>
                <a:lnTo>
                  <a:pt x="36877" y="65125"/>
                </a:lnTo>
                <a:lnTo>
                  <a:pt x="37565" y="65354"/>
                </a:lnTo>
                <a:lnTo>
                  <a:pt x="38259" y="65581"/>
                </a:lnTo>
                <a:lnTo>
                  <a:pt x="38959" y="65805"/>
                </a:lnTo>
                <a:lnTo>
                  <a:pt x="39665" y="66028"/>
                </a:lnTo>
                <a:lnTo>
                  <a:pt x="40377" y="66249"/>
                </a:lnTo>
                <a:lnTo>
                  <a:pt x="41095" y="66467"/>
                </a:lnTo>
                <a:lnTo>
                  <a:pt x="41818" y="66683"/>
                </a:lnTo>
                <a:lnTo>
                  <a:pt x="42506" y="66885"/>
                </a:lnTo>
                <a:lnTo>
                  <a:pt x="43184" y="67086"/>
                </a:lnTo>
                <a:lnTo>
                  <a:pt x="43852" y="67287"/>
                </a:lnTo>
                <a:lnTo>
                  <a:pt x="44510" y="67488"/>
                </a:lnTo>
                <a:lnTo>
                  <a:pt x="45159" y="67689"/>
                </a:lnTo>
                <a:lnTo>
                  <a:pt x="45797" y="67889"/>
                </a:lnTo>
                <a:lnTo>
                  <a:pt x="46425" y="68089"/>
                </a:lnTo>
                <a:lnTo>
                  <a:pt x="47043" y="68289"/>
                </a:lnTo>
                <a:lnTo>
                  <a:pt x="47652" y="68488"/>
                </a:lnTo>
                <a:lnTo>
                  <a:pt x="48250" y="68688"/>
                </a:lnTo>
                <a:lnTo>
                  <a:pt x="48839" y="68886"/>
                </a:lnTo>
                <a:lnTo>
                  <a:pt x="49417" y="69085"/>
                </a:lnTo>
                <a:lnTo>
                  <a:pt x="49986" y="69283"/>
                </a:lnTo>
                <a:lnTo>
                  <a:pt x="50544" y="69481"/>
                </a:lnTo>
                <a:lnTo>
                  <a:pt x="51093" y="69679"/>
                </a:lnTo>
                <a:lnTo>
                  <a:pt x="51632" y="69877"/>
                </a:lnTo>
                <a:lnTo>
                  <a:pt x="52160" y="70074"/>
                </a:lnTo>
                <a:lnTo>
                  <a:pt x="52679" y="70271"/>
                </a:lnTo>
                <a:lnTo>
                  <a:pt x="53188" y="70467"/>
                </a:lnTo>
                <a:lnTo>
                  <a:pt x="53687" y="70664"/>
                </a:lnTo>
                <a:lnTo>
                  <a:pt x="54176" y="70860"/>
                </a:lnTo>
                <a:lnTo>
                  <a:pt x="54655" y="71056"/>
                </a:lnTo>
                <a:lnTo>
                  <a:pt x="55124" y="71251"/>
                </a:lnTo>
                <a:lnTo>
                  <a:pt x="55583" y="71446"/>
                </a:lnTo>
                <a:lnTo>
                  <a:pt x="56033" y="71642"/>
                </a:lnTo>
                <a:lnTo>
                  <a:pt x="56475" y="71838"/>
                </a:lnTo>
                <a:lnTo>
                  <a:pt x="56909" y="72035"/>
                </a:lnTo>
                <a:lnTo>
                  <a:pt x="57334" y="72233"/>
                </a:lnTo>
                <a:lnTo>
                  <a:pt x="57752" y="72432"/>
                </a:lnTo>
                <a:lnTo>
                  <a:pt x="58161" y="72632"/>
                </a:lnTo>
                <a:lnTo>
                  <a:pt x="58562" y="72833"/>
                </a:lnTo>
                <a:lnTo>
                  <a:pt x="58956" y="73034"/>
                </a:lnTo>
                <a:lnTo>
                  <a:pt x="59341" y="73236"/>
                </a:lnTo>
                <a:lnTo>
                  <a:pt x="59717" y="73439"/>
                </a:lnTo>
                <a:lnTo>
                  <a:pt x="60086" y="73643"/>
                </a:lnTo>
                <a:lnTo>
                  <a:pt x="60447" y="73848"/>
                </a:lnTo>
                <a:lnTo>
                  <a:pt x="60799" y="74054"/>
                </a:lnTo>
                <a:lnTo>
                  <a:pt x="61144" y="74260"/>
                </a:lnTo>
                <a:lnTo>
                  <a:pt x="61480" y="74467"/>
                </a:lnTo>
                <a:lnTo>
                  <a:pt x="61808" y="74676"/>
                </a:lnTo>
                <a:lnTo>
                  <a:pt x="62128" y="74885"/>
                </a:lnTo>
                <a:lnTo>
                  <a:pt x="62440" y="75094"/>
                </a:lnTo>
                <a:lnTo>
                  <a:pt x="62744" y="75305"/>
                </a:lnTo>
                <a:lnTo>
                  <a:pt x="63039" y="75517"/>
                </a:lnTo>
                <a:lnTo>
                  <a:pt x="63327" y="75729"/>
                </a:lnTo>
                <a:lnTo>
                  <a:pt x="63606" y="75942"/>
                </a:lnTo>
                <a:lnTo>
                  <a:pt x="63877" y="76156"/>
                </a:lnTo>
                <a:lnTo>
                  <a:pt x="64140" y="76371"/>
                </a:lnTo>
                <a:lnTo>
                  <a:pt x="64396" y="76587"/>
                </a:lnTo>
                <a:lnTo>
                  <a:pt x="64645" y="76806"/>
                </a:lnTo>
                <a:lnTo>
                  <a:pt x="64888" y="77026"/>
                </a:lnTo>
                <a:lnTo>
                  <a:pt x="65125" y="77249"/>
                </a:lnTo>
                <a:lnTo>
                  <a:pt x="65355" y="77474"/>
                </a:lnTo>
                <a:lnTo>
                  <a:pt x="65578" y="77700"/>
                </a:lnTo>
                <a:lnTo>
                  <a:pt x="65795" y="77929"/>
                </a:lnTo>
                <a:lnTo>
                  <a:pt x="66006" y="78160"/>
                </a:lnTo>
                <a:lnTo>
                  <a:pt x="66210" y="78394"/>
                </a:lnTo>
                <a:lnTo>
                  <a:pt x="66408" y="78629"/>
                </a:lnTo>
                <a:lnTo>
                  <a:pt x="66599" y="78866"/>
                </a:lnTo>
                <a:lnTo>
                  <a:pt x="66784" y="79106"/>
                </a:lnTo>
                <a:lnTo>
                  <a:pt x="66963" y="79347"/>
                </a:lnTo>
                <a:lnTo>
                  <a:pt x="67135" y="79591"/>
                </a:lnTo>
                <a:lnTo>
                  <a:pt x="67300" y="79837"/>
                </a:lnTo>
                <a:lnTo>
                  <a:pt x="67459" y="80085"/>
                </a:lnTo>
                <a:lnTo>
                  <a:pt x="67612" y="80334"/>
                </a:lnTo>
                <a:lnTo>
                  <a:pt x="67758" y="80587"/>
                </a:lnTo>
                <a:lnTo>
                  <a:pt x="67898" y="80841"/>
                </a:lnTo>
                <a:lnTo>
                  <a:pt x="68031" y="81097"/>
                </a:lnTo>
                <a:lnTo>
                  <a:pt x="68158" y="81355"/>
                </a:lnTo>
                <a:lnTo>
                  <a:pt x="68278" y="81616"/>
                </a:lnTo>
                <a:lnTo>
                  <a:pt x="68392" y="81878"/>
                </a:lnTo>
                <a:lnTo>
                  <a:pt x="68500" y="82143"/>
                </a:lnTo>
                <a:lnTo>
                  <a:pt x="68602" y="82410"/>
                </a:lnTo>
                <a:lnTo>
                  <a:pt x="68700" y="82681"/>
                </a:lnTo>
                <a:lnTo>
                  <a:pt x="68793" y="82955"/>
                </a:lnTo>
                <a:lnTo>
                  <a:pt x="68882" y="83232"/>
                </a:lnTo>
                <a:lnTo>
                  <a:pt x="68967" y="83512"/>
                </a:lnTo>
                <a:lnTo>
                  <a:pt x="69047" y="83796"/>
                </a:lnTo>
                <a:lnTo>
                  <a:pt x="69123" y="84082"/>
                </a:lnTo>
                <a:lnTo>
                  <a:pt x="69195" y="84372"/>
                </a:lnTo>
                <a:lnTo>
                  <a:pt x="69262" y="84665"/>
                </a:lnTo>
                <a:lnTo>
                  <a:pt x="69325" y="84962"/>
                </a:lnTo>
                <a:lnTo>
                  <a:pt x="69384" y="85261"/>
                </a:lnTo>
                <a:lnTo>
                  <a:pt x="69438" y="85564"/>
                </a:lnTo>
                <a:lnTo>
                  <a:pt x="69488" y="85870"/>
                </a:lnTo>
                <a:lnTo>
                  <a:pt x="69534" y="86179"/>
                </a:lnTo>
                <a:lnTo>
                  <a:pt x="69575" y="86492"/>
                </a:lnTo>
                <a:lnTo>
                  <a:pt x="69612" y="86808"/>
                </a:lnTo>
                <a:lnTo>
                  <a:pt x="69645" y="87126"/>
                </a:lnTo>
                <a:lnTo>
                  <a:pt x="69673" y="87449"/>
                </a:lnTo>
                <a:lnTo>
                  <a:pt x="69697" y="87774"/>
                </a:lnTo>
                <a:lnTo>
                  <a:pt x="69716" y="88103"/>
                </a:lnTo>
                <a:lnTo>
                  <a:pt x="69731" y="88434"/>
                </a:lnTo>
                <a:lnTo>
                  <a:pt x="69742" y="88769"/>
                </a:lnTo>
                <a:lnTo>
                  <a:pt x="69749" y="89108"/>
                </a:lnTo>
                <a:lnTo>
                  <a:pt x="69751" y="89449"/>
                </a:lnTo>
                <a:lnTo>
                  <a:pt x="69746" y="89924"/>
                </a:lnTo>
                <a:lnTo>
                  <a:pt x="69731" y="90394"/>
                </a:lnTo>
                <a:lnTo>
                  <a:pt x="69705" y="90858"/>
                </a:lnTo>
                <a:lnTo>
                  <a:pt x="69669" y="91317"/>
                </a:lnTo>
                <a:close/>
                <a:moveTo>
                  <a:pt x="208908" y="110833"/>
                </a:moveTo>
                <a:lnTo>
                  <a:pt x="208954" y="111185"/>
                </a:lnTo>
                <a:lnTo>
                  <a:pt x="209002" y="111540"/>
                </a:lnTo>
                <a:lnTo>
                  <a:pt x="209052" y="111897"/>
                </a:lnTo>
                <a:lnTo>
                  <a:pt x="209105" y="112256"/>
                </a:lnTo>
                <a:lnTo>
                  <a:pt x="209160" y="112612"/>
                </a:lnTo>
                <a:lnTo>
                  <a:pt x="209216" y="112963"/>
                </a:lnTo>
                <a:lnTo>
                  <a:pt x="209274" y="113308"/>
                </a:lnTo>
                <a:lnTo>
                  <a:pt x="209334" y="113647"/>
                </a:lnTo>
                <a:lnTo>
                  <a:pt x="209395" y="113980"/>
                </a:lnTo>
                <a:lnTo>
                  <a:pt x="209458" y="114307"/>
                </a:lnTo>
                <a:lnTo>
                  <a:pt x="209523" y="114627"/>
                </a:lnTo>
                <a:lnTo>
                  <a:pt x="209589" y="114942"/>
                </a:lnTo>
                <a:lnTo>
                  <a:pt x="209657" y="115251"/>
                </a:lnTo>
                <a:lnTo>
                  <a:pt x="209727" y="115553"/>
                </a:lnTo>
                <a:lnTo>
                  <a:pt x="209799" y="115850"/>
                </a:lnTo>
                <a:lnTo>
                  <a:pt x="209872" y="116141"/>
                </a:lnTo>
                <a:lnTo>
                  <a:pt x="209947" y="116425"/>
                </a:lnTo>
                <a:lnTo>
                  <a:pt x="210023" y="116704"/>
                </a:lnTo>
                <a:lnTo>
                  <a:pt x="210101" y="116976"/>
                </a:lnTo>
                <a:lnTo>
                  <a:pt x="210181" y="117243"/>
                </a:lnTo>
                <a:lnTo>
                  <a:pt x="210263" y="117503"/>
                </a:lnTo>
                <a:lnTo>
                  <a:pt x="210346" y="117758"/>
                </a:lnTo>
                <a:lnTo>
                  <a:pt x="210431" y="118006"/>
                </a:lnTo>
                <a:lnTo>
                  <a:pt x="210518" y="118249"/>
                </a:lnTo>
                <a:lnTo>
                  <a:pt x="210606" y="118485"/>
                </a:lnTo>
                <a:lnTo>
                  <a:pt x="210696" y="118715"/>
                </a:lnTo>
                <a:lnTo>
                  <a:pt x="210788" y="118940"/>
                </a:lnTo>
                <a:lnTo>
                  <a:pt x="210881" y="119158"/>
                </a:lnTo>
                <a:lnTo>
                  <a:pt x="226462" y="119158"/>
                </a:lnTo>
                <a:lnTo>
                  <a:pt x="226462" y="117866"/>
                </a:lnTo>
                <a:lnTo>
                  <a:pt x="226335" y="117568"/>
                </a:lnTo>
                <a:lnTo>
                  <a:pt x="226212" y="117265"/>
                </a:lnTo>
                <a:lnTo>
                  <a:pt x="226090" y="116957"/>
                </a:lnTo>
                <a:lnTo>
                  <a:pt x="225972" y="116644"/>
                </a:lnTo>
                <a:lnTo>
                  <a:pt x="225856" y="116327"/>
                </a:lnTo>
                <a:lnTo>
                  <a:pt x="225743" y="116004"/>
                </a:lnTo>
                <a:lnTo>
                  <a:pt x="225632" y="115678"/>
                </a:lnTo>
                <a:lnTo>
                  <a:pt x="225525" y="115346"/>
                </a:lnTo>
                <a:lnTo>
                  <a:pt x="225419" y="115009"/>
                </a:lnTo>
                <a:lnTo>
                  <a:pt x="225317" y="114668"/>
                </a:lnTo>
                <a:lnTo>
                  <a:pt x="225217" y="114322"/>
                </a:lnTo>
                <a:lnTo>
                  <a:pt x="225120" y="113971"/>
                </a:lnTo>
                <a:lnTo>
                  <a:pt x="225025" y="113616"/>
                </a:lnTo>
                <a:lnTo>
                  <a:pt x="224933" y="113255"/>
                </a:lnTo>
                <a:lnTo>
                  <a:pt x="224844" y="112890"/>
                </a:lnTo>
                <a:lnTo>
                  <a:pt x="224758" y="112520"/>
                </a:lnTo>
                <a:lnTo>
                  <a:pt x="224674" y="112146"/>
                </a:lnTo>
                <a:lnTo>
                  <a:pt x="224593" y="111766"/>
                </a:lnTo>
                <a:lnTo>
                  <a:pt x="224514" y="111382"/>
                </a:lnTo>
                <a:lnTo>
                  <a:pt x="224438" y="110993"/>
                </a:lnTo>
                <a:lnTo>
                  <a:pt x="224365" y="110599"/>
                </a:lnTo>
                <a:lnTo>
                  <a:pt x="224294" y="110201"/>
                </a:lnTo>
                <a:lnTo>
                  <a:pt x="224226" y="109798"/>
                </a:lnTo>
                <a:lnTo>
                  <a:pt x="224161" y="109390"/>
                </a:lnTo>
                <a:lnTo>
                  <a:pt x="224099" y="108980"/>
                </a:lnTo>
                <a:lnTo>
                  <a:pt x="224039" y="108573"/>
                </a:lnTo>
                <a:lnTo>
                  <a:pt x="223981" y="108167"/>
                </a:lnTo>
                <a:lnTo>
                  <a:pt x="223927" y="107764"/>
                </a:lnTo>
                <a:lnTo>
                  <a:pt x="223875" y="107362"/>
                </a:lnTo>
                <a:lnTo>
                  <a:pt x="223826" y="106963"/>
                </a:lnTo>
                <a:lnTo>
                  <a:pt x="223779" y="106565"/>
                </a:lnTo>
                <a:lnTo>
                  <a:pt x="223735" y="106169"/>
                </a:lnTo>
                <a:lnTo>
                  <a:pt x="223694" y="105776"/>
                </a:lnTo>
                <a:lnTo>
                  <a:pt x="223655" y="105384"/>
                </a:lnTo>
                <a:lnTo>
                  <a:pt x="223619" y="104994"/>
                </a:lnTo>
                <a:lnTo>
                  <a:pt x="223586" y="104606"/>
                </a:lnTo>
                <a:lnTo>
                  <a:pt x="223555" y="104221"/>
                </a:lnTo>
                <a:lnTo>
                  <a:pt x="223527" y="103837"/>
                </a:lnTo>
                <a:lnTo>
                  <a:pt x="223502" y="103455"/>
                </a:lnTo>
                <a:lnTo>
                  <a:pt x="223479" y="103075"/>
                </a:lnTo>
                <a:lnTo>
                  <a:pt x="223459" y="102697"/>
                </a:lnTo>
                <a:lnTo>
                  <a:pt x="223442" y="102321"/>
                </a:lnTo>
                <a:lnTo>
                  <a:pt x="223428" y="101947"/>
                </a:lnTo>
                <a:lnTo>
                  <a:pt x="223416" y="101574"/>
                </a:lnTo>
                <a:lnTo>
                  <a:pt x="223406" y="101204"/>
                </a:lnTo>
                <a:lnTo>
                  <a:pt x="223400" y="100836"/>
                </a:lnTo>
                <a:lnTo>
                  <a:pt x="223396" y="100470"/>
                </a:lnTo>
                <a:lnTo>
                  <a:pt x="223394" y="100106"/>
                </a:lnTo>
                <a:lnTo>
                  <a:pt x="223394" y="59418"/>
                </a:lnTo>
                <a:lnTo>
                  <a:pt x="223387" y="58609"/>
                </a:lnTo>
                <a:lnTo>
                  <a:pt x="223365" y="57812"/>
                </a:lnTo>
                <a:lnTo>
                  <a:pt x="223329" y="57027"/>
                </a:lnTo>
                <a:lnTo>
                  <a:pt x="223279" y="56252"/>
                </a:lnTo>
                <a:lnTo>
                  <a:pt x="223214" y="55489"/>
                </a:lnTo>
                <a:lnTo>
                  <a:pt x="223134" y="54738"/>
                </a:lnTo>
                <a:lnTo>
                  <a:pt x="223041" y="53997"/>
                </a:lnTo>
                <a:lnTo>
                  <a:pt x="222932" y="53269"/>
                </a:lnTo>
                <a:lnTo>
                  <a:pt x="222810" y="52551"/>
                </a:lnTo>
                <a:lnTo>
                  <a:pt x="222672" y="51845"/>
                </a:lnTo>
                <a:lnTo>
                  <a:pt x="222521" y="51150"/>
                </a:lnTo>
                <a:lnTo>
                  <a:pt x="222355" y="50467"/>
                </a:lnTo>
                <a:lnTo>
                  <a:pt x="222174" y="49794"/>
                </a:lnTo>
                <a:lnTo>
                  <a:pt x="221979" y="49134"/>
                </a:lnTo>
                <a:lnTo>
                  <a:pt x="221770" y="48484"/>
                </a:lnTo>
                <a:lnTo>
                  <a:pt x="221546" y="47846"/>
                </a:lnTo>
                <a:lnTo>
                  <a:pt x="221308" y="47219"/>
                </a:lnTo>
                <a:lnTo>
                  <a:pt x="221056" y="46604"/>
                </a:lnTo>
                <a:lnTo>
                  <a:pt x="220788" y="46000"/>
                </a:lnTo>
                <a:lnTo>
                  <a:pt x="220507" y="45407"/>
                </a:lnTo>
                <a:lnTo>
                  <a:pt x="220211" y="44826"/>
                </a:lnTo>
                <a:lnTo>
                  <a:pt x="219901" y="44256"/>
                </a:lnTo>
                <a:lnTo>
                  <a:pt x="219576" y="43698"/>
                </a:lnTo>
                <a:lnTo>
                  <a:pt x="219237" y="43150"/>
                </a:lnTo>
                <a:lnTo>
                  <a:pt x="218885" y="42614"/>
                </a:lnTo>
                <a:lnTo>
                  <a:pt x="218522" y="42090"/>
                </a:lnTo>
                <a:lnTo>
                  <a:pt x="218148" y="41577"/>
                </a:lnTo>
                <a:lnTo>
                  <a:pt x="217763" y="41075"/>
                </a:lnTo>
                <a:lnTo>
                  <a:pt x="217368" y="40584"/>
                </a:lnTo>
                <a:lnTo>
                  <a:pt x="216961" y="40105"/>
                </a:lnTo>
                <a:lnTo>
                  <a:pt x="216543" y="39638"/>
                </a:lnTo>
                <a:lnTo>
                  <a:pt x="216115" y="39181"/>
                </a:lnTo>
                <a:lnTo>
                  <a:pt x="215676" y="38736"/>
                </a:lnTo>
                <a:lnTo>
                  <a:pt x="215225" y="38302"/>
                </a:lnTo>
                <a:lnTo>
                  <a:pt x="214764" y="37880"/>
                </a:lnTo>
                <a:lnTo>
                  <a:pt x="214292" y="37469"/>
                </a:lnTo>
                <a:lnTo>
                  <a:pt x="213809" y="37069"/>
                </a:lnTo>
                <a:lnTo>
                  <a:pt x="213315" y="36681"/>
                </a:lnTo>
                <a:lnTo>
                  <a:pt x="212810" y="36304"/>
                </a:lnTo>
                <a:lnTo>
                  <a:pt x="212294" y="35938"/>
                </a:lnTo>
                <a:lnTo>
                  <a:pt x="211767" y="35584"/>
                </a:lnTo>
                <a:lnTo>
                  <a:pt x="211229" y="35241"/>
                </a:lnTo>
                <a:lnTo>
                  <a:pt x="210680" y="34910"/>
                </a:lnTo>
                <a:lnTo>
                  <a:pt x="210121" y="34590"/>
                </a:lnTo>
                <a:lnTo>
                  <a:pt x="209550" y="34281"/>
                </a:lnTo>
                <a:lnTo>
                  <a:pt x="208969" y="33983"/>
                </a:lnTo>
                <a:lnTo>
                  <a:pt x="208376" y="33697"/>
                </a:lnTo>
                <a:lnTo>
                  <a:pt x="207773" y="33422"/>
                </a:lnTo>
                <a:lnTo>
                  <a:pt x="207160" y="33159"/>
                </a:lnTo>
                <a:lnTo>
                  <a:pt x="206540" y="32907"/>
                </a:lnTo>
                <a:lnTo>
                  <a:pt x="205912" y="32666"/>
                </a:lnTo>
                <a:lnTo>
                  <a:pt x="205276" y="32436"/>
                </a:lnTo>
                <a:lnTo>
                  <a:pt x="204632" y="32217"/>
                </a:lnTo>
                <a:lnTo>
                  <a:pt x="203981" y="32010"/>
                </a:lnTo>
                <a:lnTo>
                  <a:pt x="203322" y="31813"/>
                </a:lnTo>
                <a:lnTo>
                  <a:pt x="202655" y="31628"/>
                </a:lnTo>
                <a:lnTo>
                  <a:pt x="201981" y="31455"/>
                </a:lnTo>
                <a:lnTo>
                  <a:pt x="201299" y="31292"/>
                </a:lnTo>
                <a:lnTo>
                  <a:pt x="200609" y="31141"/>
                </a:lnTo>
                <a:lnTo>
                  <a:pt x="199912" y="31000"/>
                </a:lnTo>
                <a:lnTo>
                  <a:pt x="199207" y="30872"/>
                </a:lnTo>
                <a:lnTo>
                  <a:pt x="198494" y="30754"/>
                </a:lnTo>
                <a:lnTo>
                  <a:pt x="197773" y="30647"/>
                </a:lnTo>
                <a:lnTo>
                  <a:pt x="197045" y="30552"/>
                </a:lnTo>
                <a:lnTo>
                  <a:pt x="196309" y="30468"/>
                </a:lnTo>
                <a:lnTo>
                  <a:pt x="195565" y="30395"/>
                </a:lnTo>
                <a:lnTo>
                  <a:pt x="194813" y="30333"/>
                </a:lnTo>
                <a:lnTo>
                  <a:pt x="194054" y="30283"/>
                </a:lnTo>
                <a:lnTo>
                  <a:pt x="193287" y="30244"/>
                </a:lnTo>
                <a:lnTo>
                  <a:pt x="192513" y="30216"/>
                </a:lnTo>
                <a:lnTo>
                  <a:pt x="191731" y="30199"/>
                </a:lnTo>
                <a:lnTo>
                  <a:pt x="190941" y="30193"/>
                </a:lnTo>
                <a:lnTo>
                  <a:pt x="190284" y="30197"/>
                </a:lnTo>
                <a:lnTo>
                  <a:pt x="189632" y="30209"/>
                </a:lnTo>
                <a:lnTo>
                  <a:pt x="188986" y="30228"/>
                </a:lnTo>
                <a:lnTo>
                  <a:pt x="188345" y="30255"/>
                </a:lnTo>
                <a:lnTo>
                  <a:pt x="187709" y="30290"/>
                </a:lnTo>
                <a:lnTo>
                  <a:pt x="187078" y="30332"/>
                </a:lnTo>
                <a:lnTo>
                  <a:pt x="186453" y="30382"/>
                </a:lnTo>
                <a:lnTo>
                  <a:pt x="185832" y="30440"/>
                </a:lnTo>
                <a:lnTo>
                  <a:pt x="185217" y="30505"/>
                </a:lnTo>
                <a:lnTo>
                  <a:pt x="184607" y="30579"/>
                </a:lnTo>
                <a:lnTo>
                  <a:pt x="184002" y="30660"/>
                </a:lnTo>
                <a:lnTo>
                  <a:pt x="183402" y="30748"/>
                </a:lnTo>
                <a:lnTo>
                  <a:pt x="182808" y="30845"/>
                </a:lnTo>
                <a:lnTo>
                  <a:pt x="182219" y="30949"/>
                </a:lnTo>
                <a:lnTo>
                  <a:pt x="181635" y="31060"/>
                </a:lnTo>
                <a:lnTo>
                  <a:pt x="181056" y="31180"/>
                </a:lnTo>
                <a:lnTo>
                  <a:pt x="180482" y="31307"/>
                </a:lnTo>
                <a:lnTo>
                  <a:pt x="179913" y="31442"/>
                </a:lnTo>
                <a:lnTo>
                  <a:pt x="179350" y="31585"/>
                </a:lnTo>
                <a:lnTo>
                  <a:pt x="178792" y="31735"/>
                </a:lnTo>
                <a:lnTo>
                  <a:pt x="178239" y="31893"/>
                </a:lnTo>
                <a:lnTo>
                  <a:pt x="177691" y="32059"/>
                </a:lnTo>
                <a:lnTo>
                  <a:pt x="177148" y="32232"/>
                </a:lnTo>
                <a:lnTo>
                  <a:pt x="176611" y="32413"/>
                </a:lnTo>
                <a:lnTo>
                  <a:pt x="176079" y="32601"/>
                </a:lnTo>
                <a:lnTo>
                  <a:pt x="175554" y="32794"/>
                </a:lnTo>
                <a:lnTo>
                  <a:pt x="175035" y="32992"/>
                </a:lnTo>
                <a:lnTo>
                  <a:pt x="174523" y="33196"/>
                </a:lnTo>
                <a:lnTo>
                  <a:pt x="174017" y="33405"/>
                </a:lnTo>
                <a:lnTo>
                  <a:pt x="173518" y="33619"/>
                </a:lnTo>
                <a:lnTo>
                  <a:pt x="173025" y="33839"/>
                </a:lnTo>
                <a:lnTo>
                  <a:pt x="172539" y="34064"/>
                </a:lnTo>
                <a:lnTo>
                  <a:pt x="172059" y="34294"/>
                </a:lnTo>
                <a:lnTo>
                  <a:pt x="171585" y="34530"/>
                </a:lnTo>
                <a:lnTo>
                  <a:pt x="171118" y="34771"/>
                </a:lnTo>
                <a:lnTo>
                  <a:pt x="170657" y="35017"/>
                </a:lnTo>
                <a:lnTo>
                  <a:pt x="170203" y="35268"/>
                </a:lnTo>
                <a:lnTo>
                  <a:pt x="169755" y="35525"/>
                </a:lnTo>
                <a:lnTo>
                  <a:pt x="169314" y="35788"/>
                </a:lnTo>
                <a:lnTo>
                  <a:pt x="168879" y="36055"/>
                </a:lnTo>
                <a:lnTo>
                  <a:pt x="168450" y="36328"/>
                </a:lnTo>
                <a:lnTo>
                  <a:pt x="168028" y="36606"/>
                </a:lnTo>
                <a:lnTo>
                  <a:pt x="167613" y="36890"/>
                </a:lnTo>
                <a:lnTo>
                  <a:pt x="167204" y="37179"/>
                </a:lnTo>
                <a:lnTo>
                  <a:pt x="166801" y="37473"/>
                </a:lnTo>
                <a:lnTo>
                  <a:pt x="166405" y="37772"/>
                </a:lnTo>
                <a:lnTo>
                  <a:pt x="166015" y="38077"/>
                </a:lnTo>
                <a:lnTo>
                  <a:pt x="165632" y="38387"/>
                </a:lnTo>
                <a:lnTo>
                  <a:pt x="165255" y="38702"/>
                </a:lnTo>
                <a:lnTo>
                  <a:pt x="164886" y="39019"/>
                </a:lnTo>
                <a:lnTo>
                  <a:pt x="164525" y="39339"/>
                </a:lnTo>
                <a:lnTo>
                  <a:pt x="164171" y="39662"/>
                </a:lnTo>
                <a:lnTo>
                  <a:pt x="163824" y="39988"/>
                </a:lnTo>
                <a:lnTo>
                  <a:pt x="163485" y="40317"/>
                </a:lnTo>
                <a:lnTo>
                  <a:pt x="163153" y="40649"/>
                </a:lnTo>
                <a:lnTo>
                  <a:pt x="162828" y="40984"/>
                </a:lnTo>
                <a:lnTo>
                  <a:pt x="162512" y="41322"/>
                </a:lnTo>
                <a:lnTo>
                  <a:pt x="162202" y="41663"/>
                </a:lnTo>
                <a:lnTo>
                  <a:pt x="161900" y="42006"/>
                </a:lnTo>
                <a:lnTo>
                  <a:pt x="161605" y="42353"/>
                </a:lnTo>
                <a:lnTo>
                  <a:pt x="161318" y="42703"/>
                </a:lnTo>
                <a:lnTo>
                  <a:pt x="161038" y="43055"/>
                </a:lnTo>
                <a:lnTo>
                  <a:pt x="160766" y="43411"/>
                </a:lnTo>
                <a:lnTo>
                  <a:pt x="160501" y="43769"/>
                </a:lnTo>
                <a:lnTo>
                  <a:pt x="160243" y="44131"/>
                </a:lnTo>
                <a:lnTo>
                  <a:pt x="159993" y="44495"/>
                </a:lnTo>
                <a:lnTo>
                  <a:pt x="159750" y="44862"/>
                </a:lnTo>
                <a:lnTo>
                  <a:pt x="159515" y="45233"/>
                </a:lnTo>
                <a:lnTo>
                  <a:pt x="159287" y="45606"/>
                </a:lnTo>
                <a:lnTo>
                  <a:pt x="159067" y="45982"/>
                </a:lnTo>
                <a:lnTo>
                  <a:pt x="158854" y="46361"/>
                </a:lnTo>
                <a:lnTo>
                  <a:pt x="158648" y="46743"/>
                </a:lnTo>
                <a:lnTo>
                  <a:pt x="158451" y="47126"/>
                </a:lnTo>
                <a:lnTo>
                  <a:pt x="158262" y="47510"/>
                </a:lnTo>
                <a:lnTo>
                  <a:pt x="158081" y="47895"/>
                </a:lnTo>
                <a:lnTo>
                  <a:pt x="157908" y="48279"/>
                </a:lnTo>
                <a:lnTo>
                  <a:pt x="157744" y="48664"/>
                </a:lnTo>
                <a:lnTo>
                  <a:pt x="157589" y="49049"/>
                </a:lnTo>
                <a:lnTo>
                  <a:pt x="157442" y="49434"/>
                </a:lnTo>
                <a:lnTo>
                  <a:pt x="157303" y="49820"/>
                </a:lnTo>
                <a:lnTo>
                  <a:pt x="157173" y="50205"/>
                </a:lnTo>
                <a:lnTo>
                  <a:pt x="157051" y="50592"/>
                </a:lnTo>
                <a:lnTo>
                  <a:pt x="156937" y="50978"/>
                </a:lnTo>
                <a:lnTo>
                  <a:pt x="156832" y="51365"/>
                </a:lnTo>
                <a:lnTo>
                  <a:pt x="156735" y="51752"/>
                </a:lnTo>
                <a:lnTo>
                  <a:pt x="156647" y="52139"/>
                </a:lnTo>
                <a:lnTo>
                  <a:pt x="156567" y="52526"/>
                </a:lnTo>
                <a:lnTo>
                  <a:pt x="156496" y="52914"/>
                </a:lnTo>
                <a:lnTo>
                  <a:pt x="156433" y="53302"/>
                </a:lnTo>
                <a:lnTo>
                  <a:pt x="156378" y="53691"/>
                </a:lnTo>
                <a:lnTo>
                  <a:pt x="156332" y="54079"/>
                </a:lnTo>
                <a:lnTo>
                  <a:pt x="156294" y="54468"/>
                </a:lnTo>
                <a:lnTo>
                  <a:pt x="156264" y="54858"/>
                </a:lnTo>
                <a:lnTo>
                  <a:pt x="156243" y="55247"/>
                </a:lnTo>
                <a:lnTo>
                  <a:pt x="156231" y="55637"/>
                </a:lnTo>
                <a:lnTo>
                  <a:pt x="156227" y="56027"/>
                </a:lnTo>
                <a:lnTo>
                  <a:pt x="171162" y="56027"/>
                </a:lnTo>
                <a:lnTo>
                  <a:pt x="171166" y="55725"/>
                </a:lnTo>
                <a:lnTo>
                  <a:pt x="171178" y="55425"/>
                </a:lnTo>
                <a:lnTo>
                  <a:pt x="171199" y="55126"/>
                </a:lnTo>
                <a:lnTo>
                  <a:pt x="171228" y="54829"/>
                </a:lnTo>
                <a:lnTo>
                  <a:pt x="171265" y="54534"/>
                </a:lnTo>
                <a:lnTo>
                  <a:pt x="171311" y="54241"/>
                </a:lnTo>
                <a:lnTo>
                  <a:pt x="171364" y="53949"/>
                </a:lnTo>
                <a:lnTo>
                  <a:pt x="171426" y="53659"/>
                </a:lnTo>
                <a:lnTo>
                  <a:pt x="171497" y="53370"/>
                </a:lnTo>
                <a:lnTo>
                  <a:pt x="171575" y="53084"/>
                </a:lnTo>
                <a:lnTo>
                  <a:pt x="171662" y="52798"/>
                </a:lnTo>
                <a:lnTo>
                  <a:pt x="171757" y="52515"/>
                </a:lnTo>
                <a:lnTo>
                  <a:pt x="171860" y="52233"/>
                </a:lnTo>
                <a:lnTo>
                  <a:pt x="171972" y="51953"/>
                </a:lnTo>
                <a:lnTo>
                  <a:pt x="172092" y="51675"/>
                </a:lnTo>
                <a:lnTo>
                  <a:pt x="172220" y="51398"/>
                </a:lnTo>
                <a:lnTo>
                  <a:pt x="172357" y="51123"/>
                </a:lnTo>
                <a:lnTo>
                  <a:pt x="172501" y="50850"/>
                </a:lnTo>
                <a:lnTo>
                  <a:pt x="172654" y="50578"/>
                </a:lnTo>
                <a:lnTo>
                  <a:pt x="172816" y="50308"/>
                </a:lnTo>
                <a:lnTo>
                  <a:pt x="172985" y="50040"/>
                </a:lnTo>
                <a:lnTo>
                  <a:pt x="173163" y="49774"/>
                </a:lnTo>
                <a:lnTo>
                  <a:pt x="173349" y="49509"/>
                </a:lnTo>
                <a:lnTo>
                  <a:pt x="173543" y="49246"/>
                </a:lnTo>
                <a:lnTo>
                  <a:pt x="173745" y="48985"/>
                </a:lnTo>
                <a:lnTo>
                  <a:pt x="173953" y="48729"/>
                </a:lnTo>
                <a:lnTo>
                  <a:pt x="174168" y="48477"/>
                </a:lnTo>
                <a:lnTo>
                  <a:pt x="174389" y="48230"/>
                </a:lnTo>
                <a:lnTo>
                  <a:pt x="174616" y="47986"/>
                </a:lnTo>
                <a:lnTo>
                  <a:pt x="174850" y="47747"/>
                </a:lnTo>
                <a:lnTo>
                  <a:pt x="175090" y="47512"/>
                </a:lnTo>
                <a:lnTo>
                  <a:pt x="175337" y="47281"/>
                </a:lnTo>
                <a:lnTo>
                  <a:pt x="175590" y="47054"/>
                </a:lnTo>
                <a:lnTo>
                  <a:pt x="175850" y="46832"/>
                </a:lnTo>
                <a:lnTo>
                  <a:pt x="176116" y="46614"/>
                </a:lnTo>
                <a:lnTo>
                  <a:pt x="176389" y="46400"/>
                </a:lnTo>
                <a:lnTo>
                  <a:pt x="176668" y="46190"/>
                </a:lnTo>
                <a:lnTo>
                  <a:pt x="176954" y="45984"/>
                </a:lnTo>
                <a:lnTo>
                  <a:pt x="177245" y="45783"/>
                </a:lnTo>
                <a:lnTo>
                  <a:pt x="177544" y="45586"/>
                </a:lnTo>
                <a:lnTo>
                  <a:pt x="177849" y="45393"/>
                </a:lnTo>
                <a:lnTo>
                  <a:pt x="178160" y="45204"/>
                </a:lnTo>
                <a:lnTo>
                  <a:pt x="178478" y="45019"/>
                </a:lnTo>
                <a:lnTo>
                  <a:pt x="178802" y="44839"/>
                </a:lnTo>
                <a:lnTo>
                  <a:pt x="179133" y="44663"/>
                </a:lnTo>
                <a:lnTo>
                  <a:pt x="179470" y="44491"/>
                </a:lnTo>
                <a:lnTo>
                  <a:pt x="179813" y="44323"/>
                </a:lnTo>
                <a:lnTo>
                  <a:pt x="180163" y="44160"/>
                </a:lnTo>
                <a:lnTo>
                  <a:pt x="180519" y="44001"/>
                </a:lnTo>
                <a:lnTo>
                  <a:pt x="180879" y="43850"/>
                </a:lnTo>
                <a:lnTo>
                  <a:pt x="181245" y="43705"/>
                </a:lnTo>
                <a:lnTo>
                  <a:pt x="181615" y="43567"/>
                </a:lnTo>
                <a:lnTo>
                  <a:pt x="181990" y="43436"/>
                </a:lnTo>
                <a:lnTo>
                  <a:pt x="182371" y="43312"/>
                </a:lnTo>
                <a:lnTo>
                  <a:pt x="182756" y="43194"/>
                </a:lnTo>
                <a:lnTo>
                  <a:pt x="183146" y="43083"/>
                </a:lnTo>
                <a:lnTo>
                  <a:pt x="183541" y="42979"/>
                </a:lnTo>
                <a:lnTo>
                  <a:pt x="183940" y="42881"/>
                </a:lnTo>
                <a:lnTo>
                  <a:pt x="184345" y="42790"/>
                </a:lnTo>
                <a:lnTo>
                  <a:pt x="184755" y="42706"/>
                </a:lnTo>
                <a:lnTo>
                  <a:pt x="185169" y="42629"/>
                </a:lnTo>
                <a:lnTo>
                  <a:pt x="185589" y="42558"/>
                </a:lnTo>
                <a:lnTo>
                  <a:pt x="186013" y="42494"/>
                </a:lnTo>
                <a:lnTo>
                  <a:pt x="186442" y="42437"/>
                </a:lnTo>
                <a:lnTo>
                  <a:pt x="186876" y="42387"/>
                </a:lnTo>
                <a:lnTo>
                  <a:pt x="187315" y="42343"/>
                </a:lnTo>
                <a:lnTo>
                  <a:pt x="187759" y="42306"/>
                </a:lnTo>
                <a:lnTo>
                  <a:pt x="188208" y="42276"/>
                </a:lnTo>
                <a:lnTo>
                  <a:pt x="188662" y="42252"/>
                </a:lnTo>
                <a:lnTo>
                  <a:pt x="189121" y="42235"/>
                </a:lnTo>
                <a:lnTo>
                  <a:pt x="189584" y="42225"/>
                </a:lnTo>
                <a:lnTo>
                  <a:pt x="190053" y="42222"/>
                </a:lnTo>
                <a:lnTo>
                  <a:pt x="190554" y="42226"/>
                </a:lnTo>
                <a:lnTo>
                  <a:pt x="191048" y="42237"/>
                </a:lnTo>
                <a:lnTo>
                  <a:pt x="191536" y="42255"/>
                </a:lnTo>
                <a:lnTo>
                  <a:pt x="192017" y="42280"/>
                </a:lnTo>
                <a:lnTo>
                  <a:pt x="192491" y="42313"/>
                </a:lnTo>
                <a:lnTo>
                  <a:pt x="192959" y="42353"/>
                </a:lnTo>
                <a:lnTo>
                  <a:pt x="193420" y="42401"/>
                </a:lnTo>
                <a:lnTo>
                  <a:pt x="193874" y="42455"/>
                </a:lnTo>
                <a:lnTo>
                  <a:pt x="194321" y="42517"/>
                </a:lnTo>
                <a:lnTo>
                  <a:pt x="194762" y="42586"/>
                </a:lnTo>
                <a:lnTo>
                  <a:pt x="195196" y="42663"/>
                </a:lnTo>
                <a:lnTo>
                  <a:pt x="195623" y="42747"/>
                </a:lnTo>
                <a:lnTo>
                  <a:pt x="196043" y="42838"/>
                </a:lnTo>
                <a:lnTo>
                  <a:pt x="196457" y="42936"/>
                </a:lnTo>
                <a:lnTo>
                  <a:pt x="196864" y="43042"/>
                </a:lnTo>
                <a:lnTo>
                  <a:pt x="197264" y="43155"/>
                </a:lnTo>
                <a:lnTo>
                  <a:pt x="197658" y="43275"/>
                </a:lnTo>
                <a:lnTo>
                  <a:pt x="198045" y="43403"/>
                </a:lnTo>
                <a:lnTo>
                  <a:pt x="198425" y="43537"/>
                </a:lnTo>
                <a:lnTo>
                  <a:pt x="198798" y="43680"/>
                </a:lnTo>
                <a:lnTo>
                  <a:pt x="199165" y="43829"/>
                </a:lnTo>
                <a:lnTo>
                  <a:pt x="199525" y="43986"/>
                </a:lnTo>
                <a:lnTo>
                  <a:pt x="199878" y="44150"/>
                </a:lnTo>
                <a:lnTo>
                  <a:pt x="200225" y="44321"/>
                </a:lnTo>
                <a:lnTo>
                  <a:pt x="200564" y="44499"/>
                </a:lnTo>
                <a:lnTo>
                  <a:pt x="200897" y="44683"/>
                </a:lnTo>
                <a:lnTo>
                  <a:pt x="201222" y="44873"/>
                </a:lnTo>
                <a:lnTo>
                  <a:pt x="201540" y="45069"/>
                </a:lnTo>
                <a:lnTo>
                  <a:pt x="201851" y="45271"/>
                </a:lnTo>
                <a:lnTo>
                  <a:pt x="202155" y="45479"/>
                </a:lnTo>
                <a:lnTo>
                  <a:pt x="202451" y="45693"/>
                </a:lnTo>
                <a:lnTo>
                  <a:pt x="202741" y="45913"/>
                </a:lnTo>
                <a:lnTo>
                  <a:pt x="203023" y="46139"/>
                </a:lnTo>
                <a:lnTo>
                  <a:pt x="203298" y="46371"/>
                </a:lnTo>
                <a:lnTo>
                  <a:pt x="203566" y="46610"/>
                </a:lnTo>
                <a:lnTo>
                  <a:pt x="203827" y="46854"/>
                </a:lnTo>
                <a:lnTo>
                  <a:pt x="204081" y="47104"/>
                </a:lnTo>
                <a:lnTo>
                  <a:pt x="204328" y="47360"/>
                </a:lnTo>
                <a:lnTo>
                  <a:pt x="204567" y="47623"/>
                </a:lnTo>
                <a:lnTo>
                  <a:pt x="204799" y="47891"/>
                </a:lnTo>
                <a:lnTo>
                  <a:pt x="205024" y="48165"/>
                </a:lnTo>
                <a:lnTo>
                  <a:pt x="205242" y="48446"/>
                </a:lnTo>
                <a:lnTo>
                  <a:pt x="205453" y="48732"/>
                </a:lnTo>
                <a:lnTo>
                  <a:pt x="205657" y="49025"/>
                </a:lnTo>
                <a:lnTo>
                  <a:pt x="205854" y="49323"/>
                </a:lnTo>
                <a:lnTo>
                  <a:pt x="206043" y="49628"/>
                </a:lnTo>
                <a:lnTo>
                  <a:pt x="206225" y="49938"/>
                </a:lnTo>
                <a:lnTo>
                  <a:pt x="206400" y="50255"/>
                </a:lnTo>
                <a:lnTo>
                  <a:pt x="206568" y="50577"/>
                </a:lnTo>
                <a:lnTo>
                  <a:pt x="206729" y="50903"/>
                </a:lnTo>
                <a:lnTo>
                  <a:pt x="206883" y="51234"/>
                </a:lnTo>
                <a:lnTo>
                  <a:pt x="207029" y="51570"/>
                </a:lnTo>
                <a:lnTo>
                  <a:pt x="207169" y="51910"/>
                </a:lnTo>
                <a:lnTo>
                  <a:pt x="207301" y="52255"/>
                </a:lnTo>
                <a:lnTo>
                  <a:pt x="207426" y="52605"/>
                </a:lnTo>
                <a:lnTo>
                  <a:pt x="207544" y="52959"/>
                </a:lnTo>
                <a:lnTo>
                  <a:pt x="207655" y="53318"/>
                </a:lnTo>
                <a:lnTo>
                  <a:pt x="207759" y="53681"/>
                </a:lnTo>
                <a:lnTo>
                  <a:pt x="207855" y="54050"/>
                </a:lnTo>
                <a:lnTo>
                  <a:pt x="207944" y="54422"/>
                </a:lnTo>
                <a:lnTo>
                  <a:pt x="208027" y="54800"/>
                </a:lnTo>
                <a:lnTo>
                  <a:pt x="208102" y="55182"/>
                </a:lnTo>
                <a:lnTo>
                  <a:pt x="208170" y="55568"/>
                </a:lnTo>
                <a:lnTo>
                  <a:pt x="208230" y="55960"/>
                </a:lnTo>
                <a:lnTo>
                  <a:pt x="208284" y="56355"/>
                </a:lnTo>
                <a:lnTo>
                  <a:pt x="208330" y="56756"/>
                </a:lnTo>
                <a:lnTo>
                  <a:pt x="208370" y="57161"/>
                </a:lnTo>
                <a:lnTo>
                  <a:pt x="208402" y="57571"/>
                </a:lnTo>
                <a:lnTo>
                  <a:pt x="208427" y="57985"/>
                </a:lnTo>
                <a:lnTo>
                  <a:pt x="208445" y="58404"/>
                </a:lnTo>
                <a:lnTo>
                  <a:pt x="208456" y="58828"/>
                </a:lnTo>
                <a:lnTo>
                  <a:pt x="208459" y="59256"/>
                </a:lnTo>
                <a:lnTo>
                  <a:pt x="208459" y="66199"/>
                </a:lnTo>
                <a:lnTo>
                  <a:pt x="193685" y="66199"/>
                </a:lnTo>
                <a:lnTo>
                  <a:pt x="192942" y="66202"/>
                </a:lnTo>
                <a:lnTo>
                  <a:pt x="192204" y="66212"/>
                </a:lnTo>
                <a:lnTo>
                  <a:pt x="191472" y="66228"/>
                </a:lnTo>
                <a:lnTo>
                  <a:pt x="190746" y="66250"/>
                </a:lnTo>
                <a:lnTo>
                  <a:pt x="190025" y="66279"/>
                </a:lnTo>
                <a:lnTo>
                  <a:pt x="189311" y="66315"/>
                </a:lnTo>
                <a:lnTo>
                  <a:pt x="188602" y="66357"/>
                </a:lnTo>
                <a:lnTo>
                  <a:pt x="187900" y="66405"/>
                </a:lnTo>
                <a:lnTo>
                  <a:pt x="187203" y="66460"/>
                </a:lnTo>
                <a:lnTo>
                  <a:pt x="186512" y="66521"/>
                </a:lnTo>
                <a:lnTo>
                  <a:pt x="185827" y="66589"/>
                </a:lnTo>
                <a:lnTo>
                  <a:pt x="185148" y="66663"/>
                </a:lnTo>
                <a:lnTo>
                  <a:pt x="184475" y="66744"/>
                </a:lnTo>
                <a:lnTo>
                  <a:pt x="183808" y="66831"/>
                </a:lnTo>
                <a:lnTo>
                  <a:pt x="183146" y="66924"/>
                </a:lnTo>
                <a:lnTo>
                  <a:pt x="182491" y="67024"/>
                </a:lnTo>
                <a:lnTo>
                  <a:pt x="181841" y="67131"/>
                </a:lnTo>
                <a:lnTo>
                  <a:pt x="181197" y="67243"/>
                </a:lnTo>
                <a:lnTo>
                  <a:pt x="180560" y="67363"/>
                </a:lnTo>
                <a:lnTo>
                  <a:pt x="179928" y="67488"/>
                </a:lnTo>
                <a:lnTo>
                  <a:pt x="179302" y="67621"/>
                </a:lnTo>
                <a:lnTo>
                  <a:pt x="178681" y="67759"/>
                </a:lnTo>
                <a:lnTo>
                  <a:pt x="178067" y="67904"/>
                </a:lnTo>
                <a:lnTo>
                  <a:pt x="177459" y="68056"/>
                </a:lnTo>
                <a:lnTo>
                  <a:pt x="176857" y="68213"/>
                </a:lnTo>
                <a:lnTo>
                  <a:pt x="176262" y="68377"/>
                </a:lnTo>
                <a:lnTo>
                  <a:pt x="175675" y="68547"/>
                </a:lnTo>
                <a:lnTo>
                  <a:pt x="175095" y="68723"/>
                </a:lnTo>
                <a:lnTo>
                  <a:pt x="174522" y="68905"/>
                </a:lnTo>
                <a:lnTo>
                  <a:pt x="173957" y="69093"/>
                </a:lnTo>
                <a:lnTo>
                  <a:pt x="173399" y="69286"/>
                </a:lnTo>
                <a:lnTo>
                  <a:pt x="172848" y="69486"/>
                </a:lnTo>
                <a:lnTo>
                  <a:pt x="172305" y="69692"/>
                </a:lnTo>
                <a:lnTo>
                  <a:pt x="171768" y="69904"/>
                </a:lnTo>
                <a:lnTo>
                  <a:pt x="171239" y="70122"/>
                </a:lnTo>
                <a:lnTo>
                  <a:pt x="170718" y="70346"/>
                </a:lnTo>
                <a:lnTo>
                  <a:pt x="170203" y="70576"/>
                </a:lnTo>
                <a:lnTo>
                  <a:pt x="169696" y="70813"/>
                </a:lnTo>
                <a:lnTo>
                  <a:pt x="169196" y="71055"/>
                </a:lnTo>
                <a:lnTo>
                  <a:pt x="168704" y="71303"/>
                </a:lnTo>
                <a:lnTo>
                  <a:pt x="168219" y="71557"/>
                </a:lnTo>
                <a:lnTo>
                  <a:pt x="167741" y="71817"/>
                </a:lnTo>
                <a:lnTo>
                  <a:pt x="167270" y="72083"/>
                </a:lnTo>
                <a:lnTo>
                  <a:pt x="166807" y="72356"/>
                </a:lnTo>
                <a:lnTo>
                  <a:pt x="166351" y="72634"/>
                </a:lnTo>
                <a:lnTo>
                  <a:pt x="165902" y="72918"/>
                </a:lnTo>
                <a:lnTo>
                  <a:pt x="165460" y="73209"/>
                </a:lnTo>
                <a:lnTo>
                  <a:pt x="165026" y="73505"/>
                </a:lnTo>
                <a:lnTo>
                  <a:pt x="164600" y="73807"/>
                </a:lnTo>
                <a:lnTo>
                  <a:pt x="164182" y="74116"/>
                </a:lnTo>
                <a:lnTo>
                  <a:pt x="163772" y="74431"/>
                </a:lnTo>
                <a:lnTo>
                  <a:pt x="163371" y="74752"/>
                </a:lnTo>
                <a:lnTo>
                  <a:pt x="162978" y="75079"/>
                </a:lnTo>
                <a:lnTo>
                  <a:pt x="162594" y="75412"/>
                </a:lnTo>
                <a:lnTo>
                  <a:pt x="162218" y="75752"/>
                </a:lnTo>
                <a:lnTo>
                  <a:pt x="161851" y="76097"/>
                </a:lnTo>
                <a:lnTo>
                  <a:pt x="161492" y="76449"/>
                </a:lnTo>
                <a:lnTo>
                  <a:pt x="161141" y="76807"/>
                </a:lnTo>
                <a:lnTo>
                  <a:pt x="160799" y="77171"/>
                </a:lnTo>
                <a:lnTo>
                  <a:pt x="160465" y="77542"/>
                </a:lnTo>
                <a:lnTo>
                  <a:pt x="160139" y="77918"/>
                </a:lnTo>
                <a:lnTo>
                  <a:pt x="159822" y="78301"/>
                </a:lnTo>
                <a:lnTo>
                  <a:pt x="159514" y="78689"/>
                </a:lnTo>
                <a:lnTo>
                  <a:pt x="159214" y="79084"/>
                </a:lnTo>
                <a:lnTo>
                  <a:pt x="158922" y="79485"/>
                </a:lnTo>
                <a:lnTo>
                  <a:pt x="158638" y="79893"/>
                </a:lnTo>
                <a:lnTo>
                  <a:pt x="158363" y="80306"/>
                </a:lnTo>
                <a:lnTo>
                  <a:pt x="158097" y="80726"/>
                </a:lnTo>
                <a:lnTo>
                  <a:pt x="157839" y="81152"/>
                </a:lnTo>
                <a:lnTo>
                  <a:pt x="157589" y="81584"/>
                </a:lnTo>
                <a:lnTo>
                  <a:pt x="157348" y="82022"/>
                </a:lnTo>
                <a:lnTo>
                  <a:pt x="157115" y="82466"/>
                </a:lnTo>
                <a:lnTo>
                  <a:pt x="156891" y="82916"/>
                </a:lnTo>
                <a:lnTo>
                  <a:pt x="156676" y="83372"/>
                </a:lnTo>
                <a:lnTo>
                  <a:pt x="156471" y="83834"/>
                </a:lnTo>
                <a:lnTo>
                  <a:pt x="156276" y="84302"/>
                </a:lnTo>
                <a:lnTo>
                  <a:pt x="156090" y="84775"/>
                </a:lnTo>
                <a:lnTo>
                  <a:pt x="155914" y="85254"/>
                </a:lnTo>
                <a:lnTo>
                  <a:pt x="155747" y="85739"/>
                </a:lnTo>
                <a:lnTo>
                  <a:pt x="155590" y="86229"/>
                </a:lnTo>
                <a:lnTo>
                  <a:pt x="155442" y="86725"/>
                </a:lnTo>
                <a:lnTo>
                  <a:pt x="155304" y="87227"/>
                </a:lnTo>
                <a:lnTo>
                  <a:pt x="155175" y="87735"/>
                </a:lnTo>
                <a:lnTo>
                  <a:pt x="155056" y="88248"/>
                </a:lnTo>
                <a:lnTo>
                  <a:pt x="154946" y="88768"/>
                </a:lnTo>
                <a:lnTo>
                  <a:pt x="154846" y="89293"/>
                </a:lnTo>
                <a:lnTo>
                  <a:pt x="154756" y="89823"/>
                </a:lnTo>
                <a:lnTo>
                  <a:pt x="154675" y="90360"/>
                </a:lnTo>
                <a:lnTo>
                  <a:pt x="154603" y="90902"/>
                </a:lnTo>
                <a:lnTo>
                  <a:pt x="154541" y="91450"/>
                </a:lnTo>
                <a:lnTo>
                  <a:pt x="154489" y="92004"/>
                </a:lnTo>
                <a:lnTo>
                  <a:pt x="154446" y="92563"/>
                </a:lnTo>
                <a:lnTo>
                  <a:pt x="154413" y="93128"/>
                </a:lnTo>
                <a:lnTo>
                  <a:pt x="154389" y="93699"/>
                </a:lnTo>
                <a:lnTo>
                  <a:pt x="154375" y="94276"/>
                </a:lnTo>
                <a:lnTo>
                  <a:pt x="154370" y="94858"/>
                </a:lnTo>
                <a:lnTo>
                  <a:pt x="154376" y="95461"/>
                </a:lnTo>
                <a:lnTo>
                  <a:pt x="154395" y="96059"/>
                </a:lnTo>
                <a:lnTo>
                  <a:pt x="154427" y="96653"/>
                </a:lnTo>
                <a:lnTo>
                  <a:pt x="154472" y="97241"/>
                </a:lnTo>
                <a:lnTo>
                  <a:pt x="154529" y="97824"/>
                </a:lnTo>
                <a:lnTo>
                  <a:pt x="154599" y="98403"/>
                </a:lnTo>
                <a:lnTo>
                  <a:pt x="154682" y="98976"/>
                </a:lnTo>
                <a:lnTo>
                  <a:pt x="154778" y="99545"/>
                </a:lnTo>
                <a:lnTo>
                  <a:pt x="154886" y="100109"/>
                </a:lnTo>
                <a:lnTo>
                  <a:pt x="155007" y="100668"/>
                </a:lnTo>
                <a:lnTo>
                  <a:pt x="155141" y="101222"/>
                </a:lnTo>
                <a:lnTo>
                  <a:pt x="155288" y="101771"/>
                </a:lnTo>
                <a:lnTo>
                  <a:pt x="155447" y="102315"/>
                </a:lnTo>
                <a:lnTo>
                  <a:pt x="155620" y="102854"/>
                </a:lnTo>
                <a:lnTo>
                  <a:pt x="155805" y="103388"/>
                </a:lnTo>
                <a:lnTo>
                  <a:pt x="156002" y="103918"/>
                </a:lnTo>
                <a:lnTo>
                  <a:pt x="156213" y="104442"/>
                </a:lnTo>
                <a:lnTo>
                  <a:pt x="156436" y="104962"/>
                </a:lnTo>
                <a:lnTo>
                  <a:pt x="156672" y="105477"/>
                </a:lnTo>
                <a:lnTo>
                  <a:pt x="156921" y="105987"/>
                </a:lnTo>
                <a:lnTo>
                  <a:pt x="157182" y="106492"/>
                </a:lnTo>
                <a:lnTo>
                  <a:pt x="157456" y="106992"/>
                </a:lnTo>
                <a:lnTo>
                  <a:pt x="157743" y="107487"/>
                </a:lnTo>
                <a:lnTo>
                  <a:pt x="158043" y="107977"/>
                </a:lnTo>
                <a:lnTo>
                  <a:pt x="158354" y="108460"/>
                </a:lnTo>
                <a:lnTo>
                  <a:pt x="158676" y="108936"/>
                </a:lnTo>
                <a:lnTo>
                  <a:pt x="159008" y="109403"/>
                </a:lnTo>
                <a:lnTo>
                  <a:pt x="159350" y="109862"/>
                </a:lnTo>
                <a:lnTo>
                  <a:pt x="159703" y="110312"/>
                </a:lnTo>
                <a:lnTo>
                  <a:pt x="160066" y="110754"/>
                </a:lnTo>
                <a:lnTo>
                  <a:pt x="160440" y="111188"/>
                </a:lnTo>
                <a:lnTo>
                  <a:pt x="160824" y="111614"/>
                </a:lnTo>
                <a:lnTo>
                  <a:pt x="161218" y="112032"/>
                </a:lnTo>
                <a:lnTo>
                  <a:pt x="161623" y="112441"/>
                </a:lnTo>
                <a:lnTo>
                  <a:pt x="162038" y="112842"/>
                </a:lnTo>
                <a:lnTo>
                  <a:pt x="162463" y="113234"/>
                </a:lnTo>
                <a:lnTo>
                  <a:pt x="162899" y="113619"/>
                </a:lnTo>
                <a:lnTo>
                  <a:pt x="163345" y="113995"/>
                </a:lnTo>
                <a:lnTo>
                  <a:pt x="163801" y="114363"/>
                </a:lnTo>
                <a:lnTo>
                  <a:pt x="164268" y="114722"/>
                </a:lnTo>
                <a:lnTo>
                  <a:pt x="164745" y="115074"/>
                </a:lnTo>
                <a:lnTo>
                  <a:pt x="165233" y="115417"/>
                </a:lnTo>
                <a:lnTo>
                  <a:pt x="165731" y="115751"/>
                </a:lnTo>
                <a:lnTo>
                  <a:pt x="166239" y="116078"/>
                </a:lnTo>
                <a:lnTo>
                  <a:pt x="166758" y="116396"/>
                </a:lnTo>
                <a:lnTo>
                  <a:pt x="167287" y="116706"/>
                </a:lnTo>
                <a:lnTo>
                  <a:pt x="167827" y="117008"/>
                </a:lnTo>
                <a:lnTo>
                  <a:pt x="168376" y="117301"/>
                </a:lnTo>
                <a:lnTo>
                  <a:pt x="168935" y="117584"/>
                </a:lnTo>
                <a:lnTo>
                  <a:pt x="169502" y="117856"/>
                </a:lnTo>
                <a:lnTo>
                  <a:pt x="170076" y="118115"/>
                </a:lnTo>
                <a:lnTo>
                  <a:pt x="170658" y="118362"/>
                </a:lnTo>
                <a:lnTo>
                  <a:pt x="171248" y="118597"/>
                </a:lnTo>
                <a:lnTo>
                  <a:pt x="171845" y="118820"/>
                </a:lnTo>
                <a:lnTo>
                  <a:pt x="172450" y="119031"/>
                </a:lnTo>
                <a:lnTo>
                  <a:pt x="173063" y="119230"/>
                </a:lnTo>
                <a:lnTo>
                  <a:pt x="173684" y="119417"/>
                </a:lnTo>
                <a:lnTo>
                  <a:pt x="174312" y="119591"/>
                </a:lnTo>
                <a:lnTo>
                  <a:pt x="174948" y="119754"/>
                </a:lnTo>
                <a:lnTo>
                  <a:pt x="175592" y="119905"/>
                </a:lnTo>
                <a:lnTo>
                  <a:pt x="176243" y="120043"/>
                </a:lnTo>
                <a:lnTo>
                  <a:pt x="176902" y="120170"/>
                </a:lnTo>
                <a:lnTo>
                  <a:pt x="177569" y="120284"/>
                </a:lnTo>
                <a:lnTo>
                  <a:pt x="178244" y="120387"/>
                </a:lnTo>
                <a:lnTo>
                  <a:pt x="178926" y="120477"/>
                </a:lnTo>
                <a:lnTo>
                  <a:pt x="179616" y="120556"/>
                </a:lnTo>
                <a:lnTo>
                  <a:pt x="180313" y="120622"/>
                </a:lnTo>
                <a:lnTo>
                  <a:pt x="181019" y="120676"/>
                </a:lnTo>
                <a:lnTo>
                  <a:pt x="181732" y="120718"/>
                </a:lnTo>
                <a:lnTo>
                  <a:pt x="182452" y="120749"/>
                </a:lnTo>
                <a:lnTo>
                  <a:pt x="183181" y="120767"/>
                </a:lnTo>
                <a:lnTo>
                  <a:pt x="183917" y="120773"/>
                </a:lnTo>
                <a:lnTo>
                  <a:pt x="184507" y="120768"/>
                </a:lnTo>
                <a:lnTo>
                  <a:pt x="185091" y="120756"/>
                </a:lnTo>
                <a:lnTo>
                  <a:pt x="185671" y="120734"/>
                </a:lnTo>
                <a:lnTo>
                  <a:pt x="186246" y="120704"/>
                </a:lnTo>
                <a:lnTo>
                  <a:pt x="186816" y="120666"/>
                </a:lnTo>
                <a:lnTo>
                  <a:pt x="187381" y="120619"/>
                </a:lnTo>
                <a:lnTo>
                  <a:pt x="187941" y="120563"/>
                </a:lnTo>
                <a:lnTo>
                  <a:pt x="188496" y="120499"/>
                </a:lnTo>
                <a:lnTo>
                  <a:pt x="189047" y="120426"/>
                </a:lnTo>
                <a:lnTo>
                  <a:pt x="189592" y="120345"/>
                </a:lnTo>
                <a:lnTo>
                  <a:pt x="190133" y="120255"/>
                </a:lnTo>
                <a:lnTo>
                  <a:pt x="190668" y="120157"/>
                </a:lnTo>
                <a:lnTo>
                  <a:pt x="191199" y="120050"/>
                </a:lnTo>
                <a:lnTo>
                  <a:pt x="191725" y="119935"/>
                </a:lnTo>
                <a:lnTo>
                  <a:pt x="192246" y="119811"/>
                </a:lnTo>
                <a:lnTo>
                  <a:pt x="192762" y="119678"/>
                </a:lnTo>
                <a:lnTo>
                  <a:pt x="193273" y="119537"/>
                </a:lnTo>
                <a:lnTo>
                  <a:pt x="193779" y="119388"/>
                </a:lnTo>
                <a:lnTo>
                  <a:pt x="194280" y="119229"/>
                </a:lnTo>
                <a:lnTo>
                  <a:pt x="194776" y="119063"/>
                </a:lnTo>
                <a:lnTo>
                  <a:pt x="195268" y="118887"/>
                </a:lnTo>
                <a:lnTo>
                  <a:pt x="195754" y="118704"/>
                </a:lnTo>
                <a:lnTo>
                  <a:pt x="196236" y="118511"/>
                </a:lnTo>
                <a:lnTo>
                  <a:pt x="196713" y="118310"/>
                </a:lnTo>
                <a:lnTo>
                  <a:pt x="197184" y="118103"/>
                </a:lnTo>
                <a:lnTo>
                  <a:pt x="197651" y="117891"/>
                </a:lnTo>
                <a:lnTo>
                  <a:pt x="198112" y="117675"/>
                </a:lnTo>
                <a:lnTo>
                  <a:pt x="198567" y="117454"/>
                </a:lnTo>
                <a:lnTo>
                  <a:pt x="199018" y="117228"/>
                </a:lnTo>
                <a:lnTo>
                  <a:pt x="199463" y="116998"/>
                </a:lnTo>
                <a:lnTo>
                  <a:pt x="199902" y="116764"/>
                </a:lnTo>
                <a:lnTo>
                  <a:pt x="200337" y="116525"/>
                </a:lnTo>
                <a:lnTo>
                  <a:pt x="200766" y="116282"/>
                </a:lnTo>
                <a:lnTo>
                  <a:pt x="201189" y="116034"/>
                </a:lnTo>
                <a:lnTo>
                  <a:pt x="201608" y="115782"/>
                </a:lnTo>
                <a:lnTo>
                  <a:pt x="202021" y="115525"/>
                </a:lnTo>
                <a:lnTo>
                  <a:pt x="202429" y="115264"/>
                </a:lnTo>
                <a:lnTo>
                  <a:pt x="202831" y="114998"/>
                </a:lnTo>
                <a:lnTo>
                  <a:pt x="203228" y="114728"/>
                </a:lnTo>
                <a:lnTo>
                  <a:pt x="203620" y="114453"/>
                </a:lnTo>
                <a:lnTo>
                  <a:pt x="204006" y="114174"/>
                </a:lnTo>
                <a:lnTo>
                  <a:pt x="204387" y="113890"/>
                </a:lnTo>
                <a:lnTo>
                  <a:pt x="204763" y="113602"/>
                </a:lnTo>
                <a:lnTo>
                  <a:pt x="205133" y="113310"/>
                </a:lnTo>
                <a:lnTo>
                  <a:pt x="205499" y="113012"/>
                </a:lnTo>
                <a:lnTo>
                  <a:pt x="205858" y="112711"/>
                </a:lnTo>
                <a:lnTo>
                  <a:pt x="206213" y="112405"/>
                </a:lnTo>
                <a:lnTo>
                  <a:pt x="206562" y="112094"/>
                </a:lnTo>
                <a:lnTo>
                  <a:pt x="206906" y="111781"/>
                </a:lnTo>
                <a:lnTo>
                  <a:pt x="207243" y="111466"/>
                </a:lnTo>
                <a:lnTo>
                  <a:pt x="207575" y="111150"/>
                </a:lnTo>
                <a:lnTo>
                  <a:pt x="207902" y="110833"/>
                </a:lnTo>
                <a:lnTo>
                  <a:pt x="208222" y="110514"/>
                </a:lnTo>
                <a:lnTo>
                  <a:pt x="208537" y="110194"/>
                </a:lnTo>
                <a:lnTo>
                  <a:pt x="208799" y="109923"/>
                </a:lnTo>
                <a:lnTo>
                  <a:pt x="208822" y="110134"/>
                </a:lnTo>
                <a:lnTo>
                  <a:pt x="208864" y="110482"/>
                </a:lnTo>
                <a:lnTo>
                  <a:pt x="208908" y="110833"/>
                </a:lnTo>
                <a:close/>
                <a:moveTo>
                  <a:pt x="208131" y="95256"/>
                </a:moveTo>
                <a:lnTo>
                  <a:pt x="207937" y="95600"/>
                </a:lnTo>
                <a:lnTo>
                  <a:pt x="207733" y="95945"/>
                </a:lnTo>
                <a:lnTo>
                  <a:pt x="207518" y="96291"/>
                </a:lnTo>
                <a:lnTo>
                  <a:pt x="207294" y="96638"/>
                </a:lnTo>
                <a:lnTo>
                  <a:pt x="207060" y="96986"/>
                </a:lnTo>
                <a:lnTo>
                  <a:pt x="206816" y="97334"/>
                </a:lnTo>
                <a:lnTo>
                  <a:pt x="206562" y="97684"/>
                </a:lnTo>
                <a:lnTo>
                  <a:pt x="206299" y="98031"/>
                </a:lnTo>
                <a:lnTo>
                  <a:pt x="206029" y="98374"/>
                </a:lnTo>
                <a:lnTo>
                  <a:pt x="205751" y="98713"/>
                </a:lnTo>
                <a:lnTo>
                  <a:pt x="205466" y="99047"/>
                </a:lnTo>
                <a:lnTo>
                  <a:pt x="205174" y="99377"/>
                </a:lnTo>
                <a:lnTo>
                  <a:pt x="204874" y="99702"/>
                </a:lnTo>
                <a:lnTo>
                  <a:pt x="204567" y="100023"/>
                </a:lnTo>
                <a:lnTo>
                  <a:pt x="204252" y="100339"/>
                </a:lnTo>
                <a:lnTo>
                  <a:pt x="203930" y="100651"/>
                </a:lnTo>
                <a:lnTo>
                  <a:pt x="203600" y="100958"/>
                </a:lnTo>
                <a:lnTo>
                  <a:pt x="203263" y="101261"/>
                </a:lnTo>
                <a:lnTo>
                  <a:pt x="202919" y="101559"/>
                </a:lnTo>
                <a:lnTo>
                  <a:pt x="202567" y="101853"/>
                </a:lnTo>
                <a:lnTo>
                  <a:pt x="202208" y="102142"/>
                </a:lnTo>
                <a:lnTo>
                  <a:pt x="201841" y="102427"/>
                </a:lnTo>
                <a:lnTo>
                  <a:pt x="201467" y="102707"/>
                </a:lnTo>
                <a:lnTo>
                  <a:pt x="201085" y="102983"/>
                </a:lnTo>
                <a:lnTo>
                  <a:pt x="200696" y="103254"/>
                </a:lnTo>
                <a:lnTo>
                  <a:pt x="200300" y="103521"/>
                </a:lnTo>
                <a:lnTo>
                  <a:pt x="199896" y="103783"/>
                </a:lnTo>
                <a:lnTo>
                  <a:pt x="199485" y="104041"/>
                </a:lnTo>
                <a:lnTo>
                  <a:pt x="199066" y="104295"/>
                </a:lnTo>
                <a:lnTo>
                  <a:pt x="198640" y="104544"/>
                </a:lnTo>
                <a:lnTo>
                  <a:pt x="198206" y="104788"/>
                </a:lnTo>
                <a:lnTo>
                  <a:pt x="197766" y="105025"/>
                </a:lnTo>
                <a:lnTo>
                  <a:pt x="197321" y="105252"/>
                </a:lnTo>
                <a:lnTo>
                  <a:pt x="196869" y="105469"/>
                </a:lnTo>
                <a:lnTo>
                  <a:pt x="196412" y="105676"/>
                </a:lnTo>
                <a:lnTo>
                  <a:pt x="195950" y="105873"/>
                </a:lnTo>
                <a:lnTo>
                  <a:pt x="195482" y="106060"/>
                </a:lnTo>
                <a:lnTo>
                  <a:pt x="195008" y="106236"/>
                </a:lnTo>
                <a:lnTo>
                  <a:pt x="194529" y="106403"/>
                </a:lnTo>
                <a:lnTo>
                  <a:pt x="194044" y="106559"/>
                </a:lnTo>
                <a:lnTo>
                  <a:pt x="193553" y="106705"/>
                </a:lnTo>
                <a:lnTo>
                  <a:pt x="193057" y="106842"/>
                </a:lnTo>
                <a:lnTo>
                  <a:pt x="192555" y="106968"/>
                </a:lnTo>
                <a:lnTo>
                  <a:pt x="192048" y="107084"/>
                </a:lnTo>
                <a:lnTo>
                  <a:pt x="191535" y="107190"/>
                </a:lnTo>
                <a:lnTo>
                  <a:pt x="191016" y="107286"/>
                </a:lnTo>
                <a:lnTo>
                  <a:pt x="190492" y="107371"/>
                </a:lnTo>
                <a:lnTo>
                  <a:pt x="189962" y="107447"/>
                </a:lnTo>
                <a:lnTo>
                  <a:pt x="189427" y="107513"/>
                </a:lnTo>
                <a:lnTo>
                  <a:pt x="188886" y="107568"/>
                </a:lnTo>
                <a:lnTo>
                  <a:pt x="188339" y="107614"/>
                </a:lnTo>
                <a:lnTo>
                  <a:pt x="187787" y="107649"/>
                </a:lnTo>
                <a:lnTo>
                  <a:pt x="187229" y="107674"/>
                </a:lnTo>
                <a:lnTo>
                  <a:pt x="186666" y="107689"/>
                </a:lnTo>
                <a:lnTo>
                  <a:pt x="186097" y="107694"/>
                </a:lnTo>
                <a:lnTo>
                  <a:pt x="185642" y="107691"/>
                </a:lnTo>
                <a:lnTo>
                  <a:pt x="185194" y="107681"/>
                </a:lnTo>
                <a:lnTo>
                  <a:pt x="184751" y="107663"/>
                </a:lnTo>
                <a:lnTo>
                  <a:pt x="184315" y="107639"/>
                </a:lnTo>
                <a:lnTo>
                  <a:pt x="183885" y="107608"/>
                </a:lnTo>
                <a:lnTo>
                  <a:pt x="183460" y="107571"/>
                </a:lnTo>
                <a:lnTo>
                  <a:pt x="183042" y="107526"/>
                </a:lnTo>
                <a:lnTo>
                  <a:pt x="182630" y="107475"/>
                </a:lnTo>
                <a:lnTo>
                  <a:pt x="182224" y="107416"/>
                </a:lnTo>
                <a:lnTo>
                  <a:pt x="181823" y="107351"/>
                </a:lnTo>
                <a:lnTo>
                  <a:pt x="181429" y="107279"/>
                </a:lnTo>
                <a:lnTo>
                  <a:pt x="181041" y="107200"/>
                </a:lnTo>
                <a:lnTo>
                  <a:pt x="180659" y="107114"/>
                </a:lnTo>
                <a:lnTo>
                  <a:pt x="180283" y="107021"/>
                </a:lnTo>
                <a:lnTo>
                  <a:pt x="179913" y="106922"/>
                </a:lnTo>
                <a:lnTo>
                  <a:pt x="179549" y="106815"/>
                </a:lnTo>
                <a:lnTo>
                  <a:pt x="179191" y="106702"/>
                </a:lnTo>
                <a:lnTo>
                  <a:pt x="178839" y="106582"/>
                </a:lnTo>
                <a:lnTo>
                  <a:pt x="178493" y="106455"/>
                </a:lnTo>
                <a:lnTo>
                  <a:pt x="178153" y="106321"/>
                </a:lnTo>
                <a:lnTo>
                  <a:pt x="177819" y="106180"/>
                </a:lnTo>
                <a:lnTo>
                  <a:pt x="177491" y="106032"/>
                </a:lnTo>
                <a:lnTo>
                  <a:pt x="177169" y="105878"/>
                </a:lnTo>
                <a:lnTo>
                  <a:pt x="176853" y="105716"/>
                </a:lnTo>
                <a:lnTo>
                  <a:pt x="176544" y="105549"/>
                </a:lnTo>
                <a:lnTo>
                  <a:pt x="176241" y="105377"/>
                </a:lnTo>
                <a:lnTo>
                  <a:pt x="175944" y="105200"/>
                </a:lnTo>
                <a:lnTo>
                  <a:pt x="175655" y="105018"/>
                </a:lnTo>
                <a:lnTo>
                  <a:pt x="175371" y="104831"/>
                </a:lnTo>
                <a:lnTo>
                  <a:pt x="175095" y="104639"/>
                </a:lnTo>
                <a:lnTo>
                  <a:pt x="174825" y="104442"/>
                </a:lnTo>
                <a:lnTo>
                  <a:pt x="174561" y="104241"/>
                </a:lnTo>
                <a:lnTo>
                  <a:pt x="174304" y="104034"/>
                </a:lnTo>
                <a:lnTo>
                  <a:pt x="174054" y="103823"/>
                </a:lnTo>
                <a:lnTo>
                  <a:pt x="173811" y="103607"/>
                </a:lnTo>
                <a:lnTo>
                  <a:pt x="173573" y="103385"/>
                </a:lnTo>
                <a:lnTo>
                  <a:pt x="173343" y="103159"/>
                </a:lnTo>
                <a:lnTo>
                  <a:pt x="173119" y="102928"/>
                </a:lnTo>
                <a:lnTo>
                  <a:pt x="172902" y="102692"/>
                </a:lnTo>
                <a:lnTo>
                  <a:pt x="172691" y="102451"/>
                </a:lnTo>
                <a:lnTo>
                  <a:pt x="172487" y="102206"/>
                </a:lnTo>
                <a:lnTo>
                  <a:pt x="172289" y="101955"/>
                </a:lnTo>
                <a:lnTo>
                  <a:pt x="172098" y="101699"/>
                </a:lnTo>
                <a:lnTo>
                  <a:pt x="171914" y="101439"/>
                </a:lnTo>
                <a:lnTo>
                  <a:pt x="171736" y="101173"/>
                </a:lnTo>
                <a:lnTo>
                  <a:pt x="171565" y="100903"/>
                </a:lnTo>
                <a:lnTo>
                  <a:pt x="171400" y="100628"/>
                </a:lnTo>
                <a:lnTo>
                  <a:pt x="171242" y="100348"/>
                </a:lnTo>
                <a:lnTo>
                  <a:pt x="171091" y="100064"/>
                </a:lnTo>
                <a:lnTo>
                  <a:pt x="170946" y="99778"/>
                </a:lnTo>
                <a:lnTo>
                  <a:pt x="170807" y="99489"/>
                </a:lnTo>
                <a:lnTo>
                  <a:pt x="170675" y="99197"/>
                </a:lnTo>
                <a:lnTo>
                  <a:pt x="170549" y="98904"/>
                </a:lnTo>
                <a:lnTo>
                  <a:pt x="170430" y="98607"/>
                </a:lnTo>
                <a:lnTo>
                  <a:pt x="170317" y="98308"/>
                </a:lnTo>
                <a:lnTo>
                  <a:pt x="170211" y="98007"/>
                </a:lnTo>
                <a:lnTo>
                  <a:pt x="170111" y="97703"/>
                </a:lnTo>
                <a:lnTo>
                  <a:pt x="170017" y="97396"/>
                </a:lnTo>
                <a:lnTo>
                  <a:pt x="169930" y="97087"/>
                </a:lnTo>
                <a:lnTo>
                  <a:pt x="169850" y="96776"/>
                </a:lnTo>
                <a:lnTo>
                  <a:pt x="169776" y="96461"/>
                </a:lnTo>
                <a:lnTo>
                  <a:pt x="169708" y="96145"/>
                </a:lnTo>
                <a:lnTo>
                  <a:pt x="169647" y="95826"/>
                </a:lnTo>
                <a:lnTo>
                  <a:pt x="169592" y="95504"/>
                </a:lnTo>
                <a:lnTo>
                  <a:pt x="169544" y="95180"/>
                </a:lnTo>
                <a:lnTo>
                  <a:pt x="169502" y="94853"/>
                </a:lnTo>
                <a:lnTo>
                  <a:pt x="169466" y="94524"/>
                </a:lnTo>
                <a:lnTo>
                  <a:pt x="169437" y="94192"/>
                </a:lnTo>
                <a:lnTo>
                  <a:pt x="169415" y="93858"/>
                </a:lnTo>
                <a:lnTo>
                  <a:pt x="169398" y="93521"/>
                </a:lnTo>
                <a:lnTo>
                  <a:pt x="169389" y="93182"/>
                </a:lnTo>
                <a:lnTo>
                  <a:pt x="169386" y="92840"/>
                </a:lnTo>
                <a:lnTo>
                  <a:pt x="169389" y="92505"/>
                </a:lnTo>
                <a:lnTo>
                  <a:pt x="169398" y="92174"/>
                </a:lnTo>
                <a:lnTo>
                  <a:pt x="169413" y="91847"/>
                </a:lnTo>
                <a:lnTo>
                  <a:pt x="169435" y="91522"/>
                </a:lnTo>
                <a:lnTo>
                  <a:pt x="169463" y="91202"/>
                </a:lnTo>
                <a:lnTo>
                  <a:pt x="169497" y="90885"/>
                </a:lnTo>
                <a:lnTo>
                  <a:pt x="169537" y="90571"/>
                </a:lnTo>
                <a:lnTo>
                  <a:pt x="169583" y="90261"/>
                </a:lnTo>
                <a:lnTo>
                  <a:pt x="169635" y="89954"/>
                </a:lnTo>
                <a:lnTo>
                  <a:pt x="169694" y="89651"/>
                </a:lnTo>
                <a:lnTo>
                  <a:pt x="169759" y="89352"/>
                </a:lnTo>
                <a:lnTo>
                  <a:pt x="169830" y="89056"/>
                </a:lnTo>
                <a:lnTo>
                  <a:pt x="169907" y="88763"/>
                </a:lnTo>
                <a:lnTo>
                  <a:pt x="169990" y="88474"/>
                </a:lnTo>
                <a:lnTo>
                  <a:pt x="170079" y="88188"/>
                </a:lnTo>
                <a:lnTo>
                  <a:pt x="170175" y="87906"/>
                </a:lnTo>
                <a:lnTo>
                  <a:pt x="170277" y="87628"/>
                </a:lnTo>
                <a:lnTo>
                  <a:pt x="170385" y="87353"/>
                </a:lnTo>
                <a:lnTo>
                  <a:pt x="170499" y="87081"/>
                </a:lnTo>
                <a:lnTo>
                  <a:pt x="170619" y="86813"/>
                </a:lnTo>
                <a:lnTo>
                  <a:pt x="170745" y="86549"/>
                </a:lnTo>
                <a:lnTo>
                  <a:pt x="170878" y="86288"/>
                </a:lnTo>
                <a:lnTo>
                  <a:pt x="171017" y="86030"/>
                </a:lnTo>
                <a:lnTo>
                  <a:pt x="171162" y="85776"/>
                </a:lnTo>
                <a:lnTo>
                  <a:pt x="171312" y="85525"/>
                </a:lnTo>
                <a:lnTo>
                  <a:pt x="171469" y="85278"/>
                </a:lnTo>
                <a:lnTo>
                  <a:pt x="171631" y="85035"/>
                </a:lnTo>
                <a:lnTo>
                  <a:pt x="171799" y="84795"/>
                </a:lnTo>
                <a:lnTo>
                  <a:pt x="171972" y="84558"/>
                </a:lnTo>
                <a:lnTo>
                  <a:pt x="172151" y="84325"/>
                </a:lnTo>
                <a:lnTo>
                  <a:pt x="172335" y="84096"/>
                </a:lnTo>
                <a:lnTo>
                  <a:pt x="172525" y="83870"/>
                </a:lnTo>
                <a:lnTo>
                  <a:pt x="172721" y="83647"/>
                </a:lnTo>
                <a:lnTo>
                  <a:pt x="172922" y="83428"/>
                </a:lnTo>
                <a:lnTo>
                  <a:pt x="173129" y="83213"/>
                </a:lnTo>
                <a:lnTo>
                  <a:pt x="173341" y="83001"/>
                </a:lnTo>
                <a:lnTo>
                  <a:pt x="173559" y="82792"/>
                </a:lnTo>
                <a:lnTo>
                  <a:pt x="173783" y="82587"/>
                </a:lnTo>
                <a:lnTo>
                  <a:pt x="174012" y="82386"/>
                </a:lnTo>
                <a:lnTo>
                  <a:pt x="174247" y="82188"/>
                </a:lnTo>
                <a:lnTo>
                  <a:pt x="174488" y="81994"/>
                </a:lnTo>
                <a:lnTo>
                  <a:pt x="174734" y="81803"/>
                </a:lnTo>
                <a:lnTo>
                  <a:pt x="174986" y="81615"/>
                </a:lnTo>
                <a:lnTo>
                  <a:pt x="175243" y="81431"/>
                </a:lnTo>
                <a:lnTo>
                  <a:pt x="175506" y="81251"/>
                </a:lnTo>
                <a:lnTo>
                  <a:pt x="175775" y="81074"/>
                </a:lnTo>
                <a:lnTo>
                  <a:pt x="176049" y="80900"/>
                </a:lnTo>
                <a:lnTo>
                  <a:pt x="176328" y="80730"/>
                </a:lnTo>
                <a:lnTo>
                  <a:pt x="176614" y="80564"/>
                </a:lnTo>
                <a:lnTo>
                  <a:pt x="176905" y="80401"/>
                </a:lnTo>
                <a:lnTo>
                  <a:pt x="177201" y="80242"/>
                </a:lnTo>
                <a:lnTo>
                  <a:pt x="177503" y="80086"/>
                </a:lnTo>
                <a:lnTo>
                  <a:pt x="177811" y="79933"/>
                </a:lnTo>
                <a:lnTo>
                  <a:pt x="178125" y="79784"/>
                </a:lnTo>
                <a:lnTo>
                  <a:pt x="178444" y="79639"/>
                </a:lnTo>
                <a:lnTo>
                  <a:pt x="178768" y="79497"/>
                </a:lnTo>
                <a:lnTo>
                  <a:pt x="179098" y="79359"/>
                </a:lnTo>
                <a:lnTo>
                  <a:pt x="179434" y="79224"/>
                </a:lnTo>
                <a:lnTo>
                  <a:pt x="179776" y="79092"/>
                </a:lnTo>
                <a:lnTo>
                  <a:pt x="180123" y="78964"/>
                </a:lnTo>
                <a:lnTo>
                  <a:pt x="180475" y="78840"/>
                </a:lnTo>
                <a:lnTo>
                  <a:pt x="180834" y="78719"/>
                </a:lnTo>
                <a:lnTo>
                  <a:pt x="181197" y="78602"/>
                </a:lnTo>
                <a:lnTo>
                  <a:pt x="181567" y="78488"/>
                </a:lnTo>
                <a:lnTo>
                  <a:pt x="181942" y="78377"/>
                </a:lnTo>
                <a:lnTo>
                  <a:pt x="182323" y="78271"/>
                </a:lnTo>
                <a:lnTo>
                  <a:pt x="182709" y="78167"/>
                </a:lnTo>
                <a:lnTo>
                  <a:pt x="183101" y="78067"/>
                </a:lnTo>
                <a:lnTo>
                  <a:pt x="183498" y="77971"/>
                </a:lnTo>
                <a:lnTo>
                  <a:pt x="183901" y="77878"/>
                </a:lnTo>
                <a:lnTo>
                  <a:pt x="184310" y="77789"/>
                </a:lnTo>
                <a:lnTo>
                  <a:pt x="184724" y="77703"/>
                </a:lnTo>
                <a:lnTo>
                  <a:pt x="185144" y="77621"/>
                </a:lnTo>
                <a:lnTo>
                  <a:pt x="185568" y="77542"/>
                </a:lnTo>
                <a:lnTo>
                  <a:pt x="185997" y="77466"/>
                </a:lnTo>
                <a:lnTo>
                  <a:pt x="186431" y="77395"/>
                </a:lnTo>
                <a:lnTo>
                  <a:pt x="186869" y="77326"/>
                </a:lnTo>
                <a:lnTo>
                  <a:pt x="187313" y="77261"/>
                </a:lnTo>
                <a:lnTo>
                  <a:pt x="187761" y="77200"/>
                </a:lnTo>
                <a:lnTo>
                  <a:pt x="188214" y="77142"/>
                </a:lnTo>
                <a:lnTo>
                  <a:pt x="188671" y="77088"/>
                </a:lnTo>
                <a:lnTo>
                  <a:pt x="189134" y="77037"/>
                </a:lnTo>
                <a:lnTo>
                  <a:pt x="189601" y="76990"/>
                </a:lnTo>
                <a:lnTo>
                  <a:pt x="190073" y="76946"/>
                </a:lnTo>
                <a:lnTo>
                  <a:pt x="190549" y="76906"/>
                </a:lnTo>
                <a:lnTo>
                  <a:pt x="191031" y="76869"/>
                </a:lnTo>
                <a:lnTo>
                  <a:pt x="191517" y="76836"/>
                </a:lnTo>
                <a:lnTo>
                  <a:pt x="192008" y="76806"/>
                </a:lnTo>
                <a:lnTo>
                  <a:pt x="192504" y="76780"/>
                </a:lnTo>
                <a:lnTo>
                  <a:pt x="193004" y="76757"/>
                </a:lnTo>
                <a:lnTo>
                  <a:pt x="193510" y="76738"/>
                </a:lnTo>
                <a:lnTo>
                  <a:pt x="194020" y="76722"/>
                </a:lnTo>
                <a:lnTo>
                  <a:pt x="194534" y="76710"/>
                </a:lnTo>
                <a:lnTo>
                  <a:pt x="195054" y="76701"/>
                </a:lnTo>
                <a:lnTo>
                  <a:pt x="195578" y="76696"/>
                </a:lnTo>
                <a:lnTo>
                  <a:pt x="196107" y="76694"/>
                </a:lnTo>
                <a:lnTo>
                  <a:pt x="208459" y="76694"/>
                </a:lnTo>
                <a:lnTo>
                  <a:pt x="208459" y="94630"/>
                </a:lnTo>
                <a:lnTo>
                  <a:pt x="208316" y="94912"/>
                </a:lnTo>
                <a:lnTo>
                  <a:pt x="208131" y="95256"/>
                </a:lnTo>
                <a:close/>
                <a:moveTo>
                  <a:pt x="520794" y="57731"/>
                </a:moveTo>
                <a:lnTo>
                  <a:pt x="521309" y="57464"/>
                </a:lnTo>
                <a:lnTo>
                  <a:pt x="521814" y="57191"/>
                </a:lnTo>
                <a:lnTo>
                  <a:pt x="522311" y="56913"/>
                </a:lnTo>
                <a:lnTo>
                  <a:pt x="522799" y="56629"/>
                </a:lnTo>
                <a:lnTo>
                  <a:pt x="523278" y="56340"/>
                </a:lnTo>
                <a:lnTo>
                  <a:pt x="523748" y="56045"/>
                </a:lnTo>
                <a:lnTo>
                  <a:pt x="524210" y="55745"/>
                </a:lnTo>
                <a:lnTo>
                  <a:pt x="524663" y="55439"/>
                </a:lnTo>
                <a:lnTo>
                  <a:pt x="525106" y="55128"/>
                </a:lnTo>
                <a:lnTo>
                  <a:pt x="525541" y="54812"/>
                </a:lnTo>
                <a:lnTo>
                  <a:pt x="525968" y="54490"/>
                </a:lnTo>
                <a:lnTo>
                  <a:pt x="526385" y="54163"/>
                </a:lnTo>
                <a:lnTo>
                  <a:pt x="526793" y="53830"/>
                </a:lnTo>
                <a:lnTo>
                  <a:pt x="527193" y="53492"/>
                </a:lnTo>
                <a:lnTo>
                  <a:pt x="527584" y="53148"/>
                </a:lnTo>
                <a:lnTo>
                  <a:pt x="527966" y="52799"/>
                </a:lnTo>
                <a:lnTo>
                  <a:pt x="528339" y="52444"/>
                </a:lnTo>
                <a:lnTo>
                  <a:pt x="528703" y="52084"/>
                </a:lnTo>
                <a:lnTo>
                  <a:pt x="529059" y="51720"/>
                </a:lnTo>
                <a:lnTo>
                  <a:pt x="529407" y="51353"/>
                </a:lnTo>
                <a:lnTo>
                  <a:pt x="529748" y="50984"/>
                </a:lnTo>
                <a:lnTo>
                  <a:pt x="530080" y="50613"/>
                </a:lnTo>
                <a:lnTo>
                  <a:pt x="530405" y="50240"/>
                </a:lnTo>
                <a:lnTo>
                  <a:pt x="530722" y="49864"/>
                </a:lnTo>
                <a:lnTo>
                  <a:pt x="531030" y="49485"/>
                </a:lnTo>
                <a:lnTo>
                  <a:pt x="531332" y="49105"/>
                </a:lnTo>
                <a:lnTo>
                  <a:pt x="531625" y="48722"/>
                </a:lnTo>
                <a:lnTo>
                  <a:pt x="531910" y="48336"/>
                </a:lnTo>
                <a:lnTo>
                  <a:pt x="532188" y="47949"/>
                </a:lnTo>
                <a:lnTo>
                  <a:pt x="532457" y="47558"/>
                </a:lnTo>
                <a:lnTo>
                  <a:pt x="532719" y="47166"/>
                </a:lnTo>
                <a:lnTo>
                  <a:pt x="532973" y="46771"/>
                </a:lnTo>
                <a:lnTo>
                  <a:pt x="533219" y="46374"/>
                </a:lnTo>
                <a:lnTo>
                  <a:pt x="533457" y="45974"/>
                </a:lnTo>
                <a:lnTo>
                  <a:pt x="533688" y="45572"/>
                </a:lnTo>
                <a:lnTo>
                  <a:pt x="533910" y="45168"/>
                </a:lnTo>
                <a:lnTo>
                  <a:pt x="534125" y="44761"/>
                </a:lnTo>
                <a:lnTo>
                  <a:pt x="534332" y="44352"/>
                </a:lnTo>
                <a:lnTo>
                  <a:pt x="534531" y="43940"/>
                </a:lnTo>
                <a:lnTo>
                  <a:pt x="534722" y="43526"/>
                </a:lnTo>
                <a:lnTo>
                  <a:pt x="534906" y="43110"/>
                </a:lnTo>
                <a:lnTo>
                  <a:pt x="535081" y="42691"/>
                </a:lnTo>
                <a:lnTo>
                  <a:pt x="535249" y="42272"/>
                </a:lnTo>
                <a:lnTo>
                  <a:pt x="535410" y="41856"/>
                </a:lnTo>
                <a:lnTo>
                  <a:pt x="535563" y="41441"/>
                </a:lnTo>
                <a:lnTo>
                  <a:pt x="535710" y="41029"/>
                </a:lnTo>
                <a:lnTo>
                  <a:pt x="535849" y="40618"/>
                </a:lnTo>
                <a:lnTo>
                  <a:pt x="535982" y="40210"/>
                </a:lnTo>
                <a:lnTo>
                  <a:pt x="536107" y="39804"/>
                </a:lnTo>
                <a:lnTo>
                  <a:pt x="536225" y="39399"/>
                </a:lnTo>
                <a:lnTo>
                  <a:pt x="536335" y="38997"/>
                </a:lnTo>
                <a:lnTo>
                  <a:pt x="536439" y="38598"/>
                </a:lnTo>
                <a:lnTo>
                  <a:pt x="536536" y="38200"/>
                </a:lnTo>
                <a:lnTo>
                  <a:pt x="536625" y="37804"/>
                </a:lnTo>
                <a:lnTo>
                  <a:pt x="536707" y="37410"/>
                </a:lnTo>
                <a:lnTo>
                  <a:pt x="536782" y="37019"/>
                </a:lnTo>
                <a:lnTo>
                  <a:pt x="536850" y="36629"/>
                </a:lnTo>
                <a:lnTo>
                  <a:pt x="536911" y="36242"/>
                </a:lnTo>
                <a:lnTo>
                  <a:pt x="536964" y="35856"/>
                </a:lnTo>
                <a:lnTo>
                  <a:pt x="537011" y="35473"/>
                </a:lnTo>
                <a:lnTo>
                  <a:pt x="537050" y="35092"/>
                </a:lnTo>
                <a:lnTo>
                  <a:pt x="537082" y="34713"/>
                </a:lnTo>
                <a:lnTo>
                  <a:pt x="537107" y="34336"/>
                </a:lnTo>
                <a:lnTo>
                  <a:pt x="537125" y="33961"/>
                </a:lnTo>
                <a:lnTo>
                  <a:pt x="537136" y="33589"/>
                </a:lnTo>
                <a:lnTo>
                  <a:pt x="537140" y="33218"/>
                </a:lnTo>
                <a:lnTo>
                  <a:pt x="537132" y="32311"/>
                </a:lnTo>
                <a:lnTo>
                  <a:pt x="537109" y="31416"/>
                </a:lnTo>
                <a:lnTo>
                  <a:pt x="537070" y="30533"/>
                </a:lnTo>
                <a:lnTo>
                  <a:pt x="537016" y="29663"/>
                </a:lnTo>
                <a:lnTo>
                  <a:pt x="536947" y="28805"/>
                </a:lnTo>
                <a:lnTo>
                  <a:pt x="536862" y="27960"/>
                </a:lnTo>
                <a:lnTo>
                  <a:pt x="536762" y="27127"/>
                </a:lnTo>
                <a:lnTo>
                  <a:pt x="536646" y="26307"/>
                </a:lnTo>
                <a:lnTo>
                  <a:pt x="536515" y="25499"/>
                </a:lnTo>
                <a:lnTo>
                  <a:pt x="536369" y="24704"/>
                </a:lnTo>
                <a:lnTo>
                  <a:pt x="536207" y="23921"/>
                </a:lnTo>
                <a:lnTo>
                  <a:pt x="536030" y="23151"/>
                </a:lnTo>
                <a:lnTo>
                  <a:pt x="535837" y="22393"/>
                </a:lnTo>
                <a:lnTo>
                  <a:pt x="535629" y="21647"/>
                </a:lnTo>
                <a:lnTo>
                  <a:pt x="535405" y="20914"/>
                </a:lnTo>
                <a:lnTo>
                  <a:pt x="535166" y="20194"/>
                </a:lnTo>
                <a:lnTo>
                  <a:pt x="534912" y="19485"/>
                </a:lnTo>
                <a:lnTo>
                  <a:pt x="534642" y="18790"/>
                </a:lnTo>
                <a:lnTo>
                  <a:pt x="534357" y="18106"/>
                </a:lnTo>
                <a:lnTo>
                  <a:pt x="534056" y="17436"/>
                </a:lnTo>
                <a:lnTo>
                  <a:pt x="533740" y="16777"/>
                </a:lnTo>
                <a:lnTo>
                  <a:pt x="533409" y="16131"/>
                </a:lnTo>
                <a:lnTo>
                  <a:pt x="533062" y="15498"/>
                </a:lnTo>
                <a:lnTo>
                  <a:pt x="532699" y="14877"/>
                </a:lnTo>
                <a:lnTo>
                  <a:pt x="532323" y="14268"/>
                </a:lnTo>
                <a:lnTo>
                  <a:pt x="531935" y="13672"/>
                </a:lnTo>
                <a:lnTo>
                  <a:pt x="531534" y="13089"/>
                </a:lnTo>
                <a:lnTo>
                  <a:pt x="531121" y="12518"/>
                </a:lnTo>
                <a:lnTo>
                  <a:pt x="530695" y="11960"/>
                </a:lnTo>
                <a:lnTo>
                  <a:pt x="530257" y="11414"/>
                </a:lnTo>
                <a:lnTo>
                  <a:pt x="529807" y="10881"/>
                </a:lnTo>
                <a:lnTo>
                  <a:pt x="529345" y="10361"/>
                </a:lnTo>
                <a:lnTo>
                  <a:pt x="528870" y="9853"/>
                </a:lnTo>
                <a:lnTo>
                  <a:pt x="528383" y="9358"/>
                </a:lnTo>
                <a:lnTo>
                  <a:pt x="527883" y="8875"/>
                </a:lnTo>
                <a:lnTo>
                  <a:pt x="527371" y="8405"/>
                </a:lnTo>
                <a:lnTo>
                  <a:pt x="526847" y="7948"/>
                </a:lnTo>
                <a:lnTo>
                  <a:pt x="526311" y="7503"/>
                </a:lnTo>
                <a:lnTo>
                  <a:pt x="525762" y="7071"/>
                </a:lnTo>
                <a:lnTo>
                  <a:pt x="525200" y="6652"/>
                </a:lnTo>
                <a:lnTo>
                  <a:pt x="524627" y="6245"/>
                </a:lnTo>
                <a:lnTo>
                  <a:pt x="524041" y="5850"/>
                </a:lnTo>
                <a:lnTo>
                  <a:pt x="523443" y="5469"/>
                </a:lnTo>
                <a:lnTo>
                  <a:pt x="522832" y="5099"/>
                </a:lnTo>
                <a:lnTo>
                  <a:pt x="522210" y="4743"/>
                </a:lnTo>
                <a:lnTo>
                  <a:pt x="521574" y="4399"/>
                </a:lnTo>
                <a:lnTo>
                  <a:pt x="520927" y="4068"/>
                </a:lnTo>
                <a:lnTo>
                  <a:pt x="520267" y="3749"/>
                </a:lnTo>
                <a:lnTo>
                  <a:pt x="519596" y="3443"/>
                </a:lnTo>
                <a:lnTo>
                  <a:pt x="518916" y="3150"/>
                </a:lnTo>
                <a:lnTo>
                  <a:pt x="518227" y="2870"/>
                </a:lnTo>
                <a:lnTo>
                  <a:pt x="517529" y="2603"/>
                </a:lnTo>
                <a:lnTo>
                  <a:pt x="516821" y="2350"/>
                </a:lnTo>
                <a:lnTo>
                  <a:pt x="516104" y="2109"/>
                </a:lnTo>
                <a:lnTo>
                  <a:pt x="515378" y="1881"/>
                </a:lnTo>
                <a:lnTo>
                  <a:pt x="514643" y="1666"/>
                </a:lnTo>
                <a:lnTo>
                  <a:pt x="513898" y="1464"/>
                </a:lnTo>
                <a:lnTo>
                  <a:pt x="513144" y="1276"/>
                </a:lnTo>
                <a:lnTo>
                  <a:pt x="512381" y="1100"/>
                </a:lnTo>
                <a:lnTo>
                  <a:pt x="511609" y="937"/>
                </a:lnTo>
                <a:lnTo>
                  <a:pt x="510827" y="788"/>
                </a:lnTo>
                <a:lnTo>
                  <a:pt x="510036" y="651"/>
                </a:lnTo>
                <a:lnTo>
                  <a:pt x="509236" y="527"/>
                </a:lnTo>
                <a:lnTo>
                  <a:pt x="508427" y="417"/>
                </a:lnTo>
                <a:lnTo>
                  <a:pt x="507608" y="319"/>
                </a:lnTo>
                <a:lnTo>
                  <a:pt x="506780" y="234"/>
                </a:lnTo>
                <a:lnTo>
                  <a:pt x="505943" y="163"/>
                </a:lnTo>
                <a:lnTo>
                  <a:pt x="505096" y="104"/>
                </a:lnTo>
                <a:lnTo>
                  <a:pt x="504241" y="59"/>
                </a:lnTo>
                <a:lnTo>
                  <a:pt x="503376" y="26"/>
                </a:lnTo>
                <a:lnTo>
                  <a:pt x="502502" y="7"/>
                </a:lnTo>
                <a:lnTo>
                  <a:pt x="501618" y="0"/>
                </a:lnTo>
                <a:lnTo>
                  <a:pt x="500721" y="8"/>
                </a:lnTo>
                <a:lnTo>
                  <a:pt x="499833" y="30"/>
                </a:lnTo>
                <a:lnTo>
                  <a:pt x="498955" y="68"/>
                </a:lnTo>
                <a:lnTo>
                  <a:pt x="498085" y="121"/>
                </a:lnTo>
                <a:lnTo>
                  <a:pt x="497225" y="189"/>
                </a:lnTo>
                <a:lnTo>
                  <a:pt x="496373" y="272"/>
                </a:lnTo>
                <a:lnTo>
                  <a:pt x="495531" y="370"/>
                </a:lnTo>
                <a:lnTo>
                  <a:pt x="494698" y="483"/>
                </a:lnTo>
                <a:lnTo>
                  <a:pt x="493874" y="612"/>
                </a:lnTo>
                <a:lnTo>
                  <a:pt x="493059" y="755"/>
                </a:lnTo>
                <a:lnTo>
                  <a:pt x="492253" y="914"/>
                </a:lnTo>
                <a:lnTo>
                  <a:pt x="491456" y="1087"/>
                </a:lnTo>
                <a:lnTo>
                  <a:pt x="490669" y="1276"/>
                </a:lnTo>
                <a:lnTo>
                  <a:pt x="489890" y="1480"/>
                </a:lnTo>
                <a:lnTo>
                  <a:pt x="489121" y="1699"/>
                </a:lnTo>
                <a:lnTo>
                  <a:pt x="488361" y="1933"/>
                </a:lnTo>
                <a:lnTo>
                  <a:pt x="487609" y="2182"/>
                </a:lnTo>
                <a:lnTo>
                  <a:pt x="486867" y="2447"/>
                </a:lnTo>
                <a:lnTo>
                  <a:pt x="486134" y="2726"/>
                </a:lnTo>
                <a:lnTo>
                  <a:pt x="485411" y="3020"/>
                </a:lnTo>
                <a:lnTo>
                  <a:pt x="484696" y="3330"/>
                </a:lnTo>
                <a:lnTo>
                  <a:pt x="483990" y="3655"/>
                </a:lnTo>
                <a:lnTo>
                  <a:pt x="483294" y="3994"/>
                </a:lnTo>
                <a:lnTo>
                  <a:pt x="482606" y="4349"/>
                </a:lnTo>
                <a:lnTo>
                  <a:pt x="481930" y="4717"/>
                </a:lnTo>
                <a:lnTo>
                  <a:pt x="481266" y="5095"/>
                </a:lnTo>
                <a:lnTo>
                  <a:pt x="480615" y="5483"/>
                </a:lnTo>
                <a:lnTo>
                  <a:pt x="479977" y="5881"/>
                </a:lnTo>
                <a:lnTo>
                  <a:pt x="479351" y="6290"/>
                </a:lnTo>
                <a:lnTo>
                  <a:pt x="478739" y="6709"/>
                </a:lnTo>
                <a:lnTo>
                  <a:pt x="478139" y="7139"/>
                </a:lnTo>
                <a:lnTo>
                  <a:pt x="477552" y="7579"/>
                </a:lnTo>
                <a:lnTo>
                  <a:pt x="476977" y="8029"/>
                </a:lnTo>
                <a:lnTo>
                  <a:pt x="476416" y="8489"/>
                </a:lnTo>
                <a:lnTo>
                  <a:pt x="475867" y="8960"/>
                </a:lnTo>
                <a:lnTo>
                  <a:pt x="475330" y="9442"/>
                </a:lnTo>
                <a:lnTo>
                  <a:pt x="474807" y="9933"/>
                </a:lnTo>
                <a:lnTo>
                  <a:pt x="474296" y="10435"/>
                </a:lnTo>
                <a:lnTo>
                  <a:pt x="473798" y="10948"/>
                </a:lnTo>
                <a:lnTo>
                  <a:pt x="473313" y="11470"/>
                </a:lnTo>
                <a:lnTo>
                  <a:pt x="472841" y="12004"/>
                </a:lnTo>
                <a:lnTo>
                  <a:pt x="472381" y="12547"/>
                </a:lnTo>
                <a:lnTo>
                  <a:pt x="471934" y="13101"/>
                </a:lnTo>
                <a:lnTo>
                  <a:pt x="471500" y="13665"/>
                </a:lnTo>
                <a:lnTo>
                  <a:pt x="471079" y="14239"/>
                </a:lnTo>
                <a:lnTo>
                  <a:pt x="470670" y="14824"/>
                </a:lnTo>
                <a:lnTo>
                  <a:pt x="470274" y="15419"/>
                </a:lnTo>
                <a:lnTo>
                  <a:pt x="469891" y="16025"/>
                </a:lnTo>
                <a:lnTo>
                  <a:pt x="469522" y="16639"/>
                </a:lnTo>
                <a:lnTo>
                  <a:pt x="469169" y="17258"/>
                </a:lnTo>
                <a:lnTo>
                  <a:pt x="468832" y="17882"/>
                </a:lnTo>
                <a:lnTo>
                  <a:pt x="468510" y="18513"/>
                </a:lnTo>
                <a:lnTo>
                  <a:pt x="468204" y="19149"/>
                </a:lnTo>
                <a:lnTo>
                  <a:pt x="467913" y="19790"/>
                </a:lnTo>
                <a:lnTo>
                  <a:pt x="467639" y="20437"/>
                </a:lnTo>
                <a:lnTo>
                  <a:pt x="467380" y="21090"/>
                </a:lnTo>
                <a:lnTo>
                  <a:pt x="467136" y="21748"/>
                </a:lnTo>
                <a:lnTo>
                  <a:pt x="466909" y="22412"/>
                </a:lnTo>
                <a:lnTo>
                  <a:pt x="466697" y="23081"/>
                </a:lnTo>
                <a:lnTo>
                  <a:pt x="466501" y="23756"/>
                </a:lnTo>
                <a:lnTo>
                  <a:pt x="466320" y="24437"/>
                </a:lnTo>
                <a:lnTo>
                  <a:pt x="466155" y="25123"/>
                </a:lnTo>
                <a:lnTo>
                  <a:pt x="466006" y="25815"/>
                </a:lnTo>
                <a:lnTo>
                  <a:pt x="465873" y="26512"/>
                </a:lnTo>
                <a:lnTo>
                  <a:pt x="465755" y="27215"/>
                </a:lnTo>
                <a:lnTo>
                  <a:pt x="465653" y="27924"/>
                </a:lnTo>
                <a:lnTo>
                  <a:pt x="465567" y="28638"/>
                </a:lnTo>
                <a:lnTo>
                  <a:pt x="465496" y="29357"/>
                </a:lnTo>
                <a:lnTo>
                  <a:pt x="465441" y="30083"/>
                </a:lnTo>
                <a:lnTo>
                  <a:pt x="465402" y="30814"/>
                </a:lnTo>
                <a:lnTo>
                  <a:pt x="465378" y="31550"/>
                </a:lnTo>
                <a:lnTo>
                  <a:pt x="465370" y="32292"/>
                </a:lnTo>
                <a:lnTo>
                  <a:pt x="480305" y="32292"/>
                </a:lnTo>
                <a:lnTo>
                  <a:pt x="480310" y="31786"/>
                </a:lnTo>
                <a:lnTo>
                  <a:pt x="480324" y="31285"/>
                </a:lnTo>
                <a:lnTo>
                  <a:pt x="480348" y="30790"/>
                </a:lnTo>
                <a:lnTo>
                  <a:pt x="480381" y="30300"/>
                </a:lnTo>
                <a:lnTo>
                  <a:pt x="480423" y="29816"/>
                </a:lnTo>
                <a:lnTo>
                  <a:pt x="480474" y="29337"/>
                </a:lnTo>
                <a:lnTo>
                  <a:pt x="480536" y="28865"/>
                </a:lnTo>
                <a:lnTo>
                  <a:pt x="480606" y="28397"/>
                </a:lnTo>
                <a:lnTo>
                  <a:pt x="480686" y="27935"/>
                </a:lnTo>
                <a:lnTo>
                  <a:pt x="480775" y="27479"/>
                </a:lnTo>
                <a:lnTo>
                  <a:pt x="480874" y="27029"/>
                </a:lnTo>
                <a:lnTo>
                  <a:pt x="480982" y="26584"/>
                </a:lnTo>
                <a:lnTo>
                  <a:pt x="481099" y="26144"/>
                </a:lnTo>
                <a:lnTo>
                  <a:pt x="481226" y="25710"/>
                </a:lnTo>
                <a:lnTo>
                  <a:pt x="481362" y="25282"/>
                </a:lnTo>
                <a:lnTo>
                  <a:pt x="481507" y="24859"/>
                </a:lnTo>
                <a:lnTo>
                  <a:pt x="481662" y="24442"/>
                </a:lnTo>
                <a:lnTo>
                  <a:pt x="481827" y="24031"/>
                </a:lnTo>
                <a:lnTo>
                  <a:pt x="482000" y="23625"/>
                </a:lnTo>
                <a:lnTo>
                  <a:pt x="482184" y="23224"/>
                </a:lnTo>
                <a:lnTo>
                  <a:pt x="482376" y="22830"/>
                </a:lnTo>
                <a:lnTo>
                  <a:pt x="482578" y="22440"/>
                </a:lnTo>
                <a:lnTo>
                  <a:pt x="482789" y="22057"/>
                </a:lnTo>
                <a:lnTo>
                  <a:pt x="483010" y="21679"/>
                </a:lnTo>
                <a:lnTo>
                  <a:pt x="483239" y="21307"/>
                </a:lnTo>
                <a:lnTo>
                  <a:pt x="483475" y="20942"/>
                </a:lnTo>
                <a:lnTo>
                  <a:pt x="483719" y="20585"/>
                </a:lnTo>
                <a:lnTo>
                  <a:pt x="483970" y="20235"/>
                </a:lnTo>
                <a:lnTo>
                  <a:pt x="484228" y="19891"/>
                </a:lnTo>
                <a:lnTo>
                  <a:pt x="484493" y="19555"/>
                </a:lnTo>
                <a:lnTo>
                  <a:pt x="484766" y="19226"/>
                </a:lnTo>
                <a:lnTo>
                  <a:pt x="485046" y="18904"/>
                </a:lnTo>
                <a:lnTo>
                  <a:pt x="485333" y="18590"/>
                </a:lnTo>
                <a:lnTo>
                  <a:pt x="485628" y="18282"/>
                </a:lnTo>
                <a:lnTo>
                  <a:pt x="485930" y="17982"/>
                </a:lnTo>
                <a:lnTo>
                  <a:pt x="486239" y="17688"/>
                </a:lnTo>
                <a:lnTo>
                  <a:pt x="486556" y="17402"/>
                </a:lnTo>
                <a:lnTo>
                  <a:pt x="486879" y="17123"/>
                </a:lnTo>
                <a:lnTo>
                  <a:pt x="487210" y="16851"/>
                </a:lnTo>
                <a:lnTo>
                  <a:pt x="487549" y="16586"/>
                </a:lnTo>
                <a:lnTo>
                  <a:pt x="487894" y="16328"/>
                </a:lnTo>
                <a:lnTo>
                  <a:pt x="488247" y="16077"/>
                </a:lnTo>
                <a:lnTo>
                  <a:pt x="488607" y="15834"/>
                </a:lnTo>
                <a:lnTo>
                  <a:pt x="488975" y="15598"/>
                </a:lnTo>
                <a:lnTo>
                  <a:pt x="489350" y="15368"/>
                </a:lnTo>
                <a:lnTo>
                  <a:pt x="489732" y="15146"/>
                </a:lnTo>
                <a:lnTo>
                  <a:pt x="490121" y="14931"/>
                </a:lnTo>
                <a:lnTo>
                  <a:pt x="490518" y="14723"/>
                </a:lnTo>
                <a:lnTo>
                  <a:pt x="490921" y="14523"/>
                </a:lnTo>
                <a:lnTo>
                  <a:pt x="491329" y="14332"/>
                </a:lnTo>
                <a:lnTo>
                  <a:pt x="491742" y="14148"/>
                </a:lnTo>
                <a:lnTo>
                  <a:pt x="492160" y="13974"/>
                </a:lnTo>
                <a:lnTo>
                  <a:pt x="492584" y="13808"/>
                </a:lnTo>
                <a:lnTo>
                  <a:pt x="493013" y="13650"/>
                </a:lnTo>
                <a:lnTo>
                  <a:pt x="493447" y="13501"/>
                </a:lnTo>
                <a:lnTo>
                  <a:pt x="493886" y="13361"/>
                </a:lnTo>
                <a:lnTo>
                  <a:pt x="494330" y="13229"/>
                </a:lnTo>
                <a:lnTo>
                  <a:pt x="494780" y="13105"/>
                </a:lnTo>
                <a:lnTo>
                  <a:pt x="495235" y="12990"/>
                </a:lnTo>
                <a:lnTo>
                  <a:pt x="495695" y="12884"/>
                </a:lnTo>
                <a:lnTo>
                  <a:pt x="496160" y="12786"/>
                </a:lnTo>
                <a:lnTo>
                  <a:pt x="496630" y="12697"/>
                </a:lnTo>
                <a:lnTo>
                  <a:pt x="497106" y="12616"/>
                </a:lnTo>
                <a:lnTo>
                  <a:pt x="497586" y="12543"/>
                </a:lnTo>
                <a:lnTo>
                  <a:pt x="498072" y="12480"/>
                </a:lnTo>
                <a:lnTo>
                  <a:pt x="498563" y="12424"/>
                </a:lnTo>
                <a:lnTo>
                  <a:pt x="499059" y="12377"/>
                </a:lnTo>
                <a:lnTo>
                  <a:pt x="499561" y="12339"/>
                </a:lnTo>
                <a:lnTo>
                  <a:pt x="500067" y="12309"/>
                </a:lnTo>
                <a:lnTo>
                  <a:pt x="500579" y="12288"/>
                </a:lnTo>
                <a:lnTo>
                  <a:pt x="501096" y="12275"/>
                </a:lnTo>
                <a:lnTo>
                  <a:pt x="501618" y="12271"/>
                </a:lnTo>
                <a:lnTo>
                  <a:pt x="502193" y="12275"/>
                </a:lnTo>
                <a:lnTo>
                  <a:pt x="502759" y="12287"/>
                </a:lnTo>
                <a:lnTo>
                  <a:pt x="503316" y="12308"/>
                </a:lnTo>
                <a:lnTo>
                  <a:pt x="503865" y="12336"/>
                </a:lnTo>
                <a:lnTo>
                  <a:pt x="504406" y="12372"/>
                </a:lnTo>
                <a:lnTo>
                  <a:pt x="504938" y="12417"/>
                </a:lnTo>
                <a:lnTo>
                  <a:pt x="505462" y="12470"/>
                </a:lnTo>
                <a:lnTo>
                  <a:pt x="505978" y="12531"/>
                </a:lnTo>
                <a:lnTo>
                  <a:pt x="506485" y="12600"/>
                </a:lnTo>
                <a:lnTo>
                  <a:pt x="506983" y="12677"/>
                </a:lnTo>
                <a:lnTo>
                  <a:pt x="507474" y="12762"/>
                </a:lnTo>
                <a:lnTo>
                  <a:pt x="507956" y="12855"/>
                </a:lnTo>
                <a:lnTo>
                  <a:pt x="508429" y="12956"/>
                </a:lnTo>
                <a:lnTo>
                  <a:pt x="508894" y="13066"/>
                </a:lnTo>
                <a:lnTo>
                  <a:pt x="509351" y="13184"/>
                </a:lnTo>
                <a:lnTo>
                  <a:pt x="509799" y="13309"/>
                </a:lnTo>
                <a:lnTo>
                  <a:pt x="510239" y="13443"/>
                </a:lnTo>
                <a:lnTo>
                  <a:pt x="510670" y="13585"/>
                </a:lnTo>
                <a:lnTo>
                  <a:pt x="511093" y="13735"/>
                </a:lnTo>
                <a:lnTo>
                  <a:pt x="511508" y="13893"/>
                </a:lnTo>
                <a:lnTo>
                  <a:pt x="511914" y="14060"/>
                </a:lnTo>
                <a:lnTo>
                  <a:pt x="512312" y="14234"/>
                </a:lnTo>
                <a:lnTo>
                  <a:pt x="512701" y="14417"/>
                </a:lnTo>
                <a:lnTo>
                  <a:pt x="513082" y="14607"/>
                </a:lnTo>
                <a:lnTo>
                  <a:pt x="513455" y="14806"/>
                </a:lnTo>
                <a:lnTo>
                  <a:pt x="513820" y="15012"/>
                </a:lnTo>
                <a:lnTo>
                  <a:pt x="514177" y="15226"/>
                </a:lnTo>
                <a:lnTo>
                  <a:pt x="514526" y="15449"/>
                </a:lnTo>
                <a:lnTo>
                  <a:pt x="514868" y="15679"/>
                </a:lnTo>
                <a:lnTo>
                  <a:pt x="515201" y="15916"/>
                </a:lnTo>
                <a:lnTo>
                  <a:pt x="515527" y="16162"/>
                </a:lnTo>
                <a:lnTo>
                  <a:pt x="515845" y="16415"/>
                </a:lnTo>
                <a:lnTo>
                  <a:pt x="516155" y="16677"/>
                </a:lnTo>
                <a:lnTo>
                  <a:pt x="516457" y="16946"/>
                </a:lnTo>
                <a:lnTo>
                  <a:pt x="516751" y="17223"/>
                </a:lnTo>
                <a:lnTo>
                  <a:pt x="517038" y="17508"/>
                </a:lnTo>
                <a:lnTo>
                  <a:pt x="517316" y="17800"/>
                </a:lnTo>
                <a:lnTo>
                  <a:pt x="517587" y="18101"/>
                </a:lnTo>
                <a:lnTo>
                  <a:pt x="517850" y="18409"/>
                </a:lnTo>
                <a:lnTo>
                  <a:pt x="518105" y="18726"/>
                </a:lnTo>
                <a:lnTo>
                  <a:pt x="518352" y="19050"/>
                </a:lnTo>
                <a:lnTo>
                  <a:pt x="518592" y="19381"/>
                </a:lnTo>
                <a:lnTo>
                  <a:pt x="518823" y="19721"/>
                </a:lnTo>
                <a:lnTo>
                  <a:pt x="519047" y="20069"/>
                </a:lnTo>
                <a:lnTo>
                  <a:pt x="519263" y="20424"/>
                </a:lnTo>
                <a:lnTo>
                  <a:pt x="519471" y="20787"/>
                </a:lnTo>
                <a:lnTo>
                  <a:pt x="519671" y="21158"/>
                </a:lnTo>
                <a:lnTo>
                  <a:pt x="519863" y="21537"/>
                </a:lnTo>
                <a:lnTo>
                  <a:pt x="520048" y="21924"/>
                </a:lnTo>
                <a:lnTo>
                  <a:pt x="520224" y="22318"/>
                </a:lnTo>
                <a:lnTo>
                  <a:pt x="520393" y="22719"/>
                </a:lnTo>
                <a:lnTo>
                  <a:pt x="520554" y="23128"/>
                </a:lnTo>
                <a:lnTo>
                  <a:pt x="520707" y="23545"/>
                </a:lnTo>
                <a:lnTo>
                  <a:pt x="520852" y="23969"/>
                </a:lnTo>
                <a:lnTo>
                  <a:pt x="520990" y="24401"/>
                </a:lnTo>
                <a:lnTo>
                  <a:pt x="521119" y="24840"/>
                </a:lnTo>
                <a:lnTo>
                  <a:pt x="521241" y="25287"/>
                </a:lnTo>
                <a:lnTo>
                  <a:pt x="521355" y="25742"/>
                </a:lnTo>
                <a:lnTo>
                  <a:pt x="521461" y="26204"/>
                </a:lnTo>
                <a:lnTo>
                  <a:pt x="521559" y="26673"/>
                </a:lnTo>
                <a:lnTo>
                  <a:pt x="521649" y="27150"/>
                </a:lnTo>
                <a:lnTo>
                  <a:pt x="521731" y="27635"/>
                </a:lnTo>
                <a:lnTo>
                  <a:pt x="521806" y="28127"/>
                </a:lnTo>
                <a:lnTo>
                  <a:pt x="521873" y="28627"/>
                </a:lnTo>
                <a:lnTo>
                  <a:pt x="521931" y="29134"/>
                </a:lnTo>
                <a:lnTo>
                  <a:pt x="521982" y="29649"/>
                </a:lnTo>
                <a:lnTo>
                  <a:pt x="522026" y="30172"/>
                </a:lnTo>
                <a:lnTo>
                  <a:pt x="522061" y="30702"/>
                </a:lnTo>
                <a:lnTo>
                  <a:pt x="522088" y="31239"/>
                </a:lnTo>
                <a:lnTo>
                  <a:pt x="522108" y="31785"/>
                </a:lnTo>
                <a:lnTo>
                  <a:pt x="522120" y="32337"/>
                </a:lnTo>
                <a:lnTo>
                  <a:pt x="522124" y="32898"/>
                </a:lnTo>
                <a:lnTo>
                  <a:pt x="522119" y="33372"/>
                </a:lnTo>
                <a:lnTo>
                  <a:pt x="522106" y="33843"/>
                </a:lnTo>
                <a:lnTo>
                  <a:pt x="522084" y="34309"/>
                </a:lnTo>
                <a:lnTo>
                  <a:pt x="522053" y="34772"/>
                </a:lnTo>
                <a:lnTo>
                  <a:pt x="522013" y="35230"/>
                </a:lnTo>
                <a:lnTo>
                  <a:pt x="521965" y="35684"/>
                </a:lnTo>
                <a:lnTo>
                  <a:pt x="521907" y="36135"/>
                </a:lnTo>
                <a:lnTo>
                  <a:pt x="521841" y="36581"/>
                </a:lnTo>
                <a:lnTo>
                  <a:pt x="521766" y="37023"/>
                </a:lnTo>
                <a:lnTo>
                  <a:pt x="521682" y="37461"/>
                </a:lnTo>
                <a:lnTo>
                  <a:pt x="521590" y="37895"/>
                </a:lnTo>
                <a:lnTo>
                  <a:pt x="521488" y="38325"/>
                </a:lnTo>
                <a:lnTo>
                  <a:pt x="521378" y="38751"/>
                </a:lnTo>
                <a:lnTo>
                  <a:pt x="521258" y="39173"/>
                </a:lnTo>
                <a:lnTo>
                  <a:pt x="521130" y="39591"/>
                </a:lnTo>
                <a:lnTo>
                  <a:pt x="520994" y="40005"/>
                </a:lnTo>
                <a:lnTo>
                  <a:pt x="520848" y="40415"/>
                </a:lnTo>
                <a:lnTo>
                  <a:pt x="520693" y="40821"/>
                </a:lnTo>
                <a:lnTo>
                  <a:pt x="520530" y="41223"/>
                </a:lnTo>
                <a:lnTo>
                  <a:pt x="520358" y="41620"/>
                </a:lnTo>
                <a:lnTo>
                  <a:pt x="520177" y="42014"/>
                </a:lnTo>
                <a:lnTo>
                  <a:pt x="519987" y="42404"/>
                </a:lnTo>
                <a:lnTo>
                  <a:pt x="519788" y="42789"/>
                </a:lnTo>
                <a:lnTo>
                  <a:pt x="519581" y="43171"/>
                </a:lnTo>
                <a:lnTo>
                  <a:pt x="519364" y="43546"/>
                </a:lnTo>
                <a:lnTo>
                  <a:pt x="519139" y="43916"/>
                </a:lnTo>
                <a:lnTo>
                  <a:pt x="518905" y="44278"/>
                </a:lnTo>
                <a:lnTo>
                  <a:pt x="518661" y="44634"/>
                </a:lnTo>
                <a:lnTo>
                  <a:pt x="518409" y="44983"/>
                </a:lnTo>
                <a:lnTo>
                  <a:pt x="518148" y="45325"/>
                </a:lnTo>
                <a:lnTo>
                  <a:pt x="517878" y="45661"/>
                </a:lnTo>
                <a:lnTo>
                  <a:pt x="517598" y="45990"/>
                </a:lnTo>
                <a:lnTo>
                  <a:pt x="517310" y="46312"/>
                </a:lnTo>
                <a:lnTo>
                  <a:pt x="517013" y="46628"/>
                </a:lnTo>
                <a:lnTo>
                  <a:pt x="516707" y="46937"/>
                </a:lnTo>
                <a:lnTo>
                  <a:pt x="516392" y="47239"/>
                </a:lnTo>
                <a:lnTo>
                  <a:pt x="516068" y="47534"/>
                </a:lnTo>
                <a:lnTo>
                  <a:pt x="515735" y="47823"/>
                </a:lnTo>
                <a:lnTo>
                  <a:pt x="515393" y="48105"/>
                </a:lnTo>
                <a:lnTo>
                  <a:pt x="515042" y="48380"/>
                </a:lnTo>
                <a:lnTo>
                  <a:pt x="514682" y="48648"/>
                </a:lnTo>
                <a:lnTo>
                  <a:pt x="514313" y="48910"/>
                </a:lnTo>
                <a:lnTo>
                  <a:pt x="513935" y="49165"/>
                </a:lnTo>
                <a:lnTo>
                  <a:pt x="513548" y="49414"/>
                </a:lnTo>
                <a:lnTo>
                  <a:pt x="513153" y="49656"/>
                </a:lnTo>
                <a:lnTo>
                  <a:pt x="512748" y="49891"/>
                </a:lnTo>
                <a:lnTo>
                  <a:pt x="512334" y="50119"/>
                </a:lnTo>
                <a:lnTo>
                  <a:pt x="511911" y="50340"/>
                </a:lnTo>
                <a:lnTo>
                  <a:pt x="511479" y="50554"/>
                </a:lnTo>
                <a:lnTo>
                  <a:pt x="511038" y="50759"/>
                </a:lnTo>
                <a:lnTo>
                  <a:pt x="510588" y="50954"/>
                </a:lnTo>
                <a:lnTo>
                  <a:pt x="510127" y="51141"/>
                </a:lnTo>
                <a:lnTo>
                  <a:pt x="509658" y="51318"/>
                </a:lnTo>
                <a:lnTo>
                  <a:pt x="509179" y="51486"/>
                </a:lnTo>
                <a:lnTo>
                  <a:pt x="508691" y="51645"/>
                </a:lnTo>
                <a:lnTo>
                  <a:pt x="508193" y="51795"/>
                </a:lnTo>
                <a:lnTo>
                  <a:pt x="507686" y="51936"/>
                </a:lnTo>
                <a:lnTo>
                  <a:pt x="507170" y="52068"/>
                </a:lnTo>
                <a:lnTo>
                  <a:pt x="506644" y="52191"/>
                </a:lnTo>
                <a:lnTo>
                  <a:pt x="506109" y="52304"/>
                </a:lnTo>
                <a:lnTo>
                  <a:pt x="505564" y="52409"/>
                </a:lnTo>
                <a:lnTo>
                  <a:pt x="505010" y="52504"/>
                </a:lnTo>
                <a:lnTo>
                  <a:pt x="504447" y="52591"/>
                </a:lnTo>
                <a:lnTo>
                  <a:pt x="503874" y="52668"/>
                </a:lnTo>
                <a:lnTo>
                  <a:pt x="503292" y="52736"/>
                </a:lnTo>
                <a:lnTo>
                  <a:pt x="502701" y="52795"/>
                </a:lnTo>
                <a:lnTo>
                  <a:pt x="502100" y="52845"/>
                </a:lnTo>
                <a:lnTo>
                  <a:pt x="501489" y="52886"/>
                </a:lnTo>
                <a:lnTo>
                  <a:pt x="500870" y="52918"/>
                </a:lnTo>
                <a:lnTo>
                  <a:pt x="500241" y="52941"/>
                </a:lnTo>
                <a:lnTo>
                  <a:pt x="499602" y="52955"/>
                </a:lnTo>
                <a:lnTo>
                  <a:pt x="498954" y="52959"/>
                </a:lnTo>
                <a:lnTo>
                  <a:pt x="488298" y="52959"/>
                </a:lnTo>
                <a:lnTo>
                  <a:pt x="488298" y="56269"/>
                </a:lnTo>
                <a:lnTo>
                  <a:pt x="488298" y="62001"/>
                </a:lnTo>
                <a:lnTo>
                  <a:pt x="488298" y="65230"/>
                </a:lnTo>
                <a:lnTo>
                  <a:pt x="498954" y="65230"/>
                </a:lnTo>
                <a:lnTo>
                  <a:pt x="499583" y="65234"/>
                </a:lnTo>
                <a:lnTo>
                  <a:pt x="500205" y="65246"/>
                </a:lnTo>
                <a:lnTo>
                  <a:pt x="500820" y="65266"/>
                </a:lnTo>
                <a:lnTo>
                  <a:pt x="501429" y="65294"/>
                </a:lnTo>
                <a:lnTo>
                  <a:pt x="502030" y="65330"/>
                </a:lnTo>
                <a:lnTo>
                  <a:pt x="502625" y="65374"/>
                </a:lnTo>
                <a:lnTo>
                  <a:pt x="503213" y="65426"/>
                </a:lnTo>
                <a:lnTo>
                  <a:pt x="503793" y="65486"/>
                </a:lnTo>
                <a:lnTo>
                  <a:pt x="504368" y="65554"/>
                </a:lnTo>
                <a:lnTo>
                  <a:pt x="504935" y="65630"/>
                </a:lnTo>
                <a:lnTo>
                  <a:pt x="505495" y="65715"/>
                </a:lnTo>
                <a:lnTo>
                  <a:pt x="506048" y="65807"/>
                </a:lnTo>
                <a:lnTo>
                  <a:pt x="506595" y="65907"/>
                </a:lnTo>
                <a:lnTo>
                  <a:pt x="507135" y="66015"/>
                </a:lnTo>
                <a:lnTo>
                  <a:pt x="507667" y="66131"/>
                </a:lnTo>
                <a:lnTo>
                  <a:pt x="508193" y="66255"/>
                </a:lnTo>
                <a:lnTo>
                  <a:pt x="508712" y="66387"/>
                </a:lnTo>
                <a:lnTo>
                  <a:pt x="509225" y="66527"/>
                </a:lnTo>
                <a:lnTo>
                  <a:pt x="509730" y="66675"/>
                </a:lnTo>
                <a:lnTo>
                  <a:pt x="510228" y="66831"/>
                </a:lnTo>
                <a:lnTo>
                  <a:pt x="510720" y="66996"/>
                </a:lnTo>
                <a:lnTo>
                  <a:pt x="511205" y="67168"/>
                </a:lnTo>
                <a:lnTo>
                  <a:pt x="511683" y="67348"/>
                </a:lnTo>
                <a:lnTo>
                  <a:pt x="512154" y="67536"/>
                </a:lnTo>
                <a:lnTo>
                  <a:pt x="512617" y="67732"/>
                </a:lnTo>
                <a:lnTo>
                  <a:pt x="513071" y="67937"/>
                </a:lnTo>
                <a:lnTo>
                  <a:pt x="513517" y="68150"/>
                </a:lnTo>
                <a:lnTo>
                  <a:pt x="513953" y="68371"/>
                </a:lnTo>
                <a:lnTo>
                  <a:pt x="514381" y="68601"/>
                </a:lnTo>
                <a:lnTo>
                  <a:pt x="514800" y="68840"/>
                </a:lnTo>
                <a:lnTo>
                  <a:pt x="515210" y="69086"/>
                </a:lnTo>
                <a:lnTo>
                  <a:pt x="515612" y="69341"/>
                </a:lnTo>
                <a:lnTo>
                  <a:pt x="516004" y="69605"/>
                </a:lnTo>
                <a:lnTo>
                  <a:pt x="516388" y="69877"/>
                </a:lnTo>
                <a:lnTo>
                  <a:pt x="516763" y="70158"/>
                </a:lnTo>
                <a:lnTo>
                  <a:pt x="517129" y="70447"/>
                </a:lnTo>
                <a:lnTo>
                  <a:pt x="517486" y="70744"/>
                </a:lnTo>
                <a:lnTo>
                  <a:pt x="517834" y="71050"/>
                </a:lnTo>
                <a:lnTo>
                  <a:pt x="518174" y="71364"/>
                </a:lnTo>
                <a:lnTo>
                  <a:pt x="518504" y="71687"/>
                </a:lnTo>
                <a:lnTo>
                  <a:pt x="518826" y="72018"/>
                </a:lnTo>
                <a:lnTo>
                  <a:pt x="519139" y="72358"/>
                </a:lnTo>
                <a:lnTo>
                  <a:pt x="519443" y="72706"/>
                </a:lnTo>
                <a:lnTo>
                  <a:pt x="519739" y="73062"/>
                </a:lnTo>
                <a:lnTo>
                  <a:pt x="520025" y="73427"/>
                </a:lnTo>
                <a:lnTo>
                  <a:pt x="520303" y="73800"/>
                </a:lnTo>
                <a:lnTo>
                  <a:pt x="520572" y="74182"/>
                </a:lnTo>
                <a:lnTo>
                  <a:pt x="520832" y="74572"/>
                </a:lnTo>
                <a:lnTo>
                  <a:pt x="521082" y="74971"/>
                </a:lnTo>
                <a:lnTo>
                  <a:pt x="521322" y="75379"/>
                </a:lnTo>
                <a:lnTo>
                  <a:pt x="521551" y="75796"/>
                </a:lnTo>
                <a:lnTo>
                  <a:pt x="521769" y="76222"/>
                </a:lnTo>
                <a:lnTo>
                  <a:pt x="521977" y="76657"/>
                </a:lnTo>
                <a:lnTo>
                  <a:pt x="522174" y="77102"/>
                </a:lnTo>
                <a:lnTo>
                  <a:pt x="522361" y="77555"/>
                </a:lnTo>
                <a:lnTo>
                  <a:pt x="522536" y="78018"/>
                </a:lnTo>
                <a:lnTo>
                  <a:pt x="522701" y="78490"/>
                </a:lnTo>
                <a:lnTo>
                  <a:pt x="522856" y="78971"/>
                </a:lnTo>
                <a:lnTo>
                  <a:pt x="523000" y="79461"/>
                </a:lnTo>
                <a:lnTo>
                  <a:pt x="523133" y="79960"/>
                </a:lnTo>
                <a:lnTo>
                  <a:pt x="523255" y="80469"/>
                </a:lnTo>
                <a:lnTo>
                  <a:pt x="523367" y="80986"/>
                </a:lnTo>
                <a:lnTo>
                  <a:pt x="523468" y="81513"/>
                </a:lnTo>
                <a:lnTo>
                  <a:pt x="523559" y="82049"/>
                </a:lnTo>
                <a:lnTo>
                  <a:pt x="523639" y="82594"/>
                </a:lnTo>
                <a:lnTo>
                  <a:pt x="523708" y="83148"/>
                </a:lnTo>
                <a:lnTo>
                  <a:pt x="523767" y="83711"/>
                </a:lnTo>
                <a:lnTo>
                  <a:pt x="523815" y="84283"/>
                </a:lnTo>
                <a:lnTo>
                  <a:pt x="523852" y="84865"/>
                </a:lnTo>
                <a:lnTo>
                  <a:pt x="523879" y="85455"/>
                </a:lnTo>
                <a:lnTo>
                  <a:pt x="523895" y="86055"/>
                </a:lnTo>
                <a:lnTo>
                  <a:pt x="523900" y="86664"/>
                </a:lnTo>
                <a:lnTo>
                  <a:pt x="523895" y="87273"/>
                </a:lnTo>
                <a:lnTo>
                  <a:pt x="523881" y="87873"/>
                </a:lnTo>
                <a:lnTo>
                  <a:pt x="523858" y="88465"/>
                </a:lnTo>
                <a:lnTo>
                  <a:pt x="523825" y="89047"/>
                </a:lnTo>
                <a:lnTo>
                  <a:pt x="523782" y="89622"/>
                </a:lnTo>
                <a:lnTo>
                  <a:pt x="523731" y="90187"/>
                </a:lnTo>
                <a:lnTo>
                  <a:pt x="523670" y="90744"/>
                </a:lnTo>
                <a:lnTo>
                  <a:pt x="523599" y="91292"/>
                </a:lnTo>
                <a:lnTo>
                  <a:pt x="523520" y="91831"/>
                </a:lnTo>
                <a:lnTo>
                  <a:pt x="523430" y="92362"/>
                </a:lnTo>
                <a:lnTo>
                  <a:pt x="523332" y="92884"/>
                </a:lnTo>
                <a:lnTo>
                  <a:pt x="523224" y="93397"/>
                </a:lnTo>
                <a:lnTo>
                  <a:pt x="523106" y="93901"/>
                </a:lnTo>
                <a:lnTo>
                  <a:pt x="522980" y="94397"/>
                </a:lnTo>
                <a:lnTo>
                  <a:pt x="522843" y="94884"/>
                </a:lnTo>
                <a:lnTo>
                  <a:pt x="522698" y="95363"/>
                </a:lnTo>
                <a:lnTo>
                  <a:pt x="522543" y="95832"/>
                </a:lnTo>
                <a:lnTo>
                  <a:pt x="522379" y="96294"/>
                </a:lnTo>
                <a:lnTo>
                  <a:pt x="522205" y="96746"/>
                </a:lnTo>
                <a:lnTo>
                  <a:pt x="522022" y="97189"/>
                </a:lnTo>
                <a:lnTo>
                  <a:pt x="521829" y="97624"/>
                </a:lnTo>
                <a:lnTo>
                  <a:pt x="521627" y="98051"/>
                </a:lnTo>
                <a:lnTo>
                  <a:pt x="521416" y="98468"/>
                </a:lnTo>
                <a:lnTo>
                  <a:pt x="521195" y="98877"/>
                </a:lnTo>
                <a:lnTo>
                  <a:pt x="520966" y="99277"/>
                </a:lnTo>
                <a:lnTo>
                  <a:pt x="520729" y="99668"/>
                </a:lnTo>
                <a:lnTo>
                  <a:pt x="520484" y="100051"/>
                </a:lnTo>
                <a:lnTo>
                  <a:pt x="520231" y="100426"/>
                </a:lnTo>
                <a:lnTo>
                  <a:pt x="519970" y="100791"/>
                </a:lnTo>
                <a:lnTo>
                  <a:pt x="519702" y="101149"/>
                </a:lnTo>
                <a:lnTo>
                  <a:pt x="519425" y="101497"/>
                </a:lnTo>
                <a:lnTo>
                  <a:pt x="519141" y="101837"/>
                </a:lnTo>
                <a:lnTo>
                  <a:pt x="518849" y="102169"/>
                </a:lnTo>
                <a:lnTo>
                  <a:pt x="518549" y="102492"/>
                </a:lnTo>
                <a:lnTo>
                  <a:pt x="518241" y="102806"/>
                </a:lnTo>
                <a:lnTo>
                  <a:pt x="517926" y="103112"/>
                </a:lnTo>
                <a:lnTo>
                  <a:pt x="517602" y="103410"/>
                </a:lnTo>
                <a:lnTo>
                  <a:pt x="517271" y="103698"/>
                </a:lnTo>
                <a:lnTo>
                  <a:pt x="516932" y="103978"/>
                </a:lnTo>
                <a:lnTo>
                  <a:pt x="516585" y="104250"/>
                </a:lnTo>
                <a:lnTo>
                  <a:pt x="516230" y="104513"/>
                </a:lnTo>
                <a:lnTo>
                  <a:pt x="515867" y="104768"/>
                </a:lnTo>
                <a:lnTo>
                  <a:pt x="515497" y="105014"/>
                </a:lnTo>
                <a:lnTo>
                  <a:pt x="515118" y="105251"/>
                </a:lnTo>
                <a:lnTo>
                  <a:pt x="514732" y="105480"/>
                </a:lnTo>
                <a:lnTo>
                  <a:pt x="514338" y="105700"/>
                </a:lnTo>
                <a:lnTo>
                  <a:pt x="513936" y="105912"/>
                </a:lnTo>
                <a:lnTo>
                  <a:pt x="513526" y="106115"/>
                </a:lnTo>
                <a:lnTo>
                  <a:pt x="513109" y="106310"/>
                </a:lnTo>
                <a:lnTo>
                  <a:pt x="512685" y="106496"/>
                </a:lnTo>
                <a:lnTo>
                  <a:pt x="512255" y="106674"/>
                </a:lnTo>
                <a:lnTo>
                  <a:pt x="511818" y="106844"/>
                </a:lnTo>
                <a:lnTo>
                  <a:pt x="511375" y="107006"/>
                </a:lnTo>
                <a:lnTo>
                  <a:pt x="510925" y="107159"/>
                </a:lnTo>
                <a:lnTo>
                  <a:pt x="510468" y="107304"/>
                </a:lnTo>
                <a:lnTo>
                  <a:pt x="510005" y="107441"/>
                </a:lnTo>
                <a:lnTo>
                  <a:pt x="509536" y="107569"/>
                </a:lnTo>
                <a:lnTo>
                  <a:pt x="509059" y="107690"/>
                </a:lnTo>
                <a:lnTo>
                  <a:pt x="508576" y="107801"/>
                </a:lnTo>
                <a:lnTo>
                  <a:pt x="508087" y="107905"/>
                </a:lnTo>
                <a:lnTo>
                  <a:pt x="507591" y="108000"/>
                </a:lnTo>
                <a:lnTo>
                  <a:pt x="507088" y="108087"/>
                </a:lnTo>
                <a:lnTo>
                  <a:pt x="506579" y="108166"/>
                </a:lnTo>
                <a:lnTo>
                  <a:pt x="506063" y="108236"/>
                </a:lnTo>
                <a:lnTo>
                  <a:pt x="505540" y="108299"/>
                </a:lnTo>
                <a:lnTo>
                  <a:pt x="505011" y="108352"/>
                </a:lnTo>
                <a:lnTo>
                  <a:pt x="504476" y="108398"/>
                </a:lnTo>
                <a:lnTo>
                  <a:pt x="503934" y="108435"/>
                </a:lnTo>
                <a:lnTo>
                  <a:pt x="503385" y="108464"/>
                </a:lnTo>
                <a:lnTo>
                  <a:pt x="502829" y="108485"/>
                </a:lnTo>
                <a:lnTo>
                  <a:pt x="502268" y="108497"/>
                </a:lnTo>
                <a:lnTo>
                  <a:pt x="501699" y="108502"/>
                </a:lnTo>
                <a:lnTo>
                  <a:pt x="501130" y="108497"/>
                </a:lnTo>
                <a:lnTo>
                  <a:pt x="500568" y="108484"/>
                </a:lnTo>
                <a:lnTo>
                  <a:pt x="500012" y="108462"/>
                </a:lnTo>
                <a:lnTo>
                  <a:pt x="499462" y="108431"/>
                </a:lnTo>
                <a:lnTo>
                  <a:pt x="498919" y="108391"/>
                </a:lnTo>
                <a:lnTo>
                  <a:pt x="498381" y="108342"/>
                </a:lnTo>
                <a:lnTo>
                  <a:pt x="497851" y="108284"/>
                </a:lnTo>
                <a:lnTo>
                  <a:pt x="497326" y="108218"/>
                </a:lnTo>
                <a:lnTo>
                  <a:pt x="496808" y="108143"/>
                </a:lnTo>
                <a:lnTo>
                  <a:pt x="496296" y="108058"/>
                </a:lnTo>
                <a:lnTo>
                  <a:pt x="495790" y="107965"/>
                </a:lnTo>
                <a:lnTo>
                  <a:pt x="495291" y="107863"/>
                </a:lnTo>
                <a:lnTo>
                  <a:pt x="494798" y="107753"/>
                </a:lnTo>
                <a:lnTo>
                  <a:pt x="494311" y="107633"/>
                </a:lnTo>
                <a:lnTo>
                  <a:pt x="493831" y="107504"/>
                </a:lnTo>
                <a:lnTo>
                  <a:pt x="493357" y="107367"/>
                </a:lnTo>
                <a:lnTo>
                  <a:pt x="492889" y="107221"/>
                </a:lnTo>
                <a:lnTo>
                  <a:pt x="492428" y="107065"/>
                </a:lnTo>
                <a:lnTo>
                  <a:pt x="491972" y="106901"/>
                </a:lnTo>
                <a:lnTo>
                  <a:pt x="491524" y="106729"/>
                </a:lnTo>
                <a:lnTo>
                  <a:pt x="491081" y="106547"/>
                </a:lnTo>
                <a:lnTo>
                  <a:pt x="490645" y="106356"/>
                </a:lnTo>
                <a:lnTo>
                  <a:pt x="490215" y="106157"/>
                </a:lnTo>
                <a:lnTo>
                  <a:pt x="489791" y="105949"/>
                </a:lnTo>
                <a:lnTo>
                  <a:pt x="489375" y="105732"/>
                </a:lnTo>
                <a:lnTo>
                  <a:pt x="488967" y="105509"/>
                </a:lnTo>
                <a:lnTo>
                  <a:pt x="488566" y="105278"/>
                </a:lnTo>
                <a:lnTo>
                  <a:pt x="488174" y="105040"/>
                </a:lnTo>
                <a:lnTo>
                  <a:pt x="487791" y="104795"/>
                </a:lnTo>
                <a:lnTo>
                  <a:pt x="487415" y="104543"/>
                </a:lnTo>
                <a:lnTo>
                  <a:pt x="487047" y="104283"/>
                </a:lnTo>
                <a:lnTo>
                  <a:pt x="486688" y="104017"/>
                </a:lnTo>
                <a:lnTo>
                  <a:pt x="486336" y="103743"/>
                </a:lnTo>
                <a:lnTo>
                  <a:pt x="485993" y="103462"/>
                </a:lnTo>
                <a:lnTo>
                  <a:pt x="485658" y="103174"/>
                </a:lnTo>
                <a:lnTo>
                  <a:pt x="485331" y="102879"/>
                </a:lnTo>
                <a:lnTo>
                  <a:pt x="485012" y="102576"/>
                </a:lnTo>
                <a:lnTo>
                  <a:pt x="484701" y="102267"/>
                </a:lnTo>
                <a:lnTo>
                  <a:pt x="484399" y="101950"/>
                </a:lnTo>
                <a:lnTo>
                  <a:pt x="484104" y="101626"/>
                </a:lnTo>
                <a:lnTo>
                  <a:pt x="483818" y="101295"/>
                </a:lnTo>
                <a:lnTo>
                  <a:pt x="483540" y="100957"/>
                </a:lnTo>
                <a:lnTo>
                  <a:pt x="483270" y="100611"/>
                </a:lnTo>
                <a:lnTo>
                  <a:pt x="483008" y="100258"/>
                </a:lnTo>
                <a:lnTo>
                  <a:pt x="482754" y="99899"/>
                </a:lnTo>
                <a:lnTo>
                  <a:pt x="482508" y="99532"/>
                </a:lnTo>
                <a:lnTo>
                  <a:pt x="482271" y="99157"/>
                </a:lnTo>
                <a:lnTo>
                  <a:pt x="482041" y="98776"/>
                </a:lnTo>
                <a:lnTo>
                  <a:pt x="481820" y="98389"/>
                </a:lnTo>
                <a:lnTo>
                  <a:pt x="481609" y="97996"/>
                </a:lnTo>
                <a:lnTo>
                  <a:pt x="481407" y="97597"/>
                </a:lnTo>
                <a:lnTo>
                  <a:pt x="481215" y="97194"/>
                </a:lnTo>
                <a:lnTo>
                  <a:pt x="481032" y="96785"/>
                </a:lnTo>
                <a:lnTo>
                  <a:pt x="480858" y="96370"/>
                </a:lnTo>
                <a:lnTo>
                  <a:pt x="480694" y="95950"/>
                </a:lnTo>
                <a:lnTo>
                  <a:pt x="480539" y="95525"/>
                </a:lnTo>
                <a:lnTo>
                  <a:pt x="480393" y="95095"/>
                </a:lnTo>
                <a:lnTo>
                  <a:pt x="480257" y="94659"/>
                </a:lnTo>
                <a:lnTo>
                  <a:pt x="480130" y="94218"/>
                </a:lnTo>
                <a:lnTo>
                  <a:pt x="480013" y="93771"/>
                </a:lnTo>
                <a:lnTo>
                  <a:pt x="479905" y="93320"/>
                </a:lnTo>
                <a:lnTo>
                  <a:pt x="479806" y="92862"/>
                </a:lnTo>
                <a:lnTo>
                  <a:pt x="479717" y="92400"/>
                </a:lnTo>
                <a:lnTo>
                  <a:pt x="479637" y="91932"/>
                </a:lnTo>
                <a:lnTo>
                  <a:pt x="479567" y="91459"/>
                </a:lnTo>
                <a:lnTo>
                  <a:pt x="479506" y="90980"/>
                </a:lnTo>
                <a:lnTo>
                  <a:pt x="479454" y="90496"/>
                </a:lnTo>
                <a:lnTo>
                  <a:pt x="479412" y="90007"/>
                </a:lnTo>
                <a:lnTo>
                  <a:pt x="479379" y="89512"/>
                </a:lnTo>
                <a:lnTo>
                  <a:pt x="479355" y="89012"/>
                </a:lnTo>
                <a:lnTo>
                  <a:pt x="479341" y="88507"/>
                </a:lnTo>
                <a:lnTo>
                  <a:pt x="479337" y="87996"/>
                </a:lnTo>
                <a:lnTo>
                  <a:pt x="464402" y="87996"/>
                </a:lnTo>
                <a:lnTo>
                  <a:pt x="464407" y="88647"/>
                </a:lnTo>
                <a:lnTo>
                  <a:pt x="464422" y="89293"/>
                </a:lnTo>
                <a:lnTo>
                  <a:pt x="464447" y="89932"/>
                </a:lnTo>
                <a:lnTo>
                  <a:pt x="464482" y="90565"/>
                </a:lnTo>
                <a:lnTo>
                  <a:pt x="464528" y="91192"/>
                </a:lnTo>
                <a:lnTo>
                  <a:pt x="464583" y="91813"/>
                </a:lnTo>
                <a:lnTo>
                  <a:pt x="464649" y="92428"/>
                </a:lnTo>
                <a:lnTo>
                  <a:pt x="464724" y="93037"/>
                </a:lnTo>
                <a:lnTo>
                  <a:pt x="464810" y="93640"/>
                </a:lnTo>
                <a:lnTo>
                  <a:pt x="464906" y="94236"/>
                </a:lnTo>
                <a:lnTo>
                  <a:pt x="465012" y="94827"/>
                </a:lnTo>
                <a:lnTo>
                  <a:pt x="465128" y="95412"/>
                </a:lnTo>
                <a:lnTo>
                  <a:pt x="465254" y="95991"/>
                </a:lnTo>
                <a:lnTo>
                  <a:pt x="465391" y="96563"/>
                </a:lnTo>
                <a:lnTo>
                  <a:pt x="465537" y="97130"/>
                </a:lnTo>
                <a:lnTo>
                  <a:pt x="465693" y="97690"/>
                </a:lnTo>
                <a:lnTo>
                  <a:pt x="465860" y="98245"/>
                </a:lnTo>
                <a:lnTo>
                  <a:pt x="466036" y="98793"/>
                </a:lnTo>
                <a:lnTo>
                  <a:pt x="466223" y="99336"/>
                </a:lnTo>
                <a:lnTo>
                  <a:pt x="466420" y="99872"/>
                </a:lnTo>
                <a:lnTo>
                  <a:pt x="466627" y="100403"/>
                </a:lnTo>
                <a:lnTo>
                  <a:pt x="466844" y="100927"/>
                </a:lnTo>
                <a:lnTo>
                  <a:pt x="467071" y="101445"/>
                </a:lnTo>
                <a:lnTo>
                  <a:pt x="467308" y="101957"/>
                </a:lnTo>
                <a:lnTo>
                  <a:pt x="467554" y="102463"/>
                </a:lnTo>
                <a:lnTo>
                  <a:pt x="467808" y="102962"/>
                </a:lnTo>
                <a:lnTo>
                  <a:pt x="468070" y="103455"/>
                </a:lnTo>
                <a:lnTo>
                  <a:pt x="468339" y="103940"/>
                </a:lnTo>
                <a:lnTo>
                  <a:pt x="468617" y="104419"/>
                </a:lnTo>
                <a:lnTo>
                  <a:pt x="468902" y="104891"/>
                </a:lnTo>
                <a:lnTo>
                  <a:pt x="469195" y="105356"/>
                </a:lnTo>
                <a:lnTo>
                  <a:pt x="469497" y="105815"/>
                </a:lnTo>
                <a:lnTo>
                  <a:pt x="469805" y="106267"/>
                </a:lnTo>
                <a:lnTo>
                  <a:pt x="470122" y="106712"/>
                </a:lnTo>
                <a:lnTo>
                  <a:pt x="470447" y="107150"/>
                </a:lnTo>
                <a:lnTo>
                  <a:pt x="470779" y="107582"/>
                </a:lnTo>
                <a:lnTo>
                  <a:pt x="471120" y="108007"/>
                </a:lnTo>
                <a:lnTo>
                  <a:pt x="471468" y="108425"/>
                </a:lnTo>
                <a:lnTo>
                  <a:pt x="471824" y="108836"/>
                </a:lnTo>
                <a:lnTo>
                  <a:pt x="472188" y="109241"/>
                </a:lnTo>
                <a:lnTo>
                  <a:pt x="472559" y="109639"/>
                </a:lnTo>
                <a:lnTo>
                  <a:pt x="472939" y="110030"/>
                </a:lnTo>
                <a:lnTo>
                  <a:pt x="473326" y="110415"/>
                </a:lnTo>
                <a:lnTo>
                  <a:pt x="473721" y="110792"/>
                </a:lnTo>
                <a:lnTo>
                  <a:pt x="474125" y="111163"/>
                </a:lnTo>
                <a:lnTo>
                  <a:pt x="474535" y="111527"/>
                </a:lnTo>
                <a:lnTo>
                  <a:pt x="474954" y="111885"/>
                </a:lnTo>
                <a:lnTo>
                  <a:pt x="475381" y="112235"/>
                </a:lnTo>
                <a:lnTo>
                  <a:pt x="475814" y="112579"/>
                </a:lnTo>
                <a:lnTo>
                  <a:pt x="476253" y="112916"/>
                </a:lnTo>
                <a:lnTo>
                  <a:pt x="476697" y="113246"/>
                </a:lnTo>
                <a:lnTo>
                  <a:pt x="477147" y="113570"/>
                </a:lnTo>
                <a:lnTo>
                  <a:pt x="477602" y="113886"/>
                </a:lnTo>
                <a:lnTo>
                  <a:pt x="478063" y="114195"/>
                </a:lnTo>
                <a:lnTo>
                  <a:pt x="478529" y="114498"/>
                </a:lnTo>
                <a:lnTo>
                  <a:pt x="479000" y="114794"/>
                </a:lnTo>
                <a:lnTo>
                  <a:pt x="479477" y="115082"/>
                </a:lnTo>
                <a:lnTo>
                  <a:pt x="479960" y="115364"/>
                </a:lnTo>
                <a:lnTo>
                  <a:pt x="480448" y="115639"/>
                </a:lnTo>
                <a:lnTo>
                  <a:pt x="480941" y="115907"/>
                </a:lnTo>
                <a:lnTo>
                  <a:pt x="481440" y="116169"/>
                </a:lnTo>
                <a:lnTo>
                  <a:pt x="481944" y="116423"/>
                </a:lnTo>
                <a:lnTo>
                  <a:pt x="482454" y="116670"/>
                </a:lnTo>
                <a:lnTo>
                  <a:pt x="482970" y="116911"/>
                </a:lnTo>
                <a:lnTo>
                  <a:pt x="483490" y="117145"/>
                </a:lnTo>
                <a:lnTo>
                  <a:pt x="484017" y="117372"/>
                </a:lnTo>
                <a:lnTo>
                  <a:pt x="484548" y="117591"/>
                </a:lnTo>
                <a:lnTo>
                  <a:pt x="485085" y="117805"/>
                </a:lnTo>
                <a:lnTo>
                  <a:pt x="485628" y="118011"/>
                </a:lnTo>
                <a:lnTo>
                  <a:pt x="486176" y="118210"/>
                </a:lnTo>
                <a:lnTo>
                  <a:pt x="486730" y="118402"/>
                </a:lnTo>
                <a:lnTo>
                  <a:pt x="487289" y="118588"/>
                </a:lnTo>
                <a:lnTo>
                  <a:pt x="487852" y="118766"/>
                </a:lnTo>
                <a:lnTo>
                  <a:pt x="488419" y="118937"/>
                </a:lnTo>
                <a:lnTo>
                  <a:pt x="488988" y="119100"/>
                </a:lnTo>
                <a:lnTo>
                  <a:pt x="489561" y="119255"/>
                </a:lnTo>
                <a:lnTo>
                  <a:pt x="490138" y="119403"/>
                </a:lnTo>
                <a:lnTo>
                  <a:pt x="490717" y="119544"/>
                </a:lnTo>
                <a:lnTo>
                  <a:pt x="491300" y="119676"/>
                </a:lnTo>
                <a:lnTo>
                  <a:pt x="491886" y="119802"/>
                </a:lnTo>
                <a:lnTo>
                  <a:pt x="492475" y="119919"/>
                </a:lnTo>
                <a:lnTo>
                  <a:pt x="493067" y="120029"/>
                </a:lnTo>
                <a:lnTo>
                  <a:pt x="493663" y="120132"/>
                </a:lnTo>
                <a:lnTo>
                  <a:pt x="494262" y="120226"/>
                </a:lnTo>
                <a:lnTo>
                  <a:pt x="494864" y="120314"/>
                </a:lnTo>
                <a:lnTo>
                  <a:pt x="495469" y="120393"/>
                </a:lnTo>
                <a:lnTo>
                  <a:pt x="496078" y="120465"/>
                </a:lnTo>
                <a:lnTo>
                  <a:pt x="496689" y="120530"/>
                </a:lnTo>
                <a:lnTo>
                  <a:pt x="497304" y="120587"/>
                </a:lnTo>
                <a:lnTo>
                  <a:pt x="497922" y="120636"/>
                </a:lnTo>
                <a:lnTo>
                  <a:pt x="498544" y="120678"/>
                </a:lnTo>
                <a:lnTo>
                  <a:pt x="499168" y="120712"/>
                </a:lnTo>
                <a:lnTo>
                  <a:pt x="499796" y="120738"/>
                </a:lnTo>
                <a:lnTo>
                  <a:pt x="500427" y="120757"/>
                </a:lnTo>
                <a:lnTo>
                  <a:pt x="501061" y="120769"/>
                </a:lnTo>
                <a:lnTo>
                  <a:pt x="501699" y="120773"/>
                </a:lnTo>
                <a:lnTo>
                  <a:pt x="502363" y="120769"/>
                </a:lnTo>
                <a:lnTo>
                  <a:pt x="503023" y="120757"/>
                </a:lnTo>
                <a:lnTo>
                  <a:pt x="503678" y="120737"/>
                </a:lnTo>
                <a:lnTo>
                  <a:pt x="504329" y="120710"/>
                </a:lnTo>
                <a:lnTo>
                  <a:pt x="504977" y="120674"/>
                </a:lnTo>
                <a:lnTo>
                  <a:pt x="505619" y="120631"/>
                </a:lnTo>
                <a:lnTo>
                  <a:pt x="506258" y="120580"/>
                </a:lnTo>
                <a:lnTo>
                  <a:pt x="506893" y="120521"/>
                </a:lnTo>
                <a:lnTo>
                  <a:pt x="507523" y="120454"/>
                </a:lnTo>
                <a:lnTo>
                  <a:pt x="508149" y="120380"/>
                </a:lnTo>
                <a:lnTo>
                  <a:pt x="508771" y="120297"/>
                </a:lnTo>
                <a:lnTo>
                  <a:pt x="509389" y="120207"/>
                </a:lnTo>
                <a:lnTo>
                  <a:pt x="510002" y="120109"/>
                </a:lnTo>
                <a:lnTo>
                  <a:pt x="510611" y="120003"/>
                </a:lnTo>
                <a:lnTo>
                  <a:pt x="511216" y="119889"/>
                </a:lnTo>
                <a:lnTo>
                  <a:pt x="511817" y="119767"/>
                </a:lnTo>
                <a:lnTo>
                  <a:pt x="512414" y="119637"/>
                </a:lnTo>
                <a:lnTo>
                  <a:pt x="513006" y="119500"/>
                </a:lnTo>
                <a:lnTo>
                  <a:pt x="513595" y="119354"/>
                </a:lnTo>
                <a:lnTo>
                  <a:pt x="514179" y="119201"/>
                </a:lnTo>
                <a:lnTo>
                  <a:pt x="514758" y="119040"/>
                </a:lnTo>
                <a:lnTo>
                  <a:pt x="515334" y="118871"/>
                </a:lnTo>
                <a:lnTo>
                  <a:pt x="515905" y="118694"/>
                </a:lnTo>
                <a:lnTo>
                  <a:pt x="516473" y="118510"/>
                </a:lnTo>
                <a:lnTo>
                  <a:pt x="517035" y="118317"/>
                </a:lnTo>
                <a:lnTo>
                  <a:pt x="517591" y="118117"/>
                </a:lnTo>
                <a:lnTo>
                  <a:pt x="518141" y="117910"/>
                </a:lnTo>
                <a:lnTo>
                  <a:pt x="518685" y="117695"/>
                </a:lnTo>
                <a:lnTo>
                  <a:pt x="519223" y="117472"/>
                </a:lnTo>
                <a:lnTo>
                  <a:pt x="519755" y="117242"/>
                </a:lnTo>
                <a:lnTo>
                  <a:pt x="520281" y="117004"/>
                </a:lnTo>
                <a:lnTo>
                  <a:pt x="520801" y="116759"/>
                </a:lnTo>
                <a:lnTo>
                  <a:pt x="521315" y="116506"/>
                </a:lnTo>
                <a:lnTo>
                  <a:pt x="521822" y="116245"/>
                </a:lnTo>
                <a:lnTo>
                  <a:pt x="522324" y="115977"/>
                </a:lnTo>
                <a:lnTo>
                  <a:pt x="522820" y="115701"/>
                </a:lnTo>
                <a:lnTo>
                  <a:pt x="523310" y="115418"/>
                </a:lnTo>
                <a:lnTo>
                  <a:pt x="523794" y="115127"/>
                </a:lnTo>
                <a:lnTo>
                  <a:pt x="524271" y="114828"/>
                </a:lnTo>
                <a:lnTo>
                  <a:pt x="524743" y="114522"/>
                </a:lnTo>
                <a:lnTo>
                  <a:pt x="525209" y="114209"/>
                </a:lnTo>
                <a:lnTo>
                  <a:pt x="525668" y="113888"/>
                </a:lnTo>
                <a:lnTo>
                  <a:pt x="526122" y="113559"/>
                </a:lnTo>
                <a:lnTo>
                  <a:pt x="526570" y="113223"/>
                </a:lnTo>
                <a:lnTo>
                  <a:pt x="527011" y="112879"/>
                </a:lnTo>
                <a:lnTo>
                  <a:pt x="527447" y="112527"/>
                </a:lnTo>
                <a:lnTo>
                  <a:pt x="527876" y="112168"/>
                </a:lnTo>
                <a:lnTo>
                  <a:pt x="528300" y="111801"/>
                </a:lnTo>
                <a:lnTo>
                  <a:pt x="528716" y="111427"/>
                </a:lnTo>
                <a:lnTo>
                  <a:pt x="529125" y="111047"/>
                </a:lnTo>
                <a:lnTo>
                  <a:pt x="529526" y="110659"/>
                </a:lnTo>
                <a:lnTo>
                  <a:pt x="529919" y="110265"/>
                </a:lnTo>
                <a:lnTo>
                  <a:pt x="530304" y="109864"/>
                </a:lnTo>
                <a:lnTo>
                  <a:pt x="530681" y="109456"/>
                </a:lnTo>
                <a:lnTo>
                  <a:pt x="531051" y="109042"/>
                </a:lnTo>
                <a:lnTo>
                  <a:pt x="531412" y="108621"/>
                </a:lnTo>
                <a:lnTo>
                  <a:pt x="531766" y="108193"/>
                </a:lnTo>
                <a:lnTo>
                  <a:pt x="532112" y="107759"/>
                </a:lnTo>
                <a:lnTo>
                  <a:pt x="532450" y="107317"/>
                </a:lnTo>
                <a:lnTo>
                  <a:pt x="532780" y="106869"/>
                </a:lnTo>
                <a:lnTo>
                  <a:pt x="533103" y="106415"/>
                </a:lnTo>
                <a:lnTo>
                  <a:pt x="533417" y="105953"/>
                </a:lnTo>
                <a:lnTo>
                  <a:pt x="533724" y="105485"/>
                </a:lnTo>
                <a:lnTo>
                  <a:pt x="534023" y="105010"/>
                </a:lnTo>
                <a:lnTo>
                  <a:pt x="534313" y="104528"/>
                </a:lnTo>
                <a:lnTo>
                  <a:pt x="534597" y="104040"/>
                </a:lnTo>
                <a:lnTo>
                  <a:pt x="534872" y="103545"/>
                </a:lnTo>
                <a:lnTo>
                  <a:pt x="535139" y="103043"/>
                </a:lnTo>
                <a:lnTo>
                  <a:pt x="535399" y="102535"/>
                </a:lnTo>
                <a:lnTo>
                  <a:pt x="535651" y="102019"/>
                </a:lnTo>
                <a:lnTo>
                  <a:pt x="535894" y="101497"/>
                </a:lnTo>
                <a:lnTo>
                  <a:pt x="536130" y="100968"/>
                </a:lnTo>
                <a:lnTo>
                  <a:pt x="536358" y="100433"/>
                </a:lnTo>
                <a:lnTo>
                  <a:pt x="536575" y="99891"/>
                </a:lnTo>
                <a:lnTo>
                  <a:pt x="536783" y="99343"/>
                </a:lnTo>
                <a:lnTo>
                  <a:pt x="536982" y="98788"/>
                </a:lnTo>
                <a:lnTo>
                  <a:pt x="537170" y="98227"/>
                </a:lnTo>
                <a:lnTo>
                  <a:pt x="537349" y="97660"/>
                </a:lnTo>
                <a:lnTo>
                  <a:pt x="537518" y="97086"/>
                </a:lnTo>
                <a:lnTo>
                  <a:pt x="537678" y="96505"/>
                </a:lnTo>
                <a:lnTo>
                  <a:pt x="537828" y="95918"/>
                </a:lnTo>
                <a:lnTo>
                  <a:pt x="537968" y="95325"/>
                </a:lnTo>
                <a:lnTo>
                  <a:pt x="538098" y="94725"/>
                </a:lnTo>
                <a:lnTo>
                  <a:pt x="538219" y="94118"/>
                </a:lnTo>
                <a:lnTo>
                  <a:pt x="538331" y="93506"/>
                </a:lnTo>
                <a:lnTo>
                  <a:pt x="538432" y="92886"/>
                </a:lnTo>
                <a:lnTo>
                  <a:pt x="538524" y="92261"/>
                </a:lnTo>
                <a:lnTo>
                  <a:pt x="538606" y="91628"/>
                </a:lnTo>
                <a:lnTo>
                  <a:pt x="538679" y="90990"/>
                </a:lnTo>
                <a:lnTo>
                  <a:pt x="538742" y="90345"/>
                </a:lnTo>
                <a:lnTo>
                  <a:pt x="538795" y="89693"/>
                </a:lnTo>
                <a:lnTo>
                  <a:pt x="538838" y="89035"/>
                </a:lnTo>
                <a:lnTo>
                  <a:pt x="538872" y="88371"/>
                </a:lnTo>
                <a:lnTo>
                  <a:pt x="538896" y="87700"/>
                </a:lnTo>
                <a:lnTo>
                  <a:pt x="538911" y="87022"/>
                </a:lnTo>
                <a:lnTo>
                  <a:pt x="538916" y="86339"/>
                </a:lnTo>
                <a:lnTo>
                  <a:pt x="538913" y="85901"/>
                </a:lnTo>
                <a:lnTo>
                  <a:pt x="538904" y="85462"/>
                </a:lnTo>
                <a:lnTo>
                  <a:pt x="538889" y="85024"/>
                </a:lnTo>
                <a:lnTo>
                  <a:pt x="538867" y="84586"/>
                </a:lnTo>
                <a:lnTo>
                  <a:pt x="538840" y="84147"/>
                </a:lnTo>
                <a:lnTo>
                  <a:pt x="538807" y="83709"/>
                </a:lnTo>
                <a:lnTo>
                  <a:pt x="538768" y="83270"/>
                </a:lnTo>
                <a:lnTo>
                  <a:pt x="538723" y="82831"/>
                </a:lnTo>
                <a:lnTo>
                  <a:pt x="538672" y="82392"/>
                </a:lnTo>
                <a:lnTo>
                  <a:pt x="538614" y="81953"/>
                </a:lnTo>
                <a:lnTo>
                  <a:pt x="538551" y="81514"/>
                </a:lnTo>
                <a:lnTo>
                  <a:pt x="538482" y="81074"/>
                </a:lnTo>
                <a:lnTo>
                  <a:pt x="538406" y="80635"/>
                </a:lnTo>
                <a:lnTo>
                  <a:pt x="538325" y="80195"/>
                </a:lnTo>
                <a:lnTo>
                  <a:pt x="538238" y="79755"/>
                </a:lnTo>
                <a:lnTo>
                  <a:pt x="538144" y="79315"/>
                </a:lnTo>
                <a:lnTo>
                  <a:pt x="538045" y="78875"/>
                </a:lnTo>
                <a:lnTo>
                  <a:pt x="537939" y="78435"/>
                </a:lnTo>
                <a:lnTo>
                  <a:pt x="537828" y="77994"/>
                </a:lnTo>
                <a:lnTo>
                  <a:pt x="537710" y="77554"/>
                </a:lnTo>
                <a:lnTo>
                  <a:pt x="537587" y="77113"/>
                </a:lnTo>
                <a:lnTo>
                  <a:pt x="537457" y="76673"/>
                </a:lnTo>
                <a:lnTo>
                  <a:pt x="537322" y="76232"/>
                </a:lnTo>
                <a:lnTo>
                  <a:pt x="537180" y="75791"/>
                </a:lnTo>
                <a:lnTo>
                  <a:pt x="537031" y="75351"/>
                </a:lnTo>
                <a:lnTo>
                  <a:pt x="536873" y="74914"/>
                </a:lnTo>
                <a:lnTo>
                  <a:pt x="536707" y="74480"/>
                </a:lnTo>
                <a:lnTo>
                  <a:pt x="536532" y="74049"/>
                </a:lnTo>
                <a:lnTo>
                  <a:pt x="536348" y="73621"/>
                </a:lnTo>
                <a:lnTo>
                  <a:pt x="536156" y="73196"/>
                </a:lnTo>
                <a:lnTo>
                  <a:pt x="535955" y="72774"/>
                </a:lnTo>
                <a:lnTo>
                  <a:pt x="535745" y="72355"/>
                </a:lnTo>
                <a:lnTo>
                  <a:pt x="535526" y="71939"/>
                </a:lnTo>
                <a:lnTo>
                  <a:pt x="535299" y="71525"/>
                </a:lnTo>
                <a:lnTo>
                  <a:pt x="535063" y="71115"/>
                </a:lnTo>
                <a:lnTo>
                  <a:pt x="534819" y="70708"/>
                </a:lnTo>
                <a:lnTo>
                  <a:pt x="534565" y="70303"/>
                </a:lnTo>
                <a:lnTo>
                  <a:pt x="534303" y="69902"/>
                </a:lnTo>
                <a:lnTo>
                  <a:pt x="534033" y="69504"/>
                </a:lnTo>
                <a:lnTo>
                  <a:pt x="533753" y="69108"/>
                </a:lnTo>
                <a:lnTo>
                  <a:pt x="533465" y="68715"/>
                </a:lnTo>
                <a:lnTo>
                  <a:pt x="533169" y="68326"/>
                </a:lnTo>
                <a:lnTo>
                  <a:pt x="532863" y="67939"/>
                </a:lnTo>
                <a:lnTo>
                  <a:pt x="532549" y="67555"/>
                </a:lnTo>
                <a:lnTo>
                  <a:pt x="532226" y="67175"/>
                </a:lnTo>
                <a:lnTo>
                  <a:pt x="531895" y="66797"/>
                </a:lnTo>
                <a:lnTo>
                  <a:pt x="531555" y="66422"/>
                </a:lnTo>
                <a:lnTo>
                  <a:pt x="531206" y="66050"/>
                </a:lnTo>
                <a:lnTo>
                  <a:pt x="530847" y="65683"/>
                </a:lnTo>
                <a:lnTo>
                  <a:pt x="530478" y="65322"/>
                </a:lnTo>
                <a:lnTo>
                  <a:pt x="530098" y="64967"/>
                </a:lnTo>
                <a:lnTo>
                  <a:pt x="529707" y="64618"/>
                </a:lnTo>
                <a:lnTo>
                  <a:pt x="529305" y="64275"/>
                </a:lnTo>
                <a:lnTo>
                  <a:pt x="528893" y="63939"/>
                </a:lnTo>
                <a:lnTo>
                  <a:pt x="528469" y="63608"/>
                </a:lnTo>
                <a:lnTo>
                  <a:pt x="528035" y="63284"/>
                </a:lnTo>
                <a:lnTo>
                  <a:pt x="527590" y="62966"/>
                </a:lnTo>
                <a:lnTo>
                  <a:pt x="527134" y="62654"/>
                </a:lnTo>
                <a:lnTo>
                  <a:pt x="526668" y="62349"/>
                </a:lnTo>
                <a:lnTo>
                  <a:pt x="526191" y="62049"/>
                </a:lnTo>
                <a:lnTo>
                  <a:pt x="525702" y="61756"/>
                </a:lnTo>
                <a:lnTo>
                  <a:pt x="525204" y="61469"/>
                </a:lnTo>
                <a:lnTo>
                  <a:pt x="524694" y="61188"/>
                </a:lnTo>
                <a:lnTo>
                  <a:pt x="524173" y="60914"/>
                </a:lnTo>
                <a:lnTo>
                  <a:pt x="523642" y="60645"/>
                </a:lnTo>
                <a:lnTo>
                  <a:pt x="523100" y="60383"/>
                </a:lnTo>
                <a:lnTo>
                  <a:pt x="522547" y="60126"/>
                </a:lnTo>
                <a:lnTo>
                  <a:pt x="521984" y="59876"/>
                </a:lnTo>
                <a:lnTo>
                  <a:pt x="521409" y="59633"/>
                </a:lnTo>
                <a:lnTo>
                  <a:pt x="520824" y="59395"/>
                </a:lnTo>
                <a:lnTo>
                  <a:pt x="520228" y="59164"/>
                </a:lnTo>
                <a:lnTo>
                  <a:pt x="519621" y="58938"/>
                </a:lnTo>
                <a:lnTo>
                  <a:pt x="519002" y="58720"/>
                </a:lnTo>
                <a:lnTo>
                  <a:pt x="518832" y="58664"/>
                </a:lnTo>
                <a:lnTo>
                  <a:pt x="519198" y="58501"/>
                </a:lnTo>
                <a:lnTo>
                  <a:pt x="519739" y="58250"/>
                </a:lnTo>
                <a:lnTo>
                  <a:pt x="520271" y="57993"/>
                </a:lnTo>
                <a:lnTo>
                  <a:pt x="520794" y="57731"/>
                </a:lnTo>
                <a:close/>
                <a:moveTo>
                  <a:pt x="301823" y="40484"/>
                </a:moveTo>
                <a:lnTo>
                  <a:pt x="301447" y="40052"/>
                </a:lnTo>
                <a:lnTo>
                  <a:pt x="301064" y="39630"/>
                </a:lnTo>
                <a:lnTo>
                  <a:pt x="300675" y="39216"/>
                </a:lnTo>
                <a:lnTo>
                  <a:pt x="300280" y="38811"/>
                </a:lnTo>
                <a:lnTo>
                  <a:pt x="299878" y="38415"/>
                </a:lnTo>
                <a:lnTo>
                  <a:pt x="299470" y="38028"/>
                </a:lnTo>
                <a:lnTo>
                  <a:pt x="299055" y="37651"/>
                </a:lnTo>
                <a:lnTo>
                  <a:pt x="298634" y="37282"/>
                </a:lnTo>
                <a:lnTo>
                  <a:pt x="298206" y="36922"/>
                </a:lnTo>
                <a:lnTo>
                  <a:pt x="297772" y="36571"/>
                </a:lnTo>
                <a:lnTo>
                  <a:pt x="297332" y="36229"/>
                </a:lnTo>
                <a:lnTo>
                  <a:pt x="296885" y="35896"/>
                </a:lnTo>
                <a:lnTo>
                  <a:pt x="296432" y="35572"/>
                </a:lnTo>
                <a:lnTo>
                  <a:pt x="295972" y="35257"/>
                </a:lnTo>
                <a:lnTo>
                  <a:pt x="295505" y="34951"/>
                </a:lnTo>
                <a:lnTo>
                  <a:pt x="295033" y="34654"/>
                </a:lnTo>
                <a:lnTo>
                  <a:pt x="294553" y="34365"/>
                </a:lnTo>
                <a:lnTo>
                  <a:pt x="294068" y="34086"/>
                </a:lnTo>
                <a:lnTo>
                  <a:pt x="293576" y="33816"/>
                </a:lnTo>
                <a:lnTo>
                  <a:pt x="293077" y="33555"/>
                </a:lnTo>
                <a:lnTo>
                  <a:pt x="292572" y="33302"/>
                </a:lnTo>
                <a:lnTo>
                  <a:pt x="292061" y="33059"/>
                </a:lnTo>
                <a:lnTo>
                  <a:pt x="291542" y="32825"/>
                </a:lnTo>
                <a:lnTo>
                  <a:pt x="291017" y="32601"/>
                </a:lnTo>
                <a:lnTo>
                  <a:pt x="290485" y="32387"/>
                </a:lnTo>
                <a:lnTo>
                  <a:pt x="289945" y="32183"/>
                </a:lnTo>
                <a:lnTo>
                  <a:pt x="289398" y="31989"/>
                </a:lnTo>
                <a:lnTo>
                  <a:pt x="288844" y="31805"/>
                </a:lnTo>
                <a:lnTo>
                  <a:pt x="288283" y="31631"/>
                </a:lnTo>
                <a:lnTo>
                  <a:pt x="287715" y="31467"/>
                </a:lnTo>
                <a:lnTo>
                  <a:pt x="287139" y="31313"/>
                </a:lnTo>
                <a:lnTo>
                  <a:pt x="286557" y="31168"/>
                </a:lnTo>
                <a:lnTo>
                  <a:pt x="285967" y="31034"/>
                </a:lnTo>
                <a:lnTo>
                  <a:pt x="285370" y="30910"/>
                </a:lnTo>
                <a:lnTo>
                  <a:pt x="284766" y="30795"/>
                </a:lnTo>
                <a:lnTo>
                  <a:pt x="284155" y="30691"/>
                </a:lnTo>
                <a:lnTo>
                  <a:pt x="283537" y="30596"/>
                </a:lnTo>
                <a:lnTo>
                  <a:pt x="282911" y="30512"/>
                </a:lnTo>
                <a:lnTo>
                  <a:pt x="282279" y="30437"/>
                </a:lnTo>
                <a:lnTo>
                  <a:pt x="281639" y="30372"/>
                </a:lnTo>
                <a:lnTo>
                  <a:pt x="280992" y="30318"/>
                </a:lnTo>
                <a:lnTo>
                  <a:pt x="280338" y="30273"/>
                </a:lnTo>
                <a:lnTo>
                  <a:pt x="279677" y="30238"/>
                </a:lnTo>
                <a:lnTo>
                  <a:pt x="279008" y="30213"/>
                </a:lnTo>
                <a:lnTo>
                  <a:pt x="278333" y="30198"/>
                </a:lnTo>
                <a:lnTo>
                  <a:pt x="277650" y="30193"/>
                </a:lnTo>
                <a:lnTo>
                  <a:pt x="276987" y="30199"/>
                </a:lnTo>
                <a:lnTo>
                  <a:pt x="276330" y="30215"/>
                </a:lnTo>
                <a:lnTo>
                  <a:pt x="275678" y="30243"/>
                </a:lnTo>
                <a:lnTo>
                  <a:pt x="275031" y="30282"/>
                </a:lnTo>
                <a:lnTo>
                  <a:pt x="274390" y="30332"/>
                </a:lnTo>
                <a:lnTo>
                  <a:pt x="273755" y="30392"/>
                </a:lnTo>
                <a:lnTo>
                  <a:pt x="273126" y="30464"/>
                </a:lnTo>
                <a:lnTo>
                  <a:pt x="272502" y="30547"/>
                </a:lnTo>
                <a:lnTo>
                  <a:pt x="271883" y="30642"/>
                </a:lnTo>
                <a:lnTo>
                  <a:pt x="271270" y="30747"/>
                </a:lnTo>
                <a:lnTo>
                  <a:pt x="270663" y="30863"/>
                </a:lnTo>
                <a:lnTo>
                  <a:pt x="270062" y="30990"/>
                </a:lnTo>
                <a:lnTo>
                  <a:pt x="269466" y="31129"/>
                </a:lnTo>
                <a:lnTo>
                  <a:pt x="268875" y="31278"/>
                </a:lnTo>
                <a:lnTo>
                  <a:pt x="268291" y="31439"/>
                </a:lnTo>
                <a:lnTo>
                  <a:pt x="267712" y="31610"/>
                </a:lnTo>
                <a:lnTo>
                  <a:pt x="267138" y="31793"/>
                </a:lnTo>
                <a:lnTo>
                  <a:pt x="266570" y="31987"/>
                </a:lnTo>
                <a:lnTo>
                  <a:pt x="266008" y="32192"/>
                </a:lnTo>
                <a:lnTo>
                  <a:pt x="265451" y="32408"/>
                </a:lnTo>
                <a:lnTo>
                  <a:pt x="264900" y="32635"/>
                </a:lnTo>
                <a:lnTo>
                  <a:pt x="264355" y="32873"/>
                </a:lnTo>
                <a:lnTo>
                  <a:pt x="263815" y="33122"/>
                </a:lnTo>
                <a:lnTo>
                  <a:pt x="263280" y="33382"/>
                </a:lnTo>
                <a:lnTo>
                  <a:pt x="262752" y="33652"/>
                </a:lnTo>
                <a:lnTo>
                  <a:pt x="262231" y="33932"/>
                </a:lnTo>
                <a:lnTo>
                  <a:pt x="261716" y="34221"/>
                </a:lnTo>
                <a:lnTo>
                  <a:pt x="261207" y="34520"/>
                </a:lnTo>
                <a:lnTo>
                  <a:pt x="260705" y="34828"/>
                </a:lnTo>
                <a:lnTo>
                  <a:pt x="260210" y="35145"/>
                </a:lnTo>
                <a:lnTo>
                  <a:pt x="259721" y="35472"/>
                </a:lnTo>
                <a:lnTo>
                  <a:pt x="259239" y="35808"/>
                </a:lnTo>
                <a:lnTo>
                  <a:pt x="258764" y="36154"/>
                </a:lnTo>
                <a:lnTo>
                  <a:pt x="258295" y="36509"/>
                </a:lnTo>
                <a:lnTo>
                  <a:pt x="257833" y="36873"/>
                </a:lnTo>
                <a:lnTo>
                  <a:pt x="257377" y="37247"/>
                </a:lnTo>
                <a:lnTo>
                  <a:pt x="256928" y="37630"/>
                </a:lnTo>
                <a:lnTo>
                  <a:pt x="256485" y="38023"/>
                </a:lnTo>
                <a:lnTo>
                  <a:pt x="256049" y="38424"/>
                </a:lnTo>
                <a:lnTo>
                  <a:pt x="255620" y="38836"/>
                </a:lnTo>
                <a:lnTo>
                  <a:pt x="255197" y="39256"/>
                </a:lnTo>
                <a:lnTo>
                  <a:pt x="254781" y="39687"/>
                </a:lnTo>
                <a:lnTo>
                  <a:pt x="254371" y="40126"/>
                </a:lnTo>
                <a:lnTo>
                  <a:pt x="253968" y="40575"/>
                </a:lnTo>
                <a:lnTo>
                  <a:pt x="253572" y="41033"/>
                </a:lnTo>
                <a:lnTo>
                  <a:pt x="253182" y="41501"/>
                </a:lnTo>
                <a:lnTo>
                  <a:pt x="252799" y="41978"/>
                </a:lnTo>
                <a:lnTo>
                  <a:pt x="252422" y="42464"/>
                </a:lnTo>
                <a:lnTo>
                  <a:pt x="252052" y="42959"/>
                </a:lnTo>
                <a:lnTo>
                  <a:pt x="251690" y="43462"/>
                </a:lnTo>
                <a:lnTo>
                  <a:pt x="251335" y="43973"/>
                </a:lnTo>
                <a:lnTo>
                  <a:pt x="250987" y="44493"/>
                </a:lnTo>
                <a:lnTo>
                  <a:pt x="250646" y="45020"/>
                </a:lnTo>
                <a:lnTo>
                  <a:pt x="250313" y="45555"/>
                </a:lnTo>
                <a:lnTo>
                  <a:pt x="249987" y="46098"/>
                </a:lnTo>
                <a:lnTo>
                  <a:pt x="249668" y="46649"/>
                </a:lnTo>
                <a:lnTo>
                  <a:pt x="249357" y="47208"/>
                </a:lnTo>
                <a:lnTo>
                  <a:pt x="249053" y="47775"/>
                </a:lnTo>
                <a:lnTo>
                  <a:pt x="248756" y="48350"/>
                </a:lnTo>
                <a:lnTo>
                  <a:pt x="248466" y="48933"/>
                </a:lnTo>
                <a:lnTo>
                  <a:pt x="248184" y="49524"/>
                </a:lnTo>
                <a:lnTo>
                  <a:pt x="247909" y="50123"/>
                </a:lnTo>
                <a:lnTo>
                  <a:pt x="247641" y="50730"/>
                </a:lnTo>
                <a:lnTo>
                  <a:pt x="247381" y="51345"/>
                </a:lnTo>
                <a:lnTo>
                  <a:pt x="247128" y="51967"/>
                </a:lnTo>
                <a:lnTo>
                  <a:pt x="246882" y="52598"/>
                </a:lnTo>
                <a:lnTo>
                  <a:pt x="246643" y="53237"/>
                </a:lnTo>
                <a:lnTo>
                  <a:pt x="246412" y="53884"/>
                </a:lnTo>
                <a:lnTo>
                  <a:pt x="246188" y="54539"/>
                </a:lnTo>
                <a:lnTo>
                  <a:pt x="245972" y="55202"/>
                </a:lnTo>
                <a:lnTo>
                  <a:pt x="245762" y="55873"/>
                </a:lnTo>
                <a:lnTo>
                  <a:pt x="245560" y="56552"/>
                </a:lnTo>
                <a:lnTo>
                  <a:pt x="245366" y="57238"/>
                </a:lnTo>
                <a:lnTo>
                  <a:pt x="245180" y="57930"/>
                </a:lnTo>
                <a:lnTo>
                  <a:pt x="245002" y="58629"/>
                </a:lnTo>
                <a:lnTo>
                  <a:pt x="244832" y="59333"/>
                </a:lnTo>
                <a:lnTo>
                  <a:pt x="244671" y="60045"/>
                </a:lnTo>
                <a:lnTo>
                  <a:pt x="244518" y="60762"/>
                </a:lnTo>
                <a:lnTo>
                  <a:pt x="244373" y="61486"/>
                </a:lnTo>
                <a:lnTo>
                  <a:pt x="244237" y="62216"/>
                </a:lnTo>
                <a:lnTo>
                  <a:pt x="244109" y="62953"/>
                </a:lnTo>
                <a:lnTo>
                  <a:pt x="243989" y="63695"/>
                </a:lnTo>
                <a:lnTo>
                  <a:pt x="243877" y="64444"/>
                </a:lnTo>
                <a:lnTo>
                  <a:pt x="243774" y="65200"/>
                </a:lnTo>
                <a:lnTo>
                  <a:pt x="243679" y="65962"/>
                </a:lnTo>
                <a:lnTo>
                  <a:pt x="243592" y="66730"/>
                </a:lnTo>
                <a:lnTo>
                  <a:pt x="243513" y="67504"/>
                </a:lnTo>
                <a:lnTo>
                  <a:pt x="243443" y="68284"/>
                </a:lnTo>
                <a:lnTo>
                  <a:pt x="243381" y="69071"/>
                </a:lnTo>
                <a:lnTo>
                  <a:pt x="243327" y="69865"/>
                </a:lnTo>
                <a:lnTo>
                  <a:pt x="243282" y="70664"/>
                </a:lnTo>
                <a:lnTo>
                  <a:pt x="243245" y="71470"/>
                </a:lnTo>
                <a:lnTo>
                  <a:pt x="243216" y="72282"/>
                </a:lnTo>
                <a:lnTo>
                  <a:pt x="243195" y="73101"/>
                </a:lnTo>
                <a:lnTo>
                  <a:pt x="243183" y="73925"/>
                </a:lnTo>
                <a:lnTo>
                  <a:pt x="243178" y="74756"/>
                </a:lnTo>
                <a:lnTo>
                  <a:pt x="243178" y="76452"/>
                </a:lnTo>
                <a:lnTo>
                  <a:pt x="243183" y="77243"/>
                </a:lnTo>
                <a:lnTo>
                  <a:pt x="243195" y="78030"/>
                </a:lnTo>
                <a:lnTo>
                  <a:pt x="243216" y="78811"/>
                </a:lnTo>
                <a:lnTo>
                  <a:pt x="243245" y="79588"/>
                </a:lnTo>
                <a:lnTo>
                  <a:pt x="243282" y="80360"/>
                </a:lnTo>
                <a:lnTo>
                  <a:pt x="243327" y="81126"/>
                </a:lnTo>
                <a:lnTo>
                  <a:pt x="243381" y="81888"/>
                </a:lnTo>
                <a:lnTo>
                  <a:pt x="243443" y="82645"/>
                </a:lnTo>
                <a:lnTo>
                  <a:pt x="243513" y="83398"/>
                </a:lnTo>
                <a:lnTo>
                  <a:pt x="243592" y="84145"/>
                </a:lnTo>
                <a:lnTo>
                  <a:pt x="243679" y="84887"/>
                </a:lnTo>
                <a:lnTo>
                  <a:pt x="243774" y="85625"/>
                </a:lnTo>
                <a:lnTo>
                  <a:pt x="243877" y="86357"/>
                </a:lnTo>
                <a:lnTo>
                  <a:pt x="243989" y="87085"/>
                </a:lnTo>
                <a:lnTo>
                  <a:pt x="244109" y="87808"/>
                </a:lnTo>
                <a:lnTo>
                  <a:pt x="244237" y="88525"/>
                </a:lnTo>
                <a:lnTo>
                  <a:pt x="244373" y="89238"/>
                </a:lnTo>
                <a:lnTo>
                  <a:pt x="244518" y="89946"/>
                </a:lnTo>
                <a:lnTo>
                  <a:pt x="244671" y="90649"/>
                </a:lnTo>
                <a:lnTo>
                  <a:pt x="244832" y="91348"/>
                </a:lnTo>
                <a:lnTo>
                  <a:pt x="245002" y="92041"/>
                </a:lnTo>
                <a:lnTo>
                  <a:pt x="245180" y="92729"/>
                </a:lnTo>
                <a:lnTo>
                  <a:pt x="245366" y="93413"/>
                </a:lnTo>
                <a:lnTo>
                  <a:pt x="245560" y="94091"/>
                </a:lnTo>
                <a:lnTo>
                  <a:pt x="245762" y="94764"/>
                </a:lnTo>
                <a:lnTo>
                  <a:pt x="245972" y="95429"/>
                </a:lnTo>
                <a:lnTo>
                  <a:pt x="246189" y="96086"/>
                </a:lnTo>
                <a:lnTo>
                  <a:pt x="246413" y="96736"/>
                </a:lnTo>
                <a:lnTo>
                  <a:pt x="246645" y="97379"/>
                </a:lnTo>
                <a:lnTo>
                  <a:pt x="246885" y="98014"/>
                </a:lnTo>
                <a:lnTo>
                  <a:pt x="247131" y="98642"/>
                </a:lnTo>
                <a:lnTo>
                  <a:pt x="247385" y="99262"/>
                </a:lnTo>
                <a:lnTo>
                  <a:pt x="247647" y="99875"/>
                </a:lnTo>
                <a:lnTo>
                  <a:pt x="247916" y="100481"/>
                </a:lnTo>
                <a:lnTo>
                  <a:pt x="248193" y="101079"/>
                </a:lnTo>
                <a:lnTo>
                  <a:pt x="248476" y="101670"/>
                </a:lnTo>
                <a:lnTo>
                  <a:pt x="248768" y="102253"/>
                </a:lnTo>
                <a:lnTo>
                  <a:pt x="249066" y="102829"/>
                </a:lnTo>
                <a:lnTo>
                  <a:pt x="249373" y="103397"/>
                </a:lnTo>
                <a:lnTo>
                  <a:pt x="249686" y="103958"/>
                </a:lnTo>
                <a:lnTo>
                  <a:pt x="250007" y="104512"/>
                </a:lnTo>
                <a:lnTo>
                  <a:pt x="250336" y="105058"/>
                </a:lnTo>
                <a:lnTo>
                  <a:pt x="250672" y="105597"/>
                </a:lnTo>
                <a:lnTo>
                  <a:pt x="251015" y="106128"/>
                </a:lnTo>
                <a:lnTo>
                  <a:pt x="251366" y="106652"/>
                </a:lnTo>
                <a:lnTo>
                  <a:pt x="251724" y="107168"/>
                </a:lnTo>
                <a:lnTo>
                  <a:pt x="252089" y="107677"/>
                </a:lnTo>
                <a:lnTo>
                  <a:pt x="252462" y="108179"/>
                </a:lnTo>
                <a:lnTo>
                  <a:pt x="252842" y="108672"/>
                </a:lnTo>
                <a:lnTo>
                  <a:pt x="253229" y="109156"/>
                </a:lnTo>
                <a:lnTo>
                  <a:pt x="253621" y="109631"/>
                </a:lnTo>
                <a:lnTo>
                  <a:pt x="254020" y="110096"/>
                </a:lnTo>
                <a:lnTo>
                  <a:pt x="254425" y="110552"/>
                </a:lnTo>
                <a:lnTo>
                  <a:pt x="254836" y="110999"/>
                </a:lnTo>
                <a:lnTo>
                  <a:pt x="255254" y="111437"/>
                </a:lnTo>
                <a:lnTo>
                  <a:pt x="255678" y="111865"/>
                </a:lnTo>
                <a:lnTo>
                  <a:pt x="256109" y="112285"/>
                </a:lnTo>
                <a:lnTo>
                  <a:pt x="256545" y="112695"/>
                </a:lnTo>
                <a:lnTo>
                  <a:pt x="256988" y="113095"/>
                </a:lnTo>
                <a:lnTo>
                  <a:pt x="257437" y="113487"/>
                </a:lnTo>
                <a:lnTo>
                  <a:pt x="257893" y="113869"/>
                </a:lnTo>
                <a:lnTo>
                  <a:pt x="258355" y="114242"/>
                </a:lnTo>
                <a:lnTo>
                  <a:pt x="258823" y="114606"/>
                </a:lnTo>
                <a:lnTo>
                  <a:pt x="259298" y="114960"/>
                </a:lnTo>
                <a:lnTo>
                  <a:pt x="259778" y="115305"/>
                </a:lnTo>
                <a:lnTo>
                  <a:pt x="260266" y="115641"/>
                </a:lnTo>
                <a:lnTo>
                  <a:pt x="260759" y="115968"/>
                </a:lnTo>
                <a:lnTo>
                  <a:pt x="261259" y="116285"/>
                </a:lnTo>
                <a:lnTo>
                  <a:pt x="261765" y="116594"/>
                </a:lnTo>
                <a:lnTo>
                  <a:pt x="262277" y="116893"/>
                </a:lnTo>
                <a:lnTo>
                  <a:pt x="262796" y="117182"/>
                </a:lnTo>
                <a:lnTo>
                  <a:pt x="263321" y="117463"/>
                </a:lnTo>
                <a:lnTo>
                  <a:pt x="263851" y="117733"/>
                </a:lnTo>
                <a:lnTo>
                  <a:pt x="264387" y="117991"/>
                </a:lnTo>
                <a:lnTo>
                  <a:pt x="264928" y="118238"/>
                </a:lnTo>
                <a:lnTo>
                  <a:pt x="265475" y="118474"/>
                </a:lnTo>
                <a:lnTo>
                  <a:pt x="266026" y="118698"/>
                </a:lnTo>
                <a:lnTo>
                  <a:pt x="266583" y="118911"/>
                </a:lnTo>
                <a:lnTo>
                  <a:pt x="267145" y="119112"/>
                </a:lnTo>
                <a:lnTo>
                  <a:pt x="267712" y="119302"/>
                </a:lnTo>
                <a:lnTo>
                  <a:pt x="268284" y="119480"/>
                </a:lnTo>
                <a:lnTo>
                  <a:pt x="268861" y="119646"/>
                </a:lnTo>
                <a:lnTo>
                  <a:pt x="269444" y="119801"/>
                </a:lnTo>
                <a:lnTo>
                  <a:pt x="270031" y="119945"/>
                </a:lnTo>
                <a:lnTo>
                  <a:pt x="270624" y="120077"/>
                </a:lnTo>
                <a:lnTo>
                  <a:pt x="271222" y="120198"/>
                </a:lnTo>
                <a:lnTo>
                  <a:pt x="271826" y="120307"/>
                </a:lnTo>
                <a:lnTo>
                  <a:pt x="272434" y="120405"/>
                </a:lnTo>
                <a:lnTo>
                  <a:pt x="273048" y="120491"/>
                </a:lnTo>
                <a:lnTo>
                  <a:pt x="273667" y="120566"/>
                </a:lnTo>
                <a:lnTo>
                  <a:pt x="274291" y="120629"/>
                </a:lnTo>
                <a:lnTo>
                  <a:pt x="274920" y="120681"/>
                </a:lnTo>
                <a:lnTo>
                  <a:pt x="275555" y="120721"/>
                </a:lnTo>
                <a:lnTo>
                  <a:pt x="276194" y="120750"/>
                </a:lnTo>
                <a:lnTo>
                  <a:pt x="276839" y="120767"/>
                </a:lnTo>
                <a:lnTo>
                  <a:pt x="277489" y="120773"/>
                </a:lnTo>
                <a:lnTo>
                  <a:pt x="278178" y="120768"/>
                </a:lnTo>
                <a:lnTo>
                  <a:pt x="278860" y="120753"/>
                </a:lnTo>
                <a:lnTo>
                  <a:pt x="279535" y="120728"/>
                </a:lnTo>
                <a:lnTo>
                  <a:pt x="280202" y="120693"/>
                </a:lnTo>
                <a:lnTo>
                  <a:pt x="280862" y="120648"/>
                </a:lnTo>
                <a:lnTo>
                  <a:pt x="281515" y="120594"/>
                </a:lnTo>
                <a:lnTo>
                  <a:pt x="282161" y="120529"/>
                </a:lnTo>
                <a:lnTo>
                  <a:pt x="282799" y="120454"/>
                </a:lnTo>
                <a:lnTo>
                  <a:pt x="283430" y="120370"/>
                </a:lnTo>
                <a:lnTo>
                  <a:pt x="284054" y="120275"/>
                </a:lnTo>
                <a:lnTo>
                  <a:pt x="284670" y="120171"/>
                </a:lnTo>
                <a:lnTo>
                  <a:pt x="285279" y="120056"/>
                </a:lnTo>
                <a:lnTo>
                  <a:pt x="285881" y="119932"/>
                </a:lnTo>
                <a:lnTo>
                  <a:pt x="286476" y="119797"/>
                </a:lnTo>
                <a:lnTo>
                  <a:pt x="287063" y="119653"/>
                </a:lnTo>
                <a:lnTo>
                  <a:pt x="287643" y="119499"/>
                </a:lnTo>
                <a:lnTo>
                  <a:pt x="288216" y="119335"/>
                </a:lnTo>
                <a:lnTo>
                  <a:pt x="288781" y="119161"/>
                </a:lnTo>
                <a:lnTo>
                  <a:pt x="289339" y="118976"/>
                </a:lnTo>
                <a:lnTo>
                  <a:pt x="289890" y="118782"/>
                </a:lnTo>
                <a:lnTo>
                  <a:pt x="290434" y="118578"/>
                </a:lnTo>
                <a:lnTo>
                  <a:pt x="290970" y="118364"/>
                </a:lnTo>
                <a:lnTo>
                  <a:pt x="291499" y="118141"/>
                </a:lnTo>
                <a:lnTo>
                  <a:pt x="292020" y="117907"/>
                </a:lnTo>
                <a:lnTo>
                  <a:pt x="292535" y="117663"/>
                </a:lnTo>
                <a:lnTo>
                  <a:pt x="293043" y="117411"/>
                </a:lnTo>
                <a:lnTo>
                  <a:pt x="293545" y="117150"/>
                </a:lnTo>
                <a:lnTo>
                  <a:pt x="294040" y="116881"/>
                </a:lnTo>
                <a:lnTo>
                  <a:pt x="294528" y="116602"/>
                </a:lnTo>
                <a:lnTo>
                  <a:pt x="295010" y="116315"/>
                </a:lnTo>
                <a:lnTo>
                  <a:pt x="295485" y="116019"/>
                </a:lnTo>
                <a:lnTo>
                  <a:pt x="295954" y="115714"/>
                </a:lnTo>
                <a:lnTo>
                  <a:pt x="296416" y="115400"/>
                </a:lnTo>
                <a:lnTo>
                  <a:pt x="296871" y="115077"/>
                </a:lnTo>
                <a:lnTo>
                  <a:pt x="297320" y="114745"/>
                </a:lnTo>
                <a:lnTo>
                  <a:pt x="297762" y="114405"/>
                </a:lnTo>
                <a:lnTo>
                  <a:pt x="298198" y="114056"/>
                </a:lnTo>
                <a:lnTo>
                  <a:pt x="298627" y="113698"/>
                </a:lnTo>
                <a:lnTo>
                  <a:pt x="299050" y="113331"/>
                </a:lnTo>
                <a:lnTo>
                  <a:pt x="299465" y="112955"/>
                </a:lnTo>
                <a:lnTo>
                  <a:pt x="299875" y="112571"/>
                </a:lnTo>
                <a:lnTo>
                  <a:pt x="300278" y="112177"/>
                </a:lnTo>
                <a:lnTo>
                  <a:pt x="300674" y="111775"/>
                </a:lnTo>
                <a:lnTo>
                  <a:pt x="301063" y="111364"/>
                </a:lnTo>
                <a:lnTo>
                  <a:pt x="301446" y="110944"/>
                </a:lnTo>
                <a:lnTo>
                  <a:pt x="301823" y="110516"/>
                </a:lnTo>
                <a:lnTo>
                  <a:pt x="301950" y="110365"/>
                </a:lnTo>
                <a:lnTo>
                  <a:pt x="301950" y="118028"/>
                </a:lnTo>
                <a:lnTo>
                  <a:pt x="301945" y="118656"/>
                </a:lnTo>
                <a:lnTo>
                  <a:pt x="301930" y="119276"/>
                </a:lnTo>
                <a:lnTo>
                  <a:pt x="301905" y="119888"/>
                </a:lnTo>
                <a:lnTo>
                  <a:pt x="301871" y="120491"/>
                </a:lnTo>
                <a:lnTo>
                  <a:pt x="301826" y="121086"/>
                </a:lnTo>
                <a:lnTo>
                  <a:pt x="301771" y="121673"/>
                </a:lnTo>
                <a:lnTo>
                  <a:pt x="301706" y="122252"/>
                </a:lnTo>
                <a:lnTo>
                  <a:pt x="301632" y="122822"/>
                </a:lnTo>
                <a:lnTo>
                  <a:pt x="301547" y="123384"/>
                </a:lnTo>
                <a:lnTo>
                  <a:pt x="301453" y="123938"/>
                </a:lnTo>
                <a:lnTo>
                  <a:pt x="301348" y="124484"/>
                </a:lnTo>
                <a:lnTo>
                  <a:pt x="301234" y="125021"/>
                </a:lnTo>
                <a:lnTo>
                  <a:pt x="301109" y="125550"/>
                </a:lnTo>
                <a:lnTo>
                  <a:pt x="300975" y="126071"/>
                </a:lnTo>
                <a:lnTo>
                  <a:pt x="300831" y="126583"/>
                </a:lnTo>
                <a:lnTo>
                  <a:pt x="300676" y="127088"/>
                </a:lnTo>
                <a:lnTo>
                  <a:pt x="300512" y="127583"/>
                </a:lnTo>
                <a:lnTo>
                  <a:pt x="300338" y="128071"/>
                </a:lnTo>
                <a:lnTo>
                  <a:pt x="300154" y="128551"/>
                </a:lnTo>
                <a:lnTo>
                  <a:pt x="299960" y="129022"/>
                </a:lnTo>
                <a:lnTo>
                  <a:pt x="299756" y="129485"/>
                </a:lnTo>
                <a:lnTo>
                  <a:pt x="299542" y="129939"/>
                </a:lnTo>
                <a:lnTo>
                  <a:pt x="299318" y="130385"/>
                </a:lnTo>
                <a:lnTo>
                  <a:pt x="299084" y="130824"/>
                </a:lnTo>
                <a:lnTo>
                  <a:pt x="298841" y="131253"/>
                </a:lnTo>
                <a:lnTo>
                  <a:pt x="298591" y="131674"/>
                </a:lnTo>
                <a:lnTo>
                  <a:pt x="298332" y="132086"/>
                </a:lnTo>
                <a:lnTo>
                  <a:pt x="298065" y="132489"/>
                </a:lnTo>
                <a:lnTo>
                  <a:pt x="297790" y="132883"/>
                </a:lnTo>
                <a:lnTo>
                  <a:pt x="297508" y="133268"/>
                </a:lnTo>
                <a:lnTo>
                  <a:pt x="297217" y="133645"/>
                </a:lnTo>
                <a:lnTo>
                  <a:pt x="296918" y="134012"/>
                </a:lnTo>
                <a:lnTo>
                  <a:pt x="296611" y="134371"/>
                </a:lnTo>
                <a:lnTo>
                  <a:pt x="296297" y="134721"/>
                </a:lnTo>
                <a:lnTo>
                  <a:pt x="295974" y="135063"/>
                </a:lnTo>
                <a:lnTo>
                  <a:pt x="295643" y="135395"/>
                </a:lnTo>
                <a:lnTo>
                  <a:pt x="295304" y="135718"/>
                </a:lnTo>
                <a:lnTo>
                  <a:pt x="294958" y="136033"/>
                </a:lnTo>
                <a:lnTo>
                  <a:pt x="294603" y="136339"/>
                </a:lnTo>
                <a:lnTo>
                  <a:pt x="294240" y="136636"/>
                </a:lnTo>
                <a:lnTo>
                  <a:pt x="293870" y="136924"/>
                </a:lnTo>
                <a:lnTo>
                  <a:pt x="293491" y="137204"/>
                </a:lnTo>
                <a:lnTo>
                  <a:pt x="293105" y="137474"/>
                </a:lnTo>
                <a:lnTo>
                  <a:pt x="292710" y="137736"/>
                </a:lnTo>
                <a:lnTo>
                  <a:pt x="292307" y="137989"/>
                </a:lnTo>
                <a:lnTo>
                  <a:pt x="291897" y="138233"/>
                </a:lnTo>
                <a:lnTo>
                  <a:pt x="291478" y="138468"/>
                </a:lnTo>
                <a:lnTo>
                  <a:pt x="291052" y="138695"/>
                </a:lnTo>
                <a:lnTo>
                  <a:pt x="290618" y="138912"/>
                </a:lnTo>
                <a:lnTo>
                  <a:pt x="290177" y="139120"/>
                </a:lnTo>
                <a:lnTo>
                  <a:pt x="289730" y="139319"/>
                </a:lnTo>
                <a:lnTo>
                  <a:pt x="289276" y="139509"/>
                </a:lnTo>
                <a:lnTo>
                  <a:pt x="288815" y="139689"/>
                </a:lnTo>
                <a:lnTo>
                  <a:pt x="288347" y="139860"/>
                </a:lnTo>
                <a:lnTo>
                  <a:pt x="287873" y="140022"/>
                </a:lnTo>
                <a:lnTo>
                  <a:pt x="287392" y="140175"/>
                </a:lnTo>
                <a:lnTo>
                  <a:pt x="286904" y="140318"/>
                </a:lnTo>
                <a:lnTo>
                  <a:pt x="286410" y="140452"/>
                </a:lnTo>
                <a:lnTo>
                  <a:pt x="285908" y="140577"/>
                </a:lnTo>
                <a:lnTo>
                  <a:pt x="285400" y="140693"/>
                </a:lnTo>
                <a:lnTo>
                  <a:pt x="284886" y="140799"/>
                </a:lnTo>
                <a:lnTo>
                  <a:pt x="284364" y="140896"/>
                </a:lnTo>
                <a:lnTo>
                  <a:pt x="283836" y="140984"/>
                </a:lnTo>
                <a:lnTo>
                  <a:pt x="283301" y="141063"/>
                </a:lnTo>
                <a:lnTo>
                  <a:pt x="282760" y="141132"/>
                </a:lnTo>
                <a:lnTo>
                  <a:pt x="282212" y="141192"/>
                </a:lnTo>
                <a:lnTo>
                  <a:pt x="281657" y="141243"/>
                </a:lnTo>
                <a:lnTo>
                  <a:pt x="281095" y="141285"/>
                </a:lnTo>
                <a:lnTo>
                  <a:pt x="280526" y="141317"/>
                </a:lnTo>
                <a:lnTo>
                  <a:pt x="279951" y="141340"/>
                </a:lnTo>
                <a:lnTo>
                  <a:pt x="279369" y="141354"/>
                </a:lnTo>
                <a:lnTo>
                  <a:pt x="278781" y="141359"/>
                </a:lnTo>
                <a:lnTo>
                  <a:pt x="278289" y="141354"/>
                </a:lnTo>
                <a:lnTo>
                  <a:pt x="277798" y="141341"/>
                </a:lnTo>
                <a:lnTo>
                  <a:pt x="277305" y="141319"/>
                </a:lnTo>
                <a:lnTo>
                  <a:pt x="276813" y="141287"/>
                </a:lnTo>
                <a:lnTo>
                  <a:pt x="276320" y="141247"/>
                </a:lnTo>
                <a:lnTo>
                  <a:pt x="275826" y="141197"/>
                </a:lnTo>
                <a:lnTo>
                  <a:pt x="275333" y="141139"/>
                </a:lnTo>
                <a:lnTo>
                  <a:pt x="274838" y="141072"/>
                </a:lnTo>
                <a:lnTo>
                  <a:pt x="274344" y="140996"/>
                </a:lnTo>
                <a:lnTo>
                  <a:pt x="273848" y="140910"/>
                </a:lnTo>
                <a:lnTo>
                  <a:pt x="273353" y="140816"/>
                </a:lnTo>
                <a:lnTo>
                  <a:pt x="272857" y="140713"/>
                </a:lnTo>
                <a:lnTo>
                  <a:pt x="272361" y="140601"/>
                </a:lnTo>
                <a:lnTo>
                  <a:pt x="271864" y="140480"/>
                </a:lnTo>
                <a:lnTo>
                  <a:pt x="271367" y="140350"/>
                </a:lnTo>
                <a:lnTo>
                  <a:pt x="270869" y="140211"/>
                </a:lnTo>
                <a:lnTo>
                  <a:pt x="270371" y="140063"/>
                </a:lnTo>
                <a:lnTo>
                  <a:pt x="269872" y="139906"/>
                </a:lnTo>
                <a:lnTo>
                  <a:pt x="269374" y="139740"/>
                </a:lnTo>
                <a:lnTo>
                  <a:pt x="268874" y="139565"/>
                </a:lnTo>
                <a:lnTo>
                  <a:pt x="268375" y="139381"/>
                </a:lnTo>
                <a:lnTo>
                  <a:pt x="267874" y="139188"/>
                </a:lnTo>
                <a:lnTo>
                  <a:pt x="267374" y="138986"/>
                </a:lnTo>
                <a:lnTo>
                  <a:pt x="266873" y="138775"/>
                </a:lnTo>
                <a:lnTo>
                  <a:pt x="266373" y="138553"/>
                </a:lnTo>
                <a:lnTo>
                  <a:pt x="265874" y="138317"/>
                </a:lnTo>
                <a:lnTo>
                  <a:pt x="265377" y="138067"/>
                </a:lnTo>
                <a:lnTo>
                  <a:pt x="264883" y="137802"/>
                </a:lnTo>
                <a:lnTo>
                  <a:pt x="264390" y="137524"/>
                </a:lnTo>
                <a:lnTo>
                  <a:pt x="263898" y="137232"/>
                </a:lnTo>
                <a:lnTo>
                  <a:pt x="263409" y="136925"/>
                </a:lnTo>
                <a:lnTo>
                  <a:pt x="262922" y="136605"/>
                </a:lnTo>
                <a:lnTo>
                  <a:pt x="262436" y="136270"/>
                </a:lnTo>
                <a:lnTo>
                  <a:pt x="261952" y="135922"/>
                </a:lnTo>
                <a:lnTo>
                  <a:pt x="261470" y="135559"/>
                </a:lnTo>
                <a:lnTo>
                  <a:pt x="260990" y="135183"/>
                </a:lnTo>
                <a:lnTo>
                  <a:pt x="260511" y="134793"/>
                </a:lnTo>
                <a:lnTo>
                  <a:pt x="260035" y="134388"/>
                </a:lnTo>
                <a:lnTo>
                  <a:pt x="259560" y="133970"/>
                </a:lnTo>
                <a:lnTo>
                  <a:pt x="259087" y="133537"/>
                </a:lnTo>
                <a:lnTo>
                  <a:pt x="258616" y="133090"/>
                </a:lnTo>
                <a:lnTo>
                  <a:pt x="258146" y="132630"/>
                </a:lnTo>
                <a:lnTo>
                  <a:pt x="257679" y="132155"/>
                </a:lnTo>
                <a:lnTo>
                  <a:pt x="257213" y="131667"/>
                </a:lnTo>
                <a:lnTo>
                  <a:pt x="256749" y="131164"/>
                </a:lnTo>
                <a:lnTo>
                  <a:pt x="256287" y="130648"/>
                </a:lnTo>
                <a:lnTo>
                  <a:pt x="255827" y="130117"/>
                </a:lnTo>
                <a:lnTo>
                  <a:pt x="255369" y="129572"/>
                </a:lnTo>
                <a:lnTo>
                  <a:pt x="247538" y="138453"/>
                </a:lnTo>
                <a:lnTo>
                  <a:pt x="247871" y="138920"/>
                </a:lnTo>
                <a:lnTo>
                  <a:pt x="248210" y="139378"/>
                </a:lnTo>
                <a:lnTo>
                  <a:pt x="248557" y="139829"/>
                </a:lnTo>
                <a:lnTo>
                  <a:pt x="248909" y="140272"/>
                </a:lnTo>
                <a:lnTo>
                  <a:pt x="249269" y="140707"/>
                </a:lnTo>
                <a:lnTo>
                  <a:pt x="249634" y="141134"/>
                </a:lnTo>
                <a:lnTo>
                  <a:pt x="250007" y="141553"/>
                </a:lnTo>
                <a:lnTo>
                  <a:pt x="250386" y="141964"/>
                </a:lnTo>
                <a:lnTo>
                  <a:pt x="250772" y="142367"/>
                </a:lnTo>
                <a:lnTo>
                  <a:pt x="251164" y="142762"/>
                </a:lnTo>
                <a:lnTo>
                  <a:pt x="251563" y="143149"/>
                </a:lnTo>
                <a:lnTo>
                  <a:pt x="251968" y="143528"/>
                </a:lnTo>
                <a:lnTo>
                  <a:pt x="252380" y="143900"/>
                </a:lnTo>
                <a:lnTo>
                  <a:pt x="252799" y="144263"/>
                </a:lnTo>
                <a:lnTo>
                  <a:pt x="253224" y="144618"/>
                </a:lnTo>
                <a:lnTo>
                  <a:pt x="253655" y="144965"/>
                </a:lnTo>
                <a:lnTo>
                  <a:pt x="254094" y="145304"/>
                </a:lnTo>
                <a:lnTo>
                  <a:pt x="254539" y="145635"/>
                </a:lnTo>
                <a:lnTo>
                  <a:pt x="254990" y="145958"/>
                </a:lnTo>
                <a:lnTo>
                  <a:pt x="255448" y="146273"/>
                </a:lnTo>
                <a:lnTo>
                  <a:pt x="255913" y="146580"/>
                </a:lnTo>
                <a:lnTo>
                  <a:pt x="256384" y="146880"/>
                </a:lnTo>
                <a:lnTo>
                  <a:pt x="256862" y="147171"/>
                </a:lnTo>
                <a:lnTo>
                  <a:pt x="257347" y="147454"/>
                </a:lnTo>
                <a:lnTo>
                  <a:pt x="257835" y="147730"/>
                </a:lnTo>
                <a:lnTo>
                  <a:pt x="258324" y="147999"/>
                </a:lnTo>
                <a:lnTo>
                  <a:pt x="258814" y="148261"/>
                </a:lnTo>
                <a:lnTo>
                  <a:pt x="259304" y="148517"/>
                </a:lnTo>
                <a:lnTo>
                  <a:pt x="259796" y="148766"/>
                </a:lnTo>
                <a:lnTo>
                  <a:pt x="260288" y="149008"/>
                </a:lnTo>
                <a:lnTo>
                  <a:pt x="260781" y="149244"/>
                </a:lnTo>
                <a:lnTo>
                  <a:pt x="261276" y="149472"/>
                </a:lnTo>
                <a:lnTo>
                  <a:pt x="261770" y="149694"/>
                </a:lnTo>
                <a:lnTo>
                  <a:pt x="262266" y="149910"/>
                </a:lnTo>
                <a:lnTo>
                  <a:pt x="262763" y="150118"/>
                </a:lnTo>
                <a:lnTo>
                  <a:pt x="263260" y="150320"/>
                </a:lnTo>
                <a:lnTo>
                  <a:pt x="263758" y="150515"/>
                </a:lnTo>
                <a:lnTo>
                  <a:pt x="264258" y="150703"/>
                </a:lnTo>
                <a:lnTo>
                  <a:pt x="264757" y="150885"/>
                </a:lnTo>
                <a:lnTo>
                  <a:pt x="265258" y="151060"/>
                </a:lnTo>
                <a:lnTo>
                  <a:pt x="265760" y="151228"/>
                </a:lnTo>
                <a:lnTo>
                  <a:pt x="266262" y="151390"/>
                </a:lnTo>
                <a:lnTo>
                  <a:pt x="266766" y="151544"/>
                </a:lnTo>
                <a:lnTo>
                  <a:pt x="267270" y="151692"/>
                </a:lnTo>
                <a:lnTo>
                  <a:pt x="267775" y="151834"/>
                </a:lnTo>
                <a:lnTo>
                  <a:pt x="268281" y="151968"/>
                </a:lnTo>
                <a:lnTo>
                  <a:pt x="268787" y="152096"/>
                </a:lnTo>
                <a:lnTo>
                  <a:pt x="269295" y="152217"/>
                </a:lnTo>
                <a:lnTo>
                  <a:pt x="269800" y="152332"/>
                </a:lnTo>
                <a:lnTo>
                  <a:pt x="270300" y="152443"/>
                </a:lnTo>
                <a:lnTo>
                  <a:pt x="270794" y="152548"/>
                </a:lnTo>
                <a:lnTo>
                  <a:pt x="271283" y="152649"/>
                </a:lnTo>
                <a:lnTo>
                  <a:pt x="271766" y="152744"/>
                </a:lnTo>
                <a:lnTo>
                  <a:pt x="272244" y="152835"/>
                </a:lnTo>
                <a:lnTo>
                  <a:pt x="272716" y="152921"/>
                </a:lnTo>
                <a:lnTo>
                  <a:pt x="273183" y="153002"/>
                </a:lnTo>
                <a:lnTo>
                  <a:pt x="273645" y="153078"/>
                </a:lnTo>
                <a:lnTo>
                  <a:pt x="274101" y="153149"/>
                </a:lnTo>
                <a:lnTo>
                  <a:pt x="274551" y="153215"/>
                </a:lnTo>
                <a:lnTo>
                  <a:pt x="274996" y="153277"/>
                </a:lnTo>
                <a:lnTo>
                  <a:pt x="275436" y="153333"/>
                </a:lnTo>
                <a:lnTo>
                  <a:pt x="275870" y="153385"/>
                </a:lnTo>
                <a:lnTo>
                  <a:pt x="276299" y="153431"/>
                </a:lnTo>
                <a:lnTo>
                  <a:pt x="276722" y="153473"/>
                </a:lnTo>
                <a:lnTo>
                  <a:pt x="277140" y="153510"/>
                </a:lnTo>
                <a:lnTo>
                  <a:pt x="277552" y="153542"/>
                </a:lnTo>
                <a:lnTo>
                  <a:pt x="277959" y="153569"/>
                </a:lnTo>
                <a:lnTo>
                  <a:pt x="278360" y="153591"/>
                </a:lnTo>
                <a:lnTo>
                  <a:pt x="278756" y="153608"/>
                </a:lnTo>
                <a:lnTo>
                  <a:pt x="279146" y="153620"/>
                </a:lnTo>
                <a:lnTo>
                  <a:pt x="279531" y="153627"/>
                </a:lnTo>
                <a:lnTo>
                  <a:pt x="279911" y="153630"/>
                </a:lnTo>
                <a:lnTo>
                  <a:pt x="280815" y="153623"/>
                </a:lnTo>
                <a:lnTo>
                  <a:pt x="281710" y="153600"/>
                </a:lnTo>
                <a:lnTo>
                  <a:pt x="282596" y="153564"/>
                </a:lnTo>
                <a:lnTo>
                  <a:pt x="283473" y="153512"/>
                </a:lnTo>
                <a:lnTo>
                  <a:pt x="284342" y="153446"/>
                </a:lnTo>
                <a:lnTo>
                  <a:pt x="285201" y="153365"/>
                </a:lnTo>
                <a:lnTo>
                  <a:pt x="286052" y="153269"/>
                </a:lnTo>
                <a:lnTo>
                  <a:pt x="286894" y="153159"/>
                </a:lnTo>
                <a:lnTo>
                  <a:pt x="287727" y="153034"/>
                </a:lnTo>
                <a:lnTo>
                  <a:pt x="288551" y="152894"/>
                </a:lnTo>
                <a:lnTo>
                  <a:pt x="289367" y="152740"/>
                </a:lnTo>
                <a:lnTo>
                  <a:pt x="290174" y="152570"/>
                </a:lnTo>
                <a:lnTo>
                  <a:pt x="290971" y="152386"/>
                </a:lnTo>
                <a:lnTo>
                  <a:pt x="291761" y="152188"/>
                </a:lnTo>
                <a:lnTo>
                  <a:pt x="292541" y="151974"/>
                </a:lnTo>
                <a:lnTo>
                  <a:pt x="293312" y="151746"/>
                </a:lnTo>
                <a:lnTo>
                  <a:pt x="294075" y="151503"/>
                </a:lnTo>
                <a:lnTo>
                  <a:pt x="294828" y="151246"/>
                </a:lnTo>
                <a:lnTo>
                  <a:pt x="295573" y="150974"/>
                </a:lnTo>
                <a:lnTo>
                  <a:pt x="296309" y="150687"/>
                </a:lnTo>
                <a:lnTo>
                  <a:pt x="297036" y="150385"/>
                </a:lnTo>
                <a:lnTo>
                  <a:pt x="297755" y="150068"/>
                </a:lnTo>
                <a:lnTo>
                  <a:pt x="298464" y="149737"/>
                </a:lnTo>
                <a:lnTo>
                  <a:pt x="299165" y="149392"/>
                </a:lnTo>
                <a:lnTo>
                  <a:pt x="299855" y="149032"/>
                </a:lnTo>
                <a:lnTo>
                  <a:pt x="300532" y="148658"/>
                </a:lnTo>
                <a:lnTo>
                  <a:pt x="301197" y="148271"/>
                </a:lnTo>
                <a:lnTo>
                  <a:pt x="301848" y="147870"/>
                </a:lnTo>
                <a:lnTo>
                  <a:pt x="302487" y="147456"/>
                </a:lnTo>
                <a:lnTo>
                  <a:pt x="303113" y="147028"/>
                </a:lnTo>
                <a:lnTo>
                  <a:pt x="303727" y="146586"/>
                </a:lnTo>
                <a:lnTo>
                  <a:pt x="304327" y="146131"/>
                </a:lnTo>
                <a:lnTo>
                  <a:pt x="304915" y="145662"/>
                </a:lnTo>
                <a:lnTo>
                  <a:pt x="305490" y="145180"/>
                </a:lnTo>
                <a:lnTo>
                  <a:pt x="306053" y="144684"/>
                </a:lnTo>
                <a:lnTo>
                  <a:pt x="306602" y="144174"/>
                </a:lnTo>
                <a:lnTo>
                  <a:pt x="307139" y="143651"/>
                </a:lnTo>
                <a:lnTo>
                  <a:pt x="307663" y="143114"/>
                </a:lnTo>
                <a:lnTo>
                  <a:pt x="308175" y="142564"/>
                </a:lnTo>
                <a:lnTo>
                  <a:pt x="308673" y="142000"/>
                </a:lnTo>
                <a:lnTo>
                  <a:pt x="309159" y="141423"/>
                </a:lnTo>
                <a:lnTo>
                  <a:pt x="309632" y="140832"/>
                </a:lnTo>
                <a:lnTo>
                  <a:pt x="310093" y="140227"/>
                </a:lnTo>
                <a:lnTo>
                  <a:pt x="310540" y="139609"/>
                </a:lnTo>
                <a:lnTo>
                  <a:pt x="310975" y="138977"/>
                </a:lnTo>
                <a:lnTo>
                  <a:pt x="311397" y="138331"/>
                </a:lnTo>
                <a:lnTo>
                  <a:pt x="311806" y="137672"/>
                </a:lnTo>
                <a:lnTo>
                  <a:pt x="312203" y="136999"/>
                </a:lnTo>
                <a:lnTo>
                  <a:pt x="312585" y="136314"/>
                </a:lnTo>
                <a:lnTo>
                  <a:pt x="312951" y="135617"/>
                </a:lnTo>
                <a:lnTo>
                  <a:pt x="313300" y="134908"/>
                </a:lnTo>
                <a:lnTo>
                  <a:pt x="313634" y="134187"/>
                </a:lnTo>
                <a:lnTo>
                  <a:pt x="313951" y="133455"/>
                </a:lnTo>
                <a:lnTo>
                  <a:pt x="314251" y="132711"/>
                </a:lnTo>
                <a:lnTo>
                  <a:pt x="314536" y="131955"/>
                </a:lnTo>
                <a:lnTo>
                  <a:pt x="314804" y="131187"/>
                </a:lnTo>
                <a:lnTo>
                  <a:pt x="315056" y="130407"/>
                </a:lnTo>
                <a:lnTo>
                  <a:pt x="315292" y="129616"/>
                </a:lnTo>
                <a:lnTo>
                  <a:pt x="315511" y="128813"/>
                </a:lnTo>
                <a:lnTo>
                  <a:pt x="315715" y="127998"/>
                </a:lnTo>
                <a:lnTo>
                  <a:pt x="315902" y="127171"/>
                </a:lnTo>
                <a:lnTo>
                  <a:pt x="316072" y="126333"/>
                </a:lnTo>
                <a:lnTo>
                  <a:pt x="316227" y="125483"/>
                </a:lnTo>
                <a:lnTo>
                  <a:pt x="316365" y="124621"/>
                </a:lnTo>
                <a:lnTo>
                  <a:pt x="316487" y="123747"/>
                </a:lnTo>
                <a:lnTo>
                  <a:pt x="316593" y="122862"/>
                </a:lnTo>
                <a:lnTo>
                  <a:pt x="316682" y="121964"/>
                </a:lnTo>
                <a:lnTo>
                  <a:pt x="316755" y="121055"/>
                </a:lnTo>
                <a:lnTo>
                  <a:pt x="316812" y="120134"/>
                </a:lnTo>
                <a:lnTo>
                  <a:pt x="316853" y="119202"/>
                </a:lnTo>
                <a:lnTo>
                  <a:pt x="316877" y="118257"/>
                </a:lnTo>
                <a:lnTo>
                  <a:pt x="316885" y="117301"/>
                </a:lnTo>
                <a:lnTo>
                  <a:pt x="316885" y="31808"/>
                </a:lnTo>
                <a:lnTo>
                  <a:pt x="303323" y="31808"/>
                </a:lnTo>
                <a:lnTo>
                  <a:pt x="302632" y="41473"/>
                </a:lnTo>
                <a:lnTo>
                  <a:pt x="302556" y="41374"/>
                </a:lnTo>
                <a:lnTo>
                  <a:pt x="302193" y="40925"/>
                </a:lnTo>
                <a:lnTo>
                  <a:pt x="301823" y="40484"/>
                </a:lnTo>
                <a:close/>
                <a:moveTo>
                  <a:pt x="301799" y="95329"/>
                </a:moveTo>
                <a:lnTo>
                  <a:pt x="301571" y="95767"/>
                </a:lnTo>
                <a:lnTo>
                  <a:pt x="301339" y="96202"/>
                </a:lnTo>
                <a:lnTo>
                  <a:pt x="301103" y="96634"/>
                </a:lnTo>
                <a:lnTo>
                  <a:pt x="300860" y="97061"/>
                </a:lnTo>
                <a:lnTo>
                  <a:pt x="300611" y="97481"/>
                </a:lnTo>
                <a:lnTo>
                  <a:pt x="300355" y="97894"/>
                </a:lnTo>
                <a:lnTo>
                  <a:pt x="300092" y="98300"/>
                </a:lnTo>
                <a:lnTo>
                  <a:pt x="299823" y="98699"/>
                </a:lnTo>
                <a:lnTo>
                  <a:pt x="299546" y="99091"/>
                </a:lnTo>
                <a:lnTo>
                  <a:pt x="299262" y="99476"/>
                </a:lnTo>
                <a:lnTo>
                  <a:pt x="298972" y="99854"/>
                </a:lnTo>
                <a:lnTo>
                  <a:pt x="298675" y="100225"/>
                </a:lnTo>
                <a:lnTo>
                  <a:pt x="298371" y="100589"/>
                </a:lnTo>
                <a:lnTo>
                  <a:pt x="298060" y="100946"/>
                </a:lnTo>
                <a:lnTo>
                  <a:pt x="297742" y="101296"/>
                </a:lnTo>
                <a:lnTo>
                  <a:pt x="297417" y="101639"/>
                </a:lnTo>
                <a:lnTo>
                  <a:pt x="297086" y="101975"/>
                </a:lnTo>
                <a:lnTo>
                  <a:pt x="296748" y="102304"/>
                </a:lnTo>
                <a:lnTo>
                  <a:pt x="296402" y="102626"/>
                </a:lnTo>
                <a:lnTo>
                  <a:pt x="296050" y="102941"/>
                </a:lnTo>
                <a:lnTo>
                  <a:pt x="295691" y="103249"/>
                </a:lnTo>
                <a:lnTo>
                  <a:pt x="295325" y="103550"/>
                </a:lnTo>
                <a:lnTo>
                  <a:pt x="294952" y="103844"/>
                </a:lnTo>
                <a:lnTo>
                  <a:pt x="294573" y="104131"/>
                </a:lnTo>
                <a:lnTo>
                  <a:pt x="294186" y="104411"/>
                </a:lnTo>
                <a:lnTo>
                  <a:pt x="293793" y="104684"/>
                </a:lnTo>
                <a:lnTo>
                  <a:pt x="293393" y="104949"/>
                </a:lnTo>
                <a:lnTo>
                  <a:pt x="292985" y="105206"/>
                </a:lnTo>
                <a:lnTo>
                  <a:pt x="292568" y="105452"/>
                </a:lnTo>
                <a:lnTo>
                  <a:pt x="292141" y="105687"/>
                </a:lnTo>
                <a:lnTo>
                  <a:pt x="291706" y="105912"/>
                </a:lnTo>
                <a:lnTo>
                  <a:pt x="291262" y="106125"/>
                </a:lnTo>
                <a:lnTo>
                  <a:pt x="290809" y="106327"/>
                </a:lnTo>
                <a:lnTo>
                  <a:pt x="290347" y="106518"/>
                </a:lnTo>
                <a:lnTo>
                  <a:pt x="289877" y="106699"/>
                </a:lnTo>
                <a:lnTo>
                  <a:pt x="289397" y="106868"/>
                </a:lnTo>
                <a:lnTo>
                  <a:pt x="288908" y="107027"/>
                </a:lnTo>
                <a:lnTo>
                  <a:pt x="288410" y="107174"/>
                </a:lnTo>
                <a:lnTo>
                  <a:pt x="287903" y="107311"/>
                </a:lnTo>
                <a:lnTo>
                  <a:pt x="287387" y="107437"/>
                </a:lnTo>
                <a:lnTo>
                  <a:pt x="286863" y="107551"/>
                </a:lnTo>
                <a:lnTo>
                  <a:pt x="286329" y="107655"/>
                </a:lnTo>
                <a:lnTo>
                  <a:pt x="285786" y="107748"/>
                </a:lnTo>
                <a:lnTo>
                  <a:pt x="285235" y="107830"/>
                </a:lnTo>
                <a:lnTo>
                  <a:pt x="284674" y="107901"/>
                </a:lnTo>
                <a:lnTo>
                  <a:pt x="284104" y="107961"/>
                </a:lnTo>
                <a:lnTo>
                  <a:pt x="283526" y="108011"/>
                </a:lnTo>
                <a:lnTo>
                  <a:pt x="282938" y="108049"/>
                </a:lnTo>
                <a:lnTo>
                  <a:pt x="282342" y="108076"/>
                </a:lnTo>
                <a:lnTo>
                  <a:pt x="281736" y="108092"/>
                </a:lnTo>
                <a:lnTo>
                  <a:pt x="281122" y="108098"/>
                </a:lnTo>
                <a:lnTo>
                  <a:pt x="280620" y="108094"/>
                </a:lnTo>
                <a:lnTo>
                  <a:pt x="280124" y="108081"/>
                </a:lnTo>
                <a:lnTo>
                  <a:pt x="279635" y="108059"/>
                </a:lnTo>
                <a:lnTo>
                  <a:pt x="279151" y="108030"/>
                </a:lnTo>
                <a:lnTo>
                  <a:pt x="278673" y="107991"/>
                </a:lnTo>
                <a:lnTo>
                  <a:pt x="278200" y="107944"/>
                </a:lnTo>
                <a:lnTo>
                  <a:pt x="277734" y="107888"/>
                </a:lnTo>
                <a:lnTo>
                  <a:pt x="277274" y="107824"/>
                </a:lnTo>
                <a:lnTo>
                  <a:pt x="276819" y="107752"/>
                </a:lnTo>
                <a:lnTo>
                  <a:pt x="276370" y="107670"/>
                </a:lnTo>
                <a:lnTo>
                  <a:pt x="275928" y="107581"/>
                </a:lnTo>
                <a:lnTo>
                  <a:pt x="275491" y="107482"/>
                </a:lnTo>
                <a:lnTo>
                  <a:pt x="275060" y="107376"/>
                </a:lnTo>
                <a:lnTo>
                  <a:pt x="274635" y="107260"/>
                </a:lnTo>
                <a:lnTo>
                  <a:pt x="274216" y="107136"/>
                </a:lnTo>
                <a:lnTo>
                  <a:pt x="273802" y="107004"/>
                </a:lnTo>
                <a:lnTo>
                  <a:pt x="273395" y="106863"/>
                </a:lnTo>
                <a:lnTo>
                  <a:pt x="272993" y="106713"/>
                </a:lnTo>
                <a:lnTo>
                  <a:pt x="272598" y="106555"/>
                </a:lnTo>
                <a:lnTo>
                  <a:pt x="272208" y="106388"/>
                </a:lnTo>
                <a:lnTo>
                  <a:pt x="271824" y="106213"/>
                </a:lnTo>
                <a:lnTo>
                  <a:pt x="271446" y="106029"/>
                </a:lnTo>
                <a:lnTo>
                  <a:pt x="271074" y="105837"/>
                </a:lnTo>
                <a:lnTo>
                  <a:pt x="270708" y="105636"/>
                </a:lnTo>
                <a:lnTo>
                  <a:pt x="270347" y="105427"/>
                </a:lnTo>
                <a:lnTo>
                  <a:pt x="269992" y="105212"/>
                </a:lnTo>
                <a:lnTo>
                  <a:pt x="269642" y="104990"/>
                </a:lnTo>
                <a:lnTo>
                  <a:pt x="269298" y="104762"/>
                </a:lnTo>
                <a:lnTo>
                  <a:pt x="268959" y="104527"/>
                </a:lnTo>
                <a:lnTo>
                  <a:pt x="268626" y="104286"/>
                </a:lnTo>
                <a:lnTo>
                  <a:pt x="268298" y="104038"/>
                </a:lnTo>
                <a:lnTo>
                  <a:pt x="267976" y="103783"/>
                </a:lnTo>
                <a:lnTo>
                  <a:pt x="267659" y="103522"/>
                </a:lnTo>
                <a:lnTo>
                  <a:pt x="267348" y="103254"/>
                </a:lnTo>
                <a:lnTo>
                  <a:pt x="267042" y="102980"/>
                </a:lnTo>
                <a:lnTo>
                  <a:pt x="266742" y="102699"/>
                </a:lnTo>
                <a:lnTo>
                  <a:pt x="266447" y="102412"/>
                </a:lnTo>
                <a:lnTo>
                  <a:pt x="266157" y="102117"/>
                </a:lnTo>
                <a:lnTo>
                  <a:pt x="265873" y="101817"/>
                </a:lnTo>
                <a:lnTo>
                  <a:pt x="265595" y="101509"/>
                </a:lnTo>
                <a:lnTo>
                  <a:pt x="265322" y="101196"/>
                </a:lnTo>
                <a:lnTo>
                  <a:pt x="265054" y="100875"/>
                </a:lnTo>
                <a:lnTo>
                  <a:pt x="264792" y="100548"/>
                </a:lnTo>
                <a:lnTo>
                  <a:pt x="264535" y="100214"/>
                </a:lnTo>
                <a:lnTo>
                  <a:pt x="264284" y="99874"/>
                </a:lnTo>
                <a:lnTo>
                  <a:pt x="264038" y="99527"/>
                </a:lnTo>
                <a:lnTo>
                  <a:pt x="263798" y="99174"/>
                </a:lnTo>
                <a:lnTo>
                  <a:pt x="263563" y="98814"/>
                </a:lnTo>
                <a:lnTo>
                  <a:pt x="263333" y="98448"/>
                </a:lnTo>
                <a:lnTo>
                  <a:pt x="263109" y="98078"/>
                </a:lnTo>
                <a:lnTo>
                  <a:pt x="262889" y="97703"/>
                </a:lnTo>
                <a:lnTo>
                  <a:pt x="262675" y="97323"/>
                </a:lnTo>
                <a:lnTo>
                  <a:pt x="262465" y="96938"/>
                </a:lnTo>
                <a:lnTo>
                  <a:pt x="262261" y="96548"/>
                </a:lnTo>
                <a:lnTo>
                  <a:pt x="262062" y="96154"/>
                </a:lnTo>
                <a:lnTo>
                  <a:pt x="261868" y="95755"/>
                </a:lnTo>
                <a:lnTo>
                  <a:pt x="261678" y="95351"/>
                </a:lnTo>
                <a:lnTo>
                  <a:pt x="261494" y="94943"/>
                </a:lnTo>
                <a:lnTo>
                  <a:pt x="261315" y="94530"/>
                </a:lnTo>
                <a:lnTo>
                  <a:pt x="261141" y="94111"/>
                </a:lnTo>
                <a:lnTo>
                  <a:pt x="260972" y="93689"/>
                </a:lnTo>
                <a:lnTo>
                  <a:pt x="260808" y="93261"/>
                </a:lnTo>
                <a:lnTo>
                  <a:pt x="260649" y="92829"/>
                </a:lnTo>
                <a:lnTo>
                  <a:pt x="260495" y="92391"/>
                </a:lnTo>
                <a:lnTo>
                  <a:pt x="260346" y="91950"/>
                </a:lnTo>
                <a:lnTo>
                  <a:pt x="260203" y="91503"/>
                </a:lnTo>
                <a:lnTo>
                  <a:pt x="260064" y="91051"/>
                </a:lnTo>
                <a:lnTo>
                  <a:pt x="259930" y="90595"/>
                </a:lnTo>
                <a:lnTo>
                  <a:pt x="259801" y="90134"/>
                </a:lnTo>
                <a:lnTo>
                  <a:pt x="259678" y="89668"/>
                </a:lnTo>
                <a:lnTo>
                  <a:pt x="259559" y="89198"/>
                </a:lnTo>
                <a:lnTo>
                  <a:pt x="259446" y="88723"/>
                </a:lnTo>
                <a:lnTo>
                  <a:pt x="259337" y="88244"/>
                </a:lnTo>
                <a:lnTo>
                  <a:pt x="259233" y="87762"/>
                </a:lnTo>
                <a:lnTo>
                  <a:pt x="259133" y="87277"/>
                </a:lnTo>
                <a:lnTo>
                  <a:pt x="259039" y="86790"/>
                </a:lnTo>
                <a:lnTo>
                  <a:pt x="258948" y="86299"/>
                </a:lnTo>
                <a:lnTo>
                  <a:pt x="258863" y="85806"/>
                </a:lnTo>
                <a:lnTo>
                  <a:pt x="258782" y="85310"/>
                </a:lnTo>
                <a:lnTo>
                  <a:pt x="258706" y="84812"/>
                </a:lnTo>
                <a:lnTo>
                  <a:pt x="258634" y="84310"/>
                </a:lnTo>
                <a:lnTo>
                  <a:pt x="258567" y="83806"/>
                </a:lnTo>
                <a:lnTo>
                  <a:pt x="258504" y="83299"/>
                </a:lnTo>
                <a:lnTo>
                  <a:pt x="258447" y="82789"/>
                </a:lnTo>
                <a:lnTo>
                  <a:pt x="258393" y="82276"/>
                </a:lnTo>
                <a:lnTo>
                  <a:pt x="258345" y="81761"/>
                </a:lnTo>
                <a:lnTo>
                  <a:pt x="258301" y="81242"/>
                </a:lnTo>
                <a:lnTo>
                  <a:pt x="258262" y="80721"/>
                </a:lnTo>
                <a:lnTo>
                  <a:pt x="258227" y="80197"/>
                </a:lnTo>
                <a:lnTo>
                  <a:pt x="258197" y="79671"/>
                </a:lnTo>
                <a:lnTo>
                  <a:pt x="258171" y="79141"/>
                </a:lnTo>
                <a:lnTo>
                  <a:pt x="258151" y="78609"/>
                </a:lnTo>
                <a:lnTo>
                  <a:pt x="258134" y="78074"/>
                </a:lnTo>
                <a:lnTo>
                  <a:pt x="258123" y="77536"/>
                </a:lnTo>
                <a:lnTo>
                  <a:pt x="258116" y="76995"/>
                </a:lnTo>
                <a:lnTo>
                  <a:pt x="258114" y="76452"/>
                </a:lnTo>
                <a:lnTo>
                  <a:pt x="258114" y="74756"/>
                </a:lnTo>
                <a:lnTo>
                  <a:pt x="258116" y="74213"/>
                </a:lnTo>
                <a:lnTo>
                  <a:pt x="258123" y="73672"/>
                </a:lnTo>
                <a:lnTo>
                  <a:pt x="258134" y="73134"/>
                </a:lnTo>
                <a:lnTo>
                  <a:pt x="258151" y="72598"/>
                </a:lnTo>
                <a:lnTo>
                  <a:pt x="258171" y="72065"/>
                </a:lnTo>
                <a:lnTo>
                  <a:pt x="258197" y="71535"/>
                </a:lnTo>
                <a:lnTo>
                  <a:pt x="258227" y="71007"/>
                </a:lnTo>
                <a:lnTo>
                  <a:pt x="258262" y="70482"/>
                </a:lnTo>
                <a:lnTo>
                  <a:pt x="258301" y="69960"/>
                </a:lnTo>
                <a:lnTo>
                  <a:pt x="258345" y="69440"/>
                </a:lnTo>
                <a:lnTo>
                  <a:pt x="258393" y="68923"/>
                </a:lnTo>
                <a:lnTo>
                  <a:pt x="258447" y="68409"/>
                </a:lnTo>
                <a:lnTo>
                  <a:pt x="258504" y="67897"/>
                </a:lnTo>
                <a:lnTo>
                  <a:pt x="258567" y="67388"/>
                </a:lnTo>
                <a:lnTo>
                  <a:pt x="258634" y="66882"/>
                </a:lnTo>
                <a:lnTo>
                  <a:pt x="258706" y="66378"/>
                </a:lnTo>
                <a:lnTo>
                  <a:pt x="258782" y="65877"/>
                </a:lnTo>
                <a:lnTo>
                  <a:pt x="258863" y="65379"/>
                </a:lnTo>
                <a:lnTo>
                  <a:pt x="258948" y="64883"/>
                </a:lnTo>
                <a:lnTo>
                  <a:pt x="259039" y="64390"/>
                </a:lnTo>
                <a:lnTo>
                  <a:pt x="259133" y="63900"/>
                </a:lnTo>
                <a:lnTo>
                  <a:pt x="259233" y="63412"/>
                </a:lnTo>
                <a:lnTo>
                  <a:pt x="259337" y="62927"/>
                </a:lnTo>
                <a:lnTo>
                  <a:pt x="259446" y="62445"/>
                </a:lnTo>
                <a:lnTo>
                  <a:pt x="259559" y="61966"/>
                </a:lnTo>
                <a:lnTo>
                  <a:pt x="259678" y="61492"/>
                </a:lnTo>
                <a:lnTo>
                  <a:pt x="259801" y="61023"/>
                </a:lnTo>
                <a:lnTo>
                  <a:pt x="259930" y="60559"/>
                </a:lnTo>
                <a:lnTo>
                  <a:pt x="260064" y="60099"/>
                </a:lnTo>
                <a:lnTo>
                  <a:pt x="260203" y="59645"/>
                </a:lnTo>
                <a:lnTo>
                  <a:pt x="260346" y="59195"/>
                </a:lnTo>
                <a:lnTo>
                  <a:pt x="260495" y="58749"/>
                </a:lnTo>
                <a:lnTo>
                  <a:pt x="260649" y="58309"/>
                </a:lnTo>
                <a:lnTo>
                  <a:pt x="260808" y="57873"/>
                </a:lnTo>
                <a:lnTo>
                  <a:pt x="260972" y="57442"/>
                </a:lnTo>
                <a:lnTo>
                  <a:pt x="261141" y="57016"/>
                </a:lnTo>
                <a:lnTo>
                  <a:pt x="261315" y="56594"/>
                </a:lnTo>
                <a:lnTo>
                  <a:pt x="261494" y="56178"/>
                </a:lnTo>
                <a:lnTo>
                  <a:pt x="261678" y="55766"/>
                </a:lnTo>
                <a:lnTo>
                  <a:pt x="261868" y="55359"/>
                </a:lnTo>
                <a:lnTo>
                  <a:pt x="262062" y="54956"/>
                </a:lnTo>
                <a:lnTo>
                  <a:pt x="262261" y="54559"/>
                </a:lnTo>
                <a:lnTo>
                  <a:pt x="262465" y="54166"/>
                </a:lnTo>
                <a:lnTo>
                  <a:pt x="262675" y="53778"/>
                </a:lnTo>
                <a:lnTo>
                  <a:pt x="262889" y="53394"/>
                </a:lnTo>
                <a:lnTo>
                  <a:pt x="263109" y="53016"/>
                </a:lnTo>
                <a:lnTo>
                  <a:pt x="263333" y="52642"/>
                </a:lnTo>
                <a:lnTo>
                  <a:pt x="263563" y="52273"/>
                </a:lnTo>
                <a:lnTo>
                  <a:pt x="263798" y="51909"/>
                </a:lnTo>
                <a:lnTo>
                  <a:pt x="264038" y="51553"/>
                </a:lnTo>
                <a:lnTo>
                  <a:pt x="264284" y="51202"/>
                </a:lnTo>
                <a:lnTo>
                  <a:pt x="264536" y="50858"/>
                </a:lnTo>
                <a:lnTo>
                  <a:pt x="264793" y="50520"/>
                </a:lnTo>
                <a:lnTo>
                  <a:pt x="265056" y="50189"/>
                </a:lnTo>
                <a:lnTo>
                  <a:pt x="265325" y="49864"/>
                </a:lnTo>
                <a:lnTo>
                  <a:pt x="265599" y="49546"/>
                </a:lnTo>
                <a:lnTo>
                  <a:pt x="265879" y="49234"/>
                </a:lnTo>
                <a:lnTo>
                  <a:pt x="266164" y="48929"/>
                </a:lnTo>
                <a:lnTo>
                  <a:pt x="266455" y="48630"/>
                </a:lnTo>
                <a:lnTo>
                  <a:pt x="266752" y="48337"/>
                </a:lnTo>
                <a:lnTo>
                  <a:pt x="267054" y="48051"/>
                </a:lnTo>
                <a:lnTo>
                  <a:pt x="267362" y="47772"/>
                </a:lnTo>
                <a:lnTo>
                  <a:pt x="267675" y="47498"/>
                </a:lnTo>
                <a:lnTo>
                  <a:pt x="267994" y="47232"/>
                </a:lnTo>
                <a:lnTo>
                  <a:pt x="268319" y="46971"/>
                </a:lnTo>
                <a:lnTo>
                  <a:pt x="268649" y="46718"/>
                </a:lnTo>
                <a:lnTo>
                  <a:pt x="268985" y="46470"/>
                </a:lnTo>
                <a:lnTo>
                  <a:pt x="269326" y="46229"/>
                </a:lnTo>
                <a:lnTo>
                  <a:pt x="269673" y="45995"/>
                </a:lnTo>
                <a:lnTo>
                  <a:pt x="270026" y="45767"/>
                </a:lnTo>
                <a:lnTo>
                  <a:pt x="270384" y="45545"/>
                </a:lnTo>
                <a:lnTo>
                  <a:pt x="270748" y="45330"/>
                </a:lnTo>
                <a:lnTo>
                  <a:pt x="271118" y="45123"/>
                </a:lnTo>
                <a:lnTo>
                  <a:pt x="271493" y="44924"/>
                </a:lnTo>
                <a:lnTo>
                  <a:pt x="271875" y="44734"/>
                </a:lnTo>
                <a:lnTo>
                  <a:pt x="272263" y="44553"/>
                </a:lnTo>
                <a:lnTo>
                  <a:pt x="272656" y="44381"/>
                </a:lnTo>
                <a:lnTo>
                  <a:pt x="273056" y="44218"/>
                </a:lnTo>
                <a:lnTo>
                  <a:pt x="273462" y="44063"/>
                </a:lnTo>
                <a:lnTo>
                  <a:pt x="273874" y="43917"/>
                </a:lnTo>
                <a:lnTo>
                  <a:pt x="274292" y="43780"/>
                </a:lnTo>
                <a:lnTo>
                  <a:pt x="274716" y="43652"/>
                </a:lnTo>
                <a:lnTo>
                  <a:pt x="275146" y="43533"/>
                </a:lnTo>
                <a:lnTo>
                  <a:pt x="275582" y="43423"/>
                </a:lnTo>
                <a:lnTo>
                  <a:pt x="276024" y="43321"/>
                </a:lnTo>
                <a:lnTo>
                  <a:pt x="276472" y="43229"/>
                </a:lnTo>
                <a:lnTo>
                  <a:pt x="276926" y="43145"/>
                </a:lnTo>
                <a:lnTo>
                  <a:pt x="277386" y="43070"/>
                </a:lnTo>
                <a:lnTo>
                  <a:pt x="277852" y="43003"/>
                </a:lnTo>
                <a:lnTo>
                  <a:pt x="278324" y="42946"/>
                </a:lnTo>
                <a:lnTo>
                  <a:pt x="278802" y="42897"/>
                </a:lnTo>
                <a:lnTo>
                  <a:pt x="279286" y="42858"/>
                </a:lnTo>
                <a:lnTo>
                  <a:pt x="279776" y="42827"/>
                </a:lnTo>
                <a:lnTo>
                  <a:pt x="280273" y="42805"/>
                </a:lnTo>
                <a:lnTo>
                  <a:pt x="280775" y="42792"/>
                </a:lnTo>
                <a:lnTo>
                  <a:pt x="281283" y="42787"/>
                </a:lnTo>
                <a:lnTo>
                  <a:pt x="281752" y="42790"/>
                </a:lnTo>
                <a:lnTo>
                  <a:pt x="282215" y="42801"/>
                </a:lnTo>
                <a:lnTo>
                  <a:pt x="282673" y="42817"/>
                </a:lnTo>
                <a:lnTo>
                  <a:pt x="283127" y="42841"/>
                </a:lnTo>
                <a:lnTo>
                  <a:pt x="283575" y="42871"/>
                </a:lnTo>
                <a:lnTo>
                  <a:pt x="284018" y="42908"/>
                </a:lnTo>
                <a:lnTo>
                  <a:pt x="284456" y="42952"/>
                </a:lnTo>
                <a:lnTo>
                  <a:pt x="284889" y="43002"/>
                </a:lnTo>
                <a:lnTo>
                  <a:pt x="285317" y="43060"/>
                </a:lnTo>
                <a:lnTo>
                  <a:pt x="285740" y="43123"/>
                </a:lnTo>
                <a:lnTo>
                  <a:pt x="286158" y="43194"/>
                </a:lnTo>
                <a:lnTo>
                  <a:pt x="286571" y="43271"/>
                </a:lnTo>
                <a:lnTo>
                  <a:pt x="286979" y="43356"/>
                </a:lnTo>
                <a:lnTo>
                  <a:pt x="287382" y="43446"/>
                </a:lnTo>
                <a:lnTo>
                  <a:pt x="287779" y="43544"/>
                </a:lnTo>
                <a:lnTo>
                  <a:pt x="288172" y="43648"/>
                </a:lnTo>
                <a:lnTo>
                  <a:pt x="288560" y="43759"/>
                </a:lnTo>
                <a:lnTo>
                  <a:pt x="288943" y="43877"/>
                </a:lnTo>
                <a:lnTo>
                  <a:pt x="289320" y="44001"/>
                </a:lnTo>
                <a:lnTo>
                  <a:pt x="289693" y="44133"/>
                </a:lnTo>
                <a:lnTo>
                  <a:pt x="290060" y="44271"/>
                </a:lnTo>
                <a:lnTo>
                  <a:pt x="290423" y="44415"/>
                </a:lnTo>
                <a:lnTo>
                  <a:pt x="290780" y="44567"/>
                </a:lnTo>
                <a:lnTo>
                  <a:pt x="291132" y="44725"/>
                </a:lnTo>
                <a:lnTo>
                  <a:pt x="291480" y="44888"/>
                </a:lnTo>
                <a:lnTo>
                  <a:pt x="291823" y="45057"/>
                </a:lnTo>
                <a:lnTo>
                  <a:pt x="292161" y="45230"/>
                </a:lnTo>
                <a:lnTo>
                  <a:pt x="292495" y="45407"/>
                </a:lnTo>
                <a:lnTo>
                  <a:pt x="292824" y="45590"/>
                </a:lnTo>
                <a:lnTo>
                  <a:pt x="293148" y="45777"/>
                </a:lnTo>
                <a:lnTo>
                  <a:pt x="293468" y="45968"/>
                </a:lnTo>
                <a:lnTo>
                  <a:pt x="293783" y="46164"/>
                </a:lnTo>
                <a:lnTo>
                  <a:pt x="294093" y="46365"/>
                </a:lnTo>
                <a:lnTo>
                  <a:pt x="294399" y="46570"/>
                </a:lnTo>
                <a:lnTo>
                  <a:pt x="294701" y="46781"/>
                </a:lnTo>
                <a:lnTo>
                  <a:pt x="294997" y="46995"/>
                </a:lnTo>
                <a:lnTo>
                  <a:pt x="295289" y="47214"/>
                </a:lnTo>
                <a:lnTo>
                  <a:pt x="295577" y="47438"/>
                </a:lnTo>
                <a:lnTo>
                  <a:pt x="295859" y="47667"/>
                </a:lnTo>
                <a:lnTo>
                  <a:pt x="296138" y="47900"/>
                </a:lnTo>
                <a:lnTo>
                  <a:pt x="296411" y="48138"/>
                </a:lnTo>
                <a:lnTo>
                  <a:pt x="296680" y="48380"/>
                </a:lnTo>
                <a:lnTo>
                  <a:pt x="296944" y="48627"/>
                </a:lnTo>
                <a:lnTo>
                  <a:pt x="297204" y="48879"/>
                </a:lnTo>
                <a:lnTo>
                  <a:pt x="297459" y="49135"/>
                </a:lnTo>
                <a:lnTo>
                  <a:pt x="297709" y="49396"/>
                </a:lnTo>
                <a:lnTo>
                  <a:pt x="297955" y="49662"/>
                </a:lnTo>
                <a:lnTo>
                  <a:pt x="298196" y="49932"/>
                </a:lnTo>
                <a:lnTo>
                  <a:pt x="298433" y="50206"/>
                </a:lnTo>
                <a:lnTo>
                  <a:pt x="298667" y="50483"/>
                </a:lnTo>
                <a:lnTo>
                  <a:pt x="298896" y="50763"/>
                </a:lnTo>
                <a:lnTo>
                  <a:pt x="299122" y="51046"/>
                </a:lnTo>
                <a:lnTo>
                  <a:pt x="299345" y="51333"/>
                </a:lnTo>
                <a:lnTo>
                  <a:pt x="299564" y="51622"/>
                </a:lnTo>
                <a:lnTo>
                  <a:pt x="299779" y="51915"/>
                </a:lnTo>
                <a:lnTo>
                  <a:pt x="299990" y="52210"/>
                </a:lnTo>
                <a:lnTo>
                  <a:pt x="300198" y="52509"/>
                </a:lnTo>
                <a:lnTo>
                  <a:pt x="300402" y="52811"/>
                </a:lnTo>
                <a:lnTo>
                  <a:pt x="300603" y="53115"/>
                </a:lnTo>
                <a:lnTo>
                  <a:pt x="300800" y="53423"/>
                </a:lnTo>
                <a:lnTo>
                  <a:pt x="300993" y="53734"/>
                </a:lnTo>
                <a:lnTo>
                  <a:pt x="301183" y="54048"/>
                </a:lnTo>
                <a:lnTo>
                  <a:pt x="301369" y="54366"/>
                </a:lnTo>
                <a:lnTo>
                  <a:pt x="301551" y="54686"/>
                </a:lnTo>
                <a:lnTo>
                  <a:pt x="301730" y="55009"/>
                </a:lnTo>
                <a:lnTo>
                  <a:pt x="301905" y="55336"/>
                </a:lnTo>
                <a:lnTo>
                  <a:pt x="301950" y="55423"/>
                </a:lnTo>
                <a:lnTo>
                  <a:pt x="301950" y="95031"/>
                </a:lnTo>
                <a:lnTo>
                  <a:pt x="301799" y="95329"/>
                </a:lnTo>
                <a:close/>
                <a:moveTo>
                  <a:pt x="409704" y="71388"/>
                </a:moveTo>
                <a:lnTo>
                  <a:pt x="409686" y="70635"/>
                </a:lnTo>
                <a:lnTo>
                  <a:pt x="409661" y="69886"/>
                </a:lnTo>
                <a:lnTo>
                  <a:pt x="409628" y="69142"/>
                </a:lnTo>
                <a:lnTo>
                  <a:pt x="409588" y="68404"/>
                </a:lnTo>
                <a:lnTo>
                  <a:pt x="409541" y="67670"/>
                </a:lnTo>
                <a:lnTo>
                  <a:pt x="409486" y="66941"/>
                </a:lnTo>
                <a:lnTo>
                  <a:pt x="409424" y="66217"/>
                </a:lnTo>
                <a:lnTo>
                  <a:pt x="409355" y="65498"/>
                </a:lnTo>
                <a:lnTo>
                  <a:pt x="409278" y="64783"/>
                </a:lnTo>
                <a:lnTo>
                  <a:pt x="409194" y="64074"/>
                </a:lnTo>
                <a:lnTo>
                  <a:pt x="409103" y="63370"/>
                </a:lnTo>
                <a:lnTo>
                  <a:pt x="409005" y="62670"/>
                </a:lnTo>
                <a:lnTo>
                  <a:pt x="408899" y="61975"/>
                </a:lnTo>
                <a:lnTo>
                  <a:pt x="408786" y="61286"/>
                </a:lnTo>
                <a:lnTo>
                  <a:pt x="408666" y="60601"/>
                </a:lnTo>
                <a:lnTo>
                  <a:pt x="408538" y="59921"/>
                </a:lnTo>
                <a:lnTo>
                  <a:pt x="408404" y="59246"/>
                </a:lnTo>
                <a:lnTo>
                  <a:pt x="408261" y="58575"/>
                </a:lnTo>
                <a:lnTo>
                  <a:pt x="408112" y="57910"/>
                </a:lnTo>
                <a:lnTo>
                  <a:pt x="407955" y="57250"/>
                </a:lnTo>
                <a:lnTo>
                  <a:pt x="407791" y="56594"/>
                </a:lnTo>
                <a:lnTo>
                  <a:pt x="407620" y="55944"/>
                </a:lnTo>
                <a:lnTo>
                  <a:pt x="407441" y="55299"/>
                </a:lnTo>
                <a:lnTo>
                  <a:pt x="407255" y="54661"/>
                </a:lnTo>
                <a:lnTo>
                  <a:pt x="407060" y="54031"/>
                </a:lnTo>
                <a:lnTo>
                  <a:pt x="406858" y="53407"/>
                </a:lnTo>
                <a:lnTo>
                  <a:pt x="406647" y="52790"/>
                </a:lnTo>
                <a:lnTo>
                  <a:pt x="406429" y="52181"/>
                </a:lnTo>
                <a:lnTo>
                  <a:pt x="406203" y="51578"/>
                </a:lnTo>
                <a:lnTo>
                  <a:pt x="405970" y="50982"/>
                </a:lnTo>
                <a:lnTo>
                  <a:pt x="405728" y="50394"/>
                </a:lnTo>
                <a:lnTo>
                  <a:pt x="405478" y="49812"/>
                </a:lnTo>
                <a:lnTo>
                  <a:pt x="405221" y="49237"/>
                </a:lnTo>
                <a:lnTo>
                  <a:pt x="404956" y="48670"/>
                </a:lnTo>
                <a:lnTo>
                  <a:pt x="404683" y="48109"/>
                </a:lnTo>
                <a:lnTo>
                  <a:pt x="404402" y="47555"/>
                </a:lnTo>
                <a:lnTo>
                  <a:pt x="404113" y="47009"/>
                </a:lnTo>
                <a:lnTo>
                  <a:pt x="403817" y="46469"/>
                </a:lnTo>
                <a:lnTo>
                  <a:pt x="403512" y="45936"/>
                </a:lnTo>
                <a:lnTo>
                  <a:pt x="403200" y="45411"/>
                </a:lnTo>
                <a:lnTo>
                  <a:pt x="402880" y="44892"/>
                </a:lnTo>
                <a:lnTo>
                  <a:pt x="402552" y="44380"/>
                </a:lnTo>
                <a:lnTo>
                  <a:pt x="402216" y="43876"/>
                </a:lnTo>
                <a:lnTo>
                  <a:pt x="401873" y="43378"/>
                </a:lnTo>
                <a:lnTo>
                  <a:pt x="401521" y="42887"/>
                </a:lnTo>
                <a:lnTo>
                  <a:pt x="401162" y="42404"/>
                </a:lnTo>
                <a:lnTo>
                  <a:pt x="400794" y="41928"/>
                </a:lnTo>
                <a:lnTo>
                  <a:pt x="400418" y="41461"/>
                </a:lnTo>
                <a:lnTo>
                  <a:pt x="400033" y="41003"/>
                </a:lnTo>
                <a:lnTo>
                  <a:pt x="399640" y="40553"/>
                </a:lnTo>
                <a:lnTo>
                  <a:pt x="399238" y="40113"/>
                </a:lnTo>
                <a:lnTo>
                  <a:pt x="398828" y="39681"/>
                </a:lnTo>
                <a:lnTo>
                  <a:pt x="398409" y="39258"/>
                </a:lnTo>
                <a:lnTo>
                  <a:pt x="397982" y="38844"/>
                </a:lnTo>
                <a:lnTo>
                  <a:pt x="397546" y="38439"/>
                </a:lnTo>
                <a:lnTo>
                  <a:pt x="397101" y="38042"/>
                </a:lnTo>
                <a:lnTo>
                  <a:pt x="396648" y="37655"/>
                </a:lnTo>
                <a:lnTo>
                  <a:pt x="396187" y="37276"/>
                </a:lnTo>
                <a:lnTo>
                  <a:pt x="395716" y="36906"/>
                </a:lnTo>
                <a:lnTo>
                  <a:pt x="395238" y="36545"/>
                </a:lnTo>
                <a:lnTo>
                  <a:pt x="394751" y="36192"/>
                </a:lnTo>
                <a:lnTo>
                  <a:pt x="394255" y="35849"/>
                </a:lnTo>
                <a:lnTo>
                  <a:pt x="393750" y="35514"/>
                </a:lnTo>
                <a:lnTo>
                  <a:pt x="393237" y="35188"/>
                </a:lnTo>
                <a:lnTo>
                  <a:pt x="392716" y="34871"/>
                </a:lnTo>
                <a:lnTo>
                  <a:pt x="392186" y="34563"/>
                </a:lnTo>
                <a:lnTo>
                  <a:pt x="391647" y="34263"/>
                </a:lnTo>
                <a:lnTo>
                  <a:pt x="391100" y="33972"/>
                </a:lnTo>
                <a:lnTo>
                  <a:pt x="390545" y="33690"/>
                </a:lnTo>
                <a:lnTo>
                  <a:pt x="389980" y="33417"/>
                </a:lnTo>
                <a:lnTo>
                  <a:pt x="389408" y="33154"/>
                </a:lnTo>
                <a:lnTo>
                  <a:pt x="388826" y="32902"/>
                </a:lnTo>
                <a:lnTo>
                  <a:pt x="388235" y="32662"/>
                </a:lnTo>
                <a:lnTo>
                  <a:pt x="387636" y="32432"/>
                </a:lnTo>
                <a:lnTo>
                  <a:pt x="387028" y="32214"/>
                </a:lnTo>
                <a:lnTo>
                  <a:pt x="386411" y="32007"/>
                </a:lnTo>
                <a:lnTo>
                  <a:pt x="385785" y="31811"/>
                </a:lnTo>
                <a:lnTo>
                  <a:pt x="385150" y="31626"/>
                </a:lnTo>
                <a:lnTo>
                  <a:pt x="384507" y="31453"/>
                </a:lnTo>
                <a:lnTo>
                  <a:pt x="383854" y="31290"/>
                </a:lnTo>
                <a:lnTo>
                  <a:pt x="383193" y="31139"/>
                </a:lnTo>
                <a:lnTo>
                  <a:pt x="382523" y="30999"/>
                </a:lnTo>
                <a:lnTo>
                  <a:pt x="381844" y="30870"/>
                </a:lnTo>
                <a:lnTo>
                  <a:pt x="381156" y="30753"/>
                </a:lnTo>
                <a:lnTo>
                  <a:pt x="380460" y="30647"/>
                </a:lnTo>
                <a:lnTo>
                  <a:pt x="379755" y="30551"/>
                </a:lnTo>
                <a:lnTo>
                  <a:pt x="379040" y="30467"/>
                </a:lnTo>
                <a:lnTo>
                  <a:pt x="378317" y="30395"/>
                </a:lnTo>
                <a:lnTo>
                  <a:pt x="377586" y="30333"/>
                </a:lnTo>
                <a:lnTo>
                  <a:pt x="376845" y="30283"/>
                </a:lnTo>
                <a:lnTo>
                  <a:pt x="376096" y="30244"/>
                </a:lnTo>
                <a:lnTo>
                  <a:pt x="375337" y="30216"/>
                </a:lnTo>
                <a:lnTo>
                  <a:pt x="374570" y="30199"/>
                </a:lnTo>
                <a:lnTo>
                  <a:pt x="373794" y="30193"/>
                </a:lnTo>
                <a:lnTo>
                  <a:pt x="373183" y="30198"/>
                </a:lnTo>
                <a:lnTo>
                  <a:pt x="372573" y="30214"/>
                </a:lnTo>
                <a:lnTo>
                  <a:pt x="371965" y="30240"/>
                </a:lnTo>
                <a:lnTo>
                  <a:pt x="371359" y="30276"/>
                </a:lnTo>
                <a:lnTo>
                  <a:pt x="370754" y="30323"/>
                </a:lnTo>
                <a:lnTo>
                  <a:pt x="370151" y="30380"/>
                </a:lnTo>
                <a:lnTo>
                  <a:pt x="369550" y="30447"/>
                </a:lnTo>
                <a:lnTo>
                  <a:pt x="368950" y="30525"/>
                </a:lnTo>
                <a:lnTo>
                  <a:pt x="368352" y="30613"/>
                </a:lnTo>
                <a:lnTo>
                  <a:pt x="367756" y="30712"/>
                </a:lnTo>
                <a:lnTo>
                  <a:pt x="367162" y="30821"/>
                </a:lnTo>
                <a:lnTo>
                  <a:pt x="366569" y="30940"/>
                </a:lnTo>
                <a:lnTo>
                  <a:pt x="365978" y="31070"/>
                </a:lnTo>
                <a:lnTo>
                  <a:pt x="365388" y="31210"/>
                </a:lnTo>
                <a:lnTo>
                  <a:pt x="364800" y="31360"/>
                </a:lnTo>
                <a:lnTo>
                  <a:pt x="364214" y="31521"/>
                </a:lnTo>
                <a:lnTo>
                  <a:pt x="363630" y="31692"/>
                </a:lnTo>
                <a:lnTo>
                  <a:pt x="363047" y="31873"/>
                </a:lnTo>
                <a:lnTo>
                  <a:pt x="362466" y="32065"/>
                </a:lnTo>
                <a:lnTo>
                  <a:pt x="361886" y="32267"/>
                </a:lnTo>
                <a:lnTo>
                  <a:pt x="361309" y="32480"/>
                </a:lnTo>
                <a:lnTo>
                  <a:pt x="360733" y="32703"/>
                </a:lnTo>
                <a:lnTo>
                  <a:pt x="360158" y="32936"/>
                </a:lnTo>
                <a:lnTo>
                  <a:pt x="359586" y="33180"/>
                </a:lnTo>
                <a:lnTo>
                  <a:pt x="359016" y="33434"/>
                </a:lnTo>
                <a:lnTo>
                  <a:pt x="358452" y="33698"/>
                </a:lnTo>
                <a:lnTo>
                  <a:pt x="357893" y="33971"/>
                </a:lnTo>
                <a:lnTo>
                  <a:pt x="357339" y="34254"/>
                </a:lnTo>
                <a:lnTo>
                  <a:pt x="356789" y="34547"/>
                </a:lnTo>
                <a:lnTo>
                  <a:pt x="356245" y="34850"/>
                </a:lnTo>
                <a:lnTo>
                  <a:pt x="355706" y="35163"/>
                </a:lnTo>
                <a:lnTo>
                  <a:pt x="355172" y="35485"/>
                </a:lnTo>
                <a:lnTo>
                  <a:pt x="354643" y="35818"/>
                </a:lnTo>
                <a:lnTo>
                  <a:pt x="354119" y="36160"/>
                </a:lnTo>
                <a:lnTo>
                  <a:pt x="353601" y="36512"/>
                </a:lnTo>
                <a:lnTo>
                  <a:pt x="353087" y="36874"/>
                </a:lnTo>
                <a:lnTo>
                  <a:pt x="352578" y="37245"/>
                </a:lnTo>
                <a:lnTo>
                  <a:pt x="352074" y="37627"/>
                </a:lnTo>
                <a:lnTo>
                  <a:pt x="351576" y="38018"/>
                </a:lnTo>
                <a:lnTo>
                  <a:pt x="351082" y="38419"/>
                </a:lnTo>
                <a:lnTo>
                  <a:pt x="350593" y="38829"/>
                </a:lnTo>
                <a:lnTo>
                  <a:pt x="350110" y="39250"/>
                </a:lnTo>
                <a:lnTo>
                  <a:pt x="349631" y="39681"/>
                </a:lnTo>
                <a:lnTo>
                  <a:pt x="349158" y="40121"/>
                </a:lnTo>
                <a:lnTo>
                  <a:pt x="348689" y="40571"/>
                </a:lnTo>
                <a:lnTo>
                  <a:pt x="348226" y="41031"/>
                </a:lnTo>
                <a:lnTo>
                  <a:pt x="347768" y="41500"/>
                </a:lnTo>
                <a:lnTo>
                  <a:pt x="347314" y="41980"/>
                </a:lnTo>
                <a:lnTo>
                  <a:pt x="346868" y="42469"/>
                </a:lnTo>
                <a:lnTo>
                  <a:pt x="346429" y="42966"/>
                </a:lnTo>
                <a:lnTo>
                  <a:pt x="345998" y="43473"/>
                </a:lnTo>
                <a:lnTo>
                  <a:pt x="345574" y="43988"/>
                </a:lnTo>
                <a:lnTo>
                  <a:pt x="345159" y="44512"/>
                </a:lnTo>
                <a:lnTo>
                  <a:pt x="344751" y="45045"/>
                </a:lnTo>
                <a:lnTo>
                  <a:pt x="344352" y="45587"/>
                </a:lnTo>
                <a:lnTo>
                  <a:pt x="343960" y="46137"/>
                </a:lnTo>
                <a:lnTo>
                  <a:pt x="343576" y="46697"/>
                </a:lnTo>
                <a:lnTo>
                  <a:pt x="343199" y="47265"/>
                </a:lnTo>
                <a:lnTo>
                  <a:pt x="342831" y="47842"/>
                </a:lnTo>
                <a:lnTo>
                  <a:pt x="342471" y="48428"/>
                </a:lnTo>
                <a:lnTo>
                  <a:pt x="342118" y="49023"/>
                </a:lnTo>
                <a:lnTo>
                  <a:pt x="341773" y="49626"/>
                </a:lnTo>
                <a:lnTo>
                  <a:pt x="341436" y="50239"/>
                </a:lnTo>
                <a:lnTo>
                  <a:pt x="341107" y="50860"/>
                </a:lnTo>
                <a:lnTo>
                  <a:pt x="340786" y="51490"/>
                </a:lnTo>
                <a:lnTo>
                  <a:pt x="340473" y="52129"/>
                </a:lnTo>
                <a:lnTo>
                  <a:pt x="340167" y="52777"/>
                </a:lnTo>
                <a:lnTo>
                  <a:pt x="339869" y="53433"/>
                </a:lnTo>
                <a:lnTo>
                  <a:pt x="339580" y="54099"/>
                </a:lnTo>
                <a:lnTo>
                  <a:pt x="339298" y="54773"/>
                </a:lnTo>
                <a:lnTo>
                  <a:pt x="339023" y="55456"/>
                </a:lnTo>
                <a:lnTo>
                  <a:pt x="338757" y="56148"/>
                </a:lnTo>
                <a:lnTo>
                  <a:pt x="338500" y="56848"/>
                </a:lnTo>
                <a:lnTo>
                  <a:pt x="338254" y="57557"/>
                </a:lnTo>
                <a:lnTo>
                  <a:pt x="338019" y="58273"/>
                </a:lnTo>
                <a:lnTo>
                  <a:pt x="337795" y="58997"/>
                </a:lnTo>
                <a:lnTo>
                  <a:pt x="337582" y="59729"/>
                </a:lnTo>
                <a:lnTo>
                  <a:pt x="337380" y="60470"/>
                </a:lnTo>
                <a:lnTo>
                  <a:pt x="337188" y="61218"/>
                </a:lnTo>
                <a:lnTo>
                  <a:pt x="337008" y="61974"/>
                </a:lnTo>
                <a:lnTo>
                  <a:pt x="336838" y="62738"/>
                </a:lnTo>
                <a:lnTo>
                  <a:pt x="336680" y="63510"/>
                </a:lnTo>
                <a:lnTo>
                  <a:pt x="336532" y="64291"/>
                </a:lnTo>
                <a:lnTo>
                  <a:pt x="336396" y="65079"/>
                </a:lnTo>
                <a:lnTo>
                  <a:pt x="336270" y="65875"/>
                </a:lnTo>
                <a:lnTo>
                  <a:pt x="336155" y="66679"/>
                </a:lnTo>
                <a:lnTo>
                  <a:pt x="336051" y="67491"/>
                </a:lnTo>
                <a:lnTo>
                  <a:pt x="335958" y="68311"/>
                </a:lnTo>
                <a:lnTo>
                  <a:pt x="335876" y="69139"/>
                </a:lnTo>
                <a:lnTo>
                  <a:pt x="335805" y="69976"/>
                </a:lnTo>
                <a:lnTo>
                  <a:pt x="335745" y="70820"/>
                </a:lnTo>
                <a:lnTo>
                  <a:pt x="335696" y="71672"/>
                </a:lnTo>
                <a:lnTo>
                  <a:pt x="335658" y="72532"/>
                </a:lnTo>
                <a:lnTo>
                  <a:pt x="335630" y="73400"/>
                </a:lnTo>
                <a:lnTo>
                  <a:pt x="335614" y="74276"/>
                </a:lnTo>
                <a:lnTo>
                  <a:pt x="335609" y="75160"/>
                </a:lnTo>
                <a:lnTo>
                  <a:pt x="335609" y="78551"/>
                </a:lnTo>
                <a:lnTo>
                  <a:pt x="335613" y="79315"/>
                </a:lnTo>
                <a:lnTo>
                  <a:pt x="335628" y="80074"/>
                </a:lnTo>
                <a:lnTo>
                  <a:pt x="335653" y="80829"/>
                </a:lnTo>
                <a:lnTo>
                  <a:pt x="335687" y="81578"/>
                </a:lnTo>
                <a:lnTo>
                  <a:pt x="335731" y="82322"/>
                </a:lnTo>
                <a:lnTo>
                  <a:pt x="335785" y="83061"/>
                </a:lnTo>
                <a:lnTo>
                  <a:pt x="335849" y="83796"/>
                </a:lnTo>
                <a:lnTo>
                  <a:pt x="335923" y="84525"/>
                </a:lnTo>
                <a:lnTo>
                  <a:pt x="336006" y="85249"/>
                </a:lnTo>
                <a:lnTo>
                  <a:pt x="336099" y="85968"/>
                </a:lnTo>
                <a:lnTo>
                  <a:pt x="336202" y="86682"/>
                </a:lnTo>
                <a:lnTo>
                  <a:pt x="336315" y="87391"/>
                </a:lnTo>
                <a:lnTo>
                  <a:pt x="336438" y="88094"/>
                </a:lnTo>
                <a:lnTo>
                  <a:pt x="336570" y="88793"/>
                </a:lnTo>
                <a:lnTo>
                  <a:pt x="336712" y="89487"/>
                </a:lnTo>
                <a:lnTo>
                  <a:pt x="336864" y="90176"/>
                </a:lnTo>
                <a:lnTo>
                  <a:pt x="337026" y="90860"/>
                </a:lnTo>
                <a:lnTo>
                  <a:pt x="337198" y="91538"/>
                </a:lnTo>
                <a:lnTo>
                  <a:pt x="337379" y="92212"/>
                </a:lnTo>
                <a:lnTo>
                  <a:pt x="337571" y="92880"/>
                </a:lnTo>
                <a:lnTo>
                  <a:pt x="337772" y="93544"/>
                </a:lnTo>
                <a:lnTo>
                  <a:pt x="337983" y="94202"/>
                </a:lnTo>
                <a:lnTo>
                  <a:pt x="338204" y="94856"/>
                </a:lnTo>
                <a:lnTo>
                  <a:pt x="338434" y="95504"/>
                </a:lnTo>
                <a:lnTo>
                  <a:pt x="338674" y="96146"/>
                </a:lnTo>
                <a:lnTo>
                  <a:pt x="338922" y="96781"/>
                </a:lnTo>
                <a:lnTo>
                  <a:pt x="339179" y="97409"/>
                </a:lnTo>
                <a:lnTo>
                  <a:pt x="339444" y="98029"/>
                </a:lnTo>
                <a:lnTo>
                  <a:pt x="339718" y="98642"/>
                </a:lnTo>
                <a:lnTo>
                  <a:pt x="340001" y="99248"/>
                </a:lnTo>
                <a:lnTo>
                  <a:pt x="340292" y="99846"/>
                </a:lnTo>
                <a:lnTo>
                  <a:pt x="340591" y="100438"/>
                </a:lnTo>
                <a:lnTo>
                  <a:pt x="340900" y="101021"/>
                </a:lnTo>
                <a:lnTo>
                  <a:pt x="341216" y="101598"/>
                </a:lnTo>
                <a:lnTo>
                  <a:pt x="341542" y="102167"/>
                </a:lnTo>
                <a:lnTo>
                  <a:pt x="341875" y="102729"/>
                </a:lnTo>
                <a:lnTo>
                  <a:pt x="342218" y="103284"/>
                </a:lnTo>
                <a:lnTo>
                  <a:pt x="342569" y="103832"/>
                </a:lnTo>
                <a:lnTo>
                  <a:pt x="342928" y="104372"/>
                </a:lnTo>
                <a:lnTo>
                  <a:pt x="343296" y="104905"/>
                </a:lnTo>
                <a:lnTo>
                  <a:pt x="343672" y="105430"/>
                </a:lnTo>
                <a:lnTo>
                  <a:pt x="344058" y="105949"/>
                </a:lnTo>
                <a:lnTo>
                  <a:pt x="344451" y="106460"/>
                </a:lnTo>
                <a:lnTo>
                  <a:pt x="344853" y="106963"/>
                </a:lnTo>
                <a:lnTo>
                  <a:pt x="345264" y="107460"/>
                </a:lnTo>
                <a:lnTo>
                  <a:pt x="345683" y="107949"/>
                </a:lnTo>
                <a:lnTo>
                  <a:pt x="346111" y="108431"/>
                </a:lnTo>
                <a:lnTo>
                  <a:pt x="346548" y="108905"/>
                </a:lnTo>
                <a:lnTo>
                  <a:pt x="346992" y="109372"/>
                </a:lnTo>
                <a:lnTo>
                  <a:pt x="347443" y="109829"/>
                </a:lnTo>
                <a:lnTo>
                  <a:pt x="347902" y="110278"/>
                </a:lnTo>
                <a:lnTo>
                  <a:pt x="348368" y="110718"/>
                </a:lnTo>
                <a:lnTo>
                  <a:pt x="348842" y="111150"/>
                </a:lnTo>
                <a:lnTo>
                  <a:pt x="349323" y="111572"/>
                </a:lnTo>
                <a:lnTo>
                  <a:pt x="349811" y="111985"/>
                </a:lnTo>
                <a:lnTo>
                  <a:pt x="350306" y="112390"/>
                </a:lnTo>
                <a:lnTo>
                  <a:pt x="350809" y="112786"/>
                </a:lnTo>
                <a:lnTo>
                  <a:pt x="351318" y="113173"/>
                </a:lnTo>
                <a:lnTo>
                  <a:pt x="351836" y="113551"/>
                </a:lnTo>
                <a:lnTo>
                  <a:pt x="352360" y="113921"/>
                </a:lnTo>
                <a:lnTo>
                  <a:pt x="352892" y="114281"/>
                </a:lnTo>
                <a:lnTo>
                  <a:pt x="353431" y="114633"/>
                </a:lnTo>
                <a:lnTo>
                  <a:pt x="353977" y="114976"/>
                </a:lnTo>
                <a:lnTo>
                  <a:pt x="354531" y="115310"/>
                </a:lnTo>
                <a:lnTo>
                  <a:pt x="355092" y="115635"/>
                </a:lnTo>
                <a:lnTo>
                  <a:pt x="355660" y="115952"/>
                </a:lnTo>
                <a:lnTo>
                  <a:pt x="356235" y="116259"/>
                </a:lnTo>
                <a:lnTo>
                  <a:pt x="356818" y="116558"/>
                </a:lnTo>
                <a:lnTo>
                  <a:pt x="357408" y="116848"/>
                </a:lnTo>
                <a:lnTo>
                  <a:pt x="358006" y="117129"/>
                </a:lnTo>
                <a:lnTo>
                  <a:pt x="358610" y="117401"/>
                </a:lnTo>
                <a:lnTo>
                  <a:pt x="359222" y="117665"/>
                </a:lnTo>
                <a:lnTo>
                  <a:pt x="359841" y="117918"/>
                </a:lnTo>
                <a:lnTo>
                  <a:pt x="360465" y="118161"/>
                </a:lnTo>
                <a:lnTo>
                  <a:pt x="361096" y="118393"/>
                </a:lnTo>
                <a:lnTo>
                  <a:pt x="361733" y="118614"/>
                </a:lnTo>
                <a:lnTo>
                  <a:pt x="362375" y="118825"/>
                </a:lnTo>
                <a:lnTo>
                  <a:pt x="363024" y="119024"/>
                </a:lnTo>
                <a:lnTo>
                  <a:pt x="363679" y="119213"/>
                </a:lnTo>
                <a:lnTo>
                  <a:pt x="364340" y="119391"/>
                </a:lnTo>
                <a:lnTo>
                  <a:pt x="365006" y="119559"/>
                </a:lnTo>
                <a:lnTo>
                  <a:pt x="365679" y="119715"/>
                </a:lnTo>
                <a:lnTo>
                  <a:pt x="366358" y="119861"/>
                </a:lnTo>
                <a:lnTo>
                  <a:pt x="367043" y="119996"/>
                </a:lnTo>
                <a:lnTo>
                  <a:pt x="367734" y="120120"/>
                </a:lnTo>
                <a:lnTo>
                  <a:pt x="368431" y="120233"/>
                </a:lnTo>
                <a:lnTo>
                  <a:pt x="369134" y="120336"/>
                </a:lnTo>
                <a:lnTo>
                  <a:pt x="369843" y="120427"/>
                </a:lnTo>
                <a:lnTo>
                  <a:pt x="370558" y="120508"/>
                </a:lnTo>
                <a:lnTo>
                  <a:pt x="371279" y="120578"/>
                </a:lnTo>
                <a:lnTo>
                  <a:pt x="372006" y="120638"/>
                </a:lnTo>
                <a:lnTo>
                  <a:pt x="372739" y="120686"/>
                </a:lnTo>
                <a:lnTo>
                  <a:pt x="373478" y="120724"/>
                </a:lnTo>
                <a:lnTo>
                  <a:pt x="374223" y="120751"/>
                </a:lnTo>
                <a:lnTo>
                  <a:pt x="374974" y="120767"/>
                </a:lnTo>
                <a:lnTo>
                  <a:pt x="375732" y="120773"/>
                </a:lnTo>
                <a:lnTo>
                  <a:pt x="376447" y="120768"/>
                </a:lnTo>
                <a:lnTo>
                  <a:pt x="377155" y="120756"/>
                </a:lnTo>
                <a:lnTo>
                  <a:pt x="377855" y="120735"/>
                </a:lnTo>
                <a:lnTo>
                  <a:pt x="378547" y="120705"/>
                </a:lnTo>
                <a:lnTo>
                  <a:pt x="379231" y="120668"/>
                </a:lnTo>
                <a:lnTo>
                  <a:pt x="379907" y="120621"/>
                </a:lnTo>
                <a:lnTo>
                  <a:pt x="380575" y="120567"/>
                </a:lnTo>
                <a:lnTo>
                  <a:pt x="381235" y="120504"/>
                </a:lnTo>
                <a:lnTo>
                  <a:pt x="381887" y="120432"/>
                </a:lnTo>
                <a:lnTo>
                  <a:pt x="382531" y="120352"/>
                </a:lnTo>
                <a:lnTo>
                  <a:pt x="383167" y="120264"/>
                </a:lnTo>
                <a:lnTo>
                  <a:pt x="383795" y="120167"/>
                </a:lnTo>
                <a:lnTo>
                  <a:pt x="384415" y="120062"/>
                </a:lnTo>
                <a:lnTo>
                  <a:pt x="385027" y="119949"/>
                </a:lnTo>
                <a:lnTo>
                  <a:pt x="385631" y="119827"/>
                </a:lnTo>
                <a:lnTo>
                  <a:pt x="386227" y="119696"/>
                </a:lnTo>
                <a:lnTo>
                  <a:pt x="386815" y="119557"/>
                </a:lnTo>
                <a:lnTo>
                  <a:pt x="387395" y="119410"/>
                </a:lnTo>
                <a:lnTo>
                  <a:pt x="387967" y="119255"/>
                </a:lnTo>
                <a:lnTo>
                  <a:pt x="388531" y="119091"/>
                </a:lnTo>
                <a:lnTo>
                  <a:pt x="389087" y="118918"/>
                </a:lnTo>
                <a:lnTo>
                  <a:pt x="389635" y="118738"/>
                </a:lnTo>
                <a:lnTo>
                  <a:pt x="390175" y="118548"/>
                </a:lnTo>
                <a:lnTo>
                  <a:pt x="390707" y="118351"/>
                </a:lnTo>
                <a:lnTo>
                  <a:pt x="391232" y="118146"/>
                </a:lnTo>
                <a:lnTo>
                  <a:pt x="391750" y="117937"/>
                </a:lnTo>
                <a:lnTo>
                  <a:pt x="392260" y="117723"/>
                </a:lnTo>
                <a:lnTo>
                  <a:pt x="392765" y="117503"/>
                </a:lnTo>
                <a:lnTo>
                  <a:pt x="393262" y="117279"/>
                </a:lnTo>
                <a:lnTo>
                  <a:pt x="393752" y="117049"/>
                </a:lnTo>
                <a:lnTo>
                  <a:pt x="394236" y="116814"/>
                </a:lnTo>
                <a:lnTo>
                  <a:pt x="394712" y="116575"/>
                </a:lnTo>
                <a:lnTo>
                  <a:pt x="395182" y="116330"/>
                </a:lnTo>
                <a:lnTo>
                  <a:pt x="395645" y="116080"/>
                </a:lnTo>
                <a:lnTo>
                  <a:pt x="396101" y="115825"/>
                </a:lnTo>
                <a:lnTo>
                  <a:pt x="396550" y="115566"/>
                </a:lnTo>
                <a:lnTo>
                  <a:pt x="396992" y="115301"/>
                </a:lnTo>
                <a:lnTo>
                  <a:pt x="397428" y="115031"/>
                </a:lnTo>
                <a:lnTo>
                  <a:pt x="397856" y="114756"/>
                </a:lnTo>
                <a:lnTo>
                  <a:pt x="398278" y="114476"/>
                </a:lnTo>
                <a:lnTo>
                  <a:pt x="398693" y="114191"/>
                </a:lnTo>
                <a:lnTo>
                  <a:pt x="399101" y="113900"/>
                </a:lnTo>
                <a:lnTo>
                  <a:pt x="399502" y="113605"/>
                </a:lnTo>
                <a:lnTo>
                  <a:pt x="399896" y="113305"/>
                </a:lnTo>
                <a:lnTo>
                  <a:pt x="400283" y="113000"/>
                </a:lnTo>
                <a:lnTo>
                  <a:pt x="400664" y="112689"/>
                </a:lnTo>
                <a:lnTo>
                  <a:pt x="401037" y="112374"/>
                </a:lnTo>
                <a:lnTo>
                  <a:pt x="401404" y="112054"/>
                </a:lnTo>
                <a:lnTo>
                  <a:pt x="401764" y="111730"/>
                </a:lnTo>
                <a:lnTo>
                  <a:pt x="402120" y="111405"/>
                </a:lnTo>
                <a:lnTo>
                  <a:pt x="402470" y="111079"/>
                </a:lnTo>
                <a:lnTo>
                  <a:pt x="402814" y="110751"/>
                </a:lnTo>
                <a:lnTo>
                  <a:pt x="403154" y="110422"/>
                </a:lnTo>
                <a:lnTo>
                  <a:pt x="403488" y="110091"/>
                </a:lnTo>
                <a:lnTo>
                  <a:pt x="403816" y="109759"/>
                </a:lnTo>
                <a:lnTo>
                  <a:pt x="404140" y="109426"/>
                </a:lnTo>
                <a:lnTo>
                  <a:pt x="404458" y="109091"/>
                </a:lnTo>
                <a:lnTo>
                  <a:pt x="404770" y="108754"/>
                </a:lnTo>
                <a:lnTo>
                  <a:pt x="405078" y="108417"/>
                </a:lnTo>
                <a:lnTo>
                  <a:pt x="405380" y="108078"/>
                </a:lnTo>
                <a:lnTo>
                  <a:pt x="405677" y="107737"/>
                </a:lnTo>
                <a:lnTo>
                  <a:pt x="405968" y="107395"/>
                </a:lnTo>
                <a:lnTo>
                  <a:pt x="406254" y="107052"/>
                </a:lnTo>
                <a:lnTo>
                  <a:pt x="406535" y="106708"/>
                </a:lnTo>
                <a:lnTo>
                  <a:pt x="406810" y="106362"/>
                </a:lnTo>
                <a:lnTo>
                  <a:pt x="407080" y="106014"/>
                </a:lnTo>
                <a:lnTo>
                  <a:pt x="407345" y="105665"/>
                </a:lnTo>
                <a:lnTo>
                  <a:pt x="407604" y="105315"/>
                </a:lnTo>
                <a:lnTo>
                  <a:pt x="407858" y="104963"/>
                </a:lnTo>
                <a:lnTo>
                  <a:pt x="408107" y="104610"/>
                </a:lnTo>
                <a:lnTo>
                  <a:pt x="408351" y="104256"/>
                </a:lnTo>
                <a:lnTo>
                  <a:pt x="408589" y="103900"/>
                </a:lnTo>
                <a:lnTo>
                  <a:pt x="399547" y="96715"/>
                </a:lnTo>
                <a:lnTo>
                  <a:pt x="399202" y="97162"/>
                </a:lnTo>
                <a:lnTo>
                  <a:pt x="398851" y="97601"/>
                </a:lnTo>
                <a:lnTo>
                  <a:pt x="398496" y="98033"/>
                </a:lnTo>
                <a:lnTo>
                  <a:pt x="398137" y="98457"/>
                </a:lnTo>
                <a:lnTo>
                  <a:pt x="397772" y="98874"/>
                </a:lnTo>
                <a:lnTo>
                  <a:pt x="397403" y="99283"/>
                </a:lnTo>
                <a:lnTo>
                  <a:pt x="397029" y="99685"/>
                </a:lnTo>
                <a:lnTo>
                  <a:pt x="396650" y="100079"/>
                </a:lnTo>
                <a:lnTo>
                  <a:pt x="396266" y="100465"/>
                </a:lnTo>
                <a:lnTo>
                  <a:pt x="395878" y="100844"/>
                </a:lnTo>
                <a:lnTo>
                  <a:pt x="395485" y="101215"/>
                </a:lnTo>
                <a:lnTo>
                  <a:pt x="395087" y="101579"/>
                </a:lnTo>
                <a:lnTo>
                  <a:pt x="394684" y="101935"/>
                </a:lnTo>
                <a:lnTo>
                  <a:pt x="394277" y="102284"/>
                </a:lnTo>
                <a:lnTo>
                  <a:pt x="393864" y="102625"/>
                </a:lnTo>
                <a:lnTo>
                  <a:pt x="393447" y="102958"/>
                </a:lnTo>
                <a:lnTo>
                  <a:pt x="393026" y="103284"/>
                </a:lnTo>
                <a:lnTo>
                  <a:pt x="392599" y="103602"/>
                </a:lnTo>
                <a:lnTo>
                  <a:pt x="392168" y="103913"/>
                </a:lnTo>
                <a:lnTo>
                  <a:pt x="391732" y="104216"/>
                </a:lnTo>
                <a:lnTo>
                  <a:pt x="391291" y="104512"/>
                </a:lnTo>
                <a:lnTo>
                  <a:pt x="390846" y="104800"/>
                </a:lnTo>
                <a:lnTo>
                  <a:pt x="390395" y="105080"/>
                </a:lnTo>
                <a:lnTo>
                  <a:pt x="389940" y="105353"/>
                </a:lnTo>
                <a:lnTo>
                  <a:pt x="389478" y="105617"/>
                </a:lnTo>
                <a:lnTo>
                  <a:pt x="389008" y="105869"/>
                </a:lnTo>
                <a:lnTo>
                  <a:pt x="388530" y="106110"/>
                </a:lnTo>
                <a:lnTo>
                  <a:pt x="388043" y="106340"/>
                </a:lnTo>
                <a:lnTo>
                  <a:pt x="387548" y="106558"/>
                </a:lnTo>
                <a:lnTo>
                  <a:pt x="387044" y="106766"/>
                </a:lnTo>
                <a:lnTo>
                  <a:pt x="386532" y="106962"/>
                </a:lnTo>
                <a:lnTo>
                  <a:pt x="386011" y="107147"/>
                </a:lnTo>
                <a:lnTo>
                  <a:pt x="385482" y="107321"/>
                </a:lnTo>
                <a:lnTo>
                  <a:pt x="384945" y="107484"/>
                </a:lnTo>
                <a:lnTo>
                  <a:pt x="384399" y="107635"/>
                </a:lnTo>
                <a:lnTo>
                  <a:pt x="383845" y="107775"/>
                </a:lnTo>
                <a:lnTo>
                  <a:pt x="383282" y="107904"/>
                </a:lnTo>
                <a:lnTo>
                  <a:pt x="382711" y="108022"/>
                </a:lnTo>
                <a:lnTo>
                  <a:pt x="382132" y="108128"/>
                </a:lnTo>
                <a:lnTo>
                  <a:pt x="381544" y="108224"/>
                </a:lnTo>
                <a:lnTo>
                  <a:pt x="380948" y="108308"/>
                </a:lnTo>
                <a:lnTo>
                  <a:pt x="380343" y="108381"/>
                </a:lnTo>
                <a:lnTo>
                  <a:pt x="379730" y="108442"/>
                </a:lnTo>
                <a:lnTo>
                  <a:pt x="379109" y="108493"/>
                </a:lnTo>
                <a:lnTo>
                  <a:pt x="378479" y="108532"/>
                </a:lnTo>
                <a:lnTo>
                  <a:pt x="377841" y="108560"/>
                </a:lnTo>
                <a:lnTo>
                  <a:pt x="377194" y="108577"/>
                </a:lnTo>
                <a:lnTo>
                  <a:pt x="376539" y="108582"/>
                </a:lnTo>
                <a:lnTo>
                  <a:pt x="376030" y="108578"/>
                </a:lnTo>
                <a:lnTo>
                  <a:pt x="375526" y="108566"/>
                </a:lnTo>
                <a:lnTo>
                  <a:pt x="375026" y="108546"/>
                </a:lnTo>
                <a:lnTo>
                  <a:pt x="374531" y="108517"/>
                </a:lnTo>
                <a:lnTo>
                  <a:pt x="374040" y="108481"/>
                </a:lnTo>
                <a:lnTo>
                  <a:pt x="373554" y="108436"/>
                </a:lnTo>
                <a:lnTo>
                  <a:pt x="373073" y="108383"/>
                </a:lnTo>
                <a:lnTo>
                  <a:pt x="372597" y="108322"/>
                </a:lnTo>
                <a:lnTo>
                  <a:pt x="372125" y="108253"/>
                </a:lnTo>
                <a:lnTo>
                  <a:pt x="371657" y="108176"/>
                </a:lnTo>
                <a:lnTo>
                  <a:pt x="371194" y="108091"/>
                </a:lnTo>
                <a:lnTo>
                  <a:pt x="370736" y="107997"/>
                </a:lnTo>
                <a:lnTo>
                  <a:pt x="370283" y="107895"/>
                </a:lnTo>
                <a:lnTo>
                  <a:pt x="369834" y="107786"/>
                </a:lnTo>
                <a:lnTo>
                  <a:pt x="369390" y="107668"/>
                </a:lnTo>
                <a:lnTo>
                  <a:pt x="368950" y="107542"/>
                </a:lnTo>
                <a:lnTo>
                  <a:pt x="368515" y="107408"/>
                </a:lnTo>
                <a:lnTo>
                  <a:pt x="368085" y="107265"/>
                </a:lnTo>
                <a:lnTo>
                  <a:pt x="367659" y="107115"/>
                </a:lnTo>
                <a:lnTo>
                  <a:pt x="367238" y="106957"/>
                </a:lnTo>
                <a:lnTo>
                  <a:pt x="366822" y="106790"/>
                </a:lnTo>
                <a:lnTo>
                  <a:pt x="366410" y="106615"/>
                </a:lnTo>
                <a:lnTo>
                  <a:pt x="366003" y="106432"/>
                </a:lnTo>
                <a:lnTo>
                  <a:pt x="365600" y="106241"/>
                </a:lnTo>
                <a:lnTo>
                  <a:pt x="365202" y="106043"/>
                </a:lnTo>
                <a:lnTo>
                  <a:pt x="364809" y="105839"/>
                </a:lnTo>
                <a:lnTo>
                  <a:pt x="364422" y="105628"/>
                </a:lnTo>
                <a:lnTo>
                  <a:pt x="364039" y="105411"/>
                </a:lnTo>
                <a:lnTo>
                  <a:pt x="363662" y="105189"/>
                </a:lnTo>
                <a:lnTo>
                  <a:pt x="363289" y="104960"/>
                </a:lnTo>
                <a:lnTo>
                  <a:pt x="362922" y="104724"/>
                </a:lnTo>
                <a:lnTo>
                  <a:pt x="362559" y="104483"/>
                </a:lnTo>
                <a:lnTo>
                  <a:pt x="362202" y="104236"/>
                </a:lnTo>
                <a:lnTo>
                  <a:pt x="361849" y="103982"/>
                </a:lnTo>
                <a:lnTo>
                  <a:pt x="361502" y="103722"/>
                </a:lnTo>
                <a:lnTo>
                  <a:pt x="361160" y="103456"/>
                </a:lnTo>
                <a:lnTo>
                  <a:pt x="360823" y="103184"/>
                </a:lnTo>
                <a:lnTo>
                  <a:pt x="360490" y="102905"/>
                </a:lnTo>
                <a:lnTo>
                  <a:pt x="360163" y="102621"/>
                </a:lnTo>
                <a:lnTo>
                  <a:pt x="359841" y="102330"/>
                </a:lnTo>
                <a:lnTo>
                  <a:pt x="359524" y="102033"/>
                </a:lnTo>
                <a:lnTo>
                  <a:pt x="359212" y="101730"/>
                </a:lnTo>
                <a:lnTo>
                  <a:pt x="358905" y="101421"/>
                </a:lnTo>
                <a:lnTo>
                  <a:pt x="358603" y="101106"/>
                </a:lnTo>
                <a:lnTo>
                  <a:pt x="358306" y="100784"/>
                </a:lnTo>
                <a:lnTo>
                  <a:pt x="358015" y="100457"/>
                </a:lnTo>
                <a:lnTo>
                  <a:pt x="357728" y="100123"/>
                </a:lnTo>
                <a:lnTo>
                  <a:pt x="357446" y="99783"/>
                </a:lnTo>
                <a:lnTo>
                  <a:pt x="357170" y="99437"/>
                </a:lnTo>
                <a:lnTo>
                  <a:pt x="356899" y="99087"/>
                </a:lnTo>
                <a:lnTo>
                  <a:pt x="356634" y="98733"/>
                </a:lnTo>
                <a:lnTo>
                  <a:pt x="356374" y="98373"/>
                </a:lnTo>
                <a:lnTo>
                  <a:pt x="356120" y="98009"/>
                </a:lnTo>
                <a:lnTo>
                  <a:pt x="355872" y="97641"/>
                </a:lnTo>
                <a:lnTo>
                  <a:pt x="355629" y="97268"/>
                </a:lnTo>
                <a:lnTo>
                  <a:pt x="355392" y="96890"/>
                </a:lnTo>
                <a:lnTo>
                  <a:pt x="355160" y="96507"/>
                </a:lnTo>
                <a:lnTo>
                  <a:pt x="354935" y="96120"/>
                </a:lnTo>
                <a:lnTo>
                  <a:pt x="354714" y="95729"/>
                </a:lnTo>
                <a:lnTo>
                  <a:pt x="354499" y="95332"/>
                </a:lnTo>
                <a:lnTo>
                  <a:pt x="354290" y="94932"/>
                </a:lnTo>
                <a:lnTo>
                  <a:pt x="354087" y="94526"/>
                </a:lnTo>
                <a:lnTo>
                  <a:pt x="353889" y="94116"/>
                </a:lnTo>
                <a:lnTo>
                  <a:pt x="353697" y="93701"/>
                </a:lnTo>
                <a:lnTo>
                  <a:pt x="353510" y="93282"/>
                </a:lnTo>
                <a:lnTo>
                  <a:pt x="353329" y="92858"/>
                </a:lnTo>
                <a:lnTo>
                  <a:pt x="353153" y="92429"/>
                </a:lnTo>
                <a:lnTo>
                  <a:pt x="352984" y="91996"/>
                </a:lnTo>
                <a:lnTo>
                  <a:pt x="352819" y="91558"/>
                </a:lnTo>
                <a:lnTo>
                  <a:pt x="352661" y="91115"/>
                </a:lnTo>
                <a:lnTo>
                  <a:pt x="352508" y="90668"/>
                </a:lnTo>
                <a:lnTo>
                  <a:pt x="352360" y="90216"/>
                </a:lnTo>
                <a:lnTo>
                  <a:pt x="352219" y="89761"/>
                </a:lnTo>
                <a:lnTo>
                  <a:pt x="352083" y="89303"/>
                </a:lnTo>
                <a:lnTo>
                  <a:pt x="351953" y="88842"/>
                </a:lnTo>
                <a:lnTo>
                  <a:pt x="351830" y="88378"/>
                </a:lnTo>
                <a:lnTo>
                  <a:pt x="351712" y="87912"/>
                </a:lnTo>
                <a:lnTo>
                  <a:pt x="351601" y="87444"/>
                </a:lnTo>
                <a:lnTo>
                  <a:pt x="351495" y="86972"/>
                </a:lnTo>
                <a:lnTo>
                  <a:pt x="351396" y="86498"/>
                </a:lnTo>
                <a:lnTo>
                  <a:pt x="351302" y="86021"/>
                </a:lnTo>
                <a:lnTo>
                  <a:pt x="351215" y="85542"/>
                </a:lnTo>
                <a:lnTo>
                  <a:pt x="351134" y="85060"/>
                </a:lnTo>
                <a:lnTo>
                  <a:pt x="351058" y="84575"/>
                </a:lnTo>
                <a:lnTo>
                  <a:pt x="350989" y="84088"/>
                </a:lnTo>
                <a:lnTo>
                  <a:pt x="350926" y="83598"/>
                </a:lnTo>
                <a:lnTo>
                  <a:pt x="350869" y="83105"/>
                </a:lnTo>
                <a:lnTo>
                  <a:pt x="350817" y="82610"/>
                </a:lnTo>
                <a:lnTo>
                  <a:pt x="350772" y="82112"/>
                </a:lnTo>
                <a:lnTo>
                  <a:pt x="350733" y="81611"/>
                </a:lnTo>
                <a:lnTo>
                  <a:pt x="350700" y="81107"/>
                </a:lnTo>
                <a:lnTo>
                  <a:pt x="350673" y="80601"/>
                </a:lnTo>
                <a:lnTo>
                  <a:pt x="350652" y="80093"/>
                </a:lnTo>
                <a:lnTo>
                  <a:pt x="350637" y="79600"/>
                </a:lnTo>
                <a:lnTo>
                  <a:pt x="409719" y="79600"/>
                </a:lnTo>
                <a:lnTo>
                  <a:pt x="409719" y="72910"/>
                </a:lnTo>
                <a:lnTo>
                  <a:pt x="409715" y="72146"/>
                </a:lnTo>
                <a:lnTo>
                  <a:pt x="409704" y="71388"/>
                </a:lnTo>
                <a:close/>
                <a:moveTo>
                  <a:pt x="351287" y="65996"/>
                </a:moveTo>
                <a:lnTo>
                  <a:pt x="351378" y="65436"/>
                </a:lnTo>
                <a:lnTo>
                  <a:pt x="351475" y="64884"/>
                </a:lnTo>
                <a:lnTo>
                  <a:pt x="351578" y="64337"/>
                </a:lnTo>
                <a:lnTo>
                  <a:pt x="351687" y="63797"/>
                </a:lnTo>
                <a:lnTo>
                  <a:pt x="351802" y="63263"/>
                </a:lnTo>
                <a:lnTo>
                  <a:pt x="351922" y="62736"/>
                </a:lnTo>
                <a:lnTo>
                  <a:pt x="352049" y="62216"/>
                </a:lnTo>
                <a:lnTo>
                  <a:pt x="352181" y="61701"/>
                </a:lnTo>
                <a:lnTo>
                  <a:pt x="352320" y="61194"/>
                </a:lnTo>
                <a:lnTo>
                  <a:pt x="352463" y="60692"/>
                </a:lnTo>
                <a:lnTo>
                  <a:pt x="352612" y="60197"/>
                </a:lnTo>
                <a:lnTo>
                  <a:pt x="352765" y="59709"/>
                </a:lnTo>
                <a:lnTo>
                  <a:pt x="352923" y="59227"/>
                </a:lnTo>
                <a:lnTo>
                  <a:pt x="353086" y="58751"/>
                </a:lnTo>
                <a:lnTo>
                  <a:pt x="353253" y="58282"/>
                </a:lnTo>
                <a:lnTo>
                  <a:pt x="353425" y="57820"/>
                </a:lnTo>
                <a:lnTo>
                  <a:pt x="353602" y="57363"/>
                </a:lnTo>
                <a:lnTo>
                  <a:pt x="353784" y="56914"/>
                </a:lnTo>
                <a:lnTo>
                  <a:pt x="353971" y="56470"/>
                </a:lnTo>
                <a:lnTo>
                  <a:pt x="354162" y="56033"/>
                </a:lnTo>
                <a:lnTo>
                  <a:pt x="354358" y="55603"/>
                </a:lnTo>
                <a:lnTo>
                  <a:pt x="354559" y="55179"/>
                </a:lnTo>
                <a:lnTo>
                  <a:pt x="354765" y="54762"/>
                </a:lnTo>
                <a:lnTo>
                  <a:pt x="354975" y="54350"/>
                </a:lnTo>
                <a:lnTo>
                  <a:pt x="355190" y="53946"/>
                </a:lnTo>
                <a:lnTo>
                  <a:pt x="355410" y="53548"/>
                </a:lnTo>
                <a:lnTo>
                  <a:pt x="355635" y="53156"/>
                </a:lnTo>
                <a:lnTo>
                  <a:pt x="355864" y="52771"/>
                </a:lnTo>
                <a:lnTo>
                  <a:pt x="356098" y="52392"/>
                </a:lnTo>
                <a:lnTo>
                  <a:pt x="356337" y="52019"/>
                </a:lnTo>
                <a:lnTo>
                  <a:pt x="356581" y="51653"/>
                </a:lnTo>
                <a:lnTo>
                  <a:pt x="356830" y="51294"/>
                </a:lnTo>
                <a:lnTo>
                  <a:pt x="357083" y="50941"/>
                </a:lnTo>
                <a:lnTo>
                  <a:pt x="357341" y="50595"/>
                </a:lnTo>
                <a:lnTo>
                  <a:pt x="357603" y="50255"/>
                </a:lnTo>
                <a:lnTo>
                  <a:pt x="357869" y="49924"/>
                </a:lnTo>
                <a:lnTo>
                  <a:pt x="358139" y="49599"/>
                </a:lnTo>
                <a:lnTo>
                  <a:pt x="358414" y="49281"/>
                </a:lnTo>
                <a:lnTo>
                  <a:pt x="358692" y="48971"/>
                </a:lnTo>
                <a:lnTo>
                  <a:pt x="358975" y="48667"/>
                </a:lnTo>
                <a:lnTo>
                  <a:pt x="359263" y="48371"/>
                </a:lnTo>
                <a:lnTo>
                  <a:pt x="359554" y="48082"/>
                </a:lnTo>
                <a:lnTo>
                  <a:pt x="359850" y="47800"/>
                </a:lnTo>
                <a:lnTo>
                  <a:pt x="360149" y="47525"/>
                </a:lnTo>
                <a:lnTo>
                  <a:pt x="360453" y="47258"/>
                </a:lnTo>
                <a:lnTo>
                  <a:pt x="360762" y="46997"/>
                </a:lnTo>
                <a:lnTo>
                  <a:pt x="361074" y="46744"/>
                </a:lnTo>
                <a:lnTo>
                  <a:pt x="361391" y="46498"/>
                </a:lnTo>
                <a:lnTo>
                  <a:pt x="361711" y="46258"/>
                </a:lnTo>
                <a:lnTo>
                  <a:pt x="362036" y="46027"/>
                </a:lnTo>
                <a:lnTo>
                  <a:pt x="362366" y="45802"/>
                </a:lnTo>
                <a:lnTo>
                  <a:pt x="362699" y="45584"/>
                </a:lnTo>
                <a:lnTo>
                  <a:pt x="363037" y="45374"/>
                </a:lnTo>
                <a:lnTo>
                  <a:pt x="363379" y="45171"/>
                </a:lnTo>
                <a:lnTo>
                  <a:pt x="363725" y="44974"/>
                </a:lnTo>
                <a:lnTo>
                  <a:pt x="364075" y="44785"/>
                </a:lnTo>
                <a:lnTo>
                  <a:pt x="364429" y="44604"/>
                </a:lnTo>
                <a:lnTo>
                  <a:pt x="364787" y="44429"/>
                </a:lnTo>
                <a:lnTo>
                  <a:pt x="365148" y="44262"/>
                </a:lnTo>
                <a:lnTo>
                  <a:pt x="365512" y="44102"/>
                </a:lnTo>
                <a:lnTo>
                  <a:pt x="365878" y="43950"/>
                </a:lnTo>
                <a:lnTo>
                  <a:pt x="366247" y="43805"/>
                </a:lnTo>
                <a:lnTo>
                  <a:pt x="366619" y="43668"/>
                </a:lnTo>
                <a:lnTo>
                  <a:pt x="366994" y="43538"/>
                </a:lnTo>
                <a:lnTo>
                  <a:pt x="367372" y="43415"/>
                </a:lnTo>
                <a:lnTo>
                  <a:pt x="367752" y="43300"/>
                </a:lnTo>
                <a:lnTo>
                  <a:pt x="368135" y="43192"/>
                </a:lnTo>
                <a:lnTo>
                  <a:pt x="368521" y="43092"/>
                </a:lnTo>
                <a:lnTo>
                  <a:pt x="368910" y="42999"/>
                </a:lnTo>
                <a:lnTo>
                  <a:pt x="369301" y="42914"/>
                </a:lnTo>
                <a:lnTo>
                  <a:pt x="369696" y="42836"/>
                </a:lnTo>
                <a:lnTo>
                  <a:pt x="370093" y="42765"/>
                </a:lnTo>
                <a:lnTo>
                  <a:pt x="370493" y="42702"/>
                </a:lnTo>
                <a:lnTo>
                  <a:pt x="370896" y="42646"/>
                </a:lnTo>
                <a:lnTo>
                  <a:pt x="371302" y="42598"/>
                </a:lnTo>
                <a:lnTo>
                  <a:pt x="371710" y="42557"/>
                </a:lnTo>
                <a:lnTo>
                  <a:pt x="372121" y="42524"/>
                </a:lnTo>
                <a:lnTo>
                  <a:pt x="372535" y="42498"/>
                </a:lnTo>
                <a:lnTo>
                  <a:pt x="372952" y="42479"/>
                </a:lnTo>
                <a:lnTo>
                  <a:pt x="373372" y="42468"/>
                </a:lnTo>
                <a:lnTo>
                  <a:pt x="373794" y="42464"/>
                </a:lnTo>
                <a:lnTo>
                  <a:pt x="374428" y="42470"/>
                </a:lnTo>
                <a:lnTo>
                  <a:pt x="375050" y="42489"/>
                </a:lnTo>
                <a:lnTo>
                  <a:pt x="375661" y="42520"/>
                </a:lnTo>
                <a:lnTo>
                  <a:pt x="376261" y="42563"/>
                </a:lnTo>
                <a:lnTo>
                  <a:pt x="376849" y="42618"/>
                </a:lnTo>
                <a:lnTo>
                  <a:pt x="377427" y="42686"/>
                </a:lnTo>
                <a:lnTo>
                  <a:pt x="377993" y="42765"/>
                </a:lnTo>
                <a:lnTo>
                  <a:pt x="378548" y="42858"/>
                </a:lnTo>
                <a:lnTo>
                  <a:pt x="379092" y="42962"/>
                </a:lnTo>
                <a:lnTo>
                  <a:pt x="379625" y="43079"/>
                </a:lnTo>
                <a:lnTo>
                  <a:pt x="380146" y="43208"/>
                </a:lnTo>
                <a:lnTo>
                  <a:pt x="380656" y="43350"/>
                </a:lnTo>
                <a:lnTo>
                  <a:pt x="381155" y="43503"/>
                </a:lnTo>
                <a:lnTo>
                  <a:pt x="381643" y="43669"/>
                </a:lnTo>
                <a:lnTo>
                  <a:pt x="382119" y="43848"/>
                </a:lnTo>
                <a:lnTo>
                  <a:pt x="382585" y="44038"/>
                </a:lnTo>
                <a:lnTo>
                  <a:pt x="383039" y="44241"/>
                </a:lnTo>
                <a:lnTo>
                  <a:pt x="383482" y="44457"/>
                </a:lnTo>
                <a:lnTo>
                  <a:pt x="383913" y="44684"/>
                </a:lnTo>
                <a:lnTo>
                  <a:pt x="384334" y="44924"/>
                </a:lnTo>
                <a:lnTo>
                  <a:pt x="384743" y="45176"/>
                </a:lnTo>
                <a:lnTo>
                  <a:pt x="385141" y="45440"/>
                </a:lnTo>
                <a:lnTo>
                  <a:pt x="385528" y="45717"/>
                </a:lnTo>
                <a:lnTo>
                  <a:pt x="385904" y="46006"/>
                </a:lnTo>
                <a:lnTo>
                  <a:pt x="386269" y="46305"/>
                </a:lnTo>
                <a:lnTo>
                  <a:pt x="386627" y="46610"/>
                </a:lnTo>
                <a:lnTo>
                  <a:pt x="386976" y="46921"/>
                </a:lnTo>
                <a:lnTo>
                  <a:pt x="387318" y="47240"/>
                </a:lnTo>
                <a:lnTo>
                  <a:pt x="387650" y="47565"/>
                </a:lnTo>
                <a:lnTo>
                  <a:pt x="387975" y="47897"/>
                </a:lnTo>
                <a:lnTo>
                  <a:pt x="388291" y="48235"/>
                </a:lnTo>
                <a:lnTo>
                  <a:pt x="388599" y="48581"/>
                </a:lnTo>
                <a:lnTo>
                  <a:pt x="388899" y="48933"/>
                </a:lnTo>
                <a:lnTo>
                  <a:pt x="389190" y="49291"/>
                </a:lnTo>
                <a:lnTo>
                  <a:pt x="389473" y="49657"/>
                </a:lnTo>
                <a:lnTo>
                  <a:pt x="389748" y="50029"/>
                </a:lnTo>
                <a:lnTo>
                  <a:pt x="390015" y="50408"/>
                </a:lnTo>
                <a:lnTo>
                  <a:pt x="390273" y="50793"/>
                </a:lnTo>
                <a:lnTo>
                  <a:pt x="390524" y="51185"/>
                </a:lnTo>
                <a:lnTo>
                  <a:pt x="390765" y="51584"/>
                </a:lnTo>
                <a:lnTo>
                  <a:pt x="390999" y="51990"/>
                </a:lnTo>
                <a:lnTo>
                  <a:pt x="391224" y="52403"/>
                </a:lnTo>
                <a:lnTo>
                  <a:pt x="391441" y="52822"/>
                </a:lnTo>
                <a:lnTo>
                  <a:pt x="391650" y="53247"/>
                </a:lnTo>
                <a:lnTo>
                  <a:pt x="391851" y="53680"/>
                </a:lnTo>
                <a:lnTo>
                  <a:pt x="392043" y="54119"/>
                </a:lnTo>
                <a:lnTo>
                  <a:pt x="392227" y="54565"/>
                </a:lnTo>
                <a:lnTo>
                  <a:pt x="392402" y="55018"/>
                </a:lnTo>
                <a:lnTo>
                  <a:pt x="392571" y="55474"/>
                </a:lnTo>
                <a:lnTo>
                  <a:pt x="392733" y="55932"/>
                </a:lnTo>
                <a:lnTo>
                  <a:pt x="392890" y="56391"/>
                </a:lnTo>
                <a:lnTo>
                  <a:pt x="393040" y="56851"/>
                </a:lnTo>
                <a:lnTo>
                  <a:pt x="393185" y="57312"/>
                </a:lnTo>
                <a:lnTo>
                  <a:pt x="393323" y="57774"/>
                </a:lnTo>
                <a:lnTo>
                  <a:pt x="393456" y="58237"/>
                </a:lnTo>
                <a:lnTo>
                  <a:pt x="393582" y="58701"/>
                </a:lnTo>
                <a:lnTo>
                  <a:pt x="393702" y="59167"/>
                </a:lnTo>
                <a:lnTo>
                  <a:pt x="393817" y="59633"/>
                </a:lnTo>
                <a:lnTo>
                  <a:pt x="393925" y="60101"/>
                </a:lnTo>
                <a:lnTo>
                  <a:pt x="394027" y="60570"/>
                </a:lnTo>
                <a:lnTo>
                  <a:pt x="394123" y="61040"/>
                </a:lnTo>
                <a:lnTo>
                  <a:pt x="394214" y="61511"/>
                </a:lnTo>
                <a:lnTo>
                  <a:pt x="394298" y="61983"/>
                </a:lnTo>
                <a:lnTo>
                  <a:pt x="394376" y="62456"/>
                </a:lnTo>
                <a:lnTo>
                  <a:pt x="394448" y="62931"/>
                </a:lnTo>
                <a:lnTo>
                  <a:pt x="394514" y="63406"/>
                </a:lnTo>
                <a:lnTo>
                  <a:pt x="394574" y="63883"/>
                </a:lnTo>
                <a:lnTo>
                  <a:pt x="394628" y="64360"/>
                </a:lnTo>
                <a:lnTo>
                  <a:pt x="394676" y="64839"/>
                </a:lnTo>
                <a:lnTo>
                  <a:pt x="394718" y="65319"/>
                </a:lnTo>
                <a:lnTo>
                  <a:pt x="394754" y="65800"/>
                </a:lnTo>
                <a:lnTo>
                  <a:pt x="394784" y="66282"/>
                </a:lnTo>
                <a:lnTo>
                  <a:pt x="394784" y="67410"/>
                </a:lnTo>
                <a:lnTo>
                  <a:pt x="351087" y="67410"/>
                </a:lnTo>
                <a:lnTo>
                  <a:pt x="351122" y="67134"/>
                </a:lnTo>
                <a:lnTo>
                  <a:pt x="351201" y="66562"/>
                </a:lnTo>
                <a:lnTo>
                  <a:pt x="351287" y="6599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Text (§3.5)">
            <a:extLst xmlns:a="http://schemas.openxmlformats.org/drawingml/2006/main">
              <a:ext uri="{FF2B5EF4-FFF2-40B4-BE49-F238E27FC236}">
                <a16:creationId xmlns:a16="http://schemas.microsoft.com/office/drawing/2014/main" id="{EF231A4D-007B-4E59-B647-90EF78A6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5778" y="200698"/>
            <a:ext cx="411712" cy="153567"/>
          </a:xfrm>
          <a:custGeom xmlns:a="http://schemas.openxmlformats.org/drawingml/2006/main">
            <a:pathLst>
              <a:path w="411712" h="153567">
                <a:moveTo>
                  <a:pt x="223662" y="63605"/>
                </a:moveTo>
                <a:lnTo>
                  <a:pt x="224127" y="63372"/>
                </a:lnTo>
                <a:lnTo>
                  <a:pt x="224585" y="63135"/>
                </a:lnTo>
                <a:lnTo>
                  <a:pt x="225034" y="62892"/>
                </a:lnTo>
                <a:lnTo>
                  <a:pt x="225476" y="62645"/>
                </a:lnTo>
                <a:lnTo>
                  <a:pt x="225909" y="62393"/>
                </a:lnTo>
                <a:lnTo>
                  <a:pt x="226335" y="62136"/>
                </a:lnTo>
                <a:lnTo>
                  <a:pt x="226753" y="61874"/>
                </a:lnTo>
                <a:lnTo>
                  <a:pt x="227164" y="61607"/>
                </a:lnTo>
                <a:lnTo>
                  <a:pt x="227566" y="61335"/>
                </a:lnTo>
                <a:lnTo>
                  <a:pt x="227960" y="61059"/>
                </a:lnTo>
                <a:lnTo>
                  <a:pt x="228347" y="60778"/>
                </a:lnTo>
                <a:lnTo>
                  <a:pt x="228726" y="60491"/>
                </a:lnTo>
                <a:lnTo>
                  <a:pt x="229097" y="60200"/>
                </a:lnTo>
                <a:lnTo>
                  <a:pt x="229460" y="59904"/>
                </a:lnTo>
                <a:lnTo>
                  <a:pt x="229815" y="59604"/>
                </a:lnTo>
                <a:lnTo>
                  <a:pt x="230163" y="59298"/>
                </a:lnTo>
                <a:lnTo>
                  <a:pt x="230502" y="58988"/>
                </a:lnTo>
                <a:lnTo>
                  <a:pt x="230834" y="58672"/>
                </a:lnTo>
                <a:lnTo>
                  <a:pt x="231158" y="58352"/>
                </a:lnTo>
                <a:lnTo>
                  <a:pt x="231474" y="58029"/>
                </a:lnTo>
                <a:lnTo>
                  <a:pt x="231784" y="57703"/>
                </a:lnTo>
                <a:lnTo>
                  <a:pt x="232086" y="57375"/>
                </a:lnTo>
                <a:lnTo>
                  <a:pt x="232382" y="57045"/>
                </a:lnTo>
                <a:lnTo>
                  <a:pt x="232670" y="56713"/>
                </a:lnTo>
                <a:lnTo>
                  <a:pt x="232952" y="56379"/>
                </a:lnTo>
                <a:lnTo>
                  <a:pt x="233226" y="56043"/>
                </a:lnTo>
                <a:lnTo>
                  <a:pt x="233494" y="55704"/>
                </a:lnTo>
                <a:lnTo>
                  <a:pt x="233755" y="55364"/>
                </a:lnTo>
                <a:lnTo>
                  <a:pt x="234008" y="55021"/>
                </a:lnTo>
                <a:lnTo>
                  <a:pt x="234255" y="54677"/>
                </a:lnTo>
                <a:lnTo>
                  <a:pt x="234495" y="54330"/>
                </a:lnTo>
                <a:lnTo>
                  <a:pt x="234727" y="53981"/>
                </a:lnTo>
                <a:lnTo>
                  <a:pt x="234953" y="53630"/>
                </a:lnTo>
                <a:lnTo>
                  <a:pt x="235172" y="53277"/>
                </a:lnTo>
                <a:lnTo>
                  <a:pt x="235384" y="52922"/>
                </a:lnTo>
                <a:lnTo>
                  <a:pt x="235588" y="52564"/>
                </a:lnTo>
                <a:lnTo>
                  <a:pt x="235786" y="52205"/>
                </a:lnTo>
                <a:lnTo>
                  <a:pt x="235977" y="51843"/>
                </a:lnTo>
                <a:lnTo>
                  <a:pt x="236161" y="51479"/>
                </a:lnTo>
                <a:lnTo>
                  <a:pt x="236338" y="51114"/>
                </a:lnTo>
                <a:lnTo>
                  <a:pt x="236508" y="50746"/>
                </a:lnTo>
                <a:lnTo>
                  <a:pt x="236671" y="50376"/>
                </a:lnTo>
                <a:lnTo>
                  <a:pt x="236827" y="50003"/>
                </a:lnTo>
                <a:lnTo>
                  <a:pt x="236976" y="49631"/>
                </a:lnTo>
                <a:lnTo>
                  <a:pt x="237119" y="49261"/>
                </a:lnTo>
                <a:lnTo>
                  <a:pt x="237256" y="48892"/>
                </a:lnTo>
                <a:lnTo>
                  <a:pt x="237386" y="48526"/>
                </a:lnTo>
                <a:lnTo>
                  <a:pt x="237510" y="48161"/>
                </a:lnTo>
                <a:lnTo>
                  <a:pt x="237627" y="47798"/>
                </a:lnTo>
                <a:lnTo>
                  <a:pt x="237739" y="47437"/>
                </a:lnTo>
                <a:lnTo>
                  <a:pt x="237843" y="47078"/>
                </a:lnTo>
                <a:lnTo>
                  <a:pt x="237942" y="46720"/>
                </a:lnTo>
                <a:lnTo>
                  <a:pt x="238034" y="46365"/>
                </a:lnTo>
                <a:lnTo>
                  <a:pt x="238120" y="46011"/>
                </a:lnTo>
                <a:lnTo>
                  <a:pt x="238199" y="45659"/>
                </a:lnTo>
                <a:lnTo>
                  <a:pt x="238272" y="45309"/>
                </a:lnTo>
                <a:lnTo>
                  <a:pt x="238339" y="44961"/>
                </a:lnTo>
                <a:lnTo>
                  <a:pt x="238399" y="44615"/>
                </a:lnTo>
                <a:lnTo>
                  <a:pt x="238453" y="44271"/>
                </a:lnTo>
                <a:lnTo>
                  <a:pt x="238501" y="43928"/>
                </a:lnTo>
                <a:lnTo>
                  <a:pt x="238542" y="43588"/>
                </a:lnTo>
                <a:lnTo>
                  <a:pt x="238577" y="43249"/>
                </a:lnTo>
                <a:lnTo>
                  <a:pt x="238606" y="42912"/>
                </a:lnTo>
                <a:lnTo>
                  <a:pt x="238628" y="42577"/>
                </a:lnTo>
                <a:lnTo>
                  <a:pt x="238644" y="42244"/>
                </a:lnTo>
                <a:lnTo>
                  <a:pt x="238653" y="41912"/>
                </a:lnTo>
                <a:lnTo>
                  <a:pt x="238657" y="41583"/>
                </a:lnTo>
                <a:lnTo>
                  <a:pt x="238650" y="40776"/>
                </a:lnTo>
                <a:lnTo>
                  <a:pt x="238629" y="39981"/>
                </a:lnTo>
                <a:lnTo>
                  <a:pt x="238595" y="39196"/>
                </a:lnTo>
                <a:lnTo>
                  <a:pt x="238547" y="38423"/>
                </a:lnTo>
                <a:lnTo>
                  <a:pt x="238485" y="37660"/>
                </a:lnTo>
                <a:lnTo>
                  <a:pt x="238410" y="36909"/>
                </a:lnTo>
                <a:lnTo>
                  <a:pt x="238321" y="36169"/>
                </a:lnTo>
                <a:lnTo>
                  <a:pt x="238218" y="35440"/>
                </a:lnTo>
                <a:lnTo>
                  <a:pt x="238102" y="34722"/>
                </a:lnTo>
                <a:lnTo>
                  <a:pt x="237971" y="34015"/>
                </a:lnTo>
                <a:lnTo>
                  <a:pt x="237828" y="33319"/>
                </a:lnTo>
                <a:lnTo>
                  <a:pt x="237670" y="32634"/>
                </a:lnTo>
                <a:lnTo>
                  <a:pt x="237499" y="31960"/>
                </a:lnTo>
                <a:lnTo>
                  <a:pt x="237314" y="31298"/>
                </a:lnTo>
                <a:lnTo>
                  <a:pt x="237115" y="30646"/>
                </a:lnTo>
                <a:lnTo>
                  <a:pt x="236903" y="30006"/>
                </a:lnTo>
                <a:lnTo>
                  <a:pt x="236676" y="29376"/>
                </a:lnTo>
                <a:lnTo>
                  <a:pt x="236437" y="28758"/>
                </a:lnTo>
                <a:lnTo>
                  <a:pt x="236183" y="28150"/>
                </a:lnTo>
                <a:lnTo>
                  <a:pt x="235916" y="27554"/>
                </a:lnTo>
                <a:lnTo>
                  <a:pt x="235635" y="26969"/>
                </a:lnTo>
                <a:lnTo>
                  <a:pt x="235340" y="26395"/>
                </a:lnTo>
                <a:lnTo>
                  <a:pt x="235032" y="25832"/>
                </a:lnTo>
                <a:lnTo>
                  <a:pt x="234710" y="25280"/>
                </a:lnTo>
                <a:lnTo>
                  <a:pt x="234375" y="24739"/>
                </a:lnTo>
                <a:lnTo>
                  <a:pt x="234030" y="24209"/>
                </a:lnTo>
                <a:lnTo>
                  <a:pt x="233674" y="23690"/>
                </a:lnTo>
                <a:lnTo>
                  <a:pt x="233307" y="23183"/>
                </a:lnTo>
                <a:lnTo>
                  <a:pt x="232928" y="22687"/>
                </a:lnTo>
                <a:lnTo>
                  <a:pt x="232539" y="22202"/>
                </a:lnTo>
                <a:lnTo>
                  <a:pt x="232139" y="21728"/>
                </a:lnTo>
                <a:lnTo>
                  <a:pt x="231728" y="21265"/>
                </a:lnTo>
                <a:lnTo>
                  <a:pt x="231306" y="20814"/>
                </a:lnTo>
                <a:lnTo>
                  <a:pt x="230873" y="20374"/>
                </a:lnTo>
                <a:lnTo>
                  <a:pt x="230429" y="19945"/>
                </a:lnTo>
                <a:lnTo>
                  <a:pt x="229974" y="19527"/>
                </a:lnTo>
                <a:lnTo>
                  <a:pt x="229508" y="19121"/>
                </a:lnTo>
                <a:lnTo>
                  <a:pt x="229031" y="18725"/>
                </a:lnTo>
                <a:lnTo>
                  <a:pt x="228543" y="18341"/>
                </a:lnTo>
                <a:lnTo>
                  <a:pt x="228044" y="17968"/>
                </a:lnTo>
                <a:lnTo>
                  <a:pt x="227534" y="17607"/>
                </a:lnTo>
                <a:lnTo>
                  <a:pt x="227014" y="17256"/>
                </a:lnTo>
                <a:lnTo>
                  <a:pt x="226482" y="16917"/>
                </a:lnTo>
                <a:lnTo>
                  <a:pt x="225939" y="16589"/>
                </a:lnTo>
                <a:lnTo>
                  <a:pt x="225385" y="16272"/>
                </a:lnTo>
                <a:lnTo>
                  <a:pt x="224821" y="15966"/>
                </a:lnTo>
                <a:lnTo>
                  <a:pt x="224245" y="15671"/>
                </a:lnTo>
                <a:lnTo>
                  <a:pt x="223659" y="15388"/>
                </a:lnTo>
                <a:lnTo>
                  <a:pt x="223063" y="15116"/>
                </a:lnTo>
                <a:lnTo>
                  <a:pt x="222458" y="14856"/>
                </a:lnTo>
                <a:lnTo>
                  <a:pt x="221846" y="14607"/>
                </a:lnTo>
                <a:lnTo>
                  <a:pt x="221225" y="14370"/>
                </a:lnTo>
                <a:lnTo>
                  <a:pt x="220596" y="14144"/>
                </a:lnTo>
                <a:lnTo>
                  <a:pt x="219959" y="13930"/>
                </a:lnTo>
                <a:lnTo>
                  <a:pt x="219313" y="13728"/>
                </a:lnTo>
                <a:lnTo>
                  <a:pt x="218659" y="13537"/>
                </a:lnTo>
                <a:lnTo>
                  <a:pt x="217998" y="13357"/>
                </a:lnTo>
                <a:lnTo>
                  <a:pt x="217327" y="13190"/>
                </a:lnTo>
                <a:lnTo>
                  <a:pt x="216649" y="13033"/>
                </a:lnTo>
                <a:lnTo>
                  <a:pt x="215962" y="12889"/>
                </a:lnTo>
                <a:lnTo>
                  <a:pt x="215268" y="12756"/>
                </a:lnTo>
                <a:lnTo>
                  <a:pt x="214565" y="12634"/>
                </a:lnTo>
                <a:lnTo>
                  <a:pt x="213853" y="12524"/>
                </a:lnTo>
                <a:lnTo>
                  <a:pt x="213134" y="12426"/>
                </a:lnTo>
                <a:lnTo>
                  <a:pt x="212406" y="12339"/>
                </a:lnTo>
                <a:lnTo>
                  <a:pt x="211670" y="12264"/>
                </a:lnTo>
                <a:lnTo>
                  <a:pt x="210926" y="12200"/>
                </a:lnTo>
                <a:lnTo>
                  <a:pt x="210174" y="12148"/>
                </a:lnTo>
                <a:lnTo>
                  <a:pt x="209413" y="12108"/>
                </a:lnTo>
                <a:lnTo>
                  <a:pt x="208644" y="12079"/>
                </a:lnTo>
                <a:lnTo>
                  <a:pt x="207867" y="12062"/>
                </a:lnTo>
                <a:lnTo>
                  <a:pt x="207082" y="12056"/>
                </a:lnTo>
                <a:lnTo>
                  <a:pt x="206285" y="12062"/>
                </a:lnTo>
                <a:lnTo>
                  <a:pt x="205496" y="12083"/>
                </a:lnTo>
                <a:lnTo>
                  <a:pt x="204715" y="12116"/>
                </a:lnTo>
                <a:lnTo>
                  <a:pt x="203942" y="12163"/>
                </a:lnTo>
                <a:lnTo>
                  <a:pt x="203177" y="12224"/>
                </a:lnTo>
                <a:lnTo>
                  <a:pt x="202420" y="12297"/>
                </a:lnTo>
                <a:lnTo>
                  <a:pt x="201671" y="12385"/>
                </a:lnTo>
                <a:lnTo>
                  <a:pt x="200931" y="12485"/>
                </a:lnTo>
                <a:lnTo>
                  <a:pt x="200198" y="12599"/>
                </a:lnTo>
                <a:lnTo>
                  <a:pt x="199474" y="12727"/>
                </a:lnTo>
                <a:lnTo>
                  <a:pt x="198757" y="12868"/>
                </a:lnTo>
                <a:lnTo>
                  <a:pt x="198049" y="13022"/>
                </a:lnTo>
                <a:lnTo>
                  <a:pt x="197349" y="13190"/>
                </a:lnTo>
                <a:lnTo>
                  <a:pt x="196657" y="13371"/>
                </a:lnTo>
                <a:lnTo>
                  <a:pt x="195973" y="13566"/>
                </a:lnTo>
                <a:lnTo>
                  <a:pt x="195297" y="13774"/>
                </a:lnTo>
                <a:lnTo>
                  <a:pt x="194630" y="13995"/>
                </a:lnTo>
                <a:lnTo>
                  <a:pt x="193970" y="14230"/>
                </a:lnTo>
                <a:lnTo>
                  <a:pt x="193319" y="14479"/>
                </a:lnTo>
                <a:lnTo>
                  <a:pt x="192675" y="14741"/>
                </a:lnTo>
                <a:lnTo>
                  <a:pt x="192040" y="15016"/>
                </a:lnTo>
                <a:lnTo>
                  <a:pt x="191413" y="15304"/>
                </a:lnTo>
                <a:lnTo>
                  <a:pt x="190794" y="15606"/>
                </a:lnTo>
                <a:lnTo>
                  <a:pt x="190183" y="15922"/>
                </a:lnTo>
                <a:lnTo>
                  <a:pt x="189581" y="16248"/>
                </a:lnTo>
                <a:lnTo>
                  <a:pt x="188991" y="16584"/>
                </a:lnTo>
                <a:lnTo>
                  <a:pt x="188413" y="16929"/>
                </a:lnTo>
                <a:lnTo>
                  <a:pt x="187845" y="17283"/>
                </a:lnTo>
                <a:lnTo>
                  <a:pt x="187289" y="17647"/>
                </a:lnTo>
                <a:lnTo>
                  <a:pt x="186745" y="18019"/>
                </a:lnTo>
                <a:lnTo>
                  <a:pt x="186211" y="18401"/>
                </a:lnTo>
                <a:lnTo>
                  <a:pt x="185690" y="18792"/>
                </a:lnTo>
                <a:lnTo>
                  <a:pt x="185179" y="19192"/>
                </a:lnTo>
                <a:lnTo>
                  <a:pt x="184680" y="19602"/>
                </a:lnTo>
                <a:lnTo>
                  <a:pt x="184192" y="20021"/>
                </a:lnTo>
                <a:lnTo>
                  <a:pt x="183715" y="20448"/>
                </a:lnTo>
                <a:lnTo>
                  <a:pt x="183250" y="20885"/>
                </a:lnTo>
                <a:lnTo>
                  <a:pt x="182796" y="21332"/>
                </a:lnTo>
                <a:lnTo>
                  <a:pt x="182353" y="21787"/>
                </a:lnTo>
                <a:lnTo>
                  <a:pt x="181922" y="22252"/>
                </a:lnTo>
                <a:lnTo>
                  <a:pt x="181502" y="22726"/>
                </a:lnTo>
                <a:lnTo>
                  <a:pt x="181094" y="23209"/>
                </a:lnTo>
                <a:lnTo>
                  <a:pt x="180696" y="23701"/>
                </a:lnTo>
                <a:lnTo>
                  <a:pt x="180311" y="24202"/>
                </a:lnTo>
                <a:lnTo>
                  <a:pt x="179936" y="24713"/>
                </a:lnTo>
                <a:lnTo>
                  <a:pt x="179573" y="25233"/>
                </a:lnTo>
                <a:lnTo>
                  <a:pt x="179221" y="25762"/>
                </a:lnTo>
                <a:lnTo>
                  <a:pt x="178880" y="26300"/>
                </a:lnTo>
                <a:lnTo>
                  <a:pt x="178552" y="26846"/>
                </a:lnTo>
                <a:lnTo>
                  <a:pt x="178238" y="27396"/>
                </a:lnTo>
                <a:lnTo>
                  <a:pt x="177938" y="27951"/>
                </a:lnTo>
                <a:lnTo>
                  <a:pt x="177652" y="28511"/>
                </a:lnTo>
                <a:lnTo>
                  <a:pt x="177380" y="29077"/>
                </a:lnTo>
                <a:lnTo>
                  <a:pt x="177122" y="29647"/>
                </a:lnTo>
                <a:lnTo>
                  <a:pt x="176878" y="30222"/>
                </a:lnTo>
                <a:lnTo>
                  <a:pt x="176648" y="30802"/>
                </a:lnTo>
                <a:lnTo>
                  <a:pt x="176431" y="31387"/>
                </a:lnTo>
                <a:lnTo>
                  <a:pt x="176229" y="31977"/>
                </a:lnTo>
                <a:lnTo>
                  <a:pt x="176041" y="32572"/>
                </a:lnTo>
                <a:lnTo>
                  <a:pt x="175866" y="33172"/>
                </a:lnTo>
                <a:lnTo>
                  <a:pt x="175706" y="33777"/>
                </a:lnTo>
                <a:lnTo>
                  <a:pt x="175559" y="34387"/>
                </a:lnTo>
                <a:lnTo>
                  <a:pt x="175427" y="35002"/>
                </a:lnTo>
                <a:lnTo>
                  <a:pt x="175308" y="35622"/>
                </a:lnTo>
                <a:lnTo>
                  <a:pt x="175204" y="36247"/>
                </a:lnTo>
                <a:lnTo>
                  <a:pt x="175113" y="36877"/>
                </a:lnTo>
                <a:lnTo>
                  <a:pt x="175036" y="37511"/>
                </a:lnTo>
                <a:lnTo>
                  <a:pt x="174973" y="38151"/>
                </a:lnTo>
                <a:lnTo>
                  <a:pt x="174925" y="38796"/>
                </a:lnTo>
                <a:lnTo>
                  <a:pt x="174890" y="39446"/>
                </a:lnTo>
                <a:lnTo>
                  <a:pt x="174869" y="40100"/>
                </a:lnTo>
                <a:lnTo>
                  <a:pt x="174862" y="40760"/>
                </a:lnTo>
                <a:lnTo>
                  <a:pt x="188137" y="40760"/>
                </a:lnTo>
                <a:lnTo>
                  <a:pt x="188142" y="40310"/>
                </a:lnTo>
                <a:lnTo>
                  <a:pt x="188154" y="39865"/>
                </a:lnTo>
                <a:lnTo>
                  <a:pt x="188175" y="39424"/>
                </a:lnTo>
                <a:lnTo>
                  <a:pt x="188204" y="38989"/>
                </a:lnTo>
                <a:lnTo>
                  <a:pt x="188242" y="38559"/>
                </a:lnTo>
                <a:lnTo>
                  <a:pt x="188288" y="38133"/>
                </a:lnTo>
                <a:lnTo>
                  <a:pt x="188342" y="37713"/>
                </a:lnTo>
                <a:lnTo>
                  <a:pt x="188404" y="37298"/>
                </a:lnTo>
                <a:lnTo>
                  <a:pt x="188475" y="36887"/>
                </a:lnTo>
                <a:lnTo>
                  <a:pt x="188555" y="36482"/>
                </a:lnTo>
                <a:lnTo>
                  <a:pt x="188642" y="36081"/>
                </a:lnTo>
                <a:lnTo>
                  <a:pt x="188738" y="35686"/>
                </a:lnTo>
                <a:lnTo>
                  <a:pt x="188843" y="35295"/>
                </a:lnTo>
                <a:lnTo>
                  <a:pt x="188955" y="34909"/>
                </a:lnTo>
                <a:lnTo>
                  <a:pt x="189076" y="34529"/>
                </a:lnTo>
                <a:lnTo>
                  <a:pt x="189206" y="34153"/>
                </a:lnTo>
                <a:lnTo>
                  <a:pt x="189344" y="33782"/>
                </a:lnTo>
                <a:lnTo>
                  <a:pt x="189490" y="33416"/>
                </a:lnTo>
                <a:lnTo>
                  <a:pt x="189644" y="33055"/>
                </a:lnTo>
                <a:lnTo>
                  <a:pt x="189807" y="32700"/>
                </a:lnTo>
                <a:lnTo>
                  <a:pt x="189978" y="32349"/>
                </a:lnTo>
                <a:lnTo>
                  <a:pt x="190157" y="32003"/>
                </a:lnTo>
                <a:lnTo>
                  <a:pt x="190345" y="31662"/>
                </a:lnTo>
                <a:lnTo>
                  <a:pt x="190541" y="31326"/>
                </a:lnTo>
                <a:lnTo>
                  <a:pt x="190745" y="30995"/>
                </a:lnTo>
                <a:lnTo>
                  <a:pt x="190955" y="30671"/>
                </a:lnTo>
                <a:lnTo>
                  <a:pt x="191171" y="30353"/>
                </a:lnTo>
                <a:lnTo>
                  <a:pt x="191394" y="30042"/>
                </a:lnTo>
                <a:lnTo>
                  <a:pt x="191624" y="29737"/>
                </a:lnTo>
                <a:lnTo>
                  <a:pt x="191860" y="29438"/>
                </a:lnTo>
                <a:lnTo>
                  <a:pt x="192102" y="29146"/>
                </a:lnTo>
                <a:lnTo>
                  <a:pt x="192351" y="28860"/>
                </a:lnTo>
                <a:lnTo>
                  <a:pt x="192607" y="28580"/>
                </a:lnTo>
                <a:lnTo>
                  <a:pt x="192869" y="28306"/>
                </a:lnTo>
                <a:lnTo>
                  <a:pt x="193137" y="28039"/>
                </a:lnTo>
                <a:lnTo>
                  <a:pt x="193412" y="27779"/>
                </a:lnTo>
                <a:lnTo>
                  <a:pt x="193693" y="27524"/>
                </a:lnTo>
                <a:lnTo>
                  <a:pt x="193981" y="27276"/>
                </a:lnTo>
                <a:lnTo>
                  <a:pt x="194275" y="27034"/>
                </a:lnTo>
                <a:lnTo>
                  <a:pt x="194576" y="26799"/>
                </a:lnTo>
                <a:lnTo>
                  <a:pt x="194883" y="26570"/>
                </a:lnTo>
                <a:lnTo>
                  <a:pt x="195197" y="26347"/>
                </a:lnTo>
                <a:lnTo>
                  <a:pt x="195517" y="26130"/>
                </a:lnTo>
                <a:lnTo>
                  <a:pt x="195844" y="25920"/>
                </a:lnTo>
                <a:lnTo>
                  <a:pt x="196177" y="25716"/>
                </a:lnTo>
                <a:lnTo>
                  <a:pt x="196516" y="25519"/>
                </a:lnTo>
                <a:lnTo>
                  <a:pt x="196862" y="25328"/>
                </a:lnTo>
                <a:lnTo>
                  <a:pt x="197215" y="25143"/>
                </a:lnTo>
                <a:lnTo>
                  <a:pt x="197573" y="24965"/>
                </a:lnTo>
                <a:lnTo>
                  <a:pt x="197936" y="24795"/>
                </a:lnTo>
                <a:lnTo>
                  <a:pt x="198303" y="24632"/>
                </a:lnTo>
                <a:lnTo>
                  <a:pt x="198675" y="24477"/>
                </a:lnTo>
                <a:lnTo>
                  <a:pt x="199052" y="24329"/>
                </a:lnTo>
                <a:lnTo>
                  <a:pt x="199433" y="24189"/>
                </a:lnTo>
                <a:lnTo>
                  <a:pt x="199819" y="24057"/>
                </a:lnTo>
                <a:lnTo>
                  <a:pt x="200209" y="23932"/>
                </a:lnTo>
                <a:lnTo>
                  <a:pt x="200604" y="23815"/>
                </a:lnTo>
                <a:lnTo>
                  <a:pt x="201004" y="23705"/>
                </a:lnTo>
                <a:lnTo>
                  <a:pt x="201408" y="23603"/>
                </a:lnTo>
                <a:lnTo>
                  <a:pt x="201817" y="23508"/>
                </a:lnTo>
                <a:lnTo>
                  <a:pt x="202230" y="23421"/>
                </a:lnTo>
                <a:lnTo>
                  <a:pt x="202648" y="23342"/>
                </a:lnTo>
                <a:lnTo>
                  <a:pt x="203071" y="23270"/>
                </a:lnTo>
                <a:lnTo>
                  <a:pt x="203498" y="23205"/>
                </a:lnTo>
                <a:lnTo>
                  <a:pt x="203930" y="23149"/>
                </a:lnTo>
                <a:lnTo>
                  <a:pt x="204366" y="23100"/>
                </a:lnTo>
                <a:lnTo>
                  <a:pt x="204808" y="23058"/>
                </a:lnTo>
                <a:lnTo>
                  <a:pt x="205253" y="23024"/>
                </a:lnTo>
                <a:lnTo>
                  <a:pt x="205704" y="22997"/>
                </a:lnTo>
                <a:lnTo>
                  <a:pt x="206158" y="22978"/>
                </a:lnTo>
                <a:lnTo>
                  <a:pt x="206618" y="22967"/>
                </a:lnTo>
                <a:lnTo>
                  <a:pt x="207082" y="22963"/>
                </a:lnTo>
                <a:lnTo>
                  <a:pt x="207593" y="22967"/>
                </a:lnTo>
                <a:lnTo>
                  <a:pt x="208096" y="22978"/>
                </a:lnTo>
                <a:lnTo>
                  <a:pt x="208591" y="22996"/>
                </a:lnTo>
                <a:lnTo>
                  <a:pt x="209079" y="23021"/>
                </a:lnTo>
                <a:lnTo>
                  <a:pt x="209560" y="23053"/>
                </a:lnTo>
                <a:lnTo>
                  <a:pt x="210033" y="23093"/>
                </a:lnTo>
                <a:lnTo>
                  <a:pt x="210499" y="23140"/>
                </a:lnTo>
                <a:lnTo>
                  <a:pt x="210957" y="23194"/>
                </a:lnTo>
                <a:lnTo>
                  <a:pt x="211408" y="23255"/>
                </a:lnTo>
                <a:lnTo>
                  <a:pt x="211851" y="23324"/>
                </a:lnTo>
                <a:lnTo>
                  <a:pt x="212287" y="23400"/>
                </a:lnTo>
                <a:lnTo>
                  <a:pt x="212715" y="23482"/>
                </a:lnTo>
                <a:lnTo>
                  <a:pt x="213136" y="23573"/>
                </a:lnTo>
                <a:lnTo>
                  <a:pt x="213550" y="23670"/>
                </a:lnTo>
                <a:lnTo>
                  <a:pt x="213955" y="23774"/>
                </a:lnTo>
                <a:lnTo>
                  <a:pt x="214354" y="23886"/>
                </a:lnTo>
                <a:lnTo>
                  <a:pt x="214745" y="24005"/>
                </a:lnTo>
                <a:lnTo>
                  <a:pt x="215128" y="24131"/>
                </a:lnTo>
                <a:lnTo>
                  <a:pt x="215504" y="24265"/>
                </a:lnTo>
                <a:lnTo>
                  <a:pt x="215873" y="24405"/>
                </a:lnTo>
                <a:lnTo>
                  <a:pt x="216234" y="24553"/>
                </a:lnTo>
                <a:lnTo>
                  <a:pt x="216587" y="24708"/>
                </a:lnTo>
                <a:lnTo>
                  <a:pt x="216933" y="24870"/>
                </a:lnTo>
                <a:lnTo>
                  <a:pt x="217272" y="25040"/>
                </a:lnTo>
                <a:lnTo>
                  <a:pt x="217603" y="25216"/>
                </a:lnTo>
                <a:lnTo>
                  <a:pt x="217928" y="25400"/>
                </a:lnTo>
                <a:lnTo>
                  <a:pt x="218245" y="25590"/>
                </a:lnTo>
                <a:lnTo>
                  <a:pt x="218556" y="25788"/>
                </a:lnTo>
                <a:lnTo>
                  <a:pt x="218859" y="25992"/>
                </a:lnTo>
                <a:lnTo>
                  <a:pt x="219156" y="26204"/>
                </a:lnTo>
                <a:lnTo>
                  <a:pt x="219445" y="26422"/>
                </a:lnTo>
                <a:lnTo>
                  <a:pt x="219728" y="26647"/>
                </a:lnTo>
                <a:lnTo>
                  <a:pt x="220003" y="26880"/>
                </a:lnTo>
                <a:lnTo>
                  <a:pt x="220272" y="27119"/>
                </a:lnTo>
                <a:lnTo>
                  <a:pt x="220534" y="27365"/>
                </a:lnTo>
                <a:lnTo>
                  <a:pt x="220788" y="27618"/>
                </a:lnTo>
                <a:lnTo>
                  <a:pt x="221036" y="27878"/>
                </a:lnTo>
                <a:lnTo>
                  <a:pt x="221277" y="28145"/>
                </a:lnTo>
                <a:lnTo>
                  <a:pt x="221510" y="28420"/>
                </a:lnTo>
                <a:lnTo>
                  <a:pt x="221737" y="28701"/>
                </a:lnTo>
                <a:lnTo>
                  <a:pt x="221957" y="28989"/>
                </a:lnTo>
                <a:lnTo>
                  <a:pt x="222170" y="29284"/>
                </a:lnTo>
                <a:lnTo>
                  <a:pt x="222376" y="29586"/>
                </a:lnTo>
                <a:lnTo>
                  <a:pt x="222574" y="29895"/>
                </a:lnTo>
                <a:lnTo>
                  <a:pt x="222766" y="30211"/>
                </a:lnTo>
                <a:lnTo>
                  <a:pt x="222951" y="30533"/>
                </a:lnTo>
                <a:lnTo>
                  <a:pt x="223129" y="30863"/>
                </a:lnTo>
                <a:lnTo>
                  <a:pt x="223300" y="31200"/>
                </a:lnTo>
                <a:lnTo>
                  <a:pt x="223464" y="31544"/>
                </a:lnTo>
                <a:lnTo>
                  <a:pt x="223621" y="31894"/>
                </a:lnTo>
                <a:lnTo>
                  <a:pt x="223771" y="32251"/>
                </a:lnTo>
                <a:lnTo>
                  <a:pt x="223914" y="32614"/>
                </a:lnTo>
                <a:lnTo>
                  <a:pt x="224050" y="32985"/>
                </a:lnTo>
                <a:lnTo>
                  <a:pt x="224179" y="33362"/>
                </a:lnTo>
                <a:lnTo>
                  <a:pt x="224301" y="33745"/>
                </a:lnTo>
                <a:lnTo>
                  <a:pt x="224416" y="34136"/>
                </a:lnTo>
                <a:lnTo>
                  <a:pt x="224524" y="34533"/>
                </a:lnTo>
                <a:lnTo>
                  <a:pt x="224626" y="34937"/>
                </a:lnTo>
                <a:lnTo>
                  <a:pt x="224720" y="35348"/>
                </a:lnTo>
                <a:lnTo>
                  <a:pt x="224807" y="35765"/>
                </a:lnTo>
                <a:lnTo>
                  <a:pt x="224887" y="36189"/>
                </a:lnTo>
                <a:lnTo>
                  <a:pt x="224960" y="36620"/>
                </a:lnTo>
                <a:lnTo>
                  <a:pt x="225027" y="37058"/>
                </a:lnTo>
                <a:lnTo>
                  <a:pt x="225086" y="37502"/>
                </a:lnTo>
                <a:lnTo>
                  <a:pt x="225138" y="37953"/>
                </a:lnTo>
                <a:lnTo>
                  <a:pt x="225184" y="38411"/>
                </a:lnTo>
                <a:lnTo>
                  <a:pt x="225222" y="38875"/>
                </a:lnTo>
                <a:lnTo>
                  <a:pt x="225253" y="39346"/>
                </a:lnTo>
                <a:lnTo>
                  <a:pt x="225278" y="39824"/>
                </a:lnTo>
                <a:lnTo>
                  <a:pt x="225295" y="40309"/>
                </a:lnTo>
                <a:lnTo>
                  <a:pt x="225306" y="40800"/>
                </a:lnTo>
                <a:lnTo>
                  <a:pt x="225309" y="41298"/>
                </a:lnTo>
                <a:lnTo>
                  <a:pt x="225305" y="41720"/>
                </a:lnTo>
                <a:lnTo>
                  <a:pt x="225294" y="42138"/>
                </a:lnTo>
                <a:lnTo>
                  <a:pt x="225274" y="42553"/>
                </a:lnTo>
                <a:lnTo>
                  <a:pt x="225246" y="42964"/>
                </a:lnTo>
                <a:lnTo>
                  <a:pt x="225211" y="43371"/>
                </a:lnTo>
                <a:lnTo>
                  <a:pt x="225168" y="43775"/>
                </a:lnTo>
                <a:lnTo>
                  <a:pt x="225117" y="44175"/>
                </a:lnTo>
                <a:lnTo>
                  <a:pt x="225058" y="44572"/>
                </a:lnTo>
                <a:lnTo>
                  <a:pt x="224991" y="44965"/>
                </a:lnTo>
                <a:lnTo>
                  <a:pt x="224917" y="45355"/>
                </a:lnTo>
                <a:lnTo>
                  <a:pt x="224834" y="45741"/>
                </a:lnTo>
                <a:lnTo>
                  <a:pt x="224744" y="46123"/>
                </a:lnTo>
                <a:lnTo>
                  <a:pt x="224646" y="46502"/>
                </a:lnTo>
                <a:lnTo>
                  <a:pt x="224540" y="46877"/>
                </a:lnTo>
                <a:lnTo>
                  <a:pt x="224426" y="47248"/>
                </a:lnTo>
                <a:lnTo>
                  <a:pt x="224305" y="47616"/>
                </a:lnTo>
                <a:lnTo>
                  <a:pt x="224175" y="47980"/>
                </a:lnTo>
                <a:lnTo>
                  <a:pt x="224038" y="48341"/>
                </a:lnTo>
                <a:lnTo>
                  <a:pt x="223893" y="48698"/>
                </a:lnTo>
                <a:lnTo>
                  <a:pt x="223739" y="49052"/>
                </a:lnTo>
                <a:lnTo>
                  <a:pt x="223579" y="49401"/>
                </a:lnTo>
                <a:lnTo>
                  <a:pt x="223410" y="49748"/>
                </a:lnTo>
                <a:lnTo>
                  <a:pt x="223233" y="50090"/>
                </a:lnTo>
                <a:lnTo>
                  <a:pt x="223049" y="50430"/>
                </a:lnTo>
                <a:lnTo>
                  <a:pt x="222856" y="50764"/>
                </a:lnTo>
                <a:lnTo>
                  <a:pt x="222656" y="51092"/>
                </a:lnTo>
                <a:lnTo>
                  <a:pt x="222448" y="51414"/>
                </a:lnTo>
                <a:lnTo>
                  <a:pt x="222232" y="51730"/>
                </a:lnTo>
                <a:lnTo>
                  <a:pt x="222007" y="52041"/>
                </a:lnTo>
                <a:lnTo>
                  <a:pt x="221775" y="52345"/>
                </a:lnTo>
                <a:lnTo>
                  <a:pt x="221535" y="52643"/>
                </a:lnTo>
                <a:lnTo>
                  <a:pt x="221287" y="52936"/>
                </a:lnTo>
                <a:lnTo>
                  <a:pt x="221031" y="53222"/>
                </a:lnTo>
                <a:lnTo>
                  <a:pt x="220766" y="53503"/>
                </a:lnTo>
                <a:lnTo>
                  <a:pt x="220494" y="53777"/>
                </a:lnTo>
                <a:lnTo>
                  <a:pt x="220214" y="54046"/>
                </a:lnTo>
                <a:lnTo>
                  <a:pt x="219926" y="54308"/>
                </a:lnTo>
                <a:lnTo>
                  <a:pt x="219630" y="54565"/>
                </a:lnTo>
                <a:lnTo>
                  <a:pt x="219326" y="54815"/>
                </a:lnTo>
                <a:lnTo>
                  <a:pt x="219014" y="55060"/>
                </a:lnTo>
                <a:lnTo>
                  <a:pt x="218694" y="55299"/>
                </a:lnTo>
                <a:lnTo>
                  <a:pt x="218366" y="55532"/>
                </a:lnTo>
                <a:lnTo>
                  <a:pt x="218031" y="55758"/>
                </a:lnTo>
                <a:lnTo>
                  <a:pt x="217687" y="55979"/>
                </a:lnTo>
                <a:lnTo>
                  <a:pt x="217335" y="56194"/>
                </a:lnTo>
                <a:lnTo>
                  <a:pt x="216975" y="56403"/>
                </a:lnTo>
                <a:lnTo>
                  <a:pt x="216607" y="56606"/>
                </a:lnTo>
                <a:lnTo>
                  <a:pt x="216232" y="56803"/>
                </a:lnTo>
                <a:lnTo>
                  <a:pt x="215848" y="56993"/>
                </a:lnTo>
                <a:lnTo>
                  <a:pt x="215455" y="57175"/>
                </a:lnTo>
                <a:lnTo>
                  <a:pt x="215055" y="57348"/>
                </a:lnTo>
                <a:lnTo>
                  <a:pt x="214646" y="57514"/>
                </a:lnTo>
                <a:lnTo>
                  <a:pt x="214229" y="57672"/>
                </a:lnTo>
                <a:lnTo>
                  <a:pt x="213803" y="57821"/>
                </a:lnTo>
                <a:lnTo>
                  <a:pt x="213369" y="57963"/>
                </a:lnTo>
                <a:lnTo>
                  <a:pt x="212927" y="58096"/>
                </a:lnTo>
                <a:lnTo>
                  <a:pt x="212476" y="58221"/>
                </a:lnTo>
                <a:lnTo>
                  <a:pt x="212017" y="58338"/>
                </a:lnTo>
                <a:lnTo>
                  <a:pt x="211549" y="58448"/>
                </a:lnTo>
                <a:lnTo>
                  <a:pt x="211074" y="58549"/>
                </a:lnTo>
                <a:lnTo>
                  <a:pt x="210590" y="58642"/>
                </a:lnTo>
                <a:lnTo>
                  <a:pt x="210097" y="58726"/>
                </a:lnTo>
                <a:lnTo>
                  <a:pt x="209597" y="58803"/>
                </a:lnTo>
                <a:lnTo>
                  <a:pt x="209087" y="58872"/>
                </a:lnTo>
                <a:lnTo>
                  <a:pt x="208570" y="58932"/>
                </a:lnTo>
                <a:lnTo>
                  <a:pt x="208044" y="58985"/>
                </a:lnTo>
                <a:lnTo>
                  <a:pt x="207510" y="59029"/>
                </a:lnTo>
                <a:lnTo>
                  <a:pt x="206967" y="59066"/>
                </a:lnTo>
                <a:lnTo>
                  <a:pt x="206417" y="59094"/>
                </a:lnTo>
                <a:lnTo>
                  <a:pt x="205857" y="59114"/>
                </a:lnTo>
                <a:lnTo>
                  <a:pt x="205290" y="59126"/>
                </a:lnTo>
                <a:lnTo>
                  <a:pt x="204714" y="59131"/>
                </a:lnTo>
                <a:lnTo>
                  <a:pt x="195242" y="59131"/>
                </a:lnTo>
                <a:lnTo>
                  <a:pt x="195242" y="62073"/>
                </a:lnTo>
                <a:lnTo>
                  <a:pt x="195242" y="67168"/>
                </a:lnTo>
                <a:lnTo>
                  <a:pt x="195242" y="70038"/>
                </a:lnTo>
                <a:lnTo>
                  <a:pt x="204714" y="70038"/>
                </a:lnTo>
                <a:lnTo>
                  <a:pt x="205273" y="70042"/>
                </a:lnTo>
                <a:lnTo>
                  <a:pt x="205826" y="70052"/>
                </a:lnTo>
                <a:lnTo>
                  <a:pt x="206373" y="70070"/>
                </a:lnTo>
                <a:lnTo>
                  <a:pt x="206914" y="70095"/>
                </a:lnTo>
                <a:lnTo>
                  <a:pt x="207448" y="70127"/>
                </a:lnTo>
                <a:lnTo>
                  <a:pt x="207977" y="70166"/>
                </a:lnTo>
                <a:lnTo>
                  <a:pt x="208499" y="70212"/>
                </a:lnTo>
                <a:lnTo>
                  <a:pt x="209016" y="70266"/>
                </a:lnTo>
                <a:lnTo>
                  <a:pt x="209526" y="70326"/>
                </a:lnTo>
                <a:lnTo>
                  <a:pt x="210030" y="70394"/>
                </a:lnTo>
                <a:lnTo>
                  <a:pt x="210528" y="70469"/>
                </a:lnTo>
                <a:lnTo>
                  <a:pt x="211020" y="70550"/>
                </a:lnTo>
                <a:lnTo>
                  <a:pt x="211506" y="70639"/>
                </a:lnTo>
                <a:lnTo>
                  <a:pt x="211985" y="70736"/>
                </a:lnTo>
                <a:lnTo>
                  <a:pt x="212459" y="70839"/>
                </a:lnTo>
                <a:lnTo>
                  <a:pt x="212927" y="70949"/>
                </a:lnTo>
                <a:lnTo>
                  <a:pt x="213388" y="71066"/>
                </a:lnTo>
                <a:lnTo>
                  <a:pt x="213843" y="71191"/>
                </a:lnTo>
                <a:lnTo>
                  <a:pt x="214292" y="71323"/>
                </a:lnTo>
                <a:lnTo>
                  <a:pt x="214736" y="71461"/>
                </a:lnTo>
                <a:lnTo>
                  <a:pt x="215173" y="71607"/>
                </a:lnTo>
                <a:lnTo>
                  <a:pt x="215603" y="71760"/>
                </a:lnTo>
                <a:lnTo>
                  <a:pt x="216028" y="71920"/>
                </a:lnTo>
                <a:lnTo>
                  <a:pt x="216447" y="72088"/>
                </a:lnTo>
                <a:lnTo>
                  <a:pt x="216859" y="72262"/>
                </a:lnTo>
                <a:lnTo>
                  <a:pt x="217262" y="72444"/>
                </a:lnTo>
                <a:lnTo>
                  <a:pt x="217658" y="72633"/>
                </a:lnTo>
                <a:lnTo>
                  <a:pt x="218046" y="72830"/>
                </a:lnTo>
                <a:lnTo>
                  <a:pt x="218427" y="73035"/>
                </a:lnTo>
                <a:lnTo>
                  <a:pt x="218799" y="73246"/>
                </a:lnTo>
                <a:lnTo>
                  <a:pt x="219164" y="73466"/>
                </a:lnTo>
                <a:lnTo>
                  <a:pt x="219521" y="73693"/>
                </a:lnTo>
                <a:lnTo>
                  <a:pt x="219869" y="73927"/>
                </a:lnTo>
                <a:lnTo>
                  <a:pt x="220211" y="74169"/>
                </a:lnTo>
                <a:lnTo>
                  <a:pt x="220544" y="74418"/>
                </a:lnTo>
                <a:lnTo>
                  <a:pt x="220869" y="74675"/>
                </a:lnTo>
                <a:lnTo>
                  <a:pt x="221187" y="74939"/>
                </a:lnTo>
                <a:lnTo>
                  <a:pt x="221496" y="75211"/>
                </a:lnTo>
                <a:lnTo>
                  <a:pt x="221798" y="75491"/>
                </a:lnTo>
                <a:lnTo>
                  <a:pt x="222092" y="75777"/>
                </a:lnTo>
                <a:lnTo>
                  <a:pt x="222378" y="76072"/>
                </a:lnTo>
                <a:lnTo>
                  <a:pt x="222656" y="76374"/>
                </a:lnTo>
                <a:lnTo>
                  <a:pt x="222927" y="76683"/>
                </a:lnTo>
                <a:lnTo>
                  <a:pt x="223189" y="77000"/>
                </a:lnTo>
                <a:lnTo>
                  <a:pt x="223444" y="77324"/>
                </a:lnTo>
                <a:lnTo>
                  <a:pt x="223691" y="77656"/>
                </a:lnTo>
                <a:lnTo>
                  <a:pt x="223930" y="77995"/>
                </a:lnTo>
                <a:lnTo>
                  <a:pt x="224161" y="78342"/>
                </a:lnTo>
                <a:lnTo>
                  <a:pt x="224384" y="78697"/>
                </a:lnTo>
                <a:lnTo>
                  <a:pt x="224597" y="79059"/>
                </a:lnTo>
                <a:lnTo>
                  <a:pt x="224800" y="79430"/>
                </a:lnTo>
                <a:lnTo>
                  <a:pt x="224994" y="79809"/>
                </a:lnTo>
                <a:lnTo>
                  <a:pt x="225179" y="80196"/>
                </a:lnTo>
                <a:lnTo>
                  <a:pt x="225354" y="80591"/>
                </a:lnTo>
                <a:lnTo>
                  <a:pt x="225520" y="80994"/>
                </a:lnTo>
                <a:lnTo>
                  <a:pt x="225676" y="81405"/>
                </a:lnTo>
                <a:lnTo>
                  <a:pt x="225823" y="81825"/>
                </a:lnTo>
                <a:lnTo>
                  <a:pt x="225960" y="82252"/>
                </a:lnTo>
                <a:lnTo>
                  <a:pt x="226088" y="82688"/>
                </a:lnTo>
                <a:lnTo>
                  <a:pt x="226206" y="83132"/>
                </a:lnTo>
                <a:lnTo>
                  <a:pt x="226315" y="83583"/>
                </a:lnTo>
                <a:lnTo>
                  <a:pt x="226415" y="84043"/>
                </a:lnTo>
                <a:lnTo>
                  <a:pt x="226504" y="84512"/>
                </a:lnTo>
                <a:lnTo>
                  <a:pt x="226585" y="84988"/>
                </a:lnTo>
                <a:lnTo>
                  <a:pt x="226656" y="85472"/>
                </a:lnTo>
                <a:lnTo>
                  <a:pt x="226718" y="85965"/>
                </a:lnTo>
                <a:lnTo>
                  <a:pt x="226770" y="86465"/>
                </a:lnTo>
                <a:lnTo>
                  <a:pt x="226812" y="86974"/>
                </a:lnTo>
                <a:lnTo>
                  <a:pt x="226845" y="87491"/>
                </a:lnTo>
                <a:lnTo>
                  <a:pt x="226869" y="88016"/>
                </a:lnTo>
                <a:lnTo>
                  <a:pt x="226883" y="88549"/>
                </a:lnTo>
                <a:lnTo>
                  <a:pt x="226888" y="89090"/>
                </a:lnTo>
                <a:lnTo>
                  <a:pt x="226884" y="89632"/>
                </a:lnTo>
                <a:lnTo>
                  <a:pt x="226871" y="90165"/>
                </a:lnTo>
                <a:lnTo>
                  <a:pt x="226850" y="90691"/>
                </a:lnTo>
                <a:lnTo>
                  <a:pt x="226821" y="91209"/>
                </a:lnTo>
                <a:lnTo>
                  <a:pt x="226784" y="91719"/>
                </a:lnTo>
                <a:lnTo>
                  <a:pt x="226738" y="92222"/>
                </a:lnTo>
                <a:lnTo>
                  <a:pt x="226683" y="92717"/>
                </a:lnTo>
                <a:lnTo>
                  <a:pt x="226621" y="93204"/>
                </a:lnTo>
                <a:lnTo>
                  <a:pt x="226550" y="93683"/>
                </a:lnTo>
                <a:lnTo>
                  <a:pt x="226471" y="94155"/>
                </a:lnTo>
                <a:lnTo>
                  <a:pt x="226383" y="94619"/>
                </a:lnTo>
                <a:lnTo>
                  <a:pt x="226287" y="95075"/>
                </a:lnTo>
                <a:lnTo>
                  <a:pt x="226183" y="95524"/>
                </a:lnTo>
                <a:lnTo>
                  <a:pt x="226070" y="95964"/>
                </a:lnTo>
                <a:lnTo>
                  <a:pt x="225949" y="96397"/>
                </a:lnTo>
                <a:lnTo>
                  <a:pt x="225820" y="96823"/>
                </a:lnTo>
                <a:lnTo>
                  <a:pt x="225682" y="97240"/>
                </a:lnTo>
                <a:lnTo>
                  <a:pt x="225536" y="97650"/>
                </a:lnTo>
                <a:lnTo>
                  <a:pt x="225381" y="98052"/>
                </a:lnTo>
                <a:lnTo>
                  <a:pt x="225219" y="98446"/>
                </a:lnTo>
                <a:lnTo>
                  <a:pt x="225047" y="98833"/>
                </a:lnTo>
                <a:lnTo>
                  <a:pt x="224868" y="99212"/>
                </a:lnTo>
                <a:lnTo>
                  <a:pt x="224680" y="99583"/>
                </a:lnTo>
                <a:lnTo>
                  <a:pt x="224484" y="99946"/>
                </a:lnTo>
                <a:lnTo>
                  <a:pt x="224280" y="100302"/>
                </a:lnTo>
                <a:lnTo>
                  <a:pt x="224069" y="100650"/>
                </a:lnTo>
                <a:lnTo>
                  <a:pt x="223852" y="100990"/>
                </a:lnTo>
                <a:lnTo>
                  <a:pt x="223627" y="101323"/>
                </a:lnTo>
                <a:lnTo>
                  <a:pt x="223395" y="101648"/>
                </a:lnTo>
                <a:lnTo>
                  <a:pt x="223156" y="101966"/>
                </a:lnTo>
                <a:lnTo>
                  <a:pt x="222911" y="102276"/>
                </a:lnTo>
                <a:lnTo>
                  <a:pt x="222658" y="102578"/>
                </a:lnTo>
                <a:lnTo>
                  <a:pt x="222398" y="102873"/>
                </a:lnTo>
                <a:lnTo>
                  <a:pt x="222132" y="103160"/>
                </a:lnTo>
                <a:lnTo>
                  <a:pt x="221858" y="103439"/>
                </a:lnTo>
                <a:lnTo>
                  <a:pt x="221578" y="103711"/>
                </a:lnTo>
                <a:lnTo>
                  <a:pt x="221290" y="103975"/>
                </a:lnTo>
                <a:lnTo>
                  <a:pt x="220996" y="104232"/>
                </a:lnTo>
                <a:lnTo>
                  <a:pt x="220694" y="104481"/>
                </a:lnTo>
                <a:lnTo>
                  <a:pt x="220386" y="104722"/>
                </a:lnTo>
                <a:lnTo>
                  <a:pt x="220070" y="104956"/>
                </a:lnTo>
                <a:lnTo>
                  <a:pt x="219748" y="105183"/>
                </a:lnTo>
                <a:lnTo>
                  <a:pt x="219418" y="105401"/>
                </a:lnTo>
                <a:lnTo>
                  <a:pt x="219082" y="105612"/>
                </a:lnTo>
                <a:lnTo>
                  <a:pt x="218739" y="105816"/>
                </a:lnTo>
                <a:lnTo>
                  <a:pt x="218388" y="106011"/>
                </a:lnTo>
                <a:lnTo>
                  <a:pt x="218031" y="106200"/>
                </a:lnTo>
                <a:lnTo>
                  <a:pt x="217667" y="106380"/>
                </a:lnTo>
                <a:lnTo>
                  <a:pt x="217296" y="106553"/>
                </a:lnTo>
                <a:lnTo>
                  <a:pt x="216919" y="106719"/>
                </a:lnTo>
                <a:lnTo>
                  <a:pt x="216537" y="106877"/>
                </a:lnTo>
                <a:lnTo>
                  <a:pt x="216149" y="107028"/>
                </a:lnTo>
                <a:lnTo>
                  <a:pt x="215755" y="107172"/>
                </a:lnTo>
                <a:lnTo>
                  <a:pt x="215355" y="107308"/>
                </a:lnTo>
                <a:lnTo>
                  <a:pt x="214949" y="107437"/>
                </a:lnTo>
                <a:lnTo>
                  <a:pt x="214537" y="107559"/>
                </a:lnTo>
                <a:lnTo>
                  <a:pt x="214120" y="107673"/>
                </a:lnTo>
                <a:lnTo>
                  <a:pt x="213696" y="107780"/>
                </a:lnTo>
                <a:lnTo>
                  <a:pt x="213267" y="107879"/>
                </a:lnTo>
                <a:lnTo>
                  <a:pt x="212832" y="107971"/>
                </a:lnTo>
                <a:lnTo>
                  <a:pt x="212391" y="108056"/>
                </a:lnTo>
                <a:lnTo>
                  <a:pt x="211944" y="108133"/>
                </a:lnTo>
                <a:lnTo>
                  <a:pt x="211491" y="108203"/>
                </a:lnTo>
                <a:lnTo>
                  <a:pt x="211033" y="108266"/>
                </a:lnTo>
                <a:lnTo>
                  <a:pt x="210569" y="108321"/>
                </a:lnTo>
                <a:lnTo>
                  <a:pt x="210098" y="108369"/>
                </a:lnTo>
                <a:lnTo>
                  <a:pt x="209622" y="108410"/>
                </a:lnTo>
                <a:lnTo>
                  <a:pt x="209140" y="108443"/>
                </a:lnTo>
                <a:lnTo>
                  <a:pt x="208652" y="108468"/>
                </a:lnTo>
                <a:lnTo>
                  <a:pt x="208159" y="108487"/>
                </a:lnTo>
                <a:lnTo>
                  <a:pt x="207659" y="108498"/>
                </a:lnTo>
                <a:lnTo>
                  <a:pt x="207154" y="108502"/>
                </a:lnTo>
                <a:lnTo>
                  <a:pt x="206648" y="108498"/>
                </a:lnTo>
                <a:lnTo>
                  <a:pt x="206148" y="108486"/>
                </a:lnTo>
                <a:lnTo>
                  <a:pt x="205654" y="108466"/>
                </a:lnTo>
                <a:lnTo>
                  <a:pt x="205166" y="108439"/>
                </a:lnTo>
                <a:lnTo>
                  <a:pt x="204682" y="108403"/>
                </a:lnTo>
                <a:lnTo>
                  <a:pt x="204205" y="108360"/>
                </a:lnTo>
                <a:lnTo>
                  <a:pt x="203733" y="108309"/>
                </a:lnTo>
                <a:lnTo>
                  <a:pt x="203267" y="108249"/>
                </a:lnTo>
                <a:lnTo>
                  <a:pt x="202806" y="108182"/>
                </a:lnTo>
                <a:lnTo>
                  <a:pt x="202351" y="108108"/>
                </a:lnTo>
                <a:lnTo>
                  <a:pt x="201902" y="108025"/>
                </a:lnTo>
                <a:lnTo>
                  <a:pt x="201458" y="107934"/>
                </a:lnTo>
                <a:lnTo>
                  <a:pt x="201020" y="107836"/>
                </a:lnTo>
                <a:lnTo>
                  <a:pt x="200587" y="107729"/>
                </a:lnTo>
                <a:lnTo>
                  <a:pt x="200160" y="107615"/>
                </a:lnTo>
                <a:lnTo>
                  <a:pt x="199739" y="107493"/>
                </a:lnTo>
                <a:lnTo>
                  <a:pt x="199323" y="107363"/>
                </a:lnTo>
                <a:lnTo>
                  <a:pt x="198913" y="107225"/>
                </a:lnTo>
                <a:lnTo>
                  <a:pt x="198508" y="107079"/>
                </a:lnTo>
                <a:lnTo>
                  <a:pt x="198109" y="106926"/>
                </a:lnTo>
                <a:lnTo>
                  <a:pt x="197716" y="106764"/>
                </a:lnTo>
                <a:lnTo>
                  <a:pt x="197328" y="106595"/>
                </a:lnTo>
                <a:lnTo>
                  <a:pt x="196946" y="106417"/>
                </a:lnTo>
                <a:lnTo>
                  <a:pt x="196569" y="106232"/>
                </a:lnTo>
                <a:lnTo>
                  <a:pt x="196199" y="106040"/>
                </a:lnTo>
                <a:lnTo>
                  <a:pt x="195836" y="105841"/>
                </a:lnTo>
                <a:lnTo>
                  <a:pt x="195480" y="105636"/>
                </a:lnTo>
                <a:lnTo>
                  <a:pt x="195132" y="105425"/>
                </a:lnTo>
                <a:lnTo>
                  <a:pt x="194791" y="105207"/>
                </a:lnTo>
                <a:lnTo>
                  <a:pt x="194457" y="104983"/>
                </a:lnTo>
                <a:lnTo>
                  <a:pt x="194130" y="104752"/>
                </a:lnTo>
                <a:lnTo>
                  <a:pt x="193810" y="104515"/>
                </a:lnTo>
                <a:lnTo>
                  <a:pt x="193498" y="104272"/>
                </a:lnTo>
                <a:lnTo>
                  <a:pt x="193193" y="104022"/>
                </a:lnTo>
                <a:lnTo>
                  <a:pt x="192895" y="103766"/>
                </a:lnTo>
                <a:lnTo>
                  <a:pt x="192604" y="103504"/>
                </a:lnTo>
                <a:lnTo>
                  <a:pt x="192321" y="103235"/>
                </a:lnTo>
                <a:lnTo>
                  <a:pt x="192045" y="102960"/>
                </a:lnTo>
                <a:lnTo>
                  <a:pt x="191776" y="102678"/>
                </a:lnTo>
                <a:lnTo>
                  <a:pt x="191514" y="102390"/>
                </a:lnTo>
                <a:lnTo>
                  <a:pt x="191260" y="102096"/>
                </a:lnTo>
                <a:lnTo>
                  <a:pt x="191012" y="101795"/>
                </a:lnTo>
                <a:lnTo>
                  <a:pt x="190772" y="101488"/>
                </a:lnTo>
                <a:lnTo>
                  <a:pt x="190539" y="101174"/>
                </a:lnTo>
                <a:lnTo>
                  <a:pt x="190314" y="100855"/>
                </a:lnTo>
                <a:lnTo>
                  <a:pt x="190095" y="100528"/>
                </a:lnTo>
                <a:lnTo>
                  <a:pt x="189884" y="100196"/>
                </a:lnTo>
                <a:lnTo>
                  <a:pt x="189680" y="99857"/>
                </a:lnTo>
                <a:lnTo>
                  <a:pt x="189484" y="99512"/>
                </a:lnTo>
                <a:lnTo>
                  <a:pt x="189296" y="99163"/>
                </a:lnTo>
                <a:lnTo>
                  <a:pt x="189117" y="98809"/>
                </a:lnTo>
                <a:lnTo>
                  <a:pt x="188946" y="98450"/>
                </a:lnTo>
                <a:lnTo>
                  <a:pt x="188783" y="98086"/>
                </a:lnTo>
                <a:lnTo>
                  <a:pt x="188628" y="97718"/>
                </a:lnTo>
                <a:lnTo>
                  <a:pt x="188482" y="97345"/>
                </a:lnTo>
                <a:lnTo>
                  <a:pt x="188345" y="96967"/>
                </a:lnTo>
                <a:lnTo>
                  <a:pt x="188215" y="96585"/>
                </a:lnTo>
                <a:lnTo>
                  <a:pt x="188094" y="96197"/>
                </a:lnTo>
                <a:lnTo>
                  <a:pt x="187982" y="95805"/>
                </a:lnTo>
                <a:lnTo>
                  <a:pt x="187877" y="95408"/>
                </a:lnTo>
                <a:lnTo>
                  <a:pt x="187781" y="95007"/>
                </a:lnTo>
                <a:lnTo>
                  <a:pt x="187694" y="94600"/>
                </a:lnTo>
                <a:lnTo>
                  <a:pt x="187614" y="94189"/>
                </a:lnTo>
                <a:lnTo>
                  <a:pt x="187543" y="93773"/>
                </a:lnTo>
                <a:lnTo>
                  <a:pt x="187481" y="93352"/>
                </a:lnTo>
                <a:lnTo>
                  <a:pt x="187426" y="92927"/>
                </a:lnTo>
                <a:lnTo>
                  <a:pt x="187381" y="92497"/>
                </a:lnTo>
                <a:lnTo>
                  <a:pt x="187343" y="92062"/>
                </a:lnTo>
                <a:lnTo>
                  <a:pt x="187314" y="91622"/>
                </a:lnTo>
                <a:lnTo>
                  <a:pt x="187293" y="91178"/>
                </a:lnTo>
                <a:lnTo>
                  <a:pt x="187280" y="90728"/>
                </a:lnTo>
                <a:lnTo>
                  <a:pt x="187276" y="90274"/>
                </a:lnTo>
                <a:lnTo>
                  <a:pt x="174001" y="90274"/>
                </a:lnTo>
                <a:lnTo>
                  <a:pt x="174005" y="90853"/>
                </a:lnTo>
                <a:lnTo>
                  <a:pt x="174019" y="91427"/>
                </a:lnTo>
                <a:lnTo>
                  <a:pt x="174041" y="91995"/>
                </a:lnTo>
                <a:lnTo>
                  <a:pt x="174072" y="92558"/>
                </a:lnTo>
                <a:lnTo>
                  <a:pt x="174113" y="93115"/>
                </a:lnTo>
                <a:lnTo>
                  <a:pt x="174162" y="93667"/>
                </a:lnTo>
                <a:lnTo>
                  <a:pt x="174220" y="94214"/>
                </a:lnTo>
                <a:lnTo>
                  <a:pt x="174288" y="94755"/>
                </a:lnTo>
                <a:lnTo>
                  <a:pt x="174364" y="95291"/>
                </a:lnTo>
                <a:lnTo>
                  <a:pt x="174449" y="95821"/>
                </a:lnTo>
                <a:lnTo>
                  <a:pt x="174543" y="96347"/>
                </a:lnTo>
                <a:lnTo>
                  <a:pt x="174646" y="96866"/>
                </a:lnTo>
                <a:lnTo>
                  <a:pt x="174759" y="97381"/>
                </a:lnTo>
                <a:lnTo>
                  <a:pt x="174880" y="97890"/>
                </a:lnTo>
                <a:lnTo>
                  <a:pt x="175010" y="98393"/>
                </a:lnTo>
                <a:lnTo>
                  <a:pt x="175149" y="98892"/>
                </a:lnTo>
                <a:lnTo>
                  <a:pt x="175297" y="99385"/>
                </a:lnTo>
                <a:lnTo>
                  <a:pt x="175454" y="99872"/>
                </a:lnTo>
                <a:lnTo>
                  <a:pt x="175620" y="100354"/>
                </a:lnTo>
                <a:lnTo>
                  <a:pt x="175795" y="100831"/>
                </a:lnTo>
                <a:lnTo>
                  <a:pt x="175978" y="101303"/>
                </a:lnTo>
                <a:lnTo>
                  <a:pt x="176171" y="101769"/>
                </a:lnTo>
                <a:lnTo>
                  <a:pt x="176373" y="102229"/>
                </a:lnTo>
                <a:lnTo>
                  <a:pt x="176584" y="102685"/>
                </a:lnTo>
                <a:lnTo>
                  <a:pt x="176803" y="103134"/>
                </a:lnTo>
                <a:lnTo>
                  <a:pt x="177028" y="103578"/>
                </a:lnTo>
                <a:lnTo>
                  <a:pt x="177261" y="104015"/>
                </a:lnTo>
                <a:lnTo>
                  <a:pt x="177501" y="104447"/>
                </a:lnTo>
                <a:lnTo>
                  <a:pt x="177748" y="104873"/>
                </a:lnTo>
                <a:lnTo>
                  <a:pt x="178001" y="105292"/>
                </a:lnTo>
                <a:lnTo>
                  <a:pt x="178262" y="105706"/>
                </a:lnTo>
                <a:lnTo>
                  <a:pt x="178529" y="106114"/>
                </a:lnTo>
                <a:lnTo>
                  <a:pt x="178804" y="106515"/>
                </a:lnTo>
                <a:lnTo>
                  <a:pt x="179086" y="106911"/>
                </a:lnTo>
                <a:lnTo>
                  <a:pt x="179374" y="107301"/>
                </a:lnTo>
                <a:lnTo>
                  <a:pt x="179670" y="107684"/>
                </a:lnTo>
                <a:lnTo>
                  <a:pt x="179972" y="108062"/>
                </a:lnTo>
                <a:lnTo>
                  <a:pt x="180282" y="108434"/>
                </a:lnTo>
                <a:lnTo>
                  <a:pt x="180598" y="108799"/>
                </a:lnTo>
                <a:lnTo>
                  <a:pt x="180921" y="109159"/>
                </a:lnTo>
                <a:lnTo>
                  <a:pt x="181252" y="109513"/>
                </a:lnTo>
                <a:lnTo>
                  <a:pt x="181589" y="109860"/>
                </a:lnTo>
                <a:lnTo>
                  <a:pt x="181934" y="110202"/>
                </a:lnTo>
                <a:lnTo>
                  <a:pt x="182285" y="110538"/>
                </a:lnTo>
                <a:lnTo>
                  <a:pt x="182643" y="110867"/>
                </a:lnTo>
                <a:lnTo>
                  <a:pt x="183009" y="111191"/>
                </a:lnTo>
                <a:lnTo>
                  <a:pt x="183381" y="111509"/>
                </a:lnTo>
                <a:lnTo>
                  <a:pt x="183760" y="111821"/>
                </a:lnTo>
                <a:lnTo>
                  <a:pt x="184145" y="112126"/>
                </a:lnTo>
                <a:lnTo>
                  <a:pt x="184535" y="112426"/>
                </a:lnTo>
                <a:lnTo>
                  <a:pt x="184930" y="112719"/>
                </a:lnTo>
                <a:lnTo>
                  <a:pt x="185330" y="113006"/>
                </a:lnTo>
                <a:lnTo>
                  <a:pt x="185734" y="113288"/>
                </a:lnTo>
                <a:lnTo>
                  <a:pt x="186144" y="113563"/>
                </a:lnTo>
                <a:lnTo>
                  <a:pt x="186558" y="113832"/>
                </a:lnTo>
                <a:lnTo>
                  <a:pt x="186977" y="114094"/>
                </a:lnTo>
                <a:lnTo>
                  <a:pt x="187401" y="114351"/>
                </a:lnTo>
                <a:lnTo>
                  <a:pt x="187830" y="114602"/>
                </a:lnTo>
                <a:lnTo>
                  <a:pt x="188264" y="114846"/>
                </a:lnTo>
                <a:lnTo>
                  <a:pt x="188702" y="115085"/>
                </a:lnTo>
                <a:lnTo>
                  <a:pt x="189146" y="115317"/>
                </a:lnTo>
                <a:lnTo>
                  <a:pt x="189594" y="115543"/>
                </a:lnTo>
                <a:lnTo>
                  <a:pt x="190047" y="115763"/>
                </a:lnTo>
                <a:lnTo>
                  <a:pt x="190505" y="115977"/>
                </a:lnTo>
                <a:lnTo>
                  <a:pt x="190968" y="116184"/>
                </a:lnTo>
                <a:lnTo>
                  <a:pt x="191436" y="116386"/>
                </a:lnTo>
                <a:lnTo>
                  <a:pt x="191909" y="116582"/>
                </a:lnTo>
                <a:lnTo>
                  <a:pt x="192386" y="116771"/>
                </a:lnTo>
                <a:lnTo>
                  <a:pt x="192869" y="116954"/>
                </a:lnTo>
                <a:lnTo>
                  <a:pt x="193356" y="117131"/>
                </a:lnTo>
                <a:lnTo>
                  <a:pt x="193848" y="117302"/>
                </a:lnTo>
                <a:lnTo>
                  <a:pt x="194345" y="117467"/>
                </a:lnTo>
                <a:lnTo>
                  <a:pt x="194845" y="117626"/>
                </a:lnTo>
                <a:lnTo>
                  <a:pt x="195349" y="117777"/>
                </a:lnTo>
                <a:lnTo>
                  <a:pt x="195856" y="117922"/>
                </a:lnTo>
                <a:lnTo>
                  <a:pt x="196365" y="118061"/>
                </a:lnTo>
                <a:lnTo>
                  <a:pt x="196877" y="118192"/>
                </a:lnTo>
                <a:lnTo>
                  <a:pt x="197392" y="118317"/>
                </a:lnTo>
                <a:lnTo>
                  <a:pt x="197910" y="118435"/>
                </a:lnTo>
                <a:lnTo>
                  <a:pt x="198431" y="118546"/>
                </a:lnTo>
                <a:lnTo>
                  <a:pt x="198955" y="118651"/>
                </a:lnTo>
                <a:lnTo>
                  <a:pt x="199481" y="118748"/>
                </a:lnTo>
                <a:lnTo>
                  <a:pt x="200011" y="118839"/>
                </a:lnTo>
                <a:lnTo>
                  <a:pt x="200543" y="118924"/>
                </a:lnTo>
                <a:lnTo>
                  <a:pt x="201078" y="119001"/>
                </a:lnTo>
                <a:lnTo>
                  <a:pt x="201616" y="119072"/>
                </a:lnTo>
                <a:lnTo>
                  <a:pt x="202157" y="119136"/>
                </a:lnTo>
                <a:lnTo>
                  <a:pt x="202701" y="119193"/>
                </a:lnTo>
                <a:lnTo>
                  <a:pt x="203247" y="119244"/>
                </a:lnTo>
                <a:lnTo>
                  <a:pt x="203797" y="119288"/>
                </a:lnTo>
                <a:lnTo>
                  <a:pt x="204349" y="119325"/>
                </a:lnTo>
                <a:lnTo>
                  <a:pt x="204904" y="119355"/>
                </a:lnTo>
                <a:lnTo>
                  <a:pt x="205462" y="119379"/>
                </a:lnTo>
                <a:lnTo>
                  <a:pt x="206023" y="119396"/>
                </a:lnTo>
                <a:lnTo>
                  <a:pt x="206587" y="119406"/>
                </a:lnTo>
                <a:lnTo>
                  <a:pt x="207154" y="119409"/>
                </a:lnTo>
                <a:lnTo>
                  <a:pt x="207744" y="119406"/>
                </a:lnTo>
                <a:lnTo>
                  <a:pt x="208330" y="119395"/>
                </a:lnTo>
                <a:lnTo>
                  <a:pt x="208913" y="119378"/>
                </a:lnTo>
                <a:lnTo>
                  <a:pt x="209492" y="119353"/>
                </a:lnTo>
                <a:lnTo>
                  <a:pt x="210067" y="119322"/>
                </a:lnTo>
                <a:lnTo>
                  <a:pt x="210639" y="119283"/>
                </a:lnTo>
                <a:lnTo>
                  <a:pt x="211206" y="119238"/>
                </a:lnTo>
                <a:lnTo>
                  <a:pt x="211770" y="119186"/>
                </a:lnTo>
                <a:lnTo>
                  <a:pt x="212331" y="119126"/>
                </a:lnTo>
                <a:lnTo>
                  <a:pt x="212887" y="119060"/>
                </a:lnTo>
                <a:lnTo>
                  <a:pt x="213440" y="118987"/>
                </a:lnTo>
                <a:lnTo>
                  <a:pt x="213989" y="118906"/>
                </a:lnTo>
                <a:lnTo>
                  <a:pt x="214534" y="118819"/>
                </a:lnTo>
                <a:lnTo>
                  <a:pt x="215076" y="118725"/>
                </a:lnTo>
                <a:lnTo>
                  <a:pt x="215614" y="118623"/>
                </a:lnTo>
                <a:lnTo>
                  <a:pt x="216148" y="118515"/>
                </a:lnTo>
                <a:lnTo>
                  <a:pt x="216678" y="118400"/>
                </a:lnTo>
                <a:lnTo>
                  <a:pt x="217205" y="118278"/>
                </a:lnTo>
                <a:lnTo>
                  <a:pt x="217728" y="118148"/>
                </a:lnTo>
                <a:lnTo>
                  <a:pt x="218247" y="118012"/>
                </a:lnTo>
                <a:lnTo>
                  <a:pt x="218762" y="117869"/>
                </a:lnTo>
                <a:lnTo>
                  <a:pt x="219274" y="117719"/>
                </a:lnTo>
                <a:lnTo>
                  <a:pt x="219782" y="117562"/>
                </a:lnTo>
                <a:lnTo>
                  <a:pt x="220286" y="117398"/>
                </a:lnTo>
                <a:lnTo>
                  <a:pt x="220786" y="117227"/>
                </a:lnTo>
                <a:lnTo>
                  <a:pt x="221280" y="117049"/>
                </a:lnTo>
                <a:lnTo>
                  <a:pt x="221769" y="116864"/>
                </a:lnTo>
                <a:lnTo>
                  <a:pt x="222252" y="116673"/>
                </a:lnTo>
                <a:lnTo>
                  <a:pt x="222731" y="116475"/>
                </a:lnTo>
                <a:lnTo>
                  <a:pt x="223204" y="116271"/>
                </a:lnTo>
                <a:lnTo>
                  <a:pt x="223671" y="116059"/>
                </a:lnTo>
                <a:lnTo>
                  <a:pt x="224133" y="115841"/>
                </a:lnTo>
                <a:lnTo>
                  <a:pt x="224590" y="115616"/>
                </a:lnTo>
                <a:lnTo>
                  <a:pt x="225041" y="115385"/>
                </a:lnTo>
                <a:lnTo>
                  <a:pt x="225487" y="115146"/>
                </a:lnTo>
                <a:lnTo>
                  <a:pt x="225928" y="114901"/>
                </a:lnTo>
                <a:lnTo>
                  <a:pt x="226364" y="114649"/>
                </a:lnTo>
                <a:lnTo>
                  <a:pt x="226794" y="114391"/>
                </a:lnTo>
                <a:lnTo>
                  <a:pt x="227218" y="114126"/>
                </a:lnTo>
                <a:lnTo>
                  <a:pt x="227637" y="113853"/>
                </a:lnTo>
                <a:lnTo>
                  <a:pt x="228051" y="113575"/>
                </a:lnTo>
                <a:lnTo>
                  <a:pt x="228460" y="113289"/>
                </a:lnTo>
                <a:lnTo>
                  <a:pt x="228863" y="112997"/>
                </a:lnTo>
                <a:lnTo>
                  <a:pt x="229261" y="112698"/>
                </a:lnTo>
                <a:lnTo>
                  <a:pt x="229654" y="112392"/>
                </a:lnTo>
                <a:lnTo>
                  <a:pt x="230041" y="112080"/>
                </a:lnTo>
                <a:lnTo>
                  <a:pt x="230422" y="111761"/>
                </a:lnTo>
                <a:lnTo>
                  <a:pt x="230799" y="111435"/>
                </a:lnTo>
                <a:lnTo>
                  <a:pt x="231169" y="111102"/>
                </a:lnTo>
                <a:lnTo>
                  <a:pt x="231532" y="110764"/>
                </a:lnTo>
                <a:lnTo>
                  <a:pt x="231889" y="110420"/>
                </a:lnTo>
                <a:lnTo>
                  <a:pt x="232238" y="110069"/>
                </a:lnTo>
                <a:lnTo>
                  <a:pt x="232580" y="109713"/>
                </a:lnTo>
                <a:lnTo>
                  <a:pt x="232916" y="109350"/>
                </a:lnTo>
                <a:lnTo>
                  <a:pt x="233244" y="108982"/>
                </a:lnTo>
                <a:lnTo>
                  <a:pt x="233566" y="108608"/>
                </a:lnTo>
                <a:lnTo>
                  <a:pt x="233880" y="108227"/>
                </a:lnTo>
                <a:lnTo>
                  <a:pt x="234188" y="107841"/>
                </a:lnTo>
                <a:lnTo>
                  <a:pt x="234488" y="107449"/>
                </a:lnTo>
                <a:lnTo>
                  <a:pt x="234782" y="107051"/>
                </a:lnTo>
                <a:lnTo>
                  <a:pt x="235068" y="106647"/>
                </a:lnTo>
                <a:lnTo>
                  <a:pt x="235348" y="106236"/>
                </a:lnTo>
                <a:lnTo>
                  <a:pt x="235620" y="105820"/>
                </a:lnTo>
                <a:lnTo>
                  <a:pt x="235886" y="105398"/>
                </a:lnTo>
                <a:lnTo>
                  <a:pt x="236145" y="104970"/>
                </a:lnTo>
                <a:lnTo>
                  <a:pt x="236396" y="104536"/>
                </a:lnTo>
                <a:lnTo>
                  <a:pt x="236641" y="104096"/>
                </a:lnTo>
                <a:lnTo>
                  <a:pt x="236879" y="103650"/>
                </a:lnTo>
                <a:lnTo>
                  <a:pt x="237109" y="103198"/>
                </a:lnTo>
                <a:lnTo>
                  <a:pt x="237333" y="102739"/>
                </a:lnTo>
                <a:lnTo>
                  <a:pt x="237550" y="102275"/>
                </a:lnTo>
                <a:lnTo>
                  <a:pt x="237760" y="101805"/>
                </a:lnTo>
                <a:lnTo>
                  <a:pt x="237962" y="101330"/>
                </a:lnTo>
                <a:lnTo>
                  <a:pt x="238155" y="100848"/>
                </a:lnTo>
                <a:lnTo>
                  <a:pt x="238340" y="100361"/>
                </a:lnTo>
                <a:lnTo>
                  <a:pt x="238516" y="99868"/>
                </a:lnTo>
                <a:lnTo>
                  <a:pt x="238684" y="99369"/>
                </a:lnTo>
                <a:lnTo>
                  <a:pt x="238843" y="98864"/>
                </a:lnTo>
                <a:lnTo>
                  <a:pt x="238993" y="98354"/>
                </a:lnTo>
                <a:lnTo>
                  <a:pt x="239135" y="97838"/>
                </a:lnTo>
                <a:lnTo>
                  <a:pt x="239268" y="97316"/>
                </a:lnTo>
                <a:lnTo>
                  <a:pt x="239393" y="96789"/>
                </a:lnTo>
                <a:lnTo>
                  <a:pt x="239509" y="96255"/>
                </a:lnTo>
                <a:lnTo>
                  <a:pt x="239616" y="95717"/>
                </a:lnTo>
                <a:lnTo>
                  <a:pt x="239715" y="95172"/>
                </a:lnTo>
                <a:lnTo>
                  <a:pt x="239806" y="94621"/>
                </a:lnTo>
                <a:lnTo>
                  <a:pt x="239887" y="94065"/>
                </a:lnTo>
                <a:lnTo>
                  <a:pt x="239960" y="93503"/>
                </a:lnTo>
                <a:lnTo>
                  <a:pt x="240025" y="92936"/>
                </a:lnTo>
                <a:lnTo>
                  <a:pt x="240081" y="92362"/>
                </a:lnTo>
                <a:lnTo>
                  <a:pt x="240128" y="91783"/>
                </a:lnTo>
                <a:lnTo>
                  <a:pt x="240167" y="91198"/>
                </a:lnTo>
                <a:lnTo>
                  <a:pt x="240197" y="90607"/>
                </a:lnTo>
                <a:lnTo>
                  <a:pt x="240218" y="90011"/>
                </a:lnTo>
                <a:lnTo>
                  <a:pt x="240231" y="89409"/>
                </a:lnTo>
                <a:lnTo>
                  <a:pt x="240235" y="88801"/>
                </a:lnTo>
                <a:lnTo>
                  <a:pt x="240233" y="88412"/>
                </a:lnTo>
                <a:lnTo>
                  <a:pt x="240225" y="88022"/>
                </a:lnTo>
                <a:lnTo>
                  <a:pt x="240211" y="87633"/>
                </a:lnTo>
                <a:lnTo>
                  <a:pt x="240193" y="87243"/>
                </a:lnTo>
                <a:lnTo>
                  <a:pt x="240168" y="86853"/>
                </a:lnTo>
                <a:lnTo>
                  <a:pt x="240139" y="86463"/>
                </a:lnTo>
                <a:lnTo>
                  <a:pt x="240104" y="86073"/>
                </a:lnTo>
                <a:lnTo>
                  <a:pt x="240064" y="85683"/>
                </a:lnTo>
                <a:lnTo>
                  <a:pt x="240018" y="85293"/>
                </a:lnTo>
                <a:lnTo>
                  <a:pt x="239968" y="84903"/>
                </a:lnTo>
                <a:lnTo>
                  <a:pt x="239911" y="84512"/>
                </a:lnTo>
                <a:lnTo>
                  <a:pt x="239850" y="84122"/>
                </a:lnTo>
                <a:lnTo>
                  <a:pt x="239783" y="83731"/>
                </a:lnTo>
                <a:lnTo>
                  <a:pt x="239710" y="83340"/>
                </a:lnTo>
                <a:lnTo>
                  <a:pt x="239633" y="82949"/>
                </a:lnTo>
                <a:lnTo>
                  <a:pt x="239550" y="82558"/>
                </a:lnTo>
                <a:lnTo>
                  <a:pt x="239461" y="82167"/>
                </a:lnTo>
                <a:lnTo>
                  <a:pt x="239368" y="81776"/>
                </a:lnTo>
                <a:lnTo>
                  <a:pt x="239268" y="81384"/>
                </a:lnTo>
                <a:lnTo>
                  <a:pt x="239164" y="80993"/>
                </a:lnTo>
                <a:lnTo>
                  <a:pt x="239054" y="80601"/>
                </a:lnTo>
                <a:lnTo>
                  <a:pt x="238939" y="80209"/>
                </a:lnTo>
                <a:lnTo>
                  <a:pt x="238818" y="79817"/>
                </a:lnTo>
                <a:lnTo>
                  <a:pt x="238693" y="79425"/>
                </a:lnTo>
                <a:lnTo>
                  <a:pt x="238560" y="79034"/>
                </a:lnTo>
                <a:lnTo>
                  <a:pt x="238420" y="78646"/>
                </a:lnTo>
                <a:lnTo>
                  <a:pt x="238272" y="78260"/>
                </a:lnTo>
                <a:lnTo>
                  <a:pt x="238116" y="77877"/>
                </a:lnTo>
                <a:lnTo>
                  <a:pt x="237953" y="77497"/>
                </a:lnTo>
                <a:lnTo>
                  <a:pt x="237782" y="77119"/>
                </a:lnTo>
                <a:lnTo>
                  <a:pt x="237603" y="76744"/>
                </a:lnTo>
                <a:lnTo>
                  <a:pt x="237417" y="76371"/>
                </a:lnTo>
                <a:lnTo>
                  <a:pt x="237223" y="76001"/>
                </a:lnTo>
                <a:lnTo>
                  <a:pt x="237021" y="75634"/>
                </a:lnTo>
                <a:lnTo>
                  <a:pt x="236811" y="75269"/>
                </a:lnTo>
                <a:lnTo>
                  <a:pt x="236594" y="74907"/>
                </a:lnTo>
                <a:lnTo>
                  <a:pt x="236368" y="74548"/>
                </a:lnTo>
                <a:lnTo>
                  <a:pt x="236136" y="74191"/>
                </a:lnTo>
                <a:lnTo>
                  <a:pt x="235895" y="73837"/>
                </a:lnTo>
                <a:lnTo>
                  <a:pt x="235647" y="73485"/>
                </a:lnTo>
                <a:lnTo>
                  <a:pt x="235391" y="73136"/>
                </a:lnTo>
                <a:lnTo>
                  <a:pt x="235127" y="72790"/>
                </a:lnTo>
                <a:lnTo>
                  <a:pt x="234855" y="72446"/>
                </a:lnTo>
                <a:lnTo>
                  <a:pt x="234576" y="72105"/>
                </a:lnTo>
                <a:lnTo>
                  <a:pt x="234289" y="71767"/>
                </a:lnTo>
                <a:lnTo>
                  <a:pt x="233995" y="71431"/>
                </a:lnTo>
                <a:lnTo>
                  <a:pt x="233692" y="71097"/>
                </a:lnTo>
                <a:lnTo>
                  <a:pt x="233382" y="70767"/>
                </a:lnTo>
                <a:lnTo>
                  <a:pt x="233064" y="70440"/>
                </a:lnTo>
                <a:lnTo>
                  <a:pt x="232735" y="70119"/>
                </a:lnTo>
                <a:lnTo>
                  <a:pt x="232397" y="69804"/>
                </a:lnTo>
                <a:lnTo>
                  <a:pt x="232050" y="69494"/>
                </a:lnTo>
                <a:lnTo>
                  <a:pt x="231693" y="69189"/>
                </a:lnTo>
                <a:lnTo>
                  <a:pt x="231326" y="68890"/>
                </a:lnTo>
                <a:lnTo>
                  <a:pt x="230950" y="68596"/>
                </a:lnTo>
                <a:lnTo>
                  <a:pt x="230564" y="68308"/>
                </a:lnTo>
                <a:lnTo>
                  <a:pt x="230168" y="68026"/>
                </a:lnTo>
                <a:lnTo>
                  <a:pt x="229763" y="67749"/>
                </a:lnTo>
                <a:lnTo>
                  <a:pt x="229348" y="67477"/>
                </a:lnTo>
                <a:lnTo>
                  <a:pt x="228924" y="67211"/>
                </a:lnTo>
                <a:lnTo>
                  <a:pt x="228490" y="66950"/>
                </a:lnTo>
                <a:lnTo>
                  <a:pt x="228047" y="66695"/>
                </a:lnTo>
                <a:lnTo>
                  <a:pt x="227594" y="66445"/>
                </a:lnTo>
                <a:lnTo>
                  <a:pt x="227131" y="66201"/>
                </a:lnTo>
                <a:lnTo>
                  <a:pt x="226659" y="65962"/>
                </a:lnTo>
                <a:lnTo>
                  <a:pt x="226177" y="65729"/>
                </a:lnTo>
                <a:lnTo>
                  <a:pt x="225686" y="65502"/>
                </a:lnTo>
                <a:lnTo>
                  <a:pt x="225185" y="65279"/>
                </a:lnTo>
                <a:lnTo>
                  <a:pt x="224674" y="65063"/>
                </a:lnTo>
                <a:lnTo>
                  <a:pt x="224154" y="64851"/>
                </a:lnTo>
                <a:lnTo>
                  <a:pt x="223624" y="64646"/>
                </a:lnTo>
                <a:lnTo>
                  <a:pt x="223085" y="64445"/>
                </a:lnTo>
                <a:lnTo>
                  <a:pt x="222534" y="64252"/>
                </a:lnTo>
                <a:lnTo>
                  <a:pt x="222383" y="64202"/>
                </a:lnTo>
                <a:lnTo>
                  <a:pt x="222708" y="64056"/>
                </a:lnTo>
                <a:lnTo>
                  <a:pt x="223189" y="63833"/>
                </a:lnTo>
                <a:lnTo>
                  <a:pt x="223662" y="63605"/>
                </a:lnTo>
                <a:close/>
                <a:moveTo>
                  <a:pt x="109883" y="106572"/>
                </a:moveTo>
                <a:lnTo>
                  <a:pt x="110296" y="106375"/>
                </a:lnTo>
                <a:lnTo>
                  <a:pt x="110702" y="106173"/>
                </a:lnTo>
                <a:lnTo>
                  <a:pt x="111103" y="105966"/>
                </a:lnTo>
                <a:lnTo>
                  <a:pt x="111498" y="105754"/>
                </a:lnTo>
                <a:lnTo>
                  <a:pt x="111886" y="105537"/>
                </a:lnTo>
                <a:lnTo>
                  <a:pt x="112269" y="105316"/>
                </a:lnTo>
                <a:lnTo>
                  <a:pt x="112646" y="105089"/>
                </a:lnTo>
                <a:lnTo>
                  <a:pt x="113017" y="104858"/>
                </a:lnTo>
                <a:lnTo>
                  <a:pt x="113381" y="104622"/>
                </a:lnTo>
                <a:lnTo>
                  <a:pt x="113740" y="104381"/>
                </a:lnTo>
                <a:lnTo>
                  <a:pt x="114093" y="104135"/>
                </a:lnTo>
                <a:lnTo>
                  <a:pt x="114440" y="103885"/>
                </a:lnTo>
                <a:lnTo>
                  <a:pt x="114779" y="103630"/>
                </a:lnTo>
                <a:lnTo>
                  <a:pt x="115112" y="103370"/>
                </a:lnTo>
                <a:lnTo>
                  <a:pt x="115439" y="103105"/>
                </a:lnTo>
                <a:lnTo>
                  <a:pt x="115758" y="102836"/>
                </a:lnTo>
                <a:lnTo>
                  <a:pt x="116071" y="102562"/>
                </a:lnTo>
                <a:lnTo>
                  <a:pt x="116377" y="102284"/>
                </a:lnTo>
                <a:lnTo>
                  <a:pt x="116676" y="102001"/>
                </a:lnTo>
                <a:lnTo>
                  <a:pt x="116969" y="101714"/>
                </a:lnTo>
                <a:lnTo>
                  <a:pt x="117255" y="101421"/>
                </a:lnTo>
                <a:lnTo>
                  <a:pt x="117534" y="101125"/>
                </a:lnTo>
                <a:lnTo>
                  <a:pt x="117807" y="100823"/>
                </a:lnTo>
                <a:lnTo>
                  <a:pt x="118072" y="100517"/>
                </a:lnTo>
                <a:lnTo>
                  <a:pt x="118331" y="100207"/>
                </a:lnTo>
                <a:lnTo>
                  <a:pt x="118584" y="99892"/>
                </a:lnTo>
                <a:lnTo>
                  <a:pt x="118829" y="99572"/>
                </a:lnTo>
                <a:lnTo>
                  <a:pt x="119068" y="99247"/>
                </a:lnTo>
                <a:lnTo>
                  <a:pt x="119300" y="98918"/>
                </a:lnTo>
                <a:lnTo>
                  <a:pt x="119526" y="98585"/>
                </a:lnTo>
                <a:lnTo>
                  <a:pt x="119744" y="98246"/>
                </a:lnTo>
                <a:lnTo>
                  <a:pt x="119956" y="97904"/>
                </a:lnTo>
                <a:lnTo>
                  <a:pt x="120161" y="97556"/>
                </a:lnTo>
                <a:lnTo>
                  <a:pt x="120360" y="97204"/>
                </a:lnTo>
                <a:lnTo>
                  <a:pt x="120552" y="96847"/>
                </a:lnTo>
                <a:lnTo>
                  <a:pt x="120736" y="96486"/>
                </a:lnTo>
                <a:lnTo>
                  <a:pt x="120913" y="96121"/>
                </a:lnTo>
                <a:lnTo>
                  <a:pt x="121081" y="95752"/>
                </a:lnTo>
                <a:lnTo>
                  <a:pt x="121242" y="95379"/>
                </a:lnTo>
                <a:lnTo>
                  <a:pt x="121395" y="95003"/>
                </a:lnTo>
                <a:lnTo>
                  <a:pt x="121540" y="94622"/>
                </a:lnTo>
                <a:lnTo>
                  <a:pt x="121678" y="94237"/>
                </a:lnTo>
                <a:lnTo>
                  <a:pt x="121807" y="93848"/>
                </a:lnTo>
                <a:lnTo>
                  <a:pt x="121929" y="93455"/>
                </a:lnTo>
                <a:lnTo>
                  <a:pt x="122043" y="93058"/>
                </a:lnTo>
                <a:lnTo>
                  <a:pt x="122149" y="92657"/>
                </a:lnTo>
                <a:lnTo>
                  <a:pt x="122247" y="92252"/>
                </a:lnTo>
                <a:lnTo>
                  <a:pt x="122337" y="91844"/>
                </a:lnTo>
                <a:lnTo>
                  <a:pt x="122420" y="91431"/>
                </a:lnTo>
                <a:lnTo>
                  <a:pt x="122494" y="91014"/>
                </a:lnTo>
                <a:lnTo>
                  <a:pt x="122561" y="90593"/>
                </a:lnTo>
                <a:lnTo>
                  <a:pt x="122620" y="90168"/>
                </a:lnTo>
                <a:lnTo>
                  <a:pt x="122671" y="89740"/>
                </a:lnTo>
                <a:lnTo>
                  <a:pt x="122714" y="89307"/>
                </a:lnTo>
                <a:lnTo>
                  <a:pt x="122749" y="88870"/>
                </a:lnTo>
                <a:lnTo>
                  <a:pt x="122777" y="88429"/>
                </a:lnTo>
                <a:lnTo>
                  <a:pt x="122796" y="87985"/>
                </a:lnTo>
                <a:lnTo>
                  <a:pt x="122808" y="87536"/>
                </a:lnTo>
                <a:lnTo>
                  <a:pt x="122812" y="87083"/>
                </a:lnTo>
                <a:lnTo>
                  <a:pt x="122808" y="86530"/>
                </a:lnTo>
                <a:lnTo>
                  <a:pt x="122796" y="85984"/>
                </a:lnTo>
                <a:lnTo>
                  <a:pt x="122777" y="85444"/>
                </a:lnTo>
                <a:lnTo>
                  <a:pt x="122749" y="84910"/>
                </a:lnTo>
                <a:lnTo>
                  <a:pt x="122714" y="84383"/>
                </a:lnTo>
                <a:lnTo>
                  <a:pt x="122671" y="83862"/>
                </a:lnTo>
                <a:lnTo>
                  <a:pt x="122620" y="83348"/>
                </a:lnTo>
                <a:lnTo>
                  <a:pt x="122561" y="82840"/>
                </a:lnTo>
                <a:lnTo>
                  <a:pt x="122494" y="82339"/>
                </a:lnTo>
                <a:lnTo>
                  <a:pt x="122420" y="81844"/>
                </a:lnTo>
                <a:lnTo>
                  <a:pt x="122337" y="81356"/>
                </a:lnTo>
                <a:lnTo>
                  <a:pt x="122247" y="80874"/>
                </a:lnTo>
                <a:lnTo>
                  <a:pt x="122149" y="80399"/>
                </a:lnTo>
                <a:lnTo>
                  <a:pt x="122043" y="79930"/>
                </a:lnTo>
                <a:lnTo>
                  <a:pt x="121929" y="79467"/>
                </a:lnTo>
                <a:lnTo>
                  <a:pt x="121807" y="79011"/>
                </a:lnTo>
                <a:lnTo>
                  <a:pt x="121678" y="78562"/>
                </a:lnTo>
                <a:lnTo>
                  <a:pt x="121540" y="78119"/>
                </a:lnTo>
                <a:lnTo>
                  <a:pt x="121395" y="77682"/>
                </a:lnTo>
                <a:lnTo>
                  <a:pt x="121242" y="77252"/>
                </a:lnTo>
                <a:lnTo>
                  <a:pt x="121081" y="76829"/>
                </a:lnTo>
                <a:lnTo>
                  <a:pt x="120913" y="76412"/>
                </a:lnTo>
                <a:lnTo>
                  <a:pt x="120736" y="76001"/>
                </a:lnTo>
                <a:lnTo>
                  <a:pt x="120552" y="75597"/>
                </a:lnTo>
                <a:lnTo>
                  <a:pt x="120360" y="75199"/>
                </a:lnTo>
                <a:lnTo>
                  <a:pt x="120161" y="74805"/>
                </a:lnTo>
                <a:lnTo>
                  <a:pt x="119954" y="74416"/>
                </a:lnTo>
                <a:lnTo>
                  <a:pt x="119741" y="74032"/>
                </a:lnTo>
                <a:lnTo>
                  <a:pt x="119521" y="73653"/>
                </a:lnTo>
                <a:lnTo>
                  <a:pt x="119293" y="73279"/>
                </a:lnTo>
                <a:lnTo>
                  <a:pt x="119059" y="72909"/>
                </a:lnTo>
                <a:lnTo>
                  <a:pt x="118817" y="72545"/>
                </a:lnTo>
                <a:lnTo>
                  <a:pt x="118569" y="72185"/>
                </a:lnTo>
                <a:lnTo>
                  <a:pt x="118313" y="71831"/>
                </a:lnTo>
                <a:lnTo>
                  <a:pt x="118050" y="71481"/>
                </a:lnTo>
                <a:lnTo>
                  <a:pt x="117780" y="71136"/>
                </a:lnTo>
                <a:lnTo>
                  <a:pt x="117503" y="70796"/>
                </a:lnTo>
                <a:lnTo>
                  <a:pt x="117218" y="70460"/>
                </a:lnTo>
                <a:lnTo>
                  <a:pt x="116927" y="70130"/>
                </a:lnTo>
                <a:lnTo>
                  <a:pt x="116629" y="69805"/>
                </a:lnTo>
                <a:lnTo>
                  <a:pt x="116323" y="69484"/>
                </a:lnTo>
                <a:lnTo>
                  <a:pt x="116010" y="69168"/>
                </a:lnTo>
                <a:lnTo>
                  <a:pt x="115691" y="68857"/>
                </a:lnTo>
                <a:lnTo>
                  <a:pt x="115364" y="68551"/>
                </a:lnTo>
                <a:lnTo>
                  <a:pt x="115030" y="68250"/>
                </a:lnTo>
                <a:lnTo>
                  <a:pt x="114689" y="67954"/>
                </a:lnTo>
                <a:lnTo>
                  <a:pt x="114341" y="67663"/>
                </a:lnTo>
                <a:lnTo>
                  <a:pt x="113985" y="67376"/>
                </a:lnTo>
                <a:lnTo>
                  <a:pt x="113623" y="67093"/>
                </a:lnTo>
                <a:lnTo>
                  <a:pt x="113254" y="66814"/>
                </a:lnTo>
                <a:lnTo>
                  <a:pt x="112879" y="66537"/>
                </a:lnTo>
                <a:lnTo>
                  <a:pt x="112496" y="66263"/>
                </a:lnTo>
                <a:lnTo>
                  <a:pt x="112107" y="65993"/>
                </a:lnTo>
                <a:lnTo>
                  <a:pt x="111712" y="65725"/>
                </a:lnTo>
                <a:lnTo>
                  <a:pt x="111309" y="65460"/>
                </a:lnTo>
                <a:lnTo>
                  <a:pt x="110900" y="65198"/>
                </a:lnTo>
                <a:lnTo>
                  <a:pt x="110484" y="64939"/>
                </a:lnTo>
                <a:lnTo>
                  <a:pt x="110061" y="64684"/>
                </a:lnTo>
                <a:lnTo>
                  <a:pt x="109632" y="64431"/>
                </a:lnTo>
                <a:lnTo>
                  <a:pt x="109195" y="64181"/>
                </a:lnTo>
                <a:lnTo>
                  <a:pt x="108753" y="63934"/>
                </a:lnTo>
                <a:lnTo>
                  <a:pt x="108303" y="63691"/>
                </a:lnTo>
                <a:lnTo>
                  <a:pt x="107847" y="63450"/>
                </a:lnTo>
                <a:lnTo>
                  <a:pt x="107384" y="63212"/>
                </a:lnTo>
                <a:lnTo>
                  <a:pt x="106914" y="62977"/>
                </a:lnTo>
                <a:lnTo>
                  <a:pt x="106437" y="62746"/>
                </a:lnTo>
                <a:lnTo>
                  <a:pt x="105954" y="62517"/>
                </a:lnTo>
                <a:lnTo>
                  <a:pt x="105464" y="62291"/>
                </a:lnTo>
                <a:lnTo>
                  <a:pt x="104967" y="62068"/>
                </a:lnTo>
                <a:lnTo>
                  <a:pt x="104464" y="61848"/>
                </a:lnTo>
                <a:lnTo>
                  <a:pt x="103954" y="61632"/>
                </a:lnTo>
                <a:lnTo>
                  <a:pt x="103437" y="61418"/>
                </a:lnTo>
                <a:lnTo>
                  <a:pt x="102913" y="61206"/>
                </a:lnTo>
                <a:lnTo>
                  <a:pt x="102384" y="60995"/>
                </a:lnTo>
                <a:lnTo>
                  <a:pt x="101848" y="60785"/>
                </a:lnTo>
                <a:lnTo>
                  <a:pt x="101306" y="60577"/>
                </a:lnTo>
                <a:lnTo>
                  <a:pt x="100758" y="60370"/>
                </a:lnTo>
                <a:lnTo>
                  <a:pt x="100203" y="60163"/>
                </a:lnTo>
                <a:lnTo>
                  <a:pt x="99642" y="59958"/>
                </a:lnTo>
                <a:lnTo>
                  <a:pt x="99075" y="59754"/>
                </a:lnTo>
                <a:lnTo>
                  <a:pt x="98502" y="59551"/>
                </a:lnTo>
                <a:lnTo>
                  <a:pt x="97923" y="59349"/>
                </a:lnTo>
                <a:lnTo>
                  <a:pt x="97337" y="59148"/>
                </a:lnTo>
                <a:lnTo>
                  <a:pt x="96745" y="58949"/>
                </a:lnTo>
                <a:lnTo>
                  <a:pt x="96147" y="58750"/>
                </a:lnTo>
                <a:lnTo>
                  <a:pt x="95543" y="58553"/>
                </a:lnTo>
                <a:lnTo>
                  <a:pt x="94932" y="58357"/>
                </a:lnTo>
                <a:lnTo>
                  <a:pt x="94315" y="58162"/>
                </a:lnTo>
                <a:lnTo>
                  <a:pt x="93692" y="57968"/>
                </a:lnTo>
                <a:lnTo>
                  <a:pt x="93063" y="57775"/>
                </a:lnTo>
                <a:lnTo>
                  <a:pt x="92427" y="57583"/>
                </a:lnTo>
                <a:lnTo>
                  <a:pt x="91786" y="57393"/>
                </a:lnTo>
                <a:lnTo>
                  <a:pt x="91138" y="57203"/>
                </a:lnTo>
                <a:lnTo>
                  <a:pt x="90483" y="57015"/>
                </a:lnTo>
                <a:lnTo>
                  <a:pt x="89823" y="56827"/>
                </a:lnTo>
                <a:lnTo>
                  <a:pt x="89156" y="56641"/>
                </a:lnTo>
                <a:lnTo>
                  <a:pt x="88533" y="56468"/>
                </a:lnTo>
                <a:lnTo>
                  <a:pt x="87919" y="56296"/>
                </a:lnTo>
                <a:lnTo>
                  <a:pt x="87314" y="56125"/>
                </a:lnTo>
                <a:lnTo>
                  <a:pt x="86718" y="55955"/>
                </a:lnTo>
                <a:lnTo>
                  <a:pt x="86131" y="55785"/>
                </a:lnTo>
                <a:lnTo>
                  <a:pt x="85553" y="55617"/>
                </a:lnTo>
                <a:lnTo>
                  <a:pt x="84984" y="55449"/>
                </a:lnTo>
                <a:lnTo>
                  <a:pt x="84424" y="55282"/>
                </a:lnTo>
                <a:lnTo>
                  <a:pt x="83874" y="55116"/>
                </a:lnTo>
                <a:lnTo>
                  <a:pt x="83332" y="54951"/>
                </a:lnTo>
                <a:lnTo>
                  <a:pt x="82800" y="54786"/>
                </a:lnTo>
                <a:lnTo>
                  <a:pt x="82276" y="54623"/>
                </a:lnTo>
                <a:lnTo>
                  <a:pt x="81762" y="54461"/>
                </a:lnTo>
                <a:lnTo>
                  <a:pt x="81257" y="54299"/>
                </a:lnTo>
                <a:lnTo>
                  <a:pt x="80761" y="54138"/>
                </a:lnTo>
                <a:lnTo>
                  <a:pt x="80274" y="53978"/>
                </a:lnTo>
                <a:lnTo>
                  <a:pt x="79796" y="53819"/>
                </a:lnTo>
                <a:lnTo>
                  <a:pt x="79327" y="53661"/>
                </a:lnTo>
                <a:lnTo>
                  <a:pt x="78868" y="53504"/>
                </a:lnTo>
                <a:lnTo>
                  <a:pt x="78417" y="53347"/>
                </a:lnTo>
                <a:lnTo>
                  <a:pt x="77976" y="53192"/>
                </a:lnTo>
                <a:lnTo>
                  <a:pt x="77543" y="53037"/>
                </a:lnTo>
                <a:lnTo>
                  <a:pt x="77120" y="52883"/>
                </a:lnTo>
                <a:lnTo>
                  <a:pt x="76706" y="52730"/>
                </a:lnTo>
                <a:lnTo>
                  <a:pt x="76300" y="52577"/>
                </a:lnTo>
                <a:lnTo>
                  <a:pt x="75902" y="52424"/>
                </a:lnTo>
                <a:lnTo>
                  <a:pt x="75511" y="52270"/>
                </a:lnTo>
                <a:lnTo>
                  <a:pt x="75128" y="52115"/>
                </a:lnTo>
                <a:lnTo>
                  <a:pt x="74753" y="51959"/>
                </a:lnTo>
                <a:lnTo>
                  <a:pt x="74385" y="51803"/>
                </a:lnTo>
                <a:lnTo>
                  <a:pt x="74025" y="51647"/>
                </a:lnTo>
                <a:lnTo>
                  <a:pt x="73672" y="51489"/>
                </a:lnTo>
                <a:lnTo>
                  <a:pt x="73327" y="51331"/>
                </a:lnTo>
                <a:lnTo>
                  <a:pt x="72990" y="51173"/>
                </a:lnTo>
                <a:lnTo>
                  <a:pt x="72660" y="51014"/>
                </a:lnTo>
                <a:lnTo>
                  <a:pt x="72338" y="50854"/>
                </a:lnTo>
                <a:lnTo>
                  <a:pt x="72023" y="50694"/>
                </a:lnTo>
                <a:lnTo>
                  <a:pt x="71716" y="50533"/>
                </a:lnTo>
                <a:lnTo>
                  <a:pt x="71416" y="50371"/>
                </a:lnTo>
                <a:lnTo>
                  <a:pt x="71125" y="50209"/>
                </a:lnTo>
                <a:lnTo>
                  <a:pt x="70840" y="50046"/>
                </a:lnTo>
                <a:lnTo>
                  <a:pt x="70564" y="49883"/>
                </a:lnTo>
                <a:lnTo>
                  <a:pt x="70295" y="49718"/>
                </a:lnTo>
                <a:lnTo>
                  <a:pt x="70033" y="49554"/>
                </a:lnTo>
                <a:lnTo>
                  <a:pt x="69779" y="49389"/>
                </a:lnTo>
                <a:lnTo>
                  <a:pt x="69533" y="49223"/>
                </a:lnTo>
                <a:lnTo>
                  <a:pt x="69295" y="49056"/>
                </a:lnTo>
                <a:lnTo>
                  <a:pt x="69063" y="48889"/>
                </a:lnTo>
                <a:lnTo>
                  <a:pt x="68839" y="48720"/>
                </a:lnTo>
                <a:lnTo>
                  <a:pt x="68620" y="48550"/>
                </a:lnTo>
                <a:lnTo>
                  <a:pt x="68407" y="48377"/>
                </a:lnTo>
                <a:lnTo>
                  <a:pt x="68199" y="48203"/>
                </a:lnTo>
                <a:lnTo>
                  <a:pt x="67997" y="48026"/>
                </a:lnTo>
                <a:lnTo>
                  <a:pt x="67801" y="47847"/>
                </a:lnTo>
                <a:lnTo>
                  <a:pt x="67610" y="47667"/>
                </a:lnTo>
                <a:lnTo>
                  <a:pt x="67425" y="47484"/>
                </a:lnTo>
                <a:lnTo>
                  <a:pt x="67245" y="47300"/>
                </a:lnTo>
                <a:lnTo>
                  <a:pt x="67071" y="47113"/>
                </a:lnTo>
                <a:lnTo>
                  <a:pt x="66903" y="46925"/>
                </a:lnTo>
                <a:lnTo>
                  <a:pt x="66740" y="46734"/>
                </a:lnTo>
                <a:lnTo>
                  <a:pt x="66583" y="46542"/>
                </a:lnTo>
                <a:lnTo>
                  <a:pt x="66432" y="46348"/>
                </a:lnTo>
                <a:lnTo>
                  <a:pt x="66286" y="46151"/>
                </a:lnTo>
                <a:lnTo>
                  <a:pt x="66145" y="45953"/>
                </a:lnTo>
                <a:lnTo>
                  <a:pt x="66010" y="45752"/>
                </a:lnTo>
                <a:lnTo>
                  <a:pt x="65881" y="45550"/>
                </a:lnTo>
                <a:lnTo>
                  <a:pt x="65758" y="45346"/>
                </a:lnTo>
                <a:lnTo>
                  <a:pt x="65640" y="45139"/>
                </a:lnTo>
                <a:lnTo>
                  <a:pt x="65528" y="44931"/>
                </a:lnTo>
                <a:lnTo>
                  <a:pt x="65421" y="44721"/>
                </a:lnTo>
                <a:lnTo>
                  <a:pt x="65320" y="44508"/>
                </a:lnTo>
                <a:lnTo>
                  <a:pt x="65224" y="44294"/>
                </a:lnTo>
                <a:lnTo>
                  <a:pt x="65134" y="44077"/>
                </a:lnTo>
                <a:lnTo>
                  <a:pt x="65047" y="43856"/>
                </a:lnTo>
                <a:lnTo>
                  <a:pt x="64964" y="43632"/>
                </a:lnTo>
                <a:lnTo>
                  <a:pt x="64884" y="43404"/>
                </a:lnTo>
                <a:lnTo>
                  <a:pt x="64809" y="43173"/>
                </a:lnTo>
                <a:lnTo>
                  <a:pt x="64738" y="42938"/>
                </a:lnTo>
                <a:lnTo>
                  <a:pt x="64670" y="42700"/>
                </a:lnTo>
                <a:lnTo>
                  <a:pt x="64606" y="42459"/>
                </a:lnTo>
                <a:lnTo>
                  <a:pt x="64547" y="42214"/>
                </a:lnTo>
                <a:lnTo>
                  <a:pt x="64491" y="41965"/>
                </a:lnTo>
                <a:lnTo>
                  <a:pt x="64438" y="41713"/>
                </a:lnTo>
                <a:lnTo>
                  <a:pt x="64390" y="41457"/>
                </a:lnTo>
                <a:lnTo>
                  <a:pt x="64346" y="41198"/>
                </a:lnTo>
                <a:lnTo>
                  <a:pt x="64305" y="40936"/>
                </a:lnTo>
                <a:lnTo>
                  <a:pt x="64268" y="40670"/>
                </a:lnTo>
                <a:lnTo>
                  <a:pt x="64236" y="40400"/>
                </a:lnTo>
                <a:lnTo>
                  <a:pt x="64207" y="40127"/>
                </a:lnTo>
                <a:lnTo>
                  <a:pt x="64182" y="39851"/>
                </a:lnTo>
                <a:lnTo>
                  <a:pt x="64160" y="39571"/>
                </a:lnTo>
                <a:lnTo>
                  <a:pt x="64143" y="39287"/>
                </a:lnTo>
                <a:lnTo>
                  <a:pt x="64129" y="39000"/>
                </a:lnTo>
                <a:lnTo>
                  <a:pt x="64120" y="38710"/>
                </a:lnTo>
                <a:lnTo>
                  <a:pt x="64114" y="38416"/>
                </a:lnTo>
                <a:lnTo>
                  <a:pt x="64112" y="38118"/>
                </a:lnTo>
                <a:lnTo>
                  <a:pt x="64116" y="37772"/>
                </a:lnTo>
                <a:lnTo>
                  <a:pt x="64128" y="37429"/>
                </a:lnTo>
                <a:lnTo>
                  <a:pt x="64148" y="37088"/>
                </a:lnTo>
                <a:lnTo>
                  <a:pt x="64177" y="36749"/>
                </a:lnTo>
                <a:lnTo>
                  <a:pt x="64213" y="36413"/>
                </a:lnTo>
                <a:lnTo>
                  <a:pt x="64258" y="36080"/>
                </a:lnTo>
                <a:lnTo>
                  <a:pt x="64310" y="35749"/>
                </a:lnTo>
                <a:lnTo>
                  <a:pt x="64371" y="35420"/>
                </a:lnTo>
                <a:lnTo>
                  <a:pt x="64440" y="35094"/>
                </a:lnTo>
                <a:lnTo>
                  <a:pt x="64517" y="34771"/>
                </a:lnTo>
                <a:lnTo>
                  <a:pt x="64602" y="34450"/>
                </a:lnTo>
                <a:lnTo>
                  <a:pt x="64695" y="34132"/>
                </a:lnTo>
                <a:lnTo>
                  <a:pt x="64796" y="33816"/>
                </a:lnTo>
                <a:lnTo>
                  <a:pt x="64906" y="33502"/>
                </a:lnTo>
                <a:lnTo>
                  <a:pt x="65023" y="33191"/>
                </a:lnTo>
                <a:lnTo>
                  <a:pt x="65149" y="32883"/>
                </a:lnTo>
                <a:lnTo>
                  <a:pt x="65282" y="32577"/>
                </a:lnTo>
                <a:lnTo>
                  <a:pt x="65424" y="32273"/>
                </a:lnTo>
                <a:lnTo>
                  <a:pt x="65574" y="31972"/>
                </a:lnTo>
                <a:lnTo>
                  <a:pt x="65732" y="31674"/>
                </a:lnTo>
                <a:lnTo>
                  <a:pt x="65898" y="31378"/>
                </a:lnTo>
                <a:lnTo>
                  <a:pt x="66072" y="31084"/>
                </a:lnTo>
                <a:lnTo>
                  <a:pt x="66254" y="30793"/>
                </a:lnTo>
                <a:lnTo>
                  <a:pt x="66444" y="30505"/>
                </a:lnTo>
                <a:lnTo>
                  <a:pt x="66643" y="30220"/>
                </a:lnTo>
                <a:lnTo>
                  <a:pt x="66850" y="29940"/>
                </a:lnTo>
                <a:lnTo>
                  <a:pt x="67066" y="29664"/>
                </a:lnTo>
                <a:lnTo>
                  <a:pt x="67290" y="29394"/>
                </a:lnTo>
                <a:lnTo>
                  <a:pt x="67523" y="29128"/>
                </a:lnTo>
                <a:lnTo>
                  <a:pt x="67765" y="28867"/>
                </a:lnTo>
                <a:lnTo>
                  <a:pt x="68015" y="28610"/>
                </a:lnTo>
                <a:lnTo>
                  <a:pt x="68274" y="28359"/>
                </a:lnTo>
                <a:lnTo>
                  <a:pt x="68542" y="28112"/>
                </a:lnTo>
                <a:lnTo>
                  <a:pt x="68818" y="27869"/>
                </a:lnTo>
                <a:lnTo>
                  <a:pt x="69102" y="27632"/>
                </a:lnTo>
                <a:lnTo>
                  <a:pt x="69395" y="27399"/>
                </a:lnTo>
                <a:lnTo>
                  <a:pt x="69697" y="27171"/>
                </a:lnTo>
                <a:lnTo>
                  <a:pt x="70008" y="26948"/>
                </a:lnTo>
                <a:lnTo>
                  <a:pt x="70327" y="26729"/>
                </a:lnTo>
                <a:lnTo>
                  <a:pt x="70654" y="26515"/>
                </a:lnTo>
                <a:lnTo>
                  <a:pt x="70990" y="26306"/>
                </a:lnTo>
                <a:lnTo>
                  <a:pt x="71335" y="26102"/>
                </a:lnTo>
                <a:lnTo>
                  <a:pt x="71689" y="25902"/>
                </a:lnTo>
                <a:lnTo>
                  <a:pt x="72051" y="25707"/>
                </a:lnTo>
                <a:lnTo>
                  <a:pt x="72421" y="25517"/>
                </a:lnTo>
                <a:lnTo>
                  <a:pt x="72800" y="25332"/>
                </a:lnTo>
                <a:lnTo>
                  <a:pt x="73188" y="25151"/>
                </a:lnTo>
                <a:lnTo>
                  <a:pt x="73584" y="24975"/>
                </a:lnTo>
                <a:lnTo>
                  <a:pt x="73990" y="24805"/>
                </a:lnTo>
                <a:lnTo>
                  <a:pt x="74405" y="24642"/>
                </a:lnTo>
                <a:lnTo>
                  <a:pt x="74829" y="24487"/>
                </a:lnTo>
                <a:lnTo>
                  <a:pt x="75263" y="24338"/>
                </a:lnTo>
                <a:lnTo>
                  <a:pt x="75706" y="24197"/>
                </a:lnTo>
                <a:lnTo>
                  <a:pt x="76159" y="24063"/>
                </a:lnTo>
                <a:lnTo>
                  <a:pt x="76621" y="23937"/>
                </a:lnTo>
                <a:lnTo>
                  <a:pt x="77093" y="23817"/>
                </a:lnTo>
                <a:lnTo>
                  <a:pt x="77574" y="23705"/>
                </a:lnTo>
                <a:lnTo>
                  <a:pt x="78064" y="23600"/>
                </a:lnTo>
                <a:lnTo>
                  <a:pt x="78565" y="23503"/>
                </a:lnTo>
                <a:lnTo>
                  <a:pt x="79074" y="23412"/>
                </a:lnTo>
                <a:lnTo>
                  <a:pt x="79593" y="23329"/>
                </a:lnTo>
                <a:lnTo>
                  <a:pt x="80122" y="23253"/>
                </a:lnTo>
                <a:lnTo>
                  <a:pt x="80660" y="23185"/>
                </a:lnTo>
                <a:lnTo>
                  <a:pt x="81207" y="23123"/>
                </a:lnTo>
                <a:lnTo>
                  <a:pt x="81764" y="23069"/>
                </a:lnTo>
                <a:lnTo>
                  <a:pt x="82330" y="23022"/>
                </a:lnTo>
                <a:lnTo>
                  <a:pt x="82906" y="22982"/>
                </a:lnTo>
                <a:lnTo>
                  <a:pt x="83491" y="22949"/>
                </a:lnTo>
                <a:lnTo>
                  <a:pt x="84086" y="22924"/>
                </a:lnTo>
                <a:lnTo>
                  <a:pt x="84690" y="22906"/>
                </a:lnTo>
                <a:lnTo>
                  <a:pt x="85304" y="22895"/>
                </a:lnTo>
                <a:lnTo>
                  <a:pt x="85927" y="22892"/>
                </a:lnTo>
                <a:lnTo>
                  <a:pt x="86515" y="22896"/>
                </a:lnTo>
                <a:lnTo>
                  <a:pt x="87096" y="22910"/>
                </a:lnTo>
                <a:lnTo>
                  <a:pt x="87668" y="22934"/>
                </a:lnTo>
                <a:lnTo>
                  <a:pt x="88233" y="22966"/>
                </a:lnTo>
                <a:lnTo>
                  <a:pt x="88791" y="23008"/>
                </a:lnTo>
                <a:lnTo>
                  <a:pt x="89340" y="23060"/>
                </a:lnTo>
                <a:lnTo>
                  <a:pt x="89882" y="23120"/>
                </a:lnTo>
                <a:lnTo>
                  <a:pt x="90416" y="23191"/>
                </a:lnTo>
                <a:lnTo>
                  <a:pt x="90943" y="23270"/>
                </a:lnTo>
                <a:lnTo>
                  <a:pt x="91461" y="23359"/>
                </a:lnTo>
                <a:lnTo>
                  <a:pt x="91972" y="23457"/>
                </a:lnTo>
                <a:lnTo>
                  <a:pt x="92475" y="23564"/>
                </a:lnTo>
                <a:lnTo>
                  <a:pt x="92971" y="23681"/>
                </a:lnTo>
                <a:lnTo>
                  <a:pt x="93459" y="23807"/>
                </a:lnTo>
                <a:lnTo>
                  <a:pt x="93939" y="23943"/>
                </a:lnTo>
                <a:lnTo>
                  <a:pt x="94411" y="24088"/>
                </a:lnTo>
                <a:lnTo>
                  <a:pt x="94875" y="24242"/>
                </a:lnTo>
                <a:lnTo>
                  <a:pt x="95332" y="24405"/>
                </a:lnTo>
                <a:lnTo>
                  <a:pt x="95781" y="24578"/>
                </a:lnTo>
                <a:lnTo>
                  <a:pt x="96223" y="24760"/>
                </a:lnTo>
                <a:lnTo>
                  <a:pt x="96656" y="24952"/>
                </a:lnTo>
                <a:lnTo>
                  <a:pt x="97082" y="25153"/>
                </a:lnTo>
                <a:lnTo>
                  <a:pt x="97501" y="25363"/>
                </a:lnTo>
                <a:lnTo>
                  <a:pt x="97911" y="25583"/>
                </a:lnTo>
                <a:lnTo>
                  <a:pt x="98314" y="25810"/>
                </a:lnTo>
                <a:lnTo>
                  <a:pt x="98708" y="26044"/>
                </a:lnTo>
                <a:lnTo>
                  <a:pt x="99095" y="26284"/>
                </a:lnTo>
                <a:lnTo>
                  <a:pt x="99473" y="26531"/>
                </a:lnTo>
                <a:lnTo>
                  <a:pt x="99843" y="26785"/>
                </a:lnTo>
                <a:lnTo>
                  <a:pt x="100205" y="27045"/>
                </a:lnTo>
                <a:lnTo>
                  <a:pt x="100559" y="27311"/>
                </a:lnTo>
                <a:lnTo>
                  <a:pt x="100905" y="27584"/>
                </a:lnTo>
                <a:lnTo>
                  <a:pt x="101243" y="27863"/>
                </a:lnTo>
                <a:lnTo>
                  <a:pt x="101573" y="28149"/>
                </a:lnTo>
                <a:lnTo>
                  <a:pt x="101894" y="28441"/>
                </a:lnTo>
                <a:lnTo>
                  <a:pt x="102208" y="28740"/>
                </a:lnTo>
                <a:lnTo>
                  <a:pt x="102513" y="29045"/>
                </a:lnTo>
                <a:lnTo>
                  <a:pt x="102811" y="29357"/>
                </a:lnTo>
                <a:lnTo>
                  <a:pt x="103100" y="29675"/>
                </a:lnTo>
                <a:lnTo>
                  <a:pt x="103381" y="30000"/>
                </a:lnTo>
                <a:lnTo>
                  <a:pt x="103654" y="30331"/>
                </a:lnTo>
                <a:lnTo>
                  <a:pt x="103919" y="30669"/>
                </a:lnTo>
                <a:lnTo>
                  <a:pt x="104176" y="31013"/>
                </a:lnTo>
                <a:lnTo>
                  <a:pt x="104424" y="31363"/>
                </a:lnTo>
                <a:lnTo>
                  <a:pt x="104665" y="31720"/>
                </a:lnTo>
                <a:lnTo>
                  <a:pt x="104898" y="32084"/>
                </a:lnTo>
                <a:lnTo>
                  <a:pt x="105122" y="32454"/>
                </a:lnTo>
                <a:lnTo>
                  <a:pt x="105338" y="32830"/>
                </a:lnTo>
                <a:lnTo>
                  <a:pt x="105546" y="33212"/>
                </a:lnTo>
                <a:lnTo>
                  <a:pt x="105745" y="33597"/>
                </a:lnTo>
                <a:lnTo>
                  <a:pt x="105935" y="33985"/>
                </a:lnTo>
                <a:lnTo>
                  <a:pt x="106117" y="34376"/>
                </a:lnTo>
                <a:lnTo>
                  <a:pt x="106289" y="34771"/>
                </a:lnTo>
                <a:lnTo>
                  <a:pt x="106453" y="35169"/>
                </a:lnTo>
                <a:lnTo>
                  <a:pt x="106608" y="35571"/>
                </a:lnTo>
                <a:lnTo>
                  <a:pt x="106754" y="35976"/>
                </a:lnTo>
                <a:lnTo>
                  <a:pt x="106891" y="36384"/>
                </a:lnTo>
                <a:lnTo>
                  <a:pt x="107019" y="36796"/>
                </a:lnTo>
                <a:lnTo>
                  <a:pt x="107138" y="37211"/>
                </a:lnTo>
                <a:lnTo>
                  <a:pt x="107249" y="37629"/>
                </a:lnTo>
                <a:lnTo>
                  <a:pt x="107351" y="38051"/>
                </a:lnTo>
                <a:lnTo>
                  <a:pt x="107444" y="38476"/>
                </a:lnTo>
                <a:lnTo>
                  <a:pt x="107528" y="38905"/>
                </a:lnTo>
                <a:lnTo>
                  <a:pt x="107603" y="39337"/>
                </a:lnTo>
                <a:lnTo>
                  <a:pt x="107669" y="39772"/>
                </a:lnTo>
                <a:lnTo>
                  <a:pt x="107727" y="40210"/>
                </a:lnTo>
                <a:lnTo>
                  <a:pt x="107775" y="40652"/>
                </a:lnTo>
                <a:lnTo>
                  <a:pt x="107815" y="41098"/>
                </a:lnTo>
                <a:lnTo>
                  <a:pt x="107846" y="41546"/>
                </a:lnTo>
                <a:lnTo>
                  <a:pt x="107868" y="41998"/>
                </a:lnTo>
                <a:lnTo>
                  <a:pt x="107881" y="42454"/>
                </a:lnTo>
                <a:lnTo>
                  <a:pt x="107886" y="42913"/>
                </a:lnTo>
                <a:lnTo>
                  <a:pt x="121161" y="42913"/>
                </a:lnTo>
                <a:lnTo>
                  <a:pt x="121154" y="42087"/>
                </a:lnTo>
                <a:lnTo>
                  <a:pt x="121132" y="41272"/>
                </a:lnTo>
                <a:lnTo>
                  <a:pt x="121095" y="40467"/>
                </a:lnTo>
                <a:lnTo>
                  <a:pt x="121044" y="39673"/>
                </a:lnTo>
                <a:lnTo>
                  <a:pt x="120978" y="38890"/>
                </a:lnTo>
                <a:lnTo>
                  <a:pt x="120897" y="38118"/>
                </a:lnTo>
                <a:lnTo>
                  <a:pt x="120801" y="37357"/>
                </a:lnTo>
                <a:lnTo>
                  <a:pt x="120691" y="36606"/>
                </a:lnTo>
                <a:lnTo>
                  <a:pt x="120566" y="35866"/>
                </a:lnTo>
                <a:lnTo>
                  <a:pt x="120426" y="35136"/>
                </a:lnTo>
                <a:lnTo>
                  <a:pt x="120272" y="34417"/>
                </a:lnTo>
                <a:lnTo>
                  <a:pt x="120103" y="33709"/>
                </a:lnTo>
                <a:lnTo>
                  <a:pt x="119919" y="33012"/>
                </a:lnTo>
                <a:lnTo>
                  <a:pt x="119721" y="32326"/>
                </a:lnTo>
                <a:lnTo>
                  <a:pt x="119508" y="31650"/>
                </a:lnTo>
                <a:lnTo>
                  <a:pt x="119280" y="30985"/>
                </a:lnTo>
                <a:lnTo>
                  <a:pt x="119037" y="30330"/>
                </a:lnTo>
                <a:lnTo>
                  <a:pt x="118780" y="29686"/>
                </a:lnTo>
                <a:lnTo>
                  <a:pt x="118508" y="29053"/>
                </a:lnTo>
                <a:lnTo>
                  <a:pt x="118221" y="28431"/>
                </a:lnTo>
                <a:lnTo>
                  <a:pt x="117920" y="27819"/>
                </a:lnTo>
                <a:lnTo>
                  <a:pt x="117604" y="27219"/>
                </a:lnTo>
                <a:lnTo>
                  <a:pt x="117273" y="26628"/>
                </a:lnTo>
                <a:lnTo>
                  <a:pt x="116928" y="26049"/>
                </a:lnTo>
                <a:lnTo>
                  <a:pt x="116568" y="25481"/>
                </a:lnTo>
                <a:lnTo>
                  <a:pt x="116197" y="24924"/>
                </a:lnTo>
                <a:lnTo>
                  <a:pt x="115812" y="24378"/>
                </a:lnTo>
                <a:lnTo>
                  <a:pt x="115415" y="23844"/>
                </a:lnTo>
                <a:lnTo>
                  <a:pt x="115005" y="23322"/>
                </a:lnTo>
                <a:lnTo>
                  <a:pt x="114582" y="22811"/>
                </a:lnTo>
                <a:lnTo>
                  <a:pt x="114147" y="22311"/>
                </a:lnTo>
                <a:lnTo>
                  <a:pt x="113698" y="21823"/>
                </a:lnTo>
                <a:lnTo>
                  <a:pt x="113238" y="21346"/>
                </a:lnTo>
                <a:lnTo>
                  <a:pt x="112764" y="20881"/>
                </a:lnTo>
                <a:lnTo>
                  <a:pt x="112278" y="20428"/>
                </a:lnTo>
                <a:lnTo>
                  <a:pt x="111779" y="19985"/>
                </a:lnTo>
                <a:lnTo>
                  <a:pt x="111267" y="19554"/>
                </a:lnTo>
                <a:lnTo>
                  <a:pt x="110743" y="19135"/>
                </a:lnTo>
                <a:lnTo>
                  <a:pt x="110206" y="18727"/>
                </a:lnTo>
                <a:lnTo>
                  <a:pt x="109656" y="18331"/>
                </a:lnTo>
                <a:lnTo>
                  <a:pt x="109093" y="17946"/>
                </a:lnTo>
                <a:lnTo>
                  <a:pt x="108518" y="17572"/>
                </a:lnTo>
                <a:lnTo>
                  <a:pt x="107930" y="17210"/>
                </a:lnTo>
                <a:lnTo>
                  <a:pt x="107330" y="16860"/>
                </a:lnTo>
                <a:lnTo>
                  <a:pt x="106716" y="16521"/>
                </a:lnTo>
                <a:lnTo>
                  <a:pt x="106090" y="16193"/>
                </a:lnTo>
                <a:lnTo>
                  <a:pt x="105452" y="15877"/>
                </a:lnTo>
                <a:lnTo>
                  <a:pt x="104800" y="15572"/>
                </a:lnTo>
                <a:lnTo>
                  <a:pt x="104137" y="15279"/>
                </a:lnTo>
                <a:lnTo>
                  <a:pt x="103463" y="14999"/>
                </a:lnTo>
                <a:lnTo>
                  <a:pt x="102779" y="14731"/>
                </a:lnTo>
                <a:lnTo>
                  <a:pt x="102083" y="14476"/>
                </a:lnTo>
                <a:lnTo>
                  <a:pt x="101377" y="14233"/>
                </a:lnTo>
                <a:lnTo>
                  <a:pt x="100660" y="14002"/>
                </a:lnTo>
                <a:lnTo>
                  <a:pt x="99933" y="13784"/>
                </a:lnTo>
                <a:lnTo>
                  <a:pt x="99195" y="13579"/>
                </a:lnTo>
                <a:lnTo>
                  <a:pt x="98446" y="13386"/>
                </a:lnTo>
                <a:lnTo>
                  <a:pt x="97686" y="13205"/>
                </a:lnTo>
                <a:lnTo>
                  <a:pt x="96916" y="13037"/>
                </a:lnTo>
                <a:lnTo>
                  <a:pt x="96135" y="12881"/>
                </a:lnTo>
                <a:lnTo>
                  <a:pt x="95343" y="12738"/>
                </a:lnTo>
                <a:lnTo>
                  <a:pt x="94541" y="12607"/>
                </a:lnTo>
                <a:lnTo>
                  <a:pt x="93728" y="12489"/>
                </a:lnTo>
                <a:lnTo>
                  <a:pt x="92904" y="12383"/>
                </a:lnTo>
                <a:lnTo>
                  <a:pt x="92069" y="12289"/>
                </a:lnTo>
                <a:lnTo>
                  <a:pt x="91224" y="12208"/>
                </a:lnTo>
                <a:lnTo>
                  <a:pt x="90368" y="12140"/>
                </a:lnTo>
                <a:lnTo>
                  <a:pt x="89501" y="12084"/>
                </a:lnTo>
                <a:lnTo>
                  <a:pt x="88624" y="12040"/>
                </a:lnTo>
                <a:lnTo>
                  <a:pt x="87736" y="12009"/>
                </a:lnTo>
                <a:lnTo>
                  <a:pt x="86837" y="11990"/>
                </a:lnTo>
                <a:lnTo>
                  <a:pt x="85927" y="11984"/>
                </a:lnTo>
                <a:lnTo>
                  <a:pt x="85260" y="11987"/>
                </a:lnTo>
                <a:lnTo>
                  <a:pt x="84599" y="11997"/>
                </a:lnTo>
                <a:lnTo>
                  <a:pt x="83943" y="12013"/>
                </a:lnTo>
                <a:lnTo>
                  <a:pt x="83292" y="12036"/>
                </a:lnTo>
                <a:lnTo>
                  <a:pt x="82647" y="12065"/>
                </a:lnTo>
                <a:lnTo>
                  <a:pt x="82007" y="12101"/>
                </a:lnTo>
                <a:lnTo>
                  <a:pt x="81373" y="12143"/>
                </a:lnTo>
                <a:lnTo>
                  <a:pt x="80744" y="12192"/>
                </a:lnTo>
                <a:lnTo>
                  <a:pt x="80121" y="12247"/>
                </a:lnTo>
                <a:lnTo>
                  <a:pt x="79504" y="12308"/>
                </a:lnTo>
                <a:lnTo>
                  <a:pt x="78891" y="12376"/>
                </a:lnTo>
                <a:lnTo>
                  <a:pt x="78285" y="12451"/>
                </a:lnTo>
                <a:lnTo>
                  <a:pt x="77683" y="12532"/>
                </a:lnTo>
                <a:lnTo>
                  <a:pt x="77088" y="12620"/>
                </a:lnTo>
                <a:lnTo>
                  <a:pt x="76497" y="12714"/>
                </a:lnTo>
                <a:lnTo>
                  <a:pt x="75913" y="12814"/>
                </a:lnTo>
                <a:lnTo>
                  <a:pt x="75333" y="12921"/>
                </a:lnTo>
                <a:lnTo>
                  <a:pt x="74759" y="13035"/>
                </a:lnTo>
                <a:lnTo>
                  <a:pt x="74191" y="13155"/>
                </a:lnTo>
                <a:lnTo>
                  <a:pt x="73628" y="13281"/>
                </a:lnTo>
                <a:lnTo>
                  <a:pt x="73071" y="13414"/>
                </a:lnTo>
                <a:lnTo>
                  <a:pt x="72519" y="13554"/>
                </a:lnTo>
                <a:lnTo>
                  <a:pt x="71973" y="13700"/>
                </a:lnTo>
                <a:lnTo>
                  <a:pt x="71432" y="13852"/>
                </a:lnTo>
                <a:lnTo>
                  <a:pt x="70897" y="14010"/>
                </a:lnTo>
                <a:lnTo>
                  <a:pt x="70368" y="14174"/>
                </a:lnTo>
                <a:lnTo>
                  <a:pt x="69846" y="14343"/>
                </a:lnTo>
                <a:lnTo>
                  <a:pt x="69331" y="14518"/>
                </a:lnTo>
                <a:lnTo>
                  <a:pt x="68822" y="14698"/>
                </a:lnTo>
                <a:lnTo>
                  <a:pt x="68319" y="14884"/>
                </a:lnTo>
                <a:lnTo>
                  <a:pt x="67823" y="15075"/>
                </a:lnTo>
                <a:lnTo>
                  <a:pt x="67333" y="15271"/>
                </a:lnTo>
                <a:lnTo>
                  <a:pt x="66850" y="15474"/>
                </a:lnTo>
                <a:lnTo>
                  <a:pt x="66373" y="15681"/>
                </a:lnTo>
                <a:lnTo>
                  <a:pt x="65903" y="15894"/>
                </a:lnTo>
                <a:lnTo>
                  <a:pt x="65440" y="16113"/>
                </a:lnTo>
                <a:lnTo>
                  <a:pt x="64982" y="16337"/>
                </a:lnTo>
                <a:lnTo>
                  <a:pt x="64532" y="16567"/>
                </a:lnTo>
                <a:lnTo>
                  <a:pt x="64087" y="16802"/>
                </a:lnTo>
                <a:lnTo>
                  <a:pt x="63650" y="17042"/>
                </a:lnTo>
                <a:lnTo>
                  <a:pt x="63218" y="17288"/>
                </a:lnTo>
                <a:lnTo>
                  <a:pt x="62793" y="17540"/>
                </a:lnTo>
                <a:lnTo>
                  <a:pt x="62375" y="17797"/>
                </a:lnTo>
                <a:lnTo>
                  <a:pt x="61963" y="18059"/>
                </a:lnTo>
                <a:lnTo>
                  <a:pt x="61558" y="18328"/>
                </a:lnTo>
                <a:lnTo>
                  <a:pt x="61159" y="18601"/>
                </a:lnTo>
                <a:lnTo>
                  <a:pt x="60766" y="18880"/>
                </a:lnTo>
                <a:lnTo>
                  <a:pt x="60380" y="19164"/>
                </a:lnTo>
                <a:lnTo>
                  <a:pt x="60001" y="19454"/>
                </a:lnTo>
                <a:lnTo>
                  <a:pt x="59630" y="19748"/>
                </a:lnTo>
                <a:lnTo>
                  <a:pt x="59265" y="20048"/>
                </a:lnTo>
                <a:lnTo>
                  <a:pt x="58908" y="20352"/>
                </a:lnTo>
                <a:lnTo>
                  <a:pt x="58559" y="20661"/>
                </a:lnTo>
                <a:lnTo>
                  <a:pt x="58216" y="20974"/>
                </a:lnTo>
                <a:lnTo>
                  <a:pt x="57882" y="21293"/>
                </a:lnTo>
                <a:lnTo>
                  <a:pt x="57554" y="21617"/>
                </a:lnTo>
                <a:lnTo>
                  <a:pt x="57234" y="21945"/>
                </a:lnTo>
                <a:lnTo>
                  <a:pt x="56921" y="22279"/>
                </a:lnTo>
                <a:lnTo>
                  <a:pt x="56615" y="22617"/>
                </a:lnTo>
                <a:lnTo>
                  <a:pt x="56317" y="22960"/>
                </a:lnTo>
                <a:lnTo>
                  <a:pt x="56026" y="23308"/>
                </a:lnTo>
                <a:lnTo>
                  <a:pt x="55743" y="23661"/>
                </a:lnTo>
                <a:lnTo>
                  <a:pt x="55467" y="24018"/>
                </a:lnTo>
                <a:lnTo>
                  <a:pt x="55198" y="24381"/>
                </a:lnTo>
                <a:lnTo>
                  <a:pt x="54936" y="24749"/>
                </a:lnTo>
                <a:lnTo>
                  <a:pt x="54682" y="25121"/>
                </a:lnTo>
                <a:lnTo>
                  <a:pt x="54436" y="25498"/>
                </a:lnTo>
                <a:lnTo>
                  <a:pt x="54196" y="25880"/>
                </a:lnTo>
                <a:lnTo>
                  <a:pt x="53964" y="26267"/>
                </a:lnTo>
                <a:lnTo>
                  <a:pt x="53739" y="26659"/>
                </a:lnTo>
                <a:lnTo>
                  <a:pt x="53522" y="27056"/>
                </a:lnTo>
                <a:lnTo>
                  <a:pt x="53312" y="27457"/>
                </a:lnTo>
                <a:lnTo>
                  <a:pt x="53110" y="27863"/>
                </a:lnTo>
                <a:lnTo>
                  <a:pt x="52917" y="28273"/>
                </a:lnTo>
                <a:lnTo>
                  <a:pt x="52732" y="28686"/>
                </a:lnTo>
                <a:lnTo>
                  <a:pt x="52556" y="29104"/>
                </a:lnTo>
                <a:lnTo>
                  <a:pt x="52388" y="29525"/>
                </a:lnTo>
                <a:lnTo>
                  <a:pt x="52229" y="29950"/>
                </a:lnTo>
                <a:lnTo>
                  <a:pt x="52079" y="30379"/>
                </a:lnTo>
                <a:lnTo>
                  <a:pt x="51937" y="30812"/>
                </a:lnTo>
                <a:lnTo>
                  <a:pt x="51803" y="31248"/>
                </a:lnTo>
                <a:lnTo>
                  <a:pt x="51679" y="31689"/>
                </a:lnTo>
                <a:lnTo>
                  <a:pt x="51563" y="32133"/>
                </a:lnTo>
                <a:lnTo>
                  <a:pt x="51455" y="32581"/>
                </a:lnTo>
                <a:lnTo>
                  <a:pt x="51356" y="33034"/>
                </a:lnTo>
                <a:lnTo>
                  <a:pt x="51266" y="33490"/>
                </a:lnTo>
                <a:lnTo>
                  <a:pt x="51185" y="33949"/>
                </a:lnTo>
                <a:lnTo>
                  <a:pt x="51111" y="34413"/>
                </a:lnTo>
                <a:lnTo>
                  <a:pt x="51047" y="34881"/>
                </a:lnTo>
                <a:lnTo>
                  <a:pt x="50991" y="35352"/>
                </a:lnTo>
                <a:lnTo>
                  <a:pt x="50944" y="35827"/>
                </a:lnTo>
                <a:lnTo>
                  <a:pt x="50905" y="36306"/>
                </a:lnTo>
                <a:lnTo>
                  <a:pt x="50875" y="36790"/>
                </a:lnTo>
                <a:lnTo>
                  <a:pt x="50854" y="37276"/>
                </a:lnTo>
                <a:lnTo>
                  <a:pt x="50841" y="37767"/>
                </a:lnTo>
                <a:lnTo>
                  <a:pt x="50836" y="38262"/>
                </a:lnTo>
                <a:lnTo>
                  <a:pt x="50840" y="38815"/>
                </a:lnTo>
                <a:lnTo>
                  <a:pt x="50852" y="39362"/>
                </a:lnTo>
                <a:lnTo>
                  <a:pt x="50871" y="39902"/>
                </a:lnTo>
                <a:lnTo>
                  <a:pt x="50898" y="40435"/>
                </a:lnTo>
                <a:lnTo>
                  <a:pt x="50933" y="40962"/>
                </a:lnTo>
                <a:lnTo>
                  <a:pt x="50975" y="41482"/>
                </a:lnTo>
                <a:lnTo>
                  <a:pt x="51026" y="41995"/>
                </a:lnTo>
                <a:lnTo>
                  <a:pt x="51084" y="42502"/>
                </a:lnTo>
                <a:lnTo>
                  <a:pt x="51149" y="43003"/>
                </a:lnTo>
                <a:lnTo>
                  <a:pt x="51223" y="43496"/>
                </a:lnTo>
                <a:lnTo>
                  <a:pt x="51304" y="43983"/>
                </a:lnTo>
                <a:lnTo>
                  <a:pt x="51393" y="44464"/>
                </a:lnTo>
                <a:lnTo>
                  <a:pt x="51489" y="44938"/>
                </a:lnTo>
                <a:lnTo>
                  <a:pt x="51593" y="45405"/>
                </a:lnTo>
                <a:lnTo>
                  <a:pt x="51705" y="45866"/>
                </a:lnTo>
                <a:lnTo>
                  <a:pt x="51825" y="46320"/>
                </a:lnTo>
                <a:lnTo>
                  <a:pt x="51953" y="46767"/>
                </a:lnTo>
                <a:lnTo>
                  <a:pt x="52088" y="47208"/>
                </a:lnTo>
                <a:lnTo>
                  <a:pt x="52231" y="47642"/>
                </a:lnTo>
                <a:lnTo>
                  <a:pt x="52381" y="48070"/>
                </a:lnTo>
                <a:lnTo>
                  <a:pt x="52540" y="48491"/>
                </a:lnTo>
                <a:lnTo>
                  <a:pt x="52706" y="48905"/>
                </a:lnTo>
                <a:lnTo>
                  <a:pt x="52879" y="49313"/>
                </a:lnTo>
                <a:lnTo>
                  <a:pt x="53061" y="49714"/>
                </a:lnTo>
                <a:lnTo>
                  <a:pt x="53250" y="50110"/>
                </a:lnTo>
                <a:lnTo>
                  <a:pt x="53446" y="50500"/>
                </a:lnTo>
                <a:lnTo>
                  <a:pt x="53649" y="50886"/>
                </a:lnTo>
                <a:lnTo>
                  <a:pt x="53859" y="51268"/>
                </a:lnTo>
                <a:lnTo>
                  <a:pt x="54077" y="51644"/>
                </a:lnTo>
                <a:lnTo>
                  <a:pt x="54301" y="52016"/>
                </a:lnTo>
                <a:lnTo>
                  <a:pt x="54533" y="52383"/>
                </a:lnTo>
                <a:lnTo>
                  <a:pt x="54771" y="52746"/>
                </a:lnTo>
                <a:lnTo>
                  <a:pt x="55017" y="53103"/>
                </a:lnTo>
                <a:lnTo>
                  <a:pt x="55270" y="53456"/>
                </a:lnTo>
                <a:lnTo>
                  <a:pt x="55530" y="53804"/>
                </a:lnTo>
                <a:lnTo>
                  <a:pt x="55797" y="54148"/>
                </a:lnTo>
                <a:lnTo>
                  <a:pt x="56071" y="54486"/>
                </a:lnTo>
                <a:lnTo>
                  <a:pt x="56352" y="54820"/>
                </a:lnTo>
                <a:lnTo>
                  <a:pt x="56641" y="55150"/>
                </a:lnTo>
                <a:lnTo>
                  <a:pt x="56936" y="55474"/>
                </a:lnTo>
                <a:lnTo>
                  <a:pt x="57239" y="55794"/>
                </a:lnTo>
                <a:lnTo>
                  <a:pt x="57548" y="56109"/>
                </a:lnTo>
                <a:lnTo>
                  <a:pt x="57865" y="56419"/>
                </a:lnTo>
                <a:lnTo>
                  <a:pt x="58189" y="56725"/>
                </a:lnTo>
                <a:lnTo>
                  <a:pt x="58520" y="57025"/>
                </a:lnTo>
                <a:lnTo>
                  <a:pt x="58858" y="57321"/>
                </a:lnTo>
                <a:lnTo>
                  <a:pt x="59203" y="57613"/>
                </a:lnTo>
                <a:lnTo>
                  <a:pt x="59555" y="57899"/>
                </a:lnTo>
                <a:lnTo>
                  <a:pt x="59914" y="58182"/>
                </a:lnTo>
                <a:lnTo>
                  <a:pt x="60280" y="58461"/>
                </a:lnTo>
                <a:lnTo>
                  <a:pt x="60652" y="58737"/>
                </a:lnTo>
                <a:lnTo>
                  <a:pt x="60693" y="58766"/>
                </a:lnTo>
                <a:lnTo>
                  <a:pt x="60363" y="58923"/>
                </a:lnTo>
                <a:lnTo>
                  <a:pt x="59962" y="59119"/>
                </a:lnTo>
                <a:lnTo>
                  <a:pt x="59567" y="59321"/>
                </a:lnTo>
                <a:lnTo>
                  <a:pt x="59177" y="59527"/>
                </a:lnTo>
                <a:lnTo>
                  <a:pt x="58794" y="59738"/>
                </a:lnTo>
                <a:lnTo>
                  <a:pt x="58416" y="59954"/>
                </a:lnTo>
                <a:lnTo>
                  <a:pt x="58044" y="60175"/>
                </a:lnTo>
                <a:lnTo>
                  <a:pt x="57677" y="60400"/>
                </a:lnTo>
                <a:lnTo>
                  <a:pt x="57317" y="60630"/>
                </a:lnTo>
                <a:lnTo>
                  <a:pt x="56962" y="60865"/>
                </a:lnTo>
                <a:lnTo>
                  <a:pt x="56613" y="61104"/>
                </a:lnTo>
                <a:lnTo>
                  <a:pt x="56269" y="61348"/>
                </a:lnTo>
                <a:lnTo>
                  <a:pt x="55931" y="61597"/>
                </a:lnTo>
                <a:lnTo>
                  <a:pt x="55600" y="61851"/>
                </a:lnTo>
                <a:lnTo>
                  <a:pt x="55275" y="62108"/>
                </a:lnTo>
                <a:lnTo>
                  <a:pt x="54956" y="62370"/>
                </a:lnTo>
                <a:lnTo>
                  <a:pt x="54644" y="62637"/>
                </a:lnTo>
                <a:lnTo>
                  <a:pt x="54338" y="62908"/>
                </a:lnTo>
                <a:lnTo>
                  <a:pt x="54039" y="63183"/>
                </a:lnTo>
                <a:lnTo>
                  <a:pt x="53746" y="63462"/>
                </a:lnTo>
                <a:lnTo>
                  <a:pt x="53460" y="63746"/>
                </a:lnTo>
                <a:lnTo>
                  <a:pt x="53180" y="64035"/>
                </a:lnTo>
                <a:lnTo>
                  <a:pt x="52906" y="64327"/>
                </a:lnTo>
                <a:lnTo>
                  <a:pt x="52640" y="64624"/>
                </a:lnTo>
                <a:lnTo>
                  <a:pt x="52379" y="64926"/>
                </a:lnTo>
                <a:lnTo>
                  <a:pt x="52125" y="65231"/>
                </a:lnTo>
                <a:lnTo>
                  <a:pt x="51878" y="65542"/>
                </a:lnTo>
                <a:lnTo>
                  <a:pt x="51637" y="65856"/>
                </a:lnTo>
                <a:lnTo>
                  <a:pt x="51402" y="66175"/>
                </a:lnTo>
                <a:lnTo>
                  <a:pt x="51174" y="66498"/>
                </a:lnTo>
                <a:lnTo>
                  <a:pt x="50953" y="66826"/>
                </a:lnTo>
                <a:lnTo>
                  <a:pt x="50738" y="67158"/>
                </a:lnTo>
                <a:lnTo>
                  <a:pt x="50529" y="67494"/>
                </a:lnTo>
                <a:lnTo>
                  <a:pt x="50327" y="67835"/>
                </a:lnTo>
                <a:lnTo>
                  <a:pt x="50132" y="68180"/>
                </a:lnTo>
                <a:lnTo>
                  <a:pt x="49943" y="68529"/>
                </a:lnTo>
                <a:lnTo>
                  <a:pt x="49760" y="68883"/>
                </a:lnTo>
                <a:lnTo>
                  <a:pt x="49584" y="69241"/>
                </a:lnTo>
                <a:lnTo>
                  <a:pt x="49416" y="69602"/>
                </a:lnTo>
                <a:lnTo>
                  <a:pt x="49255" y="69967"/>
                </a:lnTo>
                <a:lnTo>
                  <a:pt x="49102" y="70336"/>
                </a:lnTo>
                <a:lnTo>
                  <a:pt x="48956" y="70708"/>
                </a:lnTo>
                <a:lnTo>
                  <a:pt x="48818" y="71084"/>
                </a:lnTo>
                <a:lnTo>
                  <a:pt x="48687" y="71464"/>
                </a:lnTo>
                <a:lnTo>
                  <a:pt x="48564" y="71847"/>
                </a:lnTo>
                <a:lnTo>
                  <a:pt x="48448" y="72234"/>
                </a:lnTo>
                <a:lnTo>
                  <a:pt x="48340" y="72624"/>
                </a:lnTo>
                <a:lnTo>
                  <a:pt x="48239" y="73018"/>
                </a:lnTo>
                <a:lnTo>
                  <a:pt x="48145" y="73415"/>
                </a:lnTo>
                <a:lnTo>
                  <a:pt x="48059" y="73816"/>
                </a:lnTo>
                <a:lnTo>
                  <a:pt x="47981" y="74221"/>
                </a:lnTo>
                <a:lnTo>
                  <a:pt x="47910" y="74630"/>
                </a:lnTo>
                <a:lnTo>
                  <a:pt x="47846" y="75042"/>
                </a:lnTo>
                <a:lnTo>
                  <a:pt x="47790" y="75457"/>
                </a:lnTo>
                <a:lnTo>
                  <a:pt x="47742" y="75876"/>
                </a:lnTo>
                <a:lnTo>
                  <a:pt x="47701" y="76299"/>
                </a:lnTo>
                <a:lnTo>
                  <a:pt x="47667" y="76726"/>
                </a:lnTo>
                <a:lnTo>
                  <a:pt x="47641" y="77156"/>
                </a:lnTo>
                <a:lnTo>
                  <a:pt x="47622" y="77589"/>
                </a:lnTo>
                <a:lnTo>
                  <a:pt x="47611" y="78027"/>
                </a:lnTo>
                <a:lnTo>
                  <a:pt x="47607" y="78468"/>
                </a:lnTo>
                <a:lnTo>
                  <a:pt x="47611" y="79021"/>
                </a:lnTo>
                <a:lnTo>
                  <a:pt x="47623" y="79568"/>
                </a:lnTo>
                <a:lnTo>
                  <a:pt x="47643" y="80109"/>
                </a:lnTo>
                <a:lnTo>
                  <a:pt x="47671" y="80643"/>
                </a:lnTo>
                <a:lnTo>
                  <a:pt x="47707" y="81171"/>
                </a:lnTo>
                <a:lnTo>
                  <a:pt x="47751" y="81692"/>
                </a:lnTo>
                <a:lnTo>
                  <a:pt x="47802" y="82207"/>
                </a:lnTo>
                <a:lnTo>
                  <a:pt x="47862" y="82716"/>
                </a:lnTo>
                <a:lnTo>
                  <a:pt x="47930" y="83219"/>
                </a:lnTo>
                <a:lnTo>
                  <a:pt x="48006" y="83715"/>
                </a:lnTo>
                <a:lnTo>
                  <a:pt x="48090" y="84204"/>
                </a:lnTo>
                <a:lnTo>
                  <a:pt x="48181" y="84688"/>
                </a:lnTo>
                <a:lnTo>
                  <a:pt x="48281" y="85165"/>
                </a:lnTo>
                <a:lnTo>
                  <a:pt x="48389" y="85635"/>
                </a:lnTo>
                <a:lnTo>
                  <a:pt x="48504" y="86100"/>
                </a:lnTo>
                <a:lnTo>
                  <a:pt x="48628" y="86558"/>
                </a:lnTo>
                <a:lnTo>
                  <a:pt x="48759" y="87009"/>
                </a:lnTo>
                <a:lnTo>
                  <a:pt x="48899" y="87454"/>
                </a:lnTo>
                <a:lnTo>
                  <a:pt x="49046" y="87893"/>
                </a:lnTo>
                <a:lnTo>
                  <a:pt x="49202" y="88326"/>
                </a:lnTo>
                <a:lnTo>
                  <a:pt x="49365" y="88752"/>
                </a:lnTo>
                <a:lnTo>
                  <a:pt x="49537" y="89172"/>
                </a:lnTo>
                <a:lnTo>
                  <a:pt x="49716" y="89585"/>
                </a:lnTo>
                <a:lnTo>
                  <a:pt x="49903" y="89992"/>
                </a:lnTo>
                <a:lnTo>
                  <a:pt x="50098" y="90393"/>
                </a:lnTo>
                <a:lnTo>
                  <a:pt x="50300" y="90790"/>
                </a:lnTo>
                <a:lnTo>
                  <a:pt x="50509" y="91182"/>
                </a:lnTo>
                <a:lnTo>
                  <a:pt x="50725" y="91568"/>
                </a:lnTo>
                <a:lnTo>
                  <a:pt x="50947" y="91950"/>
                </a:lnTo>
                <a:lnTo>
                  <a:pt x="51177" y="92328"/>
                </a:lnTo>
                <a:lnTo>
                  <a:pt x="51414" y="92700"/>
                </a:lnTo>
                <a:lnTo>
                  <a:pt x="51658" y="93067"/>
                </a:lnTo>
                <a:lnTo>
                  <a:pt x="51908" y="93430"/>
                </a:lnTo>
                <a:lnTo>
                  <a:pt x="52166" y="93787"/>
                </a:lnTo>
                <a:lnTo>
                  <a:pt x="52431" y="94140"/>
                </a:lnTo>
                <a:lnTo>
                  <a:pt x="52702" y="94488"/>
                </a:lnTo>
                <a:lnTo>
                  <a:pt x="52981" y="94831"/>
                </a:lnTo>
                <a:lnTo>
                  <a:pt x="53266" y="95170"/>
                </a:lnTo>
                <a:lnTo>
                  <a:pt x="53559" y="95503"/>
                </a:lnTo>
                <a:lnTo>
                  <a:pt x="53858" y="95831"/>
                </a:lnTo>
                <a:lnTo>
                  <a:pt x="54165" y="96155"/>
                </a:lnTo>
                <a:lnTo>
                  <a:pt x="54478" y="96474"/>
                </a:lnTo>
                <a:lnTo>
                  <a:pt x="54799" y="96788"/>
                </a:lnTo>
                <a:lnTo>
                  <a:pt x="55126" y="97097"/>
                </a:lnTo>
                <a:lnTo>
                  <a:pt x="55460" y="97401"/>
                </a:lnTo>
                <a:lnTo>
                  <a:pt x="55802" y="97701"/>
                </a:lnTo>
                <a:lnTo>
                  <a:pt x="56150" y="97995"/>
                </a:lnTo>
                <a:lnTo>
                  <a:pt x="56505" y="98285"/>
                </a:lnTo>
                <a:lnTo>
                  <a:pt x="56868" y="98570"/>
                </a:lnTo>
                <a:lnTo>
                  <a:pt x="57236" y="98853"/>
                </a:lnTo>
                <a:lnTo>
                  <a:pt x="57612" y="99132"/>
                </a:lnTo>
                <a:lnTo>
                  <a:pt x="57994" y="99408"/>
                </a:lnTo>
                <a:lnTo>
                  <a:pt x="58384" y="99681"/>
                </a:lnTo>
                <a:lnTo>
                  <a:pt x="58779" y="99951"/>
                </a:lnTo>
                <a:lnTo>
                  <a:pt x="59182" y="100218"/>
                </a:lnTo>
                <a:lnTo>
                  <a:pt x="59591" y="100482"/>
                </a:lnTo>
                <a:lnTo>
                  <a:pt x="60007" y="100742"/>
                </a:lnTo>
                <a:lnTo>
                  <a:pt x="60430" y="101000"/>
                </a:lnTo>
                <a:lnTo>
                  <a:pt x="60859" y="101254"/>
                </a:lnTo>
                <a:lnTo>
                  <a:pt x="61295" y="101506"/>
                </a:lnTo>
                <a:lnTo>
                  <a:pt x="61738" y="101754"/>
                </a:lnTo>
                <a:lnTo>
                  <a:pt x="62188" y="101999"/>
                </a:lnTo>
                <a:lnTo>
                  <a:pt x="62644" y="102241"/>
                </a:lnTo>
                <a:lnTo>
                  <a:pt x="63107" y="102480"/>
                </a:lnTo>
                <a:lnTo>
                  <a:pt x="63577" y="102716"/>
                </a:lnTo>
                <a:lnTo>
                  <a:pt x="64054" y="102948"/>
                </a:lnTo>
                <a:lnTo>
                  <a:pt x="64537" y="103178"/>
                </a:lnTo>
                <a:lnTo>
                  <a:pt x="65027" y="103404"/>
                </a:lnTo>
                <a:lnTo>
                  <a:pt x="65524" y="103628"/>
                </a:lnTo>
                <a:lnTo>
                  <a:pt x="66027" y="103848"/>
                </a:lnTo>
                <a:lnTo>
                  <a:pt x="66537" y="104065"/>
                </a:lnTo>
                <a:lnTo>
                  <a:pt x="67054" y="104279"/>
                </a:lnTo>
                <a:lnTo>
                  <a:pt x="67577" y="104491"/>
                </a:lnTo>
                <a:lnTo>
                  <a:pt x="68106" y="104701"/>
                </a:lnTo>
                <a:lnTo>
                  <a:pt x="68640" y="104910"/>
                </a:lnTo>
                <a:lnTo>
                  <a:pt x="69179" y="105117"/>
                </a:lnTo>
                <a:lnTo>
                  <a:pt x="69724" y="105323"/>
                </a:lnTo>
                <a:lnTo>
                  <a:pt x="70274" y="105528"/>
                </a:lnTo>
                <a:lnTo>
                  <a:pt x="70830" y="105732"/>
                </a:lnTo>
                <a:lnTo>
                  <a:pt x="71392" y="105934"/>
                </a:lnTo>
                <a:lnTo>
                  <a:pt x="71959" y="106134"/>
                </a:lnTo>
                <a:lnTo>
                  <a:pt x="72531" y="106334"/>
                </a:lnTo>
                <a:lnTo>
                  <a:pt x="73109" y="106532"/>
                </a:lnTo>
                <a:lnTo>
                  <a:pt x="73692" y="106728"/>
                </a:lnTo>
                <a:lnTo>
                  <a:pt x="74281" y="106924"/>
                </a:lnTo>
                <a:lnTo>
                  <a:pt x="74875" y="107118"/>
                </a:lnTo>
                <a:lnTo>
                  <a:pt x="75475" y="107310"/>
                </a:lnTo>
                <a:lnTo>
                  <a:pt x="76080" y="107501"/>
                </a:lnTo>
                <a:lnTo>
                  <a:pt x="76691" y="107691"/>
                </a:lnTo>
                <a:lnTo>
                  <a:pt x="77307" y="107879"/>
                </a:lnTo>
                <a:lnTo>
                  <a:pt x="77929" y="108067"/>
                </a:lnTo>
                <a:lnTo>
                  <a:pt x="78556" y="108252"/>
                </a:lnTo>
                <a:lnTo>
                  <a:pt x="79188" y="108437"/>
                </a:lnTo>
                <a:lnTo>
                  <a:pt x="79827" y="108620"/>
                </a:lnTo>
                <a:lnTo>
                  <a:pt x="80470" y="108801"/>
                </a:lnTo>
                <a:lnTo>
                  <a:pt x="81119" y="108982"/>
                </a:lnTo>
                <a:lnTo>
                  <a:pt x="81719" y="109161"/>
                </a:lnTo>
                <a:lnTo>
                  <a:pt x="82311" y="109339"/>
                </a:lnTo>
                <a:lnTo>
                  <a:pt x="82894" y="109516"/>
                </a:lnTo>
                <a:lnTo>
                  <a:pt x="83469" y="109693"/>
                </a:lnTo>
                <a:lnTo>
                  <a:pt x="84036" y="109869"/>
                </a:lnTo>
                <a:lnTo>
                  <a:pt x="84595" y="110045"/>
                </a:lnTo>
                <a:lnTo>
                  <a:pt x="85146" y="110219"/>
                </a:lnTo>
                <a:lnTo>
                  <a:pt x="85688" y="110393"/>
                </a:lnTo>
                <a:lnTo>
                  <a:pt x="86222" y="110566"/>
                </a:lnTo>
                <a:lnTo>
                  <a:pt x="86748" y="110739"/>
                </a:lnTo>
                <a:lnTo>
                  <a:pt x="87266" y="110910"/>
                </a:lnTo>
                <a:lnTo>
                  <a:pt x="87775" y="111081"/>
                </a:lnTo>
                <a:lnTo>
                  <a:pt x="88276" y="111251"/>
                </a:lnTo>
                <a:lnTo>
                  <a:pt x="88769" y="111421"/>
                </a:lnTo>
                <a:lnTo>
                  <a:pt x="89254" y="111589"/>
                </a:lnTo>
                <a:lnTo>
                  <a:pt x="89730" y="111757"/>
                </a:lnTo>
                <a:lnTo>
                  <a:pt x="90199" y="111924"/>
                </a:lnTo>
                <a:lnTo>
                  <a:pt x="90659" y="112091"/>
                </a:lnTo>
                <a:lnTo>
                  <a:pt x="91111" y="112257"/>
                </a:lnTo>
                <a:lnTo>
                  <a:pt x="91554" y="112422"/>
                </a:lnTo>
                <a:lnTo>
                  <a:pt x="91990" y="112586"/>
                </a:lnTo>
                <a:lnTo>
                  <a:pt x="92417" y="112749"/>
                </a:lnTo>
                <a:lnTo>
                  <a:pt x="92836" y="112912"/>
                </a:lnTo>
                <a:lnTo>
                  <a:pt x="93247" y="113074"/>
                </a:lnTo>
                <a:lnTo>
                  <a:pt x="93650" y="113236"/>
                </a:lnTo>
                <a:lnTo>
                  <a:pt x="94046" y="113398"/>
                </a:lnTo>
                <a:lnTo>
                  <a:pt x="94435" y="113560"/>
                </a:lnTo>
                <a:lnTo>
                  <a:pt x="94817" y="113723"/>
                </a:lnTo>
                <a:lnTo>
                  <a:pt x="95193" y="113886"/>
                </a:lnTo>
                <a:lnTo>
                  <a:pt x="95561" y="114050"/>
                </a:lnTo>
                <a:lnTo>
                  <a:pt x="95922" y="114214"/>
                </a:lnTo>
                <a:lnTo>
                  <a:pt x="96277" y="114378"/>
                </a:lnTo>
                <a:lnTo>
                  <a:pt x="96624" y="114543"/>
                </a:lnTo>
                <a:lnTo>
                  <a:pt x="96964" y="114708"/>
                </a:lnTo>
                <a:lnTo>
                  <a:pt x="97298" y="114873"/>
                </a:lnTo>
                <a:lnTo>
                  <a:pt x="97624" y="115039"/>
                </a:lnTo>
                <a:lnTo>
                  <a:pt x="97944" y="115205"/>
                </a:lnTo>
                <a:lnTo>
                  <a:pt x="98256" y="115372"/>
                </a:lnTo>
                <a:lnTo>
                  <a:pt x="98561" y="115539"/>
                </a:lnTo>
                <a:lnTo>
                  <a:pt x="98860" y="115706"/>
                </a:lnTo>
                <a:lnTo>
                  <a:pt x="99151" y="115874"/>
                </a:lnTo>
                <a:lnTo>
                  <a:pt x="99436" y="116042"/>
                </a:lnTo>
                <a:lnTo>
                  <a:pt x="99714" y="116211"/>
                </a:lnTo>
                <a:lnTo>
                  <a:pt x="99984" y="116380"/>
                </a:lnTo>
                <a:lnTo>
                  <a:pt x="100248" y="116549"/>
                </a:lnTo>
                <a:lnTo>
                  <a:pt x="100504" y="116719"/>
                </a:lnTo>
                <a:lnTo>
                  <a:pt x="100754" y="116889"/>
                </a:lnTo>
                <a:lnTo>
                  <a:pt x="100997" y="117059"/>
                </a:lnTo>
                <a:lnTo>
                  <a:pt x="101233" y="117230"/>
                </a:lnTo>
                <a:lnTo>
                  <a:pt x="101464" y="117403"/>
                </a:lnTo>
                <a:lnTo>
                  <a:pt x="101689" y="117577"/>
                </a:lnTo>
                <a:lnTo>
                  <a:pt x="101908" y="117753"/>
                </a:lnTo>
                <a:lnTo>
                  <a:pt x="102121" y="117930"/>
                </a:lnTo>
                <a:lnTo>
                  <a:pt x="102329" y="118109"/>
                </a:lnTo>
                <a:lnTo>
                  <a:pt x="102531" y="118289"/>
                </a:lnTo>
                <a:lnTo>
                  <a:pt x="102727" y="118470"/>
                </a:lnTo>
                <a:lnTo>
                  <a:pt x="102918" y="118653"/>
                </a:lnTo>
                <a:lnTo>
                  <a:pt x="103102" y="118838"/>
                </a:lnTo>
                <a:lnTo>
                  <a:pt x="103281" y="119024"/>
                </a:lnTo>
                <a:lnTo>
                  <a:pt x="103455" y="119212"/>
                </a:lnTo>
                <a:lnTo>
                  <a:pt x="103622" y="119401"/>
                </a:lnTo>
                <a:lnTo>
                  <a:pt x="103784" y="119592"/>
                </a:lnTo>
                <a:lnTo>
                  <a:pt x="103940" y="119784"/>
                </a:lnTo>
                <a:lnTo>
                  <a:pt x="104091" y="119977"/>
                </a:lnTo>
                <a:lnTo>
                  <a:pt x="104235" y="120172"/>
                </a:lnTo>
                <a:lnTo>
                  <a:pt x="104374" y="120369"/>
                </a:lnTo>
                <a:lnTo>
                  <a:pt x="104507" y="120567"/>
                </a:lnTo>
                <a:lnTo>
                  <a:pt x="104635" y="120767"/>
                </a:lnTo>
                <a:lnTo>
                  <a:pt x="104756" y="120968"/>
                </a:lnTo>
                <a:lnTo>
                  <a:pt x="104872" y="121170"/>
                </a:lnTo>
                <a:lnTo>
                  <a:pt x="104983" y="121374"/>
                </a:lnTo>
                <a:lnTo>
                  <a:pt x="105087" y="121580"/>
                </a:lnTo>
                <a:lnTo>
                  <a:pt x="105187" y="121788"/>
                </a:lnTo>
                <a:lnTo>
                  <a:pt x="105282" y="121999"/>
                </a:lnTo>
                <a:lnTo>
                  <a:pt x="105373" y="122213"/>
                </a:lnTo>
                <a:lnTo>
                  <a:pt x="105460" y="122431"/>
                </a:lnTo>
                <a:lnTo>
                  <a:pt x="105543" y="122651"/>
                </a:lnTo>
                <a:lnTo>
                  <a:pt x="105621" y="122875"/>
                </a:lnTo>
                <a:lnTo>
                  <a:pt x="105695" y="123102"/>
                </a:lnTo>
                <a:lnTo>
                  <a:pt x="105765" y="123332"/>
                </a:lnTo>
                <a:lnTo>
                  <a:pt x="105831" y="123565"/>
                </a:lnTo>
                <a:lnTo>
                  <a:pt x="105892" y="123801"/>
                </a:lnTo>
                <a:lnTo>
                  <a:pt x="105949" y="124040"/>
                </a:lnTo>
                <a:lnTo>
                  <a:pt x="106002" y="124282"/>
                </a:lnTo>
                <a:lnTo>
                  <a:pt x="106051" y="124528"/>
                </a:lnTo>
                <a:lnTo>
                  <a:pt x="106095" y="124776"/>
                </a:lnTo>
                <a:lnTo>
                  <a:pt x="106136" y="125028"/>
                </a:lnTo>
                <a:lnTo>
                  <a:pt x="106172" y="125283"/>
                </a:lnTo>
                <a:lnTo>
                  <a:pt x="106203" y="125540"/>
                </a:lnTo>
                <a:lnTo>
                  <a:pt x="106231" y="125801"/>
                </a:lnTo>
                <a:lnTo>
                  <a:pt x="106254" y="126066"/>
                </a:lnTo>
                <a:lnTo>
                  <a:pt x="106273" y="126333"/>
                </a:lnTo>
                <a:lnTo>
                  <a:pt x="106288" y="126603"/>
                </a:lnTo>
                <a:lnTo>
                  <a:pt x="106299" y="126877"/>
                </a:lnTo>
                <a:lnTo>
                  <a:pt x="106305" y="127153"/>
                </a:lnTo>
                <a:lnTo>
                  <a:pt x="106307" y="127433"/>
                </a:lnTo>
                <a:lnTo>
                  <a:pt x="106303" y="127791"/>
                </a:lnTo>
                <a:lnTo>
                  <a:pt x="106289" y="128145"/>
                </a:lnTo>
                <a:lnTo>
                  <a:pt x="106267" y="128497"/>
                </a:lnTo>
                <a:lnTo>
                  <a:pt x="106236" y="128846"/>
                </a:lnTo>
                <a:lnTo>
                  <a:pt x="106197" y="129191"/>
                </a:lnTo>
                <a:lnTo>
                  <a:pt x="106148" y="129534"/>
                </a:lnTo>
                <a:lnTo>
                  <a:pt x="106090" y="129874"/>
                </a:lnTo>
                <a:lnTo>
                  <a:pt x="106024" y="130210"/>
                </a:lnTo>
                <a:lnTo>
                  <a:pt x="105949" y="130544"/>
                </a:lnTo>
                <a:lnTo>
                  <a:pt x="105865" y="130875"/>
                </a:lnTo>
                <a:lnTo>
                  <a:pt x="105772" y="131202"/>
                </a:lnTo>
                <a:lnTo>
                  <a:pt x="105670" y="131527"/>
                </a:lnTo>
                <a:lnTo>
                  <a:pt x="105560" y="131849"/>
                </a:lnTo>
                <a:lnTo>
                  <a:pt x="105440" y="132168"/>
                </a:lnTo>
                <a:lnTo>
                  <a:pt x="105312" y="132483"/>
                </a:lnTo>
                <a:lnTo>
                  <a:pt x="105175" y="132796"/>
                </a:lnTo>
                <a:lnTo>
                  <a:pt x="105029" y="133106"/>
                </a:lnTo>
                <a:lnTo>
                  <a:pt x="104874" y="133412"/>
                </a:lnTo>
                <a:lnTo>
                  <a:pt x="104710" y="133716"/>
                </a:lnTo>
                <a:lnTo>
                  <a:pt x="104538" y="134017"/>
                </a:lnTo>
                <a:lnTo>
                  <a:pt x="104357" y="134315"/>
                </a:lnTo>
                <a:lnTo>
                  <a:pt x="104167" y="134609"/>
                </a:lnTo>
                <a:lnTo>
                  <a:pt x="103967" y="134901"/>
                </a:lnTo>
                <a:lnTo>
                  <a:pt x="103760" y="135190"/>
                </a:lnTo>
                <a:lnTo>
                  <a:pt x="103543" y="135474"/>
                </a:lnTo>
                <a:lnTo>
                  <a:pt x="103319" y="135754"/>
                </a:lnTo>
                <a:lnTo>
                  <a:pt x="103087" y="136029"/>
                </a:lnTo>
                <a:lnTo>
                  <a:pt x="102847" y="136299"/>
                </a:lnTo>
                <a:lnTo>
                  <a:pt x="102598" y="136564"/>
                </a:lnTo>
                <a:lnTo>
                  <a:pt x="102342" y="136823"/>
                </a:lnTo>
                <a:lnTo>
                  <a:pt x="102078" y="137078"/>
                </a:lnTo>
                <a:lnTo>
                  <a:pt x="101806" y="137328"/>
                </a:lnTo>
                <a:lnTo>
                  <a:pt x="101526" y="137573"/>
                </a:lnTo>
                <a:lnTo>
                  <a:pt x="101238" y="137813"/>
                </a:lnTo>
                <a:lnTo>
                  <a:pt x="100942" y="138048"/>
                </a:lnTo>
                <a:lnTo>
                  <a:pt x="100638" y="138278"/>
                </a:lnTo>
                <a:lnTo>
                  <a:pt x="100326" y="138503"/>
                </a:lnTo>
                <a:lnTo>
                  <a:pt x="100006" y="138723"/>
                </a:lnTo>
                <a:lnTo>
                  <a:pt x="99678" y="138938"/>
                </a:lnTo>
                <a:lnTo>
                  <a:pt x="99342" y="139148"/>
                </a:lnTo>
                <a:lnTo>
                  <a:pt x="98999" y="139353"/>
                </a:lnTo>
                <a:lnTo>
                  <a:pt x="98647" y="139553"/>
                </a:lnTo>
                <a:lnTo>
                  <a:pt x="98287" y="139748"/>
                </a:lnTo>
                <a:lnTo>
                  <a:pt x="97919" y="139938"/>
                </a:lnTo>
                <a:lnTo>
                  <a:pt x="97543" y="140123"/>
                </a:lnTo>
                <a:lnTo>
                  <a:pt x="97160" y="140303"/>
                </a:lnTo>
                <a:lnTo>
                  <a:pt x="96768" y="140478"/>
                </a:lnTo>
                <a:lnTo>
                  <a:pt x="96368" y="140648"/>
                </a:lnTo>
                <a:lnTo>
                  <a:pt x="95961" y="140812"/>
                </a:lnTo>
                <a:lnTo>
                  <a:pt x="95547" y="140969"/>
                </a:lnTo>
                <a:lnTo>
                  <a:pt x="95125" y="141119"/>
                </a:lnTo>
                <a:lnTo>
                  <a:pt x="94697" y="141263"/>
                </a:lnTo>
                <a:lnTo>
                  <a:pt x="94261" y="141399"/>
                </a:lnTo>
                <a:lnTo>
                  <a:pt x="93819" y="141528"/>
                </a:lnTo>
                <a:lnTo>
                  <a:pt x="93369" y="141650"/>
                </a:lnTo>
                <a:lnTo>
                  <a:pt x="92912" y="141766"/>
                </a:lnTo>
                <a:lnTo>
                  <a:pt x="92448" y="141874"/>
                </a:lnTo>
                <a:lnTo>
                  <a:pt x="91977" y="141975"/>
                </a:lnTo>
                <a:lnTo>
                  <a:pt x="91498" y="142069"/>
                </a:lnTo>
                <a:lnTo>
                  <a:pt x="91013" y="142157"/>
                </a:lnTo>
                <a:lnTo>
                  <a:pt x="90521" y="142237"/>
                </a:lnTo>
                <a:lnTo>
                  <a:pt x="90021" y="142310"/>
                </a:lnTo>
                <a:lnTo>
                  <a:pt x="89515" y="142377"/>
                </a:lnTo>
                <a:lnTo>
                  <a:pt x="89001" y="142436"/>
                </a:lnTo>
                <a:lnTo>
                  <a:pt x="88480" y="142488"/>
                </a:lnTo>
                <a:lnTo>
                  <a:pt x="87952" y="142534"/>
                </a:lnTo>
                <a:lnTo>
                  <a:pt x="87417" y="142572"/>
                </a:lnTo>
                <a:lnTo>
                  <a:pt x="86875" y="142604"/>
                </a:lnTo>
                <a:lnTo>
                  <a:pt x="86326" y="142628"/>
                </a:lnTo>
                <a:lnTo>
                  <a:pt x="85769" y="142646"/>
                </a:lnTo>
                <a:lnTo>
                  <a:pt x="85206" y="142656"/>
                </a:lnTo>
                <a:lnTo>
                  <a:pt x="84635" y="142660"/>
                </a:lnTo>
                <a:lnTo>
                  <a:pt x="84283" y="142658"/>
                </a:lnTo>
                <a:lnTo>
                  <a:pt x="83930" y="142652"/>
                </a:lnTo>
                <a:lnTo>
                  <a:pt x="83576" y="142643"/>
                </a:lnTo>
                <a:lnTo>
                  <a:pt x="83223" y="142631"/>
                </a:lnTo>
                <a:lnTo>
                  <a:pt x="82870" y="142614"/>
                </a:lnTo>
                <a:lnTo>
                  <a:pt x="82516" y="142595"/>
                </a:lnTo>
                <a:lnTo>
                  <a:pt x="82163" y="142571"/>
                </a:lnTo>
                <a:lnTo>
                  <a:pt x="81809" y="142544"/>
                </a:lnTo>
                <a:lnTo>
                  <a:pt x="81455" y="142513"/>
                </a:lnTo>
                <a:lnTo>
                  <a:pt x="81101" y="142479"/>
                </a:lnTo>
                <a:lnTo>
                  <a:pt x="80747" y="142441"/>
                </a:lnTo>
                <a:lnTo>
                  <a:pt x="80393" y="142399"/>
                </a:lnTo>
                <a:lnTo>
                  <a:pt x="80038" y="142354"/>
                </a:lnTo>
                <a:lnTo>
                  <a:pt x="79684" y="142305"/>
                </a:lnTo>
                <a:lnTo>
                  <a:pt x="79329" y="142253"/>
                </a:lnTo>
                <a:lnTo>
                  <a:pt x="78974" y="142197"/>
                </a:lnTo>
                <a:lnTo>
                  <a:pt x="78620" y="142137"/>
                </a:lnTo>
                <a:lnTo>
                  <a:pt x="78265" y="142074"/>
                </a:lnTo>
                <a:lnTo>
                  <a:pt x="77909" y="142007"/>
                </a:lnTo>
                <a:lnTo>
                  <a:pt x="77554" y="141937"/>
                </a:lnTo>
                <a:lnTo>
                  <a:pt x="77199" y="141863"/>
                </a:lnTo>
                <a:lnTo>
                  <a:pt x="76843" y="141785"/>
                </a:lnTo>
                <a:lnTo>
                  <a:pt x="76488" y="141704"/>
                </a:lnTo>
                <a:lnTo>
                  <a:pt x="76132" y="141619"/>
                </a:lnTo>
                <a:lnTo>
                  <a:pt x="75777" y="141530"/>
                </a:lnTo>
                <a:lnTo>
                  <a:pt x="75425" y="141437"/>
                </a:lnTo>
                <a:lnTo>
                  <a:pt x="75076" y="141339"/>
                </a:lnTo>
                <a:lnTo>
                  <a:pt x="74729" y="141237"/>
                </a:lnTo>
                <a:lnTo>
                  <a:pt x="74384" y="141131"/>
                </a:lnTo>
                <a:lnTo>
                  <a:pt x="74042" y="141020"/>
                </a:lnTo>
                <a:lnTo>
                  <a:pt x="73702" y="140905"/>
                </a:lnTo>
                <a:lnTo>
                  <a:pt x="73365" y="140786"/>
                </a:lnTo>
                <a:lnTo>
                  <a:pt x="73030" y="140662"/>
                </a:lnTo>
                <a:lnTo>
                  <a:pt x="72698" y="140534"/>
                </a:lnTo>
                <a:lnTo>
                  <a:pt x="72369" y="140401"/>
                </a:lnTo>
                <a:lnTo>
                  <a:pt x="72042" y="140265"/>
                </a:lnTo>
                <a:lnTo>
                  <a:pt x="71717" y="140123"/>
                </a:lnTo>
                <a:lnTo>
                  <a:pt x="71395" y="139978"/>
                </a:lnTo>
                <a:lnTo>
                  <a:pt x="71075" y="139828"/>
                </a:lnTo>
                <a:lnTo>
                  <a:pt x="70758" y="139674"/>
                </a:lnTo>
                <a:lnTo>
                  <a:pt x="70443" y="139515"/>
                </a:lnTo>
                <a:lnTo>
                  <a:pt x="70131" y="139352"/>
                </a:lnTo>
                <a:lnTo>
                  <a:pt x="69821" y="139184"/>
                </a:lnTo>
                <a:lnTo>
                  <a:pt x="69514" y="139013"/>
                </a:lnTo>
                <a:lnTo>
                  <a:pt x="69209" y="138837"/>
                </a:lnTo>
                <a:lnTo>
                  <a:pt x="68907" y="138656"/>
                </a:lnTo>
                <a:lnTo>
                  <a:pt x="68607" y="138471"/>
                </a:lnTo>
                <a:lnTo>
                  <a:pt x="68310" y="138282"/>
                </a:lnTo>
                <a:lnTo>
                  <a:pt x="68016" y="138088"/>
                </a:lnTo>
                <a:lnTo>
                  <a:pt x="67728" y="137888"/>
                </a:lnTo>
                <a:lnTo>
                  <a:pt x="67444" y="137683"/>
                </a:lnTo>
                <a:lnTo>
                  <a:pt x="67165" y="137472"/>
                </a:lnTo>
                <a:lnTo>
                  <a:pt x="66891" y="137255"/>
                </a:lnTo>
                <a:lnTo>
                  <a:pt x="66621" y="137033"/>
                </a:lnTo>
                <a:lnTo>
                  <a:pt x="66357" y="136805"/>
                </a:lnTo>
                <a:lnTo>
                  <a:pt x="66097" y="136572"/>
                </a:lnTo>
                <a:lnTo>
                  <a:pt x="65843" y="136333"/>
                </a:lnTo>
                <a:lnTo>
                  <a:pt x="65593" y="136088"/>
                </a:lnTo>
                <a:lnTo>
                  <a:pt x="65348" y="135838"/>
                </a:lnTo>
                <a:lnTo>
                  <a:pt x="65108" y="135582"/>
                </a:lnTo>
                <a:lnTo>
                  <a:pt x="64872" y="135321"/>
                </a:lnTo>
                <a:lnTo>
                  <a:pt x="64642" y="135054"/>
                </a:lnTo>
                <a:lnTo>
                  <a:pt x="64416" y="134781"/>
                </a:lnTo>
                <a:lnTo>
                  <a:pt x="64196" y="134503"/>
                </a:lnTo>
                <a:lnTo>
                  <a:pt x="63980" y="134219"/>
                </a:lnTo>
                <a:lnTo>
                  <a:pt x="63769" y="133929"/>
                </a:lnTo>
                <a:lnTo>
                  <a:pt x="63563" y="133634"/>
                </a:lnTo>
                <a:lnTo>
                  <a:pt x="63362" y="133334"/>
                </a:lnTo>
                <a:lnTo>
                  <a:pt x="63165" y="133027"/>
                </a:lnTo>
                <a:lnTo>
                  <a:pt x="62974" y="132716"/>
                </a:lnTo>
                <a:lnTo>
                  <a:pt x="62787" y="132398"/>
                </a:lnTo>
                <a:lnTo>
                  <a:pt x="62605" y="132075"/>
                </a:lnTo>
                <a:lnTo>
                  <a:pt x="62429" y="131746"/>
                </a:lnTo>
                <a:lnTo>
                  <a:pt x="62261" y="131411"/>
                </a:lnTo>
                <a:lnTo>
                  <a:pt x="62100" y="131070"/>
                </a:lnTo>
                <a:lnTo>
                  <a:pt x="61947" y="130722"/>
                </a:lnTo>
                <a:lnTo>
                  <a:pt x="61801" y="130369"/>
                </a:lnTo>
                <a:lnTo>
                  <a:pt x="61663" y="130010"/>
                </a:lnTo>
                <a:lnTo>
                  <a:pt x="61532" y="129644"/>
                </a:lnTo>
                <a:lnTo>
                  <a:pt x="61409" y="129272"/>
                </a:lnTo>
                <a:lnTo>
                  <a:pt x="61293" y="128894"/>
                </a:lnTo>
                <a:lnTo>
                  <a:pt x="61185" y="128511"/>
                </a:lnTo>
                <a:lnTo>
                  <a:pt x="61084" y="128121"/>
                </a:lnTo>
                <a:lnTo>
                  <a:pt x="60990" y="127724"/>
                </a:lnTo>
                <a:lnTo>
                  <a:pt x="60904" y="127322"/>
                </a:lnTo>
                <a:lnTo>
                  <a:pt x="60826" y="126914"/>
                </a:lnTo>
                <a:lnTo>
                  <a:pt x="60755" y="126499"/>
                </a:lnTo>
                <a:lnTo>
                  <a:pt x="60691" y="126079"/>
                </a:lnTo>
                <a:lnTo>
                  <a:pt x="60635" y="125652"/>
                </a:lnTo>
                <a:lnTo>
                  <a:pt x="60587" y="125220"/>
                </a:lnTo>
                <a:lnTo>
                  <a:pt x="60546" y="124781"/>
                </a:lnTo>
                <a:lnTo>
                  <a:pt x="60512" y="124336"/>
                </a:lnTo>
                <a:lnTo>
                  <a:pt x="60486" y="123885"/>
                </a:lnTo>
                <a:lnTo>
                  <a:pt x="60467" y="123428"/>
                </a:lnTo>
                <a:lnTo>
                  <a:pt x="60456" y="122964"/>
                </a:lnTo>
                <a:lnTo>
                  <a:pt x="60452" y="122495"/>
                </a:lnTo>
                <a:lnTo>
                  <a:pt x="47177" y="122638"/>
                </a:lnTo>
                <a:lnTo>
                  <a:pt x="47182" y="123357"/>
                </a:lnTo>
                <a:lnTo>
                  <a:pt x="47199" y="124067"/>
                </a:lnTo>
                <a:lnTo>
                  <a:pt x="47226" y="124767"/>
                </a:lnTo>
                <a:lnTo>
                  <a:pt x="47265" y="125457"/>
                </a:lnTo>
                <a:lnTo>
                  <a:pt x="47315" y="126138"/>
                </a:lnTo>
                <a:lnTo>
                  <a:pt x="47376" y="126809"/>
                </a:lnTo>
                <a:lnTo>
                  <a:pt x="47448" y="127472"/>
                </a:lnTo>
                <a:lnTo>
                  <a:pt x="47531" y="128124"/>
                </a:lnTo>
                <a:lnTo>
                  <a:pt x="47626" y="128767"/>
                </a:lnTo>
                <a:lnTo>
                  <a:pt x="47731" y="129401"/>
                </a:lnTo>
                <a:lnTo>
                  <a:pt x="47847" y="130025"/>
                </a:lnTo>
                <a:lnTo>
                  <a:pt x="47975" y="130640"/>
                </a:lnTo>
                <a:lnTo>
                  <a:pt x="48114" y="131245"/>
                </a:lnTo>
                <a:lnTo>
                  <a:pt x="48263" y="131841"/>
                </a:lnTo>
                <a:lnTo>
                  <a:pt x="48424" y="132427"/>
                </a:lnTo>
                <a:lnTo>
                  <a:pt x="48596" y="133004"/>
                </a:lnTo>
                <a:lnTo>
                  <a:pt x="48779" y="133571"/>
                </a:lnTo>
                <a:lnTo>
                  <a:pt x="48973" y="134129"/>
                </a:lnTo>
                <a:lnTo>
                  <a:pt x="49178" y="134677"/>
                </a:lnTo>
                <a:lnTo>
                  <a:pt x="49394" y="135216"/>
                </a:lnTo>
                <a:lnTo>
                  <a:pt x="49621" y="135746"/>
                </a:lnTo>
                <a:lnTo>
                  <a:pt x="49860" y="136266"/>
                </a:lnTo>
                <a:lnTo>
                  <a:pt x="50109" y="136776"/>
                </a:lnTo>
                <a:lnTo>
                  <a:pt x="50370" y="137278"/>
                </a:lnTo>
                <a:lnTo>
                  <a:pt x="50640" y="137770"/>
                </a:lnTo>
                <a:lnTo>
                  <a:pt x="50918" y="138254"/>
                </a:lnTo>
                <a:lnTo>
                  <a:pt x="51203" y="138730"/>
                </a:lnTo>
                <a:lnTo>
                  <a:pt x="51496" y="139197"/>
                </a:lnTo>
                <a:lnTo>
                  <a:pt x="51797" y="139656"/>
                </a:lnTo>
                <a:lnTo>
                  <a:pt x="52106" y="140108"/>
                </a:lnTo>
                <a:lnTo>
                  <a:pt x="52422" y="140550"/>
                </a:lnTo>
                <a:lnTo>
                  <a:pt x="52746" y="140985"/>
                </a:lnTo>
                <a:lnTo>
                  <a:pt x="53078" y="141412"/>
                </a:lnTo>
                <a:lnTo>
                  <a:pt x="53417" y="141830"/>
                </a:lnTo>
                <a:lnTo>
                  <a:pt x="53764" y="142240"/>
                </a:lnTo>
                <a:lnTo>
                  <a:pt x="54119" y="142642"/>
                </a:lnTo>
                <a:lnTo>
                  <a:pt x="54482" y="143035"/>
                </a:lnTo>
                <a:lnTo>
                  <a:pt x="54852" y="143420"/>
                </a:lnTo>
                <a:lnTo>
                  <a:pt x="55231" y="143798"/>
                </a:lnTo>
                <a:lnTo>
                  <a:pt x="55616" y="144167"/>
                </a:lnTo>
                <a:lnTo>
                  <a:pt x="56010" y="144527"/>
                </a:lnTo>
                <a:lnTo>
                  <a:pt x="56411" y="144880"/>
                </a:lnTo>
                <a:lnTo>
                  <a:pt x="56820" y="145224"/>
                </a:lnTo>
                <a:lnTo>
                  <a:pt x="57237" y="145560"/>
                </a:lnTo>
                <a:lnTo>
                  <a:pt x="57661" y="145888"/>
                </a:lnTo>
                <a:lnTo>
                  <a:pt x="58094" y="146207"/>
                </a:lnTo>
                <a:lnTo>
                  <a:pt x="58534" y="146519"/>
                </a:lnTo>
                <a:lnTo>
                  <a:pt x="58981" y="146822"/>
                </a:lnTo>
                <a:lnTo>
                  <a:pt x="59435" y="147117"/>
                </a:lnTo>
                <a:lnTo>
                  <a:pt x="59893" y="147406"/>
                </a:lnTo>
                <a:lnTo>
                  <a:pt x="60355" y="147687"/>
                </a:lnTo>
                <a:lnTo>
                  <a:pt x="60822" y="147962"/>
                </a:lnTo>
                <a:lnTo>
                  <a:pt x="61293" y="148229"/>
                </a:lnTo>
                <a:lnTo>
                  <a:pt x="61769" y="148490"/>
                </a:lnTo>
                <a:lnTo>
                  <a:pt x="62248" y="148744"/>
                </a:lnTo>
                <a:lnTo>
                  <a:pt x="62733" y="148990"/>
                </a:lnTo>
                <a:lnTo>
                  <a:pt x="63221" y="149230"/>
                </a:lnTo>
                <a:lnTo>
                  <a:pt x="63714" y="149463"/>
                </a:lnTo>
                <a:lnTo>
                  <a:pt x="64211" y="149689"/>
                </a:lnTo>
                <a:lnTo>
                  <a:pt x="64713" y="149907"/>
                </a:lnTo>
                <a:lnTo>
                  <a:pt x="65219" y="150119"/>
                </a:lnTo>
                <a:lnTo>
                  <a:pt x="65729" y="150324"/>
                </a:lnTo>
                <a:lnTo>
                  <a:pt x="66244" y="150522"/>
                </a:lnTo>
                <a:lnTo>
                  <a:pt x="66763" y="150713"/>
                </a:lnTo>
                <a:lnTo>
                  <a:pt x="67287" y="150897"/>
                </a:lnTo>
                <a:lnTo>
                  <a:pt x="67814" y="151073"/>
                </a:lnTo>
                <a:lnTo>
                  <a:pt x="68347" y="151243"/>
                </a:lnTo>
                <a:lnTo>
                  <a:pt x="68883" y="151406"/>
                </a:lnTo>
                <a:lnTo>
                  <a:pt x="69424" y="151562"/>
                </a:lnTo>
                <a:lnTo>
                  <a:pt x="69969" y="151711"/>
                </a:lnTo>
                <a:lnTo>
                  <a:pt x="70519" y="151853"/>
                </a:lnTo>
                <a:lnTo>
                  <a:pt x="71073" y="151988"/>
                </a:lnTo>
                <a:lnTo>
                  <a:pt x="71629" y="152117"/>
                </a:lnTo>
                <a:lnTo>
                  <a:pt x="72187" y="152241"/>
                </a:lnTo>
                <a:lnTo>
                  <a:pt x="72745" y="152358"/>
                </a:lnTo>
                <a:lnTo>
                  <a:pt x="73303" y="152471"/>
                </a:lnTo>
                <a:lnTo>
                  <a:pt x="73863" y="152578"/>
                </a:lnTo>
                <a:lnTo>
                  <a:pt x="74423" y="152679"/>
                </a:lnTo>
                <a:lnTo>
                  <a:pt x="74984" y="152775"/>
                </a:lnTo>
                <a:lnTo>
                  <a:pt x="75546" y="152865"/>
                </a:lnTo>
                <a:lnTo>
                  <a:pt x="76108" y="152950"/>
                </a:lnTo>
                <a:lnTo>
                  <a:pt x="76672" y="153030"/>
                </a:lnTo>
                <a:lnTo>
                  <a:pt x="77236" y="153104"/>
                </a:lnTo>
                <a:lnTo>
                  <a:pt x="77800" y="153172"/>
                </a:lnTo>
                <a:lnTo>
                  <a:pt x="78366" y="153235"/>
                </a:lnTo>
                <a:lnTo>
                  <a:pt x="78932" y="153293"/>
                </a:lnTo>
                <a:lnTo>
                  <a:pt x="79499" y="153345"/>
                </a:lnTo>
                <a:lnTo>
                  <a:pt x="80067" y="153392"/>
                </a:lnTo>
                <a:lnTo>
                  <a:pt x="80635" y="153433"/>
                </a:lnTo>
                <a:lnTo>
                  <a:pt x="81204" y="153468"/>
                </a:lnTo>
                <a:lnTo>
                  <a:pt x="81774" y="153499"/>
                </a:lnTo>
                <a:lnTo>
                  <a:pt x="82345" y="153523"/>
                </a:lnTo>
                <a:lnTo>
                  <a:pt x="82917" y="153542"/>
                </a:lnTo>
                <a:lnTo>
                  <a:pt x="83489" y="153556"/>
                </a:lnTo>
                <a:lnTo>
                  <a:pt x="84062" y="153564"/>
                </a:lnTo>
                <a:lnTo>
                  <a:pt x="84635" y="153567"/>
                </a:lnTo>
                <a:lnTo>
                  <a:pt x="85297" y="153564"/>
                </a:lnTo>
                <a:lnTo>
                  <a:pt x="85952" y="153555"/>
                </a:lnTo>
                <a:lnTo>
                  <a:pt x="86603" y="153540"/>
                </a:lnTo>
                <a:lnTo>
                  <a:pt x="87248" y="153518"/>
                </a:lnTo>
                <a:lnTo>
                  <a:pt x="87887" y="153491"/>
                </a:lnTo>
                <a:lnTo>
                  <a:pt x="88522" y="153457"/>
                </a:lnTo>
                <a:lnTo>
                  <a:pt x="89151" y="153417"/>
                </a:lnTo>
                <a:lnTo>
                  <a:pt x="89774" y="153372"/>
                </a:lnTo>
                <a:lnTo>
                  <a:pt x="90393" y="153320"/>
                </a:lnTo>
                <a:lnTo>
                  <a:pt x="91005" y="153261"/>
                </a:lnTo>
                <a:lnTo>
                  <a:pt x="91613" y="153197"/>
                </a:lnTo>
                <a:lnTo>
                  <a:pt x="92215" y="153127"/>
                </a:lnTo>
                <a:lnTo>
                  <a:pt x="92812" y="153051"/>
                </a:lnTo>
                <a:lnTo>
                  <a:pt x="93403" y="152968"/>
                </a:lnTo>
                <a:lnTo>
                  <a:pt x="93990" y="152879"/>
                </a:lnTo>
                <a:lnTo>
                  <a:pt x="94570" y="152785"/>
                </a:lnTo>
                <a:lnTo>
                  <a:pt x="95146" y="152684"/>
                </a:lnTo>
                <a:lnTo>
                  <a:pt x="95716" y="152577"/>
                </a:lnTo>
                <a:lnTo>
                  <a:pt x="96280" y="152464"/>
                </a:lnTo>
                <a:lnTo>
                  <a:pt x="96840" y="152345"/>
                </a:lnTo>
                <a:lnTo>
                  <a:pt x="97394" y="152219"/>
                </a:lnTo>
                <a:lnTo>
                  <a:pt x="97942" y="152088"/>
                </a:lnTo>
                <a:lnTo>
                  <a:pt x="98486" y="151950"/>
                </a:lnTo>
                <a:lnTo>
                  <a:pt x="99023" y="151807"/>
                </a:lnTo>
                <a:lnTo>
                  <a:pt x="99555" y="151657"/>
                </a:lnTo>
                <a:lnTo>
                  <a:pt x="100081" y="151502"/>
                </a:lnTo>
                <a:lnTo>
                  <a:pt x="100600" y="151342"/>
                </a:lnTo>
                <a:lnTo>
                  <a:pt x="101113" y="151176"/>
                </a:lnTo>
                <a:lnTo>
                  <a:pt x="101620" y="151004"/>
                </a:lnTo>
                <a:lnTo>
                  <a:pt x="102120" y="150827"/>
                </a:lnTo>
                <a:lnTo>
                  <a:pt x="102614" y="150644"/>
                </a:lnTo>
                <a:lnTo>
                  <a:pt x="103102" y="150455"/>
                </a:lnTo>
                <a:lnTo>
                  <a:pt x="103583" y="150261"/>
                </a:lnTo>
                <a:lnTo>
                  <a:pt x="104058" y="150061"/>
                </a:lnTo>
                <a:lnTo>
                  <a:pt x="104526" y="149855"/>
                </a:lnTo>
                <a:lnTo>
                  <a:pt x="104989" y="149644"/>
                </a:lnTo>
                <a:lnTo>
                  <a:pt x="105444" y="149428"/>
                </a:lnTo>
                <a:lnTo>
                  <a:pt x="105894" y="149205"/>
                </a:lnTo>
                <a:lnTo>
                  <a:pt x="106337" y="148977"/>
                </a:lnTo>
                <a:lnTo>
                  <a:pt x="106774" y="148744"/>
                </a:lnTo>
                <a:lnTo>
                  <a:pt x="107204" y="148505"/>
                </a:lnTo>
                <a:lnTo>
                  <a:pt x="107628" y="148260"/>
                </a:lnTo>
                <a:lnTo>
                  <a:pt x="108046" y="148010"/>
                </a:lnTo>
                <a:lnTo>
                  <a:pt x="108457" y="147754"/>
                </a:lnTo>
                <a:lnTo>
                  <a:pt x="108862" y="147492"/>
                </a:lnTo>
                <a:lnTo>
                  <a:pt x="109260" y="147225"/>
                </a:lnTo>
                <a:lnTo>
                  <a:pt x="109653" y="146952"/>
                </a:lnTo>
                <a:lnTo>
                  <a:pt x="110039" y="146674"/>
                </a:lnTo>
                <a:lnTo>
                  <a:pt x="110418" y="146390"/>
                </a:lnTo>
                <a:lnTo>
                  <a:pt x="110789" y="146101"/>
                </a:lnTo>
                <a:lnTo>
                  <a:pt x="111154" y="145807"/>
                </a:lnTo>
                <a:lnTo>
                  <a:pt x="111511" y="145507"/>
                </a:lnTo>
                <a:lnTo>
                  <a:pt x="111860" y="145203"/>
                </a:lnTo>
                <a:lnTo>
                  <a:pt x="112203" y="144893"/>
                </a:lnTo>
                <a:lnTo>
                  <a:pt x="112538" y="144578"/>
                </a:lnTo>
                <a:lnTo>
                  <a:pt x="112865" y="144257"/>
                </a:lnTo>
                <a:lnTo>
                  <a:pt x="113185" y="143932"/>
                </a:lnTo>
                <a:lnTo>
                  <a:pt x="113498" y="143601"/>
                </a:lnTo>
                <a:lnTo>
                  <a:pt x="113804" y="143264"/>
                </a:lnTo>
                <a:lnTo>
                  <a:pt x="114102" y="142923"/>
                </a:lnTo>
                <a:lnTo>
                  <a:pt x="114393" y="142576"/>
                </a:lnTo>
                <a:lnTo>
                  <a:pt x="114676" y="142224"/>
                </a:lnTo>
                <a:lnTo>
                  <a:pt x="114953" y="141867"/>
                </a:lnTo>
                <a:lnTo>
                  <a:pt x="115221" y="141505"/>
                </a:lnTo>
                <a:lnTo>
                  <a:pt x="115483" y="141137"/>
                </a:lnTo>
                <a:lnTo>
                  <a:pt x="115737" y="140764"/>
                </a:lnTo>
                <a:lnTo>
                  <a:pt x="115984" y="140386"/>
                </a:lnTo>
                <a:lnTo>
                  <a:pt x="116223" y="140003"/>
                </a:lnTo>
                <a:lnTo>
                  <a:pt x="116455" y="139614"/>
                </a:lnTo>
                <a:lnTo>
                  <a:pt x="116680" y="139220"/>
                </a:lnTo>
                <a:lnTo>
                  <a:pt x="116897" y="138821"/>
                </a:lnTo>
                <a:lnTo>
                  <a:pt x="117107" y="138417"/>
                </a:lnTo>
                <a:lnTo>
                  <a:pt x="117309" y="138008"/>
                </a:lnTo>
                <a:lnTo>
                  <a:pt x="117502" y="137594"/>
                </a:lnTo>
                <a:lnTo>
                  <a:pt x="117687" y="137175"/>
                </a:lnTo>
                <a:lnTo>
                  <a:pt x="117864" y="136752"/>
                </a:lnTo>
                <a:lnTo>
                  <a:pt x="118031" y="136323"/>
                </a:lnTo>
                <a:lnTo>
                  <a:pt x="118190" y="135891"/>
                </a:lnTo>
                <a:lnTo>
                  <a:pt x="118341" y="135453"/>
                </a:lnTo>
                <a:lnTo>
                  <a:pt x="118482" y="135011"/>
                </a:lnTo>
                <a:lnTo>
                  <a:pt x="118616" y="134564"/>
                </a:lnTo>
                <a:lnTo>
                  <a:pt x="118740" y="134112"/>
                </a:lnTo>
                <a:lnTo>
                  <a:pt x="118856" y="133655"/>
                </a:lnTo>
                <a:lnTo>
                  <a:pt x="118964" y="133194"/>
                </a:lnTo>
                <a:lnTo>
                  <a:pt x="119063" y="132728"/>
                </a:lnTo>
                <a:lnTo>
                  <a:pt x="119153" y="132257"/>
                </a:lnTo>
                <a:lnTo>
                  <a:pt x="119235" y="131782"/>
                </a:lnTo>
                <a:lnTo>
                  <a:pt x="119308" y="131301"/>
                </a:lnTo>
                <a:lnTo>
                  <a:pt x="119372" y="130817"/>
                </a:lnTo>
                <a:lnTo>
                  <a:pt x="119428" y="130327"/>
                </a:lnTo>
                <a:lnTo>
                  <a:pt x="119475" y="129832"/>
                </a:lnTo>
                <a:lnTo>
                  <a:pt x="119514" y="129333"/>
                </a:lnTo>
                <a:lnTo>
                  <a:pt x="119544" y="128829"/>
                </a:lnTo>
                <a:lnTo>
                  <a:pt x="119566" y="128321"/>
                </a:lnTo>
                <a:lnTo>
                  <a:pt x="119578" y="127807"/>
                </a:lnTo>
                <a:lnTo>
                  <a:pt x="119583" y="127289"/>
                </a:lnTo>
                <a:lnTo>
                  <a:pt x="119579" y="126736"/>
                </a:lnTo>
                <a:lnTo>
                  <a:pt x="119567" y="126190"/>
                </a:lnTo>
                <a:lnTo>
                  <a:pt x="119548" y="125651"/>
                </a:lnTo>
                <a:lnTo>
                  <a:pt x="119521" y="125118"/>
                </a:lnTo>
                <a:lnTo>
                  <a:pt x="119486" y="124592"/>
                </a:lnTo>
                <a:lnTo>
                  <a:pt x="119444" y="124072"/>
                </a:lnTo>
                <a:lnTo>
                  <a:pt x="119394" y="123560"/>
                </a:lnTo>
                <a:lnTo>
                  <a:pt x="119336" y="123054"/>
                </a:lnTo>
                <a:lnTo>
                  <a:pt x="119270" y="122555"/>
                </a:lnTo>
                <a:lnTo>
                  <a:pt x="119197" y="122062"/>
                </a:lnTo>
                <a:lnTo>
                  <a:pt x="119115" y="121577"/>
                </a:lnTo>
                <a:lnTo>
                  <a:pt x="119027" y="121098"/>
                </a:lnTo>
                <a:lnTo>
                  <a:pt x="118930" y="120626"/>
                </a:lnTo>
                <a:lnTo>
                  <a:pt x="118826" y="120160"/>
                </a:lnTo>
                <a:lnTo>
                  <a:pt x="118714" y="119701"/>
                </a:lnTo>
                <a:lnTo>
                  <a:pt x="118594" y="119249"/>
                </a:lnTo>
                <a:lnTo>
                  <a:pt x="118467" y="118804"/>
                </a:lnTo>
                <a:lnTo>
                  <a:pt x="118331" y="118365"/>
                </a:lnTo>
                <a:lnTo>
                  <a:pt x="118189" y="117933"/>
                </a:lnTo>
                <a:lnTo>
                  <a:pt x="118038" y="117508"/>
                </a:lnTo>
                <a:lnTo>
                  <a:pt x="117880" y="117090"/>
                </a:lnTo>
                <a:lnTo>
                  <a:pt x="117714" y="116678"/>
                </a:lnTo>
                <a:lnTo>
                  <a:pt x="117540" y="116273"/>
                </a:lnTo>
                <a:lnTo>
                  <a:pt x="117358" y="115875"/>
                </a:lnTo>
                <a:lnTo>
                  <a:pt x="117169" y="115482"/>
                </a:lnTo>
                <a:lnTo>
                  <a:pt x="116973" y="115095"/>
                </a:lnTo>
                <a:lnTo>
                  <a:pt x="116771" y="114712"/>
                </a:lnTo>
                <a:lnTo>
                  <a:pt x="116561" y="114334"/>
                </a:lnTo>
                <a:lnTo>
                  <a:pt x="116344" y="113961"/>
                </a:lnTo>
                <a:lnTo>
                  <a:pt x="116120" y="113592"/>
                </a:lnTo>
                <a:lnTo>
                  <a:pt x="115890" y="113229"/>
                </a:lnTo>
                <a:lnTo>
                  <a:pt x="115652" y="112871"/>
                </a:lnTo>
                <a:lnTo>
                  <a:pt x="115407" y="112517"/>
                </a:lnTo>
                <a:lnTo>
                  <a:pt x="115156" y="112168"/>
                </a:lnTo>
                <a:lnTo>
                  <a:pt x="114897" y="111824"/>
                </a:lnTo>
                <a:lnTo>
                  <a:pt x="114631" y="111485"/>
                </a:lnTo>
                <a:lnTo>
                  <a:pt x="114359" y="111151"/>
                </a:lnTo>
                <a:lnTo>
                  <a:pt x="114079" y="110822"/>
                </a:lnTo>
                <a:lnTo>
                  <a:pt x="113793" y="110498"/>
                </a:lnTo>
                <a:lnTo>
                  <a:pt x="113499" y="110178"/>
                </a:lnTo>
                <a:lnTo>
                  <a:pt x="113199" y="109863"/>
                </a:lnTo>
                <a:lnTo>
                  <a:pt x="112891" y="109554"/>
                </a:lnTo>
                <a:lnTo>
                  <a:pt x="112577" y="109249"/>
                </a:lnTo>
                <a:lnTo>
                  <a:pt x="112255" y="108949"/>
                </a:lnTo>
                <a:lnTo>
                  <a:pt x="111927" y="108654"/>
                </a:lnTo>
                <a:lnTo>
                  <a:pt x="111591" y="108363"/>
                </a:lnTo>
                <a:lnTo>
                  <a:pt x="111249" y="108078"/>
                </a:lnTo>
                <a:lnTo>
                  <a:pt x="110900" y="107797"/>
                </a:lnTo>
                <a:lnTo>
                  <a:pt x="110544" y="107521"/>
                </a:lnTo>
                <a:lnTo>
                  <a:pt x="110181" y="107247"/>
                </a:lnTo>
                <a:lnTo>
                  <a:pt x="109811" y="106976"/>
                </a:lnTo>
                <a:lnTo>
                  <a:pt x="109495" y="106750"/>
                </a:lnTo>
                <a:lnTo>
                  <a:pt x="109883" y="106572"/>
                </a:lnTo>
                <a:close/>
                <a:moveTo>
                  <a:pt x="73683" y="65203"/>
                </a:moveTo>
                <a:lnTo>
                  <a:pt x="74238" y="65401"/>
                </a:lnTo>
                <a:lnTo>
                  <a:pt x="74799" y="65598"/>
                </a:lnTo>
                <a:lnTo>
                  <a:pt x="75366" y="65793"/>
                </a:lnTo>
                <a:lnTo>
                  <a:pt x="75939" y="65988"/>
                </a:lnTo>
                <a:lnTo>
                  <a:pt x="76518" y="66182"/>
                </a:lnTo>
                <a:lnTo>
                  <a:pt x="77102" y="66374"/>
                </a:lnTo>
                <a:lnTo>
                  <a:pt x="77692" y="66565"/>
                </a:lnTo>
                <a:lnTo>
                  <a:pt x="78289" y="66755"/>
                </a:lnTo>
                <a:lnTo>
                  <a:pt x="78891" y="66944"/>
                </a:lnTo>
                <a:lnTo>
                  <a:pt x="79499" y="67132"/>
                </a:lnTo>
                <a:lnTo>
                  <a:pt x="80112" y="67319"/>
                </a:lnTo>
                <a:lnTo>
                  <a:pt x="80732" y="67505"/>
                </a:lnTo>
                <a:lnTo>
                  <a:pt x="81357" y="67689"/>
                </a:lnTo>
                <a:lnTo>
                  <a:pt x="81989" y="67873"/>
                </a:lnTo>
                <a:lnTo>
                  <a:pt x="82626" y="68055"/>
                </a:lnTo>
                <a:lnTo>
                  <a:pt x="83269" y="68237"/>
                </a:lnTo>
                <a:lnTo>
                  <a:pt x="83918" y="68417"/>
                </a:lnTo>
                <a:lnTo>
                  <a:pt x="84524" y="68602"/>
                </a:lnTo>
                <a:lnTo>
                  <a:pt x="85121" y="68786"/>
                </a:lnTo>
                <a:lnTo>
                  <a:pt x="85711" y="68969"/>
                </a:lnTo>
                <a:lnTo>
                  <a:pt x="86292" y="69151"/>
                </a:lnTo>
                <a:lnTo>
                  <a:pt x="86865" y="69333"/>
                </a:lnTo>
                <a:lnTo>
                  <a:pt x="87430" y="69513"/>
                </a:lnTo>
                <a:lnTo>
                  <a:pt x="87986" y="69693"/>
                </a:lnTo>
                <a:lnTo>
                  <a:pt x="88534" y="69872"/>
                </a:lnTo>
                <a:lnTo>
                  <a:pt x="89075" y="70050"/>
                </a:lnTo>
                <a:lnTo>
                  <a:pt x="89606" y="70227"/>
                </a:lnTo>
                <a:lnTo>
                  <a:pt x="90130" y="70404"/>
                </a:lnTo>
                <a:lnTo>
                  <a:pt x="90645" y="70579"/>
                </a:lnTo>
                <a:lnTo>
                  <a:pt x="91153" y="70754"/>
                </a:lnTo>
                <a:lnTo>
                  <a:pt x="91652" y="70927"/>
                </a:lnTo>
                <a:lnTo>
                  <a:pt x="92142" y="71100"/>
                </a:lnTo>
                <a:lnTo>
                  <a:pt x="92625" y="71272"/>
                </a:lnTo>
                <a:lnTo>
                  <a:pt x="93099" y="71443"/>
                </a:lnTo>
                <a:lnTo>
                  <a:pt x="93565" y="71614"/>
                </a:lnTo>
                <a:lnTo>
                  <a:pt x="94023" y="71783"/>
                </a:lnTo>
                <a:lnTo>
                  <a:pt x="94473" y="71952"/>
                </a:lnTo>
                <a:lnTo>
                  <a:pt x="94914" y="72119"/>
                </a:lnTo>
                <a:lnTo>
                  <a:pt x="95347" y="72286"/>
                </a:lnTo>
                <a:lnTo>
                  <a:pt x="95772" y="72452"/>
                </a:lnTo>
                <a:lnTo>
                  <a:pt x="96189" y="72617"/>
                </a:lnTo>
                <a:lnTo>
                  <a:pt x="96598" y="72782"/>
                </a:lnTo>
                <a:lnTo>
                  <a:pt x="97000" y="72947"/>
                </a:lnTo>
                <a:lnTo>
                  <a:pt x="97395" y="73113"/>
                </a:lnTo>
                <a:lnTo>
                  <a:pt x="97784" y="73279"/>
                </a:lnTo>
                <a:lnTo>
                  <a:pt x="98165" y="73446"/>
                </a:lnTo>
                <a:lnTo>
                  <a:pt x="98539" y="73613"/>
                </a:lnTo>
                <a:lnTo>
                  <a:pt x="98906" y="73781"/>
                </a:lnTo>
                <a:lnTo>
                  <a:pt x="99267" y="73949"/>
                </a:lnTo>
                <a:lnTo>
                  <a:pt x="99620" y="74118"/>
                </a:lnTo>
                <a:lnTo>
                  <a:pt x="99966" y="74287"/>
                </a:lnTo>
                <a:lnTo>
                  <a:pt x="100306" y="74457"/>
                </a:lnTo>
                <a:lnTo>
                  <a:pt x="100638" y="74627"/>
                </a:lnTo>
                <a:lnTo>
                  <a:pt x="100963" y="74798"/>
                </a:lnTo>
                <a:lnTo>
                  <a:pt x="101282" y="74969"/>
                </a:lnTo>
                <a:lnTo>
                  <a:pt x="101593" y="75141"/>
                </a:lnTo>
                <a:lnTo>
                  <a:pt x="101898" y="75313"/>
                </a:lnTo>
                <a:lnTo>
                  <a:pt x="102195" y="75486"/>
                </a:lnTo>
                <a:lnTo>
                  <a:pt x="102486" y="75659"/>
                </a:lnTo>
                <a:lnTo>
                  <a:pt x="102769" y="75833"/>
                </a:lnTo>
                <a:lnTo>
                  <a:pt x="103046" y="76007"/>
                </a:lnTo>
                <a:lnTo>
                  <a:pt x="103316" y="76182"/>
                </a:lnTo>
                <a:lnTo>
                  <a:pt x="103578" y="76357"/>
                </a:lnTo>
                <a:lnTo>
                  <a:pt x="103834" y="76533"/>
                </a:lnTo>
                <a:lnTo>
                  <a:pt x="104083" y="76710"/>
                </a:lnTo>
                <a:lnTo>
                  <a:pt x="104325" y="76887"/>
                </a:lnTo>
                <a:lnTo>
                  <a:pt x="104561" y="77065"/>
                </a:lnTo>
                <a:lnTo>
                  <a:pt x="104792" y="77246"/>
                </a:lnTo>
                <a:lnTo>
                  <a:pt x="105016" y="77427"/>
                </a:lnTo>
                <a:lnTo>
                  <a:pt x="105235" y="77610"/>
                </a:lnTo>
                <a:lnTo>
                  <a:pt x="105448" y="77795"/>
                </a:lnTo>
                <a:lnTo>
                  <a:pt x="105655" y="77981"/>
                </a:lnTo>
                <a:lnTo>
                  <a:pt x="105857" y="78169"/>
                </a:lnTo>
                <a:lnTo>
                  <a:pt x="106052" y="78358"/>
                </a:lnTo>
                <a:lnTo>
                  <a:pt x="106242" y="78549"/>
                </a:lnTo>
                <a:lnTo>
                  <a:pt x="106425" y="78741"/>
                </a:lnTo>
                <a:lnTo>
                  <a:pt x="106603" y="78935"/>
                </a:lnTo>
                <a:lnTo>
                  <a:pt x="106775" y="79130"/>
                </a:lnTo>
                <a:lnTo>
                  <a:pt x="106941" y="79327"/>
                </a:lnTo>
                <a:lnTo>
                  <a:pt x="107102" y="79525"/>
                </a:lnTo>
                <a:lnTo>
                  <a:pt x="107256" y="79724"/>
                </a:lnTo>
                <a:lnTo>
                  <a:pt x="107404" y="79926"/>
                </a:lnTo>
                <a:lnTo>
                  <a:pt x="107547" y="80128"/>
                </a:lnTo>
                <a:lnTo>
                  <a:pt x="107684" y="80333"/>
                </a:lnTo>
                <a:lnTo>
                  <a:pt x="107815" y="80538"/>
                </a:lnTo>
                <a:lnTo>
                  <a:pt x="107940" y="80746"/>
                </a:lnTo>
                <a:lnTo>
                  <a:pt x="108059" y="80954"/>
                </a:lnTo>
                <a:lnTo>
                  <a:pt x="108173" y="81164"/>
                </a:lnTo>
                <a:lnTo>
                  <a:pt x="108281" y="81376"/>
                </a:lnTo>
                <a:lnTo>
                  <a:pt x="108383" y="81590"/>
                </a:lnTo>
                <a:lnTo>
                  <a:pt x="108481" y="81807"/>
                </a:lnTo>
                <a:lnTo>
                  <a:pt x="108575" y="82026"/>
                </a:lnTo>
                <a:lnTo>
                  <a:pt x="108664" y="82248"/>
                </a:lnTo>
                <a:lnTo>
                  <a:pt x="108749" y="82474"/>
                </a:lnTo>
                <a:lnTo>
                  <a:pt x="108830" y="82702"/>
                </a:lnTo>
                <a:lnTo>
                  <a:pt x="108906" y="82933"/>
                </a:lnTo>
                <a:lnTo>
                  <a:pt x="108978" y="83166"/>
                </a:lnTo>
                <a:lnTo>
                  <a:pt x="109046" y="83403"/>
                </a:lnTo>
                <a:lnTo>
                  <a:pt x="109109" y="83643"/>
                </a:lnTo>
                <a:lnTo>
                  <a:pt x="109168" y="83885"/>
                </a:lnTo>
                <a:lnTo>
                  <a:pt x="109222" y="84131"/>
                </a:lnTo>
                <a:lnTo>
                  <a:pt x="109273" y="84379"/>
                </a:lnTo>
                <a:lnTo>
                  <a:pt x="109318" y="84630"/>
                </a:lnTo>
                <a:lnTo>
                  <a:pt x="109360" y="84884"/>
                </a:lnTo>
                <a:lnTo>
                  <a:pt x="109397" y="85141"/>
                </a:lnTo>
                <a:lnTo>
                  <a:pt x="109429" y="85400"/>
                </a:lnTo>
                <a:lnTo>
                  <a:pt x="109458" y="85663"/>
                </a:lnTo>
                <a:lnTo>
                  <a:pt x="109482" y="85928"/>
                </a:lnTo>
                <a:lnTo>
                  <a:pt x="109501" y="86197"/>
                </a:lnTo>
                <a:lnTo>
                  <a:pt x="109517" y="86468"/>
                </a:lnTo>
                <a:lnTo>
                  <a:pt x="109528" y="86742"/>
                </a:lnTo>
                <a:lnTo>
                  <a:pt x="109534" y="87019"/>
                </a:lnTo>
                <a:lnTo>
                  <a:pt x="109536" y="87299"/>
                </a:lnTo>
                <a:lnTo>
                  <a:pt x="109532" y="87644"/>
                </a:lnTo>
                <a:lnTo>
                  <a:pt x="109521" y="87987"/>
                </a:lnTo>
                <a:lnTo>
                  <a:pt x="109502" y="88326"/>
                </a:lnTo>
                <a:lnTo>
                  <a:pt x="109475" y="88663"/>
                </a:lnTo>
                <a:lnTo>
                  <a:pt x="109440" y="88996"/>
                </a:lnTo>
                <a:lnTo>
                  <a:pt x="109397" y="89327"/>
                </a:lnTo>
                <a:lnTo>
                  <a:pt x="109347" y="89655"/>
                </a:lnTo>
                <a:lnTo>
                  <a:pt x="109289" y="89979"/>
                </a:lnTo>
                <a:lnTo>
                  <a:pt x="109223" y="90301"/>
                </a:lnTo>
                <a:lnTo>
                  <a:pt x="109150" y="90619"/>
                </a:lnTo>
                <a:lnTo>
                  <a:pt x="109069" y="90935"/>
                </a:lnTo>
                <a:lnTo>
                  <a:pt x="108980" y="91248"/>
                </a:lnTo>
                <a:lnTo>
                  <a:pt x="108884" y="91557"/>
                </a:lnTo>
                <a:lnTo>
                  <a:pt x="108779" y="91864"/>
                </a:lnTo>
                <a:lnTo>
                  <a:pt x="108667" y="92168"/>
                </a:lnTo>
                <a:lnTo>
                  <a:pt x="108548" y="92468"/>
                </a:lnTo>
                <a:lnTo>
                  <a:pt x="108420" y="92766"/>
                </a:lnTo>
                <a:lnTo>
                  <a:pt x="108285" y="93061"/>
                </a:lnTo>
                <a:lnTo>
                  <a:pt x="108142" y="93353"/>
                </a:lnTo>
                <a:lnTo>
                  <a:pt x="107991" y="93641"/>
                </a:lnTo>
                <a:lnTo>
                  <a:pt x="107833" y="93927"/>
                </a:lnTo>
                <a:lnTo>
                  <a:pt x="107667" y="94210"/>
                </a:lnTo>
                <a:lnTo>
                  <a:pt x="107493" y="94489"/>
                </a:lnTo>
                <a:lnTo>
                  <a:pt x="107312" y="94766"/>
                </a:lnTo>
                <a:lnTo>
                  <a:pt x="107123" y="95039"/>
                </a:lnTo>
                <a:lnTo>
                  <a:pt x="106928" y="95306"/>
                </a:lnTo>
                <a:lnTo>
                  <a:pt x="106725" y="95569"/>
                </a:lnTo>
                <a:lnTo>
                  <a:pt x="106516" y="95827"/>
                </a:lnTo>
                <a:lnTo>
                  <a:pt x="106301" y="96079"/>
                </a:lnTo>
                <a:lnTo>
                  <a:pt x="106078" y="96327"/>
                </a:lnTo>
                <a:lnTo>
                  <a:pt x="105849" y="96570"/>
                </a:lnTo>
                <a:lnTo>
                  <a:pt x="105613" y="96808"/>
                </a:lnTo>
                <a:lnTo>
                  <a:pt x="105371" y="97040"/>
                </a:lnTo>
                <a:lnTo>
                  <a:pt x="105122" y="97268"/>
                </a:lnTo>
                <a:lnTo>
                  <a:pt x="104866" y="97491"/>
                </a:lnTo>
                <a:lnTo>
                  <a:pt x="104603" y="97709"/>
                </a:lnTo>
                <a:lnTo>
                  <a:pt x="104333" y="97922"/>
                </a:lnTo>
                <a:lnTo>
                  <a:pt x="104057" y="98130"/>
                </a:lnTo>
                <a:lnTo>
                  <a:pt x="103774" y="98333"/>
                </a:lnTo>
                <a:lnTo>
                  <a:pt x="103485" y="98531"/>
                </a:lnTo>
                <a:lnTo>
                  <a:pt x="103188" y="98724"/>
                </a:lnTo>
                <a:lnTo>
                  <a:pt x="102885" y="98912"/>
                </a:lnTo>
                <a:lnTo>
                  <a:pt x="102575" y="99095"/>
                </a:lnTo>
                <a:lnTo>
                  <a:pt x="102259" y="99273"/>
                </a:lnTo>
                <a:lnTo>
                  <a:pt x="101935" y="99446"/>
                </a:lnTo>
                <a:lnTo>
                  <a:pt x="101605" y="99614"/>
                </a:lnTo>
                <a:lnTo>
                  <a:pt x="101269" y="99777"/>
                </a:lnTo>
                <a:lnTo>
                  <a:pt x="100925" y="99935"/>
                </a:lnTo>
                <a:lnTo>
                  <a:pt x="100575" y="100087"/>
                </a:lnTo>
                <a:lnTo>
                  <a:pt x="100219" y="100233"/>
                </a:lnTo>
                <a:lnTo>
                  <a:pt x="99857" y="100373"/>
                </a:lnTo>
                <a:lnTo>
                  <a:pt x="99488" y="100505"/>
                </a:lnTo>
                <a:lnTo>
                  <a:pt x="99113" y="100632"/>
                </a:lnTo>
                <a:lnTo>
                  <a:pt x="98732" y="100752"/>
                </a:lnTo>
                <a:lnTo>
                  <a:pt x="98345" y="100865"/>
                </a:lnTo>
                <a:lnTo>
                  <a:pt x="97982" y="100963"/>
                </a:lnTo>
                <a:lnTo>
                  <a:pt x="97845" y="100912"/>
                </a:lnTo>
                <a:lnTo>
                  <a:pt x="97297" y="100708"/>
                </a:lnTo>
                <a:lnTo>
                  <a:pt x="96742" y="100505"/>
                </a:lnTo>
                <a:lnTo>
                  <a:pt x="96181" y="100303"/>
                </a:lnTo>
                <a:lnTo>
                  <a:pt x="95614" y="100102"/>
                </a:lnTo>
                <a:lnTo>
                  <a:pt x="95040" y="99902"/>
                </a:lnTo>
                <a:lnTo>
                  <a:pt x="94461" y="99703"/>
                </a:lnTo>
                <a:lnTo>
                  <a:pt x="93875" y="99505"/>
                </a:lnTo>
                <a:lnTo>
                  <a:pt x="93282" y="99308"/>
                </a:lnTo>
                <a:lnTo>
                  <a:pt x="92684" y="99112"/>
                </a:lnTo>
                <a:lnTo>
                  <a:pt x="92079" y="98917"/>
                </a:lnTo>
                <a:lnTo>
                  <a:pt x="91469" y="98723"/>
                </a:lnTo>
                <a:lnTo>
                  <a:pt x="90852" y="98529"/>
                </a:lnTo>
                <a:lnTo>
                  <a:pt x="90228" y="98337"/>
                </a:lnTo>
                <a:lnTo>
                  <a:pt x="89599" y="98146"/>
                </a:lnTo>
                <a:lnTo>
                  <a:pt x="88963" y="97956"/>
                </a:lnTo>
                <a:lnTo>
                  <a:pt x="88321" y="97767"/>
                </a:lnTo>
                <a:lnTo>
                  <a:pt x="87673" y="97579"/>
                </a:lnTo>
                <a:lnTo>
                  <a:pt x="87018" y="97392"/>
                </a:lnTo>
                <a:lnTo>
                  <a:pt x="86358" y="97206"/>
                </a:lnTo>
                <a:lnTo>
                  <a:pt x="85723" y="97027"/>
                </a:lnTo>
                <a:lnTo>
                  <a:pt x="85097" y="96849"/>
                </a:lnTo>
                <a:lnTo>
                  <a:pt x="84480" y="96672"/>
                </a:lnTo>
                <a:lnTo>
                  <a:pt x="83873" y="96496"/>
                </a:lnTo>
                <a:lnTo>
                  <a:pt x="83275" y="96322"/>
                </a:lnTo>
                <a:lnTo>
                  <a:pt x="82687" y="96148"/>
                </a:lnTo>
                <a:lnTo>
                  <a:pt x="82108" y="95975"/>
                </a:lnTo>
                <a:lnTo>
                  <a:pt x="81538" y="95803"/>
                </a:lnTo>
                <a:lnTo>
                  <a:pt x="80977" y="95632"/>
                </a:lnTo>
                <a:lnTo>
                  <a:pt x="80426" y="95462"/>
                </a:lnTo>
                <a:lnTo>
                  <a:pt x="79885" y="95293"/>
                </a:lnTo>
                <a:lnTo>
                  <a:pt x="79352" y="95125"/>
                </a:lnTo>
                <a:lnTo>
                  <a:pt x="78829" y="94958"/>
                </a:lnTo>
                <a:lnTo>
                  <a:pt x="78315" y="94792"/>
                </a:lnTo>
                <a:lnTo>
                  <a:pt x="77811" y="94627"/>
                </a:lnTo>
                <a:lnTo>
                  <a:pt x="77316" y="94463"/>
                </a:lnTo>
                <a:lnTo>
                  <a:pt x="76830" y="94300"/>
                </a:lnTo>
                <a:lnTo>
                  <a:pt x="76354" y="94138"/>
                </a:lnTo>
                <a:lnTo>
                  <a:pt x="75887" y="93977"/>
                </a:lnTo>
                <a:lnTo>
                  <a:pt x="75429" y="93817"/>
                </a:lnTo>
                <a:lnTo>
                  <a:pt x="74981" y="93658"/>
                </a:lnTo>
                <a:lnTo>
                  <a:pt x="74542" y="93500"/>
                </a:lnTo>
                <a:lnTo>
                  <a:pt x="74112" y="93343"/>
                </a:lnTo>
                <a:lnTo>
                  <a:pt x="73692" y="93188"/>
                </a:lnTo>
                <a:lnTo>
                  <a:pt x="73280" y="93031"/>
                </a:lnTo>
                <a:lnTo>
                  <a:pt x="72876" y="92875"/>
                </a:lnTo>
                <a:lnTo>
                  <a:pt x="72479" y="92717"/>
                </a:lnTo>
                <a:lnTo>
                  <a:pt x="72090" y="92559"/>
                </a:lnTo>
                <a:lnTo>
                  <a:pt x="71709" y="92400"/>
                </a:lnTo>
                <a:lnTo>
                  <a:pt x="71335" y="92240"/>
                </a:lnTo>
                <a:lnTo>
                  <a:pt x="70969" y="92080"/>
                </a:lnTo>
                <a:lnTo>
                  <a:pt x="70610" y="91919"/>
                </a:lnTo>
                <a:lnTo>
                  <a:pt x="70259" y="91757"/>
                </a:lnTo>
                <a:lnTo>
                  <a:pt x="69916" y="91594"/>
                </a:lnTo>
                <a:lnTo>
                  <a:pt x="69580" y="91430"/>
                </a:lnTo>
                <a:lnTo>
                  <a:pt x="69252" y="91266"/>
                </a:lnTo>
                <a:lnTo>
                  <a:pt x="68931" y="91101"/>
                </a:lnTo>
                <a:lnTo>
                  <a:pt x="68618" y="90936"/>
                </a:lnTo>
                <a:lnTo>
                  <a:pt x="68313" y="90769"/>
                </a:lnTo>
                <a:lnTo>
                  <a:pt x="68015" y="90602"/>
                </a:lnTo>
                <a:lnTo>
                  <a:pt x="67725" y="90434"/>
                </a:lnTo>
                <a:lnTo>
                  <a:pt x="67442" y="90266"/>
                </a:lnTo>
                <a:lnTo>
                  <a:pt x="67167" y="90096"/>
                </a:lnTo>
                <a:lnTo>
                  <a:pt x="66900" y="89926"/>
                </a:lnTo>
                <a:lnTo>
                  <a:pt x="66640" y="89755"/>
                </a:lnTo>
                <a:lnTo>
                  <a:pt x="66388" y="89584"/>
                </a:lnTo>
                <a:lnTo>
                  <a:pt x="66143" y="89412"/>
                </a:lnTo>
                <a:lnTo>
                  <a:pt x="65906" y="89238"/>
                </a:lnTo>
                <a:lnTo>
                  <a:pt x="65676" y="89064"/>
                </a:lnTo>
                <a:lnTo>
                  <a:pt x="65451" y="88888"/>
                </a:lnTo>
                <a:lnTo>
                  <a:pt x="65233" y="88709"/>
                </a:lnTo>
                <a:lnTo>
                  <a:pt x="65020" y="88529"/>
                </a:lnTo>
                <a:lnTo>
                  <a:pt x="64813" y="88347"/>
                </a:lnTo>
                <a:lnTo>
                  <a:pt x="64612" y="88163"/>
                </a:lnTo>
                <a:lnTo>
                  <a:pt x="64417" y="87978"/>
                </a:lnTo>
                <a:lnTo>
                  <a:pt x="64228" y="87790"/>
                </a:lnTo>
                <a:lnTo>
                  <a:pt x="64044" y="87601"/>
                </a:lnTo>
                <a:lnTo>
                  <a:pt x="63867" y="87409"/>
                </a:lnTo>
                <a:lnTo>
                  <a:pt x="63695" y="87216"/>
                </a:lnTo>
                <a:lnTo>
                  <a:pt x="63529" y="87021"/>
                </a:lnTo>
                <a:lnTo>
                  <a:pt x="63369" y="86824"/>
                </a:lnTo>
                <a:lnTo>
                  <a:pt x="63215" y="86626"/>
                </a:lnTo>
                <a:lnTo>
                  <a:pt x="63066" y="86425"/>
                </a:lnTo>
                <a:lnTo>
                  <a:pt x="62924" y="86223"/>
                </a:lnTo>
                <a:lnTo>
                  <a:pt x="62787" y="86018"/>
                </a:lnTo>
                <a:lnTo>
                  <a:pt x="62657" y="85812"/>
                </a:lnTo>
                <a:lnTo>
                  <a:pt x="62532" y="85604"/>
                </a:lnTo>
                <a:lnTo>
                  <a:pt x="62413" y="85394"/>
                </a:lnTo>
                <a:lnTo>
                  <a:pt x="62300" y="85182"/>
                </a:lnTo>
                <a:lnTo>
                  <a:pt x="62192" y="84969"/>
                </a:lnTo>
                <a:lnTo>
                  <a:pt x="62091" y="84753"/>
                </a:lnTo>
                <a:lnTo>
                  <a:pt x="61995" y="84536"/>
                </a:lnTo>
                <a:lnTo>
                  <a:pt x="61904" y="84316"/>
                </a:lnTo>
                <a:lnTo>
                  <a:pt x="61817" y="84092"/>
                </a:lnTo>
                <a:lnTo>
                  <a:pt x="61734" y="83865"/>
                </a:lnTo>
                <a:lnTo>
                  <a:pt x="61655" y="83635"/>
                </a:lnTo>
                <a:lnTo>
                  <a:pt x="61580" y="83402"/>
                </a:lnTo>
                <a:lnTo>
                  <a:pt x="61508" y="83165"/>
                </a:lnTo>
                <a:lnTo>
                  <a:pt x="61441" y="82924"/>
                </a:lnTo>
                <a:lnTo>
                  <a:pt x="61377" y="82681"/>
                </a:lnTo>
                <a:lnTo>
                  <a:pt x="61317" y="82434"/>
                </a:lnTo>
                <a:lnTo>
                  <a:pt x="61261" y="82183"/>
                </a:lnTo>
                <a:lnTo>
                  <a:pt x="61209" y="81929"/>
                </a:lnTo>
                <a:lnTo>
                  <a:pt x="61161" y="81672"/>
                </a:lnTo>
                <a:lnTo>
                  <a:pt x="61116" y="81412"/>
                </a:lnTo>
                <a:lnTo>
                  <a:pt x="61076" y="81148"/>
                </a:lnTo>
                <a:lnTo>
                  <a:pt x="61039" y="80881"/>
                </a:lnTo>
                <a:lnTo>
                  <a:pt x="61006" y="80610"/>
                </a:lnTo>
                <a:lnTo>
                  <a:pt x="60977" y="80336"/>
                </a:lnTo>
                <a:lnTo>
                  <a:pt x="60952" y="80059"/>
                </a:lnTo>
                <a:lnTo>
                  <a:pt x="60931" y="79778"/>
                </a:lnTo>
                <a:lnTo>
                  <a:pt x="60914" y="79494"/>
                </a:lnTo>
                <a:lnTo>
                  <a:pt x="60900" y="79207"/>
                </a:lnTo>
                <a:lnTo>
                  <a:pt x="60891" y="78916"/>
                </a:lnTo>
                <a:lnTo>
                  <a:pt x="60885" y="78622"/>
                </a:lnTo>
                <a:lnTo>
                  <a:pt x="60883" y="78324"/>
                </a:lnTo>
                <a:lnTo>
                  <a:pt x="60886" y="77979"/>
                </a:lnTo>
                <a:lnTo>
                  <a:pt x="60896" y="77637"/>
                </a:lnTo>
                <a:lnTo>
                  <a:pt x="60912" y="77298"/>
                </a:lnTo>
                <a:lnTo>
                  <a:pt x="60935" y="76962"/>
                </a:lnTo>
                <a:lnTo>
                  <a:pt x="60964" y="76630"/>
                </a:lnTo>
                <a:lnTo>
                  <a:pt x="60999" y="76300"/>
                </a:lnTo>
                <a:lnTo>
                  <a:pt x="61042" y="75975"/>
                </a:lnTo>
                <a:lnTo>
                  <a:pt x="61090" y="75652"/>
                </a:lnTo>
                <a:lnTo>
                  <a:pt x="61145" y="75332"/>
                </a:lnTo>
                <a:lnTo>
                  <a:pt x="61207" y="75016"/>
                </a:lnTo>
                <a:lnTo>
                  <a:pt x="61275" y="74703"/>
                </a:lnTo>
                <a:lnTo>
                  <a:pt x="61349" y="74394"/>
                </a:lnTo>
                <a:lnTo>
                  <a:pt x="61430" y="74087"/>
                </a:lnTo>
                <a:lnTo>
                  <a:pt x="61518" y="73784"/>
                </a:lnTo>
                <a:lnTo>
                  <a:pt x="61612" y="73484"/>
                </a:lnTo>
                <a:lnTo>
                  <a:pt x="61712" y="73187"/>
                </a:lnTo>
                <a:lnTo>
                  <a:pt x="61819" y="72894"/>
                </a:lnTo>
                <a:lnTo>
                  <a:pt x="61932" y="72604"/>
                </a:lnTo>
                <a:lnTo>
                  <a:pt x="62052" y="72317"/>
                </a:lnTo>
                <a:lnTo>
                  <a:pt x="62178" y="72033"/>
                </a:lnTo>
                <a:lnTo>
                  <a:pt x="62311" y="71753"/>
                </a:lnTo>
                <a:lnTo>
                  <a:pt x="62451" y="71475"/>
                </a:lnTo>
                <a:lnTo>
                  <a:pt x="62596" y="71201"/>
                </a:lnTo>
                <a:lnTo>
                  <a:pt x="62749" y="70931"/>
                </a:lnTo>
                <a:lnTo>
                  <a:pt x="62908" y="70664"/>
                </a:lnTo>
                <a:lnTo>
                  <a:pt x="63073" y="70402"/>
                </a:lnTo>
                <a:lnTo>
                  <a:pt x="63246" y="70144"/>
                </a:lnTo>
                <a:lnTo>
                  <a:pt x="63426" y="69891"/>
                </a:lnTo>
                <a:lnTo>
                  <a:pt x="63613" y="69643"/>
                </a:lnTo>
                <a:lnTo>
                  <a:pt x="63807" y="69400"/>
                </a:lnTo>
                <a:lnTo>
                  <a:pt x="64008" y="69162"/>
                </a:lnTo>
                <a:lnTo>
                  <a:pt x="64216" y="68928"/>
                </a:lnTo>
                <a:lnTo>
                  <a:pt x="64430" y="68699"/>
                </a:lnTo>
                <a:lnTo>
                  <a:pt x="64652" y="68475"/>
                </a:lnTo>
                <a:lnTo>
                  <a:pt x="64881" y="68255"/>
                </a:lnTo>
                <a:lnTo>
                  <a:pt x="65117" y="68041"/>
                </a:lnTo>
                <a:lnTo>
                  <a:pt x="65359" y="67831"/>
                </a:lnTo>
                <a:lnTo>
                  <a:pt x="65609" y="67625"/>
                </a:lnTo>
                <a:lnTo>
                  <a:pt x="65866" y="67425"/>
                </a:lnTo>
                <a:lnTo>
                  <a:pt x="66129" y="67229"/>
                </a:lnTo>
                <a:lnTo>
                  <a:pt x="66400" y="67038"/>
                </a:lnTo>
                <a:lnTo>
                  <a:pt x="66677" y="66852"/>
                </a:lnTo>
                <a:lnTo>
                  <a:pt x="66962" y="66670"/>
                </a:lnTo>
                <a:lnTo>
                  <a:pt x="67254" y="66493"/>
                </a:lnTo>
                <a:lnTo>
                  <a:pt x="67552" y="66321"/>
                </a:lnTo>
                <a:lnTo>
                  <a:pt x="67858" y="66154"/>
                </a:lnTo>
                <a:lnTo>
                  <a:pt x="68170" y="65991"/>
                </a:lnTo>
                <a:lnTo>
                  <a:pt x="68489" y="65833"/>
                </a:lnTo>
                <a:lnTo>
                  <a:pt x="68816" y="65681"/>
                </a:lnTo>
                <a:lnTo>
                  <a:pt x="69150" y="65535"/>
                </a:lnTo>
                <a:lnTo>
                  <a:pt x="69491" y="65396"/>
                </a:lnTo>
                <a:lnTo>
                  <a:pt x="69839" y="65263"/>
                </a:lnTo>
                <a:lnTo>
                  <a:pt x="70194" y="65136"/>
                </a:lnTo>
                <a:lnTo>
                  <a:pt x="70557" y="65016"/>
                </a:lnTo>
                <a:lnTo>
                  <a:pt x="70927" y="64903"/>
                </a:lnTo>
                <a:lnTo>
                  <a:pt x="71304" y="64796"/>
                </a:lnTo>
                <a:lnTo>
                  <a:pt x="71688" y="64695"/>
                </a:lnTo>
                <a:lnTo>
                  <a:pt x="72061" y="64606"/>
                </a:lnTo>
                <a:lnTo>
                  <a:pt x="72590" y="64804"/>
                </a:lnTo>
                <a:lnTo>
                  <a:pt x="73134" y="65004"/>
                </a:lnTo>
                <a:lnTo>
                  <a:pt x="73683" y="65203"/>
                </a:lnTo>
                <a:close/>
                <a:moveTo>
                  <a:pt x="98" y="81331"/>
                </a:moveTo>
                <a:lnTo>
                  <a:pt x="153" y="82594"/>
                </a:lnTo>
                <a:lnTo>
                  <a:pt x="220" y="83846"/>
                </a:lnTo>
                <a:lnTo>
                  <a:pt x="299" y="85089"/>
                </a:lnTo>
                <a:lnTo>
                  <a:pt x="391" y="86320"/>
                </a:lnTo>
                <a:lnTo>
                  <a:pt x="494" y="87541"/>
                </a:lnTo>
                <a:lnTo>
                  <a:pt x="610" y="88752"/>
                </a:lnTo>
                <a:lnTo>
                  <a:pt x="739" y="89953"/>
                </a:lnTo>
                <a:lnTo>
                  <a:pt x="879" y="91142"/>
                </a:lnTo>
                <a:lnTo>
                  <a:pt x="1032" y="92322"/>
                </a:lnTo>
                <a:lnTo>
                  <a:pt x="1197" y="93491"/>
                </a:lnTo>
                <a:lnTo>
                  <a:pt x="1374" y="94649"/>
                </a:lnTo>
                <a:lnTo>
                  <a:pt x="1563" y="95797"/>
                </a:lnTo>
                <a:lnTo>
                  <a:pt x="1764" y="96935"/>
                </a:lnTo>
                <a:lnTo>
                  <a:pt x="1978" y="98062"/>
                </a:lnTo>
                <a:lnTo>
                  <a:pt x="2204" y="99178"/>
                </a:lnTo>
                <a:lnTo>
                  <a:pt x="2442" y="100284"/>
                </a:lnTo>
                <a:lnTo>
                  <a:pt x="2692" y="101380"/>
                </a:lnTo>
                <a:lnTo>
                  <a:pt x="2955" y="102465"/>
                </a:lnTo>
                <a:lnTo>
                  <a:pt x="3229" y="103540"/>
                </a:lnTo>
                <a:lnTo>
                  <a:pt x="3516" y="104604"/>
                </a:lnTo>
                <a:lnTo>
                  <a:pt x="3813" y="105658"/>
                </a:lnTo>
                <a:lnTo>
                  <a:pt x="4116" y="106700"/>
                </a:lnTo>
                <a:lnTo>
                  <a:pt x="4426" y="107731"/>
                </a:lnTo>
                <a:lnTo>
                  <a:pt x="4742" y="108751"/>
                </a:lnTo>
                <a:lnTo>
                  <a:pt x="5065" y="109761"/>
                </a:lnTo>
                <a:lnTo>
                  <a:pt x="5395" y="110759"/>
                </a:lnTo>
                <a:lnTo>
                  <a:pt x="5732" y="111745"/>
                </a:lnTo>
                <a:lnTo>
                  <a:pt x="6076" y="112721"/>
                </a:lnTo>
                <a:lnTo>
                  <a:pt x="6426" y="113686"/>
                </a:lnTo>
                <a:lnTo>
                  <a:pt x="6783" y="114640"/>
                </a:lnTo>
                <a:lnTo>
                  <a:pt x="7147" y="115582"/>
                </a:lnTo>
                <a:lnTo>
                  <a:pt x="7517" y="116514"/>
                </a:lnTo>
                <a:lnTo>
                  <a:pt x="7894" y="117434"/>
                </a:lnTo>
                <a:lnTo>
                  <a:pt x="8278" y="118343"/>
                </a:lnTo>
                <a:lnTo>
                  <a:pt x="8668" y="119241"/>
                </a:lnTo>
                <a:lnTo>
                  <a:pt x="9066" y="120128"/>
                </a:lnTo>
                <a:lnTo>
                  <a:pt x="9470" y="121004"/>
                </a:lnTo>
                <a:lnTo>
                  <a:pt x="9881" y="121869"/>
                </a:lnTo>
                <a:lnTo>
                  <a:pt x="10298" y="122723"/>
                </a:lnTo>
                <a:lnTo>
                  <a:pt x="10722" y="123565"/>
                </a:lnTo>
                <a:lnTo>
                  <a:pt x="11153" y="124397"/>
                </a:lnTo>
                <a:lnTo>
                  <a:pt x="11591" y="125218"/>
                </a:lnTo>
                <a:lnTo>
                  <a:pt x="12035" y="126027"/>
                </a:lnTo>
                <a:lnTo>
                  <a:pt x="12486" y="126825"/>
                </a:lnTo>
                <a:lnTo>
                  <a:pt x="12942" y="127612"/>
                </a:lnTo>
                <a:lnTo>
                  <a:pt x="13399" y="128388"/>
                </a:lnTo>
                <a:lnTo>
                  <a:pt x="13859" y="129153"/>
                </a:lnTo>
                <a:lnTo>
                  <a:pt x="14320" y="129906"/>
                </a:lnTo>
                <a:lnTo>
                  <a:pt x="14784" y="130649"/>
                </a:lnTo>
                <a:lnTo>
                  <a:pt x="15249" y="131380"/>
                </a:lnTo>
                <a:lnTo>
                  <a:pt x="15717" y="132099"/>
                </a:lnTo>
                <a:lnTo>
                  <a:pt x="16186" y="132808"/>
                </a:lnTo>
                <a:lnTo>
                  <a:pt x="16657" y="133505"/>
                </a:lnTo>
                <a:lnTo>
                  <a:pt x="17131" y="134191"/>
                </a:lnTo>
                <a:lnTo>
                  <a:pt x="17606" y="134866"/>
                </a:lnTo>
                <a:lnTo>
                  <a:pt x="18084" y="135530"/>
                </a:lnTo>
                <a:lnTo>
                  <a:pt x="18563" y="136183"/>
                </a:lnTo>
                <a:lnTo>
                  <a:pt x="19044" y="136824"/>
                </a:lnTo>
                <a:lnTo>
                  <a:pt x="19528" y="137454"/>
                </a:lnTo>
                <a:lnTo>
                  <a:pt x="20013" y="138073"/>
                </a:lnTo>
                <a:lnTo>
                  <a:pt x="20501" y="138680"/>
                </a:lnTo>
                <a:lnTo>
                  <a:pt x="20990" y="139277"/>
                </a:lnTo>
                <a:lnTo>
                  <a:pt x="21481" y="139862"/>
                </a:lnTo>
                <a:lnTo>
                  <a:pt x="21975" y="140436"/>
                </a:lnTo>
                <a:lnTo>
                  <a:pt x="22470" y="140998"/>
                </a:lnTo>
                <a:lnTo>
                  <a:pt x="22967" y="141550"/>
                </a:lnTo>
                <a:lnTo>
                  <a:pt x="23467" y="142090"/>
                </a:lnTo>
                <a:lnTo>
                  <a:pt x="23968" y="142619"/>
                </a:lnTo>
                <a:lnTo>
                  <a:pt x="24469" y="143137"/>
                </a:lnTo>
                <a:lnTo>
                  <a:pt x="24966" y="143642"/>
                </a:lnTo>
                <a:lnTo>
                  <a:pt x="25460" y="144135"/>
                </a:lnTo>
                <a:lnTo>
                  <a:pt x="25951" y="144616"/>
                </a:lnTo>
                <a:lnTo>
                  <a:pt x="26439" y="145085"/>
                </a:lnTo>
                <a:lnTo>
                  <a:pt x="26924" y="145542"/>
                </a:lnTo>
                <a:lnTo>
                  <a:pt x="27405" y="145987"/>
                </a:lnTo>
                <a:lnTo>
                  <a:pt x="27883" y="146420"/>
                </a:lnTo>
                <a:lnTo>
                  <a:pt x="28358" y="146841"/>
                </a:lnTo>
                <a:lnTo>
                  <a:pt x="28829" y="147249"/>
                </a:lnTo>
                <a:lnTo>
                  <a:pt x="29298" y="147646"/>
                </a:lnTo>
                <a:lnTo>
                  <a:pt x="29763" y="148030"/>
                </a:lnTo>
                <a:lnTo>
                  <a:pt x="30224" y="148403"/>
                </a:lnTo>
                <a:lnTo>
                  <a:pt x="30683" y="148763"/>
                </a:lnTo>
                <a:lnTo>
                  <a:pt x="31138" y="149111"/>
                </a:lnTo>
                <a:lnTo>
                  <a:pt x="31590" y="149447"/>
                </a:lnTo>
                <a:lnTo>
                  <a:pt x="32039" y="149771"/>
                </a:lnTo>
                <a:lnTo>
                  <a:pt x="32485" y="150083"/>
                </a:lnTo>
                <a:lnTo>
                  <a:pt x="32927" y="150383"/>
                </a:lnTo>
                <a:lnTo>
                  <a:pt x="33367" y="150671"/>
                </a:lnTo>
                <a:lnTo>
                  <a:pt x="33802" y="150947"/>
                </a:lnTo>
                <a:lnTo>
                  <a:pt x="34235" y="151210"/>
                </a:lnTo>
                <a:lnTo>
                  <a:pt x="34665" y="151462"/>
                </a:lnTo>
                <a:lnTo>
                  <a:pt x="35091" y="151701"/>
                </a:lnTo>
                <a:lnTo>
                  <a:pt x="37889" y="143660"/>
                </a:lnTo>
                <a:lnTo>
                  <a:pt x="37536" y="143368"/>
                </a:lnTo>
                <a:lnTo>
                  <a:pt x="37183" y="143069"/>
                </a:lnTo>
                <a:lnTo>
                  <a:pt x="36829" y="142761"/>
                </a:lnTo>
                <a:lnTo>
                  <a:pt x="36475" y="142445"/>
                </a:lnTo>
                <a:lnTo>
                  <a:pt x="36121" y="142120"/>
                </a:lnTo>
                <a:lnTo>
                  <a:pt x="35766" y="141787"/>
                </a:lnTo>
                <a:lnTo>
                  <a:pt x="35411" y="141446"/>
                </a:lnTo>
                <a:lnTo>
                  <a:pt x="35055" y="141096"/>
                </a:lnTo>
                <a:lnTo>
                  <a:pt x="34699" y="140738"/>
                </a:lnTo>
                <a:lnTo>
                  <a:pt x="34343" y="140371"/>
                </a:lnTo>
                <a:lnTo>
                  <a:pt x="33986" y="139996"/>
                </a:lnTo>
                <a:lnTo>
                  <a:pt x="33629" y="139613"/>
                </a:lnTo>
                <a:lnTo>
                  <a:pt x="33271" y="139222"/>
                </a:lnTo>
                <a:lnTo>
                  <a:pt x="32913" y="138822"/>
                </a:lnTo>
                <a:lnTo>
                  <a:pt x="32555" y="138413"/>
                </a:lnTo>
                <a:lnTo>
                  <a:pt x="32196" y="137997"/>
                </a:lnTo>
                <a:lnTo>
                  <a:pt x="31837" y="137572"/>
                </a:lnTo>
                <a:lnTo>
                  <a:pt x="31478" y="137138"/>
                </a:lnTo>
                <a:lnTo>
                  <a:pt x="31118" y="136696"/>
                </a:lnTo>
                <a:lnTo>
                  <a:pt x="30758" y="136246"/>
                </a:lnTo>
                <a:lnTo>
                  <a:pt x="30398" y="135788"/>
                </a:lnTo>
                <a:lnTo>
                  <a:pt x="30037" y="135321"/>
                </a:lnTo>
                <a:lnTo>
                  <a:pt x="29676" y="134846"/>
                </a:lnTo>
                <a:lnTo>
                  <a:pt x="29314" y="134362"/>
                </a:lnTo>
                <a:lnTo>
                  <a:pt x="28954" y="133870"/>
                </a:lnTo>
                <a:lnTo>
                  <a:pt x="28595" y="133370"/>
                </a:lnTo>
                <a:lnTo>
                  <a:pt x="28240" y="132861"/>
                </a:lnTo>
                <a:lnTo>
                  <a:pt x="27887" y="132343"/>
                </a:lnTo>
                <a:lnTo>
                  <a:pt x="27536" y="131817"/>
                </a:lnTo>
                <a:lnTo>
                  <a:pt x="27188" y="131282"/>
                </a:lnTo>
                <a:lnTo>
                  <a:pt x="26843" y="130739"/>
                </a:lnTo>
                <a:lnTo>
                  <a:pt x="26499" y="130186"/>
                </a:lnTo>
                <a:lnTo>
                  <a:pt x="26159" y="129626"/>
                </a:lnTo>
                <a:lnTo>
                  <a:pt x="25821" y="129056"/>
                </a:lnTo>
                <a:lnTo>
                  <a:pt x="25485" y="128479"/>
                </a:lnTo>
                <a:lnTo>
                  <a:pt x="25152" y="127892"/>
                </a:lnTo>
                <a:lnTo>
                  <a:pt x="24821" y="127297"/>
                </a:lnTo>
                <a:lnTo>
                  <a:pt x="24493" y="126693"/>
                </a:lnTo>
                <a:lnTo>
                  <a:pt x="24168" y="126081"/>
                </a:lnTo>
                <a:lnTo>
                  <a:pt x="23844" y="125460"/>
                </a:lnTo>
                <a:lnTo>
                  <a:pt x="23524" y="124830"/>
                </a:lnTo>
                <a:lnTo>
                  <a:pt x="23205" y="124192"/>
                </a:lnTo>
                <a:lnTo>
                  <a:pt x="22890" y="123546"/>
                </a:lnTo>
                <a:lnTo>
                  <a:pt x="22577" y="122890"/>
                </a:lnTo>
                <a:lnTo>
                  <a:pt x="22266" y="122226"/>
                </a:lnTo>
                <a:lnTo>
                  <a:pt x="21958" y="121554"/>
                </a:lnTo>
                <a:lnTo>
                  <a:pt x="21652" y="120873"/>
                </a:lnTo>
                <a:lnTo>
                  <a:pt x="21349" y="120183"/>
                </a:lnTo>
                <a:lnTo>
                  <a:pt x="21049" y="119484"/>
                </a:lnTo>
                <a:lnTo>
                  <a:pt x="20754" y="118777"/>
                </a:lnTo>
                <a:lnTo>
                  <a:pt x="20465" y="118060"/>
                </a:lnTo>
                <a:lnTo>
                  <a:pt x="20180" y="117335"/>
                </a:lnTo>
                <a:lnTo>
                  <a:pt x="19899" y="116600"/>
                </a:lnTo>
                <a:lnTo>
                  <a:pt x="19624" y="115856"/>
                </a:lnTo>
                <a:lnTo>
                  <a:pt x="19354" y="115103"/>
                </a:lnTo>
                <a:lnTo>
                  <a:pt x="19088" y="114341"/>
                </a:lnTo>
                <a:lnTo>
                  <a:pt x="18828" y="113569"/>
                </a:lnTo>
                <a:lnTo>
                  <a:pt x="18572" y="112789"/>
                </a:lnTo>
                <a:lnTo>
                  <a:pt x="18321" y="112000"/>
                </a:lnTo>
                <a:lnTo>
                  <a:pt x="18075" y="111201"/>
                </a:lnTo>
                <a:lnTo>
                  <a:pt x="17833" y="110393"/>
                </a:lnTo>
                <a:lnTo>
                  <a:pt x="17597" y="109577"/>
                </a:lnTo>
                <a:lnTo>
                  <a:pt x="17365" y="108751"/>
                </a:lnTo>
                <a:lnTo>
                  <a:pt x="17139" y="107916"/>
                </a:lnTo>
                <a:lnTo>
                  <a:pt x="16917" y="107072"/>
                </a:lnTo>
                <a:lnTo>
                  <a:pt x="16700" y="106219"/>
                </a:lnTo>
                <a:lnTo>
                  <a:pt x="16488" y="105356"/>
                </a:lnTo>
                <a:lnTo>
                  <a:pt x="16281" y="104485"/>
                </a:lnTo>
                <a:lnTo>
                  <a:pt x="16078" y="103605"/>
                </a:lnTo>
                <a:lnTo>
                  <a:pt x="15881" y="102715"/>
                </a:lnTo>
                <a:lnTo>
                  <a:pt x="15688" y="101816"/>
                </a:lnTo>
                <a:lnTo>
                  <a:pt x="15500" y="100908"/>
                </a:lnTo>
                <a:lnTo>
                  <a:pt x="15319" y="99991"/>
                </a:lnTo>
                <a:lnTo>
                  <a:pt x="15145" y="99065"/>
                </a:lnTo>
                <a:lnTo>
                  <a:pt x="14979" y="98129"/>
                </a:lnTo>
                <a:lnTo>
                  <a:pt x="14821" y="97184"/>
                </a:lnTo>
                <a:lnTo>
                  <a:pt x="14670" y="96229"/>
                </a:lnTo>
                <a:lnTo>
                  <a:pt x="14527" y="95265"/>
                </a:lnTo>
                <a:lnTo>
                  <a:pt x="14392" y="94292"/>
                </a:lnTo>
                <a:lnTo>
                  <a:pt x="14264" y="93309"/>
                </a:lnTo>
                <a:lnTo>
                  <a:pt x="14145" y="92317"/>
                </a:lnTo>
                <a:lnTo>
                  <a:pt x="14033" y="91316"/>
                </a:lnTo>
                <a:lnTo>
                  <a:pt x="13928" y="90306"/>
                </a:lnTo>
                <a:lnTo>
                  <a:pt x="13832" y="89286"/>
                </a:lnTo>
                <a:lnTo>
                  <a:pt x="13743" y="88256"/>
                </a:lnTo>
                <a:lnTo>
                  <a:pt x="13662" y="87218"/>
                </a:lnTo>
                <a:lnTo>
                  <a:pt x="13588" y="86170"/>
                </a:lnTo>
                <a:lnTo>
                  <a:pt x="13523" y="85112"/>
                </a:lnTo>
                <a:lnTo>
                  <a:pt x="13465" y="84046"/>
                </a:lnTo>
                <a:lnTo>
                  <a:pt x="13415" y="82970"/>
                </a:lnTo>
                <a:lnTo>
                  <a:pt x="13372" y="81884"/>
                </a:lnTo>
                <a:lnTo>
                  <a:pt x="13337" y="80789"/>
                </a:lnTo>
                <a:lnTo>
                  <a:pt x="13310" y="79685"/>
                </a:lnTo>
                <a:lnTo>
                  <a:pt x="13291" y="78572"/>
                </a:lnTo>
                <a:lnTo>
                  <a:pt x="13280" y="77449"/>
                </a:lnTo>
                <a:lnTo>
                  <a:pt x="13276" y="76317"/>
                </a:lnTo>
                <a:lnTo>
                  <a:pt x="13276" y="75312"/>
                </a:lnTo>
                <a:lnTo>
                  <a:pt x="13280" y="74180"/>
                </a:lnTo>
                <a:lnTo>
                  <a:pt x="13291" y="73058"/>
                </a:lnTo>
                <a:lnTo>
                  <a:pt x="13310" y="71945"/>
                </a:lnTo>
                <a:lnTo>
                  <a:pt x="13337" y="70841"/>
                </a:lnTo>
                <a:lnTo>
                  <a:pt x="13372" y="69747"/>
                </a:lnTo>
                <a:lnTo>
                  <a:pt x="13415" y="68662"/>
                </a:lnTo>
                <a:lnTo>
                  <a:pt x="13465" y="67587"/>
                </a:lnTo>
                <a:lnTo>
                  <a:pt x="13523" y="66522"/>
                </a:lnTo>
                <a:lnTo>
                  <a:pt x="13588" y="65465"/>
                </a:lnTo>
                <a:lnTo>
                  <a:pt x="13662" y="64419"/>
                </a:lnTo>
                <a:lnTo>
                  <a:pt x="13743" y="63381"/>
                </a:lnTo>
                <a:lnTo>
                  <a:pt x="13832" y="62354"/>
                </a:lnTo>
                <a:lnTo>
                  <a:pt x="13928" y="61335"/>
                </a:lnTo>
                <a:lnTo>
                  <a:pt x="14033" y="60326"/>
                </a:lnTo>
                <a:lnTo>
                  <a:pt x="14145" y="59327"/>
                </a:lnTo>
                <a:lnTo>
                  <a:pt x="14264" y="58337"/>
                </a:lnTo>
                <a:lnTo>
                  <a:pt x="14392" y="57357"/>
                </a:lnTo>
                <a:lnTo>
                  <a:pt x="14527" y="56386"/>
                </a:lnTo>
                <a:lnTo>
                  <a:pt x="14670" y="55424"/>
                </a:lnTo>
                <a:lnTo>
                  <a:pt x="14821" y="54472"/>
                </a:lnTo>
                <a:lnTo>
                  <a:pt x="14979" y="53530"/>
                </a:lnTo>
                <a:lnTo>
                  <a:pt x="15145" y="52597"/>
                </a:lnTo>
                <a:lnTo>
                  <a:pt x="15319" y="51673"/>
                </a:lnTo>
                <a:lnTo>
                  <a:pt x="15500" y="50759"/>
                </a:lnTo>
                <a:lnTo>
                  <a:pt x="15688" y="49854"/>
                </a:lnTo>
                <a:lnTo>
                  <a:pt x="15881" y="48959"/>
                </a:lnTo>
                <a:lnTo>
                  <a:pt x="16078" y="48072"/>
                </a:lnTo>
                <a:lnTo>
                  <a:pt x="16281" y="47195"/>
                </a:lnTo>
                <a:lnTo>
                  <a:pt x="16488" y="46327"/>
                </a:lnTo>
                <a:lnTo>
                  <a:pt x="16700" y="45468"/>
                </a:lnTo>
                <a:lnTo>
                  <a:pt x="16917" y="44619"/>
                </a:lnTo>
                <a:lnTo>
                  <a:pt x="17139" y="43779"/>
                </a:lnTo>
                <a:lnTo>
                  <a:pt x="17365" y="42948"/>
                </a:lnTo>
                <a:lnTo>
                  <a:pt x="17597" y="42126"/>
                </a:lnTo>
                <a:lnTo>
                  <a:pt x="17833" y="41313"/>
                </a:lnTo>
                <a:lnTo>
                  <a:pt x="18075" y="40510"/>
                </a:lnTo>
                <a:lnTo>
                  <a:pt x="18321" y="39716"/>
                </a:lnTo>
                <a:lnTo>
                  <a:pt x="18572" y="38931"/>
                </a:lnTo>
                <a:lnTo>
                  <a:pt x="18828" y="38155"/>
                </a:lnTo>
                <a:lnTo>
                  <a:pt x="19088" y="37389"/>
                </a:lnTo>
                <a:lnTo>
                  <a:pt x="19354" y="36632"/>
                </a:lnTo>
                <a:lnTo>
                  <a:pt x="19624" y="35884"/>
                </a:lnTo>
                <a:lnTo>
                  <a:pt x="19899" y="35145"/>
                </a:lnTo>
                <a:lnTo>
                  <a:pt x="20180" y="34416"/>
                </a:lnTo>
                <a:lnTo>
                  <a:pt x="20465" y="33695"/>
                </a:lnTo>
                <a:lnTo>
                  <a:pt x="20754" y="32984"/>
                </a:lnTo>
                <a:lnTo>
                  <a:pt x="21049" y="32283"/>
                </a:lnTo>
                <a:lnTo>
                  <a:pt x="21349" y="31590"/>
                </a:lnTo>
                <a:lnTo>
                  <a:pt x="21652" y="30907"/>
                </a:lnTo>
                <a:lnTo>
                  <a:pt x="21958" y="30232"/>
                </a:lnTo>
                <a:lnTo>
                  <a:pt x="22266" y="29566"/>
                </a:lnTo>
                <a:lnTo>
                  <a:pt x="22577" y="28910"/>
                </a:lnTo>
                <a:lnTo>
                  <a:pt x="22890" y="28262"/>
                </a:lnTo>
                <a:lnTo>
                  <a:pt x="23205" y="27623"/>
                </a:lnTo>
                <a:lnTo>
                  <a:pt x="23524" y="26994"/>
                </a:lnTo>
                <a:lnTo>
                  <a:pt x="23844" y="26373"/>
                </a:lnTo>
                <a:lnTo>
                  <a:pt x="24168" y="25761"/>
                </a:lnTo>
                <a:lnTo>
                  <a:pt x="24493" y="25158"/>
                </a:lnTo>
                <a:lnTo>
                  <a:pt x="24821" y="24565"/>
                </a:lnTo>
                <a:lnTo>
                  <a:pt x="25152" y="23980"/>
                </a:lnTo>
                <a:lnTo>
                  <a:pt x="25485" y="23404"/>
                </a:lnTo>
                <a:lnTo>
                  <a:pt x="25821" y="22837"/>
                </a:lnTo>
                <a:lnTo>
                  <a:pt x="26159" y="22279"/>
                </a:lnTo>
                <a:lnTo>
                  <a:pt x="26499" y="21730"/>
                </a:lnTo>
                <a:lnTo>
                  <a:pt x="26843" y="21190"/>
                </a:lnTo>
                <a:lnTo>
                  <a:pt x="27188" y="20659"/>
                </a:lnTo>
                <a:lnTo>
                  <a:pt x="27536" y="20137"/>
                </a:lnTo>
                <a:lnTo>
                  <a:pt x="27887" y="19624"/>
                </a:lnTo>
                <a:lnTo>
                  <a:pt x="28240" y="19120"/>
                </a:lnTo>
                <a:lnTo>
                  <a:pt x="28595" y="18625"/>
                </a:lnTo>
                <a:lnTo>
                  <a:pt x="28954" y="18139"/>
                </a:lnTo>
                <a:lnTo>
                  <a:pt x="29314" y="17662"/>
                </a:lnTo>
                <a:lnTo>
                  <a:pt x="29676" y="17194"/>
                </a:lnTo>
                <a:lnTo>
                  <a:pt x="30037" y="16734"/>
                </a:lnTo>
                <a:lnTo>
                  <a:pt x="30398" y="16282"/>
                </a:lnTo>
                <a:lnTo>
                  <a:pt x="30758" y="15839"/>
                </a:lnTo>
                <a:lnTo>
                  <a:pt x="31118" y="15405"/>
                </a:lnTo>
                <a:lnTo>
                  <a:pt x="31478" y="14979"/>
                </a:lnTo>
                <a:lnTo>
                  <a:pt x="31837" y="14561"/>
                </a:lnTo>
                <a:lnTo>
                  <a:pt x="32196" y="14152"/>
                </a:lnTo>
                <a:lnTo>
                  <a:pt x="32555" y="13752"/>
                </a:lnTo>
                <a:lnTo>
                  <a:pt x="32913" y="13360"/>
                </a:lnTo>
                <a:lnTo>
                  <a:pt x="33271" y="12976"/>
                </a:lnTo>
                <a:lnTo>
                  <a:pt x="33629" y="12601"/>
                </a:lnTo>
                <a:lnTo>
                  <a:pt x="33986" y="12234"/>
                </a:lnTo>
                <a:lnTo>
                  <a:pt x="34343" y="11876"/>
                </a:lnTo>
                <a:lnTo>
                  <a:pt x="34699" y="11526"/>
                </a:lnTo>
                <a:lnTo>
                  <a:pt x="35055" y="11185"/>
                </a:lnTo>
                <a:lnTo>
                  <a:pt x="35411" y="10852"/>
                </a:lnTo>
                <a:lnTo>
                  <a:pt x="35766" y="10527"/>
                </a:lnTo>
                <a:lnTo>
                  <a:pt x="36121" y="10212"/>
                </a:lnTo>
                <a:lnTo>
                  <a:pt x="36475" y="9904"/>
                </a:lnTo>
                <a:lnTo>
                  <a:pt x="36829" y="9605"/>
                </a:lnTo>
                <a:lnTo>
                  <a:pt x="37183" y="9315"/>
                </a:lnTo>
                <a:lnTo>
                  <a:pt x="37536" y="9033"/>
                </a:lnTo>
                <a:lnTo>
                  <a:pt x="37889" y="8759"/>
                </a:lnTo>
                <a:lnTo>
                  <a:pt x="35091" y="0"/>
                </a:lnTo>
                <a:lnTo>
                  <a:pt x="34665" y="239"/>
                </a:lnTo>
                <a:lnTo>
                  <a:pt x="34235" y="491"/>
                </a:lnTo>
                <a:lnTo>
                  <a:pt x="33802" y="755"/>
                </a:lnTo>
                <a:lnTo>
                  <a:pt x="33367" y="1030"/>
                </a:lnTo>
                <a:lnTo>
                  <a:pt x="32927" y="1318"/>
                </a:lnTo>
                <a:lnTo>
                  <a:pt x="32485" y="1618"/>
                </a:lnTo>
                <a:lnTo>
                  <a:pt x="32039" y="1930"/>
                </a:lnTo>
                <a:lnTo>
                  <a:pt x="31590" y="2254"/>
                </a:lnTo>
                <a:lnTo>
                  <a:pt x="31138" y="2590"/>
                </a:lnTo>
                <a:lnTo>
                  <a:pt x="30683" y="2938"/>
                </a:lnTo>
                <a:lnTo>
                  <a:pt x="30224" y="3299"/>
                </a:lnTo>
                <a:lnTo>
                  <a:pt x="29763" y="3671"/>
                </a:lnTo>
                <a:lnTo>
                  <a:pt x="29298" y="4055"/>
                </a:lnTo>
                <a:lnTo>
                  <a:pt x="28829" y="4452"/>
                </a:lnTo>
                <a:lnTo>
                  <a:pt x="28358" y="4861"/>
                </a:lnTo>
                <a:lnTo>
                  <a:pt x="27883" y="5281"/>
                </a:lnTo>
                <a:lnTo>
                  <a:pt x="27405" y="5714"/>
                </a:lnTo>
                <a:lnTo>
                  <a:pt x="26924" y="6159"/>
                </a:lnTo>
                <a:lnTo>
                  <a:pt x="26439" y="6616"/>
                </a:lnTo>
                <a:lnTo>
                  <a:pt x="25951" y="7085"/>
                </a:lnTo>
                <a:lnTo>
                  <a:pt x="25460" y="7566"/>
                </a:lnTo>
                <a:lnTo>
                  <a:pt x="24966" y="8059"/>
                </a:lnTo>
                <a:lnTo>
                  <a:pt x="24469" y="8565"/>
                </a:lnTo>
                <a:lnTo>
                  <a:pt x="23968" y="9082"/>
                </a:lnTo>
                <a:lnTo>
                  <a:pt x="23467" y="9611"/>
                </a:lnTo>
                <a:lnTo>
                  <a:pt x="22967" y="10152"/>
                </a:lnTo>
                <a:lnTo>
                  <a:pt x="22470" y="10704"/>
                </a:lnTo>
                <a:lnTo>
                  <a:pt x="21975" y="11267"/>
                </a:lnTo>
                <a:lnTo>
                  <a:pt x="21481" y="11841"/>
                </a:lnTo>
                <a:lnTo>
                  <a:pt x="20990" y="12427"/>
                </a:lnTo>
                <a:lnTo>
                  <a:pt x="20501" y="13024"/>
                </a:lnTo>
                <a:lnTo>
                  <a:pt x="20013" y="13633"/>
                </a:lnTo>
                <a:lnTo>
                  <a:pt x="19528" y="14253"/>
                </a:lnTo>
                <a:lnTo>
                  <a:pt x="19044" y="14884"/>
                </a:lnTo>
                <a:lnTo>
                  <a:pt x="18563" y="15526"/>
                </a:lnTo>
                <a:lnTo>
                  <a:pt x="18084" y="16180"/>
                </a:lnTo>
                <a:lnTo>
                  <a:pt x="17606" y="16846"/>
                </a:lnTo>
                <a:lnTo>
                  <a:pt x="17131" y="17522"/>
                </a:lnTo>
                <a:lnTo>
                  <a:pt x="16657" y="18210"/>
                </a:lnTo>
                <a:lnTo>
                  <a:pt x="16186" y="18909"/>
                </a:lnTo>
                <a:lnTo>
                  <a:pt x="15717" y="19620"/>
                </a:lnTo>
                <a:lnTo>
                  <a:pt x="15249" y="20342"/>
                </a:lnTo>
                <a:lnTo>
                  <a:pt x="14784" y="21075"/>
                </a:lnTo>
                <a:lnTo>
                  <a:pt x="14320" y="21820"/>
                </a:lnTo>
                <a:lnTo>
                  <a:pt x="13859" y="22576"/>
                </a:lnTo>
                <a:lnTo>
                  <a:pt x="13399" y="23343"/>
                </a:lnTo>
                <a:lnTo>
                  <a:pt x="12942" y="24122"/>
                </a:lnTo>
                <a:lnTo>
                  <a:pt x="12486" y="24912"/>
                </a:lnTo>
                <a:lnTo>
                  <a:pt x="12035" y="25713"/>
                </a:lnTo>
                <a:lnTo>
                  <a:pt x="11591" y="26525"/>
                </a:lnTo>
                <a:lnTo>
                  <a:pt x="11153" y="27348"/>
                </a:lnTo>
                <a:lnTo>
                  <a:pt x="10722" y="28182"/>
                </a:lnTo>
                <a:lnTo>
                  <a:pt x="10298" y="29026"/>
                </a:lnTo>
                <a:lnTo>
                  <a:pt x="9881" y="29882"/>
                </a:lnTo>
                <a:lnTo>
                  <a:pt x="9470" y="30748"/>
                </a:lnTo>
                <a:lnTo>
                  <a:pt x="9066" y="31625"/>
                </a:lnTo>
                <a:lnTo>
                  <a:pt x="8668" y="32513"/>
                </a:lnTo>
                <a:lnTo>
                  <a:pt x="8278" y="33412"/>
                </a:lnTo>
                <a:lnTo>
                  <a:pt x="7894" y="34321"/>
                </a:lnTo>
                <a:lnTo>
                  <a:pt x="7517" y="35242"/>
                </a:lnTo>
                <a:lnTo>
                  <a:pt x="7147" y="36173"/>
                </a:lnTo>
                <a:lnTo>
                  <a:pt x="6783" y="37115"/>
                </a:lnTo>
                <a:lnTo>
                  <a:pt x="6426" y="38068"/>
                </a:lnTo>
                <a:lnTo>
                  <a:pt x="6076" y="39032"/>
                </a:lnTo>
                <a:lnTo>
                  <a:pt x="5732" y="40007"/>
                </a:lnTo>
                <a:lnTo>
                  <a:pt x="5395" y="40992"/>
                </a:lnTo>
                <a:lnTo>
                  <a:pt x="5065" y="41988"/>
                </a:lnTo>
                <a:lnTo>
                  <a:pt x="4742" y="42996"/>
                </a:lnTo>
                <a:lnTo>
                  <a:pt x="4426" y="44014"/>
                </a:lnTo>
                <a:lnTo>
                  <a:pt x="4116" y="45043"/>
                </a:lnTo>
                <a:lnTo>
                  <a:pt x="3813" y="46082"/>
                </a:lnTo>
                <a:lnTo>
                  <a:pt x="3516" y="47133"/>
                </a:lnTo>
                <a:lnTo>
                  <a:pt x="3229" y="48194"/>
                </a:lnTo>
                <a:lnTo>
                  <a:pt x="2955" y="49266"/>
                </a:lnTo>
                <a:lnTo>
                  <a:pt x="2692" y="50348"/>
                </a:lnTo>
                <a:lnTo>
                  <a:pt x="2442" y="51440"/>
                </a:lnTo>
                <a:lnTo>
                  <a:pt x="2204" y="52543"/>
                </a:lnTo>
                <a:lnTo>
                  <a:pt x="1978" y="53655"/>
                </a:lnTo>
                <a:lnTo>
                  <a:pt x="1764" y="54779"/>
                </a:lnTo>
                <a:lnTo>
                  <a:pt x="1563" y="55912"/>
                </a:lnTo>
                <a:lnTo>
                  <a:pt x="1374" y="57056"/>
                </a:lnTo>
                <a:lnTo>
                  <a:pt x="1197" y="58210"/>
                </a:lnTo>
                <a:lnTo>
                  <a:pt x="1032" y="59375"/>
                </a:lnTo>
                <a:lnTo>
                  <a:pt x="879" y="60550"/>
                </a:lnTo>
                <a:lnTo>
                  <a:pt x="739" y="61735"/>
                </a:lnTo>
                <a:lnTo>
                  <a:pt x="610" y="62931"/>
                </a:lnTo>
                <a:lnTo>
                  <a:pt x="494" y="64137"/>
                </a:lnTo>
                <a:lnTo>
                  <a:pt x="391" y="65353"/>
                </a:lnTo>
                <a:lnTo>
                  <a:pt x="299" y="66580"/>
                </a:lnTo>
                <a:lnTo>
                  <a:pt x="220" y="67817"/>
                </a:lnTo>
                <a:lnTo>
                  <a:pt x="153" y="69064"/>
                </a:lnTo>
                <a:lnTo>
                  <a:pt x="98" y="70322"/>
                </a:lnTo>
                <a:lnTo>
                  <a:pt x="55" y="71590"/>
                </a:lnTo>
                <a:lnTo>
                  <a:pt x="24" y="72868"/>
                </a:lnTo>
                <a:lnTo>
                  <a:pt x="6" y="74157"/>
                </a:lnTo>
                <a:lnTo>
                  <a:pt x="0" y="75456"/>
                </a:lnTo>
                <a:lnTo>
                  <a:pt x="0" y="76174"/>
                </a:lnTo>
                <a:lnTo>
                  <a:pt x="6" y="77479"/>
                </a:lnTo>
                <a:lnTo>
                  <a:pt x="24" y="78773"/>
                </a:lnTo>
                <a:lnTo>
                  <a:pt x="55" y="80057"/>
                </a:lnTo>
                <a:lnTo>
                  <a:pt x="98" y="81331"/>
                </a:lnTo>
                <a:close/>
                <a:moveTo>
                  <a:pt x="315096" y="67251"/>
                </a:moveTo>
                <a:lnTo>
                  <a:pt x="315392" y="67014"/>
                </a:lnTo>
                <a:lnTo>
                  <a:pt x="315688" y="66782"/>
                </a:lnTo>
                <a:lnTo>
                  <a:pt x="315983" y="66554"/>
                </a:lnTo>
                <a:lnTo>
                  <a:pt x="316277" y="66330"/>
                </a:lnTo>
                <a:lnTo>
                  <a:pt x="316571" y="66111"/>
                </a:lnTo>
                <a:lnTo>
                  <a:pt x="316864" y="65897"/>
                </a:lnTo>
                <a:lnTo>
                  <a:pt x="317156" y="65687"/>
                </a:lnTo>
                <a:lnTo>
                  <a:pt x="317448" y="65481"/>
                </a:lnTo>
                <a:lnTo>
                  <a:pt x="317739" y="65280"/>
                </a:lnTo>
                <a:lnTo>
                  <a:pt x="318030" y="65084"/>
                </a:lnTo>
                <a:lnTo>
                  <a:pt x="318320" y="64892"/>
                </a:lnTo>
                <a:lnTo>
                  <a:pt x="318609" y="64704"/>
                </a:lnTo>
                <a:lnTo>
                  <a:pt x="318898" y="64521"/>
                </a:lnTo>
                <a:lnTo>
                  <a:pt x="319186" y="64342"/>
                </a:lnTo>
                <a:lnTo>
                  <a:pt x="319473" y="64168"/>
                </a:lnTo>
                <a:lnTo>
                  <a:pt x="319760" y="63998"/>
                </a:lnTo>
                <a:lnTo>
                  <a:pt x="320047" y="63833"/>
                </a:lnTo>
                <a:lnTo>
                  <a:pt x="320332" y="63672"/>
                </a:lnTo>
                <a:lnTo>
                  <a:pt x="320617" y="63516"/>
                </a:lnTo>
                <a:lnTo>
                  <a:pt x="320901" y="63364"/>
                </a:lnTo>
                <a:lnTo>
                  <a:pt x="321191" y="63218"/>
                </a:lnTo>
                <a:lnTo>
                  <a:pt x="321492" y="63078"/>
                </a:lnTo>
                <a:lnTo>
                  <a:pt x="321805" y="62944"/>
                </a:lnTo>
                <a:lnTo>
                  <a:pt x="322128" y="62816"/>
                </a:lnTo>
                <a:lnTo>
                  <a:pt x="322463" y="62695"/>
                </a:lnTo>
                <a:lnTo>
                  <a:pt x="322810" y="62579"/>
                </a:lnTo>
                <a:lnTo>
                  <a:pt x="323168" y="62470"/>
                </a:lnTo>
                <a:lnTo>
                  <a:pt x="323537" y="62368"/>
                </a:lnTo>
                <a:lnTo>
                  <a:pt x="323917" y="62271"/>
                </a:lnTo>
                <a:lnTo>
                  <a:pt x="324309" y="62181"/>
                </a:lnTo>
                <a:lnTo>
                  <a:pt x="324712" y="62097"/>
                </a:lnTo>
                <a:lnTo>
                  <a:pt x="325126" y="62019"/>
                </a:lnTo>
                <a:lnTo>
                  <a:pt x="325552" y="61947"/>
                </a:lnTo>
                <a:lnTo>
                  <a:pt x="325989" y="61882"/>
                </a:lnTo>
                <a:lnTo>
                  <a:pt x="326438" y="61823"/>
                </a:lnTo>
                <a:lnTo>
                  <a:pt x="326897" y="61770"/>
                </a:lnTo>
                <a:lnTo>
                  <a:pt x="327369" y="61723"/>
                </a:lnTo>
                <a:lnTo>
                  <a:pt x="327851" y="61682"/>
                </a:lnTo>
                <a:lnTo>
                  <a:pt x="328345" y="61648"/>
                </a:lnTo>
                <a:lnTo>
                  <a:pt x="328850" y="61620"/>
                </a:lnTo>
                <a:lnTo>
                  <a:pt x="329366" y="61598"/>
                </a:lnTo>
                <a:lnTo>
                  <a:pt x="329894" y="61583"/>
                </a:lnTo>
                <a:lnTo>
                  <a:pt x="330433" y="61573"/>
                </a:lnTo>
                <a:lnTo>
                  <a:pt x="330984" y="61570"/>
                </a:lnTo>
                <a:lnTo>
                  <a:pt x="331400" y="61573"/>
                </a:lnTo>
                <a:lnTo>
                  <a:pt x="331813" y="61583"/>
                </a:lnTo>
                <a:lnTo>
                  <a:pt x="332222" y="61598"/>
                </a:lnTo>
                <a:lnTo>
                  <a:pt x="332626" y="61619"/>
                </a:lnTo>
                <a:lnTo>
                  <a:pt x="333027" y="61647"/>
                </a:lnTo>
                <a:lnTo>
                  <a:pt x="333424" y="61680"/>
                </a:lnTo>
                <a:lnTo>
                  <a:pt x="333816" y="61720"/>
                </a:lnTo>
                <a:lnTo>
                  <a:pt x="334205" y="61766"/>
                </a:lnTo>
                <a:lnTo>
                  <a:pt x="334590" y="61818"/>
                </a:lnTo>
                <a:lnTo>
                  <a:pt x="334971" y="61876"/>
                </a:lnTo>
                <a:lnTo>
                  <a:pt x="335347" y="61940"/>
                </a:lnTo>
                <a:lnTo>
                  <a:pt x="335720" y="62010"/>
                </a:lnTo>
                <a:lnTo>
                  <a:pt x="336089" y="62086"/>
                </a:lnTo>
                <a:lnTo>
                  <a:pt x="336454" y="62169"/>
                </a:lnTo>
                <a:lnTo>
                  <a:pt x="336814" y="62257"/>
                </a:lnTo>
                <a:lnTo>
                  <a:pt x="337171" y="62352"/>
                </a:lnTo>
                <a:lnTo>
                  <a:pt x="337524" y="62452"/>
                </a:lnTo>
                <a:lnTo>
                  <a:pt x="337873" y="62559"/>
                </a:lnTo>
                <a:lnTo>
                  <a:pt x="338218" y="62672"/>
                </a:lnTo>
                <a:lnTo>
                  <a:pt x="338559" y="62791"/>
                </a:lnTo>
                <a:lnTo>
                  <a:pt x="338895" y="62916"/>
                </a:lnTo>
                <a:lnTo>
                  <a:pt x="339228" y="63048"/>
                </a:lnTo>
                <a:lnTo>
                  <a:pt x="339557" y="63185"/>
                </a:lnTo>
                <a:lnTo>
                  <a:pt x="339882" y="63328"/>
                </a:lnTo>
                <a:lnTo>
                  <a:pt x="340203" y="63477"/>
                </a:lnTo>
                <a:lnTo>
                  <a:pt x="340520" y="63631"/>
                </a:lnTo>
                <a:lnTo>
                  <a:pt x="340832" y="63790"/>
                </a:lnTo>
                <a:lnTo>
                  <a:pt x="341141" y="63953"/>
                </a:lnTo>
                <a:lnTo>
                  <a:pt x="341445" y="64122"/>
                </a:lnTo>
                <a:lnTo>
                  <a:pt x="341746" y="64295"/>
                </a:lnTo>
                <a:lnTo>
                  <a:pt x="342042" y="64473"/>
                </a:lnTo>
                <a:lnTo>
                  <a:pt x="342334" y="64656"/>
                </a:lnTo>
                <a:lnTo>
                  <a:pt x="342622" y="64844"/>
                </a:lnTo>
                <a:lnTo>
                  <a:pt x="342906" y="65037"/>
                </a:lnTo>
                <a:lnTo>
                  <a:pt x="343186" y="65234"/>
                </a:lnTo>
                <a:lnTo>
                  <a:pt x="343461" y="65436"/>
                </a:lnTo>
                <a:lnTo>
                  <a:pt x="343733" y="65644"/>
                </a:lnTo>
                <a:lnTo>
                  <a:pt x="344000" y="65856"/>
                </a:lnTo>
                <a:lnTo>
                  <a:pt x="344263" y="66073"/>
                </a:lnTo>
                <a:lnTo>
                  <a:pt x="344523" y="66295"/>
                </a:lnTo>
                <a:lnTo>
                  <a:pt x="344778" y="66521"/>
                </a:lnTo>
                <a:lnTo>
                  <a:pt x="345029" y="66753"/>
                </a:lnTo>
                <a:lnTo>
                  <a:pt x="345276" y="66989"/>
                </a:lnTo>
                <a:lnTo>
                  <a:pt x="345518" y="67230"/>
                </a:lnTo>
                <a:lnTo>
                  <a:pt x="345757" y="67477"/>
                </a:lnTo>
                <a:lnTo>
                  <a:pt x="345991" y="67728"/>
                </a:lnTo>
                <a:lnTo>
                  <a:pt x="346222" y="67983"/>
                </a:lnTo>
                <a:lnTo>
                  <a:pt x="346448" y="68244"/>
                </a:lnTo>
                <a:lnTo>
                  <a:pt x="346670" y="68509"/>
                </a:lnTo>
                <a:lnTo>
                  <a:pt x="346887" y="68778"/>
                </a:lnTo>
                <a:lnTo>
                  <a:pt x="347100" y="69050"/>
                </a:lnTo>
                <a:lnTo>
                  <a:pt x="347308" y="69326"/>
                </a:lnTo>
                <a:lnTo>
                  <a:pt x="347512" y="69606"/>
                </a:lnTo>
                <a:lnTo>
                  <a:pt x="347711" y="69890"/>
                </a:lnTo>
                <a:lnTo>
                  <a:pt x="347905" y="70177"/>
                </a:lnTo>
                <a:lnTo>
                  <a:pt x="348095" y="70469"/>
                </a:lnTo>
                <a:lnTo>
                  <a:pt x="348280" y="70764"/>
                </a:lnTo>
                <a:lnTo>
                  <a:pt x="348460" y="71062"/>
                </a:lnTo>
                <a:lnTo>
                  <a:pt x="348636" y="71365"/>
                </a:lnTo>
                <a:lnTo>
                  <a:pt x="348807" y="71671"/>
                </a:lnTo>
                <a:lnTo>
                  <a:pt x="348974" y="71980"/>
                </a:lnTo>
                <a:lnTo>
                  <a:pt x="349136" y="72294"/>
                </a:lnTo>
                <a:lnTo>
                  <a:pt x="349293" y="72611"/>
                </a:lnTo>
                <a:lnTo>
                  <a:pt x="349446" y="72932"/>
                </a:lnTo>
                <a:lnTo>
                  <a:pt x="349594" y="73257"/>
                </a:lnTo>
                <a:lnTo>
                  <a:pt x="349738" y="73586"/>
                </a:lnTo>
                <a:lnTo>
                  <a:pt x="349877" y="73918"/>
                </a:lnTo>
                <a:lnTo>
                  <a:pt x="350011" y="74254"/>
                </a:lnTo>
                <a:lnTo>
                  <a:pt x="350141" y="74594"/>
                </a:lnTo>
                <a:lnTo>
                  <a:pt x="350266" y="74937"/>
                </a:lnTo>
                <a:lnTo>
                  <a:pt x="350387" y="75284"/>
                </a:lnTo>
                <a:lnTo>
                  <a:pt x="350503" y="75635"/>
                </a:lnTo>
                <a:lnTo>
                  <a:pt x="350614" y="75989"/>
                </a:lnTo>
                <a:lnTo>
                  <a:pt x="350720" y="76346"/>
                </a:lnTo>
                <a:lnTo>
                  <a:pt x="350822" y="76705"/>
                </a:lnTo>
                <a:lnTo>
                  <a:pt x="350919" y="77067"/>
                </a:lnTo>
                <a:lnTo>
                  <a:pt x="351012" y="77431"/>
                </a:lnTo>
                <a:lnTo>
                  <a:pt x="351099" y="77797"/>
                </a:lnTo>
                <a:lnTo>
                  <a:pt x="351182" y="78166"/>
                </a:lnTo>
                <a:lnTo>
                  <a:pt x="351260" y="78538"/>
                </a:lnTo>
                <a:lnTo>
                  <a:pt x="351333" y="78912"/>
                </a:lnTo>
                <a:lnTo>
                  <a:pt x="351402" y="79288"/>
                </a:lnTo>
                <a:lnTo>
                  <a:pt x="351466" y="79667"/>
                </a:lnTo>
                <a:lnTo>
                  <a:pt x="351525" y="80049"/>
                </a:lnTo>
                <a:lnTo>
                  <a:pt x="351580" y="80433"/>
                </a:lnTo>
                <a:lnTo>
                  <a:pt x="351629" y="80819"/>
                </a:lnTo>
                <a:lnTo>
                  <a:pt x="351674" y="81208"/>
                </a:lnTo>
                <a:lnTo>
                  <a:pt x="351715" y="81599"/>
                </a:lnTo>
                <a:lnTo>
                  <a:pt x="351750" y="81993"/>
                </a:lnTo>
                <a:lnTo>
                  <a:pt x="351781" y="82390"/>
                </a:lnTo>
                <a:lnTo>
                  <a:pt x="351807" y="82789"/>
                </a:lnTo>
                <a:lnTo>
                  <a:pt x="351828" y="83190"/>
                </a:lnTo>
                <a:lnTo>
                  <a:pt x="351845" y="83594"/>
                </a:lnTo>
                <a:lnTo>
                  <a:pt x="351857" y="84000"/>
                </a:lnTo>
                <a:lnTo>
                  <a:pt x="351864" y="84409"/>
                </a:lnTo>
                <a:lnTo>
                  <a:pt x="351866" y="84821"/>
                </a:lnTo>
                <a:lnTo>
                  <a:pt x="351864" y="85273"/>
                </a:lnTo>
                <a:lnTo>
                  <a:pt x="351857" y="85722"/>
                </a:lnTo>
                <a:lnTo>
                  <a:pt x="351845" y="86167"/>
                </a:lnTo>
                <a:lnTo>
                  <a:pt x="351829" y="86609"/>
                </a:lnTo>
                <a:lnTo>
                  <a:pt x="351808" y="87046"/>
                </a:lnTo>
                <a:lnTo>
                  <a:pt x="351783" y="87480"/>
                </a:lnTo>
                <a:lnTo>
                  <a:pt x="351753" y="87911"/>
                </a:lnTo>
                <a:lnTo>
                  <a:pt x="351719" y="88337"/>
                </a:lnTo>
                <a:lnTo>
                  <a:pt x="351679" y="88760"/>
                </a:lnTo>
                <a:lnTo>
                  <a:pt x="351636" y="89179"/>
                </a:lnTo>
                <a:lnTo>
                  <a:pt x="351587" y="89594"/>
                </a:lnTo>
                <a:lnTo>
                  <a:pt x="351534" y="90005"/>
                </a:lnTo>
                <a:lnTo>
                  <a:pt x="351477" y="90413"/>
                </a:lnTo>
                <a:lnTo>
                  <a:pt x="351414" y="90817"/>
                </a:lnTo>
                <a:lnTo>
                  <a:pt x="351347" y="91217"/>
                </a:lnTo>
                <a:lnTo>
                  <a:pt x="351276" y="91614"/>
                </a:lnTo>
                <a:lnTo>
                  <a:pt x="351200" y="92007"/>
                </a:lnTo>
                <a:lnTo>
                  <a:pt x="351119" y="92396"/>
                </a:lnTo>
                <a:lnTo>
                  <a:pt x="351034" y="92781"/>
                </a:lnTo>
                <a:lnTo>
                  <a:pt x="350944" y="93163"/>
                </a:lnTo>
                <a:lnTo>
                  <a:pt x="350850" y="93541"/>
                </a:lnTo>
                <a:lnTo>
                  <a:pt x="350751" y="93915"/>
                </a:lnTo>
                <a:lnTo>
                  <a:pt x="350647" y="94285"/>
                </a:lnTo>
                <a:lnTo>
                  <a:pt x="350539" y="94652"/>
                </a:lnTo>
                <a:lnTo>
                  <a:pt x="350426" y="95014"/>
                </a:lnTo>
                <a:lnTo>
                  <a:pt x="350309" y="95372"/>
                </a:lnTo>
                <a:lnTo>
                  <a:pt x="350188" y="95726"/>
                </a:lnTo>
                <a:lnTo>
                  <a:pt x="350063" y="96075"/>
                </a:lnTo>
                <a:lnTo>
                  <a:pt x="349934" y="96420"/>
                </a:lnTo>
                <a:lnTo>
                  <a:pt x="349801" y="96760"/>
                </a:lnTo>
                <a:lnTo>
                  <a:pt x="349663" y="97095"/>
                </a:lnTo>
                <a:lnTo>
                  <a:pt x="349522" y="97427"/>
                </a:lnTo>
                <a:lnTo>
                  <a:pt x="349376" y="97753"/>
                </a:lnTo>
                <a:lnTo>
                  <a:pt x="349227" y="98075"/>
                </a:lnTo>
                <a:lnTo>
                  <a:pt x="349073" y="98393"/>
                </a:lnTo>
                <a:lnTo>
                  <a:pt x="348915" y="98706"/>
                </a:lnTo>
                <a:lnTo>
                  <a:pt x="348753" y="99015"/>
                </a:lnTo>
                <a:lnTo>
                  <a:pt x="348587" y="99319"/>
                </a:lnTo>
                <a:lnTo>
                  <a:pt x="348417" y="99619"/>
                </a:lnTo>
                <a:lnTo>
                  <a:pt x="348242" y="99914"/>
                </a:lnTo>
                <a:lnTo>
                  <a:pt x="348064" y="100205"/>
                </a:lnTo>
                <a:lnTo>
                  <a:pt x="347881" y="100491"/>
                </a:lnTo>
                <a:lnTo>
                  <a:pt x="347694" y="100773"/>
                </a:lnTo>
                <a:lnTo>
                  <a:pt x="347504" y="101051"/>
                </a:lnTo>
                <a:lnTo>
                  <a:pt x="347309" y="101323"/>
                </a:lnTo>
                <a:lnTo>
                  <a:pt x="347110" y="101592"/>
                </a:lnTo>
                <a:lnTo>
                  <a:pt x="346907" y="101856"/>
                </a:lnTo>
                <a:lnTo>
                  <a:pt x="346699" y="102115"/>
                </a:lnTo>
                <a:lnTo>
                  <a:pt x="346488" y="102370"/>
                </a:lnTo>
                <a:lnTo>
                  <a:pt x="346273" y="102619"/>
                </a:lnTo>
                <a:lnTo>
                  <a:pt x="346053" y="102864"/>
                </a:lnTo>
                <a:lnTo>
                  <a:pt x="345830" y="103104"/>
                </a:lnTo>
                <a:lnTo>
                  <a:pt x="345603" y="103338"/>
                </a:lnTo>
                <a:lnTo>
                  <a:pt x="345372" y="103568"/>
                </a:lnTo>
                <a:lnTo>
                  <a:pt x="345137" y="103793"/>
                </a:lnTo>
                <a:lnTo>
                  <a:pt x="344897" y="104013"/>
                </a:lnTo>
                <a:lnTo>
                  <a:pt x="344654" y="104227"/>
                </a:lnTo>
                <a:lnTo>
                  <a:pt x="344407" y="104437"/>
                </a:lnTo>
                <a:lnTo>
                  <a:pt x="344156" y="104642"/>
                </a:lnTo>
                <a:lnTo>
                  <a:pt x="343901" y="104842"/>
                </a:lnTo>
                <a:lnTo>
                  <a:pt x="343642" y="105037"/>
                </a:lnTo>
                <a:lnTo>
                  <a:pt x="343378" y="105227"/>
                </a:lnTo>
                <a:lnTo>
                  <a:pt x="343111" y="105411"/>
                </a:lnTo>
                <a:lnTo>
                  <a:pt x="342840" y="105591"/>
                </a:lnTo>
                <a:lnTo>
                  <a:pt x="342565" y="105766"/>
                </a:lnTo>
                <a:lnTo>
                  <a:pt x="342286" y="105936"/>
                </a:lnTo>
                <a:lnTo>
                  <a:pt x="342003" y="106101"/>
                </a:lnTo>
                <a:lnTo>
                  <a:pt x="341716" y="106261"/>
                </a:lnTo>
                <a:lnTo>
                  <a:pt x="341425" y="106416"/>
                </a:lnTo>
                <a:lnTo>
                  <a:pt x="341130" y="106566"/>
                </a:lnTo>
                <a:lnTo>
                  <a:pt x="340831" y="106711"/>
                </a:lnTo>
                <a:lnTo>
                  <a:pt x="340528" y="106851"/>
                </a:lnTo>
                <a:lnTo>
                  <a:pt x="340221" y="106986"/>
                </a:lnTo>
                <a:lnTo>
                  <a:pt x="339911" y="107115"/>
                </a:lnTo>
                <a:lnTo>
                  <a:pt x="339596" y="107238"/>
                </a:lnTo>
                <a:lnTo>
                  <a:pt x="339278" y="107355"/>
                </a:lnTo>
                <a:lnTo>
                  <a:pt x="338956" y="107467"/>
                </a:lnTo>
                <a:lnTo>
                  <a:pt x="338631" y="107573"/>
                </a:lnTo>
                <a:lnTo>
                  <a:pt x="338302" y="107674"/>
                </a:lnTo>
                <a:lnTo>
                  <a:pt x="337968" y="107768"/>
                </a:lnTo>
                <a:lnTo>
                  <a:pt x="337632" y="107857"/>
                </a:lnTo>
                <a:lnTo>
                  <a:pt x="337291" y="107940"/>
                </a:lnTo>
                <a:lnTo>
                  <a:pt x="336947" y="108017"/>
                </a:lnTo>
                <a:lnTo>
                  <a:pt x="336599" y="108089"/>
                </a:lnTo>
                <a:lnTo>
                  <a:pt x="336247" y="108155"/>
                </a:lnTo>
                <a:lnTo>
                  <a:pt x="335892" y="108215"/>
                </a:lnTo>
                <a:lnTo>
                  <a:pt x="335533" y="108270"/>
                </a:lnTo>
                <a:lnTo>
                  <a:pt x="335170" y="108318"/>
                </a:lnTo>
                <a:lnTo>
                  <a:pt x="334803" y="108361"/>
                </a:lnTo>
                <a:lnTo>
                  <a:pt x="334433" y="108398"/>
                </a:lnTo>
                <a:lnTo>
                  <a:pt x="334059" y="108430"/>
                </a:lnTo>
                <a:lnTo>
                  <a:pt x="333681" y="108456"/>
                </a:lnTo>
                <a:lnTo>
                  <a:pt x="333299" y="108476"/>
                </a:lnTo>
                <a:lnTo>
                  <a:pt x="332914" y="108490"/>
                </a:lnTo>
                <a:lnTo>
                  <a:pt x="332525" y="108499"/>
                </a:lnTo>
                <a:lnTo>
                  <a:pt x="332132" y="108502"/>
                </a:lnTo>
                <a:lnTo>
                  <a:pt x="331668" y="108498"/>
                </a:lnTo>
                <a:lnTo>
                  <a:pt x="331209" y="108487"/>
                </a:lnTo>
                <a:lnTo>
                  <a:pt x="330755" y="108470"/>
                </a:lnTo>
                <a:lnTo>
                  <a:pt x="330305" y="108445"/>
                </a:lnTo>
                <a:lnTo>
                  <a:pt x="329861" y="108413"/>
                </a:lnTo>
                <a:lnTo>
                  <a:pt x="329421" y="108373"/>
                </a:lnTo>
                <a:lnTo>
                  <a:pt x="328986" y="108327"/>
                </a:lnTo>
                <a:lnTo>
                  <a:pt x="328556" y="108274"/>
                </a:lnTo>
                <a:lnTo>
                  <a:pt x="328131" y="108213"/>
                </a:lnTo>
                <a:lnTo>
                  <a:pt x="327710" y="108145"/>
                </a:lnTo>
                <a:lnTo>
                  <a:pt x="327295" y="108071"/>
                </a:lnTo>
                <a:lnTo>
                  <a:pt x="326885" y="107989"/>
                </a:lnTo>
                <a:lnTo>
                  <a:pt x="326479" y="107900"/>
                </a:lnTo>
                <a:lnTo>
                  <a:pt x="326078" y="107803"/>
                </a:lnTo>
                <a:lnTo>
                  <a:pt x="325682" y="107700"/>
                </a:lnTo>
                <a:lnTo>
                  <a:pt x="325291" y="107590"/>
                </a:lnTo>
                <a:lnTo>
                  <a:pt x="324905" y="107472"/>
                </a:lnTo>
                <a:lnTo>
                  <a:pt x="324523" y="107347"/>
                </a:lnTo>
                <a:lnTo>
                  <a:pt x="324147" y="107216"/>
                </a:lnTo>
                <a:lnTo>
                  <a:pt x="323775" y="107077"/>
                </a:lnTo>
                <a:lnTo>
                  <a:pt x="323408" y="106931"/>
                </a:lnTo>
                <a:lnTo>
                  <a:pt x="323046" y="106777"/>
                </a:lnTo>
                <a:lnTo>
                  <a:pt x="322689" y="106617"/>
                </a:lnTo>
                <a:lnTo>
                  <a:pt x="322337" y="106450"/>
                </a:lnTo>
                <a:lnTo>
                  <a:pt x="321990" y="106275"/>
                </a:lnTo>
                <a:lnTo>
                  <a:pt x="321648" y="106094"/>
                </a:lnTo>
                <a:lnTo>
                  <a:pt x="321312" y="105905"/>
                </a:lnTo>
                <a:lnTo>
                  <a:pt x="320982" y="105710"/>
                </a:lnTo>
                <a:lnTo>
                  <a:pt x="320658" y="105508"/>
                </a:lnTo>
                <a:lnTo>
                  <a:pt x="320339" y="105299"/>
                </a:lnTo>
                <a:lnTo>
                  <a:pt x="320025" y="105083"/>
                </a:lnTo>
                <a:lnTo>
                  <a:pt x="319717" y="104860"/>
                </a:lnTo>
                <a:lnTo>
                  <a:pt x="319415" y="104631"/>
                </a:lnTo>
                <a:lnTo>
                  <a:pt x="319119" y="104394"/>
                </a:lnTo>
                <a:lnTo>
                  <a:pt x="318828" y="104151"/>
                </a:lnTo>
                <a:lnTo>
                  <a:pt x="318542" y="103901"/>
                </a:lnTo>
                <a:lnTo>
                  <a:pt x="318263" y="103643"/>
                </a:lnTo>
                <a:lnTo>
                  <a:pt x="317988" y="103379"/>
                </a:lnTo>
                <a:lnTo>
                  <a:pt x="317720" y="103109"/>
                </a:lnTo>
                <a:lnTo>
                  <a:pt x="317457" y="102831"/>
                </a:lnTo>
                <a:lnTo>
                  <a:pt x="317200" y="102546"/>
                </a:lnTo>
                <a:lnTo>
                  <a:pt x="316948" y="102255"/>
                </a:lnTo>
                <a:lnTo>
                  <a:pt x="316702" y="101956"/>
                </a:lnTo>
                <a:lnTo>
                  <a:pt x="316461" y="101651"/>
                </a:lnTo>
                <a:lnTo>
                  <a:pt x="316226" y="101339"/>
                </a:lnTo>
                <a:lnTo>
                  <a:pt x="315997" y="101020"/>
                </a:lnTo>
                <a:lnTo>
                  <a:pt x="315773" y="100694"/>
                </a:lnTo>
                <a:lnTo>
                  <a:pt x="315555" y="100361"/>
                </a:lnTo>
                <a:lnTo>
                  <a:pt x="315343" y="100022"/>
                </a:lnTo>
                <a:lnTo>
                  <a:pt x="315137" y="99676"/>
                </a:lnTo>
                <a:lnTo>
                  <a:pt x="314936" y="99323"/>
                </a:lnTo>
                <a:lnTo>
                  <a:pt x="314742" y="98964"/>
                </a:lnTo>
                <a:lnTo>
                  <a:pt x="314554" y="98598"/>
                </a:lnTo>
                <a:lnTo>
                  <a:pt x="314371" y="98226"/>
                </a:lnTo>
                <a:lnTo>
                  <a:pt x="314195" y="97848"/>
                </a:lnTo>
                <a:lnTo>
                  <a:pt x="314024" y="97462"/>
                </a:lnTo>
                <a:lnTo>
                  <a:pt x="313860" y="97071"/>
                </a:lnTo>
                <a:lnTo>
                  <a:pt x="313702" y="96673"/>
                </a:lnTo>
                <a:lnTo>
                  <a:pt x="313549" y="96268"/>
                </a:lnTo>
                <a:lnTo>
                  <a:pt x="313403" y="95857"/>
                </a:lnTo>
                <a:lnTo>
                  <a:pt x="313262" y="95440"/>
                </a:lnTo>
                <a:lnTo>
                  <a:pt x="313127" y="95016"/>
                </a:lnTo>
                <a:lnTo>
                  <a:pt x="312999" y="94585"/>
                </a:lnTo>
                <a:lnTo>
                  <a:pt x="312876" y="94148"/>
                </a:lnTo>
                <a:lnTo>
                  <a:pt x="312760" y="93705"/>
                </a:lnTo>
                <a:lnTo>
                  <a:pt x="312649" y="93255"/>
                </a:lnTo>
                <a:lnTo>
                  <a:pt x="312544" y="92798"/>
                </a:lnTo>
                <a:lnTo>
                  <a:pt x="312446" y="92335"/>
                </a:lnTo>
                <a:lnTo>
                  <a:pt x="312353" y="91865"/>
                </a:lnTo>
                <a:lnTo>
                  <a:pt x="312266" y="91389"/>
                </a:lnTo>
                <a:lnTo>
                  <a:pt x="312186" y="90907"/>
                </a:lnTo>
                <a:lnTo>
                  <a:pt x="312111" y="90418"/>
                </a:lnTo>
                <a:lnTo>
                  <a:pt x="299481" y="90418"/>
                </a:lnTo>
                <a:lnTo>
                  <a:pt x="299544" y="91026"/>
                </a:lnTo>
                <a:lnTo>
                  <a:pt x="299615" y="91628"/>
                </a:lnTo>
                <a:lnTo>
                  <a:pt x="299692" y="92223"/>
                </a:lnTo>
                <a:lnTo>
                  <a:pt x="299777" y="92811"/>
                </a:lnTo>
                <a:lnTo>
                  <a:pt x="299869" y="93393"/>
                </a:lnTo>
                <a:lnTo>
                  <a:pt x="299968" y="93968"/>
                </a:lnTo>
                <a:lnTo>
                  <a:pt x="300074" y="94536"/>
                </a:lnTo>
                <a:lnTo>
                  <a:pt x="300187" y="95098"/>
                </a:lnTo>
                <a:lnTo>
                  <a:pt x="300307" y="95653"/>
                </a:lnTo>
                <a:lnTo>
                  <a:pt x="300434" y="96202"/>
                </a:lnTo>
                <a:lnTo>
                  <a:pt x="300568" y="96744"/>
                </a:lnTo>
                <a:lnTo>
                  <a:pt x="300710" y="97279"/>
                </a:lnTo>
                <a:lnTo>
                  <a:pt x="300858" y="97808"/>
                </a:lnTo>
                <a:lnTo>
                  <a:pt x="301014" y="98330"/>
                </a:lnTo>
                <a:lnTo>
                  <a:pt x="301177" y="98845"/>
                </a:lnTo>
                <a:lnTo>
                  <a:pt x="301347" y="99354"/>
                </a:lnTo>
                <a:lnTo>
                  <a:pt x="301524" y="99856"/>
                </a:lnTo>
                <a:lnTo>
                  <a:pt x="301708" y="100352"/>
                </a:lnTo>
                <a:lnTo>
                  <a:pt x="301899" y="100841"/>
                </a:lnTo>
                <a:lnTo>
                  <a:pt x="302097" y="101323"/>
                </a:lnTo>
                <a:lnTo>
                  <a:pt x="302303" y="101799"/>
                </a:lnTo>
                <a:lnTo>
                  <a:pt x="302515" y="102268"/>
                </a:lnTo>
                <a:lnTo>
                  <a:pt x="302735" y="102731"/>
                </a:lnTo>
                <a:lnTo>
                  <a:pt x="302961" y="103187"/>
                </a:lnTo>
                <a:lnTo>
                  <a:pt x="303195" y="103636"/>
                </a:lnTo>
                <a:lnTo>
                  <a:pt x="303433" y="104080"/>
                </a:lnTo>
                <a:lnTo>
                  <a:pt x="303678" y="104517"/>
                </a:lnTo>
                <a:lnTo>
                  <a:pt x="303928" y="104947"/>
                </a:lnTo>
                <a:lnTo>
                  <a:pt x="304184" y="105372"/>
                </a:lnTo>
                <a:lnTo>
                  <a:pt x="304446" y="105790"/>
                </a:lnTo>
                <a:lnTo>
                  <a:pt x="304713" y="106202"/>
                </a:lnTo>
                <a:lnTo>
                  <a:pt x="304987" y="106608"/>
                </a:lnTo>
                <a:lnTo>
                  <a:pt x="305266" y="107007"/>
                </a:lnTo>
                <a:lnTo>
                  <a:pt x="305550" y="107401"/>
                </a:lnTo>
                <a:lnTo>
                  <a:pt x="305841" y="107788"/>
                </a:lnTo>
                <a:lnTo>
                  <a:pt x="306137" y="108169"/>
                </a:lnTo>
                <a:lnTo>
                  <a:pt x="306439" y="108543"/>
                </a:lnTo>
                <a:lnTo>
                  <a:pt x="306746" y="108911"/>
                </a:lnTo>
                <a:lnTo>
                  <a:pt x="307060" y="109274"/>
                </a:lnTo>
                <a:lnTo>
                  <a:pt x="307379" y="109629"/>
                </a:lnTo>
                <a:lnTo>
                  <a:pt x="307703" y="109979"/>
                </a:lnTo>
                <a:lnTo>
                  <a:pt x="308034" y="110322"/>
                </a:lnTo>
                <a:lnTo>
                  <a:pt x="308370" y="110659"/>
                </a:lnTo>
                <a:lnTo>
                  <a:pt x="308712" y="110990"/>
                </a:lnTo>
                <a:lnTo>
                  <a:pt x="309060" y="111315"/>
                </a:lnTo>
                <a:lnTo>
                  <a:pt x="309413" y="111633"/>
                </a:lnTo>
                <a:lnTo>
                  <a:pt x="309773" y="111945"/>
                </a:lnTo>
                <a:lnTo>
                  <a:pt x="310137" y="112251"/>
                </a:lnTo>
                <a:lnTo>
                  <a:pt x="310507" y="112551"/>
                </a:lnTo>
                <a:lnTo>
                  <a:pt x="310881" y="112844"/>
                </a:lnTo>
                <a:lnTo>
                  <a:pt x="311260" y="113130"/>
                </a:lnTo>
                <a:lnTo>
                  <a:pt x="311642" y="113410"/>
                </a:lnTo>
                <a:lnTo>
                  <a:pt x="312029" y="113684"/>
                </a:lnTo>
                <a:lnTo>
                  <a:pt x="312420" y="113951"/>
                </a:lnTo>
                <a:lnTo>
                  <a:pt x="312816" y="114211"/>
                </a:lnTo>
                <a:lnTo>
                  <a:pt x="313215" y="114465"/>
                </a:lnTo>
                <a:lnTo>
                  <a:pt x="313619" y="114713"/>
                </a:lnTo>
                <a:lnTo>
                  <a:pt x="314027" y="114954"/>
                </a:lnTo>
                <a:lnTo>
                  <a:pt x="314439" y="115188"/>
                </a:lnTo>
                <a:lnTo>
                  <a:pt x="314856" y="115416"/>
                </a:lnTo>
                <a:lnTo>
                  <a:pt x="315276" y="115638"/>
                </a:lnTo>
                <a:lnTo>
                  <a:pt x="315701" y="115853"/>
                </a:lnTo>
                <a:lnTo>
                  <a:pt x="316131" y="116062"/>
                </a:lnTo>
                <a:lnTo>
                  <a:pt x="316564" y="116264"/>
                </a:lnTo>
                <a:lnTo>
                  <a:pt x="317002" y="116459"/>
                </a:lnTo>
                <a:lnTo>
                  <a:pt x="317444" y="116648"/>
                </a:lnTo>
                <a:lnTo>
                  <a:pt x="317890" y="116831"/>
                </a:lnTo>
                <a:lnTo>
                  <a:pt x="318340" y="117007"/>
                </a:lnTo>
                <a:lnTo>
                  <a:pt x="318795" y="117177"/>
                </a:lnTo>
                <a:lnTo>
                  <a:pt x="319253" y="117340"/>
                </a:lnTo>
                <a:lnTo>
                  <a:pt x="319717" y="117496"/>
                </a:lnTo>
                <a:lnTo>
                  <a:pt x="320184" y="117647"/>
                </a:lnTo>
                <a:lnTo>
                  <a:pt x="320655" y="117790"/>
                </a:lnTo>
                <a:lnTo>
                  <a:pt x="321127" y="117928"/>
                </a:lnTo>
                <a:lnTo>
                  <a:pt x="321603" y="118060"/>
                </a:lnTo>
                <a:lnTo>
                  <a:pt x="322081" y="118185"/>
                </a:lnTo>
                <a:lnTo>
                  <a:pt x="322561" y="118305"/>
                </a:lnTo>
                <a:lnTo>
                  <a:pt x="323043" y="118418"/>
                </a:lnTo>
                <a:lnTo>
                  <a:pt x="323528" y="118525"/>
                </a:lnTo>
                <a:lnTo>
                  <a:pt x="324015" y="118626"/>
                </a:lnTo>
                <a:lnTo>
                  <a:pt x="324505" y="118721"/>
                </a:lnTo>
                <a:lnTo>
                  <a:pt x="324997" y="118809"/>
                </a:lnTo>
                <a:lnTo>
                  <a:pt x="325491" y="118892"/>
                </a:lnTo>
                <a:lnTo>
                  <a:pt x="325988" y="118969"/>
                </a:lnTo>
                <a:lnTo>
                  <a:pt x="326487" y="119039"/>
                </a:lnTo>
                <a:lnTo>
                  <a:pt x="326988" y="119103"/>
                </a:lnTo>
                <a:lnTo>
                  <a:pt x="327492" y="119161"/>
                </a:lnTo>
                <a:lnTo>
                  <a:pt x="327998" y="119213"/>
                </a:lnTo>
                <a:lnTo>
                  <a:pt x="328506" y="119259"/>
                </a:lnTo>
                <a:lnTo>
                  <a:pt x="329017" y="119299"/>
                </a:lnTo>
                <a:lnTo>
                  <a:pt x="329530" y="119333"/>
                </a:lnTo>
                <a:lnTo>
                  <a:pt x="330046" y="119360"/>
                </a:lnTo>
                <a:lnTo>
                  <a:pt x="330564" y="119382"/>
                </a:lnTo>
                <a:lnTo>
                  <a:pt x="331084" y="119397"/>
                </a:lnTo>
                <a:lnTo>
                  <a:pt x="331607" y="119406"/>
                </a:lnTo>
                <a:lnTo>
                  <a:pt x="332132" y="119409"/>
                </a:lnTo>
                <a:lnTo>
                  <a:pt x="332828" y="119405"/>
                </a:lnTo>
                <a:lnTo>
                  <a:pt x="333516" y="119391"/>
                </a:lnTo>
                <a:lnTo>
                  <a:pt x="334197" y="119369"/>
                </a:lnTo>
                <a:lnTo>
                  <a:pt x="334870" y="119337"/>
                </a:lnTo>
                <a:lnTo>
                  <a:pt x="335535" y="119297"/>
                </a:lnTo>
                <a:lnTo>
                  <a:pt x="336193" y="119248"/>
                </a:lnTo>
                <a:lnTo>
                  <a:pt x="336843" y="119189"/>
                </a:lnTo>
                <a:lnTo>
                  <a:pt x="337486" y="119122"/>
                </a:lnTo>
                <a:lnTo>
                  <a:pt x="338121" y="119046"/>
                </a:lnTo>
                <a:lnTo>
                  <a:pt x="338749" y="118961"/>
                </a:lnTo>
                <a:lnTo>
                  <a:pt x="339368" y="118867"/>
                </a:lnTo>
                <a:lnTo>
                  <a:pt x="339981" y="118763"/>
                </a:lnTo>
                <a:lnTo>
                  <a:pt x="340585" y="118651"/>
                </a:lnTo>
                <a:lnTo>
                  <a:pt x="341183" y="118530"/>
                </a:lnTo>
                <a:lnTo>
                  <a:pt x="341772" y="118400"/>
                </a:lnTo>
                <a:lnTo>
                  <a:pt x="342354" y="118261"/>
                </a:lnTo>
                <a:lnTo>
                  <a:pt x="342928" y="118113"/>
                </a:lnTo>
                <a:lnTo>
                  <a:pt x="343495" y="117956"/>
                </a:lnTo>
                <a:lnTo>
                  <a:pt x="344054" y="117790"/>
                </a:lnTo>
                <a:lnTo>
                  <a:pt x="344605" y="117615"/>
                </a:lnTo>
                <a:lnTo>
                  <a:pt x="345149" y="117431"/>
                </a:lnTo>
                <a:lnTo>
                  <a:pt x="345685" y="117238"/>
                </a:lnTo>
                <a:lnTo>
                  <a:pt x="346214" y="117037"/>
                </a:lnTo>
                <a:lnTo>
                  <a:pt x="346735" y="116826"/>
                </a:lnTo>
                <a:lnTo>
                  <a:pt x="347249" y="116607"/>
                </a:lnTo>
                <a:lnTo>
                  <a:pt x="347755" y="116381"/>
                </a:lnTo>
                <a:lnTo>
                  <a:pt x="348254" y="116147"/>
                </a:lnTo>
                <a:lnTo>
                  <a:pt x="348745" y="115906"/>
                </a:lnTo>
                <a:lnTo>
                  <a:pt x="349230" y="115658"/>
                </a:lnTo>
                <a:lnTo>
                  <a:pt x="349707" y="115402"/>
                </a:lnTo>
                <a:lnTo>
                  <a:pt x="350176" y="115139"/>
                </a:lnTo>
                <a:lnTo>
                  <a:pt x="350638" y="114868"/>
                </a:lnTo>
                <a:lnTo>
                  <a:pt x="351093" y="114591"/>
                </a:lnTo>
                <a:lnTo>
                  <a:pt x="351540" y="114305"/>
                </a:lnTo>
                <a:lnTo>
                  <a:pt x="351981" y="114013"/>
                </a:lnTo>
                <a:lnTo>
                  <a:pt x="352413" y="113713"/>
                </a:lnTo>
                <a:lnTo>
                  <a:pt x="352839" y="113406"/>
                </a:lnTo>
                <a:lnTo>
                  <a:pt x="353257" y="113092"/>
                </a:lnTo>
                <a:lnTo>
                  <a:pt x="353667" y="112770"/>
                </a:lnTo>
                <a:lnTo>
                  <a:pt x="354071" y="112440"/>
                </a:lnTo>
                <a:lnTo>
                  <a:pt x="354467" y="112104"/>
                </a:lnTo>
                <a:lnTo>
                  <a:pt x="354855" y="111760"/>
                </a:lnTo>
                <a:lnTo>
                  <a:pt x="355237" y="111409"/>
                </a:lnTo>
                <a:lnTo>
                  <a:pt x="355611" y="111050"/>
                </a:lnTo>
                <a:lnTo>
                  <a:pt x="355977" y="110684"/>
                </a:lnTo>
                <a:lnTo>
                  <a:pt x="356336" y="110311"/>
                </a:lnTo>
                <a:lnTo>
                  <a:pt x="356688" y="109930"/>
                </a:lnTo>
                <a:lnTo>
                  <a:pt x="357033" y="109542"/>
                </a:lnTo>
                <a:lnTo>
                  <a:pt x="357370" y="109148"/>
                </a:lnTo>
                <a:lnTo>
                  <a:pt x="357700" y="108748"/>
                </a:lnTo>
                <a:lnTo>
                  <a:pt x="358023" y="108342"/>
                </a:lnTo>
                <a:lnTo>
                  <a:pt x="358339" y="107931"/>
                </a:lnTo>
                <a:lnTo>
                  <a:pt x="358648" y="107514"/>
                </a:lnTo>
                <a:lnTo>
                  <a:pt x="358950" y="107091"/>
                </a:lnTo>
                <a:lnTo>
                  <a:pt x="359245" y="106663"/>
                </a:lnTo>
                <a:lnTo>
                  <a:pt x="359532" y="106229"/>
                </a:lnTo>
                <a:lnTo>
                  <a:pt x="359813" y="105790"/>
                </a:lnTo>
                <a:lnTo>
                  <a:pt x="360086" y="105345"/>
                </a:lnTo>
                <a:lnTo>
                  <a:pt x="360353" y="104894"/>
                </a:lnTo>
                <a:lnTo>
                  <a:pt x="360612" y="104438"/>
                </a:lnTo>
                <a:lnTo>
                  <a:pt x="360864" y="103976"/>
                </a:lnTo>
                <a:lnTo>
                  <a:pt x="361109" y="103509"/>
                </a:lnTo>
                <a:lnTo>
                  <a:pt x="361347" y="103036"/>
                </a:lnTo>
                <a:lnTo>
                  <a:pt x="361578" y="102557"/>
                </a:lnTo>
                <a:lnTo>
                  <a:pt x="361801" y="102073"/>
                </a:lnTo>
                <a:lnTo>
                  <a:pt x="362018" y="101583"/>
                </a:lnTo>
                <a:lnTo>
                  <a:pt x="362227" y="101088"/>
                </a:lnTo>
                <a:lnTo>
                  <a:pt x="362430" y="100587"/>
                </a:lnTo>
                <a:lnTo>
                  <a:pt x="362625" y="100080"/>
                </a:lnTo>
                <a:lnTo>
                  <a:pt x="362813" y="99568"/>
                </a:lnTo>
                <a:lnTo>
                  <a:pt x="362994" y="99050"/>
                </a:lnTo>
                <a:lnTo>
                  <a:pt x="363168" y="98527"/>
                </a:lnTo>
                <a:lnTo>
                  <a:pt x="363335" y="97999"/>
                </a:lnTo>
                <a:lnTo>
                  <a:pt x="363495" y="97466"/>
                </a:lnTo>
                <a:lnTo>
                  <a:pt x="363648" y="96929"/>
                </a:lnTo>
                <a:lnTo>
                  <a:pt x="363793" y="96388"/>
                </a:lnTo>
                <a:lnTo>
                  <a:pt x="363932" y="95843"/>
                </a:lnTo>
                <a:lnTo>
                  <a:pt x="364063" y="95293"/>
                </a:lnTo>
                <a:lnTo>
                  <a:pt x="364187" y="94739"/>
                </a:lnTo>
                <a:lnTo>
                  <a:pt x="364305" y="94181"/>
                </a:lnTo>
                <a:lnTo>
                  <a:pt x="364415" y="93619"/>
                </a:lnTo>
                <a:lnTo>
                  <a:pt x="364518" y="93053"/>
                </a:lnTo>
                <a:lnTo>
                  <a:pt x="364613" y="92482"/>
                </a:lnTo>
                <a:lnTo>
                  <a:pt x="364702" y="91907"/>
                </a:lnTo>
                <a:lnTo>
                  <a:pt x="364784" y="91328"/>
                </a:lnTo>
                <a:lnTo>
                  <a:pt x="364858" y="90744"/>
                </a:lnTo>
                <a:lnTo>
                  <a:pt x="364926" y="90157"/>
                </a:lnTo>
                <a:lnTo>
                  <a:pt x="364986" y="89565"/>
                </a:lnTo>
                <a:lnTo>
                  <a:pt x="365040" y="88969"/>
                </a:lnTo>
                <a:lnTo>
                  <a:pt x="365086" y="88368"/>
                </a:lnTo>
                <a:lnTo>
                  <a:pt x="365125" y="87764"/>
                </a:lnTo>
                <a:lnTo>
                  <a:pt x="365157" y="87155"/>
                </a:lnTo>
                <a:lnTo>
                  <a:pt x="365182" y="86542"/>
                </a:lnTo>
                <a:lnTo>
                  <a:pt x="365199" y="85925"/>
                </a:lnTo>
                <a:lnTo>
                  <a:pt x="365210" y="85303"/>
                </a:lnTo>
                <a:lnTo>
                  <a:pt x="365213" y="84677"/>
                </a:lnTo>
                <a:lnTo>
                  <a:pt x="365210" y="84016"/>
                </a:lnTo>
                <a:lnTo>
                  <a:pt x="365199" y="83360"/>
                </a:lnTo>
                <a:lnTo>
                  <a:pt x="365180" y="82709"/>
                </a:lnTo>
                <a:lnTo>
                  <a:pt x="365154" y="82064"/>
                </a:lnTo>
                <a:lnTo>
                  <a:pt x="365120" y="81424"/>
                </a:lnTo>
                <a:lnTo>
                  <a:pt x="365079" y="80789"/>
                </a:lnTo>
                <a:lnTo>
                  <a:pt x="365030" y="80159"/>
                </a:lnTo>
                <a:lnTo>
                  <a:pt x="364974" y="79534"/>
                </a:lnTo>
                <a:lnTo>
                  <a:pt x="364911" y="78915"/>
                </a:lnTo>
                <a:lnTo>
                  <a:pt x="364840" y="78301"/>
                </a:lnTo>
                <a:lnTo>
                  <a:pt x="364761" y="77692"/>
                </a:lnTo>
                <a:lnTo>
                  <a:pt x="364675" y="77089"/>
                </a:lnTo>
                <a:lnTo>
                  <a:pt x="364582" y="76490"/>
                </a:lnTo>
                <a:lnTo>
                  <a:pt x="364481" y="75897"/>
                </a:lnTo>
                <a:lnTo>
                  <a:pt x="364373" y="75309"/>
                </a:lnTo>
                <a:lnTo>
                  <a:pt x="364257" y="74726"/>
                </a:lnTo>
                <a:lnTo>
                  <a:pt x="364133" y="74149"/>
                </a:lnTo>
                <a:lnTo>
                  <a:pt x="364003" y="73577"/>
                </a:lnTo>
                <a:lnTo>
                  <a:pt x="363864" y="73010"/>
                </a:lnTo>
                <a:lnTo>
                  <a:pt x="363718" y="72448"/>
                </a:lnTo>
                <a:lnTo>
                  <a:pt x="363565" y="71892"/>
                </a:lnTo>
                <a:lnTo>
                  <a:pt x="363405" y="71340"/>
                </a:lnTo>
                <a:lnTo>
                  <a:pt x="363236" y="70794"/>
                </a:lnTo>
                <a:lnTo>
                  <a:pt x="363061" y="70253"/>
                </a:lnTo>
                <a:lnTo>
                  <a:pt x="362878" y="69718"/>
                </a:lnTo>
                <a:lnTo>
                  <a:pt x="362689" y="69190"/>
                </a:lnTo>
                <a:lnTo>
                  <a:pt x="362493" y="68668"/>
                </a:lnTo>
                <a:lnTo>
                  <a:pt x="362290" y="68152"/>
                </a:lnTo>
                <a:lnTo>
                  <a:pt x="362081" y="67643"/>
                </a:lnTo>
                <a:lnTo>
                  <a:pt x="361865" y="67141"/>
                </a:lnTo>
                <a:lnTo>
                  <a:pt x="361643" y="66645"/>
                </a:lnTo>
                <a:lnTo>
                  <a:pt x="361414" y="66155"/>
                </a:lnTo>
                <a:lnTo>
                  <a:pt x="361179" y="65672"/>
                </a:lnTo>
                <a:lnTo>
                  <a:pt x="360937" y="65195"/>
                </a:lnTo>
                <a:lnTo>
                  <a:pt x="360688" y="64725"/>
                </a:lnTo>
                <a:lnTo>
                  <a:pt x="360432" y="64261"/>
                </a:lnTo>
                <a:lnTo>
                  <a:pt x="360171" y="63804"/>
                </a:lnTo>
                <a:lnTo>
                  <a:pt x="359902" y="63353"/>
                </a:lnTo>
                <a:lnTo>
                  <a:pt x="359627" y="62909"/>
                </a:lnTo>
                <a:lnTo>
                  <a:pt x="359345" y="62471"/>
                </a:lnTo>
                <a:lnTo>
                  <a:pt x="359057" y="62040"/>
                </a:lnTo>
                <a:lnTo>
                  <a:pt x="358762" y="61615"/>
                </a:lnTo>
                <a:lnTo>
                  <a:pt x="358460" y="61197"/>
                </a:lnTo>
                <a:lnTo>
                  <a:pt x="358152" y="60785"/>
                </a:lnTo>
                <a:lnTo>
                  <a:pt x="357837" y="60380"/>
                </a:lnTo>
                <a:lnTo>
                  <a:pt x="357516" y="59981"/>
                </a:lnTo>
                <a:lnTo>
                  <a:pt x="357188" y="59588"/>
                </a:lnTo>
                <a:lnTo>
                  <a:pt x="356853" y="59202"/>
                </a:lnTo>
                <a:lnTo>
                  <a:pt x="356513" y="58823"/>
                </a:lnTo>
                <a:lnTo>
                  <a:pt x="356166" y="58452"/>
                </a:lnTo>
                <a:lnTo>
                  <a:pt x="355813" y="58087"/>
                </a:lnTo>
                <a:lnTo>
                  <a:pt x="355455" y="57730"/>
                </a:lnTo>
                <a:lnTo>
                  <a:pt x="355091" y="57381"/>
                </a:lnTo>
                <a:lnTo>
                  <a:pt x="354721" y="57038"/>
                </a:lnTo>
                <a:lnTo>
                  <a:pt x="354345" y="56703"/>
                </a:lnTo>
                <a:lnTo>
                  <a:pt x="353963" y="56376"/>
                </a:lnTo>
                <a:lnTo>
                  <a:pt x="353575" y="56055"/>
                </a:lnTo>
                <a:lnTo>
                  <a:pt x="353182" y="55743"/>
                </a:lnTo>
                <a:lnTo>
                  <a:pt x="352783" y="55437"/>
                </a:lnTo>
                <a:lnTo>
                  <a:pt x="352377" y="55139"/>
                </a:lnTo>
                <a:lnTo>
                  <a:pt x="351966" y="54848"/>
                </a:lnTo>
                <a:lnTo>
                  <a:pt x="351549" y="54565"/>
                </a:lnTo>
                <a:lnTo>
                  <a:pt x="351127" y="54288"/>
                </a:lnTo>
                <a:lnTo>
                  <a:pt x="350698" y="54020"/>
                </a:lnTo>
                <a:lnTo>
                  <a:pt x="350263" y="53758"/>
                </a:lnTo>
                <a:lnTo>
                  <a:pt x="349823" y="53504"/>
                </a:lnTo>
                <a:lnTo>
                  <a:pt x="349377" y="53257"/>
                </a:lnTo>
                <a:lnTo>
                  <a:pt x="348925" y="53018"/>
                </a:lnTo>
                <a:lnTo>
                  <a:pt x="348467" y="52786"/>
                </a:lnTo>
                <a:lnTo>
                  <a:pt x="348003" y="52561"/>
                </a:lnTo>
                <a:lnTo>
                  <a:pt x="347534" y="52344"/>
                </a:lnTo>
                <a:lnTo>
                  <a:pt x="347058" y="52134"/>
                </a:lnTo>
                <a:lnTo>
                  <a:pt x="346577" y="51932"/>
                </a:lnTo>
                <a:lnTo>
                  <a:pt x="346091" y="51738"/>
                </a:lnTo>
                <a:lnTo>
                  <a:pt x="345599" y="51554"/>
                </a:lnTo>
                <a:lnTo>
                  <a:pt x="345103" y="51377"/>
                </a:lnTo>
                <a:lnTo>
                  <a:pt x="344601" y="51210"/>
                </a:lnTo>
                <a:lnTo>
                  <a:pt x="344094" y="51051"/>
                </a:lnTo>
                <a:lnTo>
                  <a:pt x="343581" y="50900"/>
                </a:lnTo>
                <a:lnTo>
                  <a:pt x="343063" y="50758"/>
                </a:lnTo>
                <a:lnTo>
                  <a:pt x="342541" y="50625"/>
                </a:lnTo>
                <a:lnTo>
                  <a:pt x="342012" y="50501"/>
                </a:lnTo>
                <a:lnTo>
                  <a:pt x="341479" y="50385"/>
                </a:lnTo>
                <a:lnTo>
                  <a:pt x="340941" y="50277"/>
                </a:lnTo>
                <a:lnTo>
                  <a:pt x="340397" y="50178"/>
                </a:lnTo>
                <a:lnTo>
                  <a:pt x="339848" y="50088"/>
                </a:lnTo>
                <a:lnTo>
                  <a:pt x="339293" y="50006"/>
                </a:lnTo>
                <a:lnTo>
                  <a:pt x="338734" y="49933"/>
                </a:lnTo>
                <a:lnTo>
                  <a:pt x="338169" y="49869"/>
                </a:lnTo>
                <a:lnTo>
                  <a:pt x="337599" y="49813"/>
                </a:lnTo>
                <a:lnTo>
                  <a:pt x="337024" y="49766"/>
                </a:lnTo>
                <a:lnTo>
                  <a:pt x="336444" y="49727"/>
                </a:lnTo>
                <a:lnTo>
                  <a:pt x="335858" y="49697"/>
                </a:lnTo>
                <a:lnTo>
                  <a:pt x="335267" y="49675"/>
                </a:lnTo>
                <a:lnTo>
                  <a:pt x="334671" y="49662"/>
                </a:lnTo>
                <a:lnTo>
                  <a:pt x="334070" y="49658"/>
                </a:lnTo>
                <a:lnTo>
                  <a:pt x="333593" y="49661"/>
                </a:lnTo>
                <a:lnTo>
                  <a:pt x="333122" y="49668"/>
                </a:lnTo>
                <a:lnTo>
                  <a:pt x="332655" y="49681"/>
                </a:lnTo>
                <a:lnTo>
                  <a:pt x="332193" y="49698"/>
                </a:lnTo>
                <a:lnTo>
                  <a:pt x="331735" y="49720"/>
                </a:lnTo>
                <a:lnTo>
                  <a:pt x="331282" y="49748"/>
                </a:lnTo>
                <a:lnTo>
                  <a:pt x="330834" y="49780"/>
                </a:lnTo>
                <a:lnTo>
                  <a:pt x="330390" y="49818"/>
                </a:lnTo>
                <a:lnTo>
                  <a:pt x="329951" y="49860"/>
                </a:lnTo>
                <a:lnTo>
                  <a:pt x="329516" y="49907"/>
                </a:lnTo>
                <a:lnTo>
                  <a:pt x="329086" y="49960"/>
                </a:lnTo>
                <a:lnTo>
                  <a:pt x="328661" y="50017"/>
                </a:lnTo>
                <a:lnTo>
                  <a:pt x="328240" y="50079"/>
                </a:lnTo>
                <a:lnTo>
                  <a:pt x="327824" y="50147"/>
                </a:lnTo>
                <a:lnTo>
                  <a:pt x="327412" y="50219"/>
                </a:lnTo>
                <a:lnTo>
                  <a:pt x="327005" y="50296"/>
                </a:lnTo>
                <a:lnTo>
                  <a:pt x="326603" y="50378"/>
                </a:lnTo>
                <a:lnTo>
                  <a:pt x="326205" y="50465"/>
                </a:lnTo>
                <a:lnTo>
                  <a:pt x="325812" y="50558"/>
                </a:lnTo>
                <a:lnTo>
                  <a:pt x="325423" y="50655"/>
                </a:lnTo>
                <a:lnTo>
                  <a:pt x="325039" y="50757"/>
                </a:lnTo>
                <a:lnTo>
                  <a:pt x="324660" y="50864"/>
                </a:lnTo>
                <a:lnTo>
                  <a:pt x="324285" y="50976"/>
                </a:lnTo>
                <a:lnTo>
                  <a:pt x="323915" y="51093"/>
                </a:lnTo>
                <a:lnTo>
                  <a:pt x="323550" y="51213"/>
                </a:lnTo>
                <a:lnTo>
                  <a:pt x="323191" y="51334"/>
                </a:lnTo>
                <a:lnTo>
                  <a:pt x="322836" y="51456"/>
                </a:lnTo>
                <a:lnTo>
                  <a:pt x="322487" y="51578"/>
                </a:lnTo>
                <a:lnTo>
                  <a:pt x="322144" y="51701"/>
                </a:lnTo>
                <a:lnTo>
                  <a:pt x="321805" y="51824"/>
                </a:lnTo>
                <a:lnTo>
                  <a:pt x="321472" y="51949"/>
                </a:lnTo>
                <a:lnTo>
                  <a:pt x="321145" y="52074"/>
                </a:lnTo>
                <a:lnTo>
                  <a:pt x="320822" y="52200"/>
                </a:lnTo>
                <a:lnTo>
                  <a:pt x="320506" y="52327"/>
                </a:lnTo>
                <a:lnTo>
                  <a:pt x="320194" y="52454"/>
                </a:lnTo>
                <a:lnTo>
                  <a:pt x="319888" y="52582"/>
                </a:lnTo>
                <a:lnTo>
                  <a:pt x="319587" y="52711"/>
                </a:lnTo>
                <a:lnTo>
                  <a:pt x="319292" y="52841"/>
                </a:lnTo>
                <a:lnTo>
                  <a:pt x="319002" y="52971"/>
                </a:lnTo>
                <a:lnTo>
                  <a:pt x="318717" y="53103"/>
                </a:lnTo>
                <a:lnTo>
                  <a:pt x="318437" y="53235"/>
                </a:lnTo>
                <a:lnTo>
                  <a:pt x="318163" y="53367"/>
                </a:lnTo>
                <a:lnTo>
                  <a:pt x="317895" y="53501"/>
                </a:lnTo>
                <a:lnTo>
                  <a:pt x="317631" y="53635"/>
                </a:lnTo>
                <a:lnTo>
                  <a:pt x="317373" y="53770"/>
                </a:lnTo>
                <a:lnTo>
                  <a:pt x="317121" y="53905"/>
                </a:lnTo>
                <a:lnTo>
                  <a:pt x="316874" y="54042"/>
                </a:lnTo>
                <a:lnTo>
                  <a:pt x="316632" y="54179"/>
                </a:lnTo>
                <a:lnTo>
                  <a:pt x="319789" y="25762"/>
                </a:lnTo>
                <a:lnTo>
                  <a:pt x="362128" y="25762"/>
                </a:lnTo>
                <a:lnTo>
                  <a:pt x="362128" y="13491"/>
                </a:lnTo>
                <a:lnTo>
                  <a:pt x="308523" y="13491"/>
                </a:lnTo>
                <a:lnTo>
                  <a:pt x="303284" y="65517"/>
                </a:lnTo>
                <a:lnTo>
                  <a:pt x="313905" y="68244"/>
                </a:lnTo>
                <a:lnTo>
                  <a:pt x="314204" y="67989"/>
                </a:lnTo>
                <a:lnTo>
                  <a:pt x="314502" y="67739"/>
                </a:lnTo>
                <a:lnTo>
                  <a:pt x="314799" y="67493"/>
                </a:lnTo>
                <a:lnTo>
                  <a:pt x="315096" y="67251"/>
                </a:lnTo>
                <a:close/>
                <a:moveTo>
                  <a:pt x="411657" y="71590"/>
                </a:moveTo>
                <a:lnTo>
                  <a:pt x="411615" y="70322"/>
                </a:lnTo>
                <a:lnTo>
                  <a:pt x="411560" y="69064"/>
                </a:lnTo>
                <a:lnTo>
                  <a:pt x="411493" y="67817"/>
                </a:lnTo>
                <a:lnTo>
                  <a:pt x="411413" y="66580"/>
                </a:lnTo>
                <a:lnTo>
                  <a:pt x="411322" y="65353"/>
                </a:lnTo>
                <a:lnTo>
                  <a:pt x="411218" y="64137"/>
                </a:lnTo>
                <a:lnTo>
                  <a:pt x="411102" y="62931"/>
                </a:lnTo>
                <a:lnTo>
                  <a:pt x="410974" y="61735"/>
                </a:lnTo>
                <a:lnTo>
                  <a:pt x="410833" y="60550"/>
                </a:lnTo>
                <a:lnTo>
                  <a:pt x="410681" y="59375"/>
                </a:lnTo>
                <a:lnTo>
                  <a:pt x="410516" y="58210"/>
                </a:lnTo>
                <a:lnTo>
                  <a:pt x="410339" y="57056"/>
                </a:lnTo>
                <a:lnTo>
                  <a:pt x="410150" y="55912"/>
                </a:lnTo>
                <a:lnTo>
                  <a:pt x="409948" y="54779"/>
                </a:lnTo>
                <a:lnTo>
                  <a:pt x="409734" y="53655"/>
                </a:lnTo>
                <a:lnTo>
                  <a:pt x="409509" y="52543"/>
                </a:lnTo>
                <a:lnTo>
                  <a:pt x="409271" y="51440"/>
                </a:lnTo>
                <a:lnTo>
                  <a:pt x="409020" y="50348"/>
                </a:lnTo>
                <a:lnTo>
                  <a:pt x="408758" y="49266"/>
                </a:lnTo>
                <a:lnTo>
                  <a:pt x="408483" y="48194"/>
                </a:lnTo>
                <a:lnTo>
                  <a:pt x="408196" y="47133"/>
                </a:lnTo>
                <a:lnTo>
                  <a:pt x="407900" y="46082"/>
                </a:lnTo>
                <a:lnTo>
                  <a:pt x="407597" y="45043"/>
                </a:lnTo>
                <a:lnTo>
                  <a:pt x="407287" y="44014"/>
                </a:lnTo>
                <a:lnTo>
                  <a:pt x="406970" y="42996"/>
                </a:lnTo>
                <a:lnTo>
                  <a:pt x="406647" y="41988"/>
                </a:lnTo>
                <a:lnTo>
                  <a:pt x="406317" y="40992"/>
                </a:lnTo>
                <a:lnTo>
                  <a:pt x="405980" y="40007"/>
                </a:lnTo>
                <a:lnTo>
                  <a:pt x="405637" y="39032"/>
                </a:lnTo>
                <a:lnTo>
                  <a:pt x="405286" y="38068"/>
                </a:lnTo>
                <a:lnTo>
                  <a:pt x="404930" y="37115"/>
                </a:lnTo>
                <a:lnTo>
                  <a:pt x="404566" y="36173"/>
                </a:lnTo>
                <a:lnTo>
                  <a:pt x="404195" y="35242"/>
                </a:lnTo>
                <a:lnTo>
                  <a:pt x="403818" y="34321"/>
                </a:lnTo>
                <a:lnTo>
                  <a:pt x="403435" y="33412"/>
                </a:lnTo>
                <a:lnTo>
                  <a:pt x="403044" y="32513"/>
                </a:lnTo>
                <a:lnTo>
                  <a:pt x="402647" y="31625"/>
                </a:lnTo>
                <a:lnTo>
                  <a:pt x="402243" y="30748"/>
                </a:lnTo>
                <a:lnTo>
                  <a:pt x="401832" y="29882"/>
                </a:lnTo>
                <a:lnTo>
                  <a:pt x="401414" y="29026"/>
                </a:lnTo>
                <a:lnTo>
                  <a:pt x="400990" y="28182"/>
                </a:lnTo>
                <a:lnTo>
                  <a:pt x="400559" y="27348"/>
                </a:lnTo>
                <a:lnTo>
                  <a:pt x="400122" y="26525"/>
                </a:lnTo>
                <a:lnTo>
                  <a:pt x="399677" y="25713"/>
                </a:lnTo>
                <a:lnTo>
                  <a:pt x="399226" y="24912"/>
                </a:lnTo>
                <a:lnTo>
                  <a:pt x="398771" y="24122"/>
                </a:lnTo>
                <a:lnTo>
                  <a:pt x="398313" y="23343"/>
                </a:lnTo>
                <a:lnTo>
                  <a:pt x="397854" y="22576"/>
                </a:lnTo>
                <a:lnTo>
                  <a:pt x="397392" y="21820"/>
                </a:lnTo>
                <a:lnTo>
                  <a:pt x="396929" y="21075"/>
                </a:lnTo>
                <a:lnTo>
                  <a:pt x="396463" y="20342"/>
                </a:lnTo>
                <a:lnTo>
                  <a:pt x="395996" y="19620"/>
                </a:lnTo>
                <a:lnTo>
                  <a:pt x="395526" y="18909"/>
                </a:lnTo>
                <a:lnTo>
                  <a:pt x="395055" y="18210"/>
                </a:lnTo>
                <a:lnTo>
                  <a:pt x="394582" y="17522"/>
                </a:lnTo>
                <a:lnTo>
                  <a:pt x="394106" y="16846"/>
                </a:lnTo>
                <a:lnTo>
                  <a:pt x="393629" y="16180"/>
                </a:lnTo>
                <a:lnTo>
                  <a:pt x="393149" y="15526"/>
                </a:lnTo>
                <a:lnTo>
                  <a:pt x="392668" y="14884"/>
                </a:lnTo>
                <a:lnTo>
                  <a:pt x="392185" y="14253"/>
                </a:lnTo>
                <a:lnTo>
                  <a:pt x="391699" y="13633"/>
                </a:lnTo>
                <a:lnTo>
                  <a:pt x="391212" y="13024"/>
                </a:lnTo>
                <a:lnTo>
                  <a:pt x="390722" y="12427"/>
                </a:lnTo>
                <a:lnTo>
                  <a:pt x="390231" y="11841"/>
                </a:lnTo>
                <a:lnTo>
                  <a:pt x="389738" y="11267"/>
                </a:lnTo>
                <a:lnTo>
                  <a:pt x="389242" y="10704"/>
                </a:lnTo>
                <a:lnTo>
                  <a:pt x="388745" y="10152"/>
                </a:lnTo>
                <a:lnTo>
                  <a:pt x="388246" y="9611"/>
                </a:lnTo>
                <a:lnTo>
                  <a:pt x="387744" y="9082"/>
                </a:lnTo>
                <a:lnTo>
                  <a:pt x="387244" y="8565"/>
                </a:lnTo>
                <a:lnTo>
                  <a:pt x="386746" y="8059"/>
                </a:lnTo>
                <a:lnTo>
                  <a:pt x="386252" y="7566"/>
                </a:lnTo>
                <a:lnTo>
                  <a:pt x="385761" y="7085"/>
                </a:lnTo>
                <a:lnTo>
                  <a:pt x="385273" y="6616"/>
                </a:lnTo>
                <a:lnTo>
                  <a:pt x="384789" y="6159"/>
                </a:lnTo>
                <a:lnTo>
                  <a:pt x="384308" y="5714"/>
                </a:lnTo>
                <a:lnTo>
                  <a:pt x="383829" y="5281"/>
                </a:lnTo>
                <a:lnTo>
                  <a:pt x="383355" y="4861"/>
                </a:lnTo>
                <a:lnTo>
                  <a:pt x="382883" y="4452"/>
                </a:lnTo>
                <a:lnTo>
                  <a:pt x="382415" y="4055"/>
                </a:lnTo>
                <a:lnTo>
                  <a:pt x="381950" y="3671"/>
                </a:lnTo>
                <a:lnTo>
                  <a:pt x="381488" y="3299"/>
                </a:lnTo>
                <a:lnTo>
                  <a:pt x="381029" y="2938"/>
                </a:lnTo>
                <a:lnTo>
                  <a:pt x="380574" y="2590"/>
                </a:lnTo>
                <a:lnTo>
                  <a:pt x="380122" y="2254"/>
                </a:lnTo>
                <a:lnTo>
                  <a:pt x="379673" y="1930"/>
                </a:lnTo>
                <a:lnTo>
                  <a:pt x="379227" y="1618"/>
                </a:lnTo>
                <a:lnTo>
                  <a:pt x="378785" y="1318"/>
                </a:lnTo>
                <a:lnTo>
                  <a:pt x="378346" y="1030"/>
                </a:lnTo>
                <a:lnTo>
                  <a:pt x="377910" y="755"/>
                </a:lnTo>
                <a:lnTo>
                  <a:pt x="377477" y="491"/>
                </a:lnTo>
                <a:lnTo>
                  <a:pt x="377048" y="239"/>
                </a:lnTo>
                <a:lnTo>
                  <a:pt x="376622" y="0"/>
                </a:lnTo>
                <a:lnTo>
                  <a:pt x="373823" y="8113"/>
                </a:lnTo>
                <a:lnTo>
                  <a:pt x="374141" y="8381"/>
                </a:lnTo>
                <a:lnTo>
                  <a:pt x="374460" y="8658"/>
                </a:lnTo>
                <a:lnTo>
                  <a:pt x="374781" y="8944"/>
                </a:lnTo>
                <a:lnTo>
                  <a:pt x="375104" y="9239"/>
                </a:lnTo>
                <a:lnTo>
                  <a:pt x="375428" y="9543"/>
                </a:lnTo>
                <a:lnTo>
                  <a:pt x="375754" y="9856"/>
                </a:lnTo>
                <a:lnTo>
                  <a:pt x="376081" y="10178"/>
                </a:lnTo>
                <a:lnTo>
                  <a:pt x="376410" y="10510"/>
                </a:lnTo>
                <a:lnTo>
                  <a:pt x="376741" y="10850"/>
                </a:lnTo>
                <a:lnTo>
                  <a:pt x="377073" y="11200"/>
                </a:lnTo>
                <a:lnTo>
                  <a:pt x="377407" y="11559"/>
                </a:lnTo>
                <a:lnTo>
                  <a:pt x="377743" y="11927"/>
                </a:lnTo>
                <a:lnTo>
                  <a:pt x="378080" y="12304"/>
                </a:lnTo>
                <a:lnTo>
                  <a:pt x="378419" y="12690"/>
                </a:lnTo>
                <a:lnTo>
                  <a:pt x="378759" y="13085"/>
                </a:lnTo>
                <a:lnTo>
                  <a:pt x="379101" y="13489"/>
                </a:lnTo>
                <a:lnTo>
                  <a:pt x="379445" y="13903"/>
                </a:lnTo>
                <a:lnTo>
                  <a:pt x="379790" y="14325"/>
                </a:lnTo>
                <a:lnTo>
                  <a:pt x="380137" y="14757"/>
                </a:lnTo>
                <a:lnTo>
                  <a:pt x="380486" y="15198"/>
                </a:lnTo>
                <a:lnTo>
                  <a:pt x="380836" y="15648"/>
                </a:lnTo>
                <a:lnTo>
                  <a:pt x="381188" y="16107"/>
                </a:lnTo>
                <a:lnTo>
                  <a:pt x="381541" y="16575"/>
                </a:lnTo>
                <a:lnTo>
                  <a:pt x="381896" y="17052"/>
                </a:lnTo>
                <a:lnTo>
                  <a:pt x="382251" y="17538"/>
                </a:lnTo>
                <a:lnTo>
                  <a:pt x="382604" y="18033"/>
                </a:lnTo>
                <a:lnTo>
                  <a:pt x="382956" y="18538"/>
                </a:lnTo>
                <a:lnTo>
                  <a:pt x="383305" y="19051"/>
                </a:lnTo>
                <a:lnTo>
                  <a:pt x="383653" y="19574"/>
                </a:lnTo>
                <a:lnTo>
                  <a:pt x="383999" y="20105"/>
                </a:lnTo>
                <a:lnTo>
                  <a:pt x="384344" y="20646"/>
                </a:lnTo>
                <a:lnTo>
                  <a:pt x="384687" y="21196"/>
                </a:lnTo>
                <a:lnTo>
                  <a:pt x="385028" y="21755"/>
                </a:lnTo>
                <a:lnTo>
                  <a:pt x="385367" y="22323"/>
                </a:lnTo>
                <a:lnTo>
                  <a:pt x="385704" y="22900"/>
                </a:lnTo>
                <a:lnTo>
                  <a:pt x="386040" y="23486"/>
                </a:lnTo>
                <a:lnTo>
                  <a:pt x="386374" y="24082"/>
                </a:lnTo>
                <a:lnTo>
                  <a:pt x="386706" y="24686"/>
                </a:lnTo>
                <a:lnTo>
                  <a:pt x="387037" y="25300"/>
                </a:lnTo>
                <a:lnTo>
                  <a:pt x="387366" y="25922"/>
                </a:lnTo>
                <a:lnTo>
                  <a:pt x="387693" y="26554"/>
                </a:lnTo>
                <a:lnTo>
                  <a:pt x="388018" y="27195"/>
                </a:lnTo>
                <a:lnTo>
                  <a:pt x="388342" y="27845"/>
                </a:lnTo>
                <a:lnTo>
                  <a:pt x="388663" y="28504"/>
                </a:lnTo>
                <a:lnTo>
                  <a:pt x="388983" y="29172"/>
                </a:lnTo>
                <a:lnTo>
                  <a:pt x="389302" y="29850"/>
                </a:lnTo>
                <a:lnTo>
                  <a:pt x="389618" y="30536"/>
                </a:lnTo>
                <a:lnTo>
                  <a:pt x="389933" y="31231"/>
                </a:lnTo>
                <a:lnTo>
                  <a:pt x="390245" y="31936"/>
                </a:lnTo>
                <a:lnTo>
                  <a:pt x="390551" y="32649"/>
                </a:lnTo>
                <a:lnTo>
                  <a:pt x="390853" y="33372"/>
                </a:lnTo>
                <a:lnTo>
                  <a:pt x="391150" y="34104"/>
                </a:lnTo>
                <a:lnTo>
                  <a:pt x="391442" y="34845"/>
                </a:lnTo>
                <a:lnTo>
                  <a:pt x="391729" y="35595"/>
                </a:lnTo>
                <a:lnTo>
                  <a:pt x="392012" y="36354"/>
                </a:lnTo>
                <a:lnTo>
                  <a:pt x="392289" y="37122"/>
                </a:lnTo>
                <a:lnTo>
                  <a:pt x="392562" y="37899"/>
                </a:lnTo>
                <a:lnTo>
                  <a:pt x="392830" y="38685"/>
                </a:lnTo>
                <a:lnTo>
                  <a:pt x="393093" y="39481"/>
                </a:lnTo>
                <a:lnTo>
                  <a:pt x="393351" y="40286"/>
                </a:lnTo>
                <a:lnTo>
                  <a:pt x="393604" y="41099"/>
                </a:lnTo>
                <a:lnTo>
                  <a:pt x="393852" y="41922"/>
                </a:lnTo>
                <a:lnTo>
                  <a:pt x="394096" y="42754"/>
                </a:lnTo>
                <a:lnTo>
                  <a:pt x="394334" y="43595"/>
                </a:lnTo>
                <a:lnTo>
                  <a:pt x="394568" y="44445"/>
                </a:lnTo>
                <a:lnTo>
                  <a:pt x="394797" y="45305"/>
                </a:lnTo>
                <a:lnTo>
                  <a:pt x="395021" y="46173"/>
                </a:lnTo>
                <a:lnTo>
                  <a:pt x="395240" y="47050"/>
                </a:lnTo>
                <a:lnTo>
                  <a:pt x="395455" y="47937"/>
                </a:lnTo>
                <a:lnTo>
                  <a:pt x="395664" y="48833"/>
                </a:lnTo>
                <a:lnTo>
                  <a:pt x="395869" y="49738"/>
                </a:lnTo>
                <a:lnTo>
                  <a:pt x="396069" y="50652"/>
                </a:lnTo>
                <a:lnTo>
                  <a:pt x="396262" y="51574"/>
                </a:lnTo>
                <a:lnTo>
                  <a:pt x="396447" y="52506"/>
                </a:lnTo>
                <a:lnTo>
                  <a:pt x="396624" y="53447"/>
                </a:lnTo>
                <a:lnTo>
                  <a:pt x="396792" y="54398"/>
                </a:lnTo>
                <a:lnTo>
                  <a:pt x="396953" y="55357"/>
                </a:lnTo>
                <a:lnTo>
                  <a:pt x="397105" y="56325"/>
                </a:lnTo>
                <a:lnTo>
                  <a:pt x="397249" y="57303"/>
                </a:lnTo>
                <a:lnTo>
                  <a:pt x="397384" y="58289"/>
                </a:lnTo>
                <a:lnTo>
                  <a:pt x="397512" y="59285"/>
                </a:lnTo>
                <a:lnTo>
                  <a:pt x="397631" y="60290"/>
                </a:lnTo>
                <a:lnTo>
                  <a:pt x="397742" y="61304"/>
                </a:lnTo>
                <a:lnTo>
                  <a:pt x="397845" y="62327"/>
                </a:lnTo>
                <a:lnTo>
                  <a:pt x="397939" y="63359"/>
                </a:lnTo>
                <a:lnTo>
                  <a:pt x="398026" y="64400"/>
                </a:lnTo>
                <a:lnTo>
                  <a:pt x="398104" y="65450"/>
                </a:lnTo>
                <a:lnTo>
                  <a:pt x="398174" y="66510"/>
                </a:lnTo>
                <a:lnTo>
                  <a:pt x="398235" y="67578"/>
                </a:lnTo>
                <a:lnTo>
                  <a:pt x="398289" y="68656"/>
                </a:lnTo>
                <a:lnTo>
                  <a:pt x="398334" y="69742"/>
                </a:lnTo>
                <a:lnTo>
                  <a:pt x="398371" y="70838"/>
                </a:lnTo>
                <a:lnTo>
                  <a:pt x="398400" y="71943"/>
                </a:lnTo>
                <a:lnTo>
                  <a:pt x="398420" y="73057"/>
                </a:lnTo>
                <a:lnTo>
                  <a:pt x="398433" y="74180"/>
                </a:lnTo>
                <a:lnTo>
                  <a:pt x="398437" y="75312"/>
                </a:lnTo>
                <a:lnTo>
                  <a:pt x="398437" y="76317"/>
                </a:lnTo>
                <a:lnTo>
                  <a:pt x="398433" y="77449"/>
                </a:lnTo>
                <a:lnTo>
                  <a:pt x="398421" y="78572"/>
                </a:lnTo>
                <a:lnTo>
                  <a:pt x="398402" y="79686"/>
                </a:lnTo>
                <a:lnTo>
                  <a:pt x="398375" y="80791"/>
                </a:lnTo>
                <a:lnTo>
                  <a:pt x="398340" y="81887"/>
                </a:lnTo>
                <a:lnTo>
                  <a:pt x="398298" y="82974"/>
                </a:lnTo>
                <a:lnTo>
                  <a:pt x="398247" y="84052"/>
                </a:lnTo>
                <a:lnTo>
                  <a:pt x="398190" y="85120"/>
                </a:lnTo>
                <a:lnTo>
                  <a:pt x="398124" y="86180"/>
                </a:lnTo>
                <a:lnTo>
                  <a:pt x="398050" y="87230"/>
                </a:lnTo>
                <a:lnTo>
                  <a:pt x="397969" y="88271"/>
                </a:lnTo>
                <a:lnTo>
                  <a:pt x="397881" y="89303"/>
                </a:lnTo>
                <a:lnTo>
                  <a:pt x="397784" y="90327"/>
                </a:lnTo>
                <a:lnTo>
                  <a:pt x="397680" y="91341"/>
                </a:lnTo>
                <a:lnTo>
                  <a:pt x="397568" y="92345"/>
                </a:lnTo>
                <a:lnTo>
                  <a:pt x="397448" y="93341"/>
                </a:lnTo>
                <a:lnTo>
                  <a:pt x="397321" y="94328"/>
                </a:lnTo>
                <a:lnTo>
                  <a:pt x="397185" y="95306"/>
                </a:lnTo>
                <a:lnTo>
                  <a:pt x="397042" y="96274"/>
                </a:lnTo>
                <a:lnTo>
                  <a:pt x="396892" y="97234"/>
                </a:lnTo>
                <a:lnTo>
                  <a:pt x="396734" y="98184"/>
                </a:lnTo>
                <a:lnTo>
                  <a:pt x="396567" y="99125"/>
                </a:lnTo>
                <a:lnTo>
                  <a:pt x="396394" y="100057"/>
                </a:lnTo>
                <a:lnTo>
                  <a:pt x="396212" y="100980"/>
                </a:lnTo>
                <a:lnTo>
                  <a:pt x="396024" y="101894"/>
                </a:lnTo>
                <a:lnTo>
                  <a:pt x="395831" y="102799"/>
                </a:lnTo>
                <a:lnTo>
                  <a:pt x="395634" y="103695"/>
                </a:lnTo>
                <a:lnTo>
                  <a:pt x="395431" y="104582"/>
                </a:lnTo>
                <a:lnTo>
                  <a:pt x="395223" y="105460"/>
                </a:lnTo>
                <a:lnTo>
                  <a:pt x="395010" y="106328"/>
                </a:lnTo>
                <a:lnTo>
                  <a:pt x="394792" y="107188"/>
                </a:lnTo>
                <a:lnTo>
                  <a:pt x="394570" y="108039"/>
                </a:lnTo>
                <a:lnTo>
                  <a:pt x="394342" y="108881"/>
                </a:lnTo>
                <a:lnTo>
                  <a:pt x="394109" y="109714"/>
                </a:lnTo>
                <a:lnTo>
                  <a:pt x="393871" y="110538"/>
                </a:lnTo>
                <a:lnTo>
                  <a:pt x="393629" y="111354"/>
                </a:lnTo>
                <a:lnTo>
                  <a:pt x="393381" y="112160"/>
                </a:lnTo>
                <a:lnTo>
                  <a:pt x="393128" y="112957"/>
                </a:lnTo>
                <a:lnTo>
                  <a:pt x="392871" y="113745"/>
                </a:lnTo>
                <a:lnTo>
                  <a:pt x="392608" y="114524"/>
                </a:lnTo>
                <a:lnTo>
                  <a:pt x="392341" y="115294"/>
                </a:lnTo>
                <a:lnTo>
                  <a:pt x="392068" y="116055"/>
                </a:lnTo>
                <a:lnTo>
                  <a:pt x="391790" y="116808"/>
                </a:lnTo>
                <a:lnTo>
                  <a:pt x="391508" y="117551"/>
                </a:lnTo>
                <a:lnTo>
                  <a:pt x="391220" y="118285"/>
                </a:lnTo>
                <a:lnTo>
                  <a:pt x="390928" y="119010"/>
                </a:lnTo>
                <a:lnTo>
                  <a:pt x="390630" y="119727"/>
                </a:lnTo>
                <a:lnTo>
                  <a:pt x="390328" y="120434"/>
                </a:lnTo>
                <a:lnTo>
                  <a:pt x="390022" y="121132"/>
                </a:lnTo>
                <a:lnTo>
                  <a:pt x="389713" y="121822"/>
                </a:lnTo>
                <a:lnTo>
                  <a:pt x="389403" y="122502"/>
                </a:lnTo>
                <a:lnTo>
                  <a:pt x="389090" y="123172"/>
                </a:lnTo>
                <a:lnTo>
                  <a:pt x="388775" y="123834"/>
                </a:lnTo>
                <a:lnTo>
                  <a:pt x="388458" y="124486"/>
                </a:lnTo>
                <a:lnTo>
                  <a:pt x="388138" y="125129"/>
                </a:lnTo>
                <a:lnTo>
                  <a:pt x="387816" y="125763"/>
                </a:lnTo>
                <a:lnTo>
                  <a:pt x="387492" y="126388"/>
                </a:lnTo>
                <a:lnTo>
                  <a:pt x="387166" y="127003"/>
                </a:lnTo>
                <a:lnTo>
                  <a:pt x="386837" y="127609"/>
                </a:lnTo>
                <a:lnTo>
                  <a:pt x="386507" y="128206"/>
                </a:lnTo>
                <a:lnTo>
                  <a:pt x="386174" y="128794"/>
                </a:lnTo>
                <a:lnTo>
                  <a:pt x="385838" y="129372"/>
                </a:lnTo>
                <a:lnTo>
                  <a:pt x="385501" y="129941"/>
                </a:lnTo>
                <a:lnTo>
                  <a:pt x="385161" y="130501"/>
                </a:lnTo>
                <a:lnTo>
                  <a:pt x="384819" y="131052"/>
                </a:lnTo>
                <a:lnTo>
                  <a:pt x="384475" y="131594"/>
                </a:lnTo>
                <a:lnTo>
                  <a:pt x="384128" y="132126"/>
                </a:lnTo>
                <a:lnTo>
                  <a:pt x="383780" y="132649"/>
                </a:lnTo>
                <a:lnTo>
                  <a:pt x="383429" y="133163"/>
                </a:lnTo>
                <a:lnTo>
                  <a:pt x="383076" y="133668"/>
                </a:lnTo>
                <a:lnTo>
                  <a:pt x="382720" y="134163"/>
                </a:lnTo>
                <a:lnTo>
                  <a:pt x="382362" y="134649"/>
                </a:lnTo>
                <a:lnTo>
                  <a:pt x="382004" y="135127"/>
                </a:lnTo>
                <a:lnTo>
                  <a:pt x="381645" y="135595"/>
                </a:lnTo>
                <a:lnTo>
                  <a:pt x="381287" y="136055"/>
                </a:lnTo>
                <a:lnTo>
                  <a:pt x="380929" y="136505"/>
                </a:lnTo>
                <a:lnTo>
                  <a:pt x="380571" y="136947"/>
                </a:lnTo>
                <a:lnTo>
                  <a:pt x="380214" y="137380"/>
                </a:lnTo>
                <a:lnTo>
                  <a:pt x="379857" y="137805"/>
                </a:lnTo>
                <a:lnTo>
                  <a:pt x="379500" y="138220"/>
                </a:lnTo>
                <a:lnTo>
                  <a:pt x="379143" y="138626"/>
                </a:lnTo>
                <a:lnTo>
                  <a:pt x="378787" y="139024"/>
                </a:lnTo>
                <a:lnTo>
                  <a:pt x="378431" y="139413"/>
                </a:lnTo>
                <a:lnTo>
                  <a:pt x="378075" y="139792"/>
                </a:lnTo>
                <a:lnTo>
                  <a:pt x="377719" y="140163"/>
                </a:lnTo>
                <a:lnTo>
                  <a:pt x="377364" y="140526"/>
                </a:lnTo>
                <a:lnTo>
                  <a:pt x="377008" y="140879"/>
                </a:lnTo>
                <a:lnTo>
                  <a:pt x="376653" y="141223"/>
                </a:lnTo>
                <a:lnTo>
                  <a:pt x="376299" y="141559"/>
                </a:lnTo>
                <a:lnTo>
                  <a:pt x="375944" y="141886"/>
                </a:lnTo>
                <a:lnTo>
                  <a:pt x="375590" y="142203"/>
                </a:lnTo>
                <a:lnTo>
                  <a:pt x="375236" y="142512"/>
                </a:lnTo>
                <a:lnTo>
                  <a:pt x="374882" y="142813"/>
                </a:lnTo>
                <a:lnTo>
                  <a:pt x="374529" y="143104"/>
                </a:lnTo>
                <a:lnTo>
                  <a:pt x="374176" y="143386"/>
                </a:lnTo>
                <a:lnTo>
                  <a:pt x="373823" y="143660"/>
                </a:lnTo>
                <a:lnTo>
                  <a:pt x="376622" y="151701"/>
                </a:lnTo>
                <a:lnTo>
                  <a:pt x="377048" y="151462"/>
                </a:lnTo>
                <a:lnTo>
                  <a:pt x="377477" y="151210"/>
                </a:lnTo>
                <a:lnTo>
                  <a:pt x="377910" y="150947"/>
                </a:lnTo>
                <a:lnTo>
                  <a:pt x="378346" y="150671"/>
                </a:lnTo>
                <a:lnTo>
                  <a:pt x="378785" y="150383"/>
                </a:lnTo>
                <a:lnTo>
                  <a:pt x="379227" y="150083"/>
                </a:lnTo>
                <a:lnTo>
                  <a:pt x="379673" y="149771"/>
                </a:lnTo>
                <a:lnTo>
                  <a:pt x="380122" y="149447"/>
                </a:lnTo>
                <a:lnTo>
                  <a:pt x="380574" y="149111"/>
                </a:lnTo>
                <a:lnTo>
                  <a:pt x="381029" y="148763"/>
                </a:lnTo>
                <a:lnTo>
                  <a:pt x="381488" y="148403"/>
                </a:lnTo>
                <a:lnTo>
                  <a:pt x="381950" y="148030"/>
                </a:lnTo>
                <a:lnTo>
                  <a:pt x="382415" y="147646"/>
                </a:lnTo>
                <a:lnTo>
                  <a:pt x="382883" y="147249"/>
                </a:lnTo>
                <a:lnTo>
                  <a:pt x="383355" y="146841"/>
                </a:lnTo>
                <a:lnTo>
                  <a:pt x="383829" y="146420"/>
                </a:lnTo>
                <a:lnTo>
                  <a:pt x="384308" y="145987"/>
                </a:lnTo>
                <a:lnTo>
                  <a:pt x="384789" y="145542"/>
                </a:lnTo>
                <a:lnTo>
                  <a:pt x="385273" y="145085"/>
                </a:lnTo>
                <a:lnTo>
                  <a:pt x="385761" y="144616"/>
                </a:lnTo>
                <a:lnTo>
                  <a:pt x="386252" y="144135"/>
                </a:lnTo>
                <a:lnTo>
                  <a:pt x="386746" y="143642"/>
                </a:lnTo>
                <a:lnTo>
                  <a:pt x="387244" y="143137"/>
                </a:lnTo>
                <a:lnTo>
                  <a:pt x="387744" y="142619"/>
                </a:lnTo>
                <a:lnTo>
                  <a:pt x="388246" y="142090"/>
                </a:lnTo>
                <a:lnTo>
                  <a:pt x="388745" y="141550"/>
                </a:lnTo>
                <a:lnTo>
                  <a:pt x="389242" y="140998"/>
                </a:lnTo>
                <a:lnTo>
                  <a:pt x="389738" y="140436"/>
                </a:lnTo>
                <a:lnTo>
                  <a:pt x="390231" y="139862"/>
                </a:lnTo>
                <a:lnTo>
                  <a:pt x="390722" y="139277"/>
                </a:lnTo>
                <a:lnTo>
                  <a:pt x="391212" y="138680"/>
                </a:lnTo>
                <a:lnTo>
                  <a:pt x="391699" y="138073"/>
                </a:lnTo>
                <a:lnTo>
                  <a:pt x="392185" y="137454"/>
                </a:lnTo>
                <a:lnTo>
                  <a:pt x="392668" y="136824"/>
                </a:lnTo>
                <a:lnTo>
                  <a:pt x="393149" y="136183"/>
                </a:lnTo>
                <a:lnTo>
                  <a:pt x="393629" y="135530"/>
                </a:lnTo>
                <a:lnTo>
                  <a:pt x="394106" y="134866"/>
                </a:lnTo>
                <a:lnTo>
                  <a:pt x="394582" y="134191"/>
                </a:lnTo>
                <a:lnTo>
                  <a:pt x="395055" y="133505"/>
                </a:lnTo>
                <a:lnTo>
                  <a:pt x="395526" y="132808"/>
                </a:lnTo>
                <a:lnTo>
                  <a:pt x="395996" y="132099"/>
                </a:lnTo>
                <a:lnTo>
                  <a:pt x="396463" y="131380"/>
                </a:lnTo>
                <a:lnTo>
                  <a:pt x="396929" y="130649"/>
                </a:lnTo>
                <a:lnTo>
                  <a:pt x="397392" y="129906"/>
                </a:lnTo>
                <a:lnTo>
                  <a:pt x="397854" y="129153"/>
                </a:lnTo>
                <a:lnTo>
                  <a:pt x="398313" y="128388"/>
                </a:lnTo>
                <a:lnTo>
                  <a:pt x="398771" y="127612"/>
                </a:lnTo>
                <a:lnTo>
                  <a:pt x="399226" y="126825"/>
                </a:lnTo>
                <a:lnTo>
                  <a:pt x="399677" y="126027"/>
                </a:lnTo>
                <a:lnTo>
                  <a:pt x="400122" y="125218"/>
                </a:lnTo>
                <a:lnTo>
                  <a:pt x="400559" y="124397"/>
                </a:lnTo>
                <a:lnTo>
                  <a:pt x="400990" y="123565"/>
                </a:lnTo>
                <a:lnTo>
                  <a:pt x="401414" y="122723"/>
                </a:lnTo>
                <a:lnTo>
                  <a:pt x="401832" y="121869"/>
                </a:lnTo>
                <a:lnTo>
                  <a:pt x="402243" y="121004"/>
                </a:lnTo>
                <a:lnTo>
                  <a:pt x="402647" y="120128"/>
                </a:lnTo>
                <a:lnTo>
                  <a:pt x="403044" y="119241"/>
                </a:lnTo>
                <a:lnTo>
                  <a:pt x="403435" y="118343"/>
                </a:lnTo>
                <a:lnTo>
                  <a:pt x="403818" y="117434"/>
                </a:lnTo>
                <a:lnTo>
                  <a:pt x="404195" y="116514"/>
                </a:lnTo>
                <a:lnTo>
                  <a:pt x="404566" y="115582"/>
                </a:lnTo>
                <a:lnTo>
                  <a:pt x="404930" y="114640"/>
                </a:lnTo>
                <a:lnTo>
                  <a:pt x="405286" y="113686"/>
                </a:lnTo>
                <a:lnTo>
                  <a:pt x="405637" y="112721"/>
                </a:lnTo>
                <a:lnTo>
                  <a:pt x="405980" y="111745"/>
                </a:lnTo>
                <a:lnTo>
                  <a:pt x="406317" y="110759"/>
                </a:lnTo>
                <a:lnTo>
                  <a:pt x="406647" y="109761"/>
                </a:lnTo>
                <a:lnTo>
                  <a:pt x="406970" y="108751"/>
                </a:lnTo>
                <a:lnTo>
                  <a:pt x="407287" y="107731"/>
                </a:lnTo>
                <a:lnTo>
                  <a:pt x="407597" y="106700"/>
                </a:lnTo>
                <a:lnTo>
                  <a:pt x="407900" y="105658"/>
                </a:lnTo>
                <a:lnTo>
                  <a:pt x="408196" y="104604"/>
                </a:lnTo>
                <a:lnTo>
                  <a:pt x="408483" y="103540"/>
                </a:lnTo>
                <a:lnTo>
                  <a:pt x="408758" y="102465"/>
                </a:lnTo>
                <a:lnTo>
                  <a:pt x="409020" y="101380"/>
                </a:lnTo>
                <a:lnTo>
                  <a:pt x="409271" y="100284"/>
                </a:lnTo>
                <a:lnTo>
                  <a:pt x="409509" y="99178"/>
                </a:lnTo>
                <a:lnTo>
                  <a:pt x="409734" y="98062"/>
                </a:lnTo>
                <a:lnTo>
                  <a:pt x="409948" y="96935"/>
                </a:lnTo>
                <a:lnTo>
                  <a:pt x="410150" y="95797"/>
                </a:lnTo>
                <a:lnTo>
                  <a:pt x="410339" y="94649"/>
                </a:lnTo>
                <a:lnTo>
                  <a:pt x="410516" y="93491"/>
                </a:lnTo>
                <a:lnTo>
                  <a:pt x="410681" y="92322"/>
                </a:lnTo>
                <a:lnTo>
                  <a:pt x="410833" y="91142"/>
                </a:lnTo>
                <a:lnTo>
                  <a:pt x="410974" y="89953"/>
                </a:lnTo>
                <a:lnTo>
                  <a:pt x="411102" y="88752"/>
                </a:lnTo>
                <a:lnTo>
                  <a:pt x="411218" y="87541"/>
                </a:lnTo>
                <a:lnTo>
                  <a:pt x="411322" y="86320"/>
                </a:lnTo>
                <a:lnTo>
                  <a:pt x="411413" y="85089"/>
                </a:lnTo>
                <a:lnTo>
                  <a:pt x="411493" y="83846"/>
                </a:lnTo>
                <a:lnTo>
                  <a:pt x="411560" y="82594"/>
                </a:lnTo>
                <a:lnTo>
                  <a:pt x="411615" y="81331"/>
                </a:lnTo>
                <a:lnTo>
                  <a:pt x="411657" y="80057"/>
                </a:lnTo>
                <a:lnTo>
                  <a:pt x="411688" y="78773"/>
                </a:lnTo>
                <a:lnTo>
                  <a:pt x="411706" y="77479"/>
                </a:lnTo>
                <a:lnTo>
                  <a:pt x="411712" y="76174"/>
                </a:lnTo>
                <a:lnTo>
                  <a:pt x="411712" y="75456"/>
                </a:lnTo>
                <a:lnTo>
                  <a:pt x="411706" y="74157"/>
                </a:lnTo>
                <a:lnTo>
                  <a:pt x="411688" y="72868"/>
                </a:lnTo>
                <a:lnTo>
                  <a:pt x="411657" y="71590"/>
                </a:lnTo>
                <a:close/>
                <a:moveTo>
                  <a:pt x="260171" y="112588"/>
                </a:moveTo>
                <a:lnTo>
                  <a:pt x="260204" y="112847"/>
                </a:lnTo>
                <a:lnTo>
                  <a:pt x="260244" y="113103"/>
                </a:lnTo>
                <a:lnTo>
                  <a:pt x="260292" y="113356"/>
                </a:lnTo>
                <a:lnTo>
                  <a:pt x="260347" y="113605"/>
                </a:lnTo>
                <a:lnTo>
                  <a:pt x="260409" y="113850"/>
                </a:lnTo>
                <a:lnTo>
                  <a:pt x="260479" y="114092"/>
                </a:lnTo>
                <a:lnTo>
                  <a:pt x="260556" y="114330"/>
                </a:lnTo>
                <a:lnTo>
                  <a:pt x="260641" y="114565"/>
                </a:lnTo>
                <a:lnTo>
                  <a:pt x="260733" y="114797"/>
                </a:lnTo>
                <a:lnTo>
                  <a:pt x="260832" y="115025"/>
                </a:lnTo>
                <a:lnTo>
                  <a:pt x="260939" y="115249"/>
                </a:lnTo>
                <a:lnTo>
                  <a:pt x="261053" y="115470"/>
                </a:lnTo>
                <a:lnTo>
                  <a:pt x="261174" y="115688"/>
                </a:lnTo>
                <a:lnTo>
                  <a:pt x="261303" y="115902"/>
                </a:lnTo>
                <a:lnTo>
                  <a:pt x="261438" y="116112"/>
                </a:lnTo>
                <a:lnTo>
                  <a:pt x="261582" y="116320"/>
                </a:lnTo>
                <a:lnTo>
                  <a:pt x="261733" y="116523"/>
                </a:lnTo>
                <a:lnTo>
                  <a:pt x="261891" y="116723"/>
                </a:lnTo>
                <a:lnTo>
                  <a:pt x="262056" y="116920"/>
                </a:lnTo>
                <a:lnTo>
                  <a:pt x="262229" y="117113"/>
                </a:lnTo>
                <a:lnTo>
                  <a:pt x="262408" y="117300"/>
                </a:lnTo>
                <a:lnTo>
                  <a:pt x="262595" y="117480"/>
                </a:lnTo>
                <a:lnTo>
                  <a:pt x="262788" y="117651"/>
                </a:lnTo>
                <a:lnTo>
                  <a:pt x="262987" y="117815"/>
                </a:lnTo>
                <a:lnTo>
                  <a:pt x="263193" y="117970"/>
                </a:lnTo>
                <a:lnTo>
                  <a:pt x="263406" y="118118"/>
                </a:lnTo>
                <a:lnTo>
                  <a:pt x="263625" y="118257"/>
                </a:lnTo>
                <a:lnTo>
                  <a:pt x="263851" y="118389"/>
                </a:lnTo>
                <a:lnTo>
                  <a:pt x="264084" y="118512"/>
                </a:lnTo>
                <a:lnTo>
                  <a:pt x="264323" y="118628"/>
                </a:lnTo>
                <a:lnTo>
                  <a:pt x="264569" y="118735"/>
                </a:lnTo>
                <a:lnTo>
                  <a:pt x="264821" y="118835"/>
                </a:lnTo>
                <a:lnTo>
                  <a:pt x="265080" y="118927"/>
                </a:lnTo>
                <a:lnTo>
                  <a:pt x="265346" y="119011"/>
                </a:lnTo>
                <a:lnTo>
                  <a:pt x="265618" y="119086"/>
                </a:lnTo>
                <a:lnTo>
                  <a:pt x="265896" y="119154"/>
                </a:lnTo>
                <a:lnTo>
                  <a:pt x="266182" y="119214"/>
                </a:lnTo>
                <a:lnTo>
                  <a:pt x="266474" y="119266"/>
                </a:lnTo>
                <a:lnTo>
                  <a:pt x="266772" y="119310"/>
                </a:lnTo>
                <a:lnTo>
                  <a:pt x="267077" y="119345"/>
                </a:lnTo>
                <a:lnTo>
                  <a:pt x="267389" y="119373"/>
                </a:lnTo>
                <a:lnTo>
                  <a:pt x="267708" y="119393"/>
                </a:lnTo>
                <a:lnTo>
                  <a:pt x="268033" y="119405"/>
                </a:lnTo>
                <a:lnTo>
                  <a:pt x="268364" y="119409"/>
                </a:lnTo>
                <a:lnTo>
                  <a:pt x="268696" y="119405"/>
                </a:lnTo>
                <a:lnTo>
                  <a:pt x="269021" y="119393"/>
                </a:lnTo>
                <a:lnTo>
                  <a:pt x="269339" y="119373"/>
                </a:lnTo>
                <a:lnTo>
                  <a:pt x="269651" y="119345"/>
                </a:lnTo>
                <a:lnTo>
                  <a:pt x="269956" y="119310"/>
                </a:lnTo>
                <a:lnTo>
                  <a:pt x="270255" y="119266"/>
                </a:lnTo>
                <a:lnTo>
                  <a:pt x="270547" y="119214"/>
                </a:lnTo>
                <a:lnTo>
                  <a:pt x="270832" y="119154"/>
                </a:lnTo>
                <a:lnTo>
                  <a:pt x="271111" y="119086"/>
                </a:lnTo>
                <a:lnTo>
                  <a:pt x="271383" y="119011"/>
                </a:lnTo>
                <a:lnTo>
                  <a:pt x="271648" y="118927"/>
                </a:lnTo>
                <a:lnTo>
                  <a:pt x="271907" y="118835"/>
                </a:lnTo>
                <a:lnTo>
                  <a:pt x="272160" y="118735"/>
                </a:lnTo>
                <a:lnTo>
                  <a:pt x="272405" y="118628"/>
                </a:lnTo>
                <a:lnTo>
                  <a:pt x="272645" y="118512"/>
                </a:lnTo>
                <a:lnTo>
                  <a:pt x="272877" y="118389"/>
                </a:lnTo>
                <a:lnTo>
                  <a:pt x="273103" y="118257"/>
                </a:lnTo>
                <a:lnTo>
                  <a:pt x="273322" y="118118"/>
                </a:lnTo>
                <a:lnTo>
                  <a:pt x="273535" y="117970"/>
                </a:lnTo>
                <a:lnTo>
                  <a:pt x="273741" y="117815"/>
                </a:lnTo>
                <a:lnTo>
                  <a:pt x="273941" y="117651"/>
                </a:lnTo>
                <a:lnTo>
                  <a:pt x="274134" y="117480"/>
                </a:lnTo>
                <a:lnTo>
                  <a:pt x="274320" y="117300"/>
                </a:lnTo>
                <a:lnTo>
                  <a:pt x="274500" y="117113"/>
                </a:lnTo>
                <a:lnTo>
                  <a:pt x="274672" y="116920"/>
                </a:lnTo>
                <a:lnTo>
                  <a:pt x="274838" y="116723"/>
                </a:lnTo>
                <a:lnTo>
                  <a:pt x="274996" y="116523"/>
                </a:lnTo>
                <a:lnTo>
                  <a:pt x="275147" y="116320"/>
                </a:lnTo>
                <a:lnTo>
                  <a:pt x="275290" y="116112"/>
                </a:lnTo>
                <a:lnTo>
                  <a:pt x="275426" y="115902"/>
                </a:lnTo>
                <a:lnTo>
                  <a:pt x="275554" y="115688"/>
                </a:lnTo>
                <a:lnTo>
                  <a:pt x="275676" y="115470"/>
                </a:lnTo>
                <a:lnTo>
                  <a:pt x="275790" y="115249"/>
                </a:lnTo>
                <a:lnTo>
                  <a:pt x="275896" y="115025"/>
                </a:lnTo>
                <a:lnTo>
                  <a:pt x="275996" y="114797"/>
                </a:lnTo>
                <a:lnTo>
                  <a:pt x="276087" y="114565"/>
                </a:lnTo>
                <a:lnTo>
                  <a:pt x="276172" y="114330"/>
                </a:lnTo>
                <a:lnTo>
                  <a:pt x="276249" y="114092"/>
                </a:lnTo>
                <a:lnTo>
                  <a:pt x="276319" y="113850"/>
                </a:lnTo>
                <a:lnTo>
                  <a:pt x="276381" y="113605"/>
                </a:lnTo>
                <a:lnTo>
                  <a:pt x="276437" y="113356"/>
                </a:lnTo>
                <a:lnTo>
                  <a:pt x="276484" y="113103"/>
                </a:lnTo>
                <a:lnTo>
                  <a:pt x="276525" y="112847"/>
                </a:lnTo>
                <a:lnTo>
                  <a:pt x="276558" y="112588"/>
                </a:lnTo>
                <a:lnTo>
                  <a:pt x="276584" y="112325"/>
                </a:lnTo>
                <a:lnTo>
                  <a:pt x="276602" y="112059"/>
                </a:lnTo>
                <a:lnTo>
                  <a:pt x="276613" y="111789"/>
                </a:lnTo>
                <a:lnTo>
                  <a:pt x="276617" y="111516"/>
                </a:lnTo>
                <a:lnTo>
                  <a:pt x="276613" y="111236"/>
                </a:lnTo>
                <a:lnTo>
                  <a:pt x="276602" y="110961"/>
                </a:lnTo>
                <a:lnTo>
                  <a:pt x="276584" y="110689"/>
                </a:lnTo>
                <a:lnTo>
                  <a:pt x="276558" y="110420"/>
                </a:lnTo>
                <a:lnTo>
                  <a:pt x="276525" y="110155"/>
                </a:lnTo>
                <a:lnTo>
                  <a:pt x="276484" y="109894"/>
                </a:lnTo>
                <a:lnTo>
                  <a:pt x="276437" y="109637"/>
                </a:lnTo>
                <a:lnTo>
                  <a:pt x="276381" y="109383"/>
                </a:lnTo>
                <a:lnTo>
                  <a:pt x="276319" y="109132"/>
                </a:lnTo>
                <a:lnTo>
                  <a:pt x="276249" y="108886"/>
                </a:lnTo>
                <a:lnTo>
                  <a:pt x="276172" y="108642"/>
                </a:lnTo>
                <a:lnTo>
                  <a:pt x="276087" y="108403"/>
                </a:lnTo>
                <a:lnTo>
                  <a:pt x="275996" y="108167"/>
                </a:lnTo>
                <a:lnTo>
                  <a:pt x="275896" y="107935"/>
                </a:lnTo>
                <a:lnTo>
                  <a:pt x="275790" y="107706"/>
                </a:lnTo>
                <a:lnTo>
                  <a:pt x="275676" y="107481"/>
                </a:lnTo>
                <a:lnTo>
                  <a:pt x="275554" y="107260"/>
                </a:lnTo>
                <a:lnTo>
                  <a:pt x="275426" y="107042"/>
                </a:lnTo>
                <a:lnTo>
                  <a:pt x="275290" y="106828"/>
                </a:lnTo>
                <a:lnTo>
                  <a:pt x="275147" y="106617"/>
                </a:lnTo>
                <a:lnTo>
                  <a:pt x="274996" y="106410"/>
                </a:lnTo>
                <a:lnTo>
                  <a:pt x="274838" y="106207"/>
                </a:lnTo>
                <a:lnTo>
                  <a:pt x="274672" y="106007"/>
                </a:lnTo>
                <a:lnTo>
                  <a:pt x="274500" y="105811"/>
                </a:lnTo>
                <a:lnTo>
                  <a:pt x="274320" y="105620"/>
                </a:lnTo>
                <a:lnTo>
                  <a:pt x="274134" y="105438"/>
                </a:lnTo>
                <a:lnTo>
                  <a:pt x="273941" y="105264"/>
                </a:lnTo>
                <a:lnTo>
                  <a:pt x="273741" y="105098"/>
                </a:lnTo>
                <a:lnTo>
                  <a:pt x="273535" y="104940"/>
                </a:lnTo>
                <a:lnTo>
                  <a:pt x="273322" y="104790"/>
                </a:lnTo>
                <a:lnTo>
                  <a:pt x="273103" y="104649"/>
                </a:lnTo>
                <a:lnTo>
                  <a:pt x="272877" y="104515"/>
                </a:lnTo>
                <a:lnTo>
                  <a:pt x="272645" y="104389"/>
                </a:lnTo>
                <a:lnTo>
                  <a:pt x="272405" y="104272"/>
                </a:lnTo>
                <a:lnTo>
                  <a:pt x="272160" y="104163"/>
                </a:lnTo>
                <a:lnTo>
                  <a:pt x="271907" y="104061"/>
                </a:lnTo>
                <a:lnTo>
                  <a:pt x="271648" y="103968"/>
                </a:lnTo>
                <a:lnTo>
                  <a:pt x="271383" y="103883"/>
                </a:lnTo>
                <a:lnTo>
                  <a:pt x="271111" y="103806"/>
                </a:lnTo>
                <a:lnTo>
                  <a:pt x="270832" y="103738"/>
                </a:lnTo>
                <a:lnTo>
                  <a:pt x="270547" y="103677"/>
                </a:lnTo>
                <a:lnTo>
                  <a:pt x="270255" y="103624"/>
                </a:lnTo>
                <a:lnTo>
                  <a:pt x="269956" y="103580"/>
                </a:lnTo>
                <a:lnTo>
                  <a:pt x="269651" y="103543"/>
                </a:lnTo>
                <a:lnTo>
                  <a:pt x="269339" y="103515"/>
                </a:lnTo>
                <a:lnTo>
                  <a:pt x="269021" y="103495"/>
                </a:lnTo>
                <a:lnTo>
                  <a:pt x="268696" y="103482"/>
                </a:lnTo>
                <a:lnTo>
                  <a:pt x="268364" y="103478"/>
                </a:lnTo>
                <a:lnTo>
                  <a:pt x="268033" y="103482"/>
                </a:lnTo>
                <a:lnTo>
                  <a:pt x="267708" y="103495"/>
                </a:lnTo>
                <a:lnTo>
                  <a:pt x="267389" y="103515"/>
                </a:lnTo>
                <a:lnTo>
                  <a:pt x="267077" y="103543"/>
                </a:lnTo>
                <a:lnTo>
                  <a:pt x="266772" y="103580"/>
                </a:lnTo>
                <a:lnTo>
                  <a:pt x="266474" y="103624"/>
                </a:lnTo>
                <a:lnTo>
                  <a:pt x="266182" y="103677"/>
                </a:lnTo>
                <a:lnTo>
                  <a:pt x="265896" y="103738"/>
                </a:lnTo>
                <a:lnTo>
                  <a:pt x="265618" y="103806"/>
                </a:lnTo>
                <a:lnTo>
                  <a:pt x="265346" y="103883"/>
                </a:lnTo>
                <a:lnTo>
                  <a:pt x="265080" y="103968"/>
                </a:lnTo>
                <a:lnTo>
                  <a:pt x="264821" y="104061"/>
                </a:lnTo>
                <a:lnTo>
                  <a:pt x="264569" y="104163"/>
                </a:lnTo>
                <a:lnTo>
                  <a:pt x="264323" y="104272"/>
                </a:lnTo>
                <a:lnTo>
                  <a:pt x="264084" y="104389"/>
                </a:lnTo>
                <a:lnTo>
                  <a:pt x="263851" y="104515"/>
                </a:lnTo>
                <a:lnTo>
                  <a:pt x="263625" y="104649"/>
                </a:lnTo>
                <a:lnTo>
                  <a:pt x="263406" y="104790"/>
                </a:lnTo>
                <a:lnTo>
                  <a:pt x="263193" y="104940"/>
                </a:lnTo>
                <a:lnTo>
                  <a:pt x="262987" y="105098"/>
                </a:lnTo>
                <a:lnTo>
                  <a:pt x="262788" y="105264"/>
                </a:lnTo>
                <a:lnTo>
                  <a:pt x="262595" y="105438"/>
                </a:lnTo>
                <a:lnTo>
                  <a:pt x="262408" y="105620"/>
                </a:lnTo>
                <a:lnTo>
                  <a:pt x="262229" y="105811"/>
                </a:lnTo>
                <a:lnTo>
                  <a:pt x="262056" y="106007"/>
                </a:lnTo>
                <a:lnTo>
                  <a:pt x="261891" y="106207"/>
                </a:lnTo>
                <a:lnTo>
                  <a:pt x="261733" y="106410"/>
                </a:lnTo>
                <a:lnTo>
                  <a:pt x="261582" y="106617"/>
                </a:lnTo>
                <a:lnTo>
                  <a:pt x="261438" y="106828"/>
                </a:lnTo>
                <a:lnTo>
                  <a:pt x="261303" y="107042"/>
                </a:lnTo>
                <a:lnTo>
                  <a:pt x="261174" y="107260"/>
                </a:lnTo>
                <a:lnTo>
                  <a:pt x="261053" y="107481"/>
                </a:lnTo>
                <a:lnTo>
                  <a:pt x="260939" y="107706"/>
                </a:lnTo>
                <a:lnTo>
                  <a:pt x="260832" y="107935"/>
                </a:lnTo>
                <a:lnTo>
                  <a:pt x="260733" y="108167"/>
                </a:lnTo>
                <a:lnTo>
                  <a:pt x="260641" y="108403"/>
                </a:lnTo>
                <a:lnTo>
                  <a:pt x="260556" y="108642"/>
                </a:lnTo>
                <a:lnTo>
                  <a:pt x="260479" y="108886"/>
                </a:lnTo>
                <a:lnTo>
                  <a:pt x="260409" y="109132"/>
                </a:lnTo>
                <a:lnTo>
                  <a:pt x="260347" y="109383"/>
                </a:lnTo>
                <a:lnTo>
                  <a:pt x="260292" y="109637"/>
                </a:lnTo>
                <a:lnTo>
                  <a:pt x="260244" y="109894"/>
                </a:lnTo>
                <a:lnTo>
                  <a:pt x="260204" y="110155"/>
                </a:lnTo>
                <a:lnTo>
                  <a:pt x="260171" y="110420"/>
                </a:lnTo>
                <a:lnTo>
                  <a:pt x="260145" y="110689"/>
                </a:lnTo>
                <a:lnTo>
                  <a:pt x="260126" y="110961"/>
                </a:lnTo>
                <a:lnTo>
                  <a:pt x="260115" y="111236"/>
                </a:lnTo>
                <a:lnTo>
                  <a:pt x="260112" y="111516"/>
                </a:lnTo>
                <a:lnTo>
                  <a:pt x="260115" y="111789"/>
                </a:lnTo>
                <a:lnTo>
                  <a:pt x="260126" y="112059"/>
                </a:lnTo>
                <a:lnTo>
                  <a:pt x="260145" y="112325"/>
                </a:lnTo>
                <a:lnTo>
                  <a:pt x="260171" y="11258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86ABB9-D2C1-4915-AB23-A797FCC9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9987" y="419091"/>
            <a:ext cx="2346597" cy="816047"/>
          </a:xfrm>
          <a:custGeom xmlns:a="http://schemas.openxmlformats.org/drawingml/2006/main">
            <a:pathLst>
              <a:path w="2346597" h="816047">
                <a:moveTo>
                  <a:pt x="0" y="0"/>
                </a:moveTo>
                <a:lnTo>
                  <a:pt x="2346597" y="0"/>
                </a:lnTo>
                <a:lnTo>
                  <a:pt x="2346597" y="816047"/>
                </a:lnTo>
                <a:lnTo>
                  <a:pt x="0" y="8160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2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E474C8-09CC-41D6-87C2-78B13C04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9987" y="419091"/>
            <a:ext cx="2346597" cy="816047"/>
          </a:xfrm>
          <a:custGeom xmlns:a="http://schemas.openxmlformats.org/drawingml/2006/main">
            <a:pathLst>
              <a:path w="2346597" h="816047" fill="none">
                <a:moveTo>
                  <a:pt x="0" y="0"/>
                </a:moveTo>
                <a:lnTo>
                  <a:pt x="2346597" y="0"/>
                </a:lnTo>
                <a:lnTo>
                  <a:pt x="2346597" y="816047"/>
                </a:lnTo>
                <a:lnTo>
                  <a:pt x="0" y="8160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369" name="Text (a)Text↔VideoRetrieval">
            <a:extLst xmlns:a="http://schemas.openxmlformats.org/drawingml/2006/main">
              <a:ext uri="{FF2B5EF4-FFF2-40B4-BE49-F238E27FC236}">
                <a16:creationId xmlns:a16="http://schemas.microsoft.com/office/drawing/2014/main" id="{46331E0C-B3C9-4676-8C39-7D79DE42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8500" y="491221"/>
            <a:ext cx="2004174" cy="170664"/>
          </a:xfrm>
          <a:custGeom xmlns:a="http://schemas.openxmlformats.org/drawingml/2006/main">
            <a:pathLst>
              <a:path w="2004174" h="170664">
                <a:moveTo>
                  <a:pt x="415681" y="132721"/>
                </a:moveTo>
                <a:lnTo>
                  <a:pt x="415681" y="27933"/>
                </a:lnTo>
                <a:lnTo>
                  <a:pt x="453463" y="27933"/>
                </a:lnTo>
                <a:lnTo>
                  <a:pt x="453463" y="15177"/>
                </a:lnTo>
                <a:lnTo>
                  <a:pt x="415681" y="15177"/>
                </a:lnTo>
                <a:lnTo>
                  <a:pt x="400342" y="15177"/>
                </a:lnTo>
                <a:lnTo>
                  <a:pt x="362641" y="15177"/>
                </a:lnTo>
                <a:lnTo>
                  <a:pt x="362641" y="27933"/>
                </a:lnTo>
                <a:lnTo>
                  <a:pt x="400342" y="27933"/>
                </a:lnTo>
                <a:lnTo>
                  <a:pt x="400342" y="132721"/>
                </a:lnTo>
                <a:lnTo>
                  <a:pt x="415681" y="132721"/>
                </a:lnTo>
                <a:close/>
                <a:moveTo>
                  <a:pt x="619569" y="56834"/>
                </a:moveTo>
                <a:lnTo>
                  <a:pt x="635554" y="56834"/>
                </a:lnTo>
                <a:lnTo>
                  <a:pt x="635554" y="110987"/>
                </a:lnTo>
                <a:lnTo>
                  <a:pt x="635559" y="111708"/>
                </a:lnTo>
                <a:lnTo>
                  <a:pt x="635573" y="112416"/>
                </a:lnTo>
                <a:lnTo>
                  <a:pt x="635596" y="113112"/>
                </a:lnTo>
                <a:lnTo>
                  <a:pt x="635629" y="113796"/>
                </a:lnTo>
                <a:lnTo>
                  <a:pt x="635671" y="114467"/>
                </a:lnTo>
                <a:lnTo>
                  <a:pt x="635723" y="115125"/>
                </a:lnTo>
                <a:lnTo>
                  <a:pt x="635784" y="115771"/>
                </a:lnTo>
                <a:lnTo>
                  <a:pt x="635855" y="116405"/>
                </a:lnTo>
                <a:lnTo>
                  <a:pt x="635934" y="117026"/>
                </a:lnTo>
                <a:lnTo>
                  <a:pt x="636024" y="117635"/>
                </a:lnTo>
                <a:lnTo>
                  <a:pt x="636122" y="118231"/>
                </a:lnTo>
                <a:lnTo>
                  <a:pt x="636230" y="118814"/>
                </a:lnTo>
                <a:lnTo>
                  <a:pt x="636348" y="119385"/>
                </a:lnTo>
                <a:lnTo>
                  <a:pt x="636474" y="119944"/>
                </a:lnTo>
                <a:lnTo>
                  <a:pt x="636610" y="120490"/>
                </a:lnTo>
                <a:lnTo>
                  <a:pt x="636756" y="121024"/>
                </a:lnTo>
                <a:lnTo>
                  <a:pt x="636911" y="121545"/>
                </a:lnTo>
                <a:lnTo>
                  <a:pt x="637075" y="122054"/>
                </a:lnTo>
                <a:lnTo>
                  <a:pt x="637249" y="122550"/>
                </a:lnTo>
                <a:lnTo>
                  <a:pt x="637432" y="123034"/>
                </a:lnTo>
                <a:lnTo>
                  <a:pt x="637625" y="123505"/>
                </a:lnTo>
                <a:lnTo>
                  <a:pt x="637827" y="123964"/>
                </a:lnTo>
                <a:lnTo>
                  <a:pt x="638038" y="124411"/>
                </a:lnTo>
                <a:lnTo>
                  <a:pt x="638258" y="124844"/>
                </a:lnTo>
                <a:lnTo>
                  <a:pt x="638487" y="125267"/>
                </a:lnTo>
                <a:lnTo>
                  <a:pt x="638722" y="125679"/>
                </a:lnTo>
                <a:lnTo>
                  <a:pt x="638964" y="126081"/>
                </a:lnTo>
                <a:lnTo>
                  <a:pt x="639213" y="126472"/>
                </a:lnTo>
                <a:lnTo>
                  <a:pt x="639468" y="126854"/>
                </a:lnTo>
                <a:lnTo>
                  <a:pt x="639729" y="127225"/>
                </a:lnTo>
                <a:lnTo>
                  <a:pt x="639997" y="127586"/>
                </a:lnTo>
                <a:lnTo>
                  <a:pt x="640272" y="127936"/>
                </a:lnTo>
                <a:lnTo>
                  <a:pt x="640554" y="128277"/>
                </a:lnTo>
                <a:lnTo>
                  <a:pt x="640842" y="128607"/>
                </a:lnTo>
                <a:lnTo>
                  <a:pt x="641136" y="128927"/>
                </a:lnTo>
                <a:lnTo>
                  <a:pt x="641437" y="129237"/>
                </a:lnTo>
                <a:lnTo>
                  <a:pt x="641745" y="129536"/>
                </a:lnTo>
                <a:lnTo>
                  <a:pt x="642059" y="129826"/>
                </a:lnTo>
                <a:lnTo>
                  <a:pt x="642380" y="130105"/>
                </a:lnTo>
                <a:lnTo>
                  <a:pt x="642708" y="130373"/>
                </a:lnTo>
                <a:lnTo>
                  <a:pt x="643042" y="130632"/>
                </a:lnTo>
                <a:lnTo>
                  <a:pt x="643382" y="130880"/>
                </a:lnTo>
                <a:lnTo>
                  <a:pt x="643730" y="131118"/>
                </a:lnTo>
                <a:lnTo>
                  <a:pt x="644083" y="131346"/>
                </a:lnTo>
                <a:lnTo>
                  <a:pt x="644444" y="131564"/>
                </a:lnTo>
                <a:lnTo>
                  <a:pt x="644811" y="131771"/>
                </a:lnTo>
                <a:lnTo>
                  <a:pt x="645184" y="131969"/>
                </a:lnTo>
                <a:lnTo>
                  <a:pt x="645565" y="132156"/>
                </a:lnTo>
                <a:lnTo>
                  <a:pt x="645950" y="132333"/>
                </a:lnTo>
                <a:lnTo>
                  <a:pt x="646338" y="132504"/>
                </a:lnTo>
                <a:lnTo>
                  <a:pt x="646729" y="132666"/>
                </a:lnTo>
                <a:lnTo>
                  <a:pt x="647123" y="132822"/>
                </a:lnTo>
                <a:lnTo>
                  <a:pt x="647520" y="132969"/>
                </a:lnTo>
                <a:lnTo>
                  <a:pt x="647921" y="133109"/>
                </a:lnTo>
                <a:lnTo>
                  <a:pt x="648324" y="133242"/>
                </a:lnTo>
                <a:lnTo>
                  <a:pt x="648731" y="133367"/>
                </a:lnTo>
                <a:lnTo>
                  <a:pt x="649141" y="133484"/>
                </a:lnTo>
                <a:lnTo>
                  <a:pt x="649553" y="133594"/>
                </a:lnTo>
                <a:lnTo>
                  <a:pt x="649969" y="133696"/>
                </a:lnTo>
                <a:lnTo>
                  <a:pt x="650388" y="133790"/>
                </a:lnTo>
                <a:lnTo>
                  <a:pt x="650810" y="133877"/>
                </a:lnTo>
                <a:lnTo>
                  <a:pt x="651235" y="133957"/>
                </a:lnTo>
                <a:lnTo>
                  <a:pt x="651664" y="134029"/>
                </a:lnTo>
                <a:lnTo>
                  <a:pt x="652095" y="134093"/>
                </a:lnTo>
                <a:lnTo>
                  <a:pt x="652529" y="134150"/>
                </a:lnTo>
                <a:lnTo>
                  <a:pt x="652967" y="134199"/>
                </a:lnTo>
                <a:lnTo>
                  <a:pt x="653407" y="134241"/>
                </a:lnTo>
                <a:lnTo>
                  <a:pt x="653851" y="134275"/>
                </a:lnTo>
                <a:lnTo>
                  <a:pt x="654297" y="134301"/>
                </a:lnTo>
                <a:lnTo>
                  <a:pt x="654747" y="134320"/>
                </a:lnTo>
                <a:lnTo>
                  <a:pt x="655200" y="134332"/>
                </a:lnTo>
                <a:lnTo>
                  <a:pt x="655656" y="134335"/>
                </a:lnTo>
                <a:lnTo>
                  <a:pt x="655990" y="134334"/>
                </a:lnTo>
                <a:lnTo>
                  <a:pt x="656320" y="134332"/>
                </a:lnTo>
                <a:lnTo>
                  <a:pt x="656647" y="134327"/>
                </a:lnTo>
                <a:lnTo>
                  <a:pt x="656969" y="134321"/>
                </a:lnTo>
                <a:lnTo>
                  <a:pt x="657287" y="134313"/>
                </a:lnTo>
                <a:lnTo>
                  <a:pt x="657601" y="134303"/>
                </a:lnTo>
                <a:lnTo>
                  <a:pt x="657911" y="134291"/>
                </a:lnTo>
                <a:lnTo>
                  <a:pt x="658217" y="134277"/>
                </a:lnTo>
                <a:lnTo>
                  <a:pt x="658519" y="134262"/>
                </a:lnTo>
                <a:lnTo>
                  <a:pt x="658816" y="134244"/>
                </a:lnTo>
                <a:lnTo>
                  <a:pt x="659110" y="134225"/>
                </a:lnTo>
                <a:lnTo>
                  <a:pt x="659400" y="134204"/>
                </a:lnTo>
                <a:lnTo>
                  <a:pt x="659685" y="134181"/>
                </a:lnTo>
                <a:lnTo>
                  <a:pt x="659967" y="134157"/>
                </a:lnTo>
                <a:lnTo>
                  <a:pt x="660244" y="134130"/>
                </a:lnTo>
                <a:lnTo>
                  <a:pt x="660518" y="134102"/>
                </a:lnTo>
                <a:lnTo>
                  <a:pt x="660787" y="134072"/>
                </a:lnTo>
                <a:lnTo>
                  <a:pt x="661052" y="134040"/>
                </a:lnTo>
                <a:lnTo>
                  <a:pt x="661313" y="134006"/>
                </a:lnTo>
                <a:lnTo>
                  <a:pt x="661570" y="133971"/>
                </a:lnTo>
                <a:lnTo>
                  <a:pt x="661824" y="133934"/>
                </a:lnTo>
                <a:lnTo>
                  <a:pt x="662073" y="133894"/>
                </a:lnTo>
                <a:lnTo>
                  <a:pt x="662317" y="133853"/>
                </a:lnTo>
                <a:lnTo>
                  <a:pt x="662558" y="133811"/>
                </a:lnTo>
                <a:lnTo>
                  <a:pt x="662795" y="133767"/>
                </a:lnTo>
                <a:lnTo>
                  <a:pt x="663028" y="133723"/>
                </a:lnTo>
                <a:lnTo>
                  <a:pt x="663258" y="133679"/>
                </a:lnTo>
                <a:lnTo>
                  <a:pt x="663483" y="133635"/>
                </a:lnTo>
                <a:lnTo>
                  <a:pt x="663705" y="133590"/>
                </a:lnTo>
                <a:lnTo>
                  <a:pt x="663923" y="133546"/>
                </a:lnTo>
                <a:lnTo>
                  <a:pt x="664137" y="133501"/>
                </a:lnTo>
                <a:lnTo>
                  <a:pt x="664348" y="133456"/>
                </a:lnTo>
                <a:lnTo>
                  <a:pt x="664555" y="133411"/>
                </a:lnTo>
                <a:lnTo>
                  <a:pt x="664757" y="133366"/>
                </a:lnTo>
                <a:lnTo>
                  <a:pt x="664956" y="133321"/>
                </a:lnTo>
                <a:lnTo>
                  <a:pt x="665152" y="133276"/>
                </a:lnTo>
                <a:lnTo>
                  <a:pt x="665343" y="133230"/>
                </a:lnTo>
                <a:lnTo>
                  <a:pt x="665531" y="133185"/>
                </a:lnTo>
                <a:lnTo>
                  <a:pt x="665715" y="133139"/>
                </a:lnTo>
                <a:lnTo>
                  <a:pt x="665895" y="133093"/>
                </a:lnTo>
                <a:lnTo>
                  <a:pt x="666072" y="133047"/>
                </a:lnTo>
                <a:lnTo>
                  <a:pt x="666244" y="133001"/>
                </a:lnTo>
                <a:lnTo>
                  <a:pt x="666413" y="132954"/>
                </a:lnTo>
                <a:lnTo>
                  <a:pt x="666578" y="132908"/>
                </a:lnTo>
                <a:lnTo>
                  <a:pt x="666739" y="132861"/>
                </a:lnTo>
                <a:lnTo>
                  <a:pt x="666897" y="132815"/>
                </a:lnTo>
                <a:lnTo>
                  <a:pt x="667050" y="132768"/>
                </a:lnTo>
                <a:lnTo>
                  <a:pt x="667200" y="132721"/>
                </a:lnTo>
                <a:lnTo>
                  <a:pt x="667120" y="120530"/>
                </a:lnTo>
                <a:lnTo>
                  <a:pt x="667030" y="120551"/>
                </a:lnTo>
                <a:lnTo>
                  <a:pt x="666938" y="120572"/>
                </a:lnTo>
                <a:lnTo>
                  <a:pt x="666841" y="120593"/>
                </a:lnTo>
                <a:lnTo>
                  <a:pt x="666742" y="120615"/>
                </a:lnTo>
                <a:lnTo>
                  <a:pt x="666638" y="120637"/>
                </a:lnTo>
                <a:lnTo>
                  <a:pt x="666532" y="120659"/>
                </a:lnTo>
                <a:lnTo>
                  <a:pt x="666422" y="120682"/>
                </a:lnTo>
                <a:lnTo>
                  <a:pt x="666308" y="120705"/>
                </a:lnTo>
                <a:lnTo>
                  <a:pt x="666191" y="120729"/>
                </a:lnTo>
                <a:lnTo>
                  <a:pt x="666070" y="120753"/>
                </a:lnTo>
                <a:lnTo>
                  <a:pt x="665946" y="120778"/>
                </a:lnTo>
                <a:lnTo>
                  <a:pt x="665818" y="120803"/>
                </a:lnTo>
                <a:lnTo>
                  <a:pt x="665687" y="120828"/>
                </a:lnTo>
                <a:lnTo>
                  <a:pt x="665552" y="120854"/>
                </a:lnTo>
                <a:lnTo>
                  <a:pt x="665414" y="120880"/>
                </a:lnTo>
                <a:lnTo>
                  <a:pt x="665272" y="120907"/>
                </a:lnTo>
                <a:lnTo>
                  <a:pt x="665126" y="120934"/>
                </a:lnTo>
                <a:lnTo>
                  <a:pt x="664978" y="120962"/>
                </a:lnTo>
                <a:lnTo>
                  <a:pt x="664825" y="120990"/>
                </a:lnTo>
                <a:lnTo>
                  <a:pt x="664670" y="121018"/>
                </a:lnTo>
                <a:lnTo>
                  <a:pt x="664510" y="121047"/>
                </a:lnTo>
                <a:lnTo>
                  <a:pt x="664348" y="121076"/>
                </a:lnTo>
                <a:lnTo>
                  <a:pt x="664181" y="121106"/>
                </a:lnTo>
                <a:lnTo>
                  <a:pt x="664011" y="121136"/>
                </a:lnTo>
                <a:lnTo>
                  <a:pt x="663840" y="121166"/>
                </a:lnTo>
                <a:lnTo>
                  <a:pt x="663670" y="121194"/>
                </a:lnTo>
                <a:lnTo>
                  <a:pt x="663500" y="121221"/>
                </a:lnTo>
                <a:lnTo>
                  <a:pt x="663331" y="121247"/>
                </a:lnTo>
                <a:lnTo>
                  <a:pt x="663162" y="121272"/>
                </a:lnTo>
                <a:lnTo>
                  <a:pt x="662995" y="121295"/>
                </a:lnTo>
                <a:lnTo>
                  <a:pt x="662828" y="121317"/>
                </a:lnTo>
                <a:lnTo>
                  <a:pt x="662661" y="121338"/>
                </a:lnTo>
                <a:lnTo>
                  <a:pt x="662496" y="121357"/>
                </a:lnTo>
                <a:lnTo>
                  <a:pt x="662331" y="121376"/>
                </a:lnTo>
                <a:lnTo>
                  <a:pt x="662167" y="121393"/>
                </a:lnTo>
                <a:lnTo>
                  <a:pt x="662003" y="121408"/>
                </a:lnTo>
                <a:lnTo>
                  <a:pt x="661841" y="121423"/>
                </a:lnTo>
                <a:lnTo>
                  <a:pt x="661678" y="121436"/>
                </a:lnTo>
                <a:lnTo>
                  <a:pt x="661517" y="121448"/>
                </a:lnTo>
                <a:lnTo>
                  <a:pt x="661356" y="121459"/>
                </a:lnTo>
                <a:lnTo>
                  <a:pt x="661196" y="121468"/>
                </a:lnTo>
                <a:lnTo>
                  <a:pt x="661037" y="121477"/>
                </a:lnTo>
                <a:lnTo>
                  <a:pt x="660878" y="121483"/>
                </a:lnTo>
                <a:lnTo>
                  <a:pt x="660721" y="121489"/>
                </a:lnTo>
                <a:lnTo>
                  <a:pt x="660563" y="121494"/>
                </a:lnTo>
                <a:lnTo>
                  <a:pt x="660407" y="121497"/>
                </a:lnTo>
                <a:lnTo>
                  <a:pt x="660251" y="121499"/>
                </a:lnTo>
                <a:lnTo>
                  <a:pt x="660096" y="121499"/>
                </a:lnTo>
                <a:lnTo>
                  <a:pt x="659888" y="121498"/>
                </a:lnTo>
                <a:lnTo>
                  <a:pt x="659681" y="121494"/>
                </a:lnTo>
                <a:lnTo>
                  <a:pt x="659475" y="121488"/>
                </a:lnTo>
                <a:lnTo>
                  <a:pt x="659271" y="121479"/>
                </a:lnTo>
                <a:lnTo>
                  <a:pt x="659067" y="121468"/>
                </a:lnTo>
                <a:lnTo>
                  <a:pt x="658865" y="121454"/>
                </a:lnTo>
                <a:lnTo>
                  <a:pt x="658664" y="121437"/>
                </a:lnTo>
                <a:lnTo>
                  <a:pt x="658463" y="121418"/>
                </a:lnTo>
                <a:lnTo>
                  <a:pt x="658264" y="121397"/>
                </a:lnTo>
                <a:lnTo>
                  <a:pt x="658067" y="121373"/>
                </a:lnTo>
                <a:lnTo>
                  <a:pt x="657870" y="121347"/>
                </a:lnTo>
                <a:lnTo>
                  <a:pt x="657674" y="121318"/>
                </a:lnTo>
                <a:lnTo>
                  <a:pt x="657480" y="121286"/>
                </a:lnTo>
                <a:lnTo>
                  <a:pt x="657286" y="121252"/>
                </a:lnTo>
                <a:lnTo>
                  <a:pt x="657094" y="121215"/>
                </a:lnTo>
                <a:lnTo>
                  <a:pt x="656903" y="121176"/>
                </a:lnTo>
                <a:lnTo>
                  <a:pt x="656713" y="121135"/>
                </a:lnTo>
                <a:lnTo>
                  <a:pt x="656524" y="121091"/>
                </a:lnTo>
                <a:lnTo>
                  <a:pt x="656336" y="121044"/>
                </a:lnTo>
                <a:lnTo>
                  <a:pt x="656149" y="120995"/>
                </a:lnTo>
                <a:lnTo>
                  <a:pt x="655964" y="120943"/>
                </a:lnTo>
                <a:lnTo>
                  <a:pt x="655779" y="120889"/>
                </a:lnTo>
                <a:lnTo>
                  <a:pt x="655596" y="120832"/>
                </a:lnTo>
                <a:lnTo>
                  <a:pt x="655414" y="120773"/>
                </a:lnTo>
                <a:lnTo>
                  <a:pt x="655233" y="120709"/>
                </a:lnTo>
                <a:lnTo>
                  <a:pt x="655056" y="120641"/>
                </a:lnTo>
                <a:lnTo>
                  <a:pt x="654881" y="120567"/>
                </a:lnTo>
                <a:lnTo>
                  <a:pt x="654710" y="120488"/>
                </a:lnTo>
                <a:lnTo>
                  <a:pt x="654541" y="120403"/>
                </a:lnTo>
                <a:lnTo>
                  <a:pt x="654374" y="120313"/>
                </a:lnTo>
                <a:lnTo>
                  <a:pt x="654211" y="120218"/>
                </a:lnTo>
                <a:lnTo>
                  <a:pt x="654050" y="120118"/>
                </a:lnTo>
                <a:lnTo>
                  <a:pt x="653892" y="120012"/>
                </a:lnTo>
                <a:lnTo>
                  <a:pt x="653737" y="119900"/>
                </a:lnTo>
                <a:lnTo>
                  <a:pt x="653585" y="119784"/>
                </a:lnTo>
                <a:lnTo>
                  <a:pt x="653436" y="119662"/>
                </a:lnTo>
                <a:lnTo>
                  <a:pt x="653289" y="119535"/>
                </a:lnTo>
                <a:lnTo>
                  <a:pt x="653145" y="119402"/>
                </a:lnTo>
                <a:lnTo>
                  <a:pt x="653004" y="119264"/>
                </a:lnTo>
                <a:lnTo>
                  <a:pt x="652866" y="119121"/>
                </a:lnTo>
                <a:lnTo>
                  <a:pt x="652731" y="118972"/>
                </a:lnTo>
                <a:lnTo>
                  <a:pt x="652598" y="118819"/>
                </a:lnTo>
                <a:lnTo>
                  <a:pt x="652468" y="118659"/>
                </a:lnTo>
                <a:lnTo>
                  <a:pt x="652341" y="118495"/>
                </a:lnTo>
                <a:lnTo>
                  <a:pt x="652217" y="118325"/>
                </a:lnTo>
                <a:lnTo>
                  <a:pt x="652096" y="118150"/>
                </a:lnTo>
                <a:lnTo>
                  <a:pt x="651977" y="117969"/>
                </a:lnTo>
                <a:lnTo>
                  <a:pt x="651862" y="117783"/>
                </a:lnTo>
                <a:lnTo>
                  <a:pt x="651750" y="117591"/>
                </a:lnTo>
                <a:lnTo>
                  <a:pt x="651642" y="117391"/>
                </a:lnTo>
                <a:lnTo>
                  <a:pt x="651540" y="117183"/>
                </a:lnTo>
                <a:lnTo>
                  <a:pt x="651442" y="116968"/>
                </a:lnTo>
                <a:lnTo>
                  <a:pt x="651349" y="116746"/>
                </a:lnTo>
                <a:lnTo>
                  <a:pt x="651261" y="116515"/>
                </a:lnTo>
                <a:lnTo>
                  <a:pt x="651178" y="116278"/>
                </a:lnTo>
                <a:lnTo>
                  <a:pt x="651099" y="116032"/>
                </a:lnTo>
                <a:lnTo>
                  <a:pt x="651025" y="115779"/>
                </a:lnTo>
                <a:lnTo>
                  <a:pt x="650956" y="115519"/>
                </a:lnTo>
                <a:lnTo>
                  <a:pt x="650892" y="115251"/>
                </a:lnTo>
                <a:lnTo>
                  <a:pt x="650832" y="114975"/>
                </a:lnTo>
                <a:lnTo>
                  <a:pt x="650777" y="114692"/>
                </a:lnTo>
                <a:lnTo>
                  <a:pt x="650727" y="114401"/>
                </a:lnTo>
                <a:lnTo>
                  <a:pt x="650682" y="114103"/>
                </a:lnTo>
                <a:lnTo>
                  <a:pt x="650642" y="113797"/>
                </a:lnTo>
                <a:lnTo>
                  <a:pt x="650606" y="113484"/>
                </a:lnTo>
                <a:lnTo>
                  <a:pt x="650575" y="113163"/>
                </a:lnTo>
                <a:lnTo>
                  <a:pt x="650549" y="112834"/>
                </a:lnTo>
                <a:lnTo>
                  <a:pt x="650527" y="112498"/>
                </a:lnTo>
                <a:lnTo>
                  <a:pt x="650511" y="112154"/>
                </a:lnTo>
                <a:lnTo>
                  <a:pt x="650499" y="111803"/>
                </a:lnTo>
                <a:lnTo>
                  <a:pt x="650492" y="111444"/>
                </a:lnTo>
                <a:lnTo>
                  <a:pt x="650489" y="111077"/>
                </a:lnTo>
                <a:lnTo>
                  <a:pt x="650489" y="56834"/>
                </a:lnTo>
                <a:lnTo>
                  <a:pt x="666797" y="56834"/>
                </a:lnTo>
                <a:lnTo>
                  <a:pt x="666797" y="45370"/>
                </a:lnTo>
                <a:lnTo>
                  <a:pt x="650489" y="45370"/>
                </a:lnTo>
                <a:lnTo>
                  <a:pt x="650489" y="24058"/>
                </a:lnTo>
                <a:lnTo>
                  <a:pt x="635554" y="24058"/>
                </a:lnTo>
                <a:lnTo>
                  <a:pt x="635554" y="45370"/>
                </a:lnTo>
                <a:lnTo>
                  <a:pt x="619569" y="45370"/>
                </a:lnTo>
                <a:lnTo>
                  <a:pt x="619569" y="56834"/>
                </a:lnTo>
                <a:close/>
                <a:moveTo>
                  <a:pt x="109021" y="124045"/>
                </a:moveTo>
                <a:lnTo>
                  <a:pt x="109065" y="124395"/>
                </a:lnTo>
                <a:lnTo>
                  <a:pt x="109111" y="124748"/>
                </a:lnTo>
                <a:lnTo>
                  <a:pt x="109159" y="125103"/>
                </a:lnTo>
                <a:lnTo>
                  <a:pt x="109209" y="125459"/>
                </a:lnTo>
                <a:lnTo>
                  <a:pt x="109262" y="125818"/>
                </a:lnTo>
                <a:lnTo>
                  <a:pt x="109317" y="126175"/>
                </a:lnTo>
                <a:lnTo>
                  <a:pt x="109373" y="126526"/>
                </a:lnTo>
                <a:lnTo>
                  <a:pt x="109431" y="126871"/>
                </a:lnTo>
                <a:lnTo>
                  <a:pt x="109491" y="127210"/>
                </a:lnTo>
                <a:lnTo>
                  <a:pt x="109552" y="127543"/>
                </a:lnTo>
                <a:lnTo>
                  <a:pt x="109615" y="127869"/>
                </a:lnTo>
                <a:lnTo>
                  <a:pt x="109680" y="128190"/>
                </a:lnTo>
                <a:lnTo>
                  <a:pt x="109746" y="128505"/>
                </a:lnTo>
                <a:lnTo>
                  <a:pt x="109814" y="128814"/>
                </a:lnTo>
                <a:lnTo>
                  <a:pt x="109884" y="129116"/>
                </a:lnTo>
                <a:lnTo>
                  <a:pt x="109956" y="129413"/>
                </a:lnTo>
                <a:lnTo>
                  <a:pt x="110029" y="129703"/>
                </a:lnTo>
                <a:lnTo>
                  <a:pt x="110104" y="129988"/>
                </a:lnTo>
                <a:lnTo>
                  <a:pt x="110180" y="130267"/>
                </a:lnTo>
                <a:lnTo>
                  <a:pt x="110259" y="130539"/>
                </a:lnTo>
                <a:lnTo>
                  <a:pt x="110338" y="130806"/>
                </a:lnTo>
                <a:lnTo>
                  <a:pt x="110420" y="131066"/>
                </a:lnTo>
                <a:lnTo>
                  <a:pt x="110503" y="131321"/>
                </a:lnTo>
                <a:lnTo>
                  <a:pt x="110588" y="131569"/>
                </a:lnTo>
                <a:lnTo>
                  <a:pt x="110675" y="131811"/>
                </a:lnTo>
                <a:lnTo>
                  <a:pt x="110763" y="132048"/>
                </a:lnTo>
                <a:lnTo>
                  <a:pt x="110853" y="132278"/>
                </a:lnTo>
                <a:lnTo>
                  <a:pt x="110945" y="132502"/>
                </a:lnTo>
                <a:lnTo>
                  <a:pt x="111038" y="132721"/>
                </a:lnTo>
                <a:lnTo>
                  <a:pt x="126619" y="132721"/>
                </a:lnTo>
                <a:lnTo>
                  <a:pt x="126619" y="131429"/>
                </a:lnTo>
                <a:lnTo>
                  <a:pt x="126493" y="131131"/>
                </a:lnTo>
                <a:lnTo>
                  <a:pt x="126369" y="130827"/>
                </a:lnTo>
                <a:lnTo>
                  <a:pt x="126248" y="130520"/>
                </a:lnTo>
                <a:lnTo>
                  <a:pt x="126129" y="130207"/>
                </a:lnTo>
                <a:lnTo>
                  <a:pt x="126013" y="129889"/>
                </a:lnTo>
                <a:lnTo>
                  <a:pt x="125900" y="129567"/>
                </a:lnTo>
                <a:lnTo>
                  <a:pt x="125790" y="129240"/>
                </a:lnTo>
                <a:lnTo>
                  <a:pt x="125682" y="128908"/>
                </a:lnTo>
                <a:lnTo>
                  <a:pt x="125576" y="128572"/>
                </a:lnTo>
                <a:lnTo>
                  <a:pt x="125474" y="128231"/>
                </a:lnTo>
                <a:lnTo>
                  <a:pt x="125374" y="127885"/>
                </a:lnTo>
                <a:lnTo>
                  <a:pt x="125277" y="127534"/>
                </a:lnTo>
                <a:lnTo>
                  <a:pt x="125182" y="127178"/>
                </a:lnTo>
                <a:lnTo>
                  <a:pt x="125090" y="126818"/>
                </a:lnTo>
                <a:lnTo>
                  <a:pt x="125001" y="126453"/>
                </a:lnTo>
                <a:lnTo>
                  <a:pt x="124915" y="126083"/>
                </a:lnTo>
                <a:lnTo>
                  <a:pt x="124831" y="125708"/>
                </a:lnTo>
                <a:lnTo>
                  <a:pt x="124750" y="125329"/>
                </a:lnTo>
                <a:lnTo>
                  <a:pt x="124671" y="124945"/>
                </a:lnTo>
                <a:lnTo>
                  <a:pt x="124595" y="124556"/>
                </a:lnTo>
                <a:lnTo>
                  <a:pt x="124522" y="124162"/>
                </a:lnTo>
                <a:lnTo>
                  <a:pt x="124451" y="123764"/>
                </a:lnTo>
                <a:lnTo>
                  <a:pt x="124383" y="123360"/>
                </a:lnTo>
                <a:lnTo>
                  <a:pt x="124318" y="122952"/>
                </a:lnTo>
                <a:lnTo>
                  <a:pt x="124256" y="122543"/>
                </a:lnTo>
                <a:lnTo>
                  <a:pt x="124196" y="122136"/>
                </a:lnTo>
                <a:lnTo>
                  <a:pt x="124138" y="121730"/>
                </a:lnTo>
                <a:lnTo>
                  <a:pt x="124084" y="121327"/>
                </a:lnTo>
                <a:lnTo>
                  <a:pt x="124032" y="120925"/>
                </a:lnTo>
                <a:lnTo>
                  <a:pt x="123983" y="120525"/>
                </a:lnTo>
                <a:lnTo>
                  <a:pt x="123936" y="120128"/>
                </a:lnTo>
                <a:lnTo>
                  <a:pt x="123892" y="119732"/>
                </a:lnTo>
                <a:lnTo>
                  <a:pt x="123851" y="119338"/>
                </a:lnTo>
                <a:lnTo>
                  <a:pt x="123812" y="118947"/>
                </a:lnTo>
                <a:lnTo>
                  <a:pt x="123776" y="118557"/>
                </a:lnTo>
                <a:lnTo>
                  <a:pt x="123743" y="118169"/>
                </a:lnTo>
                <a:lnTo>
                  <a:pt x="123712" y="117783"/>
                </a:lnTo>
                <a:lnTo>
                  <a:pt x="123684" y="117399"/>
                </a:lnTo>
                <a:lnTo>
                  <a:pt x="123659" y="117017"/>
                </a:lnTo>
                <a:lnTo>
                  <a:pt x="123636" y="116637"/>
                </a:lnTo>
                <a:lnTo>
                  <a:pt x="123617" y="116259"/>
                </a:lnTo>
                <a:lnTo>
                  <a:pt x="123599" y="115883"/>
                </a:lnTo>
                <a:lnTo>
                  <a:pt x="123585" y="115509"/>
                </a:lnTo>
                <a:lnTo>
                  <a:pt x="123573" y="115137"/>
                </a:lnTo>
                <a:lnTo>
                  <a:pt x="123563" y="114767"/>
                </a:lnTo>
                <a:lnTo>
                  <a:pt x="123557" y="114399"/>
                </a:lnTo>
                <a:lnTo>
                  <a:pt x="123553" y="114033"/>
                </a:lnTo>
                <a:lnTo>
                  <a:pt x="123551" y="113668"/>
                </a:lnTo>
                <a:lnTo>
                  <a:pt x="123551" y="72980"/>
                </a:lnTo>
                <a:lnTo>
                  <a:pt x="123544" y="72172"/>
                </a:lnTo>
                <a:lnTo>
                  <a:pt x="123522" y="71375"/>
                </a:lnTo>
                <a:lnTo>
                  <a:pt x="123486" y="70589"/>
                </a:lnTo>
                <a:lnTo>
                  <a:pt x="123436" y="69815"/>
                </a:lnTo>
                <a:lnTo>
                  <a:pt x="123371" y="69052"/>
                </a:lnTo>
                <a:lnTo>
                  <a:pt x="123291" y="68300"/>
                </a:lnTo>
                <a:lnTo>
                  <a:pt x="123198" y="67560"/>
                </a:lnTo>
                <a:lnTo>
                  <a:pt x="123089" y="66831"/>
                </a:lnTo>
                <a:lnTo>
                  <a:pt x="122967" y="66114"/>
                </a:lnTo>
                <a:lnTo>
                  <a:pt x="122829" y="65408"/>
                </a:lnTo>
                <a:lnTo>
                  <a:pt x="122678" y="64713"/>
                </a:lnTo>
                <a:lnTo>
                  <a:pt x="122512" y="64029"/>
                </a:lnTo>
                <a:lnTo>
                  <a:pt x="122331" y="63357"/>
                </a:lnTo>
                <a:lnTo>
                  <a:pt x="122137" y="62696"/>
                </a:lnTo>
                <a:lnTo>
                  <a:pt x="121927" y="62047"/>
                </a:lnTo>
                <a:lnTo>
                  <a:pt x="121703" y="61409"/>
                </a:lnTo>
                <a:lnTo>
                  <a:pt x="121465" y="60782"/>
                </a:lnTo>
                <a:lnTo>
                  <a:pt x="121213" y="60167"/>
                </a:lnTo>
                <a:lnTo>
                  <a:pt x="120946" y="59563"/>
                </a:lnTo>
                <a:lnTo>
                  <a:pt x="120664" y="58970"/>
                </a:lnTo>
                <a:lnTo>
                  <a:pt x="120368" y="58389"/>
                </a:lnTo>
                <a:lnTo>
                  <a:pt x="120058" y="57819"/>
                </a:lnTo>
                <a:lnTo>
                  <a:pt x="119733" y="57260"/>
                </a:lnTo>
                <a:lnTo>
                  <a:pt x="119394" y="56713"/>
                </a:lnTo>
                <a:lnTo>
                  <a:pt x="119042" y="56177"/>
                </a:lnTo>
                <a:lnTo>
                  <a:pt x="118679" y="55653"/>
                </a:lnTo>
                <a:lnTo>
                  <a:pt x="118305" y="55139"/>
                </a:lnTo>
                <a:lnTo>
                  <a:pt x="117920" y="54638"/>
                </a:lnTo>
                <a:lnTo>
                  <a:pt x="117525" y="54147"/>
                </a:lnTo>
                <a:lnTo>
                  <a:pt x="117118" y="53668"/>
                </a:lnTo>
                <a:lnTo>
                  <a:pt x="116701" y="53200"/>
                </a:lnTo>
                <a:lnTo>
                  <a:pt x="116272" y="52744"/>
                </a:lnTo>
                <a:lnTo>
                  <a:pt x="115833" y="52299"/>
                </a:lnTo>
                <a:lnTo>
                  <a:pt x="115382" y="51865"/>
                </a:lnTo>
                <a:lnTo>
                  <a:pt x="114921" y="51443"/>
                </a:lnTo>
                <a:lnTo>
                  <a:pt x="114449" y="51032"/>
                </a:lnTo>
                <a:lnTo>
                  <a:pt x="113966" y="50632"/>
                </a:lnTo>
                <a:lnTo>
                  <a:pt x="113472" y="50244"/>
                </a:lnTo>
                <a:lnTo>
                  <a:pt x="112967" y="49867"/>
                </a:lnTo>
                <a:lnTo>
                  <a:pt x="112451" y="49501"/>
                </a:lnTo>
                <a:lnTo>
                  <a:pt x="111924" y="49147"/>
                </a:lnTo>
                <a:lnTo>
                  <a:pt x="111386" y="48804"/>
                </a:lnTo>
                <a:lnTo>
                  <a:pt x="110838" y="48472"/>
                </a:lnTo>
                <a:lnTo>
                  <a:pt x="110278" y="48152"/>
                </a:lnTo>
                <a:lnTo>
                  <a:pt x="109707" y="47843"/>
                </a:lnTo>
                <a:lnTo>
                  <a:pt x="109126" y="47546"/>
                </a:lnTo>
                <a:lnTo>
                  <a:pt x="108533" y="47260"/>
                </a:lnTo>
                <a:lnTo>
                  <a:pt x="107930" y="46985"/>
                </a:lnTo>
                <a:lnTo>
                  <a:pt x="107317" y="46722"/>
                </a:lnTo>
                <a:lnTo>
                  <a:pt x="106697" y="46469"/>
                </a:lnTo>
                <a:lnTo>
                  <a:pt x="106069" y="46228"/>
                </a:lnTo>
                <a:lnTo>
                  <a:pt x="105433" y="45998"/>
                </a:lnTo>
                <a:lnTo>
                  <a:pt x="104789" y="45780"/>
                </a:lnTo>
                <a:lnTo>
                  <a:pt x="104138" y="45572"/>
                </a:lnTo>
                <a:lnTo>
                  <a:pt x="103479" y="45376"/>
                </a:lnTo>
                <a:lnTo>
                  <a:pt x="102813" y="45191"/>
                </a:lnTo>
                <a:lnTo>
                  <a:pt x="102138" y="45017"/>
                </a:lnTo>
                <a:lnTo>
                  <a:pt x="101456" y="44855"/>
                </a:lnTo>
                <a:lnTo>
                  <a:pt x="100766" y="44703"/>
                </a:lnTo>
                <a:lnTo>
                  <a:pt x="100069" y="44563"/>
                </a:lnTo>
                <a:lnTo>
                  <a:pt x="99364" y="44434"/>
                </a:lnTo>
                <a:lnTo>
                  <a:pt x="98651" y="44316"/>
                </a:lnTo>
                <a:lnTo>
                  <a:pt x="97930" y="44210"/>
                </a:lnTo>
                <a:lnTo>
                  <a:pt x="97202" y="44115"/>
                </a:lnTo>
                <a:lnTo>
                  <a:pt x="96466" y="44031"/>
                </a:lnTo>
                <a:lnTo>
                  <a:pt x="95722" y="43958"/>
                </a:lnTo>
                <a:lnTo>
                  <a:pt x="94971" y="43896"/>
                </a:lnTo>
                <a:lnTo>
                  <a:pt x="94211" y="43846"/>
                </a:lnTo>
                <a:lnTo>
                  <a:pt x="93445" y="43806"/>
                </a:lnTo>
                <a:lnTo>
                  <a:pt x="92670" y="43778"/>
                </a:lnTo>
                <a:lnTo>
                  <a:pt x="91888" y="43761"/>
                </a:lnTo>
                <a:lnTo>
                  <a:pt x="91098" y="43756"/>
                </a:lnTo>
                <a:lnTo>
                  <a:pt x="90441" y="43760"/>
                </a:lnTo>
                <a:lnTo>
                  <a:pt x="89789" y="43771"/>
                </a:lnTo>
                <a:lnTo>
                  <a:pt x="89143" y="43791"/>
                </a:lnTo>
                <a:lnTo>
                  <a:pt x="88502" y="43818"/>
                </a:lnTo>
                <a:lnTo>
                  <a:pt x="87866" y="43852"/>
                </a:lnTo>
                <a:lnTo>
                  <a:pt x="87235" y="43895"/>
                </a:lnTo>
                <a:lnTo>
                  <a:pt x="86610" y="43945"/>
                </a:lnTo>
                <a:lnTo>
                  <a:pt x="85989" y="44003"/>
                </a:lnTo>
                <a:lnTo>
                  <a:pt x="85374" y="44068"/>
                </a:lnTo>
                <a:lnTo>
                  <a:pt x="84764" y="44141"/>
                </a:lnTo>
                <a:lnTo>
                  <a:pt x="84159" y="44222"/>
                </a:lnTo>
                <a:lnTo>
                  <a:pt x="83559" y="44311"/>
                </a:lnTo>
                <a:lnTo>
                  <a:pt x="82965" y="44407"/>
                </a:lnTo>
                <a:lnTo>
                  <a:pt x="82376" y="44511"/>
                </a:lnTo>
                <a:lnTo>
                  <a:pt x="81792" y="44623"/>
                </a:lnTo>
                <a:lnTo>
                  <a:pt x="81213" y="44743"/>
                </a:lnTo>
                <a:lnTo>
                  <a:pt x="80639" y="44870"/>
                </a:lnTo>
                <a:lnTo>
                  <a:pt x="80070" y="45005"/>
                </a:lnTo>
                <a:lnTo>
                  <a:pt x="79507" y="45147"/>
                </a:lnTo>
                <a:lnTo>
                  <a:pt x="78949" y="45298"/>
                </a:lnTo>
                <a:lnTo>
                  <a:pt x="78396" y="45456"/>
                </a:lnTo>
                <a:lnTo>
                  <a:pt x="77848" y="45621"/>
                </a:lnTo>
                <a:lnTo>
                  <a:pt x="77305" y="45795"/>
                </a:lnTo>
                <a:lnTo>
                  <a:pt x="76768" y="45976"/>
                </a:lnTo>
                <a:lnTo>
                  <a:pt x="76236" y="46164"/>
                </a:lnTo>
                <a:lnTo>
                  <a:pt x="75711" y="46357"/>
                </a:lnTo>
                <a:lnTo>
                  <a:pt x="75193" y="46555"/>
                </a:lnTo>
                <a:lnTo>
                  <a:pt x="74680" y="46759"/>
                </a:lnTo>
                <a:lnTo>
                  <a:pt x="74174" y="46968"/>
                </a:lnTo>
                <a:lnTo>
                  <a:pt x="73675" y="47182"/>
                </a:lnTo>
                <a:lnTo>
                  <a:pt x="73182" y="47401"/>
                </a:lnTo>
                <a:lnTo>
                  <a:pt x="72696" y="47626"/>
                </a:lnTo>
                <a:lnTo>
                  <a:pt x="72216" y="47857"/>
                </a:lnTo>
                <a:lnTo>
                  <a:pt x="71742" y="48092"/>
                </a:lnTo>
                <a:lnTo>
                  <a:pt x="71275" y="48333"/>
                </a:lnTo>
                <a:lnTo>
                  <a:pt x="70814" y="48580"/>
                </a:lnTo>
                <a:lnTo>
                  <a:pt x="70360" y="48831"/>
                </a:lnTo>
                <a:lnTo>
                  <a:pt x="69912" y="49088"/>
                </a:lnTo>
                <a:lnTo>
                  <a:pt x="69471" y="49350"/>
                </a:lnTo>
                <a:lnTo>
                  <a:pt x="69036" y="49618"/>
                </a:lnTo>
                <a:lnTo>
                  <a:pt x="68607" y="49891"/>
                </a:lnTo>
                <a:lnTo>
                  <a:pt x="68185" y="50169"/>
                </a:lnTo>
                <a:lnTo>
                  <a:pt x="67770" y="50452"/>
                </a:lnTo>
                <a:lnTo>
                  <a:pt x="67361" y="50741"/>
                </a:lnTo>
                <a:lnTo>
                  <a:pt x="66958" y="51035"/>
                </a:lnTo>
                <a:lnTo>
                  <a:pt x="66562" y="51335"/>
                </a:lnTo>
                <a:lnTo>
                  <a:pt x="66172" y="51640"/>
                </a:lnTo>
                <a:lnTo>
                  <a:pt x="65789" y="51950"/>
                </a:lnTo>
                <a:lnTo>
                  <a:pt x="65412" y="52264"/>
                </a:lnTo>
                <a:lnTo>
                  <a:pt x="65043" y="52582"/>
                </a:lnTo>
                <a:lnTo>
                  <a:pt x="64682" y="52902"/>
                </a:lnTo>
                <a:lnTo>
                  <a:pt x="64328" y="53225"/>
                </a:lnTo>
                <a:lnTo>
                  <a:pt x="63981" y="53551"/>
                </a:lnTo>
                <a:lnTo>
                  <a:pt x="63642" y="53880"/>
                </a:lnTo>
                <a:lnTo>
                  <a:pt x="63310" y="54212"/>
                </a:lnTo>
                <a:lnTo>
                  <a:pt x="62986" y="54547"/>
                </a:lnTo>
                <a:lnTo>
                  <a:pt x="62669" y="54885"/>
                </a:lnTo>
                <a:lnTo>
                  <a:pt x="62359" y="55225"/>
                </a:lnTo>
                <a:lnTo>
                  <a:pt x="62057" y="55569"/>
                </a:lnTo>
                <a:lnTo>
                  <a:pt x="61762" y="55916"/>
                </a:lnTo>
                <a:lnTo>
                  <a:pt x="61475" y="56265"/>
                </a:lnTo>
                <a:lnTo>
                  <a:pt x="61195" y="56618"/>
                </a:lnTo>
                <a:lnTo>
                  <a:pt x="60923" y="56974"/>
                </a:lnTo>
                <a:lnTo>
                  <a:pt x="60658" y="57332"/>
                </a:lnTo>
                <a:lnTo>
                  <a:pt x="60400" y="57693"/>
                </a:lnTo>
                <a:lnTo>
                  <a:pt x="60150" y="58058"/>
                </a:lnTo>
                <a:lnTo>
                  <a:pt x="59908" y="58425"/>
                </a:lnTo>
                <a:lnTo>
                  <a:pt x="59672" y="58795"/>
                </a:lnTo>
                <a:lnTo>
                  <a:pt x="59444" y="59168"/>
                </a:lnTo>
                <a:lnTo>
                  <a:pt x="59224" y="59545"/>
                </a:lnTo>
                <a:lnTo>
                  <a:pt x="59011" y="59924"/>
                </a:lnTo>
                <a:lnTo>
                  <a:pt x="58806" y="60306"/>
                </a:lnTo>
                <a:lnTo>
                  <a:pt x="58608" y="60689"/>
                </a:lnTo>
                <a:lnTo>
                  <a:pt x="58419" y="61073"/>
                </a:lnTo>
                <a:lnTo>
                  <a:pt x="58238" y="61457"/>
                </a:lnTo>
                <a:lnTo>
                  <a:pt x="58065" y="61842"/>
                </a:lnTo>
                <a:lnTo>
                  <a:pt x="57902" y="62226"/>
                </a:lnTo>
                <a:lnTo>
                  <a:pt x="57746" y="62611"/>
                </a:lnTo>
                <a:lnTo>
                  <a:pt x="57599" y="62997"/>
                </a:lnTo>
                <a:lnTo>
                  <a:pt x="57460" y="63382"/>
                </a:lnTo>
                <a:lnTo>
                  <a:pt x="57330" y="63768"/>
                </a:lnTo>
                <a:lnTo>
                  <a:pt x="57208" y="64154"/>
                </a:lnTo>
                <a:lnTo>
                  <a:pt x="57094" y="64541"/>
                </a:lnTo>
                <a:lnTo>
                  <a:pt x="56989" y="64927"/>
                </a:lnTo>
                <a:lnTo>
                  <a:pt x="56892" y="65314"/>
                </a:lnTo>
                <a:lnTo>
                  <a:pt x="56804" y="65702"/>
                </a:lnTo>
                <a:lnTo>
                  <a:pt x="56724" y="66089"/>
                </a:lnTo>
                <a:lnTo>
                  <a:pt x="56653" y="66477"/>
                </a:lnTo>
                <a:lnTo>
                  <a:pt x="56590" y="66865"/>
                </a:lnTo>
                <a:lnTo>
                  <a:pt x="56535" y="67253"/>
                </a:lnTo>
                <a:lnTo>
                  <a:pt x="56489" y="67642"/>
                </a:lnTo>
                <a:lnTo>
                  <a:pt x="56451" y="68031"/>
                </a:lnTo>
                <a:lnTo>
                  <a:pt x="56421" y="68420"/>
                </a:lnTo>
                <a:lnTo>
                  <a:pt x="56400" y="68810"/>
                </a:lnTo>
                <a:lnTo>
                  <a:pt x="56388" y="69200"/>
                </a:lnTo>
                <a:lnTo>
                  <a:pt x="56384" y="69590"/>
                </a:lnTo>
                <a:lnTo>
                  <a:pt x="71319" y="69590"/>
                </a:lnTo>
                <a:lnTo>
                  <a:pt x="71323" y="69288"/>
                </a:lnTo>
                <a:lnTo>
                  <a:pt x="71335" y="68987"/>
                </a:lnTo>
                <a:lnTo>
                  <a:pt x="71356" y="68689"/>
                </a:lnTo>
                <a:lnTo>
                  <a:pt x="71385" y="68392"/>
                </a:lnTo>
                <a:lnTo>
                  <a:pt x="71422" y="68097"/>
                </a:lnTo>
                <a:lnTo>
                  <a:pt x="71468" y="67803"/>
                </a:lnTo>
                <a:lnTo>
                  <a:pt x="71521" y="67512"/>
                </a:lnTo>
                <a:lnTo>
                  <a:pt x="71583" y="67221"/>
                </a:lnTo>
                <a:lnTo>
                  <a:pt x="71654" y="66933"/>
                </a:lnTo>
                <a:lnTo>
                  <a:pt x="71732" y="66646"/>
                </a:lnTo>
                <a:lnTo>
                  <a:pt x="71819" y="66361"/>
                </a:lnTo>
                <a:lnTo>
                  <a:pt x="71914" y="66078"/>
                </a:lnTo>
                <a:lnTo>
                  <a:pt x="72017" y="65796"/>
                </a:lnTo>
                <a:lnTo>
                  <a:pt x="72129" y="65516"/>
                </a:lnTo>
                <a:lnTo>
                  <a:pt x="72249" y="65238"/>
                </a:lnTo>
                <a:lnTo>
                  <a:pt x="72377" y="64961"/>
                </a:lnTo>
                <a:lnTo>
                  <a:pt x="72514" y="64686"/>
                </a:lnTo>
                <a:lnTo>
                  <a:pt x="72658" y="64413"/>
                </a:lnTo>
                <a:lnTo>
                  <a:pt x="72811" y="64141"/>
                </a:lnTo>
                <a:lnTo>
                  <a:pt x="72973" y="63871"/>
                </a:lnTo>
                <a:lnTo>
                  <a:pt x="73142" y="63603"/>
                </a:lnTo>
                <a:lnTo>
                  <a:pt x="73320" y="63336"/>
                </a:lnTo>
                <a:lnTo>
                  <a:pt x="73506" y="63071"/>
                </a:lnTo>
                <a:lnTo>
                  <a:pt x="73700" y="62808"/>
                </a:lnTo>
                <a:lnTo>
                  <a:pt x="73902" y="62548"/>
                </a:lnTo>
                <a:lnTo>
                  <a:pt x="74110" y="62292"/>
                </a:lnTo>
                <a:lnTo>
                  <a:pt x="74325" y="62040"/>
                </a:lnTo>
                <a:lnTo>
                  <a:pt x="74546" y="61792"/>
                </a:lnTo>
                <a:lnTo>
                  <a:pt x="74773" y="61549"/>
                </a:lnTo>
                <a:lnTo>
                  <a:pt x="75007" y="61310"/>
                </a:lnTo>
                <a:lnTo>
                  <a:pt x="75247" y="61075"/>
                </a:lnTo>
                <a:lnTo>
                  <a:pt x="75494" y="60844"/>
                </a:lnTo>
                <a:lnTo>
                  <a:pt x="75748" y="60617"/>
                </a:lnTo>
                <a:lnTo>
                  <a:pt x="76007" y="60395"/>
                </a:lnTo>
                <a:lnTo>
                  <a:pt x="76273" y="60177"/>
                </a:lnTo>
                <a:lnTo>
                  <a:pt x="76546" y="59962"/>
                </a:lnTo>
                <a:lnTo>
                  <a:pt x="76825" y="59753"/>
                </a:lnTo>
                <a:lnTo>
                  <a:pt x="77111" y="59547"/>
                </a:lnTo>
                <a:lnTo>
                  <a:pt x="77403" y="59346"/>
                </a:lnTo>
                <a:lnTo>
                  <a:pt x="77701" y="59148"/>
                </a:lnTo>
                <a:lnTo>
                  <a:pt x="78006" y="58955"/>
                </a:lnTo>
                <a:lnTo>
                  <a:pt x="78317" y="58767"/>
                </a:lnTo>
                <a:lnTo>
                  <a:pt x="78635" y="58582"/>
                </a:lnTo>
                <a:lnTo>
                  <a:pt x="78959" y="58402"/>
                </a:lnTo>
                <a:lnTo>
                  <a:pt x="79290" y="58226"/>
                </a:lnTo>
                <a:lnTo>
                  <a:pt x="79627" y="58054"/>
                </a:lnTo>
                <a:lnTo>
                  <a:pt x="79970" y="57886"/>
                </a:lnTo>
                <a:lnTo>
                  <a:pt x="80320" y="57722"/>
                </a:lnTo>
                <a:lnTo>
                  <a:pt x="80676" y="57564"/>
                </a:lnTo>
                <a:lnTo>
                  <a:pt x="81036" y="57413"/>
                </a:lnTo>
                <a:lnTo>
                  <a:pt x="81402" y="57268"/>
                </a:lnTo>
                <a:lnTo>
                  <a:pt x="81772" y="57130"/>
                </a:lnTo>
                <a:lnTo>
                  <a:pt x="82147" y="56999"/>
                </a:lnTo>
                <a:lnTo>
                  <a:pt x="82528" y="56875"/>
                </a:lnTo>
                <a:lnTo>
                  <a:pt x="82913" y="56757"/>
                </a:lnTo>
                <a:lnTo>
                  <a:pt x="83303" y="56646"/>
                </a:lnTo>
                <a:lnTo>
                  <a:pt x="83698" y="56542"/>
                </a:lnTo>
                <a:lnTo>
                  <a:pt x="84097" y="56444"/>
                </a:lnTo>
                <a:lnTo>
                  <a:pt x="84502" y="56353"/>
                </a:lnTo>
                <a:lnTo>
                  <a:pt x="84912" y="56269"/>
                </a:lnTo>
                <a:lnTo>
                  <a:pt x="85326" y="56192"/>
                </a:lnTo>
                <a:lnTo>
                  <a:pt x="85746" y="56121"/>
                </a:lnTo>
                <a:lnTo>
                  <a:pt x="86170" y="56057"/>
                </a:lnTo>
                <a:lnTo>
                  <a:pt x="86599" y="56000"/>
                </a:lnTo>
                <a:lnTo>
                  <a:pt x="87033" y="55950"/>
                </a:lnTo>
                <a:lnTo>
                  <a:pt x="87472" y="55906"/>
                </a:lnTo>
                <a:lnTo>
                  <a:pt x="87916" y="55869"/>
                </a:lnTo>
                <a:lnTo>
                  <a:pt x="88365" y="55839"/>
                </a:lnTo>
                <a:lnTo>
                  <a:pt x="88819" y="55815"/>
                </a:lnTo>
                <a:lnTo>
                  <a:pt x="89278" y="55798"/>
                </a:lnTo>
                <a:lnTo>
                  <a:pt x="89741" y="55788"/>
                </a:lnTo>
                <a:lnTo>
                  <a:pt x="90210" y="55785"/>
                </a:lnTo>
                <a:lnTo>
                  <a:pt x="90711" y="55788"/>
                </a:lnTo>
                <a:lnTo>
                  <a:pt x="91205" y="55799"/>
                </a:lnTo>
                <a:lnTo>
                  <a:pt x="91693" y="55817"/>
                </a:lnTo>
                <a:lnTo>
                  <a:pt x="92174" y="55843"/>
                </a:lnTo>
                <a:lnTo>
                  <a:pt x="92648" y="55876"/>
                </a:lnTo>
                <a:lnTo>
                  <a:pt x="93116" y="55916"/>
                </a:lnTo>
                <a:lnTo>
                  <a:pt x="93577" y="55963"/>
                </a:lnTo>
                <a:lnTo>
                  <a:pt x="94031" y="56018"/>
                </a:lnTo>
                <a:lnTo>
                  <a:pt x="94478" y="56080"/>
                </a:lnTo>
                <a:lnTo>
                  <a:pt x="94919" y="56149"/>
                </a:lnTo>
                <a:lnTo>
                  <a:pt x="95353" y="56226"/>
                </a:lnTo>
                <a:lnTo>
                  <a:pt x="95780" y="56309"/>
                </a:lnTo>
                <a:lnTo>
                  <a:pt x="96200" y="56401"/>
                </a:lnTo>
                <a:lnTo>
                  <a:pt x="96614" y="56499"/>
                </a:lnTo>
                <a:lnTo>
                  <a:pt x="97021" y="56605"/>
                </a:lnTo>
                <a:lnTo>
                  <a:pt x="97422" y="56718"/>
                </a:lnTo>
                <a:lnTo>
                  <a:pt x="97815" y="56838"/>
                </a:lnTo>
                <a:lnTo>
                  <a:pt x="98202" y="56965"/>
                </a:lnTo>
                <a:lnTo>
                  <a:pt x="98582" y="57100"/>
                </a:lnTo>
                <a:lnTo>
                  <a:pt x="98955" y="57242"/>
                </a:lnTo>
                <a:lnTo>
                  <a:pt x="99322" y="57392"/>
                </a:lnTo>
                <a:lnTo>
                  <a:pt x="99682" y="57548"/>
                </a:lnTo>
                <a:lnTo>
                  <a:pt x="100035" y="57712"/>
                </a:lnTo>
                <a:lnTo>
                  <a:pt x="100382" y="57884"/>
                </a:lnTo>
                <a:lnTo>
                  <a:pt x="100721" y="58062"/>
                </a:lnTo>
                <a:lnTo>
                  <a:pt x="101054" y="58246"/>
                </a:lnTo>
                <a:lnTo>
                  <a:pt x="101379" y="58436"/>
                </a:lnTo>
                <a:lnTo>
                  <a:pt x="101697" y="58632"/>
                </a:lnTo>
                <a:lnTo>
                  <a:pt x="102008" y="58834"/>
                </a:lnTo>
                <a:lnTo>
                  <a:pt x="102312" y="59042"/>
                </a:lnTo>
                <a:lnTo>
                  <a:pt x="102608" y="59256"/>
                </a:lnTo>
                <a:lnTo>
                  <a:pt x="102898" y="59476"/>
                </a:lnTo>
                <a:lnTo>
                  <a:pt x="103180" y="59702"/>
                </a:lnTo>
                <a:lnTo>
                  <a:pt x="103455" y="59934"/>
                </a:lnTo>
                <a:lnTo>
                  <a:pt x="103723" y="60172"/>
                </a:lnTo>
                <a:lnTo>
                  <a:pt x="103984" y="60417"/>
                </a:lnTo>
                <a:lnTo>
                  <a:pt x="104238" y="60667"/>
                </a:lnTo>
                <a:lnTo>
                  <a:pt x="104485" y="60923"/>
                </a:lnTo>
                <a:lnTo>
                  <a:pt x="104724" y="61185"/>
                </a:lnTo>
                <a:lnTo>
                  <a:pt x="104956" y="61454"/>
                </a:lnTo>
                <a:lnTo>
                  <a:pt x="105182" y="61728"/>
                </a:lnTo>
                <a:lnTo>
                  <a:pt x="105400" y="62008"/>
                </a:lnTo>
                <a:lnTo>
                  <a:pt x="105610" y="62295"/>
                </a:lnTo>
                <a:lnTo>
                  <a:pt x="105814" y="62587"/>
                </a:lnTo>
                <a:lnTo>
                  <a:pt x="106011" y="62886"/>
                </a:lnTo>
                <a:lnTo>
                  <a:pt x="106200" y="63190"/>
                </a:lnTo>
                <a:lnTo>
                  <a:pt x="106382" y="63501"/>
                </a:lnTo>
                <a:lnTo>
                  <a:pt x="106558" y="63817"/>
                </a:lnTo>
                <a:lnTo>
                  <a:pt x="106726" y="64139"/>
                </a:lnTo>
                <a:lnTo>
                  <a:pt x="106886" y="64466"/>
                </a:lnTo>
                <a:lnTo>
                  <a:pt x="107040" y="64797"/>
                </a:lnTo>
                <a:lnTo>
                  <a:pt x="107187" y="65133"/>
                </a:lnTo>
                <a:lnTo>
                  <a:pt x="107326" y="65473"/>
                </a:lnTo>
                <a:lnTo>
                  <a:pt x="107458" y="65818"/>
                </a:lnTo>
                <a:lnTo>
                  <a:pt x="107583" y="66168"/>
                </a:lnTo>
                <a:lnTo>
                  <a:pt x="107701" y="66522"/>
                </a:lnTo>
                <a:lnTo>
                  <a:pt x="107812" y="66881"/>
                </a:lnTo>
                <a:lnTo>
                  <a:pt x="107916" y="67244"/>
                </a:lnTo>
                <a:lnTo>
                  <a:pt x="108012" y="67612"/>
                </a:lnTo>
                <a:lnTo>
                  <a:pt x="108101" y="67985"/>
                </a:lnTo>
                <a:lnTo>
                  <a:pt x="108184" y="68362"/>
                </a:lnTo>
                <a:lnTo>
                  <a:pt x="108259" y="68744"/>
                </a:lnTo>
                <a:lnTo>
                  <a:pt x="108327" y="69131"/>
                </a:lnTo>
                <a:lnTo>
                  <a:pt x="108387" y="69522"/>
                </a:lnTo>
                <a:lnTo>
                  <a:pt x="108441" y="69918"/>
                </a:lnTo>
                <a:lnTo>
                  <a:pt x="108487" y="70319"/>
                </a:lnTo>
                <a:lnTo>
                  <a:pt x="108527" y="70724"/>
                </a:lnTo>
                <a:lnTo>
                  <a:pt x="108559" y="71134"/>
                </a:lnTo>
                <a:lnTo>
                  <a:pt x="108584" y="71548"/>
                </a:lnTo>
                <a:lnTo>
                  <a:pt x="108602" y="71967"/>
                </a:lnTo>
                <a:lnTo>
                  <a:pt x="108613" y="72391"/>
                </a:lnTo>
                <a:lnTo>
                  <a:pt x="108616" y="72819"/>
                </a:lnTo>
                <a:lnTo>
                  <a:pt x="108616" y="79762"/>
                </a:lnTo>
                <a:lnTo>
                  <a:pt x="93842" y="79762"/>
                </a:lnTo>
                <a:lnTo>
                  <a:pt x="93099" y="79765"/>
                </a:lnTo>
                <a:lnTo>
                  <a:pt x="92361" y="79775"/>
                </a:lnTo>
                <a:lnTo>
                  <a:pt x="91629" y="79791"/>
                </a:lnTo>
                <a:lnTo>
                  <a:pt x="90903" y="79813"/>
                </a:lnTo>
                <a:lnTo>
                  <a:pt x="90182" y="79842"/>
                </a:lnTo>
                <a:lnTo>
                  <a:pt x="89468" y="79878"/>
                </a:lnTo>
                <a:lnTo>
                  <a:pt x="88759" y="79920"/>
                </a:lnTo>
                <a:lnTo>
                  <a:pt x="88057" y="79968"/>
                </a:lnTo>
                <a:lnTo>
                  <a:pt x="87360" y="80023"/>
                </a:lnTo>
                <a:lnTo>
                  <a:pt x="86669" y="80084"/>
                </a:lnTo>
                <a:lnTo>
                  <a:pt x="85984" y="80152"/>
                </a:lnTo>
                <a:lnTo>
                  <a:pt x="85305" y="80226"/>
                </a:lnTo>
                <a:lnTo>
                  <a:pt x="84632" y="80306"/>
                </a:lnTo>
                <a:lnTo>
                  <a:pt x="83965" y="80393"/>
                </a:lnTo>
                <a:lnTo>
                  <a:pt x="83303" y="80487"/>
                </a:lnTo>
                <a:lnTo>
                  <a:pt x="82648" y="80587"/>
                </a:lnTo>
                <a:lnTo>
                  <a:pt x="81998" y="80693"/>
                </a:lnTo>
                <a:lnTo>
                  <a:pt x="81355" y="80806"/>
                </a:lnTo>
                <a:lnTo>
                  <a:pt x="80717" y="80925"/>
                </a:lnTo>
                <a:lnTo>
                  <a:pt x="80085" y="81051"/>
                </a:lnTo>
                <a:lnTo>
                  <a:pt x="79459" y="81183"/>
                </a:lnTo>
                <a:lnTo>
                  <a:pt x="78838" y="81322"/>
                </a:lnTo>
                <a:lnTo>
                  <a:pt x="78224" y="81467"/>
                </a:lnTo>
                <a:lnTo>
                  <a:pt x="77616" y="81618"/>
                </a:lnTo>
                <a:lnTo>
                  <a:pt x="77014" y="81776"/>
                </a:lnTo>
                <a:lnTo>
                  <a:pt x="76419" y="81940"/>
                </a:lnTo>
                <a:lnTo>
                  <a:pt x="75832" y="82110"/>
                </a:lnTo>
                <a:lnTo>
                  <a:pt x="75252" y="82286"/>
                </a:lnTo>
                <a:lnTo>
                  <a:pt x="74679" y="82467"/>
                </a:lnTo>
                <a:lnTo>
                  <a:pt x="74114" y="82655"/>
                </a:lnTo>
                <a:lnTo>
                  <a:pt x="73556" y="82849"/>
                </a:lnTo>
                <a:lnTo>
                  <a:pt x="73005" y="83049"/>
                </a:lnTo>
                <a:lnTo>
                  <a:pt x="72462" y="83255"/>
                </a:lnTo>
                <a:lnTo>
                  <a:pt x="71925" y="83467"/>
                </a:lnTo>
                <a:lnTo>
                  <a:pt x="71396" y="83685"/>
                </a:lnTo>
                <a:lnTo>
                  <a:pt x="70875" y="83909"/>
                </a:lnTo>
                <a:lnTo>
                  <a:pt x="70360" y="84139"/>
                </a:lnTo>
                <a:lnTo>
                  <a:pt x="69853" y="84375"/>
                </a:lnTo>
                <a:lnTo>
                  <a:pt x="69353" y="84617"/>
                </a:lnTo>
                <a:lnTo>
                  <a:pt x="68861" y="84866"/>
                </a:lnTo>
                <a:lnTo>
                  <a:pt x="68376" y="85120"/>
                </a:lnTo>
                <a:lnTo>
                  <a:pt x="67898" y="85380"/>
                </a:lnTo>
                <a:lnTo>
                  <a:pt x="67427" y="85646"/>
                </a:lnTo>
                <a:lnTo>
                  <a:pt x="66964" y="85918"/>
                </a:lnTo>
                <a:lnTo>
                  <a:pt x="66508" y="86197"/>
                </a:lnTo>
                <a:lnTo>
                  <a:pt x="66059" y="86481"/>
                </a:lnTo>
                <a:lnTo>
                  <a:pt x="65617" y="86771"/>
                </a:lnTo>
                <a:lnTo>
                  <a:pt x="65183" y="87068"/>
                </a:lnTo>
                <a:lnTo>
                  <a:pt x="64757" y="87370"/>
                </a:lnTo>
                <a:lnTo>
                  <a:pt x="64339" y="87679"/>
                </a:lnTo>
                <a:lnTo>
                  <a:pt x="63929" y="87994"/>
                </a:lnTo>
                <a:lnTo>
                  <a:pt x="63528" y="88315"/>
                </a:lnTo>
                <a:lnTo>
                  <a:pt x="63136" y="88642"/>
                </a:lnTo>
                <a:lnTo>
                  <a:pt x="62751" y="88975"/>
                </a:lnTo>
                <a:lnTo>
                  <a:pt x="62375" y="89314"/>
                </a:lnTo>
                <a:lnTo>
                  <a:pt x="62008" y="89660"/>
                </a:lnTo>
                <a:lnTo>
                  <a:pt x="61649" y="90012"/>
                </a:lnTo>
                <a:lnTo>
                  <a:pt x="61298" y="90370"/>
                </a:lnTo>
                <a:lnTo>
                  <a:pt x="60956" y="90734"/>
                </a:lnTo>
                <a:lnTo>
                  <a:pt x="60622" y="91104"/>
                </a:lnTo>
                <a:lnTo>
                  <a:pt x="60297" y="91481"/>
                </a:lnTo>
                <a:lnTo>
                  <a:pt x="59979" y="91863"/>
                </a:lnTo>
                <a:lnTo>
                  <a:pt x="59671" y="92252"/>
                </a:lnTo>
                <a:lnTo>
                  <a:pt x="59371" y="92647"/>
                </a:lnTo>
                <a:lnTo>
                  <a:pt x="59079" y="93048"/>
                </a:lnTo>
                <a:lnTo>
                  <a:pt x="58795" y="93455"/>
                </a:lnTo>
                <a:lnTo>
                  <a:pt x="58520" y="93869"/>
                </a:lnTo>
                <a:lnTo>
                  <a:pt x="58254" y="94289"/>
                </a:lnTo>
                <a:lnTo>
                  <a:pt x="57996" y="94714"/>
                </a:lnTo>
                <a:lnTo>
                  <a:pt x="57746" y="95146"/>
                </a:lnTo>
                <a:lnTo>
                  <a:pt x="57505" y="95584"/>
                </a:lnTo>
                <a:lnTo>
                  <a:pt x="57272" y="96029"/>
                </a:lnTo>
                <a:lnTo>
                  <a:pt x="57048" y="96479"/>
                </a:lnTo>
                <a:lnTo>
                  <a:pt x="56833" y="96935"/>
                </a:lnTo>
                <a:lnTo>
                  <a:pt x="56628" y="97397"/>
                </a:lnTo>
                <a:lnTo>
                  <a:pt x="56433" y="97864"/>
                </a:lnTo>
                <a:lnTo>
                  <a:pt x="56247" y="98338"/>
                </a:lnTo>
                <a:lnTo>
                  <a:pt x="56071" y="98816"/>
                </a:lnTo>
                <a:lnTo>
                  <a:pt x="55904" y="99301"/>
                </a:lnTo>
                <a:lnTo>
                  <a:pt x="55747" y="99792"/>
                </a:lnTo>
                <a:lnTo>
                  <a:pt x="55599" y="100288"/>
                </a:lnTo>
                <a:lnTo>
                  <a:pt x="55461" y="100790"/>
                </a:lnTo>
                <a:lnTo>
                  <a:pt x="55332" y="101298"/>
                </a:lnTo>
                <a:lnTo>
                  <a:pt x="55213" y="101811"/>
                </a:lnTo>
                <a:lnTo>
                  <a:pt x="55103" y="102330"/>
                </a:lnTo>
                <a:lnTo>
                  <a:pt x="55003" y="102855"/>
                </a:lnTo>
                <a:lnTo>
                  <a:pt x="54913" y="103386"/>
                </a:lnTo>
                <a:lnTo>
                  <a:pt x="54832" y="103922"/>
                </a:lnTo>
                <a:lnTo>
                  <a:pt x="54760" y="104465"/>
                </a:lnTo>
                <a:lnTo>
                  <a:pt x="54698" y="105013"/>
                </a:lnTo>
                <a:lnTo>
                  <a:pt x="54646" y="105566"/>
                </a:lnTo>
                <a:lnTo>
                  <a:pt x="54603" y="106126"/>
                </a:lnTo>
                <a:lnTo>
                  <a:pt x="54570" y="106691"/>
                </a:lnTo>
                <a:lnTo>
                  <a:pt x="54546" y="107262"/>
                </a:lnTo>
                <a:lnTo>
                  <a:pt x="54532" y="107838"/>
                </a:lnTo>
                <a:lnTo>
                  <a:pt x="54527" y="108421"/>
                </a:lnTo>
                <a:lnTo>
                  <a:pt x="54533" y="109024"/>
                </a:lnTo>
                <a:lnTo>
                  <a:pt x="54552" y="109622"/>
                </a:lnTo>
                <a:lnTo>
                  <a:pt x="54584" y="110215"/>
                </a:lnTo>
                <a:lnTo>
                  <a:pt x="54629" y="110804"/>
                </a:lnTo>
                <a:lnTo>
                  <a:pt x="54686" y="111387"/>
                </a:lnTo>
                <a:lnTo>
                  <a:pt x="54756" y="111965"/>
                </a:lnTo>
                <a:lnTo>
                  <a:pt x="54839" y="112539"/>
                </a:lnTo>
                <a:lnTo>
                  <a:pt x="54935" y="113108"/>
                </a:lnTo>
                <a:lnTo>
                  <a:pt x="55043" y="113672"/>
                </a:lnTo>
                <a:lnTo>
                  <a:pt x="55165" y="114230"/>
                </a:lnTo>
                <a:lnTo>
                  <a:pt x="55298" y="114784"/>
                </a:lnTo>
                <a:lnTo>
                  <a:pt x="55445" y="115333"/>
                </a:lnTo>
                <a:lnTo>
                  <a:pt x="55605" y="115878"/>
                </a:lnTo>
                <a:lnTo>
                  <a:pt x="55777" y="116417"/>
                </a:lnTo>
                <a:lnTo>
                  <a:pt x="55962" y="116951"/>
                </a:lnTo>
                <a:lnTo>
                  <a:pt x="56159" y="117481"/>
                </a:lnTo>
                <a:lnTo>
                  <a:pt x="56370" y="118005"/>
                </a:lnTo>
                <a:lnTo>
                  <a:pt x="56593" y="118525"/>
                </a:lnTo>
                <a:lnTo>
                  <a:pt x="56829" y="119040"/>
                </a:lnTo>
                <a:lnTo>
                  <a:pt x="57078" y="119549"/>
                </a:lnTo>
                <a:lnTo>
                  <a:pt x="57339" y="120054"/>
                </a:lnTo>
                <a:lnTo>
                  <a:pt x="57613" y="120554"/>
                </a:lnTo>
                <a:lnTo>
                  <a:pt x="57900" y="121049"/>
                </a:lnTo>
                <a:lnTo>
                  <a:pt x="58200" y="121540"/>
                </a:lnTo>
                <a:lnTo>
                  <a:pt x="58511" y="122023"/>
                </a:lnTo>
                <a:lnTo>
                  <a:pt x="58833" y="122499"/>
                </a:lnTo>
                <a:lnTo>
                  <a:pt x="59165" y="122966"/>
                </a:lnTo>
                <a:lnTo>
                  <a:pt x="59507" y="123424"/>
                </a:lnTo>
                <a:lnTo>
                  <a:pt x="59860" y="123875"/>
                </a:lnTo>
                <a:lnTo>
                  <a:pt x="60223" y="124317"/>
                </a:lnTo>
                <a:lnTo>
                  <a:pt x="60597" y="124751"/>
                </a:lnTo>
                <a:lnTo>
                  <a:pt x="60981" y="125177"/>
                </a:lnTo>
                <a:lnTo>
                  <a:pt x="61375" y="125594"/>
                </a:lnTo>
                <a:lnTo>
                  <a:pt x="61780" y="126004"/>
                </a:lnTo>
                <a:lnTo>
                  <a:pt x="62195" y="126404"/>
                </a:lnTo>
                <a:lnTo>
                  <a:pt x="62620" y="126797"/>
                </a:lnTo>
                <a:lnTo>
                  <a:pt x="63056" y="127182"/>
                </a:lnTo>
                <a:lnTo>
                  <a:pt x="63502" y="127558"/>
                </a:lnTo>
                <a:lnTo>
                  <a:pt x="63958" y="127925"/>
                </a:lnTo>
                <a:lnTo>
                  <a:pt x="64425" y="128285"/>
                </a:lnTo>
                <a:lnTo>
                  <a:pt x="64902" y="128636"/>
                </a:lnTo>
                <a:lnTo>
                  <a:pt x="65390" y="128979"/>
                </a:lnTo>
                <a:lnTo>
                  <a:pt x="65888" y="129314"/>
                </a:lnTo>
                <a:lnTo>
                  <a:pt x="66396" y="129641"/>
                </a:lnTo>
                <a:lnTo>
                  <a:pt x="66915" y="129959"/>
                </a:lnTo>
                <a:lnTo>
                  <a:pt x="67444" y="130269"/>
                </a:lnTo>
                <a:lnTo>
                  <a:pt x="67984" y="130571"/>
                </a:lnTo>
                <a:lnTo>
                  <a:pt x="68534" y="130864"/>
                </a:lnTo>
                <a:lnTo>
                  <a:pt x="69092" y="131147"/>
                </a:lnTo>
                <a:lnTo>
                  <a:pt x="69659" y="131418"/>
                </a:lnTo>
                <a:lnTo>
                  <a:pt x="70233" y="131678"/>
                </a:lnTo>
                <a:lnTo>
                  <a:pt x="70815" y="131925"/>
                </a:lnTo>
                <a:lnTo>
                  <a:pt x="71405" y="132160"/>
                </a:lnTo>
                <a:lnTo>
                  <a:pt x="72002" y="132383"/>
                </a:lnTo>
                <a:lnTo>
                  <a:pt x="72608" y="132594"/>
                </a:lnTo>
                <a:lnTo>
                  <a:pt x="73220" y="132792"/>
                </a:lnTo>
                <a:lnTo>
                  <a:pt x="73841" y="132979"/>
                </a:lnTo>
                <a:lnTo>
                  <a:pt x="74469" y="133154"/>
                </a:lnTo>
                <a:lnTo>
                  <a:pt x="75105" y="133317"/>
                </a:lnTo>
                <a:lnTo>
                  <a:pt x="75749" y="133467"/>
                </a:lnTo>
                <a:lnTo>
                  <a:pt x="76400" y="133606"/>
                </a:lnTo>
                <a:lnTo>
                  <a:pt x="77059" y="133733"/>
                </a:lnTo>
                <a:lnTo>
                  <a:pt x="77726" y="133847"/>
                </a:lnTo>
                <a:lnTo>
                  <a:pt x="78401" y="133950"/>
                </a:lnTo>
                <a:lnTo>
                  <a:pt x="79083" y="134040"/>
                </a:lnTo>
                <a:lnTo>
                  <a:pt x="79773" y="134118"/>
                </a:lnTo>
                <a:lnTo>
                  <a:pt x="80470" y="134185"/>
                </a:lnTo>
                <a:lnTo>
                  <a:pt x="81176" y="134239"/>
                </a:lnTo>
                <a:lnTo>
                  <a:pt x="81889" y="134281"/>
                </a:lnTo>
                <a:lnTo>
                  <a:pt x="82609" y="134311"/>
                </a:lnTo>
                <a:lnTo>
                  <a:pt x="83338" y="134329"/>
                </a:lnTo>
                <a:lnTo>
                  <a:pt x="84074" y="134335"/>
                </a:lnTo>
                <a:lnTo>
                  <a:pt x="84664" y="134331"/>
                </a:lnTo>
                <a:lnTo>
                  <a:pt x="85248" y="134318"/>
                </a:lnTo>
                <a:lnTo>
                  <a:pt x="85828" y="134297"/>
                </a:lnTo>
                <a:lnTo>
                  <a:pt x="86403" y="134267"/>
                </a:lnTo>
                <a:lnTo>
                  <a:pt x="86973" y="134228"/>
                </a:lnTo>
                <a:lnTo>
                  <a:pt x="87538" y="134181"/>
                </a:lnTo>
                <a:lnTo>
                  <a:pt x="88098" y="134126"/>
                </a:lnTo>
                <a:lnTo>
                  <a:pt x="88653" y="134062"/>
                </a:lnTo>
                <a:lnTo>
                  <a:pt x="89204" y="133989"/>
                </a:lnTo>
                <a:lnTo>
                  <a:pt x="89749" y="133908"/>
                </a:lnTo>
                <a:lnTo>
                  <a:pt x="90290" y="133818"/>
                </a:lnTo>
                <a:lnTo>
                  <a:pt x="90825" y="133720"/>
                </a:lnTo>
                <a:lnTo>
                  <a:pt x="91356" y="133613"/>
                </a:lnTo>
                <a:lnTo>
                  <a:pt x="91882" y="133497"/>
                </a:lnTo>
                <a:lnTo>
                  <a:pt x="92403" y="133374"/>
                </a:lnTo>
                <a:lnTo>
                  <a:pt x="92919" y="133241"/>
                </a:lnTo>
                <a:lnTo>
                  <a:pt x="93430" y="133100"/>
                </a:lnTo>
                <a:lnTo>
                  <a:pt x="93936" y="132950"/>
                </a:lnTo>
                <a:lnTo>
                  <a:pt x="94437" y="132792"/>
                </a:lnTo>
                <a:lnTo>
                  <a:pt x="94933" y="132625"/>
                </a:lnTo>
                <a:lnTo>
                  <a:pt x="95425" y="132450"/>
                </a:lnTo>
                <a:lnTo>
                  <a:pt x="95911" y="132266"/>
                </a:lnTo>
                <a:lnTo>
                  <a:pt x="96393" y="132074"/>
                </a:lnTo>
                <a:lnTo>
                  <a:pt x="96870" y="131873"/>
                </a:lnTo>
                <a:lnTo>
                  <a:pt x="97342" y="131666"/>
                </a:lnTo>
                <a:lnTo>
                  <a:pt x="97808" y="131454"/>
                </a:lnTo>
                <a:lnTo>
                  <a:pt x="98269" y="131237"/>
                </a:lnTo>
                <a:lnTo>
                  <a:pt x="98724" y="131016"/>
                </a:lnTo>
                <a:lnTo>
                  <a:pt x="99175" y="130791"/>
                </a:lnTo>
                <a:lnTo>
                  <a:pt x="99620" y="130561"/>
                </a:lnTo>
                <a:lnTo>
                  <a:pt x="100059" y="130327"/>
                </a:lnTo>
                <a:lnTo>
                  <a:pt x="100494" y="130088"/>
                </a:lnTo>
                <a:lnTo>
                  <a:pt x="100923" y="129845"/>
                </a:lnTo>
                <a:lnTo>
                  <a:pt x="101346" y="129597"/>
                </a:lnTo>
                <a:lnTo>
                  <a:pt x="101765" y="129345"/>
                </a:lnTo>
                <a:lnTo>
                  <a:pt x="102178" y="129088"/>
                </a:lnTo>
                <a:lnTo>
                  <a:pt x="102586" y="128827"/>
                </a:lnTo>
                <a:lnTo>
                  <a:pt x="102988" y="128561"/>
                </a:lnTo>
                <a:lnTo>
                  <a:pt x="103385" y="128291"/>
                </a:lnTo>
                <a:lnTo>
                  <a:pt x="103777" y="128016"/>
                </a:lnTo>
                <a:lnTo>
                  <a:pt x="104163" y="127737"/>
                </a:lnTo>
                <a:lnTo>
                  <a:pt x="104544" y="127453"/>
                </a:lnTo>
                <a:lnTo>
                  <a:pt x="104920" y="127165"/>
                </a:lnTo>
                <a:lnTo>
                  <a:pt x="105291" y="126872"/>
                </a:lnTo>
                <a:lnTo>
                  <a:pt x="105656" y="126575"/>
                </a:lnTo>
                <a:lnTo>
                  <a:pt x="106015" y="126274"/>
                </a:lnTo>
                <a:lnTo>
                  <a:pt x="106370" y="125967"/>
                </a:lnTo>
                <a:lnTo>
                  <a:pt x="106719" y="125657"/>
                </a:lnTo>
                <a:lnTo>
                  <a:pt x="107063" y="125343"/>
                </a:lnTo>
                <a:lnTo>
                  <a:pt x="107400" y="125029"/>
                </a:lnTo>
                <a:lnTo>
                  <a:pt x="107733" y="124713"/>
                </a:lnTo>
                <a:lnTo>
                  <a:pt x="108059" y="124395"/>
                </a:lnTo>
                <a:lnTo>
                  <a:pt x="108379" y="124077"/>
                </a:lnTo>
                <a:lnTo>
                  <a:pt x="108694" y="123757"/>
                </a:lnTo>
                <a:lnTo>
                  <a:pt x="108956" y="123486"/>
                </a:lnTo>
                <a:lnTo>
                  <a:pt x="108979" y="123697"/>
                </a:lnTo>
                <a:lnTo>
                  <a:pt x="109021" y="124045"/>
                </a:lnTo>
                <a:close/>
                <a:moveTo>
                  <a:pt x="108473" y="108475"/>
                </a:moveTo>
                <a:lnTo>
                  <a:pt x="108288" y="108818"/>
                </a:lnTo>
                <a:lnTo>
                  <a:pt x="108094" y="109163"/>
                </a:lnTo>
                <a:lnTo>
                  <a:pt x="107890" y="109508"/>
                </a:lnTo>
                <a:lnTo>
                  <a:pt x="107675" y="109854"/>
                </a:lnTo>
                <a:lnTo>
                  <a:pt x="107451" y="110201"/>
                </a:lnTo>
                <a:lnTo>
                  <a:pt x="107217" y="110548"/>
                </a:lnTo>
                <a:lnTo>
                  <a:pt x="106973" y="110897"/>
                </a:lnTo>
                <a:lnTo>
                  <a:pt x="106719" y="111246"/>
                </a:lnTo>
                <a:lnTo>
                  <a:pt x="106456" y="111594"/>
                </a:lnTo>
                <a:lnTo>
                  <a:pt x="106186" y="111937"/>
                </a:lnTo>
                <a:lnTo>
                  <a:pt x="105909" y="112276"/>
                </a:lnTo>
                <a:lnTo>
                  <a:pt x="105624" y="112610"/>
                </a:lnTo>
                <a:lnTo>
                  <a:pt x="105331" y="112940"/>
                </a:lnTo>
                <a:lnTo>
                  <a:pt x="105031" y="113265"/>
                </a:lnTo>
                <a:lnTo>
                  <a:pt x="104724" y="113585"/>
                </a:lnTo>
                <a:lnTo>
                  <a:pt x="104409" y="113902"/>
                </a:lnTo>
                <a:lnTo>
                  <a:pt x="104087" y="114213"/>
                </a:lnTo>
                <a:lnTo>
                  <a:pt x="103757" y="114521"/>
                </a:lnTo>
                <a:lnTo>
                  <a:pt x="103420" y="114823"/>
                </a:lnTo>
                <a:lnTo>
                  <a:pt x="103076" y="115122"/>
                </a:lnTo>
                <a:lnTo>
                  <a:pt x="102724" y="115415"/>
                </a:lnTo>
                <a:lnTo>
                  <a:pt x="102365" y="115705"/>
                </a:lnTo>
                <a:lnTo>
                  <a:pt x="101998" y="115989"/>
                </a:lnTo>
                <a:lnTo>
                  <a:pt x="101624" y="116270"/>
                </a:lnTo>
                <a:lnTo>
                  <a:pt x="101242" y="116546"/>
                </a:lnTo>
                <a:lnTo>
                  <a:pt x="100853" y="116817"/>
                </a:lnTo>
                <a:lnTo>
                  <a:pt x="100457" y="117084"/>
                </a:lnTo>
                <a:lnTo>
                  <a:pt x="100053" y="117346"/>
                </a:lnTo>
                <a:lnTo>
                  <a:pt x="99642" y="117604"/>
                </a:lnTo>
                <a:lnTo>
                  <a:pt x="99223" y="117857"/>
                </a:lnTo>
                <a:lnTo>
                  <a:pt x="98797" y="118106"/>
                </a:lnTo>
                <a:lnTo>
                  <a:pt x="98363" y="118351"/>
                </a:lnTo>
                <a:lnTo>
                  <a:pt x="97923" y="118588"/>
                </a:lnTo>
                <a:lnTo>
                  <a:pt x="97478" y="118815"/>
                </a:lnTo>
                <a:lnTo>
                  <a:pt x="97026" y="119032"/>
                </a:lnTo>
                <a:lnTo>
                  <a:pt x="96569" y="119239"/>
                </a:lnTo>
                <a:lnTo>
                  <a:pt x="96107" y="119436"/>
                </a:lnTo>
                <a:lnTo>
                  <a:pt x="95639" y="119622"/>
                </a:lnTo>
                <a:lnTo>
                  <a:pt x="95165" y="119799"/>
                </a:lnTo>
                <a:lnTo>
                  <a:pt x="94686" y="119965"/>
                </a:lnTo>
                <a:lnTo>
                  <a:pt x="94201" y="120122"/>
                </a:lnTo>
                <a:lnTo>
                  <a:pt x="93710" y="120268"/>
                </a:lnTo>
                <a:lnTo>
                  <a:pt x="93214" y="120404"/>
                </a:lnTo>
                <a:lnTo>
                  <a:pt x="92712" y="120530"/>
                </a:lnTo>
                <a:lnTo>
                  <a:pt x="92205" y="120646"/>
                </a:lnTo>
                <a:lnTo>
                  <a:pt x="91692" y="120752"/>
                </a:lnTo>
                <a:lnTo>
                  <a:pt x="91173" y="120848"/>
                </a:lnTo>
                <a:lnTo>
                  <a:pt x="90649" y="120934"/>
                </a:lnTo>
                <a:lnTo>
                  <a:pt x="90119" y="121010"/>
                </a:lnTo>
                <a:lnTo>
                  <a:pt x="89584" y="121075"/>
                </a:lnTo>
                <a:lnTo>
                  <a:pt x="89043" y="121131"/>
                </a:lnTo>
                <a:lnTo>
                  <a:pt x="88496" y="121176"/>
                </a:lnTo>
                <a:lnTo>
                  <a:pt x="87944" y="121212"/>
                </a:lnTo>
                <a:lnTo>
                  <a:pt x="87386" y="121237"/>
                </a:lnTo>
                <a:lnTo>
                  <a:pt x="86823" y="121252"/>
                </a:lnTo>
                <a:lnTo>
                  <a:pt x="86254" y="121257"/>
                </a:lnTo>
                <a:lnTo>
                  <a:pt x="85799" y="121254"/>
                </a:lnTo>
                <a:lnTo>
                  <a:pt x="85351" y="121243"/>
                </a:lnTo>
                <a:lnTo>
                  <a:pt x="84909" y="121226"/>
                </a:lnTo>
                <a:lnTo>
                  <a:pt x="84472" y="121202"/>
                </a:lnTo>
                <a:lnTo>
                  <a:pt x="84042" y="121171"/>
                </a:lnTo>
                <a:lnTo>
                  <a:pt x="83617" y="121133"/>
                </a:lnTo>
                <a:lnTo>
                  <a:pt x="83199" y="121089"/>
                </a:lnTo>
                <a:lnTo>
                  <a:pt x="82787" y="121037"/>
                </a:lnTo>
                <a:lnTo>
                  <a:pt x="82381" y="120979"/>
                </a:lnTo>
                <a:lnTo>
                  <a:pt x="81980" y="120914"/>
                </a:lnTo>
                <a:lnTo>
                  <a:pt x="81586" y="120842"/>
                </a:lnTo>
                <a:lnTo>
                  <a:pt x="81198" y="120763"/>
                </a:lnTo>
                <a:lnTo>
                  <a:pt x="80816" y="120677"/>
                </a:lnTo>
                <a:lnTo>
                  <a:pt x="80440" y="120584"/>
                </a:lnTo>
                <a:lnTo>
                  <a:pt x="80070" y="120484"/>
                </a:lnTo>
                <a:lnTo>
                  <a:pt x="79706" y="120378"/>
                </a:lnTo>
                <a:lnTo>
                  <a:pt x="79348" y="120265"/>
                </a:lnTo>
                <a:lnTo>
                  <a:pt x="78996" y="120144"/>
                </a:lnTo>
                <a:lnTo>
                  <a:pt x="78650" y="120017"/>
                </a:lnTo>
                <a:lnTo>
                  <a:pt x="78310" y="119883"/>
                </a:lnTo>
                <a:lnTo>
                  <a:pt x="77976" y="119743"/>
                </a:lnTo>
                <a:lnTo>
                  <a:pt x="77648" y="119595"/>
                </a:lnTo>
                <a:lnTo>
                  <a:pt x="77326" y="119441"/>
                </a:lnTo>
                <a:lnTo>
                  <a:pt x="77010" y="119279"/>
                </a:lnTo>
                <a:lnTo>
                  <a:pt x="76701" y="119112"/>
                </a:lnTo>
                <a:lnTo>
                  <a:pt x="76398" y="118940"/>
                </a:lnTo>
                <a:lnTo>
                  <a:pt x="76101" y="118763"/>
                </a:lnTo>
                <a:lnTo>
                  <a:pt x="75812" y="118581"/>
                </a:lnTo>
                <a:lnTo>
                  <a:pt x="75528" y="118394"/>
                </a:lnTo>
                <a:lnTo>
                  <a:pt x="75252" y="118202"/>
                </a:lnTo>
                <a:lnTo>
                  <a:pt x="74982" y="118005"/>
                </a:lnTo>
                <a:lnTo>
                  <a:pt x="74718" y="117804"/>
                </a:lnTo>
                <a:lnTo>
                  <a:pt x="74462" y="117597"/>
                </a:lnTo>
                <a:lnTo>
                  <a:pt x="74211" y="117386"/>
                </a:lnTo>
                <a:lnTo>
                  <a:pt x="73968" y="117169"/>
                </a:lnTo>
                <a:lnTo>
                  <a:pt x="73731" y="116948"/>
                </a:lnTo>
                <a:lnTo>
                  <a:pt x="73500" y="116722"/>
                </a:lnTo>
                <a:lnTo>
                  <a:pt x="73276" y="116491"/>
                </a:lnTo>
                <a:lnTo>
                  <a:pt x="73059" y="116255"/>
                </a:lnTo>
                <a:lnTo>
                  <a:pt x="72848" y="116014"/>
                </a:lnTo>
                <a:lnTo>
                  <a:pt x="72644" y="115768"/>
                </a:lnTo>
                <a:lnTo>
                  <a:pt x="72446" y="115518"/>
                </a:lnTo>
                <a:lnTo>
                  <a:pt x="72255" y="115262"/>
                </a:lnTo>
                <a:lnTo>
                  <a:pt x="72071" y="115002"/>
                </a:lnTo>
                <a:lnTo>
                  <a:pt x="71893" y="114736"/>
                </a:lnTo>
                <a:lnTo>
                  <a:pt x="71722" y="114466"/>
                </a:lnTo>
                <a:lnTo>
                  <a:pt x="71557" y="114191"/>
                </a:lnTo>
                <a:lnTo>
                  <a:pt x="71399" y="113911"/>
                </a:lnTo>
                <a:lnTo>
                  <a:pt x="71248" y="113627"/>
                </a:lnTo>
                <a:lnTo>
                  <a:pt x="71103" y="113340"/>
                </a:lnTo>
                <a:lnTo>
                  <a:pt x="70964" y="113052"/>
                </a:lnTo>
                <a:lnTo>
                  <a:pt x="70832" y="112760"/>
                </a:lnTo>
                <a:lnTo>
                  <a:pt x="70706" y="112466"/>
                </a:lnTo>
                <a:lnTo>
                  <a:pt x="70587" y="112170"/>
                </a:lnTo>
                <a:lnTo>
                  <a:pt x="70474" y="111871"/>
                </a:lnTo>
                <a:lnTo>
                  <a:pt x="70368" y="111569"/>
                </a:lnTo>
                <a:lnTo>
                  <a:pt x="70268" y="111265"/>
                </a:lnTo>
                <a:lnTo>
                  <a:pt x="70174" y="110959"/>
                </a:lnTo>
                <a:lnTo>
                  <a:pt x="70087" y="110650"/>
                </a:lnTo>
                <a:lnTo>
                  <a:pt x="70007" y="110338"/>
                </a:lnTo>
                <a:lnTo>
                  <a:pt x="69933" y="110024"/>
                </a:lnTo>
                <a:lnTo>
                  <a:pt x="69865" y="109708"/>
                </a:lnTo>
                <a:lnTo>
                  <a:pt x="69804" y="109388"/>
                </a:lnTo>
                <a:lnTo>
                  <a:pt x="69749" y="109067"/>
                </a:lnTo>
                <a:lnTo>
                  <a:pt x="69701" y="108743"/>
                </a:lnTo>
                <a:lnTo>
                  <a:pt x="69659" y="108416"/>
                </a:lnTo>
                <a:lnTo>
                  <a:pt x="69623" y="108087"/>
                </a:lnTo>
                <a:lnTo>
                  <a:pt x="69594" y="107755"/>
                </a:lnTo>
                <a:lnTo>
                  <a:pt x="69572" y="107421"/>
                </a:lnTo>
                <a:lnTo>
                  <a:pt x="69556" y="107084"/>
                </a:lnTo>
                <a:lnTo>
                  <a:pt x="69546" y="106744"/>
                </a:lnTo>
                <a:lnTo>
                  <a:pt x="69543" y="106403"/>
                </a:lnTo>
                <a:lnTo>
                  <a:pt x="69546" y="106068"/>
                </a:lnTo>
                <a:lnTo>
                  <a:pt x="69555" y="105737"/>
                </a:lnTo>
                <a:lnTo>
                  <a:pt x="69570" y="105409"/>
                </a:lnTo>
                <a:lnTo>
                  <a:pt x="69592" y="105085"/>
                </a:lnTo>
                <a:lnTo>
                  <a:pt x="69620" y="104765"/>
                </a:lnTo>
                <a:lnTo>
                  <a:pt x="69654" y="104447"/>
                </a:lnTo>
                <a:lnTo>
                  <a:pt x="69694" y="104134"/>
                </a:lnTo>
                <a:lnTo>
                  <a:pt x="69740" y="103824"/>
                </a:lnTo>
                <a:lnTo>
                  <a:pt x="69792" y="103517"/>
                </a:lnTo>
                <a:lnTo>
                  <a:pt x="69851" y="103214"/>
                </a:lnTo>
                <a:lnTo>
                  <a:pt x="69916" y="102914"/>
                </a:lnTo>
                <a:lnTo>
                  <a:pt x="69987" y="102618"/>
                </a:lnTo>
                <a:lnTo>
                  <a:pt x="70064" y="102326"/>
                </a:lnTo>
                <a:lnTo>
                  <a:pt x="70147" y="102037"/>
                </a:lnTo>
                <a:lnTo>
                  <a:pt x="70236" y="101751"/>
                </a:lnTo>
                <a:lnTo>
                  <a:pt x="70332" y="101469"/>
                </a:lnTo>
                <a:lnTo>
                  <a:pt x="70434" y="101191"/>
                </a:lnTo>
                <a:lnTo>
                  <a:pt x="70542" y="100915"/>
                </a:lnTo>
                <a:lnTo>
                  <a:pt x="70656" y="100644"/>
                </a:lnTo>
                <a:lnTo>
                  <a:pt x="70776" y="100376"/>
                </a:lnTo>
                <a:lnTo>
                  <a:pt x="70902" y="100111"/>
                </a:lnTo>
                <a:lnTo>
                  <a:pt x="71035" y="99850"/>
                </a:lnTo>
                <a:lnTo>
                  <a:pt x="71174" y="99593"/>
                </a:lnTo>
                <a:lnTo>
                  <a:pt x="71319" y="99339"/>
                </a:lnTo>
                <a:lnTo>
                  <a:pt x="71470" y="99088"/>
                </a:lnTo>
                <a:lnTo>
                  <a:pt x="71626" y="98841"/>
                </a:lnTo>
                <a:lnTo>
                  <a:pt x="71788" y="98598"/>
                </a:lnTo>
                <a:lnTo>
                  <a:pt x="71956" y="98358"/>
                </a:lnTo>
                <a:lnTo>
                  <a:pt x="72129" y="98121"/>
                </a:lnTo>
                <a:lnTo>
                  <a:pt x="72308" y="97888"/>
                </a:lnTo>
                <a:lnTo>
                  <a:pt x="72492" y="97659"/>
                </a:lnTo>
                <a:lnTo>
                  <a:pt x="72682" y="97433"/>
                </a:lnTo>
                <a:lnTo>
                  <a:pt x="72878" y="97210"/>
                </a:lnTo>
                <a:lnTo>
                  <a:pt x="73079" y="96991"/>
                </a:lnTo>
                <a:lnTo>
                  <a:pt x="73286" y="96776"/>
                </a:lnTo>
                <a:lnTo>
                  <a:pt x="73498" y="96564"/>
                </a:lnTo>
                <a:lnTo>
                  <a:pt x="73717" y="96355"/>
                </a:lnTo>
                <a:lnTo>
                  <a:pt x="73940" y="96150"/>
                </a:lnTo>
                <a:lnTo>
                  <a:pt x="74170" y="95949"/>
                </a:lnTo>
                <a:lnTo>
                  <a:pt x="74404" y="95751"/>
                </a:lnTo>
                <a:lnTo>
                  <a:pt x="74645" y="95556"/>
                </a:lnTo>
                <a:lnTo>
                  <a:pt x="74891" y="95365"/>
                </a:lnTo>
                <a:lnTo>
                  <a:pt x="75143" y="95178"/>
                </a:lnTo>
                <a:lnTo>
                  <a:pt x="75400" y="94994"/>
                </a:lnTo>
                <a:lnTo>
                  <a:pt x="75663" y="94813"/>
                </a:lnTo>
                <a:lnTo>
                  <a:pt x="75932" y="94636"/>
                </a:lnTo>
                <a:lnTo>
                  <a:pt x="76206" y="94463"/>
                </a:lnTo>
                <a:lnTo>
                  <a:pt x="76485" y="94293"/>
                </a:lnTo>
                <a:lnTo>
                  <a:pt x="76771" y="94127"/>
                </a:lnTo>
                <a:lnTo>
                  <a:pt x="77062" y="93964"/>
                </a:lnTo>
                <a:lnTo>
                  <a:pt x="77358" y="93804"/>
                </a:lnTo>
                <a:lnTo>
                  <a:pt x="77661" y="93648"/>
                </a:lnTo>
                <a:lnTo>
                  <a:pt x="77968" y="93496"/>
                </a:lnTo>
                <a:lnTo>
                  <a:pt x="78282" y="93347"/>
                </a:lnTo>
                <a:lnTo>
                  <a:pt x="78601" y="93202"/>
                </a:lnTo>
                <a:lnTo>
                  <a:pt x="78925" y="93060"/>
                </a:lnTo>
                <a:lnTo>
                  <a:pt x="79256" y="92921"/>
                </a:lnTo>
                <a:lnTo>
                  <a:pt x="79591" y="92786"/>
                </a:lnTo>
                <a:lnTo>
                  <a:pt x="79933" y="92655"/>
                </a:lnTo>
                <a:lnTo>
                  <a:pt x="80280" y="92527"/>
                </a:lnTo>
                <a:lnTo>
                  <a:pt x="80632" y="92403"/>
                </a:lnTo>
                <a:lnTo>
                  <a:pt x="80991" y="92282"/>
                </a:lnTo>
                <a:lnTo>
                  <a:pt x="81355" y="92164"/>
                </a:lnTo>
                <a:lnTo>
                  <a:pt x="81724" y="92051"/>
                </a:lnTo>
                <a:lnTo>
                  <a:pt x="82099" y="91940"/>
                </a:lnTo>
                <a:lnTo>
                  <a:pt x="82480" y="91833"/>
                </a:lnTo>
                <a:lnTo>
                  <a:pt x="82866" y="91730"/>
                </a:lnTo>
                <a:lnTo>
                  <a:pt x="83258" y="91630"/>
                </a:lnTo>
                <a:lnTo>
                  <a:pt x="83655" y="91534"/>
                </a:lnTo>
                <a:lnTo>
                  <a:pt x="84058" y="91441"/>
                </a:lnTo>
                <a:lnTo>
                  <a:pt x="84467" y="91352"/>
                </a:lnTo>
                <a:lnTo>
                  <a:pt x="84881" y="91266"/>
                </a:lnTo>
                <a:lnTo>
                  <a:pt x="85301" y="91183"/>
                </a:lnTo>
                <a:lnTo>
                  <a:pt x="85725" y="91105"/>
                </a:lnTo>
                <a:lnTo>
                  <a:pt x="86154" y="91029"/>
                </a:lnTo>
                <a:lnTo>
                  <a:pt x="86588" y="90957"/>
                </a:lnTo>
                <a:lnTo>
                  <a:pt x="87027" y="90889"/>
                </a:lnTo>
                <a:lnTo>
                  <a:pt x="87470" y="90824"/>
                </a:lnTo>
                <a:lnTo>
                  <a:pt x="87918" y="90763"/>
                </a:lnTo>
                <a:lnTo>
                  <a:pt x="88371" y="90705"/>
                </a:lnTo>
                <a:lnTo>
                  <a:pt x="88828" y="90651"/>
                </a:lnTo>
                <a:lnTo>
                  <a:pt x="89291" y="90600"/>
                </a:lnTo>
                <a:lnTo>
                  <a:pt x="89758" y="90553"/>
                </a:lnTo>
                <a:lnTo>
                  <a:pt x="90230" y="90509"/>
                </a:lnTo>
                <a:lnTo>
                  <a:pt x="90706" y="90469"/>
                </a:lnTo>
                <a:lnTo>
                  <a:pt x="91188" y="90432"/>
                </a:lnTo>
                <a:lnTo>
                  <a:pt x="91674" y="90398"/>
                </a:lnTo>
                <a:lnTo>
                  <a:pt x="92165" y="90369"/>
                </a:lnTo>
                <a:lnTo>
                  <a:pt x="92661" y="90342"/>
                </a:lnTo>
                <a:lnTo>
                  <a:pt x="93161" y="90320"/>
                </a:lnTo>
                <a:lnTo>
                  <a:pt x="93667" y="90300"/>
                </a:lnTo>
                <a:lnTo>
                  <a:pt x="94177" y="90285"/>
                </a:lnTo>
                <a:lnTo>
                  <a:pt x="94691" y="90272"/>
                </a:lnTo>
                <a:lnTo>
                  <a:pt x="95211" y="90264"/>
                </a:lnTo>
                <a:lnTo>
                  <a:pt x="95735" y="90258"/>
                </a:lnTo>
                <a:lnTo>
                  <a:pt x="96264" y="90257"/>
                </a:lnTo>
                <a:lnTo>
                  <a:pt x="108616" y="90257"/>
                </a:lnTo>
                <a:lnTo>
                  <a:pt x="108616" y="108193"/>
                </a:lnTo>
                <a:lnTo>
                  <a:pt x="108473" y="108475"/>
                </a:lnTo>
                <a:close/>
                <a:moveTo>
                  <a:pt x="247" y="94327"/>
                </a:moveTo>
                <a:lnTo>
                  <a:pt x="337" y="95725"/>
                </a:lnTo>
                <a:lnTo>
                  <a:pt x="440" y="97110"/>
                </a:lnTo>
                <a:lnTo>
                  <a:pt x="556" y="98484"/>
                </a:lnTo>
                <a:lnTo>
                  <a:pt x="687" y="99846"/>
                </a:lnTo>
                <a:lnTo>
                  <a:pt x="831" y="101197"/>
                </a:lnTo>
                <a:lnTo>
                  <a:pt x="989" y="102535"/>
                </a:lnTo>
                <a:lnTo>
                  <a:pt x="1161" y="103862"/>
                </a:lnTo>
                <a:lnTo>
                  <a:pt x="1346" y="105177"/>
                </a:lnTo>
                <a:lnTo>
                  <a:pt x="1545" y="106480"/>
                </a:lnTo>
                <a:lnTo>
                  <a:pt x="1758" y="107772"/>
                </a:lnTo>
                <a:lnTo>
                  <a:pt x="1985" y="109051"/>
                </a:lnTo>
                <a:lnTo>
                  <a:pt x="2225" y="110319"/>
                </a:lnTo>
                <a:lnTo>
                  <a:pt x="2479" y="111575"/>
                </a:lnTo>
                <a:lnTo>
                  <a:pt x="2747" y="112820"/>
                </a:lnTo>
                <a:lnTo>
                  <a:pt x="3029" y="114052"/>
                </a:lnTo>
                <a:lnTo>
                  <a:pt x="3324" y="115273"/>
                </a:lnTo>
                <a:lnTo>
                  <a:pt x="3633" y="116482"/>
                </a:lnTo>
                <a:lnTo>
                  <a:pt x="3956" y="117680"/>
                </a:lnTo>
                <a:lnTo>
                  <a:pt x="4289" y="118865"/>
                </a:lnTo>
                <a:lnTo>
                  <a:pt x="4630" y="120037"/>
                </a:lnTo>
                <a:lnTo>
                  <a:pt x="4979" y="121198"/>
                </a:lnTo>
                <a:lnTo>
                  <a:pt x="5335" y="122345"/>
                </a:lnTo>
                <a:lnTo>
                  <a:pt x="5699" y="123481"/>
                </a:lnTo>
                <a:lnTo>
                  <a:pt x="6070" y="124603"/>
                </a:lnTo>
                <a:lnTo>
                  <a:pt x="6449" y="125714"/>
                </a:lnTo>
                <a:lnTo>
                  <a:pt x="6835" y="126811"/>
                </a:lnTo>
                <a:lnTo>
                  <a:pt x="7229" y="127897"/>
                </a:lnTo>
                <a:lnTo>
                  <a:pt x="7631" y="128970"/>
                </a:lnTo>
                <a:lnTo>
                  <a:pt x="8040" y="130030"/>
                </a:lnTo>
                <a:lnTo>
                  <a:pt x="8457" y="131078"/>
                </a:lnTo>
                <a:lnTo>
                  <a:pt x="8881" y="132113"/>
                </a:lnTo>
                <a:lnTo>
                  <a:pt x="9313" y="133136"/>
                </a:lnTo>
                <a:lnTo>
                  <a:pt x="9752" y="134146"/>
                </a:lnTo>
                <a:lnTo>
                  <a:pt x="10199" y="135144"/>
                </a:lnTo>
                <a:lnTo>
                  <a:pt x="10653" y="136130"/>
                </a:lnTo>
                <a:lnTo>
                  <a:pt x="11116" y="137103"/>
                </a:lnTo>
                <a:lnTo>
                  <a:pt x="11585" y="138063"/>
                </a:lnTo>
                <a:lnTo>
                  <a:pt x="12062" y="139011"/>
                </a:lnTo>
                <a:lnTo>
                  <a:pt x="12547" y="139947"/>
                </a:lnTo>
                <a:lnTo>
                  <a:pt x="13040" y="140870"/>
                </a:lnTo>
                <a:lnTo>
                  <a:pt x="13540" y="141780"/>
                </a:lnTo>
                <a:lnTo>
                  <a:pt x="14047" y="142678"/>
                </a:lnTo>
                <a:lnTo>
                  <a:pt x="14559" y="143564"/>
                </a:lnTo>
                <a:lnTo>
                  <a:pt x="15074" y="144437"/>
                </a:lnTo>
                <a:lnTo>
                  <a:pt x="15591" y="145297"/>
                </a:lnTo>
                <a:lnTo>
                  <a:pt x="16110" y="146145"/>
                </a:lnTo>
                <a:lnTo>
                  <a:pt x="16632" y="146980"/>
                </a:lnTo>
                <a:lnTo>
                  <a:pt x="17155" y="147802"/>
                </a:lnTo>
                <a:lnTo>
                  <a:pt x="17681" y="148612"/>
                </a:lnTo>
                <a:lnTo>
                  <a:pt x="18209" y="149409"/>
                </a:lnTo>
                <a:lnTo>
                  <a:pt x="18740" y="150193"/>
                </a:lnTo>
                <a:lnTo>
                  <a:pt x="19272" y="150965"/>
                </a:lnTo>
                <a:lnTo>
                  <a:pt x="19807" y="151725"/>
                </a:lnTo>
                <a:lnTo>
                  <a:pt x="20344" y="152471"/>
                </a:lnTo>
                <a:lnTo>
                  <a:pt x="20883" y="153205"/>
                </a:lnTo>
                <a:lnTo>
                  <a:pt x="21425" y="153927"/>
                </a:lnTo>
                <a:lnTo>
                  <a:pt x="21969" y="154636"/>
                </a:lnTo>
                <a:lnTo>
                  <a:pt x="22515" y="155332"/>
                </a:lnTo>
                <a:lnTo>
                  <a:pt x="23063" y="156015"/>
                </a:lnTo>
                <a:lnTo>
                  <a:pt x="23614" y="156686"/>
                </a:lnTo>
                <a:lnTo>
                  <a:pt x="24166" y="157344"/>
                </a:lnTo>
                <a:lnTo>
                  <a:pt x="24721" y="157990"/>
                </a:lnTo>
                <a:lnTo>
                  <a:pt x="25279" y="158623"/>
                </a:lnTo>
                <a:lnTo>
                  <a:pt x="25838" y="159244"/>
                </a:lnTo>
                <a:lnTo>
                  <a:pt x="26400" y="159851"/>
                </a:lnTo>
                <a:lnTo>
                  <a:pt x="26964" y="160447"/>
                </a:lnTo>
                <a:lnTo>
                  <a:pt x="27527" y="161029"/>
                </a:lnTo>
                <a:lnTo>
                  <a:pt x="28087" y="161597"/>
                </a:lnTo>
                <a:lnTo>
                  <a:pt x="28643" y="162152"/>
                </a:lnTo>
                <a:lnTo>
                  <a:pt x="29195" y="162693"/>
                </a:lnTo>
                <a:lnTo>
                  <a:pt x="29744" y="163221"/>
                </a:lnTo>
                <a:lnTo>
                  <a:pt x="30289" y="163735"/>
                </a:lnTo>
                <a:lnTo>
                  <a:pt x="30830" y="164236"/>
                </a:lnTo>
                <a:lnTo>
                  <a:pt x="31368" y="164722"/>
                </a:lnTo>
                <a:lnTo>
                  <a:pt x="31902" y="165196"/>
                </a:lnTo>
                <a:lnTo>
                  <a:pt x="32433" y="165655"/>
                </a:lnTo>
                <a:lnTo>
                  <a:pt x="32960" y="166102"/>
                </a:lnTo>
                <a:lnTo>
                  <a:pt x="33483" y="166534"/>
                </a:lnTo>
                <a:lnTo>
                  <a:pt x="34002" y="166953"/>
                </a:lnTo>
                <a:lnTo>
                  <a:pt x="34518" y="167358"/>
                </a:lnTo>
                <a:lnTo>
                  <a:pt x="35031" y="167750"/>
                </a:lnTo>
                <a:lnTo>
                  <a:pt x="35539" y="168128"/>
                </a:lnTo>
                <a:lnTo>
                  <a:pt x="36044" y="168493"/>
                </a:lnTo>
                <a:lnTo>
                  <a:pt x="36546" y="168844"/>
                </a:lnTo>
                <a:lnTo>
                  <a:pt x="37043" y="169181"/>
                </a:lnTo>
                <a:lnTo>
                  <a:pt x="37537" y="169505"/>
                </a:lnTo>
                <a:lnTo>
                  <a:pt x="38028" y="169815"/>
                </a:lnTo>
                <a:lnTo>
                  <a:pt x="38515" y="170112"/>
                </a:lnTo>
                <a:lnTo>
                  <a:pt x="38998" y="170395"/>
                </a:lnTo>
                <a:lnTo>
                  <a:pt x="39477" y="170664"/>
                </a:lnTo>
                <a:lnTo>
                  <a:pt x="42626" y="161617"/>
                </a:lnTo>
                <a:lnTo>
                  <a:pt x="42229" y="161290"/>
                </a:lnTo>
                <a:lnTo>
                  <a:pt x="41831" y="160952"/>
                </a:lnTo>
                <a:lnTo>
                  <a:pt x="41433" y="160606"/>
                </a:lnTo>
                <a:lnTo>
                  <a:pt x="41035" y="160250"/>
                </a:lnTo>
                <a:lnTo>
                  <a:pt x="40636" y="159885"/>
                </a:lnTo>
                <a:lnTo>
                  <a:pt x="40237" y="159510"/>
                </a:lnTo>
                <a:lnTo>
                  <a:pt x="39837" y="159126"/>
                </a:lnTo>
                <a:lnTo>
                  <a:pt x="39437" y="158733"/>
                </a:lnTo>
                <a:lnTo>
                  <a:pt x="39036" y="158330"/>
                </a:lnTo>
                <a:lnTo>
                  <a:pt x="38635" y="157918"/>
                </a:lnTo>
                <a:lnTo>
                  <a:pt x="38234" y="157496"/>
                </a:lnTo>
                <a:lnTo>
                  <a:pt x="37832" y="157065"/>
                </a:lnTo>
                <a:lnTo>
                  <a:pt x="37430" y="156624"/>
                </a:lnTo>
                <a:lnTo>
                  <a:pt x="37027" y="156174"/>
                </a:lnTo>
                <a:lnTo>
                  <a:pt x="36624" y="155715"/>
                </a:lnTo>
                <a:lnTo>
                  <a:pt x="36221" y="155246"/>
                </a:lnTo>
                <a:lnTo>
                  <a:pt x="35817" y="154768"/>
                </a:lnTo>
                <a:lnTo>
                  <a:pt x="35413" y="154280"/>
                </a:lnTo>
                <a:lnTo>
                  <a:pt x="35008" y="153783"/>
                </a:lnTo>
                <a:lnTo>
                  <a:pt x="34603" y="153277"/>
                </a:lnTo>
                <a:lnTo>
                  <a:pt x="34198" y="152761"/>
                </a:lnTo>
                <a:lnTo>
                  <a:pt x="33792" y="152236"/>
                </a:lnTo>
                <a:lnTo>
                  <a:pt x="33385" y="151702"/>
                </a:lnTo>
                <a:lnTo>
                  <a:pt x="32978" y="151158"/>
                </a:lnTo>
                <a:lnTo>
                  <a:pt x="32573" y="150604"/>
                </a:lnTo>
                <a:lnTo>
                  <a:pt x="32170" y="150041"/>
                </a:lnTo>
                <a:lnTo>
                  <a:pt x="31770" y="149468"/>
                </a:lnTo>
                <a:lnTo>
                  <a:pt x="31373" y="148886"/>
                </a:lnTo>
                <a:lnTo>
                  <a:pt x="30978" y="148294"/>
                </a:lnTo>
                <a:lnTo>
                  <a:pt x="30587" y="147692"/>
                </a:lnTo>
                <a:lnTo>
                  <a:pt x="30198" y="147081"/>
                </a:lnTo>
                <a:lnTo>
                  <a:pt x="29812" y="146460"/>
                </a:lnTo>
                <a:lnTo>
                  <a:pt x="29429" y="145829"/>
                </a:lnTo>
                <a:lnTo>
                  <a:pt x="29048" y="145189"/>
                </a:lnTo>
                <a:lnTo>
                  <a:pt x="28671" y="144538"/>
                </a:lnTo>
                <a:lnTo>
                  <a:pt x="28296" y="143879"/>
                </a:lnTo>
                <a:lnTo>
                  <a:pt x="27924" y="143209"/>
                </a:lnTo>
                <a:lnTo>
                  <a:pt x="27555" y="142530"/>
                </a:lnTo>
                <a:lnTo>
                  <a:pt x="27188" y="141841"/>
                </a:lnTo>
                <a:lnTo>
                  <a:pt x="26825" y="141142"/>
                </a:lnTo>
                <a:lnTo>
                  <a:pt x="26464" y="140434"/>
                </a:lnTo>
                <a:lnTo>
                  <a:pt x="26106" y="139716"/>
                </a:lnTo>
                <a:lnTo>
                  <a:pt x="25751" y="138989"/>
                </a:lnTo>
                <a:lnTo>
                  <a:pt x="25399" y="138252"/>
                </a:lnTo>
                <a:lnTo>
                  <a:pt x="25049" y="137505"/>
                </a:lnTo>
                <a:lnTo>
                  <a:pt x="24702" y="136748"/>
                </a:lnTo>
                <a:lnTo>
                  <a:pt x="24358" y="135982"/>
                </a:lnTo>
                <a:lnTo>
                  <a:pt x="24017" y="135206"/>
                </a:lnTo>
                <a:lnTo>
                  <a:pt x="23680" y="134420"/>
                </a:lnTo>
                <a:lnTo>
                  <a:pt x="23349" y="133624"/>
                </a:lnTo>
                <a:lnTo>
                  <a:pt x="23023" y="132818"/>
                </a:lnTo>
                <a:lnTo>
                  <a:pt x="22702" y="132001"/>
                </a:lnTo>
                <a:lnTo>
                  <a:pt x="22387" y="131175"/>
                </a:lnTo>
                <a:lnTo>
                  <a:pt x="22077" y="130338"/>
                </a:lnTo>
                <a:lnTo>
                  <a:pt x="21773" y="129491"/>
                </a:lnTo>
                <a:lnTo>
                  <a:pt x="21474" y="128633"/>
                </a:lnTo>
                <a:lnTo>
                  <a:pt x="21181" y="127766"/>
                </a:lnTo>
                <a:lnTo>
                  <a:pt x="20893" y="126888"/>
                </a:lnTo>
                <a:lnTo>
                  <a:pt x="20611" y="126000"/>
                </a:lnTo>
                <a:lnTo>
                  <a:pt x="20334" y="125101"/>
                </a:lnTo>
                <a:lnTo>
                  <a:pt x="20063" y="124193"/>
                </a:lnTo>
                <a:lnTo>
                  <a:pt x="19797" y="123274"/>
                </a:lnTo>
                <a:lnTo>
                  <a:pt x="19536" y="122345"/>
                </a:lnTo>
                <a:lnTo>
                  <a:pt x="19281" y="121405"/>
                </a:lnTo>
                <a:lnTo>
                  <a:pt x="19032" y="120456"/>
                </a:lnTo>
                <a:lnTo>
                  <a:pt x="18787" y="119496"/>
                </a:lnTo>
                <a:lnTo>
                  <a:pt x="18549" y="118526"/>
                </a:lnTo>
                <a:lnTo>
                  <a:pt x="18316" y="117546"/>
                </a:lnTo>
                <a:lnTo>
                  <a:pt x="18088" y="116555"/>
                </a:lnTo>
                <a:lnTo>
                  <a:pt x="17866" y="115554"/>
                </a:lnTo>
                <a:lnTo>
                  <a:pt x="17649" y="114543"/>
                </a:lnTo>
                <a:lnTo>
                  <a:pt x="17438" y="113522"/>
                </a:lnTo>
                <a:lnTo>
                  <a:pt x="17234" y="112490"/>
                </a:lnTo>
                <a:lnTo>
                  <a:pt x="17038" y="111448"/>
                </a:lnTo>
                <a:lnTo>
                  <a:pt x="16851" y="110395"/>
                </a:lnTo>
                <a:lnTo>
                  <a:pt x="16673" y="109332"/>
                </a:lnTo>
                <a:lnTo>
                  <a:pt x="16504" y="108258"/>
                </a:lnTo>
                <a:lnTo>
                  <a:pt x="16343" y="107173"/>
                </a:lnTo>
                <a:lnTo>
                  <a:pt x="16191" y="106078"/>
                </a:lnTo>
                <a:lnTo>
                  <a:pt x="16047" y="104973"/>
                </a:lnTo>
                <a:lnTo>
                  <a:pt x="15913" y="103857"/>
                </a:lnTo>
                <a:lnTo>
                  <a:pt x="15787" y="102731"/>
                </a:lnTo>
                <a:lnTo>
                  <a:pt x="15669" y="101594"/>
                </a:lnTo>
                <a:lnTo>
                  <a:pt x="15561" y="100446"/>
                </a:lnTo>
                <a:lnTo>
                  <a:pt x="15461" y="99288"/>
                </a:lnTo>
                <a:lnTo>
                  <a:pt x="15370" y="98120"/>
                </a:lnTo>
                <a:lnTo>
                  <a:pt x="15287" y="96941"/>
                </a:lnTo>
                <a:lnTo>
                  <a:pt x="15213" y="95751"/>
                </a:lnTo>
                <a:lnTo>
                  <a:pt x="15148" y="94551"/>
                </a:lnTo>
                <a:lnTo>
                  <a:pt x="15092" y="93341"/>
                </a:lnTo>
                <a:lnTo>
                  <a:pt x="15044" y="92120"/>
                </a:lnTo>
                <a:lnTo>
                  <a:pt x="15005" y="90888"/>
                </a:lnTo>
                <a:lnTo>
                  <a:pt x="14974" y="89646"/>
                </a:lnTo>
                <a:lnTo>
                  <a:pt x="14952" y="88393"/>
                </a:lnTo>
                <a:lnTo>
                  <a:pt x="14939" y="87130"/>
                </a:lnTo>
                <a:lnTo>
                  <a:pt x="14935" y="85857"/>
                </a:lnTo>
                <a:lnTo>
                  <a:pt x="14935" y="84727"/>
                </a:lnTo>
                <a:lnTo>
                  <a:pt x="14939" y="83453"/>
                </a:lnTo>
                <a:lnTo>
                  <a:pt x="14952" y="82190"/>
                </a:lnTo>
                <a:lnTo>
                  <a:pt x="14974" y="80938"/>
                </a:lnTo>
                <a:lnTo>
                  <a:pt x="15005" y="79696"/>
                </a:lnTo>
                <a:lnTo>
                  <a:pt x="15044" y="78465"/>
                </a:lnTo>
                <a:lnTo>
                  <a:pt x="15092" y="77245"/>
                </a:lnTo>
                <a:lnTo>
                  <a:pt x="15148" y="76036"/>
                </a:lnTo>
                <a:lnTo>
                  <a:pt x="15213" y="74837"/>
                </a:lnTo>
                <a:lnTo>
                  <a:pt x="15287" y="73649"/>
                </a:lnTo>
                <a:lnTo>
                  <a:pt x="15370" y="72471"/>
                </a:lnTo>
                <a:lnTo>
                  <a:pt x="15461" y="71304"/>
                </a:lnTo>
                <a:lnTo>
                  <a:pt x="15561" y="70148"/>
                </a:lnTo>
                <a:lnTo>
                  <a:pt x="15669" y="69002"/>
                </a:lnTo>
                <a:lnTo>
                  <a:pt x="15787" y="67867"/>
                </a:lnTo>
                <a:lnTo>
                  <a:pt x="15913" y="66743"/>
                </a:lnTo>
                <a:lnTo>
                  <a:pt x="16047" y="65629"/>
                </a:lnTo>
                <a:lnTo>
                  <a:pt x="16191" y="64526"/>
                </a:lnTo>
                <a:lnTo>
                  <a:pt x="16343" y="63434"/>
                </a:lnTo>
                <a:lnTo>
                  <a:pt x="16504" y="62352"/>
                </a:lnTo>
                <a:lnTo>
                  <a:pt x="16673" y="61281"/>
                </a:lnTo>
                <a:lnTo>
                  <a:pt x="16851" y="60221"/>
                </a:lnTo>
                <a:lnTo>
                  <a:pt x="17038" y="59171"/>
                </a:lnTo>
                <a:lnTo>
                  <a:pt x="17234" y="58132"/>
                </a:lnTo>
                <a:lnTo>
                  <a:pt x="17438" y="57104"/>
                </a:lnTo>
                <a:lnTo>
                  <a:pt x="17649" y="56086"/>
                </a:lnTo>
                <a:lnTo>
                  <a:pt x="17866" y="55078"/>
                </a:lnTo>
                <a:lnTo>
                  <a:pt x="18088" y="54081"/>
                </a:lnTo>
                <a:lnTo>
                  <a:pt x="18316" y="53094"/>
                </a:lnTo>
                <a:lnTo>
                  <a:pt x="18549" y="52118"/>
                </a:lnTo>
                <a:lnTo>
                  <a:pt x="18787" y="51152"/>
                </a:lnTo>
                <a:lnTo>
                  <a:pt x="19032" y="50196"/>
                </a:lnTo>
                <a:lnTo>
                  <a:pt x="19281" y="49251"/>
                </a:lnTo>
                <a:lnTo>
                  <a:pt x="19536" y="48316"/>
                </a:lnTo>
                <a:lnTo>
                  <a:pt x="19797" y="47391"/>
                </a:lnTo>
                <a:lnTo>
                  <a:pt x="20063" y="46477"/>
                </a:lnTo>
                <a:lnTo>
                  <a:pt x="20334" y="45574"/>
                </a:lnTo>
                <a:lnTo>
                  <a:pt x="20611" y="44680"/>
                </a:lnTo>
                <a:lnTo>
                  <a:pt x="20893" y="43797"/>
                </a:lnTo>
                <a:lnTo>
                  <a:pt x="21181" y="42925"/>
                </a:lnTo>
                <a:lnTo>
                  <a:pt x="21474" y="42062"/>
                </a:lnTo>
                <a:lnTo>
                  <a:pt x="21773" y="41211"/>
                </a:lnTo>
                <a:lnTo>
                  <a:pt x="22077" y="40369"/>
                </a:lnTo>
                <a:lnTo>
                  <a:pt x="22387" y="39538"/>
                </a:lnTo>
                <a:lnTo>
                  <a:pt x="22702" y="38718"/>
                </a:lnTo>
                <a:lnTo>
                  <a:pt x="23023" y="37907"/>
                </a:lnTo>
                <a:lnTo>
                  <a:pt x="23349" y="37108"/>
                </a:lnTo>
                <a:lnTo>
                  <a:pt x="23680" y="36318"/>
                </a:lnTo>
                <a:lnTo>
                  <a:pt x="24017" y="35539"/>
                </a:lnTo>
                <a:lnTo>
                  <a:pt x="24358" y="34770"/>
                </a:lnTo>
                <a:lnTo>
                  <a:pt x="24702" y="34011"/>
                </a:lnTo>
                <a:lnTo>
                  <a:pt x="25049" y="33262"/>
                </a:lnTo>
                <a:lnTo>
                  <a:pt x="25399" y="32523"/>
                </a:lnTo>
                <a:lnTo>
                  <a:pt x="25751" y="31795"/>
                </a:lnTo>
                <a:lnTo>
                  <a:pt x="26106" y="31076"/>
                </a:lnTo>
                <a:lnTo>
                  <a:pt x="26464" y="30368"/>
                </a:lnTo>
                <a:lnTo>
                  <a:pt x="26825" y="29670"/>
                </a:lnTo>
                <a:lnTo>
                  <a:pt x="27188" y="28981"/>
                </a:lnTo>
                <a:lnTo>
                  <a:pt x="27555" y="28303"/>
                </a:lnTo>
                <a:lnTo>
                  <a:pt x="27924" y="27635"/>
                </a:lnTo>
                <a:lnTo>
                  <a:pt x="28296" y="26977"/>
                </a:lnTo>
                <a:lnTo>
                  <a:pt x="28671" y="26329"/>
                </a:lnTo>
                <a:lnTo>
                  <a:pt x="29048" y="25692"/>
                </a:lnTo>
                <a:lnTo>
                  <a:pt x="29429" y="25064"/>
                </a:lnTo>
                <a:lnTo>
                  <a:pt x="29812" y="24446"/>
                </a:lnTo>
                <a:lnTo>
                  <a:pt x="30198" y="23839"/>
                </a:lnTo>
                <a:lnTo>
                  <a:pt x="30587" y="23242"/>
                </a:lnTo>
                <a:lnTo>
                  <a:pt x="30978" y="22654"/>
                </a:lnTo>
                <a:lnTo>
                  <a:pt x="31373" y="22077"/>
                </a:lnTo>
                <a:lnTo>
                  <a:pt x="31770" y="21510"/>
                </a:lnTo>
                <a:lnTo>
                  <a:pt x="32170" y="20953"/>
                </a:lnTo>
                <a:lnTo>
                  <a:pt x="32573" y="20406"/>
                </a:lnTo>
                <a:lnTo>
                  <a:pt x="32978" y="19870"/>
                </a:lnTo>
                <a:lnTo>
                  <a:pt x="33385" y="19343"/>
                </a:lnTo>
                <a:lnTo>
                  <a:pt x="33792" y="18825"/>
                </a:lnTo>
                <a:lnTo>
                  <a:pt x="34198" y="18318"/>
                </a:lnTo>
                <a:lnTo>
                  <a:pt x="34603" y="17819"/>
                </a:lnTo>
                <a:lnTo>
                  <a:pt x="35008" y="17330"/>
                </a:lnTo>
                <a:lnTo>
                  <a:pt x="35413" y="16851"/>
                </a:lnTo>
                <a:lnTo>
                  <a:pt x="35817" y="16381"/>
                </a:lnTo>
                <a:lnTo>
                  <a:pt x="36221" y="15921"/>
                </a:lnTo>
                <a:lnTo>
                  <a:pt x="36624" y="15471"/>
                </a:lnTo>
                <a:lnTo>
                  <a:pt x="37027" y="15029"/>
                </a:lnTo>
                <a:lnTo>
                  <a:pt x="37430" y="14598"/>
                </a:lnTo>
                <a:lnTo>
                  <a:pt x="37832" y="14176"/>
                </a:lnTo>
                <a:lnTo>
                  <a:pt x="38234" y="13763"/>
                </a:lnTo>
                <a:lnTo>
                  <a:pt x="38635" y="13360"/>
                </a:lnTo>
                <a:lnTo>
                  <a:pt x="39036" y="12967"/>
                </a:lnTo>
                <a:lnTo>
                  <a:pt x="39437" y="12583"/>
                </a:lnTo>
                <a:lnTo>
                  <a:pt x="39837" y="12208"/>
                </a:lnTo>
                <a:lnTo>
                  <a:pt x="40237" y="11843"/>
                </a:lnTo>
                <a:lnTo>
                  <a:pt x="40636" y="11488"/>
                </a:lnTo>
                <a:lnTo>
                  <a:pt x="41035" y="11142"/>
                </a:lnTo>
                <a:lnTo>
                  <a:pt x="41433" y="10806"/>
                </a:lnTo>
                <a:lnTo>
                  <a:pt x="41831" y="10479"/>
                </a:lnTo>
                <a:lnTo>
                  <a:pt x="42229" y="10162"/>
                </a:lnTo>
                <a:lnTo>
                  <a:pt x="42626" y="9854"/>
                </a:lnTo>
                <a:lnTo>
                  <a:pt x="39477" y="0"/>
                </a:lnTo>
                <a:lnTo>
                  <a:pt x="38998" y="269"/>
                </a:lnTo>
                <a:lnTo>
                  <a:pt x="38515" y="552"/>
                </a:lnTo>
                <a:lnTo>
                  <a:pt x="38028" y="849"/>
                </a:lnTo>
                <a:lnTo>
                  <a:pt x="37537" y="1159"/>
                </a:lnTo>
                <a:lnTo>
                  <a:pt x="37043" y="1483"/>
                </a:lnTo>
                <a:lnTo>
                  <a:pt x="36546" y="1820"/>
                </a:lnTo>
                <a:lnTo>
                  <a:pt x="36044" y="2171"/>
                </a:lnTo>
                <a:lnTo>
                  <a:pt x="35539" y="2536"/>
                </a:lnTo>
                <a:lnTo>
                  <a:pt x="35031" y="2914"/>
                </a:lnTo>
                <a:lnTo>
                  <a:pt x="34518" y="3306"/>
                </a:lnTo>
                <a:lnTo>
                  <a:pt x="34002" y="3711"/>
                </a:lnTo>
                <a:lnTo>
                  <a:pt x="33483" y="4130"/>
                </a:lnTo>
                <a:lnTo>
                  <a:pt x="32960" y="4562"/>
                </a:lnTo>
                <a:lnTo>
                  <a:pt x="32433" y="5009"/>
                </a:lnTo>
                <a:lnTo>
                  <a:pt x="31902" y="5468"/>
                </a:lnTo>
                <a:lnTo>
                  <a:pt x="31368" y="5942"/>
                </a:lnTo>
                <a:lnTo>
                  <a:pt x="30830" y="6428"/>
                </a:lnTo>
                <a:lnTo>
                  <a:pt x="30289" y="6929"/>
                </a:lnTo>
                <a:lnTo>
                  <a:pt x="29744" y="7443"/>
                </a:lnTo>
                <a:lnTo>
                  <a:pt x="29195" y="7971"/>
                </a:lnTo>
                <a:lnTo>
                  <a:pt x="28643" y="8512"/>
                </a:lnTo>
                <a:lnTo>
                  <a:pt x="28087" y="9067"/>
                </a:lnTo>
                <a:lnTo>
                  <a:pt x="27527" y="9635"/>
                </a:lnTo>
                <a:lnTo>
                  <a:pt x="26964" y="10217"/>
                </a:lnTo>
                <a:lnTo>
                  <a:pt x="26400" y="10813"/>
                </a:lnTo>
                <a:lnTo>
                  <a:pt x="25838" y="11421"/>
                </a:lnTo>
                <a:lnTo>
                  <a:pt x="25279" y="12041"/>
                </a:lnTo>
                <a:lnTo>
                  <a:pt x="24721" y="12675"/>
                </a:lnTo>
                <a:lnTo>
                  <a:pt x="24166" y="13321"/>
                </a:lnTo>
                <a:lnTo>
                  <a:pt x="23614" y="13980"/>
                </a:lnTo>
                <a:lnTo>
                  <a:pt x="23063" y="14652"/>
                </a:lnTo>
                <a:lnTo>
                  <a:pt x="22515" y="15337"/>
                </a:lnTo>
                <a:lnTo>
                  <a:pt x="21969" y="16034"/>
                </a:lnTo>
                <a:lnTo>
                  <a:pt x="21425" y="16744"/>
                </a:lnTo>
                <a:lnTo>
                  <a:pt x="20883" y="17467"/>
                </a:lnTo>
                <a:lnTo>
                  <a:pt x="20344" y="18203"/>
                </a:lnTo>
                <a:lnTo>
                  <a:pt x="19807" y="18951"/>
                </a:lnTo>
                <a:lnTo>
                  <a:pt x="19272" y="19712"/>
                </a:lnTo>
                <a:lnTo>
                  <a:pt x="18740" y="20486"/>
                </a:lnTo>
                <a:lnTo>
                  <a:pt x="18209" y="21273"/>
                </a:lnTo>
                <a:lnTo>
                  <a:pt x="17681" y="22072"/>
                </a:lnTo>
                <a:lnTo>
                  <a:pt x="17155" y="22885"/>
                </a:lnTo>
                <a:lnTo>
                  <a:pt x="16632" y="23710"/>
                </a:lnTo>
                <a:lnTo>
                  <a:pt x="16110" y="24547"/>
                </a:lnTo>
                <a:lnTo>
                  <a:pt x="15591" y="25398"/>
                </a:lnTo>
                <a:lnTo>
                  <a:pt x="15074" y="26261"/>
                </a:lnTo>
                <a:lnTo>
                  <a:pt x="14559" y="27137"/>
                </a:lnTo>
                <a:lnTo>
                  <a:pt x="14047" y="28026"/>
                </a:lnTo>
                <a:lnTo>
                  <a:pt x="13540" y="28927"/>
                </a:lnTo>
                <a:lnTo>
                  <a:pt x="13040" y="29841"/>
                </a:lnTo>
                <a:lnTo>
                  <a:pt x="12547" y="30767"/>
                </a:lnTo>
                <a:lnTo>
                  <a:pt x="12062" y="31704"/>
                </a:lnTo>
                <a:lnTo>
                  <a:pt x="11585" y="32654"/>
                </a:lnTo>
                <a:lnTo>
                  <a:pt x="11116" y="33617"/>
                </a:lnTo>
                <a:lnTo>
                  <a:pt x="10653" y="34591"/>
                </a:lnTo>
                <a:lnTo>
                  <a:pt x="10199" y="35578"/>
                </a:lnTo>
                <a:lnTo>
                  <a:pt x="9752" y="36577"/>
                </a:lnTo>
                <a:lnTo>
                  <a:pt x="9313" y="37588"/>
                </a:lnTo>
                <a:lnTo>
                  <a:pt x="8881" y="38611"/>
                </a:lnTo>
                <a:lnTo>
                  <a:pt x="8457" y="39647"/>
                </a:lnTo>
                <a:lnTo>
                  <a:pt x="8040" y="40695"/>
                </a:lnTo>
                <a:lnTo>
                  <a:pt x="7631" y="41754"/>
                </a:lnTo>
                <a:lnTo>
                  <a:pt x="7229" y="42827"/>
                </a:lnTo>
                <a:lnTo>
                  <a:pt x="6835" y="43911"/>
                </a:lnTo>
                <a:lnTo>
                  <a:pt x="6449" y="45007"/>
                </a:lnTo>
                <a:lnTo>
                  <a:pt x="6070" y="46116"/>
                </a:lnTo>
                <a:lnTo>
                  <a:pt x="5699" y="47237"/>
                </a:lnTo>
                <a:lnTo>
                  <a:pt x="5335" y="48370"/>
                </a:lnTo>
                <a:lnTo>
                  <a:pt x="4979" y="49516"/>
                </a:lnTo>
                <a:lnTo>
                  <a:pt x="4630" y="50673"/>
                </a:lnTo>
                <a:lnTo>
                  <a:pt x="4289" y="51843"/>
                </a:lnTo>
                <a:lnTo>
                  <a:pt x="3956" y="53025"/>
                </a:lnTo>
                <a:lnTo>
                  <a:pt x="3633" y="54219"/>
                </a:lnTo>
                <a:lnTo>
                  <a:pt x="3324" y="55424"/>
                </a:lnTo>
                <a:lnTo>
                  <a:pt x="3029" y="56641"/>
                </a:lnTo>
                <a:lnTo>
                  <a:pt x="2747" y="57870"/>
                </a:lnTo>
                <a:lnTo>
                  <a:pt x="2479" y="59110"/>
                </a:lnTo>
                <a:lnTo>
                  <a:pt x="2225" y="60362"/>
                </a:lnTo>
                <a:lnTo>
                  <a:pt x="1985" y="61626"/>
                </a:lnTo>
                <a:lnTo>
                  <a:pt x="1758" y="62901"/>
                </a:lnTo>
                <a:lnTo>
                  <a:pt x="1545" y="64188"/>
                </a:lnTo>
                <a:lnTo>
                  <a:pt x="1346" y="65487"/>
                </a:lnTo>
                <a:lnTo>
                  <a:pt x="1161" y="66797"/>
                </a:lnTo>
                <a:lnTo>
                  <a:pt x="989" y="68119"/>
                </a:lnTo>
                <a:lnTo>
                  <a:pt x="831" y="69452"/>
                </a:lnTo>
                <a:lnTo>
                  <a:pt x="687" y="70797"/>
                </a:lnTo>
                <a:lnTo>
                  <a:pt x="556" y="72154"/>
                </a:lnTo>
                <a:lnTo>
                  <a:pt x="440" y="73522"/>
                </a:lnTo>
                <a:lnTo>
                  <a:pt x="337" y="74902"/>
                </a:lnTo>
                <a:lnTo>
                  <a:pt x="247" y="76294"/>
                </a:lnTo>
                <a:lnTo>
                  <a:pt x="172" y="77697"/>
                </a:lnTo>
                <a:lnTo>
                  <a:pt x="110" y="79112"/>
                </a:lnTo>
                <a:lnTo>
                  <a:pt x="62" y="80539"/>
                </a:lnTo>
                <a:lnTo>
                  <a:pt x="27" y="81977"/>
                </a:lnTo>
                <a:lnTo>
                  <a:pt x="7" y="83427"/>
                </a:lnTo>
                <a:lnTo>
                  <a:pt x="0" y="84888"/>
                </a:lnTo>
                <a:lnTo>
                  <a:pt x="0" y="85695"/>
                </a:lnTo>
                <a:lnTo>
                  <a:pt x="7" y="87163"/>
                </a:lnTo>
                <a:lnTo>
                  <a:pt x="27" y="88620"/>
                </a:lnTo>
                <a:lnTo>
                  <a:pt x="62" y="90064"/>
                </a:lnTo>
                <a:lnTo>
                  <a:pt x="110" y="91497"/>
                </a:lnTo>
                <a:lnTo>
                  <a:pt x="172" y="92918"/>
                </a:lnTo>
                <a:lnTo>
                  <a:pt x="247" y="94327"/>
                </a:lnTo>
                <a:close/>
                <a:moveTo>
                  <a:pt x="181031" y="76294"/>
                </a:moveTo>
                <a:lnTo>
                  <a:pt x="180942" y="74902"/>
                </a:lnTo>
                <a:lnTo>
                  <a:pt x="180839" y="73522"/>
                </a:lnTo>
                <a:lnTo>
                  <a:pt x="180722" y="72154"/>
                </a:lnTo>
                <a:lnTo>
                  <a:pt x="180592" y="70797"/>
                </a:lnTo>
                <a:lnTo>
                  <a:pt x="180448" y="69452"/>
                </a:lnTo>
                <a:lnTo>
                  <a:pt x="180290" y="68119"/>
                </a:lnTo>
                <a:lnTo>
                  <a:pt x="180118" y="66797"/>
                </a:lnTo>
                <a:lnTo>
                  <a:pt x="179932" y="65487"/>
                </a:lnTo>
                <a:lnTo>
                  <a:pt x="179733" y="64188"/>
                </a:lnTo>
                <a:lnTo>
                  <a:pt x="179520" y="62901"/>
                </a:lnTo>
                <a:lnTo>
                  <a:pt x="179294" y="61626"/>
                </a:lnTo>
                <a:lnTo>
                  <a:pt x="179053" y="60362"/>
                </a:lnTo>
                <a:lnTo>
                  <a:pt x="178799" y="59110"/>
                </a:lnTo>
                <a:lnTo>
                  <a:pt x="178531" y="57870"/>
                </a:lnTo>
                <a:lnTo>
                  <a:pt x="178250" y="56641"/>
                </a:lnTo>
                <a:lnTo>
                  <a:pt x="177955" y="55424"/>
                </a:lnTo>
                <a:lnTo>
                  <a:pt x="177646" y="54219"/>
                </a:lnTo>
                <a:lnTo>
                  <a:pt x="177323" y="53025"/>
                </a:lnTo>
                <a:lnTo>
                  <a:pt x="176989" y="51843"/>
                </a:lnTo>
                <a:lnTo>
                  <a:pt x="176648" y="50673"/>
                </a:lnTo>
                <a:lnTo>
                  <a:pt x="176300" y="49516"/>
                </a:lnTo>
                <a:lnTo>
                  <a:pt x="175944" y="48370"/>
                </a:lnTo>
                <a:lnTo>
                  <a:pt x="175580" y="47237"/>
                </a:lnTo>
                <a:lnTo>
                  <a:pt x="175209" y="46116"/>
                </a:lnTo>
                <a:lnTo>
                  <a:pt x="174830" y="45007"/>
                </a:lnTo>
                <a:lnTo>
                  <a:pt x="174443" y="43911"/>
                </a:lnTo>
                <a:lnTo>
                  <a:pt x="174049" y="42827"/>
                </a:lnTo>
                <a:lnTo>
                  <a:pt x="173648" y="41754"/>
                </a:lnTo>
                <a:lnTo>
                  <a:pt x="173239" y="40695"/>
                </a:lnTo>
                <a:lnTo>
                  <a:pt x="172822" y="39647"/>
                </a:lnTo>
                <a:lnTo>
                  <a:pt x="172398" y="38611"/>
                </a:lnTo>
                <a:lnTo>
                  <a:pt x="171966" y="37588"/>
                </a:lnTo>
                <a:lnTo>
                  <a:pt x="171527" y="36577"/>
                </a:lnTo>
                <a:lnTo>
                  <a:pt x="171080" y="35578"/>
                </a:lnTo>
                <a:lnTo>
                  <a:pt x="170625" y="34591"/>
                </a:lnTo>
                <a:lnTo>
                  <a:pt x="170163" y="33617"/>
                </a:lnTo>
                <a:lnTo>
                  <a:pt x="169693" y="32654"/>
                </a:lnTo>
                <a:lnTo>
                  <a:pt x="169216" y="31704"/>
                </a:lnTo>
                <a:lnTo>
                  <a:pt x="168731" y="30767"/>
                </a:lnTo>
                <a:lnTo>
                  <a:pt x="168239" y="29841"/>
                </a:lnTo>
                <a:lnTo>
                  <a:pt x="167739" y="28927"/>
                </a:lnTo>
                <a:lnTo>
                  <a:pt x="167231" y="28026"/>
                </a:lnTo>
                <a:lnTo>
                  <a:pt x="166719" y="27137"/>
                </a:lnTo>
                <a:lnTo>
                  <a:pt x="166204" y="26261"/>
                </a:lnTo>
                <a:lnTo>
                  <a:pt x="165687" y="25398"/>
                </a:lnTo>
                <a:lnTo>
                  <a:pt x="165168" y="24547"/>
                </a:lnTo>
                <a:lnTo>
                  <a:pt x="164647" y="23710"/>
                </a:lnTo>
                <a:lnTo>
                  <a:pt x="164123" y="22885"/>
                </a:lnTo>
                <a:lnTo>
                  <a:pt x="163597" y="22072"/>
                </a:lnTo>
                <a:lnTo>
                  <a:pt x="163069" y="21273"/>
                </a:lnTo>
                <a:lnTo>
                  <a:pt x="162539" y="20486"/>
                </a:lnTo>
                <a:lnTo>
                  <a:pt x="162006" y="19712"/>
                </a:lnTo>
                <a:lnTo>
                  <a:pt x="161472" y="18951"/>
                </a:lnTo>
                <a:lnTo>
                  <a:pt x="160934" y="18203"/>
                </a:lnTo>
                <a:lnTo>
                  <a:pt x="160395" y="17467"/>
                </a:lnTo>
                <a:lnTo>
                  <a:pt x="159854" y="16744"/>
                </a:lnTo>
                <a:lnTo>
                  <a:pt x="159310" y="16034"/>
                </a:lnTo>
                <a:lnTo>
                  <a:pt x="158764" y="15337"/>
                </a:lnTo>
                <a:lnTo>
                  <a:pt x="158215" y="14652"/>
                </a:lnTo>
                <a:lnTo>
                  <a:pt x="157665" y="13980"/>
                </a:lnTo>
                <a:lnTo>
                  <a:pt x="157112" y="13321"/>
                </a:lnTo>
                <a:lnTo>
                  <a:pt x="156557" y="12675"/>
                </a:lnTo>
                <a:lnTo>
                  <a:pt x="156000" y="12041"/>
                </a:lnTo>
                <a:lnTo>
                  <a:pt x="155440" y="11421"/>
                </a:lnTo>
                <a:lnTo>
                  <a:pt x="154879" y="10813"/>
                </a:lnTo>
                <a:lnTo>
                  <a:pt x="154315" y="10217"/>
                </a:lnTo>
                <a:lnTo>
                  <a:pt x="153751" y="9635"/>
                </a:lnTo>
                <a:lnTo>
                  <a:pt x="153192" y="9067"/>
                </a:lnTo>
                <a:lnTo>
                  <a:pt x="152636" y="8512"/>
                </a:lnTo>
                <a:lnTo>
                  <a:pt x="152083" y="7971"/>
                </a:lnTo>
                <a:lnTo>
                  <a:pt x="151535" y="7443"/>
                </a:lnTo>
                <a:lnTo>
                  <a:pt x="150990" y="6929"/>
                </a:lnTo>
                <a:lnTo>
                  <a:pt x="150448" y="6428"/>
                </a:lnTo>
                <a:lnTo>
                  <a:pt x="149910" y="5942"/>
                </a:lnTo>
                <a:lnTo>
                  <a:pt x="149376" y="5468"/>
                </a:lnTo>
                <a:lnTo>
                  <a:pt x="148846" y="5009"/>
                </a:lnTo>
                <a:lnTo>
                  <a:pt x="148319" y="4562"/>
                </a:lnTo>
                <a:lnTo>
                  <a:pt x="147796" y="4130"/>
                </a:lnTo>
                <a:lnTo>
                  <a:pt x="147276" y="3711"/>
                </a:lnTo>
                <a:lnTo>
                  <a:pt x="146760" y="3306"/>
                </a:lnTo>
                <a:lnTo>
                  <a:pt x="146248" y="2914"/>
                </a:lnTo>
                <a:lnTo>
                  <a:pt x="145739" y="2536"/>
                </a:lnTo>
                <a:lnTo>
                  <a:pt x="145234" y="2171"/>
                </a:lnTo>
                <a:lnTo>
                  <a:pt x="144733" y="1820"/>
                </a:lnTo>
                <a:lnTo>
                  <a:pt x="144235" y="1483"/>
                </a:lnTo>
                <a:lnTo>
                  <a:pt x="143741" y="1159"/>
                </a:lnTo>
                <a:lnTo>
                  <a:pt x="143251" y="849"/>
                </a:lnTo>
                <a:lnTo>
                  <a:pt x="142764" y="552"/>
                </a:lnTo>
                <a:lnTo>
                  <a:pt x="142281" y="269"/>
                </a:lnTo>
                <a:lnTo>
                  <a:pt x="141801" y="0"/>
                </a:lnTo>
                <a:lnTo>
                  <a:pt x="138653" y="9128"/>
                </a:lnTo>
                <a:lnTo>
                  <a:pt x="139010" y="9429"/>
                </a:lnTo>
                <a:lnTo>
                  <a:pt x="139370" y="9740"/>
                </a:lnTo>
                <a:lnTo>
                  <a:pt x="139731" y="10062"/>
                </a:lnTo>
                <a:lnTo>
                  <a:pt x="140094" y="10394"/>
                </a:lnTo>
                <a:lnTo>
                  <a:pt x="140458" y="10736"/>
                </a:lnTo>
                <a:lnTo>
                  <a:pt x="140825" y="11088"/>
                </a:lnTo>
                <a:lnTo>
                  <a:pt x="141193" y="11451"/>
                </a:lnTo>
                <a:lnTo>
                  <a:pt x="141564" y="11824"/>
                </a:lnTo>
                <a:lnTo>
                  <a:pt x="141936" y="12207"/>
                </a:lnTo>
                <a:lnTo>
                  <a:pt x="142310" y="12600"/>
                </a:lnTo>
                <a:lnTo>
                  <a:pt x="142685" y="13004"/>
                </a:lnTo>
                <a:lnTo>
                  <a:pt x="143063" y="13418"/>
                </a:lnTo>
                <a:lnTo>
                  <a:pt x="143442" y="13842"/>
                </a:lnTo>
                <a:lnTo>
                  <a:pt x="143823" y="14276"/>
                </a:lnTo>
                <a:lnTo>
                  <a:pt x="144206" y="14721"/>
                </a:lnTo>
                <a:lnTo>
                  <a:pt x="144591" y="15176"/>
                </a:lnTo>
                <a:lnTo>
                  <a:pt x="144978" y="15641"/>
                </a:lnTo>
                <a:lnTo>
                  <a:pt x="145366" y="16116"/>
                </a:lnTo>
                <a:lnTo>
                  <a:pt x="145756" y="16602"/>
                </a:lnTo>
                <a:lnTo>
                  <a:pt x="146148" y="17098"/>
                </a:lnTo>
                <a:lnTo>
                  <a:pt x="146542" y="17604"/>
                </a:lnTo>
                <a:lnTo>
                  <a:pt x="146938" y="18120"/>
                </a:lnTo>
                <a:lnTo>
                  <a:pt x="147336" y="18647"/>
                </a:lnTo>
                <a:lnTo>
                  <a:pt x="147735" y="19184"/>
                </a:lnTo>
                <a:lnTo>
                  <a:pt x="148134" y="19730"/>
                </a:lnTo>
                <a:lnTo>
                  <a:pt x="148532" y="20288"/>
                </a:lnTo>
                <a:lnTo>
                  <a:pt x="148927" y="20855"/>
                </a:lnTo>
                <a:lnTo>
                  <a:pt x="149321" y="21433"/>
                </a:lnTo>
                <a:lnTo>
                  <a:pt x="149712" y="22020"/>
                </a:lnTo>
                <a:lnTo>
                  <a:pt x="150101" y="22619"/>
                </a:lnTo>
                <a:lnTo>
                  <a:pt x="150489" y="23227"/>
                </a:lnTo>
                <a:lnTo>
                  <a:pt x="150875" y="23845"/>
                </a:lnTo>
                <a:lnTo>
                  <a:pt x="151258" y="24474"/>
                </a:lnTo>
                <a:lnTo>
                  <a:pt x="151640" y="25113"/>
                </a:lnTo>
                <a:lnTo>
                  <a:pt x="152020" y="25763"/>
                </a:lnTo>
                <a:lnTo>
                  <a:pt x="152397" y="26422"/>
                </a:lnTo>
                <a:lnTo>
                  <a:pt x="152773" y="27092"/>
                </a:lnTo>
                <a:lnTo>
                  <a:pt x="153147" y="27772"/>
                </a:lnTo>
                <a:lnTo>
                  <a:pt x="153519" y="28462"/>
                </a:lnTo>
                <a:lnTo>
                  <a:pt x="153889" y="29163"/>
                </a:lnTo>
                <a:lnTo>
                  <a:pt x="154256" y="29873"/>
                </a:lnTo>
                <a:lnTo>
                  <a:pt x="154622" y="30594"/>
                </a:lnTo>
                <a:lnTo>
                  <a:pt x="154986" y="31326"/>
                </a:lnTo>
                <a:lnTo>
                  <a:pt x="155348" y="32067"/>
                </a:lnTo>
                <a:lnTo>
                  <a:pt x="155708" y="32819"/>
                </a:lnTo>
                <a:lnTo>
                  <a:pt x="156067" y="33581"/>
                </a:lnTo>
                <a:lnTo>
                  <a:pt x="156423" y="34353"/>
                </a:lnTo>
                <a:lnTo>
                  <a:pt x="156777" y="35135"/>
                </a:lnTo>
                <a:lnTo>
                  <a:pt x="157127" y="35928"/>
                </a:lnTo>
                <a:lnTo>
                  <a:pt x="157472" y="36731"/>
                </a:lnTo>
                <a:lnTo>
                  <a:pt x="157812" y="37543"/>
                </a:lnTo>
                <a:lnTo>
                  <a:pt x="158146" y="38367"/>
                </a:lnTo>
                <a:lnTo>
                  <a:pt x="158475" y="39200"/>
                </a:lnTo>
                <a:lnTo>
                  <a:pt x="158798" y="40044"/>
                </a:lnTo>
                <a:lnTo>
                  <a:pt x="159115" y="40898"/>
                </a:lnTo>
                <a:lnTo>
                  <a:pt x="159428" y="41762"/>
                </a:lnTo>
                <a:lnTo>
                  <a:pt x="159734" y="42636"/>
                </a:lnTo>
                <a:lnTo>
                  <a:pt x="160036" y="43521"/>
                </a:lnTo>
                <a:lnTo>
                  <a:pt x="160331" y="44416"/>
                </a:lnTo>
                <a:lnTo>
                  <a:pt x="160622" y="45321"/>
                </a:lnTo>
                <a:lnTo>
                  <a:pt x="160907" y="46237"/>
                </a:lnTo>
                <a:lnTo>
                  <a:pt x="161186" y="47162"/>
                </a:lnTo>
                <a:lnTo>
                  <a:pt x="161460" y="48098"/>
                </a:lnTo>
                <a:lnTo>
                  <a:pt x="161728" y="49045"/>
                </a:lnTo>
                <a:lnTo>
                  <a:pt x="161991" y="50001"/>
                </a:lnTo>
                <a:lnTo>
                  <a:pt x="162249" y="50968"/>
                </a:lnTo>
                <a:lnTo>
                  <a:pt x="162501" y="51945"/>
                </a:lnTo>
                <a:lnTo>
                  <a:pt x="162748" y="52932"/>
                </a:lnTo>
                <a:lnTo>
                  <a:pt x="162989" y="53929"/>
                </a:lnTo>
                <a:lnTo>
                  <a:pt x="163224" y="54937"/>
                </a:lnTo>
                <a:lnTo>
                  <a:pt x="163455" y="55955"/>
                </a:lnTo>
                <a:lnTo>
                  <a:pt x="163679" y="56983"/>
                </a:lnTo>
                <a:lnTo>
                  <a:pt x="163897" y="58021"/>
                </a:lnTo>
                <a:lnTo>
                  <a:pt x="164105" y="59070"/>
                </a:lnTo>
                <a:lnTo>
                  <a:pt x="164304" y="60128"/>
                </a:lnTo>
                <a:lnTo>
                  <a:pt x="164493" y="61197"/>
                </a:lnTo>
                <a:lnTo>
                  <a:pt x="164674" y="62277"/>
                </a:lnTo>
                <a:lnTo>
                  <a:pt x="164845" y="63366"/>
                </a:lnTo>
                <a:lnTo>
                  <a:pt x="165007" y="64466"/>
                </a:lnTo>
                <a:lnTo>
                  <a:pt x="165159" y="65575"/>
                </a:lnTo>
                <a:lnTo>
                  <a:pt x="165303" y="66696"/>
                </a:lnTo>
                <a:lnTo>
                  <a:pt x="165437" y="67826"/>
                </a:lnTo>
                <a:lnTo>
                  <a:pt x="165562" y="68967"/>
                </a:lnTo>
                <a:lnTo>
                  <a:pt x="165677" y="70117"/>
                </a:lnTo>
                <a:lnTo>
                  <a:pt x="165784" y="71279"/>
                </a:lnTo>
                <a:lnTo>
                  <a:pt x="165881" y="72450"/>
                </a:lnTo>
                <a:lnTo>
                  <a:pt x="165969" y="73631"/>
                </a:lnTo>
                <a:lnTo>
                  <a:pt x="166047" y="74823"/>
                </a:lnTo>
                <a:lnTo>
                  <a:pt x="166117" y="76025"/>
                </a:lnTo>
                <a:lnTo>
                  <a:pt x="166177" y="77238"/>
                </a:lnTo>
                <a:lnTo>
                  <a:pt x="166228" y="78460"/>
                </a:lnTo>
                <a:lnTo>
                  <a:pt x="166269" y="79693"/>
                </a:lnTo>
                <a:lnTo>
                  <a:pt x="166302" y="80936"/>
                </a:lnTo>
                <a:lnTo>
                  <a:pt x="166325" y="82189"/>
                </a:lnTo>
                <a:lnTo>
                  <a:pt x="166339" y="83453"/>
                </a:lnTo>
                <a:lnTo>
                  <a:pt x="166343" y="84727"/>
                </a:lnTo>
                <a:lnTo>
                  <a:pt x="166343" y="85857"/>
                </a:lnTo>
                <a:lnTo>
                  <a:pt x="166339" y="87130"/>
                </a:lnTo>
                <a:lnTo>
                  <a:pt x="166326" y="88394"/>
                </a:lnTo>
                <a:lnTo>
                  <a:pt x="166304" y="89647"/>
                </a:lnTo>
                <a:lnTo>
                  <a:pt x="166274" y="90890"/>
                </a:lnTo>
                <a:lnTo>
                  <a:pt x="166235" y="92123"/>
                </a:lnTo>
                <a:lnTo>
                  <a:pt x="166187" y="93346"/>
                </a:lnTo>
                <a:lnTo>
                  <a:pt x="166131" y="94558"/>
                </a:lnTo>
                <a:lnTo>
                  <a:pt x="166065" y="95760"/>
                </a:lnTo>
                <a:lnTo>
                  <a:pt x="165991" y="96952"/>
                </a:lnTo>
                <a:lnTo>
                  <a:pt x="165909" y="98134"/>
                </a:lnTo>
                <a:lnTo>
                  <a:pt x="165818" y="99305"/>
                </a:lnTo>
                <a:lnTo>
                  <a:pt x="165718" y="100466"/>
                </a:lnTo>
                <a:lnTo>
                  <a:pt x="165609" y="101617"/>
                </a:lnTo>
                <a:lnTo>
                  <a:pt x="165492" y="102758"/>
                </a:lnTo>
                <a:lnTo>
                  <a:pt x="165366" y="103889"/>
                </a:lnTo>
                <a:lnTo>
                  <a:pt x="165231" y="105009"/>
                </a:lnTo>
                <a:lnTo>
                  <a:pt x="165088" y="106119"/>
                </a:lnTo>
                <a:lnTo>
                  <a:pt x="164936" y="107219"/>
                </a:lnTo>
                <a:lnTo>
                  <a:pt x="164775" y="108308"/>
                </a:lnTo>
                <a:lnTo>
                  <a:pt x="164605" y="109388"/>
                </a:lnTo>
                <a:lnTo>
                  <a:pt x="164427" y="110457"/>
                </a:lnTo>
                <a:lnTo>
                  <a:pt x="164241" y="111516"/>
                </a:lnTo>
                <a:lnTo>
                  <a:pt x="164045" y="112564"/>
                </a:lnTo>
                <a:lnTo>
                  <a:pt x="163841" y="113603"/>
                </a:lnTo>
                <a:lnTo>
                  <a:pt x="163629" y="114631"/>
                </a:lnTo>
                <a:lnTo>
                  <a:pt x="163412" y="115649"/>
                </a:lnTo>
                <a:lnTo>
                  <a:pt x="163190" y="116657"/>
                </a:lnTo>
                <a:lnTo>
                  <a:pt x="162962" y="117654"/>
                </a:lnTo>
                <a:lnTo>
                  <a:pt x="162728" y="118642"/>
                </a:lnTo>
                <a:lnTo>
                  <a:pt x="162489" y="119620"/>
                </a:lnTo>
                <a:lnTo>
                  <a:pt x="162244" y="120587"/>
                </a:lnTo>
                <a:lnTo>
                  <a:pt x="161993" y="121544"/>
                </a:lnTo>
                <a:lnTo>
                  <a:pt x="161737" y="122492"/>
                </a:lnTo>
                <a:lnTo>
                  <a:pt x="161475" y="123429"/>
                </a:lnTo>
                <a:lnTo>
                  <a:pt x="161208" y="124356"/>
                </a:lnTo>
                <a:lnTo>
                  <a:pt x="160934" y="125273"/>
                </a:lnTo>
                <a:lnTo>
                  <a:pt x="160656" y="126180"/>
                </a:lnTo>
                <a:lnTo>
                  <a:pt x="160372" y="127076"/>
                </a:lnTo>
                <a:lnTo>
                  <a:pt x="160082" y="127963"/>
                </a:lnTo>
                <a:lnTo>
                  <a:pt x="159786" y="128840"/>
                </a:lnTo>
                <a:lnTo>
                  <a:pt x="159485" y="129706"/>
                </a:lnTo>
                <a:lnTo>
                  <a:pt x="159179" y="130562"/>
                </a:lnTo>
                <a:lnTo>
                  <a:pt x="158866" y="131409"/>
                </a:lnTo>
                <a:lnTo>
                  <a:pt x="158548" y="132245"/>
                </a:lnTo>
                <a:lnTo>
                  <a:pt x="158225" y="133071"/>
                </a:lnTo>
                <a:lnTo>
                  <a:pt x="157896" y="133887"/>
                </a:lnTo>
                <a:lnTo>
                  <a:pt x="157561" y="134693"/>
                </a:lnTo>
                <a:lnTo>
                  <a:pt x="157221" y="135488"/>
                </a:lnTo>
                <a:lnTo>
                  <a:pt x="156877" y="136274"/>
                </a:lnTo>
                <a:lnTo>
                  <a:pt x="156530" y="137049"/>
                </a:lnTo>
                <a:lnTo>
                  <a:pt x="156180" y="137814"/>
                </a:lnTo>
                <a:lnTo>
                  <a:pt x="155828" y="138569"/>
                </a:lnTo>
                <a:lnTo>
                  <a:pt x="155474" y="139313"/>
                </a:lnTo>
                <a:lnTo>
                  <a:pt x="155117" y="140047"/>
                </a:lnTo>
                <a:lnTo>
                  <a:pt x="154757" y="140770"/>
                </a:lnTo>
                <a:lnTo>
                  <a:pt x="154395" y="141483"/>
                </a:lnTo>
                <a:lnTo>
                  <a:pt x="154031" y="142186"/>
                </a:lnTo>
                <a:lnTo>
                  <a:pt x="153664" y="142878"/>
                </a:lnTo>
                <a:lnTo>
                  <a:pt x="153294" y="143560"/>
                </a:lnTo>
                <a:lnTo>
                  <a:pt x="152922" y="144232"/>
                </a:lnTo>
                <a:lnTo>
                  <a:pt x="152547" y="144893"/>
                </a:lnTo>
                <a:lnTo>
                  <a:pt x="152170" y="145544"/>
                </a:lnTo>
                <a:lnTo>
                  <a:pt x="151791" y="146184"/>
                </a:lnTo>
                <a:lnTo>
                  <a:pt x="151408" y="146814"/>
                </a:lnTo>
                <a:lnTo>
                  <a:pt x="151024" y="147434"/>
                </a:lnTo>
                <a:lnTo>
                  <a:pt x="150636" y="148043"/>
                </a:lnTo>
                <a:lnTo>
                  <a:pt x="150247" y="148642"/>
                </a:lnTo>
                <a:lnTo>
                  <a:pt x="149854" y="149230"/>
                </a:lnTo>
                <a:lnTo>
                  <a:pt x="149459" y="149808"/>
                </a:lnTo>
                <a:lnTo>
                  <a:pt x="149062" y="150376"/>
                </a:lnTo>
                <a:lnTo>
                  <a:pt x="148662" y="150933"/>
                </a:lnTo>
                <a:lnTo>
                  <a:pt x="148260" y="151480"/>
                </a:lnTo>
                <a:lnTo>
                  <a:pt x="147856" y="152017"/>
                </a:lnTo>
                <a:lnTo>
                  <a:pt x="147453" y="152544"/>
                </a:lnTo>
                <a:lnTo>
                  <a:pt x="147050" y="153062"/>
                </a:lnTo>
                <a:lnTo>
                  <a:pt x="146647" y="153569"/>
                </a:lnTo>
                <a:lnTo>
                  <a:pt x="146245" y="154066"/>
                </a:lnTo>
                <a:lnTo>
                  <a:pt x="145843" y="154553"/>
                </a:lnTo>
                <a:lnTo>
                  <a:pt x="145441" y="155030"/>
                </a:lnTo>
                <a:lnTo>
                  <a:pt x="145040" y="155497"/>
                </a:lnTo>
                <a:lnTo>
                  <a:pt x="144638" y="155955"/>
                </a:lnTo>
                <a:lnTo>
                  <a:pt x="144237" y="156402"/>
                </a:lnTo>
                <a:lnTo>
                  <a:pt x="143837" y="156839"/>
                </a:lnTo>
                <a:lnTo>
                  <a:pt x="143436" y="157267"/>
                </a:lnTo>
                <a:lnTo>
                  <a:pt x="143036" y="157684"/>
                </a:lnTo>
                <a:lnTo>
                  <a:pt x="142636" y="158091"/>
                </a:lnTo>
                <a:lnTo>
                  <a:pt x="142237" y="158489"/>
                </a:lnTo>
                <a:lnTo>
                  <a:pt x="141837" y="158876"/>
                </a:lnTo>
                <a:lnTo>
                  <a:pt x="141438" y="159254"/>
                </a:lnTo>
                <a:lnTo>
                  <a:pt x="141039" y="159621"/>
                </a:lnTo>
                <a:lnTo>
                  <a:pt x="140641" y="159979"/>
                </a:lnTo>
                <a:lnTo>
                  <a:pt x="140243" y="160326"/>
                </a:lnTo>
                <a:lnTo>
                  <a:pt x="139845" y="160664"/>
                </a:lnTo>
                <a:lnTo>
                  <a:pt x="139447" y="160992"/>
                </a:lnTo>
                <a:lnTo>
                  <a:pt x="139050" y="161309"/>
                </a:lnTo>
                <a:lnTo>
                  <a:pt x="138653" y="161617"/>
                </a:lnTo>
                <a:lnTo>
                  <a:pt x="141801" y="170664"/>
                </a:lnTo>
                <a:lnTo>
                  <a:pt x="142281" y="170395"/>
                </a:lnTo>
                <a:lnTo>
                  <a:pt x="142764" y="170112"/>
                </a:lnTo>
                <a:lnTo>
                  <a:pt x="143251" y="169815"/>
                </a:lnTo>
                <a:lnTo>
                  <a:pt x="143741" y="169505"/>
                </a:lnTo>
                <a:lnTo>
                  <a:pt x="144235" y="169181"/>
                </a:lnTo>
                <a:lnTo>
                  <a:pt x="144733" y="168844"/>
                </a:lnTo>
                <a:lnTo>
                  <a:pt x="145234" y="168493"/>
                </a:lnTo>
                <a:lnTo>
                  <a:pt x="145739" y="168128"/>
                </a:lnTo>
                <a:lnTo>
                  <a:pt x="146248" y="167750"/>
                </a:lnTo>
                <a:lnTo>
                  <a:pt x="146760" y="167358"/>
                </a:lnTo>
                <a:lnTo>
                  <a:pt x="147276" y="166953"/>
                </a:lnTo>
                <a:lnTo>
                  <a:pt x="147796" y="166534"/>
                </a:lnTo>
                <a:lnTo>
                  <a:pt x="148319" y="166102"/>
                </a:lnTo>
                <a:lnTo>
                  <a:pt x="148846" y="165655"/>
                </a:lnTo>
                <a:lnTo>
                  <a:pt x="149376" y="165196"/>
                </a:lnTo>
                <a:lnTo>
                  <a:pt x="149910" y="164722"/>
                </a:lnTo>
                <a:lnTo>
                  <a:pt x="150448" y="164236"/>
                </a:lnTo>
                <a:lnTo>
                  <a:pt x="150990" y="163735"/>
                </a:lnTo>
                <a:lnTo>
                  <a:pt x="151535" y="163221"/>
                </a:lnTo>
                <a:lnTo>
                  <a:pt x="152083" y="162693"/>
                </a:lnTo>
                <a:lnTo>
                  <a:pt x="152636" y="162152"/>
                </a:lnTo>
                <a:lnTo>
                  <a:pt x="153192" y="161597"/>
                </a:lnTo>
                <a:lnTo>
                  <a:pt x="153751" y="161029"/>
                </a:lnTo>
                <a:lnTo>
                  <a:pt x="154315" y="160447"/>
                </a:lnTo>
                <a:lnTo>
                  <a:pt x="154879" y="159851"/>
                </a:lnTo>
                <a:lnTo>
                  <a:pt x="155440" y="159244"/>
                </a:lnTo>
                <a:lnTo>
                  <a:pt x="156000" y="158623"/>
                </a:lnTo>
                <a:lnTo>
                  <a:pt x="156557" y="157990"/>
                </a:lnTo>
                <a:lnTo>
                  <a:pt x="157112" y="157344"/>
                </a:lnTo>
                <a:lnTo>
                  <a:pt x="157665" y="156686"/>
                </a:lnTo>
                <a:lnTo>
                  <a:pt x="158215" y="156015"/>
                </a:lnTo>
                <a:lnTo>
                  <a:pt x="158764" y="155332"/>
                </a:lnTo>
                <a:lnTo>
                  <a:pt x="159310" y="154636"/>
                </a:lnTo>
                <a:lnTo>
                  <a:pt x="159854" y="153927"/>
                </a:lnTo>
                <a:lnTo>
                  <a:pt x="160395" y="153205"/>
                </a:lnTo>
                <a:lnTo>
                  <a:pt x="160934" y="152471"/>
                </a:lnTo>
                <a:lnTo>
                  <a:pt x="161472" y="151725"/>
                </a:lnTo>
                <a:lnTo>
                  <a:pt x="162006" y="150965"/>
                </a:lnTo>
                <a:lnTo>
                  <a:pt x="162539" y="150193"/>
                </a:lnTo>
                <a:lnTo>
                  <a:pt x="163069" y="149409"/>
                </a:lnTo>
                <a:lnTo>
                  <a:pt x="163597" y="148612"/>
                </a:lnTo>
                <a:lnTo>
                  <a:pt x="164123" y="147802"/>
                </a:lnTo>
                <a:lnTo>
                  <a:pt x="164647" y="146980"/>
                </a:lnTo>
                <a:lnTo>
                  <a:pt x="165168" y="146145"/>
                </a:lnTo>
                <a:lnTo>
                  <a:pt x="165687" y="145297"/>
                </a:lnTo>
                <a:lnTo>
                  <a:pt x="166204" y="144437"/>
                </a:lnTo>
                <a:lnTo>
                  <a:pt x="166719" y="143564"/>
                </a:lnTo>
                <a:lnTo>
                  <a:pt x="167231" y="142678"/>
                </a:lnTo>
                <a:lnTo>
                  <a:pt x="167739" y="141780"/>
                </a:lnTo>
                <a:lnTo>
                  <a:pt x="168239" y="140870"/>
                </a:lnTo>
                <a:lnTo>
                  <a:pt x="168731" y="139947"/>
                </a:lnTo>
                <a:lnTo>
                  <a:pt x="169216" y="139011"/>
                </a:lnTo>
                <a:lnTo>
                  <a:pt x="169693" y="138063"/>
                </a:lnTo>
                <a:lnTo>
                  <a:pt x="170163" y="137103"/>
                </a:lnTo>
                <a:lnTo>
                  <a:pt x="170625" y="136130"/>
                </a:lnTo>
                <a:lnTo>
                  <a:pt x="171080" y="135144"/>
                </a:lnTo>
                <a:lnTo>
                  <a:pt x="171527" y="134146"/>
                </a:lnTo>
                <a:lnTo>
                  <a:pt x="171966" y="133136"/>
                </a:lnTo>
                <a:lnTo>
                  <a:pt x="172398" y="132113"/>
                </a:lnTo>
                <a:lnTo>
                  <a:pt x="172822" y="131078"/>
                </a:lnTo>
                <a:lnTo>
                  <a:pt x="173239" y="130030"/>
                </a:lnTo>
                <a:lnTo>
                  <a:pt x="173648" y="128970"/>
                </a:lnTo>
                <a:lnTo>
                  <a:pt x="174049" y="127897"/>
                </a:lnTo>
                <a:lnTo>
                  <a:pt x="174443" y="126811"/>
                </a:lnTo>
                <a:lnTo>
                  <a:pt x="174830" y="125714"/>
                </a:lnTo>
                <a:lnTo>
                  <a:pt x="175209" y="124603"/>
                </a:lnTo>
                <a:lnTo>
                  <a:pt x="175580" y="123481"/>
                </a:lnTo>
                <a:lnTo>
                  <a:pt x="175944" y="122345"/>
                </a:lnTo>
                <a:lnTo>
                  <a:pt x="176300" y="121198"/>
                </a:lnTo>
                <a:lnTo>
                  <a:pt x="176648" y="120037"/>
                </a:lnTo>
                <a:lnTo>
                  <a:pt x="176989" y="118865"/>
                </a:lnTo>
                <a:lnTo>
                  <a:pt x="177323" y="117680"/>
                </a:lnTo>
                <a:lnTo>
                  <a:pt x="177646" y="116482"/>
                </a:lnTo>
                <a:lnTo>
                  <a:pt x="177955" y="115273"/>
                </a:lnTo>
                <a:lnTo>
                  <a:pt x="178250" y="114052"/>
                </a:lnTo>
                <a:lnTo>
                  <a:pt x="178531" y="112820"/>
                </a:lnTo>
                <a:lnTo>
                  <a:pt x="178799" y="111575"/>
                </a:lnTo>
                <a:lnTo>
                  <a:pt x="179053" y="110319"/>
                </a:lnTo>
                <a:lnTo>
                  <a:pt x="179294" y="109051"/>
                </a:lnTo>
                <a:lnTo>
                  <a:pt x="179520" y="107772"/>
                </a:lnTo>
                <a:lnTo>
                  <a:pt x="179733" y="106480"/>
                </a:lnTo>
                <a:lnTo>
                  <a:pt x="179932" y="105177"/>
                </a:lnTo>
                <a:lnTo>
                  <a:pt x="180118" y="103862"/>
                </a:lnTo>
                <a:lnTo>
                  <a:pt x="180290" y="102535"/>
                </a:lnTo>
                <a:lnTo>
                  <a:pt x="180448" y="101197"/>
                </a:lnTo>
                <a:lnTo>
                  <a:pt x="180592" y="99846"/>
                </a:lnTo>
                <a:lnTo>
                  <a:pt x="180722" y="98484"/>
                </a:lnTo>
                <a:lnTo>
                  <a:pt x="180839" y="97110"/>
                </a:lnTo>
                <a:lnTo>
                  <a:pt x="180942" y="95725"/>
                </a:lnTo>
                <a:lnTo>
                  <a:pt x="181031" y="94327"/>
                </a:lnTo>
                <a:lnTo>
                  <a:pt x="181107" y="92918"/>
                </a:lnTo>
                <a:lnTo>
                  <a:pt x="181169" y="91497"/>
                </a:lnTo>
                <a:lnTo>
                  <a:pt x="181217" y="90064"/>
                </a:lnTo>
                <a:lnTo>
                  <a:pt x="181251" y="88620"/>
                </a:lnTo>
                <a:lnTo>
                  <a:pt x="181272" y="87163"/>
                </a:lnTo>
                <a:lnTo>
                  <a:pt x="181279" y="85695"/>
                </a:lnTo>
                <a:lnTo>
                  <a:pt x="181279" y="84888"/>
                </a:lnTo>
                <a:lnTo>
                  <a:pt x="181272" y="83427"/>
                </a:lnTo>
                <a:lnTo>
                  <a:pt x="181251" y="81977"/>
                </a:lnTo>
                <a:lnTo>
                  <a:pt x="181217" y="80539"/>
                </a:lnTo>
                <a:lnTo>
                  <a:pt x="181169" y="79112"/>
                </a:lnTo>
                <a:lnTo>
                  <a:pt x="181107" y="77697"/>
                </a:lnTo>
                <a:lnTo>
                  <a:pt x="181031" y="76294"/>
                </a:lnTo>
                <a:close/>
                <a:moveTo>
                  <a:pt x="530768" y="83449"/>
                </a:moveTo>
                <a:lnTo>
                  <a:pt x="530735" y="82705"/>
                </a:lnTo>
                <a:lnTo>
                  <a:pt x="530695" y="81966"/>
                </a:lnTo>
                <a:lnTo>
                  <a:pt x="530648" y="81233"/>
                </a:lnTo>
                <a:lnTo>
                  <a:pt x="530593" y="80504"/>
                </a:lnTo>
                <a:lnTo>
                  <a:pt x="530531" y="79780"/>
                </a:lnTo>
                <a:lnTo>
                  <a:pt x="530462" y="79060"/>
                </a:lnTo>
                <a:lnTo>
                  <a:pt x="530386" y="78346"/>
                </a:lnTo>
                <a:lnTo>
                  <a:pt x="530302" y="77637"/>
                </a:lnTo>
                <a:lnTo>
                  <a:pt x="530211" y="76932"/>
                </a:lnTo>
                <a:lnTo>
                  <a:pt x="530112" y="76233"/>
                </a:lnTo>
                <a:lnTo>
                  <a:pt x="530007" y="75538"/>
                </a:lnTo>
                <a:lnTo>
                  <a:pt x="529894" y="74848"/>
                </a:lnTo>
                <a:lnTo>
                  <a:pt x="529773" y="74163"/>
                </a:lnTo>
                <a:lnTo>
                  <a:pt x="529646" y="73483"/>
                </a:lnTo>
                <a:lnTo>
                  <a:pt x="529511" y="72808"/>
                </a:lnTo>
                <a:lnTo>
                  <a:pt x="529369" y="72138"/>
                </a:lnTo>
                <a:lnTo>
                  <a:pt x="529220" y="71473"/>
                </a:lnTo>
                <a:lnTo>
                  <a:pt x="529063" y="70812"/>
                </a:lnTo>
                <a:lnTo>
                  <a:pt x="528899" y="70157"/>
                </a:lnTo>
                <a:lnTo>
                  <a:pt x="528728" y="69506"/>
                </a:lnTo>
                <a:lnTo>
                  <a:pt x="528549" y="68862"/>
                </a:lnTo>
                <a:lnTo>
                  <a:pt x="528362" y="68224"/>
                </a:lnTo>
                <a:lnTo>
                  <a:pt x="528168" y="67593"/>
                </a:lnTo>
                <a:lnTo>
                  <a:pt x="527965" y="66970"/>
                </a:lnTo>
                <a:lnTo>
                  <a:pt x="527755" y="66353"/>
                </a:lnTo>
                <a:lnTo>
                  <a:pt x="527537" y="65743"/>
                </a:lnTo>
                <a:lnTo>
                  <a:pt x="527311" y="65141"/>
                </a:lnTo>
                <a:lnTo>
                  <a:pt x="527077" y="64545"/>
                </a:lnTo>
                <a:lnTo>
                  <a:pt x="526835" y="63956"/>
                </a:lnTo>
                <a:lnTo>
                  <a:pt x="526586" y="63375"/>
                </a:lnTo>
                <a:lnTo>
                  <a:pt x="526329" y="62800"/>
                </a:lnTo>
                <a:lnTo>
                  <a:pt x="526064" y="62232"/>
                </a:lnTo>
                <a:lnTo>
                  <a:pt x="525790" y="61672"/>
                </a:lnTo>
                <a:lnTo>
                  <a:pt x="525510" y="61118"/>
                </a:lnTo>
                <a:lnTo>
                  <a:pt x="525221" y="60571"/>
                </a:lnTo>
                <a:lnTo>
                  <a:pt x="524924" y="60032"/>
                </a:lnTo>
                <a:lnTo>
                  <a:pt x="524620" y="59499"/>
                </a:lnTo>
                <a:lnTo>
                  <a:pt x="524308" y="58973"/>
                </a:lnTo>
                <a:lnTo>
                  <a:pt x="523988" y="58455"/>
                </a:lnTo>
                <a:lnTo>
                  <a:pt x="523660" y="57943"/>
                </a:lnTo>
                <a:lnTo>
                  <a:pt x="523324" y="57438"/>
                </a:lnTo>
                <a:lnTo>
                  <a:pt x="522980" y="56941"/>
                </a:lnTo>
                <a:lnTo>
                  <a:pt x="522629" y="56450"/>
                </a:lnTo>
                <a:lnTo>
                  <a:pt x="522269" y="55966"/>
                </a:lnTo>
                <a:lnTo>
                  <a:pt x="521902" y="55491"/>
                </a:lnTo>
                <a:lnTo>
                  <a:pt x="521526" y="55024"/>
                </a:lnTo>
                <a:lnTo>
                  <a:pt x="521141" y="54565"/>
                </a:lnTo>
                <a:lnTo>
                  <a:pt x="520748" y="54116"/>
                </a:lnTo>
                <a:lnTo>
                  <a:pt x="520346" y="53676"/>
                </a:lnTo>
                <a:lnTo>
                  <a:pt x="519936" y="53244"/>
                </a:lnTo>
                <a:lnTo>
                  <a:pt x="519517" y="52821"/>
                </a:lnTo>
                <a:lnTo>
                  <a:pt x="519089" y="52407"/>
                </a:lnTo>
                <a:lnTo>
                  <a:pt x="518653" y="52002"/>
                </a:lnTo>
                <a:lnTo>
                  <a:pt x="518209" y="51605"/>
                </a:lnTo>
                <a:lnTo>
                  <a:pt x="517756" y="51218"/>
                </a:lnTo>
                <a:lnTo>
                  <a:pt x="517294" y="50839"/>
                </a:lnTo>
                <a:lnTo>
                  <a:pt x="516824" y="50469"/>
                </a:lnTo>
                <a:lnTo>
                  <a:pt x="516345" y="50107"/>
                </a:lnTo>
                <a:lnTo>
                  <a:pt x="515858" y="49755"/>
                </a:lnTo>
                <a:lnTo>
                  <a:pt x="515362" y="49411"/>
                </a:lnTo>
                <a:lnTo>
                  <a:pt x="514858" y="49077"/>
                </a:lnTo>
                <a:lnTo>
                  <a:pt x="514345" y="48751"/>
                </a:lnTo>
                <a:lnTo>
                  <a:pt x="513824" y="48434"/>
                </a:lnTo>
                <a:lnTo>
                  <a:pt x="513294" y="48125"/>
                </a:lnTo>
                <a:lnTo>
                  <a:pt x="512755" y="47826"/>
                </a:lnTo>
                <a:lnTo>
                  <a:pt x="512208" y="47535"/>
                </a:lnTo>
                <a:lnTo>
                  <a:pt x="511652" y="47253"/>
                </a:lnTo>
                <a:lnTo>
                  <a:pt x="511088" y="46980"/>
                </a:lnTo>
                <a:lnTo>
                  <a:pt x="510515" y="46717"/>
                </a:lnTo>
                <a:lnTo>
                  <a:pt x="509933" y="46465"/>
                </a:lnTo>
                <a:lnTo>
                  <a:pt x="509343" y="46224"/>
                </a:lnTo>
                <a:lnTo>
                  <a:pt x="508743" y="45995"/>
                </a:lnTo>
                <a:lnTo>
                  <a:pt x="508135" y="45777"/>
                </a:lnTo>
                <a:lnTo>
                  <a:pt x="507518" y="45569"/>
                </a:lnTo>
                <a:lnTo>
                  <a:pt x="506892" y="45374"/>
                </a:lnTo>
                <a:lnTo>
                  <a:pt x="506258" y="45189"/>
                </a:lnTo>
                <a:lnTo>
                  <a:pt x="505614" y="45015"/>
                </a:lnTo>
                <a:lnTo>
                  <a:pt x="504962" y="44853"/>
                </a:lnTo>
                <a:lnTo>
                  <a:pt x="504301" y="44702"/>
                </a:lnTo>
                <a:lnTo>
                  <a:pt x="503631" y="44562"/>
                </a:lnTo>
                <a:lnTo>
                  <a:pt x="502952" y="44433"/>
                </a:lnTo>
                <a:lnTo>
                  <a:pt x="502264" y="44316"/>
                </a:lnTo>
                <a:lnTo>
                  <a:pt x="501568" y="44209"/>
                </a:lnTo>
                <a:lnTo>
                  <a:pt x="500862" y="44114"/>
                </a:lnTo>
                <a:lnTo>
                  <a:pt x="500148" y="44030"/>
                </a:lnTo>
                <a:lnTo>
                  <a:pt x="499425" y="43957"/>
                </a:lnTo>
                <a:lnTo>
                  <a:pt x="498693" y="43896"/>
                </a:lnTo>
                <a:lnTo>
                  <a:pt x="497953" y="43845"/>
                </a:lnTo>
                <a:lnTo>
                  <a:pt x="497203" y="43806"/>
                </a:lnTo>
                <a:lnTo>
                  <a:pt x="496445" y="43778"/>
                </a:lnTo>
                <a:lnTo>
                  <a:pt x="495678" y="43761"/>
                </a:lnTo>
                <a:lnTo>
                  <a:pt x="494902" y="43756"/>
                </a:lnTo>
                <a:lnTo>
                  <a:pt x="494290" y="43761"/>
                </a:lnTo>
                <a:lnTo>
                  <a:pt x="493681" y="43777"/>
                </a:lnTo>
                <a:lnTo>
                  <a:pt x="493073" y="43803"/>
                </a:lnTo>
                <a:lnTo>
                  <a:pt x="492466" y="43839"/>
                </a:lnTo>
                <a:lnTo>
                  <a:pt x="491862" y="43886"/>
                </a:lnTo>
                <a:lnTo>
                  <a:pt x="491259" y="43943"/>
                </a:lnTo>
                <a:lnTo>
                  <a:pt x="490657" y="44010"/>
                </a:lnTo>
                <a:lnTo>
                  <a:pt x="490058" y="44088"/>
                </a:lnTo>
                <a:lnTo>
                  <a:pt x="489460" y="44176"/>
                </a:lnTo>
                <a:lnTo>
                  <a:pt x="488864" y="44274"/>
                </a:lnTo>
                <a:lnTo>
                  <a:pt x="488269" y="44383"/>
                </a:lnTo>
                <a:lnTo>
                  <a:pt x="487676" y="44503"/>
                </a:lnTo>
                <a:lnTo>
                  <a:pt x="487085" y="44632"/>
                </a:lnTo>
                <a:lnTo>
                  <a:pt x="486496" y="44772"/>
                </a:lnTo>
                <a:lnTo>
                  <a:pt x="485908" y="44923"/>
                </a:lnTo>
                <a:lnTo>
                  <a:pt x="485322" y="45083"/>
                </a:lnTo>
                <a:lnTo>
                  <a:pt x="484737" y="45255"/>
                </a:lnTo>
                <a:lnTo>
                  <a:pt x="484154" y="45436"/>
                </a:lnTo>
                <a:lnTo>
                  <a:pt x="483573" y="45628"/>
                </a:lnTo>
                <a:lnTo>
                  <a:pt x="482994" y="45830"/>
                </a:lnTo>
                <a:lnTo>
                  <a:pt x="482416" y="46043"/>
                </a:lnTo>
                <a:lnTo>
                  <a:pt x="481840" y="46266"/>
                </a:lnTo>
                <a:lnTo>
                  <a:pt x="481266" y="46499"/>
                </a:lnTo>
                <a:lnTo>
                  <a:pt x="480693" y="46743"/>
                </a:lnTo>
                <a:lnTo>
                  <a:pt x="480124" y="46997"/>
                </a:lnTo>
                <a:lnTo>
                  <a:pt x="479559" y="47260"/>
                </a:lnTo>
                <a:lnTo>
                  <a:pt x="479000" y="47534"/>
                </a:lnTo>
                <a:lnTo>
                  <a:pt x="478446" y="47817"/>
                </a:lnTo>
                <a:lnTo>
                  <a:pt x="477897" y="48110"/>
                </a:lnTo>
                <a:lnTo>
                  <a:pt x="477353" y="48413"/>
                </a:lnTo>
                <a:lnTo>
                  <a:pt x="476814" y="48726"/>
                </a:lnTo>
                <a:lnTo>
                  <a:pt x="476280" y="49048"/>
                </a:lnTo>
                <a:lnTo>
                  <a:pt x="475751" y="49380"/>
                </a:lnTo>
                <a:lnTo>
                  <a:pt x="475227" y="49723"/>
                </a:lnTo>
                <a:lnTo>
                  <a:pt x="474708" y="50075"/>
                </a:lnTo>
                <a:lnTo>
                  <a:pt x="474194" y="50436"/>
                </a:lnTo>
                <a:lnTo>
                  <a:pt x="473685" y="50808"/>
                </a:lnTo>
                <a:lnTo>
                  <a:pt x="473182" y="51189"/>
                </a:lnTo>
                <a:lnTo>
                  <a:pt x="472683" y="51580"/>
                </a:lnTo>
                <a:lnTo>
                  <a:pt x="472189" y="51981"/>
                </a:lnTo>
                <a:lnTo>
                  <a:pt x="471701" y="52392"/>
                </a:lnTo>
                <a:lnTo>
                  <a:pt x="471217" y="52813"/>
                </a:lnTo>
                <a:lnTo>
                  <a:pt x="470739" y="53243"/>
                </a:lnTo>
                <a:lnTo>
                  <a:pt x="470265" y="53683"/>
                </a:lnTo>
                <a:lnTo>
                  <a:pt x="469797" y="54133"/>
                </a:lnTo>
                <a:lnTo>
                  <a:pt x="469334" y="54593"/>
                </a:lnTo>
                <a:lnTo>
                  <a:pt x="468875" y="55063"/>
                </a:lnTo>
                <a:lnTo>
                  <a:pt x="468422" y="55542"/>
                </a:lnTo>
                <a:lnTo>
                  <a:pt x="467975" y="56031"/>
                </a:lnTo>
                <a:lnTo>
                  <a:pt x="467536" y="56529"/>
                </a:lnTo>
                <a:lnTo>
                  <a:pt x="467105" y="57035"/>
                </a:lnTo>
                <a:lnTo>
                  <a:pt x="466682" y="57551"/>
                </a:lnTo>
                <a:lnTo>
                  <a:pt x="466266" y="58075"/>
                </a:lnTo>
                <a:lnTo>
                  <a:pt x="465859" y="58608"/>
                </a:lnTo>
                <a:lnTo>
                  <a:pt x="465459" y="59150"/>
                </a:lnTo>
                <a:lnTo>
                  <a:pt x="465067" y="59700"/>
                </a:lnTo>
                <a:lnTo>
                  <a:pt x="464683" y="60260"/>
                </a:lnTo>
                <a:lnTo>
                  <a:pt x="464307" y="60828"/>
                </a:lnTo>
                <a:lnTo>
                  <a:pt x="463939" y="61405"/>
                </a:lnTo>
                <a:lnTo>
                  <a:pt x="463578" y="61991"/>
                </a:lnTo>
                <a:lnTo>
                  <a:pt x="463226" y="62586"/>
                </a:lnTo>
                <a:lnTo>
                  <a:pt x="462881" y="63189"/>
                </a:lnTo>
                <a:lnTo>
                  <a:pt x="462544" y="63802"/>
                </a:lnTo>
                <a:lnTo>
                  <a:pt x="462215" y="64423"/>
                </a:lnTo>
                <a:lnTo>
                  <a:pt x="461894" y="65053"/>
                </a:lnTo>
                <a:lnTo>
                  <a:pt x="461580" y="65692"/>
                </a:lnTo>
                <a:lnTo>
                  <a:pt x="461275" y="66340"/>
                </a:lnTo>
                <a:lnTo>
                  <a:pt x="460977" y="66996"/>
                </a:lnTo>
                <a:lnTo>
                  <a:pt x="460687" y="67662"/>
                </a:lnTo>
                <a:lnTo>
                  <a:pt x="460405" y="68336"/>
                </a:lnTo>
                <a:lnTo>
                  <a:pt x="460131" y="69019"/>
                </a:lnTo>
                <a:lnTo>
                  <a:pt x="459865" y="69711"/>
                </a:lnTo>
                <a:lnTo>
                  <a:pt x="459608" y="70411"/>
                </a:lnTo>
                <a:lnTo>
                  <a:pt x="459362" y="71119"/>
                </a:lnTo>
                <a:lnTo>
                  <a:pt x="459127" y="71836"/>
                </a:lnTo>
                <a:lnTo>
                  <a:pt x="458903" y="72560"/>
                </a:lnTo>
                <a:lnTo>
                  <a:pt x="458689" y="73292"/>
                </a:lnTo>
                <a:lnTo>
                  <a:pt x="458487" y="74032"/>
                </a:lnTo>
                <a:lnTo>
                  <a:pt x="458296" y="74781"/>
                </a:lnTo>
                <a:lnTo>
                  <a:pt x="458115" y="75537"/>
                </a:lnTo>
                <a:lnTo>
                  <a:pt x="457946" y="76301"/>
                </a:lnTo>
                <a:lnTo>
                  <a:pt x="457787" y="77073"/>
                </a:lnTo>
                <a:lnTo>
                  <a:pt x="457640" y="77853"/>
                </a:lnTo>
                <a:lnTo>
                  <a:pt x="457503" y="78641"/>
                </a:lnTo>
                <a:lnTo>
                  <a:pt x="457378" y="79438"/>
                </a:lnTo>
                <a:lnTo>
                  <a:pt x="457263" y="80242"/>
                </a:lnTo>
                <a:lnTo>
                  <a:pt x="457159" y="81054"/>
                </a:lnTo>
                <a:lnTo>
                  <a:pt x="457066" y="81874"/>
                </a:lnTo>
                <a:lnTo>
                  <a:pt x="456984" y="82702"/>
                </a:lnTo>
                <a:lnTo>
                  <a:pt x="456913" y="83538"/>
                </a:lnTo>
                <a:lnTo>
                  <a:pt x="456853" y="84382"/>
                </a:lnTo>
                <a:lnTo>
                  <a:pt x="456804" y="85234"/>
                </a:lnTo>
                <a:lnTo>
                  <a:pt x="456765" y="86095"/>
                </a:lnTo>
                <a:lnTo>
                  <a:pt x="456738" y="86963"/>
                </a:lnTo>
                <a:lnTo>
                  <a:pt x="456722" y="87839"/>
                </a:lnTo>
                <a:lnTo>
                  <a:pt x="456716" y="88723"/>
                </a:lnTo>
                <a:lnTo>
                  <a:pt x="456716" y="92113"/>
                </a:lnTo>
                <a:lnTo>
                  <a:pt x="456721" y="92878"/>
                </a:lnTo>
                <a:lnTo>
                  <a:pt x="456736" y="93637"/>
                </a:lnTo>
                <a:lnTo>
                  <a:pt x="456760" y="94391"/>
                </a:lnTo>
                <a:lnTo>
                  <a:pt x="456795" y="95141"/>
                </a:lnTo>
                <a:lnTo>
                  <a:pt x="456839" y="95885"/>
                </a:lnTo>
                <a:lnTo>
                  <a:pt x="456893" y="96624"/>
                </a:lnTo>
                <a:lnTo>
                  <a:pt x="456956" y="97358"/>
                </a:lnTo>
                <a:lnTo>
                  <a:pt x="457030" y="98087"/>
                </a:lnTo>
                <a:lnTo>
                  <a:pt x="457113" y="98811"/>
                </a:lnTo>
                <a:lnTo>
                  <a:pt x="457207" y="99530"/>
                </a:lnTo>
                <a:lnTo>
                  <a:pt x="457310" y="100244"/>
                </a:lnTo>
                <a:lnTo>
                  <a:pt x="457423" y="100953"/>
                </a:lnTo>
                <a:lnTo>
                  <a:pt x="457545" y="101657"/>
                </a:lnTo>
                <a:lnTo>
                  <a:pt x="457678" y="102356"/>
                </a:lnTo>
                <a:lnTo>
                  <a:pt x="457820" y="103050"/>
                </a:lnTo>
                <a:lnTo>
                  <a:pt x="457972" y="103739"/>
                </a:lnTo>
                <a:lnTo>
                  <a:pt x="458134" y="104422"/>
                </a:lnTo>
                <a:lnTo>
                  <a:pt x="458306" y="105101"/>
                </a:lnTo>
                <a:lnTo>
                  <a:pt x="458487" y="105774"/>
                </a:lnTo>
                <a:lnTo>
                  <a:pt x="458678" y="106443"/>
                </a:lnTo>
                <a:lnTo>
                  <a:pt x="458879" y="107106"/>
                </a:lnTo>
                <a:lnTo>
                  <a:pt x="459090" y="107765"/>
                </a:lnTo>
                <a:lnTo>
                  <a:pt x="459311" y="108418"/>
                </a:lnTo>
                <a:lnTo>
                  <a:pt x="459542" y="109067"/>
                </a:lnTo>
                <a:lnTo>
                  <a:pt x="459781" y="109709"/>
                </a:lnTo>
                <a:lnTo>
                  <a:pt x="460030" y="110344"/>
                </a:lnTo>
                <a:lnTo>
                  <a:pt x="460287" y="110971"/>
                </a:lnTo>
                <a:lnTo>
                  <a:pt x="460552" y="111592"/>
                </a:lnTo>
                <a:lnTo>
                  <a:pt x="460826" y="112205"/>
                </a:lnTo>
                <a:lnTo>
                  <a:pt x="461108" y="112811"/>
                </a:lnTo>
                <a:lnTo>
                  <a:pt x="461399" y="113409"/>
                </a:lnTo>
                <a:lnTo>
                  <a:pt x="461699" y="114000"/>
                </a:lnTo>
                <a:lnTo>
                  <a:pt x="462007" y="114584"/>
                </a:lnTo>
                <a:lnTo>
                  <a:pt x="462324" y="115161"/>
                </a:lnTo>
                <a:lnTo>
                  <a:pt x="462649" y="115730"/>
                </a:lnTo>
                <a:lnTo>
                  <a:pt x="462983" y="116292"/>
                </a:lnTo>
                <a:lnTo>
                  <a:pt x="463325" y="116847"/>
                </a:lnTo>
                <a:lnTo>
                  <a:pt x="463676" y="117394"/>
                </a:lnTo>
                <a:lnTo>
                  <a:pt x="464035" y="117934"/>
                </a:lnTo>
                <a:lnTo>
                  <a:pt x="464403" y="118467"/>
                </a:lnTo>
                <a:lnTo>
                  <a:pt x="464780" y="118993"/>
                </a:lnTo>
                <a:lnTo>
                  <a:pt x="465165" y="119511"/>
                </a:lnTo>
                <a:lnTo>
                  <a:pt x="465559" y="120022"/>
                </a:lnTo>
                <a:lnTo>
                  <a:pt x="465961" y="120526"/>
                </a:lnTo>
                <a:lnTo>
                  <a:pt x="466372" y="121022"/>
                </a:lnTo>
                <a:lnTo>
                  <a:pt x="466791" y="121512"/>
                </a:lnTo>
                <a:lnTo>
                  <a:pt x="467219" y="121993"/>
                </a:lnTo>
                <a:lnTo>
                  <a:pt x="467655" y="122468"/>
                </a:lnTo>
                <a:lnTo>
                  <a:pt x="468099" y="122934"/>
                </a:lnTo>
                <a:lnTo>
                  <a:pt x="468551" y="123392"/>
                </a:lnTo>
                <a:lnTo>
                  <a:pt x="469010" y="123841"/>
                </a:lnTo>
                <a:lnTo>
                  <a:pt x="469476" y="124281"/>
                </a:lnTo>
                <a:lnTo>
                  <a:pt x="469949" y="124712"/>
                </a:lnTo>
                <a:lnTo>
                  <a:pt x="470430" y="125135"/>
                </a:lnTo>
                <a:lnTo>
                  <a:pt x="470918" y="125548"/>
                </a:lnTo>
                <a:lnTo>
                  <a:pt x="471414" y="125953"/>
                </a:lnTo>
                <a:lnTo>
                  <a:pt x="471916" y="126349"/>
                </a:lnTo>
                <a:lnTo>
                  <a:pt x="472426" y="126736"/>
                </a:lnTo>
                <a:lnTo>
                  <a:pt x="472943" y="127114"/>
                </a:lnTo>
                <a:lnTo>
                  <a:pt x="473468" y="127483"/>
                </a:lnTo>
                <a:lnTo>
                  <a:pt x="473999" y="127844"/>
                </a:lnTo>
                <a:lnTo>
                  <a:pt x="474538" y="128196"/>
                </a:lnTo>
                <a:lnTo>
                  <a:pt x="475085" y="128539"/>
                </a:lnTo>
                <a:lnTo>
                  <a:pt x="475638" y="128873"/>
                </a:lnTo>
                <a:lnTo>
                  <a:pt x="476199" y="129198"/>
                </a:lnTo>
                <a:lnTo>
                  <a:pt x="476768" y="129514"/>
                </a:lnTo>
                <a:lnTo>
                  <a:pt x="477343" y="129822"/>
                </a:lnTo>
                <a:lnTo>
                  <a:pt x="477926" y="130121"/>
                </a:lnTo>
                <a:lnTo>
                  <a:pt x="478516" y="130410"/>
                </a:lnTo>
                <a:lnTo>
                  <a:pt x="479113" y="130692"/>
                </a:lnTo>
                <a:lnTo>
                  <a:pt x="479718" y="130964"/>
                </a:lnTo>
                <a:lnTo>
                  <a:pt x="480330" y="131227"/>
                </a:lnTo>
                <a:lnTo>
                  <a:pt x="480948" y="131481"/>
                </a:lnTo>
                <a:lnTo>
                  <a:pt x="481573" y="131724"/>
                </a:lnTo>
                <a:lnTo>
                  <a:pt x="482204" y="131956"/>
                </a:lnTo>
                <a:lnTo>
                  <a:pt x="482840" y="132177"/>
                </a:lnTo>
                <a:lnTo>
                  <a:pt x="483483" y="132387"/>
                </a:lnTo>
                <a:lnTo>
                  <a:pt x="484132" y="132587"/>
                </a:lnTo>
                <a:lnTo>
                  <a:pt x="484786" y="132776"/>
                </a:lnTo>
                <a:lnTo>
                  <a:pt x="485447" y="132954"/>
                </a:lnTo>
                <a:lnTo>
                  <a:pt x="486114" y="133121"/>
                </a:lnTo>
                <a:lnTo>
                  <a:pt x="486787" y="133278"/>
                </a:lnTo>
                <a:lnTo>
                  <a:pt x="487466" y="133423"/>
                </a:lnTo>
                <a:lnTo>
                  <a:pt x="488151" y="133558"/>
                </a:lnTo>
                <a:lnTo>
                  <a:pt x="488841" y="133682"/>
                </a:lnTo>
                <a:lnTo>
                  <a:pt x="489538" y="133796"/>
                </a:lnTo>
                <a:lnTo>
                  <a:pt x="490241" y="133898"/>
                </a:lnTo>
                <a:lnTo>
                  <a:pt x="490950" y="133990"/>
                </a:lnTo>
                <a:lnTo>
                  <a:pt x="491665" y="134071"/>
                </a:lnTo>
                <a:lnTo>
                  <a:pt x="492386" y="134141"/>
                </a:lnTo>
                <a:lnTo>
                  <a:pt x="493113" y="134200"/>
                </a:lnTo>
                <a:lnTo>
                  <a:pt x="493846" y="134249"/>
                </a:lnTo>
                <a:lnTo>
                  <a:pt x="494586" y="134287"/>
                </a:lnTo>
                <a:lnTo>
                  <a:pt x="495331" y="134314"/>
                </a:lnTo>
                <a:lnTo>
                  <a:pt x="496082" y="134330"/>
                </a:lnTo>
                <a:lnTo>
                  <a:pt x="496839" y="134335"/>
                </a:lnTo>
                <a:lnTo>
                  <a:pt x="497555" y="134331"/>
                </a:lnTo>
                <a:lnTo>
                  <a:pt x="498263" y="134319"/>
                </a:lnTo>
                <a:lnTo>
                  <a:pt x="498963" y="134297"/>
                </a:lnTo>
                <a:lnTo>
                  <a:pt x="499655" y="134268"/>
                </a:lnTo>
                <a:lnTo>
                  <a:pt x="500338" y="134230"/>
                </a:lnTo>
                <a:lnTo>
                  <a:pt x="501014" y="134184"/>
                </a:lnTo>
                <a:lnTo>
                  <a:pt x="501682" y="134129"/>
                </a:lnTo>
                <a:lnTo>
                  <a:pt x="502342" y="134066"/>
                </a:lnTo>
                <a:lnTo>
                  <a:pt x="502994" y="133995"/>
                </a:lnTo>
                <a:lnTo>
                  <a:pt x="503638" y="133915"/>
                </a:lnTo>
                <a:lnTo>
                  <a:pt x="504274" y="133827"/>
                </a:lnTo>
                <a:lnTo>
                  <a:pt x="504902" y="133730"/>
                </a:lnTo>
                <a:lnTo>
                  <a:pt x="505522" y="133625"/>
                </a:lnTo>
                <a:lnTo>
                  <a:pt x="506134" y="133511"/>
                </a:lnTo>
                <a:lnTo>
                  <a:pt x="506738" y="133389"/>
                </a:lnTo>
                <a:lnTo>
                  <a:pt x="507334" y="133259"/>
                </a:lnTo>
                <a:lnTo>
                  <a:pt x="507922" y="133120"/>
                </a:lnTo>
                <a:lnTo>
                  <a:pt x="508502" y="132973"/>
                </a:lnTo>
                <a:lnTo>
                  <a:pt x="509074" y="132817"/>
                </a:lnTo>
                <a:lnTo>
                  <a:pt x="509638" y="132653"/>
                </a:lnTo>
                <a:lnTo>
                  <a:pt x="510194" y="132481"/>
                </a:lnTo>
                <a:lnTo>
                  <a:pt x="510742" y="132300"/>
                </a:lnTo>
                <a:lnTo>
                  <a:pt x="511282" y="132111"/>
                </a:lnTo>
                <a:lnTo>
                  <a:pt x="511815" y="131913"/>
                </a:lnTo>
                <a:lnTo>
                  <a:pt x="512339" y="131709"/>
                </a:lnTo>
                <a:lnTo>
                  <a:pt x="512857" y="131500"/>
                </a:lnTo>
                <a:lnTo>
                  <a:pt x="513368" y="131285"/>
                </a:lnTo>
                <a:lnTo>
                  <a:pt x="513872" y="131066"/>
                </a:lnTo>
                <a:lnTo>
                  <a:pt x="514369" y="130841"/>
                </a:lnTo>
                <a:lnTo>
                  <a:pt x="514860" y="130612"/>
                </a:lnTo>
                <a:lnTo>
                  <a:pt x="515343" y="130377"/>
                </a:lnTo>
                <a:lnTo>
                  <a:pt x="515820" y="130137"/>
                </a:lnTo>
                <a:lnTo>
                  <a:pt x="516289" y="129893"/>
                </a:lnTo>
                <a:lnTo>
                  <a:pt x="516752" y="129643"/>
                </a:lnTo>
                <a:lnTo>
                  <a:pt x="517208" y="129388"/>
                </a:lnTo>
                <a:lnTo>
                  <a:pt x="517657" y="129128"/>
                </a:lnTo>
                <a:lnTo>
                  <a:pt x="518100" y="128863"/>
                </a:lnTo>
                <a:lnTo>
                  <a:pt x="518535" y="128593"/>
                </a:lnTo>
                <a:lnTo>
                  <a:pt x="518964" y="128318"/>
                </a:lnTo>
                <a:lnTo>
                  <a:pt x="519385" y="128038"/>
                </a:lnTo>
                <a:lnTo>
                  <a:pt x="519800" y="127753"/>
                </a:lnTo>
                <a:lnTo>
                  <a:pt x="520208" y="127463"/>
                </a:lnTo>
                <a:lnTo>
                  <a:pt x="520609" y="127168"/>
                </a:lnTo>
                <a:lnTo>
                  <a:pt x="521003" y="126868"/>
                </a:lnTo>
                <a:lnTo>
                  <a:pt x="521391" y="126563"/>
                </a:lnTo>
                <a:lnTo>
                  <a:pt x="521771" y="126252"/>
                </a:lnTo>
                <a:lnTo>
                  <a:pt x="522145" y="125937"/>
                </a:lnTo>
                <a:lnTo>
                  <a:pt x="522511" y="125616"/>
                </a:lnTo>
                <a:lnTo>
                  <a:pt x="522872" y="125293"/>
                </a:lnTo>
                <a:lnTo>
                  <a:pt x="523227" y="124968"/>
                </a:lnTo>
                <a:lnTo>
                  <a:pt x="523577" y="124641"/>
                </a:lnTo>
                <a:lnTo>
                  <a:pt x="523922" y="124314"/>
                </a:lnTo>
                <a:lnTo>
                  <a:pt x="524261" y="123984"/>
                </a:lnTo>
                <a:lnTo>
                  <a:pt x="524595" y="123654"/>
                </a:lnTo>
                <a:lnTo>
                  <a:pt x="524924" y="123322"/>
                </a:lnTo>
                <a:lnTo>
                  <a:pt x="525247" y="122988"/>
                </a:lnTo>
                <a:lnTo>
                  <a:pt x="525565" y="122653"/>
                </a:lnTo>
                <a:lnTo>
                  <a:pt x="525878" y="122317"/>
                </a:lnTo>
                <a:lnTo>
                  <a:pt x="526185" y="121980"/>
                </a:lnTo>
                <a:lnTo>
                  <a:pt x="526487" y="121640"/>
                </a:lnTo>
                <a:lnTo>
                  <a:pt x="526784" y="121300"/>
                </a:lnTo>
                <a:lnTo>
                  <a:pt x="527075" y="120958"/>
                </a:lnTo>
                <a:lnTo>
                  <a:pt x="527362" y="120615"/>
                </a:lnTo>
                <a:lnTo>
                  <a:pt x="527642" y="120270"/>
                </a:lnTo>
                <a:lnTo>
                  <a:pt x="527918" y="119924"/>
                </a:lnTo>
                <a:lnTo>
                  <a:pt x="528188" y="119577"/>
                </a:lnTo>
                <a:lnTo>
                  <a:pt x="528452" y="119228"/>
                </a:lnTo>
                <a:lnTo>
                  <a:pt x="528712" y="118878"/>
                </a:lnTo>
                <a:lnTo>
                  <a:pt x="528966" y="118526"/>
                </a:lnTo>
                <a:lnTo>
                  <a:pt x="529215" y="118173"/>
                </a:lnTo>
                <a:lnTo>
                  <a:pt x="529458" y="117819"/>
                </a:lnTo>
                <a:lnTo>
                  <a:pt x="529696" y="117463"/>
                </a:lnTo>
                <a:lnTo>
                  <a:pt x="520655" y="110278"/>
                </a:lnTo>
                <a:lnTo>
                  <a:pt x="520309" y="110725"/>
                </a:lnTo>
                <a:lnTo>
                  <a:pt x="519959" y="111164"/>
                </a:lnTo>
                <a:lnTo>
                  <a:pt x="519604" y="111596"/>
                </a:lnTo>
                <a:lnTo>
                  <a:pt x="519244" y="112020"/>
                </a:lnTo>
                <a:lnTo>
                  <a:pt x="518879" y="112437"/>
                </a:lnTo>
                <a:lnTo>
                  <a:pt x="518510" y="112846"/>
                </a:lnTo>
                <a:lnTo>
                  <a:pt x="518136" y="113247"/>
                </a:lnTo>
                <a:lnTo>
                  <a:pt x="517757" y="113641"/>
                </a:lnTo>
                <a:lnTo>
                  <a:pt x="517374" y="114028"/>
                </a:lnTo>
                <a:lnTo>
                  <a:pt x="516985" y="114407"/>
                </a:lnTo>
                <a:lnTo>
                  <a:pt x="516592" y="114778"/>
                </a:lnTo>
                <a:lnTo>
                  <a:pt x="516194" y="115142"/>
                </a:lnTo>
                <a:lnTo>
                  <a:pt x="515792" y="115498"/>
                </a:lnTo>
                <a:lnTo>
                  <a:pt x="515384" y="115846"/>
                </a:lnTo>
                <a:lnTo>
                  <a:pt x="514972" y="116187"/>
                </a:lnTo>
                <a:lnTo>
                  <a:pt x="514555" y="116521"/>
                </a:lnTo>
                <a:lnTo>
                  <a:pt x="514133" y="116847"/>
                </a:lnTo>
                <a:lnTo>
                  <a:pt x="513707" y="117165"/>
                </a:lnTo>
                <a:lnTo>
                  <a:pt x="513275" y="117476"/>
                </a:lnTo>
                <a:lnTo>
                  <a:pt x="512839" y="117779"/>
                </a:lnTo>
                <a:lnTo>
                  <a:pt x="512399" y="118074"/>
                </a:lnTo>
                <a:lnTo>
                  <a:pt x="511953" y="118362"/>
                </a:lnTo>
                <a:lnTo>
                  <a:pt x="511503" y="118643"/>
                </a:lnTo>
                <a:lnTo>
                  <a:pt x="511048" y="118916"/>
                </a:lnTo>
                <a:lnTo>
                  <a:pt x="510586" y="119179"/>
                </a:lnTo>
                <a:lnTo>
                  <a:pt x="510116" y="119432"/>
                </a:lnTo>
                <a:lnTo>
                  <a:pt x="509637" y="119673"/>
                </a:lnTo>
                <a:lnTo>
                  <a:pt x="509150" y="119903"/>
                </a:lnTo>
                <a:lnTo>
                  <a:pt x="508655" y="120121"/>
                </a:lnTo>
                <a:lnTo>
                  <a:pt x="508151" y="120329"/>
                </a:lnTo>
                <a:lnTo>
                  <a:pt x="507639" y="120525"/>
                </a:lnTo>
                <a:lnTo>
                  <a:pt x="507119" y="120710"/>
                </a:lnTo>
                <a:lnTo>
                  <a:pt x="506590" y="120884"/>
                </a:lnTo>
                <a:lnTo>
                  <a:pt x="506052" y="121046"/>
                </a:lnTo>
                <a:lnTo>
                  <a:pt x="505507" y="121198"/>
                </a:lnTo>
                <a:lnTo>
                  <a:pt x="504953" y="121338"/>
                </a:lnTo>
                <a:lnTo>
                  <a:pt x="504390" y="121467"/>
                </a:lnTo>
                <a:lnTo>
                  <a:pt x="503819" y="121584"/>
                </a:lnTo>
                <a:lnTo>
                  <a:pt x="503240" y="121691"/>
                </a:lnTo>
                <a:lnTo>
                  <a:pt x="502652" y="121786"/>
                </a:lnTo>
                <a:lnTo>
                  <a:pt x="502055" y="121870"/>
                </a:lnTo>
                <a:lnTo>
                  <a:pt x="501451" y="121943"/>
                </a:lnTo>
                <a:lnTo>
                  <a:pt x="500838" y="122005"/>
                </a:lnTo>
                <a:lnTo>
                  <a:pt x="500216" y="122055"/>
                </a:lnTo>
                <a:lnTo>
                  <a:pt x="499586" y="122095"/>
                </a:lnTo>
                <a:lnTo>
                  <a:pt x="498948" y="122123"/>
                </a:lnTo>
                <a:lnTo>
                  <a:pt x="498302" y="122139"/>
                </a:lnTo>
                <a:lnTo>
                  <a:pt x="497646" y="122145"/>
                </a:lnTo>
                <a:lnTo>
                  <a:pt x="497137" y="122141"/>
                </a:lnTo>
                <a:lnTo>
                  <a:pt x="496633" y="122129"/>
                </a:lnTo>
                <a:lnTo>
                  <a:pt x="496133" y="122108"/>
                </a:lnTo>
                <a:lnTo>
                  <a:pt x="495638" y="122080"/>
                </a:lnTo>
                <a:lnTo>
                  <a:pt x="495148" y="122043"/>
                </a:lnTo>
                <a:lnTo>
                  <a:pt x="494662" y="121999"/>
                </a:lnTo>
                <a:lnTo>
                  <a:pt x="494181" y="121946"/>
                </a:lnTo>
                <a:lnTo>
                  <a:pt x="493704" y="121885"/>
                </a:lnTo>
                <a:lnTo>
                  <a:pt x="493232" y="121816"/>
                </a:lnTo>
                <a:lnTo>
                  <a:pt x="492765" y="121739"/>
                </a:lnTo>
                <a:lnTo>
                  <a:pt x="492302" y="121653"/>
                </a:lnTo>
                <a:lnTo>
                  <a:pt x="491844" y="121560"/>
                </a:lnTo>
                <a:lnTo>
                  <a:pt x="491390" y="121458"/>
                </a:lnTo>
                <a:lnTo>
                  <a:pt x="490942" y="121348"/>
                </a:lnTo>
                <a:lnTo>
                  <a:pt x="490497" y="121231"/>
                </a:lnTo>
                <a:lnTo>
                  <a:pt x="490058" y="121105"/>
                </a:lnTo>
                <a:lnTo>
                  <a:pt x="489623" y="120970"/>
                </a:lnTo>
                <a:lnTo>
                  <a:pt x="489192" y="120828"/>
                </a:lnTo>
                <a:lnTo>
                  <a:pt x="488767" y="120678"/>
                </a:lnTo>
                <a:lnTo>
                  <a:pt x="488346" y="120519"/>
                </a:lnTo>
                <a:lnTo>
                  <a:pt x="487929" y="120353"/>
                </a:lnTo>
                <a:lnTo>
                  <a:pt x="487517" y="120178"/>
                </a:lnTo>
                <a:lnTo>
                  <a:pt x="487110" y="119995"/>
                </a:lnTo>
                <a:lnTo>
                  <a:pt x="486707" y="119804"/>
                </a:lnTo>
                <a:lnTo>
                  <a:pt x="486310" y="119606"/>
                </a:lnTo>
                <a:lnTo>
                  <a:pt x="485917" y="119401"/>
                </a:lnTo>
                <a:lnTo>
                  <a:pt x="485529" y="119191"/>
                </a:lnTo>
                <a:lnTo>
                  <a:pt x="485147" y="118974"/>
                </a:lnTo>
                <a:lnTo>
                  <a:pt x="484769" y="118751"/>
                </a:lnTo>
                <a:lnTo>
                  <a:pt x="484397" y="118522"/>
                </a:lnTo>
                <a:lnTo>
                  <a:pt x="484029" y="118287"/>
                </a:lnTo>
                <a:lnTo>
                  <a:pt x="483667" y="118046"/>
                </a:lnTo>
                <a:lnTo>
                  <a:pt x="483309" y="117798"/>
                </a:lnTo>
                <a:lnTo>
                  <a:pt x="482957" y="117545"/>
                </a:lnTo>
                <a:lnTo>
                  <a:pt x="482610" y="117285"/>
                </a:lnTo>
                <a:lnTo>
                  <a:pt x="482267" y="117019"/>
                </a:lnTo>
                <a:lnTo>
                  <a:pt x="481930" y="116746"/>
                </a:lnTo>
                <a:lnTo>
                  <a:pt x="481598" y="116468"/>
                </a:lnTo>
                <a:lnTo>
                  <a:pt x="481271" y="116184"/>
                </a:lnTo>
                <a:lnTo>
                  <a:pt x="480949" y="115893"/>
                </a:lnTo>
                <a:lnTo>
                  <a:pt x="480632" y="115596"/>
                </a:lnTo>
                <a:lnTo>
                  <a:pt x="480320" y="115293"/>
                </a:lnTo>
                <a:lnTo>
                  <a:pt x="480013" y="114984"/>
                </a:lnTo>
                <a:lnTo>
                  <a:pt x="479711" y="114669"/>
                </a:lnTo>
                <a:lnTo>
                  <a:pt x="479414" y="114347"/>
                </a:lnTo>
                <a:lnTo>
                  <a:pt x="479122" y="114019"/>
                </a:lnTo>
                <a:lnTo>
                  <a:pt x="478835" y="113685"/>
                </a:lnTo>
                <a:lnTo>
                  <a:pt x="478554" y="113345"/>
                </a:lnTo>
                <a:lnTo>
                  <a:pt x="478277" y="113000"/>
                </a:lnTo>
                <a:lnTo>
                  <a:pt x="478007" y="112650"/>
                </a:lnTo>
                <a:lnTo>
                  <a:pt x="477741" y="112295"/>
                </a:lnTo>
                <a:lnTo>
                  <a:pt x="477482" y="111936"/>
                </a:lnTo>
                <a:lnTo>
                  <a:pt x="477228" y="111572"/>
                </a:lnTo>
                <a:lnTo>
                  <a:pt x="476979" y="111204"/>
                </a:lnTo>
                <a:lnTo>
                  <a:pt x="476737" y="110830"/>
                </a:lnTo>
                <a:lnTo>
                  <a:pt x="476500" y="110453"/>
                </a:lnTo>
                <a:lnTo>
                  <a:pt x="476268" y="110070"/>
                </a:lnTo>
                <a:lnTo>
                  <a:pt x="476042" y="109683"/>
                </a:lnTo>
                <a:lnTo>
                  <a:pt x="475822" y="109291"/>
                </a:lnTo>
                <a:lnTo>
                  <a:pt x="475607" y="108895"/>
                </a:lnTo>
                <a:lnTo>
                  <a:pt x="475398" y="108494"/>
                </a:lnTo>
                <a:lnTo>
                  <a:pt x="475194" y="108089"/>
                </a:lnTo>
                <a:lnTo>
                  <a:pt x="474997" y="107679"/>
                </a:lnTo>
                <a:lnTo>
                  <a:pt x="474804" y="107264"/>
                </a:lnTo>
                <a:lnTo>
                  <a:pt x="474618" y="106844"/>
                </a:lnTo>
                <a:lnTo>
                  <a:pt x="474436" y="106420"/>
                </a:lnTo>
                <a:lnTo>
                  <a:pt x="474261" y="105992"/>
                </a:lnTo>
                <a:lnTo>
                  <a:pt x="474091" y="105558"/>
                </a:lnTo>
                <a:lnTo>
                  <a:pt x="473927" y="105120"/>
                </a:lnTo>
                <a:lnTo>
                  <a:pt x="473768" y="104678"/>
                </a:lnTo>
                <a:lnTo>
                  <a:pt x="473615" y="104231"/>
                </a:lnTo>
                <a:lnTo>
                  <a:pt x="473468" y="103779"/>
                </a:lnTo>
                <a:lnTo>
                  <a:pt x="473326" y="103323"/>
                </a:lnTo>
                <a:lnTo>
                  <a:pt x="473190" y="102865"/>
                </a:lnTo>
                <a:lnTo>
                  <a:pt x="473061" y="102405"/>
                </a:lnTo>
                <a:lnTo>
                  <a:pt x="472937" y="101941"/>
                </a:lnTo>
                <a:lnTo>
                  <a:pt x="472820" y="101475"/>
                </a:lnTo>
                <a:lnTo>
                  <a:pt x="472708" y="101006"/>
                </a:lnTo>
                <a:lnTo>
                  <a:pt x="472603" y="100535"/>
                </a:lnTo>
                <a:lnTo>
                  <a:pt x="472503" y="100061"/>
                </a:lnTo>
                <a:lnTo>
                  <a:pt x="472410" y="99584"/>
                </a:lnTo>
                <a:lnTo>
                  <a:pt x="472323" y="99105"/>
                </a:lnTo>
                <a:lnTo>
                  <a:pt x="472241" y="98623"/>
                </a:lnTo>
                <a:lnTo>
                  <a:pt x="472166" y="98138"/>
                </a:lnTo>
                <a:lnTo>
                  <a:pt x="472097" y="97650"/>
                </a:lnTo>
                <a:lnTo>
                  <a:pt x="472033" y="97160"/>
                </a:lnTo>
                <a:lnTo>
                  <a:pt x="471976" y="96668"/>
                </a:lnTo>
                <a:lnTo>
                  <a:pt x="471925" y="96172"/>
                </a:lnTo>
                <a:lnTo>
                  <a:pt x="471880" y="95674"/>
                </a:lnTo>
                <a:lnTo>
                  <a:pt x="471840" y="95174"/>
                </a:lnTo>
                <a:lnTo>
                  <a:pt x="471807" y="94670"/>
                </a:lnTo>
                <a:lnTo>
                  <a:pt x="471780" y="94164"/>
                </a:lnTo>
                <a:lnTo>
                  <a:pt x="471759" y="93655"/>
                </a:lnTo>
                <a:lnTo>
                  <a:pt x="471745" y="93163"/>
                </a:lnTo>
                <a:lnTo>
                  <a:pt x="530827" y="93163"/>
                </a:lnTo>
                <a:lnTo>
                  <a:pt x="530827" y="86472"/>
                </a:lnTo>
                <a:lnTo>
                  <a:pt x="530823" y="85709"/>
                </a:lnTo>
                <a:lnTo>
                  <a:pt x="530812" y="84951"/>
                </a:lnTo>
                <a:lnTo>
                  <a:pt x="530794" y="84197"/>
                </a:lnTo>
                <a:lnTo>
                  <a:pt x="530768" y="83449"/>
                </a:lnTo>
                <a:close/>
                <a:moveTo>
                  <a:pt x="472686" y="77900"/>
                </a:moveTo>
                <a:lnTo>
                  <a:pt x="472795" y="77360"/>
                </a:lnTo>
                <a:lnTo>
                  <a:pt x="472909" y="76826"/>
                </a:lnTo>
                <a:lnTo>
                  <a:pt x="473030" y="76299"/>
                </a:lnTo>
                <a:lnTo>
                  <a:pt x="473157" y="75778"/>
                </a:lnTo>
                <a:lnTo>
                  <a:pt x="473289" y="75264"/>
                </a:lnTo>
                <a:lnTo>
                  <a:pt x="473427" y="74756"/>
                </a:lnTo>
                <a:lnTo>
                  <a:pt x="473571" y="74255"/>
                </a:lnTo>
                <a:lnTo>
                  <a:pt x="473719" y="73760"/>
                </a:lnTo>
                <a:lnTo>
                  <a:pt x="473873" y="73272"/>
                </a:lnTo>
                <a:lnTo>
                  <a:pt x="474031" y="72790"/>
                </a:lnTo>
                <a:lnTo>
                  <a:pt x="474193" y="72314"/>
                </a:lnTo>
                <a:lnTo>
                  <a:pt x="474361" y="71845"/>
                </a:lnTo>
                <a:lnTo>
                  <a:pt x="474533" y="71382"/>
                </a:lnTo>
                <a:lnTo>
                  <a:pt x="474710" y="70926"/>
                </a:lnTo>
                <a:lnTo>
                  <a:pt x="474892" y="70476"/>
                </a:lnTo>
                <a:lnTo>
                  <a:pt x="475078" y="70033"/>
                </a:lnTo>
                <a:lnTo>
                  <a:pt x="475270" y="69596"/>
                </a:lnTo>
                <a:lnTo>
                  <a:pt x="475466" y="69166"/>
                </a:lnTo>
                <a:lnTo>
                  <a:pt x="475667" y="68742"/>
                </a:lnTo>
                <a:lnTo>
                  <a:pt x="475872" y="68324"/>
                </a:lnTo>
                <a:lnTo>
                  <a:pt x="476083" y="67913"/>
                </a:lnTo>
                <a:lnTo>
                  <a:pt x="476298" y="67509"/>
                </a:lnTo>
                <a:lnTo>
                  <a:pt x="476518" y="67110"/>
                </a:lnTo>
                <a:lnTo>
                  <a:pt x="476742" y="66719"/>
                </a:lnTo>
                <a:lnTo>
                  <a:pt x="476972" y="66333"/>
                </a:lnTo>
                <a:lnTo>
                  <a:pt x="477206" y="65954"/>
                </a:lnTo>
                <a:lnTo>
                  <a:pt x="477445" y="65582"/>
                </a:lnTo>
                <a:lnTo>
                  <a:pt x="477689" y="65216"/>
                </a:lnTo>
                <a:lnTo>
                  <a:pt x="477937" y="64857"/>
                </a:lnTo>
                <a:lnTo>
                  <a:pt x="478190" y="64504"/>
                </a:lnTo>
                <a:lnTo>
                  <a:pt x="478448" y="64157"/>
                </a:lnTo>
                <a:lnTo>
                  <a:pt x="478710" y="63818"/>
                </a:lnTo>
                <a:lnTo>
                  <a:pt x="478976" y="63486"/>
                </a:lnTo>
                <a:lnTo>
                  <a:pt x="479247" y="63161"/>
                </a:lnTo>
                <a:lnTo>
                  <a:pt x="479521" y="62844"/>
                </a:lnTo>
                <a:lnTo>
                  <a:pt x="479800" y="62533"/>
                </a:lnTo>
                <a:lnTo>
                  <a:pt x="480083" y="62230"/>
                </a:lnTo>
                <a:lnTo>
                  <a:pt x="480370" y="61934"/>
                </a:lnTo>
                <a:lnTo>
                  <a:pt x="480662" y="61645"/>
                </a:lnTo>
                <a:lnTo>
                  <a:pt x="480957" y="61363"/>
                </a:lnTo>
                <a:lnTo>
                  <a:pt x="481257" y="61088"/>
                </a:lnTo>
                <a:lnTo>
                  <a:pt x="481561" y="60820"/>
                </a:lnTo>
                <a:lnTo>
                  <a:pt x="481869" y="60560"/>
                </a:lnTo>
                <a:lnTo>
                  <a:pt x="482182" y="60306"/>
                </a:lnTo>
                <a:lnTo>
                  <a:pt x="482498" y="60060"/>
                </a:lnTo>
                <a:lnTo>
                  <a:pt x="482819" y="59821"/>
                </a:lnTo>
                <a:lnTo>
                  <a:pt x="483144" y="59589"/>
                </a:lnTo>
                <a:lnTo>
                  <a:pt x="483473" y="59365"/>
                </a:lnTo>
                <a:lnTo>
                  <a:pt x="483807" y="59147"/>
                </a:lnTo>
                <a:lnTo>
                  <a:pt x="484144" y="58937"/>
                </a:lnTo>
                <a:lnTo>
                  <a:pt x="484486" y="58733"/>
                </a:lnTo>
                <a:lnTo>
                  <a:pt x="484832" y="58537"/>
                </a:lnTo>
                <a:lnTo>
                  <a:pt x="485182" y="58348"/>
                </a:lnTo>
                <a:lnTo>
                  <a:pt x="485537" y="58166"/>
                </a:lnTo>
                <a:lnTo>
                  <a:pt x="485895" y="57992"/>
                </a:lnTo>
                <a:lnTo>
                  <a:pt x="486256" y="57825"/>
                </a:lnTo>
                <a:lnTo>
                  <a:pt x="486619" y="57665"/>
                </a:lnTo>
                <a:lnTo>
                  <a:pt x="486986" y="57513"/>
                </a:lnTo>
                <a:lnTo>
                  <a:pt x="487355" y="57368"/>
                </a:lnTo>
                <a:lnTo>
                  <a:pt x="487727" y="57230"/>
                </a:lnTo>
                <a:lnTo>
                  <a:pt x="488101" y="57100"/>
                </a:lnTo>
                <a:lnTo>
                  <a:pt x="488479" y="56978"/>
                </a:lnTo>
                <a:lnTo>
                  <a:pt x="488859" y="56863"/>
                </a:lnTo>
                <a:lnTo>
                  <a:pt x="489243" y="56755"/>
                </a:lnTo>
                <a:lnTo>
                  <a:pt x="489629" y="56655"/>
                </a:lnTo>
                <a:lnTo>
                  <a:pt x="490017" y="56562"/>
                </a:lnTo>
                <a:lnTo>
                  <a:pt x="490409" y="56476"/>
                </a:lnTo>
                <a:lnTo>
                  <a:pt x="490803" y="56398"/>
                </a:lnTo>
                <a:lnTo>
                  <a:pt x="491201" y="56328"/>
                </a:lnTo>
                <a:lnTo>
                  <a:pt x="491601" y="56265"/>
                </a:lnTo>
                <a:lnTo>
                  <a:pt x="492003" y="56209"/>
                </a:lnTo>
                <a:lnTo>
                  <a:pt x="492409" y="56161"/>
                </a:lnTo>
                <a:lnTo>
                  <a:pt x="492817" y="56120"/>
                </a:lnTo>
                <a:lnTo>
                  <a:pt x="493229" y="56086"/>
                </a:lnTo>
                <a:lnTo>
                  <a:pt x="493643" y="56060"/>
                </a:lnTo>
                <a:lnTo>
                  <a:pt x="494060" y="56042"/>
                </a:lnTo>
                <a:lnTo>
                  <a:pt x="494479" y="56031"/>
                </a:lnTo>
                <a:lnTo>
                  <a:pt x="494902" y="56027"/>
                </a:lnTo>
                <a:lnTo>
                  <a:pt x="495535" y="56033"/>
                </a:lnTo>
                <a:lnTo>
                  <a:pt x="496157" y="56051"/>
                </a:lnTo>
                <a:lnTo>
                  <a:pt x="496768" y="56082"/>
                </a:lnTo>
                <a:lnTo>
                  <a:pt x="497368" y="56125"/>
                </a:lnTo>
                <a:lnTo>
                  <a:pt x="497957" y="56181"/>
                </a:lnTo>
                <a:lnTo>
                  <a:pt x="498534" y="56248"/>
                </a:lnTo>
                <a:lnTo>
                  <a:pt x="499101" y="56328"/>
                </a:lnTo>
                <a:lnTo>
                  <a:pt x="499656" y="56420"/>
                </a:lnTo>
                <a:lnTo>
                  <a:pt x="500200" y="56525"/>
                </a:lnTo>
                <a:lnTo>
                  <a:pt x="500732" y="56642"/>
                </a:lnTo>
                <a:lnTo>
                  <a:pt x="501253" y="56771"/>
                </a:lnTo>
                <a:lnTo>
                  <a:pt x="501764" y="56912"/>
                </a:lnTo>
                <a:lnTo>
                  <a:pt x="502263" y="57066"/>
                </a:lnTo>
                <a:lnTo>
                  <a:pt x="502750" y="57232"/>
                </a:lnTo>
                <a:lnTo>
                  <a:pt x="503227" y="57410"/>
                </a:lnTo>
                <a:lnTo>
                  <a:pt x="503692" y="57601"/>
                </a:lnTo>
                <a:lnTo>
                  <a:pt x="504146" y="57804"/>
                </a:lnTo>
                <a:lnTo>
                  <a:pt x="504589" y="58019"/>
                </a:lnTo>
                <a:lnTo>
                  <a:pt x="505021" y="58247"/>
                </a:lnTo>
                <a:lnTo>
                  <a:pt x="505441" y="58487"/>
                </a:lnTo>
                <a:lnTo>
                  <a:pt x="505851" y="58739"/>
                </a:lnTo>
                <a:lnTo>
                  <a:pt x="506249" y="59003"/>
                </a:lnTo>
                <a:lnTo>
                  <a:pt x="506636" y="59280"/>
                </a:lnTo>
                <a:lnTo>
                  <a:pt x="507011" y="59569"/>
                </a:lnTo>
                <a:lnTo>
                  <a:pt x="507377" y="59867"/>
                </a:lnTo>
                <a:lnTo>
                  <a:pt x="507735" y="60172"/>
                </a:lnTo>
                <a:lnTo>
                  <a:pt x="508084" y="60484"/>
                </a:lnTo>
                <a:lnTo>
                  <a:pt x="508425" y="60802"/>
                </a:lnTo>
                <a:lnTo>
                  <a:pt x="508758" y="61128"/>
                </a:lnTo>
                <a:lnTo>
                  <a:pt x="509082" y="61459"/>
                </a:lnTo>
                <a:lnTo>
                  <a:pt x="509399" y="61798"/>
                </a:lnTo>
                <a:lnTo>
                  <a:pt x="509707" y="62143"/>
                </a:lnTo>
                <a:lnTo>
                  <a:pt x="510006" y="62495"/>
                </a:lnTo>
                <a:lnTo>
                  <a:pt x="510298" y="62854"/>
                </a:lnTo>
                <a:lnTo>
                  <a:pt x="510581" y="63219"/>
                </a:lnTo>
                <a:lnTo>
                  <a:pt x="510856" y="63592"/>
                </a:lnTo>
                <a:lnTo>
                  <a:pt x="511123" y="63970"/>
                </a:lnTo>
                <a:lnTo>
                  <a:pt x="511381" y="64356"/>
                </a:lnTo>
                <a:lnTo>
                  <a:pt x="511631" y="64748"/>
                </a:lnTo>
                <a:lnTo>
                  <a:pt x="511873" y="65147"/>
                </a:lnTo>
                <a:lnTo>
                  <a:pt x="512106" y="65553"/>
                </a:lnTo>
                <a:lnTo>
                  <a:pt x="512332" y="65965"/>
                </a:lnTo>
                <a:lnTo>
                  <a:pt x="512549" y="66384"/>
                </a:lnTo>
                <a:lnTo>
                  <a:pt x="512758" y="66810"/>
                </a:lnTo>
                <a:lnTo>
                  <a:pt x="512958" y="67243"/>
                </a:lnTo>
                <a:lnTo>
                  <a:pt x="513150" y="67682"/>
                </a:lnTo>
                <a:lnTo>
                  <a:pt x="513334" y="68128"/>
                </a:lnTo>
                <a:lnTo>
                  <a:pt x="513510" y="68580"/>
                </a:lnTo>
                <a:lnTo>
                  <a:pt x="513678" y="69037"/>
                </a:lnTo>
                <a:lnTo>
                  <a:pt x="513841" y="69495"/>
                </a:lnTo>
                <a:lnTo>
                  <a:pt x="513997" y="69953"/>
                </a:lnTo>
                <a:lnTo>
                  <a:pt x="514148" y="70413"/>
                </a:lnTo>
                <a:lnTo>
                  <a:pt x="514292" y="70874"/>
                </a:lnTo>
                <a:lnTo>
                  <a:pt x="514431" y="71336"/>
                </a:lnTo>
                <a:lnTo>
                  <a:pt x="514563" y="71800"/>
                </a:lnTo>
                <a:lnTo>
                  <a:pt x="514689" y="72264"/>
                </a:lnTo>
                <a:lnTo>
                  <a:pt x="514810" y="72730"/>
                </a:lnTo>
                <a:lnTo>
                  <a:pt x="514924" y="73196"/>
                </a:lnTo>
                <a:lnTo>
                  <a:pt x="515032" y="73664"/>
                </a:lnTo>
                <a:lnTo>
                  <a:pt x="515135" y="74133"/>
                </a:lnTo>
                <a:lnTo>
                  <a:pt x="515231" y="74602"/>
                </a:lnTo>
                <a:lnTo>
                  <a:pt x="515321" y="75073"/>
                </a:lnTo>
                <a:lnTo>
                  <a:pt x="515405" y="75546"/>
                </a:lnTo>
                <a:lnTo>
                  <a:pt x="515483" y="76019"/>
                </a:lnTo>
                <a:lnTo>
                  <a:pt x="515555" y="76493"/>
                </a:lnTo>
                <a:lnTo>
                  <a:pt x="515622" y="76969"/>
                </a:lnTo>
                <a:lnTo>
                  <a:pt x="515682" y="77445"/>
                </a:lnTo>
                <a:lnTo>
                  <a:pt x="515736" y="77923"/>
                </a:lnTo>
                <a:lnTo>
                  <a:pt x="515784" y="78402"/>
                </a:lnTo>
                <a:lnTo>
                  <a:pt x="515826" y="78882"/>
                </a:lnTo>
                <a:lnTo>
                  <a:pt x="515862" y="79363"/>
                </a:lnTo>
                <a:lnTo>
                  <a:pt x="515891" y="79845"/>
                </a:lnTo>
                <a:lnTo>
                  <a:pt x="515891" y="80973"/>
                </a:lnTo>
                <a:lnTo>
                  <a:pt x="472194" y="80973"/>
                </a:lnTo>
                <a:lnTo>
                  <a:pt x="472229" y="80697"/>
                </a:lnTo>
                <a:lnTo>
                  <a:pt x="472309" y="80124"/>
                </a:lnTo>
                <a:lnTo>
                  <a:pt x="472394" y="79559"/>
                </a:lnTo>
                <a:lnTo>
                  <a:pt x="472485" y="78999"/>
                </a:lnTo>
                <a:lnTo>
                  <a:pt x="472583" y="78446"/>
                </a:lnTo>
                <a:lnTo>
                  <a:pt x="472686" y="77900"/>
                </a:lnTo>
                <a:close/>
                <a:moveTo>
                  <a:pt x="577767" y="99944"/>
                </a:moveTo>
                <a:lnTo>
                  <a:pt x="597949" y="132721"/>
                </a:lnTo>
                <a:lnTo>
                  <a:pt x="615225" y="132721"/>
                </a:lnTo>
                <a:lnTo>
                  <a:pt x="585759" y="88480"/>
                </a:lnTo>
                <a:lnTo>
                  <a:pt x="614337" y="45370"/>
                </a:lnTo>
                <a:lnTo>
                  <a:pt x="596819" y="45370"/>
                </a:lnTo>
                <a:lnTo>
                  <a:pt x="577444" y="77178"/>
                </a:lnTo>
                <a:lnTo>
                  <a:pt x="558311" y="45370"/>
                </a:lnTo>
                <a:lnTo>
                  <a:pt x="541115" y="45370"/>
                </a:lnTo>
                <a:lnTo>
                  <a:pt x="569613" y="88480"/>
                </a:lnTo>
                <a:lnTo>
                  <a:pt x="540227" y="132721"/>
                </a:lnTo>
                <a:lnTo>
                  <a:pt x="557584" y="132721"/>
                </a:lnTo>
                <a:lnTo>
                  <a:pt x="577767" y="99944"/>
                </a:lnTo>
                <a:close/>
                <a:moveTo>
                  <a:pt x="869158" y="87206"/>
                </a:moveTo>
                <a:lnTo>
                  <a:pt x="868531" y="86859"/>
                </a:lnTo>
                <a:lnTo>
                  <a:pt x="867905" y="86503"/>
                </a:lnTo>
                <a:lnTo>
                  <a:pt x="867280" y="86139"/>
                </a:lnTo>
                <a:lnTo>
                  <a:pt x="866656" y="85767"/>
                </a:lnTo>
                <a:lnTo>
                  <a:pt x="866032" y="85387"/>
                </a:lnTo>
                <a:lnTo>
                  <a:pt x="865409" y="84999"/>
                </a:lnTo>
                <a:lnTo>
                  <a:pt x="864788" y="84603"/>
                </a:lnTo>
                <a:lnTo>
                  <a:pt x="864167" y="84199"/>
                </a:lnTo>
                <a:lnTo>
                  <a:pt x="863546" y="83787"/>
                </a:lnTo>
                <a:lnTo>
                  <a:pt x="862927" y="83368"/>
                </a:lnTo>
                <a:lnTo>
                  <a:pt x="862308" y="82940"/>
                </a:lnTo>
                <a:lnTo>
                  <a:pt x="861691" y="82504"/>
                </a:lnTo>
                <a:lnTo>
                  <a:pt x="861074" y="82060"/>
                </a:lnTo>
                <a:lnTo>
                  <a:pt x="860458" y="81608"/>
                </a:lnTo>
                <a:lnTo>
                  <a:pt x="859843" y="81149"/>
                </a:lnTo>
                <a:lnTo>
                  <a:pt x="859228" y="80681"/>
                </a:lnTo>
                <a:lnTo>
                  <a:pt x="858615" y="80205"/>
                </a:lnTo>
                <a:lnTo>
                  <a:pt x="858002" y="79721"/>
                </a:lnTo>
                <a:lnTo>
                  <a:pt x="857385" y="79223"/>
                </a:lnTo>
                <a:lnTo>
                  <a:pt x="856756" y="78703"/>
                </a:lnTo>
                <a:lnTo>
                  <a:pt x="856117" y="78162"/>
                </a:lnTo>
                <a:lnTo>
                  <a:pt x="855466" y="77599"/>
                </a:lnTo>
                <a:lnTo>
                  <a:pt x="854805" y="77014"/>
                </a:lnTo>
                <a:lnTo>
                  <a:pt x="854132" y="76409"/>
                </a:lnTo>
                <a:lnTo>
                  <a:pt x="853449" y="75782"/>
                </a:lnTo>
                <a:lnTo>
                  <a:pt x="852755" y="75133"/>
                </a:lnTo>
                <a:lnTo>
                  <a:pt x="852050" y="74463"/>
                </a:lnTo>
                <a:lnTo>
                  <a:pt x="851334" y="73772"/>
                </a:lnTo>
                <a:lnTo>
                  <a:pt x="850607" y="73059"/>
                </a:lnTo>
                <a:lnTo>
                  <a:pt x="849869" y="72324"/>
                </a:lnTo>
                <a:lnTo>
                  <a:pt x="849120" y="71569"/>
                </a:lnTo>
                <a:lnTo>
                  <a:pt x="848360" y="70791"/>
                </a:lnTo>
                <a:lnTo>
                  <a:pt x="847589" y="69993"/>
                </a:lnTo>
                <a:lnTo>
                  <a:pt x="846808" y="69172"/>
                </a:lnTo>
                <a:lnTo>
                  <a:pt x="846015" y="68331"/>
                </a:lnTo>
                <a:lnTo>
                  <a:pt x="845212" y="67468"/>
                </a:lnTo>
                <a:lnTo>
                  <a:pt x="844397" y="66583"/>
                </a:lnTo>
                <a:lnTo>
                  <a:pt x="843572" y="65678"/>
                </a:lnTo>
                <a:lnTo>
                  <a:pt x="842736" y="64750"/>
                </a:lnTo>
                <a:lnTo>
                  <a:pt x="841888" y="63801"/>
                </a:lnTo>
                <a:lnTo>
                  <a:pt x="841030" y="62831"/>
                </a:lnTo>
                <a:lnTo>
                  <a:pt x="840161" y="61839"/>
                </a:lnTo>
                <a:lnTo>
                  <a:pt x="833703" y="61839"/>
                </a:lnTo>
                <a:lnTo>
                  <a:pt x="834175" y="62992"/>
                </a:lnTo>
                <a:lnTo>
                  <a:pt x="834662" y="64135"/>
                </a:lnTo>
                <a:lnTo>
                  <a:pt x="835166" y="65269"/>
                </a:lnTo>
                <a:lnTo>
                  <a:pt x="835685" y="66394"/>
                </a:lnTo>
                <a:lnTo>
                  <a:pt x="836220" y="67510"/>
                </a:lnTo>
                <a:lnTo>
                  <a:pt x="836770" y="68616"/>
                </a:lnTo>
                <a:lnTo>
                  <a:pt x="837337" y="69713"/>
                </a:lnTo>
                <a:lnTo>
                  <a:pt x="837918" y="70801"/>
                </a:lnTo>
                <a:lnTo>
                  <a:pt x="838516" y="71879"/>
                </a:lnTo>
                <a:lnTo>
                  <a:pt x="839129" y="72948"/>
                </a:lnTo>
                <a:lnTo>
                  <a:pt x="839758" y="74008"/>
                </a:lnTo>
                <a:lnTo>
                  <a:pt x="840403" y="75059"/>
                </a:lnTo>
                <a:lnTo>
                  <a:pt x="841064" y="76101"/>
                </a:lnTo>
                <a:lnTo>
                  <a:pt x="841740" y="77133"/>
                </a:lnTo>
                <a:lnTo>
                  <a:pt x="842432" y="78156"/>
                </a:lnTo>
                <a:lnTo>
                  <a:pt x="843139" y="79170"/>
                </a:lnTo>
                <a:lnTo>
                  <a:pt x="843862" y="80174"/>
                </a:lnTo>
                <a:lnTo>
                  <a:pt x="844601" y="81169"/>
                </a:lnTo>
                <a:lnTo>
                  <a:pt x="845356" y="82155"/>
                </a:lnTo>
                <a:lnTo>
                  <a:pt x="846126" y="83132"/>
                </a:lnTo>
                <a:lnTo>
                  <a:pt x="846912" y="84100"/>
                </a:lnTo>
                <a:lnTo>
                  <a:pt x="847714" y="85058"/>
                </a:lnTo>
                <a:lnTo>
                  <a:pt x="848531" y="86007"/>
                </a:lnTo>
                <a:lnTo>
                  <a:pt x="849364" y="86947"/>
                </a:lnTo>
                <a:lnTo>
                  <a:pt x="744011" y="86947"/>
                </a:lnTo>
                <a:lnTo>
                  <a:pt x="744844" y="86007"/>
                </a:lnTo>
                <a:lnTo>
                  <a:pt x="745662" y="85058"/>
                </a:lnTo>
                <a:lnTo>
                  <a:pt x="746463" y="84100"/>
                </a:lnTo>
                <a:lnTo>
                  <a:pt x="747249" y="83132"/>
                </a:lnTo>
                <a:lnTo>
                  <a:pt x="748020" y="82155"/>
                </a:lnTo>
                <a:lnTo>
                  <a:pt x="748774" y="81169"/>
                </a:lnTo>
                <a:lnTo>
                  <a:pt x="749513" y="80174"/>
                </a:lnTo>
                <a:lnTo>
                  <a:pt x="750236" y="79170"/>
                </a:lnTo>
                <a:lnTo>
                  <a:pt x="750944" y="78156"/>
                </a:lnTo>
                <a:lnTo>
                  <a:pt x="751636" y="77133"/>
                </a:lnTo>
                <a:lnTo>
                  <a:pt x="752312" y="76101"/>
                </a:lnTo>
                <a:lnTo>
                  <a:pt x="752972" y="75059"/>
                </a:lnTo>
                <a:lnTo>
                  <a:pt x="753617" y="74008"/>
                </a:lnTo>
                <a:lnTo>
                  <a:pt x="754246" y="72948"/>
                </a:lnTo>
                <a:lnTo>
                  <a:pt x="754859" y="71879"/>
                </a:lnTo>
                <a:lnTo>
                  <a:pt x="755457" y="70801"/>
                </a:lnTo>
                <a:lnTo>
                  <a:pt x="756039" y="69713"/>
                </a:lnTo>
                <a:lnTo>
                  <a:pt x="756605" y="68616"/>
                </a:lnTo>
                <a:lnTo>
                  <a:pt x="757156" y="67510"/>
                </a:lnTo>
                <a:lnTo>
                  <a:pt x="757690" y="66394"/>
                </a:lnTo>
                <a:lnTo>
                  <a:pt x="758210" y="65269"/>
                </a:lnTo>
                <a:lnTo>
                  <a:pt x="758713" y="64135"/>
                </a:lnTo>
                <a:lnTo>
                  <a:pt x="759201" y="62992"/>
                </a:lnTo>
                <a:lnTo>
                  <a:pt x="759673" y="61839"/>
                </a:lnTo>
                <a:lnTo>
                  <a:pt x="753214" y="61839"/>
                </a:lnTo>
                <a:lnTo>
                  <a:pt x="752345" y="62831"/>
                </a:lnTo>
                <a:lnTo>
                  <a:pt x="751487" y="63801"/>
                </a:lnTo>
                <a:lnTo>
                  <a:pt x="750640" y="64750"/>
                </a:lnTo>
                <a:lnTo>
                  <a:pt x="749804" y="65678"/>
                </a:lnTo>
                <a:lnTo>
                  <a:pt x="748978" y="66583"/>
                </a:lnTo>
                <a:lnTo>
                  <a:pt x="748164" y="67468"/>
                </a:lnTo>
                <a:lnTo>
                  <a:pt x="747360" y="68331"/>
                </a:lnTo>
                <a:lnTo>
                  <a:pt x="746568" y="69172"/>
                </a:lnTo>
                <a:lnTo>
                  <a:pt x="745786" y="69993"/>
                </a:lnTo>
                <a:lnTo>
                  <a:pt x="745015" y="70791"/>
                </a:lnTo>
                <a:lnTo>
                  <a:pt x="744255" y="71569"/>
                </a:lnTo>
                <a:lnTo>
                  <a:pt x="743507" y="72324"/>
                </a:lnTo>
                <a:lnTo>
                  <a:pt x="742769" y="73059"/>
                </a:lnTo>
                <a:lnTo>
                  <a:pt x="742042" y="73772"/>
                </a:lnTo>
                <a:lnTo>
                  <a:pt x="741326" y="74463"/>
                </a:lnTo>
                <a:lnTo>
                  <a:pt x="740620" y="75133"/>
                </a:lnTo>
                <a:lnTo>
                  <a:pt x="739926" y="75782"/>
                </a:lnTo>
                <a:lnTo>
                  <a:pt x="739243" y="76409"/>
                </a:lnTo>
                <a:lnTo>
                  <a:pt x="738571" y="77014"/>
                </a:lnTo>
                <a:lnTo>
                  <a:pt x="737909" y="77599"/>
                </a:lnTo>
                <a:lnTo>
                  <a:pt x="737259" y="78162"/>
                </a:lnTo>
                <a:lnTo>
                  <a:pt x="736619" y="78703"/>
                </a:lnTo>
                <a:lnTo>
                  <a:pt x="735991" y="79223"/>
                </a:lnTo>
                <a:lnTo>
                  <a:pt x="735373" y="79721"/>
                </a:lnTo>
                <a:lnTo>
                  <a:pt x="734760" y="80205"/>
                </a:lnTo>
                <a:lnTo>
                  <a:pt x="734147" y="80681"/>
                </a:lnTo>
                <a:lnTo>
                  <a:pt x="733533" y="81149"/>
                </a:lnTo>
                <a:lnTo>
                  <a:pt x="732917" y="81608"/>
                </a:lnTo>
                <a:lnTo>
                  <a:pt x="732301" y="82060"/>
                </a:lnTo>
                <a:lnTo>
                  <a:pt x="731685" y="82504"/>
                </a:lnTo>
                <a:lnTo>
                  <a:pt x="731067" y="82940"/>
                </a:lnTo>
                <a:lnTo>
                  <a:pt x="730448" y="83368"/>
                </a:lnTo>
                <a:lnTo>
                  <a:pt x="729829" y="83787"/>
                </a:lnTo>
                <a:lnTo>
                  <a:pt x="729209" y="84199"/>
                </a:lnTo>
                <a:lnTo>
                  <a:pt x="728588" y="84603"/>
                </a:lnTo>
                <a:lnTo>
                  <a:pt x="727966" y="84999"/>
                </a:lnTo>
                <a:lnTo>
                  <a:pt x="727343" y="85387"/>
                </a:lnTo>
                <a:lnTo>
                  <a:pt x="726720" y="85767"/>
                </a:lnTo>
                <a:lnTo>
                  <a:pt x="726095" y="86139"/>
                </a:lnTo>
                <a:lnTo>
                  <a:pt x="725470" y="86503"/>
                </a:lnTo>
                <a:lnTo>
                  <a:pt x="724844" y="86859"/>
                </a:lnTo>
                <a:lnTo>
                  <a:pt x="724217" y="87206"/>
                </a:lnTo>
                <a:lnTo>
                  <a:pt x="723589" y="87546"/>
                </a:lnTo>
                <a:lnTo>
                  <a:pt x="722961" y="87878"/>
                </a:lnTo>
                <a:lnTo>
                  <a:pt x="722331" y="88202"/>
                </a:lnTo>
                <a:lnTo>
                  <a:pt x="721701" y="88518"/>
                </a:lnTo>
                <a:lnTo>
                  <a:pt x="721070" y="88826"/>
                </a:lnTo>
                <a:lnTo>
                  <a:pt x="720438" y="89126"/>
                </a:lnTo>
                <a:lnTo>
                  <a:pt x="720438" y="92759"/>
                </a:lnTo>
                <a:lnTo>
                  <a:pt x="721070" y="93053"/>
                </a:lnTo>
                <a:lnTo>
                  <a:pt x="721701" y="93355"/>
                </a:lnTo>
                <a:lnTo>
                  <a:pt x="722331" y="93665"/>
                </a:lnTo>
                <a:lnTo>
                  <a:pt x="722961" y="93984"/>
                </a:lnTo>
                <a:lnTo>
                  <a:pt x="723589" y="94311"/>
                </a:lnTo>
                <a:lnTo>
                  <a:pt x="724217" y="94646"/>
                </a:lnTo>
                <a:lnTo>
                  <a:pt x="724844" y="94990"/>
                </a:lnTo>
                <a:lnTo>
                  <a:pt x="725470" y="95343"/>
                </a:lnTo>
                <a:lnTo>
                  <a:pt x="726095" y="95703"/>
                </a:lnTo>
                <a:lnTo>
                  <a:pt x="726720" y="96073"/>
                </a:lnTo>
                <a:lnTo>
                  <a:pt x="727343" y="96450"/>
                </a:lnTo>
                <a:lnTo>
                  <a:pt x="727966" y="96836"/>
                </a:lnTo>
                <a:lnTo>
                  <a:pt x="728588" y="97230"/>
                </a:lnTo>
                <a:lnTo>
                  <a:pt x="729209" y="97633"/>
                </a:lnTo>
                <a:lnTo>
                  <a:pt x="729829" y="98045"/>
                </a:lnTo>
                <a:lnTo>
                  <a:pt x="730448" y="98464"/>
                </a:lnTo>
                <a:lnTo>
                  <a:pt x="731067" y="98892"/>
                </a:lnTo>
                <a:lnTo>
                  <a:pt x="731685" y="99329"/>
                </a:lnTo>
                <a:lnTo>
                  <a:pt x="732301" y="99773"/>
                </a:lnTo>
                <a:lnTo>
                  <a:pt x="732917" y="100227"/>
                </a:lnTo>
                <a:lnTo>
                  <a:pt x="733533" y="100688"/>
                </a:lnTo>
                <a:lnTo>
                  <a:pt x="734147" y="101159"/>
                </a:lnTo>
                <a:lnTo>
                  <a:pt x="734760" y="101637"/>
                </a:lnTo>
                <a:lnTo>
                  <a:pt x="735373" y="102124"/>
                </a:lnTo>
                <a:lnTo>
                  <a:pt x="735991" y="102626"/>
                </a:lnTo>
                <a:lnTo>
                  <a:pt x="736619" y="103148"/>
                </a:lnTo>
                <a:lnTo>
                  <a:pt x="737259" y="103692"/>
                </a:lnTo>
                <a:lnTo>
                  <a:pt x="737909" y="104257"/>
                </a:lnTo>
                <a:lnTo>
                  <a:pt x="738571" y="104842"/>
                </a:lnTo>
                <a:lnTo>
                  <a:pt x="739243" y="105449"/>
                </a:lnTo>
                <a:lnTo>
                  <a:pt x="739926" y="106077"/>
                </a:lnTo>
                <a:lnTo>
                  <a:pt x="740620" y="106726"/>
                </a:lnTo>
                <a:lnTo>
                  <a:pt x="741326" y="107395"/>
                </a:lnTo>
                <a:lnTo>
                  <a:pt x="742042" y="108086"/>
                </a:lnTo>
                <a:lnTo>
                  <a:pt x="742769" y="108798"/>
                </a:lnTo>
                <a:lnTo>
                  <a:pt x="743507" y="109531"/>
                </a:lnTo>
                <a:lnTo>
                  <a:pt x="744255" y="110285"/>
                </a:lnTo>
                <a:lnTo>
                  <a:pt x="745015" y="111060"/>
                </a:lnTo>
                <a:lnTo>
                  <a:pt x="745786" y="111856"/>
                </a:lnTo>
                <a:lnTo>
                  <a:pt x="746568" y="112673"/>
                </a:lnTo>
                <a:lnTo>
                  <a:pt x="747360" y="113511"/>
                </a:lnTo>
                <a:lnTo>
                  <a:pt x="748164" y="114370"/>
                </a:lnTo>
                <a:lnTo>
                  <a:pt x="748978" y="115250"/>
                </a:lnTo>
                <a:lnTo>
                  <a:pt x="749804" y="116151"/>
                </a:lnTo>
                <a:lnTo>
                  <a:pt x="750640" y="117073"/>
                </a:lnTo>
                <a:lnTo>
                  <a:pt x="751487" y="118016"/>
                </a:lnTo>
                <a:lnTo>
                  <a:pt x="752345" y="118980"/>
                </a:lnTo>
                <a:lnTo>
                  <a:pt x="753214" y="119965"/>
                </a:lnTo>
                <a:lnTo>
                  <a:pt x="759673" y="119965"/>
                </a:lnTo>
                <a:lnTo>
                  <a:pt x="759201" y="118813"/>
                </a:lnTo>
                <a:lnTo>
                  <a:pt x="758713" y="117670"/>
                </a:lnTo>
                <a:lnTo>
                  <a:pt x="758210" y="116536"/>
                </a:lnTo>
                <a:lnTo>
                  <a:pt x="757690" y="115411"/>
                </a:lnTo>
                <a:lnTo>
                  <a:pt x="757156" y="114295"/>
                </a:lnTo>
                <a:lnTo>
                  <a:pt x="756605" y="113189"/>
                </a:lnTo>
                <a:lnTo>
                  <a:pt x="756039" y="112092"/>
                </a:lnTo>
                <a:lnTo>
                  <a:pt x="755457" y="111004"/>
                </a:lnTo>
                <a:lnTo>
                  <a:pt x="754859" y="109926"/>
                </a:lnTo>
                <a:lnTo>
                  <a:pt x="754246" y="108856"/>
                </a:lnTo>
                <a:lnTo>
                  <a:pt x="753617" y="107796"/>
                </a:lnTo>
                <a:lnTo>
                  <a:pt x="752972" y="106746"/>
                </a:lnTo>
                <a:lnTo>
                  <a:pt x="752312" y="105704"/>
                </a:lnTo>
                <a:lnTo>
                  <a:pt x="751636" y="104672"/>
                </a:lnTo>
                <a:lnTo>
                  <a:pt x="750944" y="103649"/>
                </a:lnTo>
                <a:lnTo>
                  <a:pt x="750236" y="102635"/>
                </a:lnTo>
                <a:lnTo>
                  <a:pt x="749513" y="101631"/>
                </a:lnTo>
                <a:lnTo>
                  <a:pt x="748774" y="100635"/>
                </a:lnTo>
                <a:lnTo>
                  <a:pt x="748020" y="99649"/>
                </a:lnTo>
                <a:lnTo>
                  <a:pt x="747249" y="98673"/>
                </a:lnTo>
                <a:lnTo>
                  <a:pt x="746463" y="97705"/>
                </a:lnTo>
                <a:lnTo>
                  <a:pt x="745662" y="96747"/>
                </a:lnTo>
                <a:lnTo>
                  <a:pt x="744844" y="95798"/>
                </a:lnTo>
                <a:lnTo>
                  <a:pt x="744011" y="94858"/>
                </a:lnTo>
                <a:lnTo>
                  <a:pt x="849364" y="94858"/>
                </a:lnTo>
                <a:lnTo>
                  <a:pt x="848531" y="95798"/>
                </a:lnTo>
                <a:lnTo>
                  <a:pt x="847714" y="96747"/>
                </a:lnTo>
                <a:lnTo>
                  <a:pt x="846912" y="97705"/>
                </a:lnTo>
                <a:lnTo>
                  <a:pt x="846126" y="98673"/>
                </a:lnTo>
                <a:lnTo>
                  <a:pt x="845356" y="99649"/>
                </a:lnTo>
                <a:lnTo>
                  <a:pt x="844601" y="100635"/>
                </a:lnTo>
                <a:lnTo>
                  <a:pt x="843862" y="101631"/>
                </a:lnTo>
                <a:lnTo>
                  <a:pt x="843139" y="102635"/>
                </a:lnTo>
                <a:lnTo>
                  <a:pt x="842432" y="103649"/>
                </a:lnTo>
                <a:lnTo>
                  <a:pt x="841740" y="104672"/>
                </a:lnTo>
                <a:lnTo>
                  <a:pt x="841064" y="105704"/>
                </a:lnTo>
                <a:lnTo>
                  <a:pt x="840403" y="106746"/>
                </a:lnTo>
                <a:lnTo>
                  <a:pt x="839758" y="107796"/>
                </a:lnTo>
                <a:lnTo>
                  <a:pt x="839129" y="108856"/>
                </a:lnTo>
                <a:lnTo>
                  <a:pt x="838516" y="109926"/>
                </a:lnTo>
                <a:lnTo>
                  <a:pt x="837918" y="111004"/>
                </a:lnTo>
                <a:lnTo>
                  <a:pt x="837337" y="112092"/>
                </a:lnTo>
                <a:lnTo>
                  <a:pt x="836770" y="113189"/>
                </a:lnTo>
                <a:lnTo>
                  <a:pt x="836220" y="114295"/>
                </a:lnTo>
                <a:lnTo>
                  <a:pt x="835685" y="115411"/>
                </a:lnTo>
                <a:lnTo>
                  <a:pt x="835166" y="116536"/>
                </a:lnTo>
                <a:lnTo>
                  <a:pt x="834662" y="117670"/>
                </a:lnTo>
                <a:lnTo>
                  <a:pt x="834175" y="118813"/>
                </a:lnTo>
                <a:lnTo>
                  <a:pt x="833703" y="119965"/>
                </a:lnTo>
                <a:lnTo>
                  <a:pt x="840161" y="119965"/>
                </a:lnTo>
                <a:lnTo>
                  <a:pt x="841030" y="118980"/>
                </a:lnTo>
                <a:lnTo>
                  <a:pt x="841888" y="118016"/>
                </a:lnTo>
                <a:lnTo>
                  <a:pt x="842736" y="117073"/>
                </a:lnTo>
                <a:lnTo>
                  <a:pt x="843572" y="116151"/>
                </a:lnTo>
                <a:lnTo>
                  <a:pt x="844397" y="115250"/>
                </a:lnTo>
                <a:lnTo>
                  <a:pt x="845212" y="114370"/>
                </a:lnTo>
                <a:lnTo>
                  <a:pt x="846015" y="113511"/>
                </a:lnTo>
                <a:lnTo>
                  <a:pt x="846808" y="112673"/>
                </a:lnTo>
                <a:lnTo>
                  <a:pt x="847589" y="111856"/>
                </a:lnTo>
                <a:lnTo>
                  <a:pt x="848360" y="111060"/>
                </a:lnTo>
                <a:lnTo>
                  <a:pt x="849120" y="110285"/>
                </a:lnTo>
                <a:lnTo>
                  <a:pt x="849869" y="109531"/>
                </a:lnTo>
                <a:lnTo>
                  <a:pt x="850607" y="108798"/>
                </a:lnTo>
                <a:lnTo>
                  <a:pt x="851334" y="108086"/>
                </a:lnTo>
                <a:lnTo>
                  <a:pt x="852050" y="107395"/>
                </a:lnTo>
                <a:lnTo>
                  <a:pt x="852755" y="106726"/>
                </a:lnTo>
                <a:lnTo>
                  <a:pt x="853449" y="106077"/>
                </a:lnTo>
                <a:lnTo>
                  <a:pt x="854132" y="105449"/>
                </a:lnTo>
                <a:lnTo>
                  <a:pt x="854805" y="104842"/>
                </a:lnTo>
                <a:lnTo>
                  <a:pt x="855466" y="104257"/>
                </a:lnTo>
                <a:lnTo>
                  <a:pt x="856117" y="103692"/>
                </a:lnTo>
                <a:lnTo>
                  <a:pt x="856756" y="103148"/>
                </a:lnTo>
                <a:lnTo>
                  <a:pt x="857385" y="102626"/>
                </a:lnTo>
                <a:lnTo>
                  <a:pt x="858002" y="102124"/>
                </a:lnTo>
                <a:lnTo>
                  <a:pt x="858615" y="101637"/>
                </a:lnTo>
                <a:lnTo>
                  <a:pt x="859228" y="101159"/>
                </a:lnTo>
                <a:lnTo>
                  <a:pt x="859843" y="100688"/>
                </a:lnTo>
                <a:lnTo>
                  <a:pt x="860458" y="100227"/>
                </a:lnTo>
                <a:lnTo>
                  <a:pt x="861074" y="99773"/>
                </a:lnTo>
                <a:lnTo>
                  <a:pt x="861691" y="99329"/>
                </a:lnTo>
                <a:lnTo>
                  <a:pt x="862308" y="98892"/>
                </a:lnTo>
                <a:lnTo>
                  <a:pt x="862927" y="98464"/>
                </a:lnTo>
                <a:lnTo>
                  <a:pt x="863546" y="98045"/>
                </a:lnTo>
                <a:lnTo>
                  <a:pt x="864167" y="97633"/>
                </a:lnTo>
                <a:lnTo>
                  <a:pt x="864788" y="97230"/>
                </a:lnTo>
                <a:lnTo>
                  <a:pt x="865409" y="96836"/>
                </a:lnTo>
                <a:lnTo>
                  <a:pt x="866032" y="96450"/>
                </a:lnTo>
                <a:lnTo>
                  <a:pt x="866656" y="96073"/>
                </a:lnTo>
                <a:lnTo>
                  <a:pt x="867280" y="95703"/>
                </a:lnTo>
                <a:lnTo>
                  <a:pt x="867905" y="95343"/>
                </a:lnTo>
                <a:lnTo>
                  <a:pt x="868531" y="94990"/>
                </a:lnTo>
                <a:lnTo>
                  <a:pt x="869158" y="94646"/>
                </a:lnTo>
                <a:lnTo>
                  <a:pt x="869786" y="94311"/>
                </a:lnTo>
                <a:lnTo>
                  <a:pt x="870415" y="93984"/>
                </a:lnTo>
                <a:lnTo>
                  <a:pt x="871044" y="93665"/>
                </a:lnTo>
                <a:lnTo>
                  <a:pt x="871674" y="93355"/>
                </a:lnTo>
                <a:lnTo>
                  <a:pt x="872306" y="93053"/>
                </a:lnTo>
                <a:lnTo>
                  <a:pt x="872938" y="92759"/>
                </a:lnTo>
                <a:lnTo>
                  <a:pt x="872938" y="89126"/>
                </a:lnTo>
                <a:lnTo>
                  <a:pt x="872306" y="88826"/>
                </a:lnTo>
                <a:lnTo>
                  <a:pt x="871674" y="88518"/>
                </a:lnTo>
                <a:lnTo>
                  <a:pt x="871044" y="88202"/>
                </a:lnTo>
                <a:lnTo>
                  <a:pt x="870415" y="87878"/>
                </a:lnTo>
                <a:lnTo>
                  <a:pt x="869786" y="87546"/>
                </a:lnTo>
                <a:lnTo>
                  <a:pt x="869158" y="87206"/>
                </a:lnTo>
                <a:close/>
                <a:moveTo>
                  <a:pt x="1037155" y="23793"/>
                </a:moveTo>
                <a:lnTo>
                  <a:pt x="1037205" y="24059"/>
                </a:lnTo>
                <a:lnTo>
                  <a:pt x="1037263" y="24322"/>
                </a:lnTo>
                <a:lnTo>
                  <a:pt x="1037328" y="24582"/>
                </a:lnTo>
                <a:lnTo>
                  <a:pt x="1037402" y="24838"/>
                </a:lnTo>
                <a:lnTo>
                  <a:pt x="1037483" y="25090"/>
                </a:lnTo>
                <a:lnTo>
                  <a:pt x="1037571" y="25339"/>
                </a:lnTo>
                <a:lnTo>
                  <a:pt x="1037668" y="25585"/>
                </a:lnTo>
                <a:lnTo>
                  <a:pt x="1037772" y="25827"/>
                </a:lnTo>
                <a:lnTo>
                  <a:pt x="1037883" y="26065"/>
                </a:lnTo>
                <a:lnTo>
                  <a:pt x="1038003" y="26300"/>
                </a:lnTo>
                <a:lnTo>
                  <a:pt x="1038130" y="26532"/>
                </a:lnTo>
                <a:lnTo>
                  <a:pt x="1038265" y="26760"/>
                </a:lnTo>
                <a:lnTo>
                  <a:pt x="1038408" y="26984"/>
                </a:lnTo>
                <a:lnTo>
                  <a:pt x="1038558" y="27205"/>
                </a:lnTo>
                <a:lnTo>
                  <a:pt x="1038716" y="27422"/>
                </a:lnTo>
                <a:lnTo>
                  <a:pt x="1038882" y="27636"/>
                </a:lnTo>
                <a:lnTo>
                  <a:pt x="1039055" y="27847"/>
                </a:lnTo>
                <a:lnTo>
                  <a:pt x="1039236" y="28054"/>
                </a:lnTo>
                <a:lnTo>
                  <a:pt x="1039425" y="28255"/>
                </a:lnTo>
                <a:lnTo>
                  <a:pt x="1039621" y="28447"/>
                </a:lnTo>
                <a:lnTo>
                  <a:pt x="1039825" y="28631"/>
                </a:lnTo>
                <a:lnTo>
                  <a:pt x="1040036" y="28806"/>
                </a:lnTo>
                <a:lnTo>
                  <a:pt x="1040254" y="28973"/>
                </a:lnTo>
                <a:lnTo>
                  <a:pt x="1040480" y="29131"/>
                </a:lnTo>
                <a:lnTo>
                  <a:pt x="1040713" y="29281"/>
                </a:lnTo>
                <a:lnTo>
                  <a:pt x="1040954" y="29422"/>
                </a:lnTo>
                <a:lnTo>
                  <a:pt x="1041202" y="29554"/>
                </a:lnTo>
                <a:lnTo>
                  <a:pt x="1041458" y="29678"/>
                </a:lnTo>
                <a:lnTo>
                  <a:pt x="1041721" y="29794"/>
                </a:lnTo>
                <a:lnTo>
                  <a:pt x="1041991" y="29901"/>
                </a:lnTo>
                <a:lnTo>
                  <a:pt x="1042269" y="29999"/>
                </a:lnTo>
                <a:lnTo>
                  <a:pt x="1042554" y="30089"/>
                </a:lnTo>
                <a:lnTo>
                  <a:pt x="1042847" y="30170"/>
                </a:lnTo>
                <a:lnTo>
                  <a:pt x="1043147" y="30242"/>
                </a:lnTo>
                <a:lnTo>
                  <a:pt x="1043455" y="30307"/>
                </a:lnTo>
                <a:lnTo>
                  <a:pt x="1043770" y="30362"/>
                </a:lnTo>
                <a:lnTo>
                  <a:pt x="1044092" y="30409"/>
                </a:lnTo>
                <a:lnTo>
                  <a:pt x="1044422" y="30448"/>
                </a:lnTo>
                <a:lnTo>
                  <a:pt x="1044759" y="30478"/>
                </a:lnTo>
                <a:lnTo>
                  <a:pt x="1045104" y="30499"/>
                </a:lnTo>
                <a:lnTo>
                  <a:pt x="1045456" y="30512"/>
                </a:lnTo>
                <a:lnTo>
                  <a:pt x="1045816" y="30516"/>
                </a:lnTo>
                <a:lnTo>
                  <a:pt x="1046169" y="30512"/>
                </a:lnTo>
                <a:lnTo>
                  <a:pt x="1046515" y="30499"/>
                </a:lnTo>
                <a:lnTo>
                  <a:pt x="1046855" y="30478"/>
                </a:lnTo>
                <a:lnTo>
                  <a:pt x="1047187" y="30448"/>
                </a:lnTo>
                <a:lnTo>
                  <a:pt x="1047513" y="30409"/>
                </a:lnTo>
                <a:lnTo>
                  <a:pt x="1047832" y="30362"/>
                </a:lnTo>
                <a:lnTo>
                  <a:pt x="1048143" y="30307"/>
                </a:lnTo>
                <a:lnTo>
                  <a:pt x="1048449" y="30242"/>
                </a:lnTo>
                <a:lnTo>
                  <a:pt x="1048747" y="30170"/>
                </a:lnTo>
                <a:lnTo>
                  <a:pt x="1049038" y="30089"/>
                </a:lnTo>
                <a:lnTo>
                  <a:pt x="1049322" y="29999"/>
                </a:lnTo>
                <a:lnTo>
                  <a:pt x="1049600" y="29901"/>
                </a:lnTo>
                <a:lnTo>
                  <a:pt x="1049871" y="29794"/>
                </a:lnTo>
                <a:lnTo>
                  <a:pt x="1050135" y="29678"/>
                </a:lnTo>
                <a:lnTo>
                  <a:pt x="1050392" y="29554"/>
                </a:lnTo>
                <a:lnTo>
                  <a:pt x="1050642" y="29422"/>
                </a:lnTo>
                <a:lnTo>
                  <a:pt x="1050885" y="29281"/>
                </a:lnTo>
                <a:lnTo>
                  <a:pt x="1051121" y="29131"/>
                </a:lnTo>
                <a:lnTo>
                  <a:pt x="1051351" y="28973"/>
                </a:lnTo>
                <a:lnTo>
                  <a:pt x="1051573" y="28806"/>
                </a:lnTo>
                <a:lnTo>
                  <a:pt x="1051789" y="28631"/>
                </a:lnTo>
                <a:lnTo>
                  <a:pt x="1051998" y="28447"/>
                </a:lnTo>
                <a:lnTo>
                  <a:pt x="1052200" y="28255"/>
                </a:lnTo>
                <a:lnTo>
                  <a:pt x="1052395" y="28054"/>
                </a:lnTo>
                <a:lnTo>
                  <a:pt x="1052583" y="27847"/>
                </a:lnTo>
                <a:lnTo>
                  <a:pt x="1052763" y="27636"/>
                </a:lnTo>
                <a:lnTo>
                  <a:pt x="1052935" y="27422"/>
                </a:lnTo>
                <a:lnTo>
                  <a:pt x="1053098" y="27205"/>
                </a:lnTo>
                <a:lnTo>
                  <a:pt x="1053254" y="26984"/>
                </a:lnTo>
                <a:lnTo>
                  <a:pt x="1053402" y="26760"/>
                </a:lnTo>
                <a:lnTo>
                  <a:pt x="1053542" y="26532"/>
                </a:lnTo>
                <a:lnTo>
                  <a:pt x="1053674" y="26300"/>
                </a:lnTo>
                <a:lnTo>
                  <a:pt x="1053797" y="26065"/>
                </a:lnTo>
                <a:lnTo>
                  <a:pt x="1053913" y="25827"/>
                </a:lnTo>
                <a:lnTo>
                  <a:pt x="1054021" y="25585"/>
                </a:lnTo>
                <a:lnTo>
                  <a:pt x="1054121" y="25339"/>
                </a:lnTo>
                <a:lnTo>
                  <a:pt x="1054213" y="25090"/>
                </a:lnTo>
                <a:lnTo>
                  <a:pt x="1054297" y="24838"/>
                </a:lnTo>
                <a:lnTo>
                  <a:pt x="1054373" y="24582"/>
                </a:lnTo>
                <a:lnTo>
                  <a:pt x="1054441" y="24322"/>
                </a:lnTo>
                <a:lnTo>
                  <a:pt x="1054500" y="24059"/>
                </a:lnTo>
                <a:lnTo>
                  <a:pt x="1054552" y="23793"/>
                </a:lnTo>
                <a:lnTo>
                  <a:pt x="1054596" y="23523"/>
                </a:lnTo>
                <a:lnTo>
                  <a:pt x="1054632" y="23249"/>
                </a:lnTo>
                <a:lnTo>
                  <a:pt x="1054660" y="22972"/>
                </a:lnTo>
                <a:lnTo>
                  <a:pt x="1054680" y="22692"/>
                </a:lnTo>
                <a:lnTo>
                  <a:pt x="1054692" y="22408"/>
                </a:lnTo>
                <a:lnTo>
                  <a:pt x="1054696" y="22120"/>
                </a:lnTo>
                <a:lnTo>
                  <a:pt x="1054692" y="21819"/>
                </a:lnTo>
                <a:lnTo>
                  <a:pt x="1054680" y="21522"/>
                </a:lnTo>
                <a:lnTo>
                  <a:pt x="1054660" y="21230"/>
                </a:lnTo>
                <a:lnTo>
                  <a:pt x="1054632" y="20941"/>
                </a:lnTo>
                <a:lnTo>
                  <a:pt x="1054596" y="20655"/>
                </a:lnTo>
                <a:lnTo>
                  <a:pt x="1054552" y="20374"/>
                </a:lnTo>
                <a:lnTo>
                  <a:pt x="1054500" y="20097"/>
                </a:lnTo>
                <a:lnTo>
                  <a:pt x="1054441" y="19824"/>
                </a:lnTo>
                <a:lnTo>
                  <a:pt x="1054373" y="19554"/>
                </a:lnTo>
                <a:lnTo>
                  <a:pt x="1054297" y="19289"/>
                </a:lnTo>
                <a:lnTo>
                  <a:pt x="1054213" y="19027"/>
                </a:lnTo>
                <a:lnTo>
                  <a:pt x="1054121" y="18770"/>
                </a:lnTo>
                <a:lnTo>
                  <a:pt x="1054021" y="18516"/>
                </a:lnTo>
                <a:lnTo>
                  <a:pt x="1053913" y="18266"/>
                </a:lnTo>
                <a:lnTo>
                  <a:pt x="1053797" y="18021"/>
                </a:lnTo>
                <a:lnTo>
                  <a:pt x="1053674" y="17779"/>
                </a:lnTo>
                <a:lnTo>
                  <a:pt x="1053542" y="17541"/>
                </a:lnTo>
                <a:lnTo>
                  <a:pt x="1053402" y="17307"/>
                </a:lnTo>
                <a:lnTo>
                  <a:pt x="1053254" y="17076"/>
                </a:lnTo>
                <a:lnTo>
                  <a:pt x="1053098" y="16850"/>
                </a:lnTo>
                <a:lnTo>
                  <a:pt x="1052935" y="16628"/>
                </a:lnTo>
                <a:lnTo>
                  <a:pt x="1052763" y="16410"/>
                </a:lnTo>
                <a:lnTo>
                  <a:pt x="1052583" y="16195"/>
                </a:lnTo>
                <a:lnTo>
                  <a:pt x="1052395" y="15985"/>
                </a:lnTo>
                <a:lnTo>
                  <a:pt x="1052200" y="15780"/>
                </a:lnTo>
                <a:lnTo>
                  <a:pt x="1051998" y="15585"/>
                </a:lnTo>
                <a:lnTo>
                  <a:pt x="1051789" y="15398"/>
                </a:lnTo>
                <a:lnTo>
                  <a:pt x="1051573" y="15220"/>
                </a:lnTo>
                <a:lnTo>
                  <a:pt x="1051351" y="15050"/>
                </a:lnTo>
                <a:lnTo>
                  <a:pt x="1051121" y="14890"/>
                </a:lnTo>
                <a:lnTo>
                  <a:pt x="1050885" y="14738"/>
                </a:lnTo>
                <a:lnTo>
                  <a:pt x="1050642" y="14594"/>
                </a:lnTo>
                <a:lnTo>
                  <a:pt x="1050392" y="14460"/>
                </a:lnTo>
                <a:lnTo>
                  <a:pt x="1050135" y="14334"/>
                </a:lnTo>
                <a:lnTo>
                  <a:pt x="1049871" y="14216"/>
                </a:lnTo>
                <a:lnTo>
                  <a:pt x="1049600" y="14108"/>
                </a:lnTo>
                <a:lnTo>
                  <a:pt x="1049322" y="14008"/>
                </a:lnTo>
                <a:lnTo>
                  <a:pt x="1049038" y="13916"/>
                </a:lnTo>
                <a:lnTo>
                  <a:pt x="1048747" y="13834"/>
                </a:lnTo>
                <a:lnTo>
                  <a:pt x="1048449" y="13760"/>
                </a:lnTo>
                <a:lnTo>
                  <a:pt x="1048143" y="13695"/>
                </a:lnTo>
                <a:lnTo>
                  <a:pt x="1047832" y="13638"/>
                </a:lnTo>
                <a:lnTo>
                  <a:pt x="1047513" y="13591"/>
                </a:lnTo>
                <a:lnTo>
                  <a:pt x="1047187" y="13551"/>
                </a:lnTo>
                <a:lnTo>
                  <a:pt x="1046855" y="13521"/>
                </a:lnTo>
                <a:lnTo>
                  <a:pt x="1046515" y="13499"/>
                </a:lnTo>
                <a:lnTo>
                  <a:pt x="1046169" y="13486"/>
                </a:lnTo>
                <a:lnTo>
                  <a:pt x="1045816" y="13482"/>
                </a:lnTo>
                <a:lnTo>
                  <a:pt x="1045456" y="13486"/>
                </a:lnTo>
                <a:lnTo>
                  <a:pt x="1045104" y="13499"/>
                </a:lnTo>
                <a:lnTo>
                  <a:pt x="1044759" y="13521"/>
                </a:lnTo>
                <a:lnTo>
                  <a:pt x="1044422" y="13551"/>
                </a:lnTo>
                <a:lnTo>
                  <a:pt x="1044092" y="13591"/>
                </a:lnTo>
                <a:lnTo>
                  <a:pt x="1043770" y="13638"/>
                </a:lnTo>
                <a:lnTo>
                  <a:pt x="1043455" y="13695"/>
                </a:lnTo>
                <a:lnTo>
                  <a:pt x="1043147" y="13760"/>
                </a:lnTo>
                <a:lnTo>
                  <a:pt x="1042847" y="13834"/>
                </a:lnTo>
                <a:lnTo>
                  <a:pt x="1042554" y="13916"/>
                </a:lnTo>
                <a:lnTo>
                  <a:pt x="1042269" y="14008"/>
                </a:lnTo>
                <a:lnTo>
                  <a:pt x="1041991" y="14108"/>
                </a:lnTo>
                <a:lnTo>
                  <a:pt x="1041721" y="14216"/>
                </a:lnTo>
                <a:lnTo>
                  <a:pt x="1041458" y="14334"/>
                </a:lnTo>
                <a:lnTo>
                  <a:pt x="1041202" y="14460"/>
                </a:lnTo>
                <a:lnTo>
                  <a:pt x="1040954" y="14594"/>
                </a:lnTo>
                <a:lnTo>
                  <a:pt x="1040713" y="14738"/>
                </a:lnTo>
                <a:lnTo>
                  <a:pt x="1040480" y="14890"/>
                </a:lnTo>
                <a:lnTo>
                  <a:pt x="1040254" y="15050"/>
                </a:lnTo>
                <a:lnTo>
                  <a:pt x="1040036" y="15220"/>
                </a:lnTo>
                <a:lnTo>
                  <a:pt x="1039825" y="15398"/>
                </a:lnTo>
                <a:lnTo>
                  <a:pt x="1039621" y="15585"/>
                </a:lnTo>
                <a:lnTo>
                  <a:pt x="1039425" y="15780"/>
                </a:lnTo>
                <a:lnTo>
                  <a:pt x="1039236" y="15985"/>
                </a:lnTo>
                <a:lnTo>
                  <a:pt x="1039055" y="16195"/>
                </a:lnTo>
                <a:lnTo>
                  <a:pt x="1038882" y="16410"/>
                </a:lnTo>
                <a:lnTo>
                  <a:pt x="1038716" y="16628"/>
                </a:lnTo>
                <a:lnTo>
                  <a:pt x="1038558" y="16850"/>
                </a:lnTo>
                <a:lnTo>
                  <a:pt x="1038408" y="17076"/>
                </a:lnTo>
                <a:lnTo>
                  <a:pt x="1038265" y="17307"/>
                </a:lnTo>
                <a:lnTo>
                  <a:pt x="1038130" y="17541"/>
                </a:lnTo>
                <a:lnTo>
                  <a:pt x="1038003" y="17779"/>
                </a:lnTo>
                <a:lnTo>
                  <a:pt x="1037883" y="18021"/>
                </a:lnTo>
                <a:lnTo>
                  <a:pt x="1037772" y="18266"/>
                </a:lnTo>
                <a:lnTo>
                  <a:pt x="1037668" y="18516"/>
                </a:lnTo>
                <a:lnTo>
                  <a:pt x="1037571" y="18770"/>
                </a:lnTo>
                <a:lnTo>
                  <a:pt x="1037483" y="19027"/>
                </a:lnTo>
                <a:lnTo>
                  <a:pt x="1037402" y="19289"/>
                </a:lnTo>
                <a:lnTo>
                  <a:pt x="1037328" y="19554"/>
                </a:lnTo>
                <a:lnTo>
                  <a:pt x="1037263" y="19824"/>
                </a:lnTo>
                <a:lnTo>
                  <a:pt x="1037205" y="20097"/>
                </a:lnTo>
                <a:lnTo>
                  <a:pt x="1037155" y="20374"/>
                </a:lnTo>
                <a:lnTo>
                  <a:pt x="1037113" y="20655"/>
                </a:lnTo>
                <a:lnTo>
                  <a:pt x="1037078" y="20941"/>
                </a:lnTo>
                <a:lnTo>
                  <a:pt x="1037051" y="21230"/>
                </a:lnTo>
                <a:lnTo>
                  <a:pt x="1037032" y="21522"/>
                </a:lnTo>
                <a:lnTo>
                  <a:pt x="1037020" y="21819"/>
                </a:lnTo>
                <a:lnTo>
                  <a:pt x="1037016" y="22120"/>
                </a:lnTo>
                <a:lnTo>
                  <a:pt x="1037020" y="22408"/>
                </a:lnTo>
                <a:lnTo>
                  <a:pt x="1037032" y="22692"/>
                </a:lnTo>
                <a:lnTo>
                  <a:pt x="1037051" y="22972"/>
                </a:lnTo>
                <a:lnTo>
                  <a:pt x="1037078" y="23249"/>
                </a:lnTo>
                <a:lnTo>
                  <a:pt x="1037113" y="23523"/>
                </a:lnTo>
                <a:lnTo>
                  <a:pt x="1037155" y="23793"/>
                </a:lnTo>
                <a:close/>
                <a:moveTo>
                  <a:pt x="1571887" y="56834"/>
                </a:moveTo>
                <a:lnTo>
                  <a:pt x="1587872" y="56834"/>
                </a:lnTo>
                <a:lnTo>
                  <a:pt x="1587872" y="110987"/>
                </a:lnTo>
                <a:lnTo>
                  <a:pt x="1587877" y="111708"/>
                </a:lnTo>
                <a:lnTo>
                  <a:pt x="1587891" y="112416"/>
                </a:lnTo>
                <a:lnTo>
                  <a:pt x="1587914" y="113112"/>
                </a:lnTo>
                <a:lnTo>
                  <a:pt x="1587947" y="113796"/>
                </a:lnTo>
                <a:lnTo>
                  <a:pt x="1587989" y="114467"/>
                </a:lnTo>
                <a:lnTo>
                  <a:pt x="1588041" y="115125"/>
                </a:lnTo>
                <a:lnTo>
                  <a:pt x="1588102" y="115771"/>
                </a:lnTo>
                <a:lnTo>
                  <a:pt x="1588172" y="116405"/>
                </a:lnTo>
                <a:lnTo>
                  <a:pt x="1588252" y="117026"/>
                </a:lnTo>
                <a:lnTo>
                  <a:pt x="1588341" y="117635"/>
                </a:lnTo>
                <a:lnTo>
                  <a:pt x="1588440" y="118231"/>
                </a:lnTo>
                <a:lnTo>
                  <a:pt x="1588548" y="118814"/>
                </a:lnTo>
                <a:lnTo>
                  <a:pt x="1588665" y="119385"/>
                </a:lnTo>
                <a:lnTo>
                  <a:pt x="1588792" y="119944"/>
                </a:lnTo>
                <a:lnTo>
                  <a:pt x="1588928" y="120490"/>
                </a:lnTo>
                <a:lnTo>
                  <a:pt x="1589074" y="121024"/>
                </a:lnTo>
                <a:lnTo>
                  <a:pt x="1589229" y="121545"/>
                </a:lnTo>
                <a:lnTo>
                  <a:pt x="1589393" y="122054"/>
                </a:lnTo>
                <a:lnTo>
                  <a:pt x="1589567" y="122550"/>
                </a:lnTo>
                <a:lnTo>
                  <a:pt x="1589750" y="123034"/>
                </a:lnTo>
                <a:lnTo>
                  <a:pt x="1589943" y="123505"/>
                </a:lnTo>
                <a:lnTo>
                  <a:pt x="1590144" y="123964"/>
                </a:lnTo>
                <a:lnTo>
                  <a:pt x="1590356" y="124411"/>
                </a:lnTo>
                <a:lnTo>
                  <a:pt x="1590576" y="124844"/>
                </a:lnTo>
                <a:lnTo>
                  <a:pt x="1590805" y="125267"/>
                </a:lnTo>
                <a:lnTo>
                  <a:pt x="1591040" y="125679"/>
                </a:lnTo>
                <a:lnTo>
                  <a:pt x="1591282" y="126081"/>
                </a:lnTo>
                <a:lnTo>
                  <a:pt x="1591531" y="126472"/>
                </a:lnTo>
                <a:lnTo>
                  <a:pt x="1591786" y="126854"/>
                </a:lnTo>
                <a:lnTo>
                  <a:pt x="1592047" y="127225"/>
                </a:lnTo>
                <a:lnTo>
                  <a:pt x="1592315" y="127586"/>
                </a:lnTo>
                <a:lnTo>
                  <a:pt x="1592590" y="127936"/>
                </a:lnTo>
                <a:lnTo>
                  <a:pt x="1592872" y="128277"/>
                </a:lnTo>
                <a:lnTo>
                  <a:pt x="1593159" y="128607"/>
                </a:lnTo>
                <a:lnTo>
                  <a:pt x="1593454" y="128927"/>
                </a:lnTo>
                <a:lnTo>
                  <a:pt x="1593755" y="129237"/>
                </a:lnTo>
                <a:lnTo>
                  <a:pt x="1594063" y="129536"/>
                </a:lnTo>
                <a:lnTo>
                  <a:pt x="1594377" y="129826"/>
                </a:lnTo>
                <a:lnTo>
                  <a:pt x="1594698" y="130105"/>
                </a:lnTo>
                <a:lnTo>
                  <a:pt x="1595026" y="130373"/>
                </a:lnTo>
                <a:lnTo>
                  <a:pt x="1595360" y="130632"/>
                </a:lnTo>
                <a:lnTo>
                  <a:pt x="1595700" y="130880"/>
                </a:lnTo>
                <a:lnTo>
                  <a:pt x="1596047" y="131118"/>
                </a:lnTo>
                <a:lnTo>
                  <a:pt x="1596401" y="131346"/>
                </a:lnTo>
                <a:lnTo>
                  <a:pt x="1596762" y="131564"/>
                </a:lnTo>
                <a:lnTo>
                  <a:pt x="1597129" y="131771"/>
                </a:lnTo>
                <a:lnTo>
                  <a:pt x="1597502" y="131969"/>
                </a:lnTo>
                <a:lnTo>
                  <a:pt x="1597882" y="132156"/>
                </a:lnTo>
                <a:lnTo>
                  <a:pt x="1598267" y="132333"/>
                </a:lnTo>
                <a:lnTo>
                  <a:pt x="1598656" y="132504"/>
                </a:lnTo>
                <a:lnTo>
                  <a:pt x="1599047" y="132666"/>
                </a:lnTo>
                <a:lnTo>
                  <a:pt x="1599441" y="132822"/>
                </a:lnTo>
                <a:lnTo>
                  <a:pt x="1599838" y="132969"/>
                </a:lnTo>
                <a:lnTo>
                  <a:pt x="1600239" y="133109"/>
                </a:lnTo>
                <a:lnTo>
                  <a:pt x="1600642" y="133242"/>
                </a:lnTo>
                <a:lnTo>
                  <a:pt x="1601049" y="133367"/>
                </a:lnTo>
                <a:lnTo>
                  <a:pt x="1601459" y="133484"/>
                </a:lnTo>
                <a:lnTo>
                  <a:pt x="1601871" y="133594"/>
                </a:lnTo>
                <a:lnTo>
                  <a:pt x="1602287" y="133696"/>
                </a:lnTo>
                <a:lnTo>
                  <a:pt x="1602706" y="133790"/>
                </a:lnTo>
                <a:lnTo>
                  <a:pt x="1603128" y="133877"/>
                </a:lnTo>
                <a:lnTo>
                  <a:pt x="1603553" y="133957"/>
                </a:lnTo>
                <a:lnTo>
                  <a:pt x="1603981" y="134029"/>
                </a:lnTo>
                <a:lnTo>
                  <a:pt x="1604413" y="134093"/>
                </a:lnTo>
                <a:lnTo>
                  <a:pt x="1604847" y="134150"/>
                </a:lnTo>
                <a:lnTo>
                  <a:pt x="1605284" y="134199"/>
                </a:lnTo>
                <a:lnTo>
                  <a:pt x="1605725" y="134241"/>
                </a:lnTo>
                <a:lnTo>
                  <a:pt x="1606169" y="134275"/>
                </a:lnTo>
                <a:lnTo>
                  <a:pt x="1606615" y="134301"/>
                </a:lnTo>
                <a:lnTo>
                  <a:pt x="1607065" y="134320"/>
                </a:lnTo>
                <a:lnTo>
                  <a:pt x="1607518" y="134332"/>
                </a:lnTo>
                <a:lnTo>
                  <a:pt x="1607974" y="134335"/>
                </a:lnTo>
                <a:lnTo>
                  <a:pt x="1608308" y="134334"/>
                </a:lnTo>
                <a:lnTo>
                  <a:pt x="1608638" y="134332"/>
                </a:lnTo>
                <a:lnTo>
                  <a:pt x="1608965" y="134327"/>
                </a:lnTo>
                <a:lnTo>
                  <a:pt x="1609287" y="134321"/>
                </a:lnTo>
                <a:lnTo>
                  <a:pt x="1609605" y="134313"/>
                </a:lnTo>
                <a:lnTo>
                  <a:pt x="1609919" y="134303"/>
                </a:lnTo>
                <a:lnTo>
                  <a:pt x="1610229" y="134291"/>
                </a:lnTo>
                <a:lnTo>
                  <a:pt x="1610535" y="134277"/>
                </a:lnTo>
                <a:lnTo>
                  <a:pt x="1610837" y="134262"/>
                </a:lnTo>
                <a:lnTo>
                  <a:pt x="1611134" y="134244"/>
                </a:lnTo>
                <a:lnTo>
                  <a:pt x="1611428" y="134225"/>
                </a:lnTo>
                <a:lnTo>
                  <a:pt x="1611718" y="134204"/>
                </a:lnTo>
                <a:lnTo>
                  <a:pt x="1612003" y="134181"/>
                </a:lnTo>
                <a:lnTo>
                  <a:pt x="1612285" y="134157"/>
                </a:lnTo>
                <a:lnTo>
                  <a:pt x="1612562" y="134130"/>
                </a:lnTo>
                <a:lnTo>
                  <a:pt x="1612836" y="134102"/>
                </a:lnTo>
                <a:lnTo>
                  <a:pt x="1613105" y="134072"/>
                </a:lnTo>
                <a:lnTo>
                  <a:pt x="1613370" y="134040"/>
                </a:lnTo>
                <a:lnTo>
                  <a:pt x="1613631" y="134006"/>
                </a:lnTo>
                <a:lnTo>
                  <a:pt x="1613888" y="133971"/>
                </a:lnTo>
                <a:lnTo>
                  <a:pt x="1614141" y="133934"/>
                </a:lnTo>
                <a:lnTo>
                  <a:pt x="1614390" y="133894"/>
                </a:lnTo>
                <a:lnTo>
                  <a:pt x="1614635" y="133853"/>
                </a:lnTo>
                <a:lnTo>
                  <a:pt x="1614876" y="133811"/>
                </a:lnTo>
                <a:lnTo>
                  <a:pt x="1615113" y="133767"/>
                </a:lnTo>
                <a:lnTo>
                  <a:pt x="1615346" y="133723"/>
                </a:lnTo>
                <a:lnTo>
                  <a:pt x="1615576" y="133679"/>
                </a:lnTo>
                <a:lnTo>
                  <a:pt x="1615801" y="133635"/>
                </a:lnTo>
                <a:lnTo>
                  <a:pt x="1616023" y="133590"/>
                </a:lnTo>
                <a:lnTo>
                  <a:pt x="1616241" y="133546"/>
                </a:lnTo>
                <a:lnTo>
                  <a:pt x="1616455" y="133501"/>
                </a:lnTo>
                <a:lnTo>
                  <a:pt x="1616666" y="133456"/>
                </a:lnTo>
                <a:lnTo>
                  <a:pt x="1616872" y="133411"/>
                </a:lnTo>
                <a:lnTo>
                  <a:pt x="1617075" y="133366"/>
                </a:lnTo>
                <a:lnTo>
                  <a:pt x="1617274" y="133321"/>
                </a:lnTo>
                <a:lnTo>
                  <a:pt x="1617470" y="133276"/>
                </a:lnTo>
                <a:lnTo>
                  <a:pt x="1617661" y="133230"/>
                </a:lnTo>
                <a:lnTo>
                  <a:pt x="1617849" y="133185"/>
                </a:lnTo>
                <a:lnTo>
                  <a:pt x="1618033" y="133139"/>
                </a:lnTo>
                <a:lnTo>
                  <a:pt x="1618213" y="133093"/>
                </a:lnTo>
                <a:lnTo>
                  <a:pt x="1618389" y="133047"/>
                </a:lnTo>
                <a:lnTo>
                  <a:pt x="1618562" y="133001"/>
                </a:lnTo>
                <a:lnTo>
                  <a:pt x="1618731" y="132954"/>
                </a:lnTo>
                <a:lnTo>
                  <a:pt x="1618896" y="132908"/>
                </a:lnTo>
                <a:lnTo>
                  <a:pt x="1619057" y="132861"/>
                </a:lnTo>
                <a:lnTo>
                  <a:pt x="1619215" y="132815"/>
                </a:lnTo>
                <a:lnTo>
                  <a:pt x="1619368" y="132768"/>
                </a:lnTo>
                <a:lnTo>
                  <a:pt x="1619518" y="132721"/>
                </a:lnTo>
                <a:lnTo>
                  <a:pt x="1619437" y="120530"/>
                </a:lnTo>
                <a:lnTo>
                  <a:pt x="1619348" y="120551"/>
                </a:lnTo>
                <a:lnTo>
                  <a:pt x="1619256" y="120572"/>
                </a:lnTo>
                <a:lnTo>
                  <a:pt x="1619159" y="120593"/>
                </a:lnTo>
                <a:lnTo>
                  <a:pt x="1619060" y="120615"/>
                </a:lnTo>
                <a:lnTo>
                  <a:pt x="1618956" y="120637"/>
                </a:lnTo>
                <a:lnTo>
                  <a:pt x="1618850" y="120659"/>
                </a:lnTo>
                <a:lnTo>
                  <a:pt x="1618739" y="120682"/>
                </a:lnTo>
                <a:lnTo>
                  <a:pt x="1618626" y="120705"/>
                </a:lnTo>
                <a:lnTo>
                  <a:pt x="1618508" y="120729"/>
                </a:lnTo>
                <a:lnTo>
                  <a:pt x="1618388" y="120753"/>
                </a:lnTo>
                <a:lnTo>
                  <a:pt x="1618263" y="120778"/>
                </a:lnTo>
                <a:lnTo>
                  <a:pt x="1618136" y="120803"/>
                </a:lnTo>
                <a:lnTo>
                  <a:pt x="1618004" y="120828"/>
                </a:lnTo>
                <a:lnTo>
                  <a:pt x="1617870" y="120854"/>
                </a:lnTo>
                <a:lnTo>
                  <a:pt x="1617731" y="120880"/>
                </a:lnTo>
                <a:lnTo>
                  <a:pt x="1617590" y="120907"/>
                </a:lnTo>
                <a:lnTo>
                  <a:pt x="1617444" y="120934"/>
                </a:lnTo>
                <a:lnTo>
                  <a:pt x="1617296" y="120962"/>
                </a:lnTo>
                <a:lnTo>
                  <a:pt x="1617143" y="120990"/>
                </a:lnTo>
                <a:lnTo>
                  <a:pt x="1616988" y="121018"/>
                </a:lnTo>
                <a:lnTo>
                  <a:pt x="1616828" y="121047"/>
                </a:lnTo>
                <a:lnTo>
                  <a:pt x="1616665" y="121076"/>
                </a:lnTo>
                <a:lnTo>
                  <a:pt x="1616499" y="121106"/>
                </a:lnTo>
                <a:lnTo>
                  <a:pt x="1616329" y="121136"/>
                </a:lnTo>
                <a:lnTo>
                  <a:pt x="1616158" y="121166"/>
                </a:lnTo>
                <a:lnTo>
                  <a:pt x="1615988" y="121194"/>
                </a:lnTo>
                <a:lnTo>
                  <a:pt x="1615818" y="121221"/>
                </a:lnTo>
                <a:lnTo>
                  <a:pt x="1615649" y="121247"/>
                </a:lnTo>
                <a:lnTo>
                  <a:pt x="1615480" y="121272"/>
                </a:lnTo>
                <a:lnTo>
                  <a:pt x="1615313" y="121295"/>
                </a:lnTo>
                <a:lnTo>
                  <a:pt x="1615146" y="121317"/>
                </a:lnTo>
                <a:lnTo>
                  <a:pt x="1614979" y="121338"/>
                </a:lnTo>
                <a:lnTo>
                  <a:pt x="1614814" y="121357"/>
                </a:lnTo>
                <a:lnTo>
                  <a:pt x="1614649" y="121376"/>
                </a:lnTo>
                <a:lnTo>
                  <a:pt x="1614485" y="121393"/>
                </a:lnTo>
                <a:lnTo>
                  <a:pt x="1614321" y="121408"/>
                </a:lnTo>
                <a:lnTo>
                  <a:pt x="1614158" y="121423"/>
                </a:lnTo>
                <a:lnTo>
                  <a:pt x="1613996" y="121436"/>
                </a:lnTo>
                <a:lnTo>
                  <a:pt x="1613835" y="121448"/>
                </a:lnTo>
                <a:lnTo>
                  <a:pt x="1613674" y="121459"/>
                </a:lnTo>
                <a:lnTo>
                  <a:pt x="1613514" y="121468"/>
                </a:lnTo>
                <a:lnTo>
                  <a:pt x="1613355" y="121477"/>
                </a:lnTo>
                <a:lnTo>
                  <a:pt x="1613196" y="121483"/>
                </a:lnTo>
                <a:lnTo>
                  <a:pt x="1613038" y="121489"/>
                </a:lnTo>
                <a:lnTo>
                  <a:pt x="1612881" y="121494"/>
                </a:lnTo>
                <a:lnTo>
                  <a:pt x="1612725" y="121497"/>
                </a:lnTo>
                <a:lnTo>
                  <a:pt x="1612569" y="121499"/>
                </a:lnTo>
                <a:lnTo>
                  <a:pt x="1612414" y="121499"/>
                </a:lnTo>
                <a:lnTo>
                  <a:pt x="1612206" y="121498"/>
                </a:lnTo>
                <a:lnTo>
                  <a:pt x="1611999" y="121494"/>
                </a:lnTo>
                <a:lnTo>
                  <a:pt x="1611793" y="121488"/>
                </a:lnTo>
                <a:lnTo>
                  <a:pt x="1611589" y="121479"/>
                </a:lnTo>
                <a:lnTo>
                  <a:pt x="1611385" y="121468"/>
                </a:lnTo>
                <a:lnTo>
                  <a:pt x="1611183" y="121454"/>
                </a:lnTo>
                <a:lnTo>
                  <a:pt x="1610982" y="121437"/>
                </a:lnTo>
                <a:lnTo>
                  <a:pt x="1610781" y="121418"/>
                </a:lnTo>
                <a:lnTo>
                  <a:pt x="1610582" y="121397"/>
                </a:lnTo>
                <a:lnTo>
                  <a:pt x="1610384" y="121373"/>
                </a:lnTo>
                <a:lnTo>
                  <a:pt x="1610188" y="121347"/>
                </a:lnTo>
                <a:lnTo>
                  <a:pt x="1609992" y="121318"/>
                </a:lnTo>
                <a:lnTo>
                  <a:pt x="1609797" y="121286"/>
                </a:lnTo>
                <a:lnTo>
                  <a:pt x="1609604" y="121252"/>
                </a:lnTo>
                <a:lnTo>
                  <a:pt x="1609412" y="121215"/>
                </a:lnTo>
                <a:lnTo>
                  <a:pt x="1609221" y="121176"/>
                </a:lnTo>
                <a:lnTo>
                  <a:pt x="1609031" y="121135"/>
                </a:lnTo>
                <a:lnTo>
                  <a:pt x="1608842" y="121091"/>
                </a:lnTo>
                <a:lnTo>
                  <a:pt x="1608654" y="121044"/>
                </a:lnTo>
                <a:lnTo>
                  <a:pt x="1608467" y="120995"/>
                </a:lnTo>
                <a:lnTo>
                  <a:pt x="1608282" y="120943"/>
                </a:lnTo>
                <a:lnTo>
                  <a:pt x="1608097" y="120889"/>
                </a:lnTo>
                <a:lnTo>
                  <a:pt x="1607914" y="120832"/>
                </a:lnTo>
                <a:lnTo>
                  <a:pt x="1607732" y="120773"/>
                </a:lnTo>
                <a:lnTo>
                  <a:pt x="1607551" y="120709"/>
                </a:lnTo>
                <a:lnTo>
                  <a:pt x="1607374" y="120641"/>
                </a:lnTo>
                <a:lnTo>
                  <a:pt x="1607199" y="120567"/>
                </a:lnTo>
                <a:lnTo>
                  <a:pt x="1607027" y="120488"/>
                </a:lnTo>
                <a:lnTo>
                  <a:pt x="1606858" y="120403"/>
                </a:lnTo>
                <a:lnTo>
                  <a:pt x="1606692" y="120313"/>
                </a:lnTo>
                <a:lnTo>
                  <a:pt x="1606529" y="120218"/>
                </a:lnTo>
                <a:lnTo>
                  <a:pt x="1606368" y="120118"/>
                </a:lnTo>
                <a:lnTo>
                  <a:pt x="1606210" y="120012"/>
                </a:lnTo>
                <a:lnTo>
                  <a:pt x="1606055" y="119900"/>
                </a:lnTo>
                <a:lnTo>
                  <a:pt x="1605903" y="119784"/>
                </a:lnTo>
                <a:lnTo>
                  <a:pt x="1605754" y="119662"/>
                </a:lnTo>
                <a:lnTo>
                  <a:pt x="1605607" y="119535"/>
                </a:lnTo>
                <a:lnTo>
                  <a:pt x="1605463" y="119402"/>
                </a:lnTo>
                <a:lnTo>
                  <a:pt x="1605322" y="119264"/>
                </a:lnTo>
                <a:lnTo>
                  <a:pt x="1605184" y="119121"/>
                </a:lnTo>
                <a:lnTo>
                  <a:pt x="1605049" y="118972"/>
                </a:lnTo>
                <a:lnTo>
                  <a:pt x="1604916" y="118819"/>
                </a:lnTo>
                <a:lnTo>
                  <a:pt x="1604786" y="118659"/>
                </a:lnTo>
                <a:lnTo>
                  <a:pt x="1604659" y="118495"/>
                </a:lnTo>
                <a:lnTo>
                  <a:pt x="1604535" y="118325"/>
                </a:lnTo>
                <a:lnTo>
                  <a:pt x="1604414" y="118150"/>
                </a:lnTo>
                <a:lnTo>
                  <a:pt x="1604295" y="117969"/>
                </a:lnTo>
                <a:lnTo>
                  <a:pt x="1604179" y="117783"/>
                </a:lnTo>
                <a:lnTo>
                  <a:pt x="1604067" y="117591"/>
                </a:lnTo>
                <a:lnTo>
                  <a:pt x="1603960" y="117391"/>
                </a:lnTo>
                <a:lnTo>
                  <a:pt x="1603858" y="117183"/>
                </a:lnTo>
                <a:lnTo>
                  <a:pt x="1603760" y="116968"/>
                </a:lnTo>
                <a:lnTo>
                  <a:pt x="1603667" y="116746"/>
                </a:lnTo>
                <a:lnTo>
                  <a:pt x="1603579" y="116515"/>
                </a:lnTo>
                <a:lnTo>
                  <a:pt x="1603496" y="116278"/>
                </a:lnTo>
                <a:lnTo>
                  <a:pt x="1603417" y="116032"/>
                </a:lnTo>
                <a:lnTo>
                  <a:pt x="1603343" y="115779"/>
                </a:lnTo>
                <a:lnTo>
                  <a:pt x="1603274" y="115519"/>
                </a:lnTo>
                <a:lnTo>
                  <a:pt x="1603210" y="115251"/>
                </a:lnTo>
                <a:lnTo>
                  <a:pt x="1603150" y="114975"/>
                </a:lnTo>
                <a:lnTo>
                  <a:pt x="1603095" y="114692"/>
                </a:lnTo>
                <a:lnTo>
                  <a:pt x="1603045" y="114401"/>
                </a:lnTo>
                <a:lnTo>
                  <a:pt x="1603000" y="114103"/>
                </a:lnTo>
                <a:lnTo>
                  <a:pt x="1602960" y="113797"/>
                </a:lnTo>
                <a:lnTo>
                  <a:pt x="1602924" y="113484"/>
                </a:lnTo>
                <a:lnTo>
                  <a:pt x="1602893" y="113163"/>
                </a:lnTo>
                <a:lnTo>
                  <a:pt x="1602867" y="112834"/>
                </a:lnTo>
                <a:lnTo>
                  <a:pt x="1602845" y="112498"/>
                </a:lnTo>
                <a:lnTo>
                  <a:pt x="1602828" y="112154"/>
                </a:lnTo>
                <a:lnTo>
                  <a:pt x="1602817" y="111803"/>
                </a:lnTo>
                <a:lnTo>
                  <a:pt x="1602809" y="111444"/>
                </a:lnTo>
                <a:lnTo>
                  <a:pt x="1602807" y="111077"/>
                </a:lnTo>
                <a:lnTo>
                  <a:pt x="1602807" y="56834"/>
                </a:lnTo>
                <a:lnTo>
                  <a:pt x="1619115" y="56834"/>
                </a:lnTo>
                <a:lnTo>
                  <a:pt x="1619115" y="45370"/>
                </a:lnTo>
                <a:lnTo>
                  <a:pt x="1602807" y="45370"/>
                </a:lnTo>
                <a:lnTo>
                  <a:pt x="1602807" y="24058"/>
                </a:lnTo>
                <a:lnTo>
                  <a:pt x="1587872" y="24058"/>
                </a:lnTo>
                <a:lnTo>
                  <a:pt x="1587872" y="45370"/>
                </a:lnTo>
                <a:lnTo>
                  <a:pt x="1571887" y="45370"/>
                </a:lnTo>
                <a:lnTo>
                  <a:pt x="1571887" y="56834"/>
                </a:lnTo>
                <a:close/>
                <a:moveTo>
                  <a:pt x="1132170" y="54102"/>
                </a:moveTo>
                <a:lnTo>
                  <a:pt x="1132124" y="54047"/>
                </a:lnTo>
                <a:lnTo>
                  <a:pt x="1131748" y="53615"/>
                </a:lnTo>
                <a:lnTo>
                  <a:pt x="1131365" y="53192"/>
                </a:lnTo>
                <a:lnTo>
                  <a:pt x="1130976" y="52779"/>
                </a:lnTo>
                <a:lnTo>
                  <a:pt x="1130581" y="52374"/>
                </a:lnTo>
                <a:lnTo>
                  <a:pt x="1130179" y="51978"/>
                </a:lnTo>
                <a:lnTo>
                  <a:pt x="1129771" y="51591"/>
                </a:lnTo>
                <a:lnTo>
                  <a:pt x="1129356" y="51213"/>
                </a:lnTo>
                <a:lnTo>
                  <a:pt x="1128935" y="50844"/>
                </a:lnTo>
                <a:lnTo>
                  <a:pt x="1128507" y="50485"/>
                </a:lnTo>
                <a:lnTo>
                  <a:pt x="1128073" y="50134"/>
                </a:lnTo>
                <a:lnTo>
                  <a:pt x="1127633" y="49792"/>
                </a:lnTo>
                <a:lnTo>
                  <a:pt x="1127186" y="49459"/>
                </a:lnTo>
                <a:lnTo>
                  <a:pt x="1126732" y="49135"/>
                </a:lnTo>
                <a:lnTo>
                  <a:pt x="1126273" y="48819"/>
                </a:lnTo>
                <a:lnTo>
                  <a:pt x="1125806" y="48513"/>
                </a:lnTo>
                <a:lnTo>
                  <a:pt x="1125333" y="48216"/>
                </a:lnTo>
                <a:lnTo>
                  <a:pt x="1124854" y="47928"/>
                </a:lnTo>
                <a:lnTo>
                  <a:pt x="1124369" y="47649"/>
                </a:lnTo>
                <a:lnTo>
                  <a:pt x="1123877" y="47379"/>
                </a:lnTo>
                <a:lnTo>
                  <a:pt x="1123378" y="47117"/>
                </a:lnTo>
                <a:lnTo>
                  <a:pt x="1122873" y="46865"/>
                </a:lnTo>
                <a:lnTo>
                  <a:pt x="1122362" y="46622"/>
                </a:lnTo>
                <a:lnTo>
                  <a:pt x="1121843" y="46388"/>
                </a:lnTo>
                <a:lnTo>
                  <a:pt x="1121318" y="46164"/>
                </a:lnTo>
                <a:lnTo>
                  <a:pt x="1120785" y="45950"/>
                </a:lnTo>
                <a:lnTo>
                  <a:pt x="1120246" y="45746"/>
                </a:lnTo>
                <a:lnTo>
                  <a:pt x="1119699" y="45552"/>
                </a:lnTo>
                <a:lnTo>
                  <a:pt x="1119145" y="45368"/>
                </a:lnTo>
                <a:lnTo>
                  <a:pt x="1118584" y="45194"/>
                </a:lnTo>
                <a:lnTo>
                  <a:pt x="1118016" y="45030"/>
                </a:lnTo>
                <a:lnTo>
                  <a:pt x="1117440" y="44875"/>
                </a:lnTo>
                <a:lnTo>
                  <a:pt x="1116858" y="44731"/>
                </a:lnTo>
                <a:lnTo>
                  <a:pt x="1116268" y="44597"/>
                </a:lnTo>
                <a:lnTo>
                  <a:pt x="1115671" y="44472"/>
                </a:lnTo>
                <a:lnTo>
                  <a:pt x="1115067" y="44358"/>
                </a:lnTo>
                <a:lnTo>
                  <a:pt x="1114456" y="44253"/>
                </a:lnTo>
                <a:lnTo>
                  <a:pt x="1113838" y="44159"/>
                </a:lnTo>
                <a:lnTo>
                  <a:pt x="1113212" y="44074"/>
                </a:lnTo>
                <a:lnTo>
                  <a:pt x="1112580" y="44000"/>
                </a:lnTo>
                <a:lnTo>
                  <a:pt x="1111940" y="43935"/>
                </a:lnTo>
                <a:lnTo>
                  <a:pt x="1111293" y="43880"/>
                </a:lnTo>
                <a:lnTo>
                  <a:pt x="1110639" y="43835"/>
                </a:lnTo>
                <a:lnTo>
                  <a:pt x="1109978" y="43801"/>
                </a:lnTo>
                <a:lnTo>
                  <a:pt x="1109309" y="43776"/>
                </a:lnTo>
                <a:lnTo>
                  <a:pt x="1108634" y="43761"/>
                </a:lnTo>
                <a:lnTo>
                  <a:pt x="1107951" y="43756"/>
                </a:lnTo>
                <a:lnTo>
                  <a:pt x="1107301" y="43761"/>
                </a:lnTo>
                <a:lnTo>
                  <a:pt x="1106656" y="43778"/>
                </a:lnTo>
                <a:lnTo>
                  <a:pt x="1106017" y="43806"/>
                </a:lnTo>
                <a:lnTo>
                  <a:pt x="1105382" y="43844"/>
                </a:lnTo>
                <a:lnTo>
                  <a:pt x="1104753" y="43894"/>
                </a:lnTo>
                <a:lnTo>
                  <a:pt x="1104129" y="43955"/>
                </a:lnTo>
                <a:lnTo>
                  <a:pt x="1103510" y="44027"/>
                </a:lnTo>
                <a:lnTo>
                  <a:pt x="1102897" y="44110"/>
                </a:lnTo>
                <a:lnTo>
                  <a:pt x="1102288" y="44204"/>
                </a:lnTo>
                <a:lnTo>
                  <a:pt x="1101685" y="44309"/>
                </a:lnTo>
                <a:lnTo>
                  <a:pt x="1101087" y="44426"/>
                </a:lnTo>
                <a:lnTo>
                  <a:pt x="1100494" y="44553"/>
                </a:lnTo>
                <a:lnTo>
                  <a:pt x="1099906" y="44691"/>
                </a:lnTo>
                <a:lnTo>
                  <a:pt x="1099323" y="44841"/>
                </a:lnTo>
                <a:lnTo>
                  <a:pt x="1098746" y="45002"/>
                </a:lnTo>
                <a:lnTo>
                  <a:pt x="1098174" y="45173"/>
                </a:lnTo>
                <a:lnTo>
                  <a:pt x="1097607" y="45356"/>
                </a:lnTo>
                <a:lnTo>
                  <a:pt x="1097045" y="45550"/>
                </a:lnTo>
                <a:lnTo>
                  <a:pt x="1096488" y="45754"/>
                </a:lnTo>
                <a:lnTo>
                  <a:pt x="1095937" y="45970"/>
                </a:lnTo>
                <a:lnTo>
                  <a:pt x="1095391" y="46197"/>
                </a:lnTo>
                <a:lnTo>
                  <a:pt x="1094850" y="46435"/>
                </a:lnTo>
                <a:lnTo>
                  <a:pt x="1094314" y="46685"/>
                </a:lnTo>
                <a:lnTo>
                  <a:pt x="1093783" y="46945"/>
                </a:lnTo>
                <a:lnTo>
                  <a:pt x="1093258" y="47215"/>
                </a:lnTo>
                <a:lnTo>
                  <a:pt x="1092739" y="47495"/>
                </a:lnTo>
                <a:lnTo>
                  <a:pt x="1092226" y="47784"/>
                </a:lnTo>
                <a:lnTo>
                  <a:pt x="1091720" y="48083"/>
                </a:lnTo>
                <a:lnTo>
                  <a:pt x="1091220" y="48391"/>
                </a:lnTo>
                <a:lnTo>
                  <a:pt x="1090725" y="48708"/>
                </a:lnTo>
                <a:lnTo>
                  <a:pt x="1090237" y="49035"/>
                </a:lnTo>
                <a:lnTo>
                  <a:pt x="1089756" y="49371"/>
                </a:lnTo>
                <a:lnTo>
                  <a:pt x="1089280" y="49717"/>
                </a:lnTo>
                <a:lnTo>
                  <a:pt x="1088810" y="50072"/>
                </a:lnTo>
                <a:lnTo>
                  <a:pt x="1088347" y="50436"/>
                </a:lnTo>
                <a:lnTo>
                  <a:pt x="1087890" y="50810"/>
                </a:lnTo>
                <a:lnTo>
                  <a:pt x="1087439" y="51193"/>
                </a:lnTo>
                <a:lnTo>
                  <a:pt x="1086994" y="51585"/>
                </a:lnTo>
                <a:lnTo>
                  <a:pt x="1086555" y="51987"/>
                </a:lnTo>
                <a:lnTo>
                  <a:pt x="1086123" y="52398"/>
                </a:lnTo>
                <a:lnTo>
                  <a:pt x="1085696" y="52819"/>
                </a:lnTo>
                <a:lnTo>
                  <a:pt x="1085276" y="53249"/>
                </a:lnTo>
                <a:lnTo>
                  <a:pt x="1084862" y="53689"/>
                </a:lnTo>
                <a:lnTo>
                  <a:pt x="1084454" y="54138"/>
                </a:lnTo>
                <a:lnTo>
                  <a:pt x="1084053" y="54596"/>
                </a:lnTo>
                <a:lnTo>
                  <a:pt x="1083657" y="55063"/>
                </a:lnTo>
                <a:lnTo>
                  <a:pt x="1083268" y="55540"/>
                </a:lnTo>
                <a:lnTo>
                  <a:pt x="1082884" y="56027"/>
                </a:lnTo>
                <a:lnTo>
                  <a:pt x="1082508" y="56522"/>
                </a:lnTo>
                <a:lnTo>
                  <a:pt x="1082139" y="57025"/>
                </a:lnTo>
                <a:lnTo>
                  <a:pt x="1081777" y="57536"/>
                </a:lnTo>
                <a:lnTo>
                  <a:pt x="1081422" y="58055"/>
                </a:lnTo>
                <a:lnTo>
                  <a:pt x="1081075" y="58582"/>
                </a:lnTo>
                <a:lnTo>
                  <a:pt x="1080735" y="59117"/>
                </a:lnTo>
                <a:lnTo>
                  <a:pt x="1080402" y="59660"/>
                </a:lnTo>
                <a:lnTo>
                  <a:pt x="1080077" y="60211"/>
                </a:lnTo>
                <a:lnTo>
                  <a:pt x="1079759" y="60770"/>
                </a:lnTo>
                <a:lnTo>
                  <a:pt x="1079448" y="61337"/>
                </a:lnTo>
                <a:lnTo>
                  <a:pt x="1079144" y="61912"/>
                </a:lnTo>
                <a:lnTo>
                  <a:pt x="1078848" y="62495"/>
                </a:lnTo>
                <a:lnTo>
                  <a:pt x="1078559" y="63086"/>
                </a:lnTo>
                <a:lnTo>
                  <a:pt x="1078277" y="63685"/>
                </a:lnTo>
                <a:lnTo>
                  <a:pt x="1078003" y="64292"/>
                </a:lnTo>
                <a:lnTo>
                  <a:pt x="1077736" y="64907"/>
                </a:lnTo>
                <a:lnTo>
                  <a:pt x="1077476" y="65530"/>
                </a:lnTo>
                <a:lnTo>
                  <a:pt x="1077223" y="66161"/>
                </a:lnTo>
                <a:lnTo>
                  <a:pt x="1076978" y="66800"/>
                </a:lnTo>
                <a:lnTo>
                  <a:pt x="1076740" y="67447"/>
                </a:lnTo>
                <a:lnTo>
                  <a:pt x="1076509" y="68102"/>
                </a:lnTo>
                <a:lnTo>
                  <a:pt x="1076286" y="68765"/>
                </a:lnTo>
                <a:lnTo>
                  <a:pt x="1076070" y="69435"/>
                </a:lnTo>
                <a:lnTo>
                  <a:pt x="1075861" y="70114"/>
                </a:lnTo>
                <a:lnTo>
                  <a:pt x="1075660" y="70800"/>
                </a:lnTo>
                <a:lnTo>
                  <a:pt x="1075468" y="71493"/>
                </a:lnTo>
                <a:lnTo>
                  <a:pt x="1075284" y="72191"/>
                </a:lnTo>
                <a:lnTo>
                  <a:pt x="1075109" y="72896"/>
                </a:lnTo>
                <a:lnTo>
                  <a:pt x="1074942" y="73607"/>
                </a:lnTo>
                <a:lnTo>
                  <a:pt x="1074784" y="74325"/>
                </a:lnTo>
                <a:lnTo>
                  <a:pt x="1074634" y="75049"/>
                </a:lnTo>
                <a:lnTo>
                  <a:pt x="1074493" y="75779"/>
                </a:lnTo>
                <a:lnTo>
                  <a:pt x="1074360" y="76515"/>
                </a:lnTo>
                <a:lnTo>
                  <a:pt x="1074236" y="77258"/>
                </a:lnTo>
                <a:lnTo>
                  <a:pt x="1074121" y="78007"/>
                </a:lnTo>
                <a:lnTo>
                  <a:pt x="1074014" y="78763"/>
                </a:lnTo>
                <a:lnTo>
                  <a:pt x="1073916" y="79524"/>
                </a:lnTo>
                <a:lnTo>
                  <a:pt x="1073826" y="80292"/>
                </a:lnTo>
                <a:lnTo>
                  <a:pt x="1073745" y="81067"/>
                </a:lnTo>
                <a:lnTo>
                  <a:pt x="1073672" y="81847"/>
                </a:lnTo>
                <a:lnTo>
                  <a:pt x="1073608" y="82634"/>
                </a:lnTo>
                <a:lnTo>
                  <a:pt x="1073553" y="83427"/>
                </a:lnTo>
                <a:lnTo>
                  <a:pt x="1073506" y="84227"/>
                </a:lnTo>
                <a:lnTo>
                  <a:pt x="1073467" y="85033"/>
                </a:lnTo>
                <a:lnTo>
                  <a:pt x="1073437" y="85845"/>
                </a:lnTo>
                <a:lnTo>
                  <a:pt x="1073416" y="86663"/>
                </a:lnTo>
                <a:lnTo>
                  <a:pt x="1073403" y="87488"/>
                </a:lnTo>
                <a:lnTo>
                  <a:pt x="1073399" y="88319"/>
                </a:lnTo>
                <a:lnTo>
                  <a:pt x="1073399" y="90014"/>
                </a:lnTo>
                <a:lnTo>
                  <a:pt x="1073403" y="90806"/>
                </a:lnTo>
                <a:lnTo>
                  <a:pt x="1073416" y="91592"/>
                </a:lnTo>
                <a:lnTo>
                  <a:pt x="1073437" y="92374"/>
                </a:lnTo>
                <a:lnTo>
                  <a:pt x="1073467" y="93151"/>
                </a:lnTo>
                <a:lnTo>
                  <a:pt x="1073506" y="93922"/>
                </a:lnTo>
                <a:lnTo>
                  <a:pt x="1073553" y="94689"/>
                </a:lnTo>
                <a:lnTo>
                  <a:pt x="1073608" y="95451"/>
                </a:lnTo>
                <a:lnTo>
                  <a:pt x="1073672" y="96208"/>
                </a:lnTo>
                <a:lnTo>
                  <a:pt x="1073745" y="96960"/>
                </a:lnTo>
                <a:lnTo>
                  <a:pt x="1073826" y="97708"/>
                </a:lnTo>
                <a:lnTo>
                  <a:pt x="1073916" y="98450"/>
                </a:lnTo>
                <a:lnTo>
                  <a:pt x="1074014" y="99187"/>
                </a:lnTo>
                <a:lnTo>
                  <a:pt x="1074121" y="99920"/>
                </a:lnTo>
                <a:lnTo>
                  <a:pt x="1074236" y="100648"/>
                </a:lnTo>
                <a:lnTo>
                  <a:pt x="1074360" y="101370"/>
                </a:lnTo>
                <a:lnTo>
                  <a:pt x="1074493" y="102088"/>
                </a:lnTo>
                <a:lnTo>
                  <a:pt x="1074634" y="102801"/>
                </a:lnTo>
                <a:lnTo>
                  <a:pt x="1074784" y="103509"/>
                </a:lnTo>
                <a:lnTo>
                  <a:pt x="1074942" y="104212"/>
                </a:lnTo>
                <a:lnTo>
                  <a:pt x="1075109" y="104910"/>
                </a:lnTo>
                <a:lnTo>
                  <a:pt x="1075284" y="105604"/>
                </a:lnTo>
                <a:lnTo>
                  <a:pt x="1075468" y="106292"/>
                </a:lnTo>
                <a:lnTo>
                  <a:pt x="1075660" y="106975"/>
                </a:lnTo>
                <a:lnTo>
                  <a:pt x="1075861" y="107654"/>
                </a:lnTo>
                <a:lnTo>
                  <a:pt x="1076070" y="108326"/>
                </a:lnTo>
                <a:lnTo>
                  <a:pt x="1076286" y="108991"/>
                </a:lnTo>
                <a:lnTo>
                  <a:pt x="1076509" y="109649"/>
                </a:lnTo>
                <a:lnTo>
                  <a:pt x="1076740" y="110299"/>
                </a:lnTo>
                <a:lnTo>
                  <a:pt x="1076978" y="110942"/>
                </a:lnTo>
                <a:lnTo>
                  <a:pt x="1077223" y="111577"/>
                </a:lnTo>
                <a:lnTo>
                  <a:pt x="1077476" y="112205"/>
                </a:lnTo>
                <a:lnTo>
                  <a:pt x="1077736" y="112825"/>
                </a:lnTo>
                <a:lnTo>
                  <a:pt x="1078003" y="113438"/>
                </a:lnTo>
                <a:lnTo>
                  <a:pt x="1078277" y="114044"/>
                </a:lnTo>
                <a:lnTo>
                  <a:pt x="1078559" y="114642"/>
                </a:lnTo>
                <a:lnTo>
                  <a:pt x="1078848" y="115233"/>
                </a:lnTo>
                <a:lnTo>
                  <a:pt x="1079144" y="115816"/>
                </a:lnTo>
                <a:lnTo>
                  <a:pt x="1079448" y="116392"/>
                </a:lnTo>
                <a:lnTo>
                  <a:pt x="1079759" y="116960"/>
                </a:lnTo>
                <a:lnTo>
                  <a:pt x="1080077" y="117521"/>
                </a:lnTo>
                <a:lnTo>
                  <a:pt x="1080402" y="118075"/>
                </a:lnTo>
                <a:lnTo>
                  <a:pt x="1080735" y="118621"/>
                </a:lnTo>
                <a:lnTo>
                  <a:pt x="1081075" y="119159"/>
                </a:lnTo>
                <a:lnTo>
                  <a:pt x="1081422" y="119691"/>
                </a:lnTo>
                <a:lnTo>
                  <a:pt x="1081777" y="120214"/>
                </a:lnTo>
                <a:lnTo>
                  <a:pt x="1082139" y="120731"/>
                </a:lnTo>
                <a:lnTo>
                  <a:pt x="1082508" y="121240"/>
                </a:lnTo>
                <a:lnTo>
                  <a:pt x="1082884" y="121741"/>
                </a:lnTo>
                <a:lnTo>
                  <a:pt x="1083268" y="122235"/>
                </a:lnTo>
                <a:lnTo>
                  <a:pt x="1083657" y="122719"/>
                </a:lnTo>
                <a:lnTo>
                  <a:pt x="1084053" y="123193"/>
                </a:lnTo>
                <a:lnTo>
                  <a:pt x="1084454" y="123659"/>
                </a:lnTo>
                <a:lnTo>
                  <a:pt x="1084862" y="124115"/>
                </a:lnTo>
                <a:lnTo>
                  <a:pt x="1085276" y="124562"/>
                </a:lnTo>
                <a:lnTo>
                  <a:pt x="1085696" y="125000"/>
                </a:lnTo>
                <a:lnTo>
                  <a:pt x="1086123" y="125428"/>
                </a:lnTo>
                <a:lnTo>
                  <a:pt x="1086555" y="125847"/>
                </a:lnTo>
                <a:lnTo>
                  <a:pt x="1086994" y="126257"/>
                </a:lnTo>
                <a:lnTo>
                  <a:pt x="1087439" y="126658"/>
                </a:lnTo>
                <a:lnTo>
                  <a:pt x="1087890" y="127049"/>
                </a:lnTo>
                <a:lnTo>
                  <a:pt x="1088347" y="127432"/>
                </a:lnTo>
                <a:lnTo>
                  <a:pt x="1088810" y="127805"/>
                </a:lnTo>
                <a:lnTo>
                  <a:pt x="1089280" y="128168"/>
                </a:lnTo>
                <a:lnTo>
                  <a:pt x="1089756" y="128523"/>
                </a:lnTo>
                <a:lnTo>
                  <a:pt x="1090237" y="128868"/>
                </a:lnTo>
                <a:lnTo>
                  <a:pt x="1090725" y="129204"/>
                </a:lnTo>
                <a:lnTo>
                  <a:pt x="1091220" y="129531"/>
                </a:lnTo>
                <a:lnTo>
                  <a:pt x="1091720" y="129848"/>
                </a:lnTo>
                <a:lnTo>
                  <a:pt x="1092226" y="130156"/>
                </a:lnTo>
                <a:lnTo>
                  <a:pt x="1092739" y="130455"/>
                </a:lnTo>
                <a:lnTo>
                  <a:pt x="1093258" y="130745"/>
                </a:lnTo>
                <a:lnTo>
                  <a:pt x="1093783" y="131025"/>
                </a:lnTo>
                <a:lnTo>
                  <a:pt x="1094313" y="131295"/>
                </a:lnTo>
                <a:lnTo>
                  <a:pt x="1094849" y="131554"/>
                </a:lnTo>
                <a:lnTo>
                  <a:pt x="1095388" y="131801"/>
                </a:lnTo>
                <a:lnTo>
                  <a:pt x="1095933" y="132037"/>
                </a:lnTo>
                <a:lnTo>
                  <a:pt x="1096481" y="132261"/>
                </a:lnTo>
                <a:lnTo>
                  <a:pt x="1097035" y="132473"/>
                </a:lnTo>
                <a:lnTo>
                  <a:pt x="1097593" y="132675"/>
                </a:lnTo>
                <a:lnTo>
                  <a:pt x="1098156" y="132864"/>
                </a:lnTo>
                <a:lnTo>
                  <a:pt x="1098723" y="133042"/>
                </a:lnTo>
                <a:lnTo>
                  <a:pt x="1099295" y="133209"/>
                </a:lnTo>
                <a:lnTo>
                  <a:pt x="1099872" y="133364"/>
                </a:lnTo>
                <a:lnTo>
                  <a:pt x="1100453" y="133508"/>
                </a:lnTo>
                <a:lnTo>
                  <a:pt x="1101039" y="133640"/>
                </a:lnTo>
                <a:lnTo>
                  <a:pt x="1101630" y="133761"/>
                </a:lnTo>
                <a:lnTo>
                  <a:pt x="1102225" y="133870"/>
                </a:lnTo>
                <a:lnTo>
                  <a:pt x="1102825" y="133968"/>
                </a:lnTo>
                <a:lnTo>
                  <a:pt x="1103429" y="134054"/>
                </a:lnTo>
                <a:lnTo>
                  <a:pt x="1104038" y="134128"/>
                </a:lnTo>
                <a:lnTo>
                  <a:pt x="1104652" y="134192"/>
                </a:lnTo>
                <a:lnTo>
                  <a:pt x="1105270" y="134243"/>
                </a:lnTo>
                <a:lnTo>
                  <a:pt x="1105893" y="134284"/>
                </a:lnTo>
                <a:lnTo>
                  <a:pt x="1106521" y="134312"/>
                </a:lnTo>
                <a:lnTo>
                  <a:pt x="1107153" y="134330"/>
                </a:lnTo>
                <a:lnTo>
                  <a:pt x="1107790" y="134335"/>
                </a:lnTo>
                <a:lnTo>
                  <a:pt x="1108479" y="134330"/>
                </a:lnTo>
                <a:lnTo>
                  <a:pt x="1109161" y="134315"/>
                </a:lnTo>
                <a:lnTo>
                  <a:pt x="1109836" y="134291"/>
                </a:lnTo>
                <a:lnTo>
                  <a:pt x="1110503" y="134256"/>
                </a:lnTo>
                <a:lnTo>
                  <a:pt x="1111163" y="134211"/>
                </a:lnTo>
                <a:lnTo>
                  <a:pt x="1111816" y="134156"/>
                </a:lnTo>
                <a:lnTo>
                  <a:pt x="1112462" y="134092"/>
                </a:lnTo>
                <a:lnTo>
                  <a:pt x="1113100" y="134017"/>
                </a:lnTo>
                <a:lnTo>
                  <a:pt x="1113731" y="133932"/>
                </a:lnTo>
                <a:lnTo>
                  <a:pt x="1114355" y="133838"/>
                </a:lnTo>
                <a:lnTo>
                  <a:pt x="1114971" y="133733"/>
                </a:lnTo>
                <a:lnTo>
                  <a:pt x="1115580" y="133619"/>
                </a:lnTo>
                <a:lnTo>
                  <a:pt x="1116182" y="133494"/>
                </a:lnTo>
                <a:lnTo>
                  <a:pt x="1116777" y="133360"/>
                </a:lnTo>
                <a:lnTo>
                  <a:pt x="1117364" y="133216"/>
                </a:lnTo>
                <a:lnTo>
                  <a:pt x="1117944" y="133062"/>
                </a:lnTo>
                <a:lnTo>
                  <a:pt x="1118517" y="132897"/>
                </a:lnTo>
                <a:lnTo>
                  <a:pt x="1119082" y="132723"/>
                </a:lnTo>
                <a:lnTo>
                  <a:pt x="1119640" y="132539"/>
                </a:lnTo>
                <a:lnTo>
                  <a:pt x="1120191" y="132345"/>
                </a:lnTo>
                <a:lnTo>
                  <a:pt x="1120734" y="132141"/>
                </a:lnTo>
                <a:lnTo>
                  <a:pt x="1121271" y="131927"/>
                </a:lnTo>
                <a:lnTo>
                  <a:pt x="1121800" y="131703"/>
                </a:lnTo>
                <a:lnTo>
                  <a:pt x="1122321" y="131469"/>
                </a:lnTo>
                <a:lnTo>
                  <a:pt x="1122836" y="131226"/>
                </a:lnTo>
                <a:lnTo>
                  <a:pt x="1123344" y="130974"/>
                </a:lnTo>
                <a:lnTo>
                  <a:pt x="1123846" y="130713"/>
                </a:lnTo>
                <a:lnTo>
                  <a:pt x="1124341" y="130443"/>
                </a:lnTo>
                <a:lnTo>
                  <a:pt x="1124829" y="130165"/>
                </a:lnTo>
                <a:lnTo>
                  <a:pt x="1125311" y="129878"/>
                </a:lnTo>
                <a:lnTo>
                  <a:pt x="1125786" y="129581"/>
                </a:lnTo>
                <a:lnTo>
                  <a:pt x="1126255" y="129276"/>
                </a:lnTo>
                <a:lnTo>
                  <a:pt x="1126717" y="128962"/>
                </a:lnTo>
                <a:lnTo>
                  <a:pt x="1127172" y="128640"/>
                </a:lnTo>
                <a:lnTo>
                  <a:pt x="1127621" y="128308"/>
                </a:lnTo>
                <a:lnTo>
                  <a:pt x="1128063" y="127968"/>
                </a:lnTo>
                <a:lnTo>
                  <a:pt x="1128499" y="127619"/>
                </a:lnTo>
                <a:lnTo>
                  <a:pt x="1128928" y="127260"/>
                </a:lnTo>
                <a:lnTo>
                  <a:pt x="1129350" y="126894"/>
                </a:lnTo>
                <a:lnTo>
                  <a:pt x="1129766" y="126518"/>
                </a:lnTo>
                <a:lnTo>
                  <a:pt x="1130176" y="126133"/>
                </a:lnTo>
                <a:lnTo>
                  <a:pt x="1130578" y="125740"/>
                </a:lnTo>
                <a:lnTo>
                  <a:pt x="1130975" y="125338"/>
                </a:lnTo>
                <a:lnTo>
                  <a:pt x="1131364" y="124927"/>
                </a:lnTo>
                <a:lnTo>
                  <a:pt x="1131747" y="124507"/>
                </a:lnTo>
                <a:lnTo>
                  <a:pt x="1132124" y="124078"/>
                </a:lnTo>
                <a:lnTo>
                  <a:pt x="1132493" y="123641"/>
                </a:lnTo>
                <a:lnTo>
                  <a:pt x="1132747" y="123330"/>
                </a:lnTo>
                <a:lnTo>
                  <a:pt x="1133462" y="132721"/>
                </a:lnTo>
                <a:lnTo>
                  <a:pt x="1147186" y="132721"/>
                </a:lnTo>
                <a:lnTo>
                  <a:pt x="1147186" y="8719"/>
                </a:lnTo>
                <a:lnTo>
                  <a:pt x="1132170" y="8719"/>
                </a:lnTo>
                <a:lnTo>
                  <a:pt x="1132170" y="54102"/>
                </a:lnTo>
                <a:close/>
                <a:moveTo>
                  <a:pt x="1131684" y="109765"/>
                </a:moveTo>
                <a:lnTo>
                  <a:pt x="1131444" y="110197"/>
                </a:lnTo>
                <a:lnTo>
                  <a:pt x="1131198" y="110624"/>
                </a:lnTo>
                <a:lnTo>
                  <a:pt x="1130946" y="111044"/>
                </a:lnTo>
                <a:lnTo>
                  <a:pt x="1130688" y="111457"/>
                </a:lnTo>
                <a:lnTo>
                  <a:pt x="1130422" y="111863"/>
                </a:lnTo>
                <a:lnTo>
                  <a:pt x="1130150" y="112262"/>
                </a:lnTo>
                <a:lnTo>
                  <a:pt x="1129872" y="112654"/>
                </a:lnTo>
                <a:lnTo>
                  <a:pt x="1129587" y="113039"/>
                </a:lnTo>
                <a:lnTo>
                  <a:pt x="1129295" y="113417"/>
                </a:lnTo>
                <a:lnTo>
                  <a:pt x="1128997" y="113788"/>
                </a:lnTo>
                <a:lnTo>
                  <a:pt x="1128692" y="114152"/>
                </a:lnTo>
                <a:lnTo>
                  <a:pt x="1128381" y="114509"/>
                </a:lnTo>
                <a:lnTo>
                  <a:pt x="1128063" y="114859"/>
                </a:lnTo>
                <a:lnTo>
                  <a:pt x="1127739" y="115202"/>
                </a:lnTo>
                <a:lnTo>
                  <a:pt x="1127408" y="115538"/>
                </a:lnTo>
                <a:lnTo>
                  <a:pt x="1127070" y="115867"/>
                </a:lnTo>
                <a:lnTo>
                  <a:pt x="1126726" y="116189"/>
                </a:lnTo>
                <a:lnTo>
                  <a:pt x="1126375" y="116504"/>
                </a:lnTo>
                <a:lnTo>
                  <a:pt x="1126017" y="116812"/>
                </a:lnTo>
                <a:lnTo>
                  <a:pt x="1125653" y="117113"/>
                </a:lnTo>
                <a:lnTo>
                  <a:pt x="1125282" y="117407"/>
                </a:lnTo>
                <a:lnTo>
                  <a:pt x="1124905" y="117694"/>
                </a:lnTo>
                <a:lnTo>
                  <a:pt x="1124521" y="117973"/>
                </a:lnTo>
                <a:lnTo>
                  <a:pt x="1124131" y="118246"/>
                </a:lnTo>
                <a:lnTo>
                  <a:pt x="1123734" y="118512"/>
                </a:lnTo>
                <a:lnTo>
                  <a:pt x="1123329" y="118769"/>
                </a:lnTo>
                <a:lnTo>
                  <a:pt x="1122915" y="119015"/>
                </a:lnTo>
                <a:lnTo>
                  <a:pt x="1122492" y="119250"/>
                </a:lnTo>
                <a:lnTo>
                  <a:pt x="1122060" y="119474"/>
                </a:lnTo>
                <a:lnTo>
                  <a:pt x="1121619" y="119687"/>
                </a:lnTo>
                <a:lnTo>
                  <a:pt x="1121168" y="119890"/>
                </a:lnTo>
                <a:lnTo>
                  <a:pt x="1120709" y="120081"/>
                </a:lnTo>
                <a:lnTo>
                  <a:pt x="1120240" y="120261"/>
                </a:lnTo>
                <a:lnTo>
                  <a:pt x="1119762" y="120431"/>
                </a:lnTo>
                <a:lnTo>
                  <a:pt x="1119276" y="120589"/>
                </a:lnTo>
                <a:lnTo>
                  <a:pt x="1118780" y="120737"/>
                </a:lnTo>
                <a:lnTo>
                  <a:pt x="1118275" y="120874"/>
                </a:lnTo>
                <a:lnTo>
                  <a:pt x="1117760" y="120999"/>
                </a:lnTo>
                <a:lnTo>
                  <a:pt x="1117237" y="121114"/>
                </a:lnTo>
                <a:lnTo>
                  <a:pt x="1116705" y="121218"/>
                </a:lnTo>
                <a:lnTo>
                  <a:pt x="1116163" y="121311"/>
                </a:lnTo>
                <a:lnTo>
                  <a:pt x="1115613" y="121393"/>
                </a:lnTo>
                <a:lnTo>
                  <a:pt x="1115053" y="121464"/>
                </a:lnTo>
                <a:lnTo>
                  <a:pt x="1114484" y="121524"/>
                </a:lnTo>
                <a:lnTo>
                  <a:pt x="1113906" y="121573"/>
                </a:lnTo>
                <a:lnTo>
                  <a:pt x="1113319" y="121611"/>
                </a:lnTo>
                <a:lnTo>
                  <a:pt x="1112723" y="121639"/>
                </a:lnTo>
                <a:lnTo>
                  <a:pt x="1112118" y="121655"/>
                </a:lnTo>
                <a:lnTo>
                  <a:pt x="1111503" y="121661"/>
                </a:lnTo>
                <a:lnTo>
                  <a:pt x="1111002" y="121656"/>
                </a:lnTo>
                <a:lnTo>
                  <a:pt x="1110506" y="121644"/>
                </a:lnTo>
                <a:lnTo>
                  <a:pt x="1110016" y="121622"/>
                </a:lnTo>
                <a:lnTo>
                  <a:pt x="1109532" y="121592"/>
                </a:lnTo>
                <a:lnTo>
                  <a:pt x="1109054" y="121554"/>
                </a:lnTo>
                <a:lnTo>
                  <a:pt x="1108582" y="121507"/>
                </a:lnTo>
                <a:lnTo>
                  <a:pt x="1108116" y="121451"/>
                </a:lnTo>
                <a:lnTo>
                  <a:pt x="1107655" y="121387"/>
                </a:lnTo>
                <a:lnTo>
                  <a:pt x="1107201" y="121314"/>
                </a:lnTo>
                <a:lnTo>
                  <a:pt x="1106752" y="121233"/>
                </a:lnTo>
                <a:lnTo>
                  <a:pt x="1106309" y="121143"/>
                </a:lnTo>
                <a:lnTo>
                  <a:pt x="1105872" y="121045"/>
                </a:lnTo>
                <a:lnTo>
                  <a:pt x="1105441" y="120938"/>
                </a:lnTo>
                <a:lnTo>
                  <a:pt x="1105016" y="120823"/>
                </a:lnTo>
                <a:lnTo>
                  <a:pt x="1104597" y="120699"/>
                </a:lnTo>
                <a:lnTo>
                  <a:pt x="1104184" y="120566"/>
                </a:lnTo>
                <a:lnTo>
                  <a:pt x="1103776" y="120425"/>
                </a:lnTo>
                <a:lnTo>
                  <a:pt x="1103375" y="120276"/>
                </a:lnTo>
                <a:lnTo>
                  <a:pt x="1102979" y="120117"/>
                </a:lnTo>
                <a:lnTo>
                  <a:pt x="1102589" y="119951"/>
                </a:lnTo>
                <a:lnTo>
                  <a:pt x="1102206" y="119775"/>
                </a:lnTo>
                <a:lnTo>
                  <a:pt x="1101828" y="119592"/>
                </a:lnTo>
                <a:lnTo>
                  <a:pt x="1101455" y="119399"/>
                </a:lnTo>
                <a:lnTo>
                  <a:pt x="1101089" y="119198"/>
                </a:lnTo>
                <a:lnTo>
                  <a:pt x="1100729" y="118990"/>
                </a:lnTo>
                <a:lnTo>
                  <a:pt x="1100373" y="118775"/>
                </a:lnTo>
                <a:lnTo>
                  <a:pt x="1100023" y="118553"/>
                </a:lnTo>
                <a:lnTo>
                  <a:pt x="1099679" y="118325"/>
                </a:lnTo>
                <a:lnTo>
                  <a:pt x="1099339" y="118090"/>
                </a:lnTo>
                <a:lnTo>
                  <a:pt x="1099005" y="117849"/>
                </a:lnTo>
                <a:lnTo>
                  <a:pt x="1098677" y="117601"/>
                </a:lnTo>
                <a:lnTo>
                  <a:pt x="1098353" y="117346"/>
                </a:lnTo>
                <a:lnTo>
                  <a:pt x="1098035" y="117085"/>
                </a:lnTo>
                <a:lnTo>
                  <a:pt x="1097723" y="116817"/>
                </a:lnTo>
                <a:lnTo>
                  <a:pt x="1097415" y="116543"/>
                </a:lnTo>
                <a:lnTo>
                  <a:pt x="1097113" y="116262"/>
                </a:lnTo>
                <a:lnTo>
                  <a:pt x="1096816" y="115974"/>
                </a:lnTo>
                <a:lnTo>
                  <a:pt x="1096525" y="115680"/>
                </a:lnTo>
                <a:lnTo>
                  <a:pt x="1096239" y="115379"/>
                </a:lnTo>
                <a:lnTo>
                  <a:pt x="1095958" y="115072"/>
                </a:lnTo>
                <a:lnTo>
                  <a:pt x="1095683" y="114758"/>
                </a:lnTo>
                <a:lnTo>
                  <a:pt x="1095413" y="114438"/>
                </a:lnTo>
                <a:lnTo>
                  <a:pt x="1095148" y="114111"/>
                </a:lnTo>
                <a:lnTo>
                  <a:pt x="1094889" y="113777"/>
                </a:lnTo>
                <a:lnTo>
                  <a:pt x="1094635" y="113437"/>
                </a:lnTo>
                <a:lnTo>
                  <a:pt x="1094386" y="113090"/>
                </a:lnTo>
                <a:lnTo>
                  <a:pt x="1094142" y="112737"/>
                </a:lnTo>
                <a:lnTo>
                  <a:pt x="1093904" y="112377"/>
                </a:lnTo>
                <a:lnTo>
                  <a:pt x="1093671" y="112011"/>
                </a:lnTo>
                <a:lnTo>
                  <a:pt x="1093444" y="111641"/>
                </a:lnTo>
                <a:lnTo>
                  <a:pt x="1093221" y="111265"/>
                </a:lnTo>
                <a:lnTo>
                  <a:pt x="1093004" y="110885"/>
                </a:lnTo>
                <a:lnTo>
                  <a:pt x="1092792" y="110501"/>
                </a:lnTo>
                <a:lnTo>
                  <a:pt x="1092585" y="110111"/>
                </a:lnTo>
                <a:lnTo>
                  <a:pt x="1092383" y="109717"/>
                </a:lnTo>
                <a:lnTo>
                  <a:pt x="1092186" y="109318"/>
                </a:lnTo>
                <a:lnTo>
                  <a:pt x="1091995" y="108914"/>
                </a:lnTo>
                <a:lnTo>
                  <a:pt x="1091809" y="108506"/>
                </a:lnTo>
                <a:lnTo>
                  <a:pt x="1091628" y="108092"/>
                </a:lnTo>
                <a:lnTo>
                  <a:pt x="1091452" y="107674"/>
                </a:lnTo>
                <a:lnTo>
                  <a:pt x="1091281" y="107251"/>
                </a:lnTo>
                <a:lnTo>
                  <a:pt x="1091116" y="106824"/>
                </a:lnTo>
                <a:lnTo>
                  <a:pt x="1090956" y="106391"/>
                </a:lnTo>
                <a:lnTo>
                  <a:pt x="1090801" y="105954"/>
                </a:lnTo>
                <a:lnTo>
                  <a:pt x="1090651" y="105512"/>
                </a:lnTo>
                <a:lnTo>
                  <a:pt x="1090506" y="105066"/>
                </a:lnTo>
                <a:lnTo>
                  <a:pt x="1090366" y="104614"/>
                </a:lnTo>
                <a:lnTo>
                  <a:pt x="1090232" y="104158"/>
                </a:lnTo>
                <a:lnTo>
                  <a:pt x="1090103" y="103697"/>
                </a:lnTo>
                <a:lnTo>
                  <a:pt x="1089979" y="103231"/>
                </a:lnTo>
                <a:lnTo>
                  <a:pt x="1089860" y="102761"/>
                </a:lnTo>
                <a:lnTo>
                  <a:pt x="1089747" y="102285"/>
                </a:lnTo>
                <a:lnTo>
                  <a:pt x="1089638" y="101806"/>
                </a:lnTo>
                <a:lnTo>
                  <a:pt x="1089534" y="101324"/>
                </a:lnTo>
                <a:lnTo>
                  <a:pt x="1089434" y="100840"/>
                </a:lnTo>
                <a:lnTo>
                  <a:pt x="1089340" y="100352"/>
                </a:lnTo>
                <a:lnTo>
                  <a:pt x="1089249" y="99862"/>
                </a:lnTo>
                <a:lnTo>
                  <a:pt x="1089164" y="99369"/>
                </a:lnTo>
                <a:lnTo>
                  <a:pt x="1089083" y="98873"/>
                </a:lnTo>
                <a:lnTo>
                  <a:pt x="1089007" y="98374"/>
                </a:lnTo>
                <a:lnTo>
                  <a:pt x="1088935" y="97873"/>
                </a:lnTo>
                <a:lnTo>
                  <a:pt x="1088868" y="97369"/>
                </a:lnTo>
                <a:lnTo>
                  <a:pt x="1088805" y="96862"/>
                </a:lnTo>
                <a:lnTo>
                  <a:pt x="1088747" y="96352"/>
                </a:lnTo>
                <a:lnTo>
                  <a:pt x="1088694" y="95839"/>
                </a:lnTo>
                <a:lnTo>
                  <a:pt x="1088646" y="95324"/>
                </a:lnTo>
                <a:lnTo>
                  <a:pt x="1088602" y="94805"/>
                </a:lnTo>
                <a:lnTo>
                  <a:pt x="1088562" y="94284"/>
                </a:lnTo>
                <a:lnTo>
                  <a:pt x="1088528" y="93760"/>
                </a:lnTo>
                <a:lnTo>
                  <a:pt x="1088498" y="93233"/>
                </a:lnTo>
                <a:lnTo>
                  <a:pt x="1088472" y="92704"/>
                </a:lnTo>
                <a:lnTo>
                  <a:pt x="1088451" y="92172"/>
                </a:lnTo>
                <a:lnTo>
                  <a:pt x="1088435" y="91637"/>
                </a:lnTo>
                <a:lnTo>
                  <a:pt x="1088424" y="91099"/>
                </a:lnTo>
                <a:lnTo>
                  <a:pt x="1088417" y="90558"/>
                </a:lnTo>
                <a:lnTo>
                  <a:pt x="1088414" y="90014"/>
                </a:lnTo>
                <a:lnTo>
                  <a:pt x="1088414" y="88319"/>
                </a:lnTo>
                <a:lnTo>
                  <a:pt x="1088417" y="87775"/>
                </a:lnTo>
                <a:lnTo>
                  <a:pt x="1088424" y="87234"/>
                </a:lnTo>
                <a:lnTo>
                  <a:pt x="1088435" y="86696"/>
                </a:lnTo>
                <a:lnTo>
                  <a:pt x="1088451" y="86161"/>
                </a:lnTo>
                <a:lnTo>
                  <a:pt x="1088472" y="85628"/>
                </a:lnTo>
                <a:lnTo>
                  <a:pt x="1088498" y="85097"/>
                </a:lnTo>
                <a:lnTo>
                  <a:pt x="1088528" y="84570"/>
                </a:lnTo>
                <a:lnTo>
                  <a:pt x="1088562" y="84045"/>
                </a:lnTo>
                <a:lnTo>
                  <a:pt x="1088602" y="83523"/>
                </a:lnTo>
                <a:lnTo>
                  <a:pt x="1088646" y="83003"/>
                </a:lnTo>
                <a:lnTo>
                  <a:pt x="1088694" y="82486"/>
                </a:lnTo>
                <a:lnTo>
                  <a:pt x="1088747" y="81972"/>
                </a:lnTo>
                <a:lnTo>
                  <a:pt x="1088805" y="81460"/>
                </a:lnTo>
                <a:lnTo>
                  <a:pt x="1088868" y="80951"/>
                </a:lnTo>
                <a:lnTo>
                  <a:pt x="1088935" y="80445"/>
                </a:lnTo>
                <a:lnTo>
                  <a:pt x="1089007" y="79941"/>
                </a:lnTo>
                <a:lnTo>
                  <a:pt x="1089083" y="79440"/>
                </a:lnTo>
                <a:lnTo>
                  <a:pt x="1089164" y="78942"/>
                </a:lnTo>
                <a:lnTo>
                  <a:pt x="1089249" y="78446"/>
                </a:lnTo>
                <a:lnTo>
                  <a:pt x="1089340" y="77953"/>
                </a:lnTo>
                <a:lnTo>
                  <a:pt x="1089434" y="77463"/>
                </a:lnTo>
                <a:lnTo>
                  <a:pt x="1089534" y="76975"/>
                </a:lnTo>
                <a:lnTo>
                  <a:pt x="1089638" y="76490"/>
                </a:lnTo>
                <a:lnTo>
                  <a:pt x="1089747" y="76008"/>
                </a:lnTo>
                <a:lnTo>
                  <a:pt x="1089860" y="75529"/>
                </a:lnTo>
                <a:lnTo>
                  <a:pt x="1089979" y="75055"/>
                </a:lnTo>
                <a:lnTo>
                  <a:pt x="1090103" y="74586"/>
                </a:lnTo>
                <a:lnTo>
                  <a:pt x="1090232" y="74122"/>
                </a:lnTo>
                <a:lnTo>
                  <a:pt x="1090366" y="73662"/>
                </a:lnTo>
                <a:lnTo>
                  <a:pt x="1090506" y="73207"/>
                </a:lnTo>
                <a:lnTo>
                  <a:pt x="1090651" y="72757"/>
                </a:lnTo>
                <a:lnTo>
                  <a:pt x="1090801" y="72312"/>
                </a:lnTo>
                <a:lnTo>
                  <a:pt x="1090956" y="71871"/>
                </a:lnTo>
                <a:lnTo>
                  <a:pt x="1091116" y="71436"/>
                </a:lnTo>
                <a:lnTo>
                  <a:pt x="1091281" y="71005"/>
                </a:lnTo>
                <a:lnTo>
                  <a:pt x="1091452" y="70579"/>
                </a:lnTo>
                <a:lnTo>
                  <a:pt x="1091628" y="70157"/>
                </a:lnTo>
                <a:lnTo>
                  <a:pt x="1091809" y="69740"/>
                </a:lnTo>
                <a:lnTo>
                  <a:pt x="1091995" y="69328"/>
                </a:lnTo>
                <a:lnTo>
                  <a:pt x="1092186" y="68921"/>
                </a:lnTo>
                <a:lnTo>
                  <a:pt x="1092383" y="68519"/>
                </a:lnTo>
                <a:lnTo>
                  <a:pt x="1092585" y="68121"/>
                </a:lnTo>
                <a:lnTo>
                  <a:pt x="1092792" y="67728"/>
                </a:lnTo>
                <a:lnTo>
                  <a:pt x="1093004" y="67340"/>
                </a:lnTo>
                <a:lnTo>
                  <a:pt x="1093221" y="66957"/>
                </a:lnTo>
                <a:lnTo>
                  <a:pt x="1093444" y="66578"/>
                </a:lnTo>
                <a:lnTo>
                  <a:pt x="1093671" y="66205"/>
                </a:lnTo>
                <a:lnTo>
                  <a:pt x="1093904" y="65836"/>
                </a:lnTo>
                <a:lnTo>
                  <a:pt x="1094142" y="65472"/>
                </a:lnTo>
                <a:lnTo>
                  <a:pt x="1094386" y="65115"/>
                </a:lnTo>
                <a:lnTo>
                  <a:pt x="1094635" y="64765"/>
                </a:lnTo>
                <a:lnTo>
                  <a:pt x="1094890" y="64421"/>
                </a:lnTo>
                <a:lnTo>
                  <a:pt x="1095150" y="64083"/>
                </a:lnTo>
                <a:lnTo>
                  <a:pt x="1095415" y="63752"/>
                </a:lnTo>
                <a:lnTo>
                  <a:pt x="1095686" y="63427"/>
                </a:lnTo>
                <a:lnTo>
                  <a:pt x="1095963" y="63109"/>
                </a:lnTo>
                <a:lnTo>
                  <a:pt x="1096245" y="62797"/>
                </a:lnTo>
                <a:lnTo>
                  <a:pt x="1096532" y="62491"/>
                </a:lnTo>
                <a:lnTo>
                  <a:pt x="1096825" y="62193"/>
                </a:lnTo>
                <a:lnTo>
                  <a:pt x="1097123" y="61900"/>
                </a:lnTo>
                <a:lnTo>
                  <a:pt x="1097427" y="61614"/>
                </a:lnTo>
                <a:lnTo>
                  <a:pt x="1097736" y="61334"/>
                </a:lnTo>
                <a:lnTo>
                  <a:pt x="1098051" y="61061"/>
                </a:lnTo>
                <a:lnTo>
                  <a:pt x="1098371" y="60794"/>
                </a:lnTo>
                <a:lnTo>
                  <a:pt x="1098697" y="60534"/>
                </a:lnTo>
                <a:lnTo>
                  <a:pt x="1099028" y="60280"/>
                </a:lnTo>
                <a:lnTo>
                  <a:pt x="1099365" y="60033"/>
                </a:lnTo>
                <a:lnTo>
                  <a:pt x="1099707" y="59792"/>
                </a:lnTo>
                <a:lnTo>
                  <a:pt x="1100054" y="59558"/>
                </a:lnTo>
                <a:lnTo>
                  <a:pt x="1100407" y="59330"/>
                </a:lnTo>
                <a:lnTo>
                  <a:pt x="1100766" y="59108"/>
                </a:lnTo>
                <a:lnTo>
                  <a:pt x="1101130" y="58893"/>
                </a:lnTo>
                <a:lnTo>
                  <a:pt x="1101499" y="58685"/>
                </a:lnTo>
                <a:lnTo>
                  <a:pt x="1101875" y="58487"/>
                </a:lnTo>
                <a:lnTo>
                  <a:pt x="1102257" y="58297"/>
                </a:lnTo>
                <a:lnTo>
                  <a:pt x="1102644" y="58116"/>
                </a:lnTo>
                <a:lnTo>
                  <a:pt x="1103038" y="57944"/>
                </a:lnTo>
                <a:lnTo>
                  <a:pt x="1103438" y="57780"/>
                </a:lnTo>
                <a:lnTo>
                  <a:pt x="1103844" y="57626"/>
                </a:lnTo>
                <a:lnTo>
                  <a:pt x="1104256" y="57480"/>
                </a:lnTo>
                <a:lnTo>
                  <a:pt x="1104673" y="57343"/>
                </a:lnTo>
                <a:lnTo>
                  <a:pt x="1105097" y="57215"/>
                </a:lnTo>
                <a:lnTo>
                  <a:pt x="1105527" y="57096"/>
                </a:lnTo>
                <a:lnTo>
                  <a:pt x="1105963" y="56986"/>
                </a:lnTo>
                <a:lnTo>
                  <a:pt x="1106405" y="56884"/>
                </a:lnTo>
                <a:lnTo>
                  <a:pt x="1106853" y="56791"/>
                </a:lnTo>
                <a:lnTo>
                  <a:pt x="1107307" y="56707"/>
                </a:lnTo>
                <a:lnTo>
                  <a:pt x="1107767" y="56632"/>
                </a:lnTo>
                <a:lnTo>
                  <a:pt x="1108233" y="56566"/>
                </a:lnTo>
                <a:lnTo>
                  <a:pt x="1108706" y="56509"/>
                </a:lnTo>
                <a:lnTo>
                  <a:pt x="1109184" y="56460"/>
                </a:lnTo>
                <a:lnTo>
                  <a:pt x="1109668" y="56420"/>
                </a:lnTo>
                <a:lnTo>
                  <a:pt x="1110158" y="56390"/>
                </a:lnTo>
                <a:lnTo>
                  <a:pt x="1110654" y="56367"/>
                </a:lnTo>
                <a:lnTo>
                  <a:pt x="1111157" y="56354"/>
                </a:lnTo>
                <a:lnTo>
                  <a:pt x="1111665" y="56350"/>
                </a:lnTo>
                <a:lnTo>
                  <a:pt x="1112133" y="56353"/>
                </a:lnTo>
                <a:lnTo>
                  <a:pt x="1112596" y="56363"/>
                </a:lnTo>
                <a:lnTo>
                  <a:pt x="1113054" y="56380"/>
                </a:lnTo>
                <a:lnTo>
                  <a:pt x="1113507" y="56404"/>
                </a:lnTo>
                <a:lnTo>
                  <a:pt x="1113955" y="56434"/>
                </a:lnTo>
                <a:lnTo>
                  <a:pt x="1114397" y="56471"/>
                </a:lnTo>
                <a:lnTo>
                  <a:pt x="1114834" y="56515"/>
                </a:lnTo>
                <a:lnTo>
                  <a:pt x="1115266" y="56565"/>
                </a:lnTo>
                <a:lnTo>
                  <a:pt x="1115693" y="56622"/>
                </a:lnTo>
                <a:lnTo>
                  <a:pt x="1116115" y="56686"/>
                </a:lnTo>
                <a:lnTo>
                  <a:pt x="1116531" y="56757"/>
                </a:lnTo>
                <a:lnTo>
                  <a:pt x="1116943" y="56834"/>
                </a:lnTo>
                <a:lnTo>
                  <a:pt x="1117349" y="56918"/>
                </a:lnTo>
                <a:lnTo>
                  <a:pt x="1117750" y="57009"/>
                </a:lnTo>
                <a:lnTo>
                  <a:pt x="1118145" y="57107"/>
                </a:lnTo>
                <a:lnTo>
                  <a:pt x="1118536" y="57211"/>
                </a:lnTo>
                <a:lnTo>
                  <a:pt x="1118921" y="57322"/>
                </a:lnTo>
                <a:lnTo>
                  <a:pt x="1119301" y="57440"/>
                </a:lnTo>
                <a:lnTo>
                  <a:pt x="1119676" y="57564"/>
                </a:lnTo>
                <a:lnTo>
                  <a:pt x="1120046" y="57695"/>
                </a:lnTo>
                <a:lnTo>
                  <a:pt x="1120411" y="57833"/>
                </a:lnTo>
                <a:lnTo>
                  <a:pt x="1120770" y="57978"/>
                </a:lnTo>
                <a:lnTo>
                  <a:pt x="1121125" y="58129"/>
                </a:lnTo>
                <a:lnTo>
                  <a:pt x="1121474" y="58287"/>
                </a:lnTo>
                <a:lnTo>
                  <a:pt x="1121818" y="58451"/>
                </a:lnTo>
                <a:lnTo>
                  <a:pt x="1122158" y="58620"/>
                </a:lnTo>
                <a:lnTo>
                  <a:pt x="1122493" y="58793"/>
                </a:lnTo>
                <a:lnTo>
                  <a:pt x="1122824" y="58970"/>
                </a:lnTo>
                <a:lnTo>
                  <a:pt x="1123150" y="59152"/>
                </a:lnTo>
                <a:lnTo>
                  <a:pt x="1123472" y="59339"/>
                </a:lnTo>
                <a:lnTo>
                  <a:pt x="1123789" y="59531"/>
                </a:lnTo>
                <a:lnTo>
                  <a:pt x="1124102" y="59727"/>
                </a:lnTo>
                <a:lnTo>
                  <a:pt x="1124410" y="59928"/>
                </a:lnTo>
                <a:lnTo>
                  <a:pt x="1124714" y="60133"/>
                </a:lnTo>
                <a:lnTo>
                  <a:pt x="1125013" y="60343"/>
                </a:lnTo>
                <a:lnTo>
                  <a:pt x="1125308" y="60558"/>
                </a:lnTo>
                <a:lnTo>
                  <a:pt x="1125599" y="60777"/>
                </a:lnTo>
                <a:lnTo>
                  <a:pt x="1125885" y="61001"/>
                </a:lnTo>
                <a:lnTo>
                  <a:pt x="1126166" y="61230"/>
                </a:lnTo>
                <a:lnTo>
                  <a:pt x="1126443" y="61463"/>
                </a:lnTo>
                <a:lnTo>
                  <a:pt x="1126715" y="61700"/>
                </a:lnTo>
                <a:lnTo>
                  <a:pt x="1126983" y="61943"/>
                </a:lnTo>
                <a:lnTo>
                  <a:pt x="1127247" y="62190"/>
                </a:lnTo>
                <a:lnTo>
                  <a:pt x="1127506" y="62442"/>
                </a:lnTo>
                <a:lnTo>
                  <a:pt x="1127760" y="62698"/>
                </a:lnTo>
                <a:lnTo>
                  <a:pt x="1128010" y="62959"/>
                </a:lnTo>
                <a:lnTo>
                  <a:pt x="1128256" y="63224"/>
                </a:lnTo>
                <a:lnTo>
                  <a:pt x="1128497" y="63494"/>
                </a:lnTo>
                <a:lnTo>
                  <a:pt x="1128734" y="63768"/>
                </a:lnTo>
                <a:lnTo>
                  <a:pt x="1128967" y="64046"/>
                </a:lnTo>
                <a:lnTo>
                  <a:pt x="1129197" y="64326"/>
                </a:lnTo>
                <a:lnTo>
                  <a:pt x="1129423" y="64609"/>
                </a:lnTo>
                <a:lnTo>
                  <a:pt x="1129646" y="64895"/>
                </a:lnTo>
                <a:lnTo>
                  <a:pt x="1129864" y="65185"/>
                </a:lnTo>
                <a:lnTo>
                  <a:pt x="1130080" y="65477"/>
                </a:lnTo>
                <a:lnTo>
                  <a:pt x="1130291" y="65773"/>
                </a:lnTo>
                <a:lnTo>
                  <a:pt x="1130499" y="66072"/>
                </a:lnTo>
                <a:lnTo>
                  <a:pt x="1130703" y="66373"/>
                </a:lnTo>
                <a:lnTo>
                  <a:pt x="1130904" y="66678"/>
                </a:lnTo>
                <a:lnTo>
                  <a:pt x="1131101" y="66986"/>
                </a:lnTo>
                <a:lnTo>
                  <a:pt x="1131294" y="67297"/>
                </a:lnTo>
                <a:lnTo>
                  <a:pt x="1131484" y="67611"/>
                </a:lnTo>
                <a:lnTo>
                  <a:pt x="1131670" y="67928"/>
                </a:lnTo>
                <a:lnTo>
                  <a:pt x="1131852" y="68249"/>
                </a:lnTo>
                <a:lnTo>
                  <a:pt x="1132031" y="68572"/>
                </a:lnTo>
                <a:lnTo>
                  <a:pt x="1132170" y="68832"/>
                </a:lnTo>
                <a:lnTo>
                  <a:pt x="1132170" y="108852"/>
                </a:lnTo>
                <a:lnTo>
                  <a:pt x="1132150" y="108891"/>
                </a:lnTo>
                <a:lnTo>
                  <a:pt x="1131919" y="109330"/>
                </a:lnTo>
                <a:lnTo>
                  <a:pt x="1131684" y="109765"/>
                </a:lnTo>
                <a:close/>
                <a:moveTo>
                  <a:pt x="939613" y="15177"/>
                </a:moveTo>
                <a:lnTo>
                  <a:pt x="922740" y="15177"/>
                </a:lnTo>
                <a:lnTo>
                  <a:pt x="966173" y="132721"/>
                </a:lnTo>
                <a:lnTo>
                  <a:pt x="967949" y="132721"/>
                </a:lnTo>
                <a:lnTo>
                  <a:pt x="978202" y="132721"/>
                </a:lnTo>
                <a:lnTo>
                  <a:pt x="979978" y="132721"/>
                </a:lnTo>
                <a:lnTo>
                  <a:pt x="1023492" y="15177"/>
                </a:lnTo>
                <a:lnTo>
                  <a:pt x="1006619" y="15177"/>
                </a:lnTo>
                <a:lnTo>
                  <a:pt x="972959" y="112077"/>
                </a:lnTo>
                <a:lnTo>
                  <a:pt x="939613" y="15177"/>
                </a:lnTo>
                <a:close/>
                <a:moveTo>
                  <a:pt x="1456692" y="80247"/>
                </a:moveTo>
                <a:lnTo>
                  <a:pt x="1457287" y="79947"/>
                </a:lnTo>
                <a:lnTo>
                  <a:pt x="1457873" y="79639"/>
                </a:lnTo>
                <a:lnTo>
                  <a:pt x="1458451" y="79322"/>
                </a:lnTo>
                <a:lnTo>
                  <a:pt x="1459021" y="78997"/>
                </a:lnTo>
                <a:lnTo>
                  <a:pt x="1459583" y="78664"/>
                </a:lnTo>
                <a:lnTo>
                  <a:pt x="1460137" y="78323"/>
                </a:lnTo>
                <a:lnTo>
                  <a:pt x="1460682" y="77973"/>
                </a:lnTo>
                <a:lnTo>
                  <a:pt x="1461219" y="77615"/>
                </a:lnTo>
                <a:lnTo>
                  <a:pt x="1461747" y="77249"/>
                </a:lnTo>
                <a:lnTo>
                  <a:pt x="1462267" y="76875"/>
                </a:lnTo>
                <a:lnTo>
                  <a:pt x="1462780" y="76492"/>
                </a:lnTo>
                <a:lnTo>
                  <a:pt x="1463283" y="76102"/>
                </a:lnTo>
                <a:lnTo>
                  <a:pt x="1463776" y="75704"/>
                </a:lnTo>
                <a:lnTo>
                  <a:pt x="1464259" y="75300"/>
                </a:lnTo>
                <a:lnTo>
                  <a:pt x="1464733" y="74889"/>
                </a:lnTo>
                <a:lnTo>
                  <a:pt x="1465197" y="74470"/>
                </a:lnTo>
                <a:lnTo>
                  <a:pt x="1465651" y="74045"/>
                </a:lnTo>
                <a:lnTo>
                  <a:pt x="1466095" y="73613"/>
                </a:lnTo>
                <a:lnTo>
                  <a:pt x="1466529" y="73173"/>
                </a:lnTo>
                <a:lnTo>
                  <a:pt x="1466954" y="72727"/>
                </a:lnTo>
                <a:lnTo>
                  <a:pt x="1467368" y="72273"/>
                </a:lnTo>
                <a:lnTo>
                  <a:pt x="1467773" y="71813"/>
                </a:lnTo>
                <a:lnTo>
                  <a:pt x="1468168" y="71345"/>
                </a:lnTo>
                <a:lnTo>
                  <a:pt x="1468554" y="70871"/>
                </a:lnTo>
                <a:lnTo>
                  <a:pt x="1468929" y="70390"/>
                </a:lnTo>
                <a:lnTo>
                  <a:pt x="1469295" y="69901"/>
                </a:lnTo>
                <a:lnTo>
                  <a:pt x="1469651" y="69406"/>
                </a:lnTo>
                <a:lnTo>
                  <a:pt x="1469997" y="68903"/>
                </a:lnTo>
                <a:lnTo>
                  <a:pt x="1470333" y="68394"/>
                </a:lnTo>
                <a:lnTo>
                  <a:pt x="1470659" y="67877"/>
                </a:lnTo>
                <a:lnTo>
                  <a:pt x="1470976" y="67354"/>
                </a:lnTo>
                <a:lnTo>
                  <a:pt x="1471283" y="66823"/>
                </a:lnTo>
                <a:lnTo>
                  <a:pt x="1471580" y="66286"/>
                </a:lnTo>
                <a:lnTo>
                  <a:pt x="1471867" y="65741"/>
                </a:lnTo>
                <a:lnTo>
                  <a:pt x="1472144" y="65190"/>
                </a:lnTo>
                <a:lnTo>
                  <a:pt x="1472411" y="64632"/>
                </a:lnTo>
                <a:lnTo>
                  <a:pt x="1472666" y="64070"/>
                </a:lnTo>
                <a:lnTo>
                  <a:pt x="1472911" y="63503"/>
                </a:lnTo>
                <a:lnTo>
                  <a:pt x="1473143" y="62930"/>
                </a:lnTo>
                <a:lnTo>
                  <a:pt x="1473365" y="62353"/>
                </a:lnTo>
                <a:lnTo>
                  <a:pt x="1473575" y="61771"/>
                </a:lnTo>
                <a:lnTo>
                  <a:pt x="1473773" y="61184"/>
                </a:lnTo>
                <a:lnTo>
                  <a:pt x="1473961" y="60593"/>
                </a:lnTo>
                <a:lnTo>
                  <a:pt x="1474137" y="59996"/>
                </a:lnTo>
                <a:lnTo>
                  <a:pt x="1474301" y="59394"/>
                </a:lnTo>
                <a:lnTo>
                  <a:pt x="1474455" y="58788"/>
                </a:lnTo>
                <a:lnTo>
                  <a:pt x="1474596" y="58176"/>
                </a:lnTo>
                <a:lnTo>
                  <a:pt x="1474727" y="57560"/>
                </a:lnTo>
                <a:lnTo>
                  <a:pt x="1474846" y="56939"/>
                </a:lnTo>
                <a:lnTo>
                  <a:pt x="1474954" y="56313"/>
                </a:lnTo>
                <a:lnTo>
                  <a:pt x="1475051" y="55682"/>
                </a:lnTo>
                <a:lnTo>
                  <a:pt x="1475136" y="55046"/>
                </a:lnTo>
                <a:lnTo>
                  <a:pt x="1475209" y="54405"/>
                </a:lnTo>
                <a:lnTo>
                  <a:pt x="1475272" y="53759"/>
                </a:lnTo>
                <a:lnTo>
                  <a:pt x="1475323" y="53108"/>
                </a:lnTo>
                <a:lnTo>
                  <a:pt x="1475363" y="52453"/>
                </a:lnTo>
                <a:lnTo>
                  <a:pt x="1475391" y="51792"/>
                </a:lnTo>
                <a:lnTo>
                  <a:pt x="1475408" y="51127"/>
                </a:lnTo>
                <a:lnTo>
                  <a:pt x="1475414" y="50456"/>
                </a:lnTo>
                <a:lnTo>
                  <a:pt x="1475406" y="49507"/>
                </a:lnTo>
                <a:lnTo>
                  <a:pt x="1475380" y="48571"/>
                </a:lnTo>
                <a:lnTo>
                  <a:pt x="1475339" y="47647"/>
                </a:lnTo>
                <a:lnTo>
                  <a:pt x="1475280" y="46735"/>
                </a:lnTo>
                <a:lnTo>
                  <a:pt x="1475205" y="45836"/>
                </a:lnTo>
                <a:lnTo>
                  <a:pt x="1475114" y="44949"/>
                </a:lnTo>
                <a:lnTo>
                  <a:pt x="1475005" y="44075"/>
                </a:lnTo>
                <a:lnTo>
                  <a:pt x="1474880" y="43213"/>
                </a:lnTo>
                <a:lnTo>
                  <a:pt x="1474738" y="42364"/>
                </a:lnTo>
                <a:lnTo>
                  <a:pt x="1474580" y="41527"/>
                </a:lnTo>
                <a:lnTo>
                  <a:pt x="1474405" y="40703"/>
                </a:lnTo>
                <a:lnTo>
                  <a:pt x="1474213" y="39891"/>
                </a:lnTo>
                <a:lnTo>
                  <a:pt x="1474004" y="39092"/>
                </a:lnTo>
                <a:lnTo>
                  <a:pt x="1473779" y="38305"/>
                </a:lnTo>
                <a:lnTo>
                  <a:pt x="1473537" y="37530"/>
                </a:lnTo>
                <a:lnTo>
                  <a:pt x="1473279" y="36768"/>
                </a:lnTo>
                <a:lnTo>
                  <a:pt x="1473004" y="36019"/>
                </a:lnTo>
                <a:lnTo>
                  <a:pt x="1472712" y="35282"/>
                </a:lnTo>
                <a:lnTo>
                  <a:pt x="1472403" y="34557"/>
                </a:lnTo>
                <a:lnTo>
                  <a:pt x="1472078" y="33845"/>
                </a:lnTo>
                <a:lnTo>
                  <a:pt x="1471736" y="33145"/>
                </a:lnTo>
                <a:lnTo>
                  <a:pt x="1471378" y="32458"/>
                </a:lnTo>
                <a:lnTo>
                  <a:pt x="1471002" y="31784"/>
                </a:lnTo>
                <a:lnTo>
                  <a:pt x="1470610" y="31122"/>
                </a:lnTo>
                <a:lnTo>
                  <a:pt x="1470203" y="30472"/>
                </a:lnTo>
                <a:lnTo>
                  <a:pt x="1469780" y="29836"/>
                </a:lnTo>
                <a:lnTo>
                  <a:pt x="1469341" y="29214"/>
                </a:lnTo>
                <a:lnTo>
                  <a:pt x="1468888" y="28604"/>
                </a:lnTo>
                <a:lnTo>
                  <a:pt x="1468420" y="28008"/>
                </a:lnTo>
                <a:lnTo>
                  <a:pt x="1467936" y="27426"/>
                </a:lnTo>
                <a:lnTo>
                  <a:pt x="1467438" y="26856"/>
                </a:lnTo>
                <a:lnTo>
                  <a:pt x="1466924" y="26300"/>
                </a:lnTo>
                <a:lnTo>
                  <a:pt x="1466395" y="25757"/>
                </a:lnTo>
                <a:lnTo>
                  <a:pt x="1465851" y="25228"/>
                </a:lnTo>
                <a:lnTo>
                  <a:pt x="1465291" y="24712"/>
                </a:lnTo>
                <a:lnTo>
                  <a:pt x="1464717" y="24209"/>
                </a:lnTo>
                <a:lnTo>
                  <a:pt x="1464128" y="23720"/>
                </a:lnTo>
                <a:lnTo>
                  <a:pt x="1463523" y="23243"/>
                </a:lnTo>
                <a:lnTo>
                  <a:pt x="1462903" y="22780"/>
                </a:lnTo>
                <a:lnTo>
                  <a:pt x="1462268" y="22331"/>
                </a:lnTo>
                <a:lnTo>
                  <a:pt x="1461618" y="21895"/>
                </a:lnTo>
                <a:lnTo>
                  <a:pt x="1460953" y="21472"/>
                </a:lnTo>
                <a:lnTo>
                  <a:pt x="1460273" y="21062"/>
                </a:lnTo>
                <a:lnTo>
                  <a:pt x="1459577" y="20666"/>
                </a:lnTo>
                <a:lnTo>
                  <a:pt x="1458867" y="20283"/>
                </a:lnTo>
                <a:lnTo>
                  <a:pt x="1458141" y="19913"/>
                </a:lnTo>
                <a:lnTo>
                  <a:pt x="1457400" y="19557"/>
                </a:lnTo>
                <a:lnTo>
                  <a:pt x="1456644" y="19214"/>
                </a:lnTo>
                <a:lnTo>
                  <a:pt x="1455873" y="18884"/>
                </a:lnTo>
                <a:lnTo>
                  <a:pt x="1455089" y="18569"/>
                </a:lnTo>
                <a:lnTo>
                  <a:pt x="1454290" y="18268"/>
                </a:lnTo>
                <a:lnTo>
                  <a:pt x="1453476" y="17980"/>
                </a:lnTo>
                <a:lnTo>
                  <a:pt x="1452649" y="17707"/>
                </a:lnTo>
                <a:lnTo>
                  <a:pt x="1451808" y="17448"/>
                </a:lnTo>
                <a:lnTo>
                  <a:pt x="1450952" y="17203"/>
                </a:lnTo>
                <a:lnTo>
                  <a:pt x="1450082" y="16971"/>
                </a:lnTo>
                <a:lnTo>
                  <a:pt x="1449199" y="16754"/>
                </a:lnTo>
                <a:lnTo>
                  <a:pt x="1448300" y="16551"/>
                </a:lnTo>
                <a:lnTo>
                  <a:pt x="1447388" y="16362"/>
                </a:lnTo>
                <a:lnTo>
                  <a:pt x="1446462" y="16186"/>
                </a:lnTo>
                <a:lnTo>
                  <a:pt x="1445521" y="16025"/>
                </a:lnTo>
                <a:lnTo>
                  <a:pt x="1444567" y="15878"/>
                </a:lnTo>
                <a:lnTo>
                  <a:pt x="1443598" y="15745"/>
                </a:lnTo>
                <a:lnTo>
                  <a:pt x="1442615" y="15626"/>
                </a:lnTo>
                <a:lnTo>
                  <a:pt x="1441618" y="15521"/>
                </a:lnTo>
                <a:lnTo>
                  <a:pt x="1440606" y="15430"/>
                </a:lnTo>
                <a:lnTo>
                  <a:pt x="1439581" y="15353"/>
                </a:lnTo>
                <a:lnTo>
                  <a:pt x="1438541" y="15289"/>
                </a:lnTo>
                <a:lnTo>
                  <a:pt x="1437488" y="15240"/>
                </a:lnTo>
                <a:lnTo>
                  <a:pt x="1436420" y="15205"/>
                </a:lnTo>
                <a:lnTo>
                  <a:pt x="1435338" y="15184"/>
                </a:lnTo>
                <a:lnTo>
                  <a:pt x="1434241" y="15177"/>
                </a:lnTo>
                <a:lnTo>
                  <a:pt x="1395329" y="15177"/>
                </a:lnTo>
                <a:lnTo>
                  <a:pt x="1395329" y="132721"/>
                </a:lnTo>
                <a:lnTo>
                  <a:pt x="1410910" y="132721"/>
                </a:lnTo>
                <a:lnTo>
                  <a:pt x="1410910" y="85090"/>
                </a:lnTo>
                <a:lnTo>
                  <a:pt x="1438483" y="85090"/>
                </a:lnTo>
                <a:lnTo>
                  <a:pt x="1464031" y="132721"/>
                </a:lnTo>
                <a:lnTo>
                  <a:pt x="1480661" y="132721"/>
                </a:lnTo>
                <a:lnTo>
                  <a:pt x="1480661" y="131752"/>
                </a:lnTo>
                <a:lnTo>
                  <a:pt x="1453049" y="81835"/>
                </a:lnTo>
                <a:lnTo>
                  <a:pt x="1453594" y="81623"/>
                </a:lnTo>
                <a:lnTo>
                  <a:pt x="1454230" y="81364"/>
                </a:lnTo>
                <a:lnTo>
                  <a:pt x="1454858" y="81097"/>
                </a:lnTo>
                <a:lnTo>
                  <a:pt x="1455478" y="80822"/>
                </a:lnTo>
                <a:lnTo>
                  <a:pt x="1456089" y="80539"/>
                </a:lnTo>
                <a:lnTo>
                  <a:pt x="1456692" y="80247"/>
                </a:lnTo>
                <a:close/>
                <a:moveTo>
                  <a:pt x="1437138" y="28010"/>
                </a:moveTo>
                <a:lnTo>
                  <a:pt x="1437833" y="28054"/>
                </a:lnTo>
                <a:lnTo>
                  <a:pt x="1438518" y="28107"/>
                </a:lnTo>
                <a:lnTo>
                  <a:pt x="1439191" y="28170"/>
                </a:lnTo>
                <a:lnTo>
                  <a:pt x="1439852" y="28242"/>
                </a:lnTo>
                <a:lnTo>
                  <a:pt x="1440502" y="28324"/>
                </a:lnTo>
                <a:lnTo>
                  <a:pt x="1441141" y="28416"/>
                </a:lnTo>
                <a:lnTo>
                  <a:pt x="1441769" y="28518"/>
                </a:lnTo>
                <a:lnTo>
                  <a:pt x="1442385" y="28629"/>
                </a:lnTo>
                <a:lnTo>
                  <a:pt x="1442990" y="28750"/>
                </a:lnTo>
                <a:lnTo>
                  <a:pt x="1443583" y="28880"/>
                </a:lnTo>
                <a:lnTo>
                  <a:pt x="1444166" y="29021"/>
                </a:lnTo>
                <a:lnTo>
                  <a:pt x="1444736" y="29171"/>
                </a:lnTo>
                <a:lnTo>
                  <a:pt x="1445296" y="29330"/>
                </a:lnTo>
                <a:lnTo>
                  <a:pt x="1445844" y="29499"/>
                </a:lnTo>
                <a:lnTo>
                  <a:pt x="1446381" y="29678"/>
                </a:lnTo>
                <a:lnTo>
                  <a:pt x="1446906" y="29867"/>
                </a:lnTo>
                <a:lnTo>
                  <a:pt x="1447420" y="30065"/>
                </a:lnTo>
                <a:lnTo>
                  <a:pt x="1447923" y="30273"/>
                </a:lnTo>
                <a:lnTo>
                  <a:pt x="1448414" y="30491"/>
                </a:lnTo>
                <a:lnTo>
                  <a:pt x="1448894" y="30718"/>
                </a:lnTo>
                <a:lnTo>
                  <a:pt x="1449363" y="30954"/>
                </a:lnTo>
                <a:lnTo>
                  <a:pt x="1449821" y="31198"/>
                </a:lnTo>
                <a:lnTo>
                  <a:pt x="1450269" y="31450"/>
                </a:lnTo>
                <a:lnTo>
                  <a:pt x="1450707" y="31710"/>
                </a:lnTo>
                <a:lnTo>
                  <a:pt x="1451134" y="31978"/>
                </a:lnTo>
                <a:lnTo>
                  <a:pt x="1451550" y="32254"/>
                </a:lnTo>
                <a:lnTo>
                  <a:pt x="1451956" y="32538"/>
                </a:lnTo>
                <a:lnTo>
                  <a:pt x="1452352" y="32830"/>
                </a:lnTo>
                <a:lnTo>
                  <a:pt x="1452737" y="33130"/>
                </a:lnTo>
                <a:lnTo>
                  <a:pt x="1453111" y="33438"/>
                </a:lnTo>
                <a:lnTo>
                  <a:pt x="1453475" y="33754"/>
                </a:lnTo>
                <a:lnTo>
                  <a:pt x="1453829" y="34078"/>
                </a:lnTo>
                <a:lnTo>
                  <a:pt x="1454171" y="34410"/>
                </a:lnTo>
                <a:lnTo>
                  <a:pt x="1454504" y="34750"/>
                </a:lnTo>
                <a:lnTo>
                  <a:pt x="1454826" y="35098"/>
                </a:lnTo>
                <a:lnTo>
                  <a:pt x="1455137" y="35454"/>
                </a:lnTo>
                <a:lnTo>
                  <a:pt x="1455438" y="35818"/>
                </a:lnTo>
                <a:lnTo>
                  <a:pt x="1455728" y="36190"/>
                </a:lnTo>
                <a:lnTo>
                  <a:pt x="1456008" y="36570"/>
                </a:lnTo>
                <a:lnTo>
                  <a:pt x="1456277" y="36958"/>
                </a:lnTo>
                <a:lnTo>
                  <a:pt x="1456536" y="37354"/>
                </a:lnTo>
                <a:lnTo>
                  <a:pt x="1456784" y="37757"/>
                </a:lnTo>
                <a:lnTo>
                  <a:pt x="1457022" y="38169"/>
                </a:lnTo>
                <a:lnTo>
                  <a:pt x="1457250" y="38589"/>
                </a:lnTo>
                <a:lnTo>
                  <a:pt x="1457467" y="39016"/>
                </a:lnTo>
                <a:lnTo>
                  <a:pt x="1457675" y="39449"/>
                </a:lnTo>
                <a:lnTo>
                  <a:pt x="1457874" y="39887"/>
                </a:lnTo>
                <a:lnTo>
                  <a:pt x="1458064" y="40332"/>
                </a:lnTo>
                <a:lnTo>
                  <a:pt x="1458244" y="40782"/>
                </a:lnTo>
                <a:lnTo>
                  <a:pt x="1458415" y="41238"/>
                </a:lnTo>
                <a:lnTo>
                  <a:pt x="1458577" y="41700"/>
                </a:lnTo>
                <a:lnTo>
                  <a:pt x="1458730" y="42168"/>
                </a:lnTo>
                <a:lnTo>
                  <a:pt x="1458873" y="42642"/>
                </a:lnTo>
                <a:lnTo>
                  <a:pt x="1459007" y="43122"/>
                </a:lnTo>
                <a:lnTo>
                  <a:pt x="1459132" y="43607"/>
                </a:lnTo>
                <a:lnTo>
                  <a:pt x="1459248" y="44099"/>
                </a:lnTo>
                <a:lnTo>
                  <a:pt x="1459354" y="44596"/>
                </a:lnTo>
                <a:lnTo>
                  <a:pt x="1459451" y="45100"/>
                </a:lnTo>
                <a:lnTo>
                  <a:pt x="1459539" y="45609"/>
                </a:lnTo>
                <a:lnTo>
                  <a:pt x="1459618" y="46124"/>
                </a:lnTo>
                <a:lnTo>
                  <a:pt x="1459687" y="46645"/>
                </a:lnTo>
                <a:lnTo>
                  <a:pt x="1459747" y="47172"/>
                </a:lnTo>
                <a:lnTo>
                  <a:pt x="1459798" y="47705"/>
                </a:lnTo>
                <a:lnTo>
                  <a:pt x="1459840" y="48243"/>
                </a:lnTo>
                <a:lnTo>
                  <a:pt x="1459872" y="48788"/>
                </a:lnTo>
                <a:lnTo>
                  <a:pt x="1459895" y="49338"/>
                </a:lnTo>
                <a:lnTo>
                  <a:pt x="1459909" y="49894"/>
                </a:lnTo>
                <a:lnTo>
                  <a:pt x="1459914" y="50456"/>
                </a:lnTo>
                <a:lnTo>
                  <a:pt x="1459909" y="50959"/>
                </a:lnTo>
                <a:lnTo>
                  <a:pt x="1459894" y="51458"/>
                </a:lnTo>
                <a:lnTo>
                  <a:pt x="1459869" y="51954"/>
                </a:lnTo>
                <a:lnTo>
                  <a:pt x="1459835" y="52446"/>
                </a:lnTo>
                <a:lnTo>
                  <a:pt x="1459791" y="52934"/>
                </a:lnTo>
                <a:lnTo>
                  <a:pt x="1459737" y="53418"/>
                </a:lnTo>
                <a:lnTo>
                  <a:pt x="1459673" y="53899"/>
                </a:lnTo>
                <a:lnTo>
                  <a:pt x="1459600" y="54376"/>
                </a:lnTo>
                <a:lnTo>
                  <a:pt x="1459516" y="54850"/>
                </a:lnTo>
                <a:lnTo>
                  <a:pt x="1459423" y="55320"/>
                </a:lnTo>
                <a:lnTo>
                  <a:pt x="1459320" y="55786"/>
                </a:lnTo>
                <a:lnTo>
                  <a:pt x="1459207" y="56249"/>
                </a:lnTo>
                <a:lnTo>
                  <a:pt x="1459085" y="56708"/>
                </a:lnTo>
                <a:lnTo>
                  <a:pt x="1458952" y="57163"/>
                </a:lnTo>
                <a:lnTo>
                  <a:pt x="1458810" y="57615"/>
                </a:lnTo>
                <a:lnTo>
                  <a:pt x="1458658" y="58063"/>
                </a:lnTo>
                <a:lnTo>
                  <a:pt x="1458496" y="58508"/>
                </a:lnTo>
                <a:lnTo>
                  <a:pt x="1458324" y="58948"/>
                </a:lnTo>
                <a:lnTo>
                  <a:pt x="1458143" y="59385"/>
                </a:lnTo>
                <a:lnTo>
                  <a:pt x="1457951" y="59819"/>
                </a:lnTo>
                <a:lnTo>
                  <a:pt x="1457750" y="60249"/>
                </a:lnTo>
                <a:lnTo>
                  <a:pt x="1457539" y="60675"/>
                </a:lnTo>
                <a:lnTo>
                  <a:pt x="1457319" y="61098"/>
                </a:lnTo>
                <a:lnTo>
                  <a:pt x="1457088" y="61517"/>
                </a:lnTo>
                <a:lnTo>
                  <a:pt x="1456848" y="61930"/>
                </a:lnTo>
                <a:lnTo>
                  <a:pt x="1456598" y="62336"/>
                </a:lnTo>
                <a:lnTo>
                  <a:pt x="1456339" y="62736"/>
                </a:lnTo>
                <a:lnTo>
                  <a:pt x="1456070" y="63128"/>
                </a:lnTo>
                <a:lnTo>
                  <a:pt x="1455792" y="63513"/>
                </a:lnTo>
                <a:lnTo>
                  <a:pt x="1455504" y="63891"/>
                </a:lnTo>
                <a:lnTo>
                  <a:pt x="1455206" y="64261"/>
                </a:lnTo>
                <a:lnTo>
                  <a:pt x="1454899" y="64625"/>
                </a:lnTo>
                <a:lnTo>
                  <a:pt x="1454583" y="64981"/>
                </a:lnTo>
                <a:lnTo>
                  <a:pt x="1454257" y="65330"/>
                </a:lnTo>
                <a:lnTo>
                  <a:pt x="1453921" y="65672"/>
                </a:lnTo>
                <a:lnTo>
                  <a:pt x="1453576" y="66007"/>
                </a:lnTo>
                <a:lnTo>
                  <a:pt x="1453222" y="66335"/>
                </a:lnTo>
                <a:lnTo>
                  <a:pt x="1452858" y="66656"/>
                </a:lnTo>
                <a:lnTo>
                  <a:pt x="1452484" y="66969"/>
                </a:lnTo>
                <a:lnTo>
                  <a:pt x="1452101" y="67275"/>
                </a:lnTo>
                <a:lnTo>
                  <a:pt x="1451708" y="67574"/>
                </a:lnTo>
                <a:lnTo>
                  <a:pt x="1451306" y="67866"/>
                </a:lnTo>
                <a:lnTo>
                  <a:pt x="1450894" y="68151"/>
                </a:lnTo>
                <a:lnTo>
                  <a:pt x="1450473" y="68429"/>
                </a:lnTo>
                <a:lnTo>
                  <a:pt x="1450042" y="68700"/>
                </a:lnTo>
                <a:lnTo>
                  <a:pt x="1449601" y="68963"/>
                </a:lnTo>
                <a:lnTo>
                  <a:pt x="1449152" y="69219"/>
                </a:lnTo>
                <a:lnTo>
                  <a:pt x="1448692" y="69468"/>
                </a:lnTo>
                <a:lnTo>
                  <a:pt x="1448223" y="69709"/>
                </a:lnTo>
                <a:lnTo>
                  <a:pt x="1447744" y="69939"/>
                </a:lnTo>
                <a:lnTo>
                  <a:pt x="1447255" y="70159"/>
                </a:lnTo>
                <a:lnTo>
                  <a:pt x="1446757" y="70369"/>
                </a:lnTo>
                <a:lnTo>
                  <a:pt x="1446248" y="70568"/>
                </a:lnTo>
                <a:lnTo>
                  <a:pt x="1445730" y="70758"/>
                </a:lnTo>
                <a:lnTo>
                  <a:pt x="1445202" y="70937"/>
                </a:lnTo>
                <a:lnTo>
                  <a:pt x="1444665" y="71106"/>
                </a:lnTo>
                <a:lnTo>
                  <a:pt x="1444117" y="71264"/>
                </a:lnTo>
                <a:lnTo>
                  <a:pt x="1443560" y="71412"/>
                </a:lnTo>
                <a:lnTo>
                  <a:pt x="1442992" y="71551"/>
                </a:lnTo>
                <a:lnTo>
                  <a:pt x="1442415" y="71678"/>
                </a:lnTo>
                <a:lnTo>
                  <a:pt x="1441828" y="71796"/>
                </a:lnTo>
                <a:lnTo>
                  <a:pt x="1441232" y="71904"/>
                </a:lnTo>
                <a:lnTo>
                  <a:pt x="1440625" y="72001"/>
                </a:lnTo>
                <a:lnTo>
                  <a:pt x="1440009" y="72088"/>
                </a:lnTo>
                <a:lnTo>
                  <a:pt x="1439383" y="72164"/>
                </a:lnTo>
                <a:lnTo>
                  <a:pt x="1438747" y="72231"/>
                </a:lnTo>
                <a:lnTo>
                  <a:pt x="1438101" y="72287"/>
                </a:lnTo>
                <a:lnTo>
                  <a:pt x="1437446" y="72333"/>
                </a:lnTo>
                <a:lnTo>
                  <a:pt x="1436781" y="72369"/>
                </a:lnTo>
                <a:lnTo>
                  <a:pt x="1436105" y="72395"/>
                </a:lnTo>
                <a:lnTo>
                  <a:pt x="1435420" y="72410"/>
                </a:lnTo>
                <a:lnTo>
                  <a:pt x="1434726" y="72415"/>
                </a:lnTo>
                <a:lnTo>
                  <a:pt x="1410910" y="72415"/>
                </a:lnTo>
                <a:lnTo>
                  <a:pt x="1410910" y="27933"/>
                </a:lnTo>
                <a:lnTo>
                  <a:pt x="1434241" y="27933"/>
                </a:lnTo>
                <a:lnTo>
                  <a:pt x="1434982" y="27938"/>
                </a:lnTo>
                <a:lnTo>
                  <a:pt x="1435712" y="27952"/>
                </a:lnTo>
                <a:lnTo>
                  <a:pt x="1436431" y="27976"/>
                </a:lnTo>
                <a:lnTo>
                  <a:pt x="1437138" y="28010"/>
                </a:lnTo>
                <a:close/>
                <a:moveTo>
                  <a:pt x="1240374" y="83449"/>
                </a:moveTo>
                <a:lnTo>
                  <a:pt x="1240341" y="82705"/>
                </a:lnTo>
                <a:lnTo>
                  <a:pt x="1240301" y="81966"/>
                </a:lnTo>
                <a:lnTo>
                  <a:pt x="1240253" y="81233"/>
                </a:lnTo>
                <a:lnTo>
                  <a:pt x="1240199" y="80504"/>
                </a:lnTo>
                <a:lnTo>
                  <a:pt x="1240137" y="79780"/>
                </a:lnTo>
                <a:lnTo>
                  <a:pt x="1240067" y="79060"/>
                </a:lnTo>
                <a:lnTo>
                  <a:pt x="1239991" y="78346"/>
                </a:lnTo>
                <a:lnTo>
                  <a:pt x="1239907" y="77637"/>
                </a:lnTo>
                <a:lnTo>
                  <a:pt x="1239816" y="76932"/>
                </a:lnTo>
                <a:lnTo>
                  <a:pt x="1239718" y="76233"/>
                </a:lnTo>
                <a:lnTo>
                  <a:pt x="1239612" y="75538"/>
                </a:lnTo>
                <a:lnTo>
                  <a:pt x="1239499" y="74848"/>
                </a:lnTo>
                <a:lnTo>
                  <a:pt x="1239379" y="74163"/>
                </a:lnTo>
                <a:lnTo>
                  <a:pt x="1239251" y="73483"/>
                </a:lnTo>
                <a:lnTo>
                  <a:pt x="1239116" y="72808"/>
                </a:lnTo>
                <a:lnTo>
                  <a:pt x="1238974" y="72138"/>
                </a:lnTo>
                <a:lnTo>
                  <a:pt x="1238825" y="71473"/>
                </a:lnTo>
                <a:lnTo>
                  <a:pt x="1238668" y="70812"/>
                </a:lnTo>
                <a:lnTo>
                  <a:pt x="1238504" y="70157"/>
                </a:lnTo>
                <a:lnTo>
                  <a:pt x="1238333" y="69506"/>
                </a:lnTo>
                <a:lnTo>
                  <a:pt x="1238154" y="68862"/>
                </a:lnTo>
                <a:lnTo>
                  <a:pt x="1237967" y="68224"/>
                </a:lnTo>
                <a:lnTo>
                  <a:pt x="1237773" y="67593"/>
                </a:lnTo>
                <a:lnTo>
                  <a:pt x="1237570" y="66970"/>
                </a:lnTo>
                <a:lnTo>
                  <a:pt x="1237360" y="66353"/>
                </a:lnTo>
                <a:lnTo>
                  <a:pt x="1237142" y="65743"/>
                </a:lnTo>
                <a:lnTo>
                  <a:pt x="1236916" y="65141"/>
                </a:lnTo>
                <a:lnTo>
                  <a:pt x="1236682" y="64545"/>
                </a:lnTo>
                <a:lnTo>
                  <a:pt x="1236441" y="63956"/>
                </a:lnTo>
                <a:lnTo>
                  <a:pt x="1236191" y="63375"/>
                </a:lnTo>
                <a:lnTo>
                  <a:pt x="1235934" y="62800"/>
                </a:lnTo>
                <a:lnTo>
                  <a:pt x="1235669" y="62232"/>
                </a:lnTo>
                <a:lnTo>
                  <a:pt x="1235396" y="61672"/>
                </a:lnTo>
                <a:lnTo>
                  <a:pt x="1235115" y="61118"/>
                </a:lnTo>
                <a:lnTo>
                  <a:pt x="1234826" y="60571"/>
                </a:lnTo>
                <a:lnTo>
                  <a:pt x="1234530" y="60032"/>
                </a:lnTo>
                <a:lnTo>
                  <a:pt x="1234225" y="59499"/>
                </a:lnTo>
                <a:lnTo>
                  <a:pt x="1233913" y="58973"/>
                </a:lnTo>
                <a:lnTo>
                  <a:pt x="1233593" y="58455"/>
                </a:lnTo>
                <a:lnTo>
                  <a:pt x="1233265" y="57943"/>
                </a:lnTo>
                <a:lnTo>
                  <a:pt x="1232929" y="57438"/>
                </a:lnTo>
                <a:lnTo>
                  <a:pt x="1232585" y="56941"/>
                </a:lnTo>
                <a:lnTo>
                  <a:pt x="1232234" y="56450"/>
                </a:lnTo>
                <a:lnTo>
                  <a:pt x="1231874" y="55966"/>
                </a:lnTo>
                <a:lnTo>
                  <a:pt x="1231507" y="55491"/>
                </a:lnTo>
                <a:lnTo>
                  <a:pt x="1231131" y="55024"/>
                </a:lnTo>
                <a:lnTo>
                  <a:pt x="1230746" y="54565"/>
                </a:lnTo>
                <a:lnTo>
                  <a:pt x="1230353" y="54116"/>
                </a:lnTo>
                <a:lnTo>
                  <a:pt x="1229951" y="53676"/>
                </a:lnTo>
                <a:lnTo>
                  <a:pt x="1229541" y="53244"/>
                </a:lnTo>
                <a:lnTo>
                  <a:pt x="1229122" y="52821"/>
                </a:lnTo>
                <a:lnTo>
                  <a:pt x="1228695" y="52407"/>
                </a:lnTo>
                <a:lnTo>
                  <a:pt x="1228259" y="52002"/>
                </a:lnTo>
                <a:lnTo>
                  <a:pt x="1227814" y="51605"/>
                </a:lnTo>
                <a:lnTo>
                  <a:pt x="1227361" y="51218"/>
                </a:lnTo>
                <a:lnTo>
                  <a:pt x="1226899" y="50839"/>
                </a:lnTo>
                <a:lnTo>
                  <a:pt x="1226429" y="50469"/>
                </a:lnTo>
                <a:lnTo>
                  <a:pt x="1225951" y="50107"/>
                </a:lnTo>
                <a:lnTo>
                  <a:pt x="1225463" y="49755"/>
                </a:lnTo>
                <a:lnTo>
                  <a:pt x="1224968" y="49411"/>
                </a:lnTo>
                <a:lnTo>
                  <a:pt x="1224463" y="49077"/>
                </a:lnTo>
                <a:lnTo>
                  <a:pt x="1223950" y="48751"/>
                </a:lnTo>
                <a:lnTo>
                  <a:pt x="1223429" y="48434"/>
                </a:lnTo>
                <a:lnTo>
                  <a:pt x="1222899" y="48125"/>
                </a:lnTo>
                <a:lnTo>
                  <a:pt x="1222360" y="47826"/>
                </a:lnTo>
                <a:lnTo>
                  <a:pt x="1221813" y="47535"/>
                </a:lnTo>
                <a:lnTo>
                  <a:pt x="1221257" y="47253"/>
                </a:lnTo>
                <a:lnTo>
                  <a:pt x="1220693" y="46980"/>
                </a:lnTo>
                <a:lnTo>
                  <a:pt x="1220120" y="46717"/>
                </a:lnTo>
                <a:lnTo>
                  <a:pt x="1219539" y="46465"/>
                </a:lnTo>
                <a:lnTo>
                  <a:pt x="1218948" y="46224"/>
                </a:lnTo>
                <a:lnTo>
                  <a:pt x="1218349" y="45995"/>
                </a:lnTo>
                <a:lnTo>
                  <a:pt x="1217741" y="45777"/>
                </a:lnTo>
                <a:lnTo>
                  <a:pt x="1217123" y="45569"/>
                </a:lnTo>
                <a:lnTo>
                  <a:pt x="1216498" y="45374"/>
                </a:lnTo>
                <a:lnTo>
                  <a:pt x="1215863" y="45189"/>
                </a:lnTo>
                <a:lnTo>
                  <a:pt x="1215219" y="45015"/>
                </a:lnTo>
                <a:lnTo>
                  <a:pt x="1214567" y="44853"/>
                </a:lnTo>
                <a:lnTo>
                  <a:pt x="1213906" y="44702"/>
                </a:lnTo>
                <a:lnTo>
                  <a:pt x="1213236" y="44562"/>
                </a:lnTo>
                <a:lnTo>
                  <a:pt x="1212557" y="44433"/>
                </a:lnTo>
                <a:lnTo>
                  <a:pt x="1211869" y="44316"/>
                </a:lnTo>
                <a:lnTo>
                  <a:pt x="1211173" y="44209"/>
                </a:lnTo>
                <a:lnTo>
                  <a:pt x="1210467" y="44114"/>
                </a:lnTo>
                <a:lnTo>
                  <a:pt x="1209753" y="44030"/>
                </a:lnTo>
                <a:lnTo>
                  <a:pt x="1209030" y="43957"/>
                </a:lnTo>
                <a:lnTo>
                  <a:pt x="1208298" y="43896"/>
                </a:lnTo>
                <a:lnTo>
                  <a:pt x="1207558" y="43845"/>
                </a:lnTo>
                <a:lnTo>
                  <a:pt x="1206808" y="43806"/>
                </a:lnTo>
                <a:lnTo>
                  <a:pt x="1206050" y="43778"/>
                </a:lnTo>
                <a:lnTo>
                  <a:pt x="1205283" y="43761"/>
                </a:lnTo>
                <a:lnTo>
                  <a:pt x="1204507" y="43756"/>
                </a:lnTo>
                <a:lnTo>
                  <a:pt x="1203895" y="43761"/>
                </a:lnTo>
                <a:lnTo>
                  <a:pt x="1203286" y="43777"/>
                </a:lnTo>
                <a:lnTo>
                  <a:pt x="1202678" y="43803"/>
                </a:lnTo>
                <a:lnTo>
                  <a:pt x="1202071" y="43839"/>
                </a:lnTo>
                <a:lnTo>
                  <a:pt x="1201467" y="43886"/>
                </a:lnTo>
                <a:lnTo>
                  <a:pt x="1200864" y="43943"/>
                </a:lnTo>
                <a:lnTo>
                  <a:pt x="1200263" y="44010"/>
                </a:lnTo>
                <a:lnTo>
                  <a:pt x="1199663" y="44088"/>
                </a:lnTo>
                <a:lnTo>
                  <a:pt x="1199065" y="44176"/>
                </a:lnTo>
                <a:lnTo>
                  <a:pt x="1198469" y="44274"/>
                </a:lnTo>
                <a:lnTo>
                  <a:pt x="1197874" y="44383"/>
                </a:lnTo>
                <a:lnTo>
                  <a:pt x="1197281" y="44503"/>
                </a:lnTo>
                <a:lnTo>
                  <a:pt x="1196690" y="44632"/>
                </a:lnTo>
                <a:lnTo>
                  <a:pt x="1196101" y="44772"/>
                </a:lnTo>
                <a:lnTo>
                  <a:pt x="1195513" y="44923"/>
                </a:lnTo>
                <a:lnTo>
                  <a:pt x="1194927" y="45083"/>
                </a:lnTo>
                <a:lnTo>
                  <a:pt x="1194342" y="45255"/>
                </a:lnTo>
                <a:lnTo>
                  <a:pt x="1193760" y="45436"/>
                </a:lnTo>
                <a:lnTo>
                  <a:pt x="1193179" y="45628"/>
                </a:lnTo>
                <a:lnTo>
                  <a:pt x="1192599" y="45830"/>
                </a:lnTo>
                <a:lnTo>
                  <a:pt x="1192021" y="46043"/>
                </a:lnTo>
                <a:lnTo>
                  <a:pt x="1191445" y="46266"/>
                </a:lnTo>
                <a:lnTo>
                  <a:pt x="1190871" y="46499"/>
                </a:lnTo>
                <a:lnTo>
                  <a:pt x="1190298" y="46743"/>
                </a:lnTo>
                <a:lnTo>
                  <a:pt x="1189729" y="46997"/>
                </a:lnTo>
                <a:lnTo>
                  <a:pt x="1189165" y="47260"/>
                </a:lnTo>
                <a:lnTo>
                  <a:pt x="1188605" y="47534"/>
                </a:lnTo>
                <a:lnTo>
                  <a:pt x="1188051" y="47817"/>
                </a:lnTo>
                <a:lnTo>
                  <a:pt x="1187502" y="48110"/>
                </a:lnTo>
                <a:lnTo>
                  <a:pt x="1186958" y="48413"/>
                </a:lnTo>
                <a:lnTo>
                  <a:pt x="1186419" y="48726"/>
                </a:lnTo>
                <a:lnTo>
                  <a:pt x="1185885" y="49048"/>
                </a:lnTo>
                <a:lnTo>
                  <a:pt x="1185356" y="49380"/>
                </a:lnTo>
                <a:lnTo>
                  <a:pt x="1184832" y="49723"/>
                </a:lnTo>
                <a:lnTo>
                  <a:pt x="1184313" y="50075"/>
                </a:lnTo>
                <a:lnTo>
                  <a:pt x="1183800" y="50436"/>
                </a:lnTo>
                <a:lnTo>
                  <a:pt x="1183291" y="50808"/>
                </a:lnTo>
                <a:lnTo>
                  <a:pt x="1182787" y="51189"/>
                </a:lnTo>
                <a:lnTo>
                  <a:pt x="1182288" y="51580"/>
                </a:lnTo>
                <a:lnTo>
                  <a:pt x="1181795" y="51981"/>
                </a:lnTo>
                <a:lnTo>
                  <a:pt x="1181306" y="52392"/>
                </a:lnTo>
                <a:lnTo>
                  <a:pt x="1180823" y="52813"/>
                </a:lnTo>
                <a:lnTo>
                  <a:pt x="1180344" y="53243"/>
                </a:lnTo>
                <a:lnTo>
                  <a:pt x="1179871" y="53683"/>
                </a:lnTo>
                <a:lnTo>
                  <a:pt x="1179402" y="54133"/>
                </a:lnTo>
                <a:lnTo>
                  <a:pt x="1178939" y="54593"/>
                </a:lnTo>
                <a:lnTo>
                  <a:pt x="1178481" y="55063"/>
                </a:lnTo>
                <a:lnTo>
                  <a:pt x="1178027" y="55542"/>
                </a:lnTo>
                <a:lnTo>
                  <a:pt x="1177580" y="56031"/>
                </a:lnTo>
                <a:lnTo>
                  <a:pt x="1177141" y="56529"/>
                </a:lnTo>
                <a:lnTo>
                  <a:pt x="1176710" y="57035"/>
                </a:lnTo>
                <a:lnTo>
                  <a:pt x="1176287" y="57551"/>
                </a:lnTo>
                <a:lnTo>
                  <a:pt x="1175872" y="58075"/>
                </a:lnTo>
                <a:lnTo>
                  <a:pt x="1175464" y="58608"/>
                </a:lnTo>
                <a:lnTo>
                  <a:pt x="1175064" y="59150"/>
                </a:lnTo>
                <a:lnTo>
                  <a:pt x="1174672" y="59700"/>
                </a:lnTo>
                <a:lnTo>
                  <a:pt x="1174288" y="60260"/>
                </a:lnTo>
                <a:lnTo>
                  <a:pt x="1173912" y="60828"/>
                </a:lnTo>
                <a:lnTo>
                  <a:pt x="1173544" y="61405"/>
                </a:lnTo>
                <a:lnTo>
                  <a:pt x="1173183" y="61991"/>
                </a:lnTo>
                <a:lnTo>
                  <a:pt x="1172831" y="62586"/>
                </a:lnTo>
                <a:lnTo>
                  <a:pt x="1172486" y="63189"/>
                </a:lnTo>
                <a:lnTo>
                  <a:pt x="1172149" y="63802"/>
                </a:lnTo>
                <a:lnTo>
                  <a:pt x="1171820" y="64423"/>
                </a:lnTo>
                <a:lnTo>
                  <a:pt x="1171499" y="65053"/>
                </a:lnTo>
                <a:lnTo>
                  <a:pt x="1171185" y="65692"/>
                </a:lnTo>
                <a:lnTo>
                  <a:pt x="1170880" y="66340"/>
                </a:lnTo>
                <a:lnTo>
                  <a:pt x="1170582" y="66996"/>
                </a:lnTo>
                <a:lnTo>
                  <a:pt x="1170292" y="67662"/>
                </a:lnTo>
                <a:lnTo>
                  <a:pt x="1170010" y="68336"/>
                </a:lnTo>
                <a:lnTo>
                  <a:pt x="1169736" y="69019"/>
                </a:lnTo>
                <a:lnTo>
                  <a:pt x="1169470" y="69711"/>
                </a:lnTo>
                <a:lnTo>
                  <a:pt x="1169213" y="70411"/>
                </a:lnTo>
                <a:lnTo>
                  <a:pt x="1168967" y="71119"/>
                </a:lnTo>
                <a:lnTo>
                  <a:pt x="1168732" y="71836"/>
                </a:lnTo>
                <a:lnTo>
                  <a:pt x="1168508" y="72560"/>
                </a:lnTo>
                <a:lnTo>
                  <a:pt x="1168295" y="73292"/>
                </a:lnTo>
                <a:lnTo>
                  <a:pt x="1168092" y="74032"/>
                </a:lnTo>
                <a:lnTo>
                  <a:pt x="1167901" y="74781"/>
                </a:lnTo>
                <a:lnTo>
                  <a:pt x="1167721" y="75537"/>
                </a:lnTo>
                <a:lnTo>
                  <a:pt x="1167551" y="76301"/>
                </a:lnTo>
                <a:lnTo>
                  <a:pt x="1167393" y="77073"/>
                </a:lnTo>
                <a:lnTo>
                  <a:pt x="1167245" y="77853"/>
                </a:lnTo>
                <a:lnTo>
                  <a:pt x="1167109" y="78641"/>
                </a:lnTo>
                <a:lnTo>
                  <a:pt x="1166983" y="79438"/>
                </a:lnTo>
                <a:lnTo>
                  <a:pt x="1166868" y="80242"/>
                </a:lnTo>
                <a:lnTo>
                  <a:pt x="1166764" y="81054"/>
                </a:lnTo>
                <a:lnTo>
                  <a:pt x="1166671" y="81874"/>
                </a:lnTo>
                <a:lnTo>
                  <a:pt x="1166589" y="82702"/>
                </a:lnTo>
                <a:lnTo>
                  <a:pt x="1166518" y="83538"/>
                </a:lnTo>
                <a:lnTo>
                  <a:pt x="1166458" y="84382"/>
                </a:lnTo>
                <a:lnTo>
                  <a:pt x="1166409" y="85234"/>
                </a:lnTo>
                <a:lnTo>
                  <a:pt x="1166371" y="86095"/>
                </a:lnTo>
                <a:lnTo>
                  <a:pt x="1166343" y="86963"/>
                </a:lnTo>
                <a:lnTo>
                  <a:pt x="1166327" y="87839"/>
                </a:lnTo>
                <a:lnTo>
                  <a:pt x="1166321" y="88723"/>
                </a:lnTo>
                <a:lnTo>
                  <a:pt x="1166321" y="92113"/>
                </a:lnTo>
                <a:lnTo>
                  <a:pt x="1166326" y="92878"/>
                </a:lnTo>
                <a:lnTo>
                  <a:pt x="1166341" y="93637"/>
                </a:lnTo>
                <a:lnTo>
                  <a:pt x="1166366" y="94391"/>
                </a:lnTo>
                <a:lnTo>
                  <a:pt x="1166400" y="95141"/>
                </a:lnTo>
                <a:lnTo>
                  <a:pt x="1166444" y="95885"/>
                </a:lnTo>
                <a:lnTo>
                  <a:pt x="1166498" y="96624"/>
                </a:lnTo>
                <a:lnTo>
                  <a:pt x="1166562" y="97358"/>
                </a:lnTo>
                <a:lnTo>
                  <a:pt x="1166635" y="98087"/>
                </a:lnTo>
                <a:lnTo>
                  <a:pt x="1166719" y="98811"/>
                </a:lnTo>
                <a:lnTo>
                  <a:pt x="1166812" y="99530"/>
                </a:lnTo>
                <a:lnTo>
                  <a:pt x="1166915" y="100244"/>
                </a:lnTo>
                <a:lnTo>
                  <a:pt x="1167028" y="100953"/>
                </a:lnTo>
                <a:lnTo>
                  <a:pt x="1167150" y="101657"/>
                </a:lnTo>
                <a:lnTo>
                  <a:pt x="1167283" y="102356"/>
                </a:lnTo>
                <a:lnTo>
                  <a:pt x="1167425" y="103050"/>
                </a:lnTo>
                <a:lnTo>
                  <a:pt x="1167577" y="103739"/>
                </a:lnTo>
                <a:lnTo>
                  <a:pt x="1167739" y="104422"/>
                </a:lnTo>
                <a:lnTo>
                  <a:pt x="1167911" y="105101"/>
                </a:lnTo>
                <a:lnTo>
                  <a:pt x="1168092" y="105774"/>
                </a:lnTo>
                <a:lnTo>
                  <a:pt x="1168284" y="106443"/>
                </a:lnTo>
                <a:lnTo>
                  <a:pt x="1168485" y="107106"/>
                </a:lnTo>
                <a:lnTo>
                  <a:pt x="1168696" y="107765"/>
                </a:lnTo>
                <a:lnTo>
                  <a:pt x="1168916" y="108418"/>
                </a:lnTo>
                <a:lnTo>
                  <a:pt x="1169147" y="109067"/>
                </a:lnTo>
                <a:lnTo>
                  <a:pt x="1169387" y="109709"/>
                </a:lnTo>
                <a:lnTo>
                  <a:pt x="1169635" y="110344"/>
                </a:lnTo>
                <a:lnTo>
                  <a:pt x="1169892" y="110971"/>
                </a:lnTo>
                <a:lnTo>
                  <a:pt x="1170157" y="111592"/>
                </a:lnTo>
                <a:lnTo>
                  <a:pt x="1170431" y="112205"/>
                </a:lnTo>
                <a:lnTo>
                  <a:pt x="1170714" y="112811"/>
                </a:lnTo>
                <a:lnTo>
                  <a:pt x="1171005" y="113409"/>
                </a:lnTo>
                <a:lnTo>
                  <a:pt x="1171304" y="114000"/>
                </a:lnTo>
                <a:lnTo>
                  <a:pt x="1171612" y="114584"/>
                </a:lnTo>
                <a:lnTo>
                  <a:pt x="1171929" y="115161"/>
                </a:lnTo>
                <a:lnTo>
                  <a:pt x="1172254" y="115730"/>
                </a:lnTo>
                <a:lnTo>
                  <a:pt x="1172588" y="116292"/>
                </a:lnTo>
                <a:lnTo>
                  <a:pt x="1172930" y="116847"/>
                </a:lnTo>
                <a:lnTo>
                  <a:pt x="1173281" y="117394"/>
                </a:lnTo>
                <a:lnTo>
                  <a:pt x="1173641" y="117934"/>
                </a:lnTo>
                <a:lnTo>
                  <a:pt x="1174009" y="118467"/>
                </a:lnTo>
                <a:lnTo>
                  <a:pt x="1174385" y="118993"/>
                </a:lnTo>
                <a:lnTo>
                  <a:pt x="1174770" y="119511"/>
                </a:lnTo>
                <a:lnTo>
                  <a:pt x="1175164" y="120022"/>
                </a:lnTo>
                <a:lnTo>
                  <a:pt x="1175566" y="120526"/>
                </a:lnTo>
                <a:lnTo>
                  <a:pt x="1175977" y="121022"/>
                </a:lnTo>
                <a:lnTo>
                  <a:pt x="1176396" y="121512"/>
                </a:lnTo>
                <a:lnTo>
                  <a:pt x="1176824" y="121993"/>
                </a:lnTo>
                <a:lnTo>
                  <a:pt x="1177260" y="122468"/>
                </a:lnTo>
                <a:lnTo>
                  <a:pt x="1177705" y="122934"/>
                </a:lnTo>
                <a:lnTo>
                  <a:pt x="1178156" y="123392"/>
                </a:lnTo>
                <a:lnTo>
                  <a:pt x="1178615" y="123841"/>
                </a:lnTo>
                <a:lnTo>
                  <a:pt x="1179081" y="124281"/>
                </a:lnTo>
                <a:lnTo>
                  <a:pt x="1179555" y="124712"/>
                </a:lnTo>
                <a:lnTo>
                  <a:pt x="1180035" y="125135"/>
                </a:lnTo>
                <a:lnTo>
                  <a:pt x="1180523" y="125548"/>
                </a:lnTo>
                <a:lnTo>
                  <a:pt x="1181019" y="125953"/>
                </a:lnTo>
                <a:lnTo>
                  <a:pt x="1181521" y="126349"/>
                </a:lnTo>
                <a:lnTo>
                  <a:pt x="1182031" y="126736"/>
                </a:lnTo>
                <a:lnTo>
                  <a:pt x="1182548" y="127114"/>
                </a:lnTo>
                <a:lnTo>
                  <a:pt x="1183073" y="127483"/>
                </a:lnTo>
                <a:lnTo>
                  <a:pt x="1183605" y="127844"/>
                </a:lnTo>
                <a:lnTo>
                  <a:pt x="1184144" y="128196"/>
                </a:lnTo>
                <a:lnTo>
                  <a:pt x="1184690" y="128539"/>
                </a:lnTo>
                <a:lnTo>
                  <a:pt x="1185244" y="128873"/>
                </a:lnTo>
                <a:lnTo>
                  <a:pt x="1185805" y="129198"/>
                </a:lnTo>
                <a:lnTo>
                  <a:pt x="1186373" y="129514"/>
                </a:lnTo>
                <a:lnTo>
                  <a:pt x="1186948" y="129822"/>
                </a:lnTo>
                <a:lnTo>
                  <a:pt x="1187531" y="130121"/>
                </a:lnTo>
                <a:lnTo>
                  <a:pt x="1188121" y="130410"/>
                </a:lnTo>
                <a:lnTo>
                  <a:pt x="1188718" y="130692"/>
                </a:lnTo>
                <a:lnTo>
                  <a:pt x="1189323" y="130964"/>
                </a:lnTo>
                <a:lnTo>
                  <a:pt x="1189935" y="131227"/>
                </a:lnTo>
                <a:lnTo>
                  <a:pt x="1190554" y="131481"/>
                </a:lnTo>
                <a:lnTo>
                  <a:pt x="1191178" y="131724"/>
                </a:lnTo>
                <a:lnTo>
                  <a:pt x="1191809" y="131956"/>
                </a:lnTo>
                <a:lnTo>
                  <a:pt x="1192446" y="132177"/>
                </a:lnTo>
                <a:lnTo>
                  <a:pt x="1193088" y="132387"/>
                </a:lnTo>
                <a:lnTo>
                  <a:pt x="1193737" y="132587"/>
                </a:lnTo>
                <a:lnTo>
                  <a:pt x="1194392" y="132776"/>
                </a:lnTo>
                <a:lnTo>
                  <a:pt x="1195052" y="132954"/>
                </a:lnTo>
                <a:lnTo>
                  <a:pt x="1195719" y="133121"/>
                </a:lnTo>
                <a:lnTo>
                  <a:pt x="1196392" y="133278"/>
                </a:lnTo>
                <a:lnTo>
                  <a:pt x="1197071" y="133423"/>
                </a:lnTo>
                <a:lnTo>
                  <a:pt x="1197756" y="133558"/>
                </a:lnTo>
                <a:lnTo>
                  <a:pt x="1198447" y="133682"/>
                </a:lnTo>
                <a:lnTo>
                  <a:pt x="1199144" y="133796"/>
                </a:lnTo>
                <a:lnTo>
                  <a:pt x="1199847" y="133898"/>
                </a:lnTo>
                <a:lnTo>
                  <a:pt x="1200556" y="133990"/>
                </a:lnTo>
                <a:lnTo>
                  <a:pt x="1201271" y="134071"/>
                </a:lnTo>
                <a:lnTo>
                  <a:pt x="1201992" y="134141"/>
                </a:lnTo>
                <a:lnTo>
                  <a:pt x="1202719" y="134200"/>
                </a:lnTo>
                <a:lnTo>
                  <a:pt x="1203452" y="134249"/>
                </a:lnTo>
                <a:lnTo>
                  <a:pt x="1204191" y="134287"/>
                </a:lnTo>
                <a:lnTo>
                  <a:pt x="1204936" y="134314"/>
                </a:lnTo>
                <a:lnTo>
                  <a:pt x="1205687" y="134330"/>
                </a:lnTo>
                <a:lnTo>
                  <a:pt x="1206444" y="134335"/>
                </a:lnTo>
                <a:lnTo>
                  <a:pt x="1207160" y="134331"/>
                </a:lnTo>
                <a:lnTo>
                  <a:pt x="1207868" y="134319"/>
                </a:lnTo>
                <a:lnTo>
                  <a:pt x="1208568" y="134297"/>
                </a:lnTo>
                <a:lnTo>
                  <a:pt x="1209260" y="134268"/>
                </a:lnTo>
                <a:lnTo>
                  <a:pt x="1209944" y="134230"/>
                </a:lnTo>
                <a:lnTo>
                  <a:pt x="1210620" y="134184"/>
                </a:lnTo>
                <a:lnTo>
                  <a:pt x="1211288" y="134129"/>
                </a:lnTo>
                <a:lnTo>
                  <a:pt x="1211947" y="134066"/>
                </a:lnTo>
                <a:lnTo>
                  <a:pt x="1212599" y="133995"/>
                </a:lnTo>
                <a:lnTo>
                  <a:pt x="1213243" y="133915"/>
                </a:lnTo>
                <a:lnTo>
                  <a:pt x="1213879" y="133827"/>
                </a:lnTo>
                <a:lnTo>
                  <a:pt x="1214507" y="133730"/>
                </a:lnTo>
                <a:lnTo>
                  <a:pt x="1215127" y="133625"/>
                </a:lnTo>
                <a:lnTo>
                  <a:pt x="1215739" y="133511"/>
                </a:lnTo>
                <a:lnTo>
                  <a:pt x="1216343" y="133389"/>
                </a:lnTo>
                <a:lnTo>
                  <a:pt x="1216939" y="133259"/>
                </a:lnTo>
                <a:lnTo>
                  <a:pt x="1217527" y="133120"/>
                </a:lnTo>
                <a:lnTo>
                  <a:pt x="1218107" y="132973"/>
                </a:lnTo>
                <a:lnTo>
                  <a:pt x="1218679" y="132817"/>
                </a:lnTo>
                <a:lnTo>
                  <a:pt x="1219244" y="132653"/>
                </a:lnTo>
                <a:lnTo>
                  <a:pt x="1219800" y="132481"/>
                </a:lnTo>
                <a:lnTo>
                  <a:pt x="1220348" y="132300"/>
                </a:lnTo>
                <a:lnTo>
                  <a:pt x="1220888" y="132111"/>
                </a:lnTo>
                <a:lnTo>
                  <a:pt x="1221420" y="131913"/>
                </a:lnTo>
                <a:lnTo>
                  <a:pt x="1221945" y="131709"/>
                </a:lnTo>
                <a:lnTo>
                  <a:pt x="1222462" y="131500"/>
                </a:lnTo>
                <a:lnTo>
                  <a:pt x="1222973" y="131285"/>
                </a:lnTo>
                <a:lnTo>
                  <a:pt x="1223477" y="131066"/>
                </a:lnTo>
                <a:lnTo>
                  <a:pt x="1223975" y="130841"/>
                </a:lnTo>
                <a:lnTo>
                  <a:pt x="1224465" y="130612"/>
                </a:lnTo>
                <a:lnTo>
                  <a:pt x="1224948" y="130377"/>
                </a:lnTo>
                <a:lnTo>
                  <a:pt x="1225425" y="130137"/>
                </a:lnTo>
                <a:lnTo>
                  <a:pt x="1225895" y="129893"/>
                </a:lnTo>
                <a:lnTo>
                  <a:pt x="1226358" y="129643"/>
                </a:lnTo>
                <a:lnTo>
                  <a:pt x="1226814" y="129388"/>
                </a:lnTo>
                <a:lnTo>
                  <a:pt x="1227263" y="129128"/>
                </a:lnTo>
                <a:lnTo>
                  <a:pt x="1227705" y="128863"/>
                </a:lnTo>
                <a:lnTo>
                  <a:pt x="1228140" y="128593"/>
                </a:lnTo>
                <a:lnTo>
                  <a:pt x="1228569" y="128318"/>
                </a:lnTo>
                <a:lnTo>
                  <a:pt x="1228991" y="128038"/>
                </a:lnTo>
                <a:lnTo>
                  <a:pt x="1229405" y="127753"/>
                </a:lnTo>
                <a:lnTo>
                  <a:pt x="1229813" y="127463"/>
                </a:lnTo>
                <a:lnTo>
                  <a:pt x="1230214" y="127168"/>
                </a:lnTo>
                <a:lnTo>
                  <a:pt x="1230609" y="126868"/>
                </a:lnTo>
                <a:lnTo>
                  <a:pt x="1230996" y="126563"/>
                </a:lnTo>
                <a:lnTo>
                  <a:pt x="1231376" y="126252"/>
                </a:lnTo>
                <a:lnTo>
                  <a:pt x="1231750" y="125937"/>
                </a:lnTo>
                <a:lnTo>
                  <a:pt x="1232117" y="125616"/>
                </a:lnTo>
                <a:lnTo>
                  <a:pt x="1232477" y="125293"/>
                </a:lnTo>
                <a:lnTo>
                  <a:pt x="1232833" y="124968"/>
                </a:lnTo>
                <a:lnTo>
                  <a:pt x="1233183" y="124641"/>
                </a:lnTo>
                <a:lnTo>
                  <a:pt x="1233527" y="124314"/>
                </a:lnTo>
                <a:lnTo>
                  <a:pt x="1233866" y="123984"/>
                </a:lnTo>
                <a:lnTo>
                  <a:pt x="1234200" y="123654"/>
                </a:lnTo>
                <a:lnTo>
                  <a:pt x="1234529" y="123322"/>
                </a:lnTo>
                <a:lnTo>
                  <a:pt x="1234852" y="122988"/>
                </a:lnTo>
                <a:lnTo>
                  <a:pt x="1235171" y="122653"/>
                </a:lnTo>
                <a:lnTo>
                  <a:pt x="1235483" y="122317"/>
                </a:lnTo>
                <a:lnTo>
                  <a:pt x="1235791" y="121980"/>
                </a:lnTo>
                <a:lnTo>
                  <a:pt x="1236093" y="121640"/>
                </a:lnTo>
                <a:lnTo>
                  <a:pt x="1236389" y="121300"/>
                </a:lnTo>
                <a:lnTo>
                  <a:pt x="1236681" y="120958"/>
                </a:lnTo>
                <a:lnTo>
                  <a:pt x="1236967" y="120615"/>
                </a:lnTo>
                <a:lnTo>
                  <a:pt x="1237247" y="120270"/>
                </a:lnTo>
                <a:lnTo>
                  <a:pt x="1237523" y="119924"/>
                </a:lnTo>
                <a:lnTo>
                  <a:pt x="1237793" y="119577"/>
                </a:lnTo>
                <a:lnTo>
                  <a:pt x="1238058" y="119228"/>
                </a:lnTo>
                <a:lnTo>
                  <a:pt x="1238317" y="118878"/>
                </a:lnTo>
                <a:lnTo>
                  <a:pt x="1238571" y="118526"/>
                </a:lnTo>
                <a:lnTo>
                  <a:pt x="1238820" y="118173"/>
                </a:lnTo>
                <a:lnTo>
                  <a:pt x="1239064" y="117819"/>
                </a:lnTo>
                <a:lnTo>
                  <a:pt x="1239302" y="117463"/>
                </a:lnTo>
                <a:lnTo>
                  <a:pt x="1230260" y="110278"/>
                </a:lnTo>
                <a:lnTo>
                  <a:pt x="1229914" y="110725"/>
                </a:lnTo>
                <a:lnTo>
                  <a:pt x="1229564" y="111164"/>
                </a:lnTo>
                <a:lnTo>
                  <a:pt x="1229209" y="111596"/>
                </a:lnTo>
                <a:lnTo>
                  <a:pt x="1228849" y="112020"/>
                </a:lnTo>
                <a:lnTo>
                  <a:pt x="1228485" y="112437"/>
                </a:lnTo>
                <a:lnTo>
                  <a:pt x="1228115" y="112846"/>
                </a:lnTo>
                <a:lnTo>
                  <a:pt x="1227741" y="113247"/>
                </a:lnTo>
                <a:lnTo>
                  <a:pt x="1227363" y="113641"/>
                </a:lnTo>
                <a:lnTo>
                  <a:pt x="1226979" y="114028"/>
                </a:lnTo>
                <a:lnTo>
                  <a:pt x="1226591" y="114407"/>
                </a:lnTo>
                <a:lnTo>
                  <a:pt x="1226197" y="114778"/>
                </a:lnTo>
                <a:lnTo>
                  <a:pt x="1225799" y="115142"/>
                </a:lnTo>
                <a:lnTo>
                  <a:pt x="1225397" y="115498"/>
                </a:lnTo>
                <a:lnTo>
                  <a:pt x="1224989" y="115846"/>
                </a:lnTo>
                <a:lnTo>
                  <a:pt x="1224577" y="116187"/>
                </a:lnTo>
                <a:lnTo>
                  <a:pt x="1224160" y="116521"/>
                </a:lnTo>
                <a:lnTo>
                  <a:pt x="1223738" y="116847"/>
                </a:lnTo>
                <a:lnTo>
                  <a:pt x="1223312" y="117165"/>
                </a:lnTo>
                <a:lnTo>
                  <a:pt x="1222881" y="117476"/>
                </a:lnTo>
                <a:lnTo>
                  <a:pt x="1222445" y="117779"/>
                </a:lnTo>
                <a:lnTo>
                  <a:pt x="1222004" y="118074"/>
                </a:lnTo>
                <a:lnTo>
                  <a:pt x="1221558" y="118362"/>
                </a:lnTo>
                <a:lnTo>
                  <a:pt x="1221108" y="118643"/>
                </a:lnTo>
                <a:lnTo>
                  <a:pt x="1220653" y="118916"/>
                </a:lnTo>
                <a:lnTo>
                  <a:pt x="1220191" y="119179"/>
                </a:lnTo>
                <a:lnTo>
                  <a:pt x="1219721" y="119432"/>
                </a:lnTo>
                <a:lnTo>
                  <a:pt x="1219243" y="119673"/>
                </a:lnTo>
                <a:lnTo>
                  <a:pt x="1218756" y="119903"/>
                </a:lnTo>
                <a:lnTo>
                  <a:pt x="1218260" y="120121"/>
                </a:lnTo>
                <a:lnTo>
                  <a:pt x="1217757" y="120329"/>
                </a:lnTo>
                <a:lnTo>
                  <a:pt x="1217245" y="120525"/>
                </a:lnTo>
                <a:lnTo>
                  <a:pt x="1216724" y="120710"/>
                </a:lnTo>
                <a:lnTo>
                  <a:pt x="1216195" y="120884"/>
                </a:lnTo>
                <a:lnTo>
                  <a:pt x="1215658" y="121046"/>
                </a:lnTo>
                <a:lnTo>
                  <a:pt x="1215112" y="121198"/>
                </a:lnTo>
                <a:lnTo>
                  <a:pt x="1214558" y="121338"/>
                </a:lnTo>
                <a:lnTo>
                  <a:pt x="1213995" y="121467"/>
                </a:lnTo>
                <a:lnTo>
                  <a:pt x="1213424" y="121584"/>
                </a:lnTo>
                <a:lnTo>
                  <a:pt x="1212845" y="121691"/>
                </a:lnTo>
                <a:lnTo>
                  <a:pt x="1212257" y="121786"/>
                </a:lnTo>
                <a:lnTo>
                  <a:pt x="1211661" y="121870"/>
                </a:lnTo>
                <a:lnTo>
                  <a:pt x="1211056" y="121943"/>
                </a:lnTo>
                <a:lnTo>
                  <a:pt x="1210443" y="122005"/>
                </a:lnTo>
                <a:lnTo>
                  <a:pt x="1209822" y="122055"/>
                </a:lnTo>
                <a:lnTo>
                  <a:pt x="1209192" y="122095"/>
                </a:lnTo>
                <a:lnTo>
                  <a:pt x="1208553" y="122123"/>
                </a:lnTo>
                <a:lnTo>
                  <a:pt x="1207907" y="122139"/>
                </a:lnTo>
                <a:lnTo>
                  <a:pt x="1207252" y="122145"/>
                </a:lnTo>
                <a:lnTo>
                  <a:pt x="1206743" y="122141"/>
                </a:lnTo>
                <a:lnTo>
                  <a:pt x="1206238" y="122129"/>
                </a:lnTo>
                <a:lnTo>
                  <a:pt x="1205739" y="122108"/>
                </a:lnTo>
                <a:lnTo>
                  <a:pt x="1205244" y="122080"/>
                </a:lnTo>
                <a:lnTo>
                  <a:pt x="1204753" y="122043"/>
                </a:lnTo>
                <a:lnTo>
                  <a:pt x="1204267" y="121999"/>
                </a:lnTo>
                <a:lnTo>
                  <a:pt x="1203786" y="121946"/>
                </a:lnTo>
                <a:lnTo>
                  <a:pt x="1203309" y="121885"/>
                </a:lnTo>
                <a:lnTo>
                  <a:pt x="1202837" y="121816"/>
                </a:lnTo>
                <a:lnTo>
                  <a:pt x="1202370" y="121739"/>
                </a:lnTo>
                <a:lnTo>
                  <a:pt x="1201907" y="121653"/>
                </a:lnTo>
                <a:lnTo>
                  <a:pt x="1201449" y="121560"/>
                </a:lnTo>
                <a:lnTo>
                  <a:pt x="1200996" y="121458"/>
                </a:lnTo>
                <a:lnTo>
                  <a:pt x="1200547" y="121348"/>
                </a:lnTo>
                <a:lnTo>
                  <a:pt x="1200103" y="121231"/>
                </a:lnTo>
                <a:lnTo>
                  <a:pt x="1199663" y="121105"/>
                </a:lnTo>
                <a:lnTo>
                  <a:pt x="1199228" y="120970"/>
                </a:lnTo>
                <a:lnTo>
                  <a:pt x="1198798" y="120828"/>
                </a:lnTo>
                <a:lnTo>
                  <a:pt x="1198372" y="120678"/>
                </a:lnTo>
                <a:lnTo>
                  <a:pt x="1197951" y="120519"/>
                </a:lnTo>
                <a:lnTo>
                  <a:pt x="1197534" y="120353"/>
                </a:lnTo>
                <a:lnTo>
                  <a:pt x="1197123" y="120178"/>
                </a:lnTo>
                <a:lnTo>
                  <a:pt x="1196715" y="119995"/>
                </a:lnTo>
                <a:lnTo>
                  <a:pt x="1196313" y="119804"/>
                </a:lnTo>
                <a:lnTo>
                  <a:pt x="1195915" y="119606"/>
                </a:lnTo>
                <a:lnTo>
                  <a:pt x="1195522" y="119401"/>
                </a:lnTo>
                <a:lnTo>
                  <a:pt x="1195135" y="119191"/>
                </a:lnTo>
                <a:lnTo>
                  <a:pt x="1194752" y="118974"/>
                </a:lnTo>
                <a:lnTo>
                  <a:pt x="1194374" y="118751"/>
                </a:lnTo>
                <a:lnTo>
                  <a:pt x="1194002" y="118522"/>
                </a:lnTo>
                <a:lnTo>
                  <a:pt x="1193634" y="118287"/>
                </a:lnTo>
                <a:lnTo>
                  <a:pt x="1193272" y="118046"/>
                </a:lnTo>
                <a:lnTo>
                  <a:pt x="1192914" y="117798"/>
                </a:lnTo>
                <a:lnTo>
                  <a:pt x="1192562" y="117545"/>
                </a:lnTo>
                <a:lnTo>
                  <a:pt x="1192215" y="117285"/>
                </a:lnTo>
                <a:lnTo>
                  <a:pt x="1191873" y="117019"/>
                </a:lnTo>
                <a:lnTo>
                  <a:pt x="1191535" y="116746"/>
                </a:lnTo>
                <a:lnTo>
                  <a:pt x="1191203" y="116468"/>
                </a:lnTo>
                <a:lnTo>
                  <a:pt x="1190876" y="116184"/>
                </a:lnTo>
                <a:lnTo>
                  <a:pt x="1190554" y="115893"/>
                </a:lnTo>
                <a:lnTo>
                  <a:pt x="1190237" y="115596"/>
                </a:lnTo>
                <a:lnTo>
                  <a:pt x="1189925" y="115293"/>
                </a:lnTo>
                <a:lnTo>
                  <a:pt x="1189618" y="114984"/>
                </a:lnTo>
                <a:lnTo>
                  <a:pt x="1189316" y="114669"/>
                </a:lnTo>
                <a:lnTo>
                  <a:pt x="1189019" y="114347"/>
                </a:lnTo>
                <a:lnTo>
                  <a:pt x="1188727" y="114019"/>
                </a:lnTo>
                <a:lnTo>
                  <a:pt x="1188441" y="113685"/>
                </a:lnTo>
                <a:lnTo>
                  <a:pt x="1188159" y="113345"/>
                </a:lnTo>
                <a:lnTo>
                  <a:pt x="1187883" y="113000"/>
                </a:lnTo>
                <a:lnTo>
                  <a:pt x="1187612" y="112650"/>
                </a:lnTo>
                <a:lnTo>
                  <a:pt x="1187347" y="112295"/>
                </a:lnTo>
                <a:lnTo>
                  <a:pt x="1187087" y="111936"/>
                </a:lnTo>
                <a:lnTo>
                  <a:pt x="1186833" y="111572"/>
                </a:lnTo>
                <a:lnTo>
                  <a:pt x="1186585" y="111204"/>
                </a:lnTo>
                <a:lnTo>
                  <a:pt x="1186342" y="110830"/>
                </a:lnTo>
                <a:lnTo>
                  <a:pt x="1186105" y="110453"/>
                </a:lnTo>
                <a:lnTo>
                  <a:pt x="1185873" y="110070"/>
                </a:lnTo>
                <a:lnTo>
                  <a:pt x="1185647" y="109683"/>
                </a:lnTo>
                <a:lnTo>
                  <a:pt x="1185427" y="109291"/>
                </a:lnTo>
                <a:lnTo>
                  <a:pt x="1185212" y="108895"/>
                </a:lnTo>
                <a:lnTo>
                  <a:pt x="1185003" y="108494"/>
                </a:lnTo>
                <a:lnTo>
                  <a:pt x="1184800" y="108089"/>
                </a:lnTo>
                <a:lnTo>
                  <a:pt x="1184602" y="107679"/>
                </a:lnTo>
                <a:lnTo>
                  <a:pt x="1184409" y="107264"/>
                </a:lnTo>
                <a:lnTo>
                  <a:pt x="1184223" y="106844"/>
                </a:lnTo>
                <a:lnTo>
                  <a:pt x="1184042" y="106420"/>
                </a:lnTo>
                <a:lnTo>
                  <a:pt x="1183866" y="105992"/>
                </a:lnTo>
                <a:lnTo>
                  <a:pt x="1183696" y="105558"/>
                </a:lnTo>
                <a:lnTo>
                  <a:pt x="1183532" y="105120"/>
                </a:lnTo>
                <a:lnTo>
                  <a:pt x="1183373" y="104678"/>
                </a:lnTo>
                <a:lnTo>
                  <a:pt x="1183220" y="104231"/>
                </a:lnTo>
                <a:lnTo>
                  <a:pt x="1183073" y="103779"/>
                </a:lnTo>
                <a:lnTo>
                  <a:pt x="1182931" y="103323"/>
                </a:lnTo>
                <a:lnTo>
                  <a:pt x="1182796" y="102865"/>
                </a:lnTo>
                <a:lnTo>
                  <a:pt x="1182666" y="102405"/>
                </a:lnTo>
                <a:lnTo>
                  <a:pt x="1182543" y="101941"/>
                </a:lnTo>
                <a:lnTo>
                  <a:pt x="1182425" y="101475"/>
                </a:lnTo>
                <a:lnTo>
                  <a:pt x="1182314" y="101006"/>
                </a:lnTo>
                <a:lnTo>
                  <a:pt x="1182208" y="100535"/>
                </a:lnTo>
                <a:lnTo>
                  <a:pt x="1182109" y="100061"/>
                </a:lnTo>
                <a:lnTo>
                  <a:pt x="1182015" y="99584"/>
                </a:lnTo>
                <a:lnTo>
                  <a:pt x="1181928" y="99105"/>
                </a:lnTo>
                <a:lnTo>
                  <a:pt x="1181846" y="98623"/>
                </a:lnTo>
                <a:lnTo>
                  <a:pt x="1181771" y="98138"/>
                </a:lnTo>
                <a:lnTo>
                  <a:pt x="1181702" y="97650"/>
                </a:lnTo>
                <a:lnTo>
                  <a:pt x="1181639" y="97160"/>
                </a:lnTo>
                <a:lnTo>
                  <a:pt x="1181581" y="96668"/>
                </a:lnTo>
                <a:lnTo>
                  <a:pt x="1181530" y="96172"/>
                </a:lnTo>
                <a:lnTo>
                  <a:pt x="1181485" y="95674"/>
                </a:lnTo>
                <a:lnTo>
                  <a:pt x="1181446" y="95174"/>
                </a:lnTo>
                <a:lnTo>
                  <a:pt x="1181413" y="94670"/>
                </a:lnTo>
                <a:lnTo>
                  <a:pt x="1181385" y="94164"/>
                </a:lnTo>
                <a:lnTo>
                  <a:pt x="1181364" y="93655"/>
                </a:lnTo>
                <a:lnTo>
                  <a:pt x="1181350" y="93163"/>
                </a:lnTo>
                <a:lnTo>
                  <a:pt x="1240432" y="93163"/>
                </a:lnTo>
                <a:lnTo>
                  <a:pt x="1240432" y="86472"/>
                </a:lnTo>
                <a:lnTo>
                  <a:pt x="1240428" y="85709"/>
                </a:lnTo>
                <a:lnTo>
                  <a:pt x="1240417" y="84951"/>
                </a:lnTo>
                <a:lnTo>
                  <a:pt x="1240399" y="84197"/>
                </a:lnTo>
                <a:lnTo>
                  <a:pt x="1240374" y="83449"/>
                </a:lnTo>
                <a:close/>
                <a:moveTo>
                  <a:pt x="1181914" y="80124"/>
                </a:moveTo>
                <a:lnTo>
                  <a:pt x="1181999" y="79559"/>
                </a:lnTo>
                <a:lnTo>
                  <a:pt x="1182091" y="78999"/>
                </a:lnTo>
                <a:lnTo>
                  <a:pt x="1182188" y="78446"/>
                </a:lnTo>
                <a:lnTo>
                  <a:pt x="1182291" y="77900"/>
                </a:lnTo>
                <a:lnTo>
                  <a:pt x="1182400" y="77360"/>
                </a:lnTo>
                <a:lnTo>
                  <a:pt x="1182515" y="76826"/>
                </a:lnTo>
                <a:lnTo>
                  <a:pt x="1182635" y="76299"/>
                </a:lnTo>
                <a:lnTo>
                  <a:pt x="1182762" y="75778"/>
                </a:lnTo>
                <a:lnTo>
                  <a:pt x="1182894" y="75264"/>
                </a:lnTo>
                <a:lnTo>
                  <a:pt x="1183033" y="74756"/>
                </a:lnTo>
                <a:lnTo>
                  <a:pt x="1183176" y="74255"/>
                </a:lnTo>
                <a:lnTo>
                  <a:pt x="1183325" y="73760"/>
                </a:lnTo>
                <a:lnTo>
                  <a:pt x="1183478" y="73272"/>
                </a:lnTo>
                <a:lnTo>
                  <a:pt x="1183636" y="72790"/>
                </a:lnTo>
                <a:lnTo>
                  <a:pt x="1183799" y="72314"/>
                </a:lnTo>
                <a:lnTo>
                  <a:pt x="1183966" y="71845"/>
                </a:lnTo>
                <a:lnTo>
                  <a:pt x="1184138" y="71382"/>
                </a:lnTo>
                <a:lnTo>
                  <a:pt x="1184315" y="70926"/>
                </a:lnTo>
                <a:lnTo>
                  <a:pt x="1184497" y="70476"/>
                </a:lnTo>
                <a:lnTo>
                  <a:pt x="1184684" y="70033"/>
                </a:lnTo>
                <a:lnTo>
                  <a:pt x="1184875" y="69596"/>
                </a:lnTo>
                <a:lnTo>
                  <a:pt x="1185071" y="69166"/>
                </a:lnTo>
                <a:lnTo>
                  <a:pt x="1185272" y="68742"/>
                </a:lnTo>
                <a:lnTo>
                  <a:pt x="1185477" y="68324"/>
                </a:lnTo>
                <a:lnTo>
                  <a:pt x="1185688" y="67913"/>
                </a:lnTo>
                <a:lnTo>
                  <a:pt x="1185903" y="67509"/>
                </a:lnTo>
                <a:lnTo>
                  <a:pt x="1186123" y="67110"/>
                </a:lnTo>
                <a:lnTo>
                  <a:pt x="1186348" y="66719"/>
                </a:lnTo>
                <a:lnTo>
                  <a:pt x="1186577" y="66333"/>
                </a:lnTo>
                <a:lnTo>
                  <a:pt x="1186811" y="65954"/>
                </a:lnTo>
                <a:lnTo>
                  <a:pt x="1187050" y="65582"/>
                </a:lnTo>
                <a:lnTo>
                  <a:pt x="1187294" y="65216"/>
                </a:lnTo>
                <a:lnTo>
                  <a:pt x="1187542" y="64857"/>
                </a:lnTo>
                <a:lnTo>
                  <a:pt x="1187796" y="64504"/>
                </a:lnTo>
                <a:lnTo>
                  <a:pt x="1188053" y="64157"/>
                </a:lnTo>
                <a:lnTo>
                  <a:pt x="1188315" y="63818"/>
                </a:lnTo>
                <a:lnTo>
                  <a:pt x="1188582" y="63486"/>
                </a:lnTo>
                <a:lnTo>
                  <a:pt x="1188852" y="63161"/>
                </a:lnTo>
                <a:lnTo>
                  <a:pt x="1189126" y="62844"/>
                </a:lnTo>
                <a:lnTo>
                  <a:pt x="1189405" y="62533"/>
                </a:lnTo>
                <a:lnTo>
                  <a:pt x="1189688" y="62230"/>
                </a:lnTo>
                <a:lnTo>
                  <a:pt x="1189975" y="61934"/>
                </a:lnTo>
                <a:lnTo>
                  <a:pt x="1190267" y="61645"/>
                </a:lnTo>
                <a:lnTo>
                  <a:pt x="1190562" y="61363"/>
                </a:lnTo>
                <a:lnTo>
                  <a:pt x="1190862" y="61088"/>
                </a:lnTo>
                <a:lnTo>
                  <a:pt x="1191166" y="60820"/>
                </a:lnTo>
                <a:lnTo>
                  <a:pt x="1191474" y="60560"/>
                </a:lnTo>
                <a:lnTo>
                  <a:pt x="1191787" y="60306"/>
                </a:lnTo>
                <a:lnTo>
                  <a:pt x="1192103" y="60060"/>
                </a:lnTo>
                <a:lnTo>
                  <a:pt x="1192424" y="59821"/>
                </a:lnTo>
                <a:lnTo>
                  <a:pt x="1192749" y="59589"/>
                </a:lnTo>
                <a:lnTo>
                  <a:pt x="1193078" y="59365"/>
                </a:lnTo>
                <a:lnTo>
                  <a:pt x="1193412" y="59147"/>
                </a:lnTo>
                <a:lnTo>
                  <a:pt x="1193750" y="58937"/>
                </a:lnTo>
                <a:lnTo>
                  <a:pt x="1194091" y="58733"/>
                </a:lnTo>
                <a:lnTo>
                  <a:pt x="1194437" y="58537"/>
                </a:lnTo>
                <a:lnTo>
                  <a:pt x="1194788" y="58348"/>
                </a:lnTo>
                <a:lnTo>
                  <a:pt x="1195142" y="58166"/>
                </a:lnTo>
                <a:lnTo>
                  <a:pt x="1195500" y="57992"/>
                </a:lnTo>
                <a:lnTo>
                  <a:pt x="1195861" y="57825"/>
                </a:lnTo>
                <a:lnTo>
                  <a:pt x="1196224" y="57665"/>
                </a:lnTo>
                <a:lnTo>
                  <a:pt x="1196591" y="57513"/>
                </a:lnTo>
                <a:lnTo>
                  <a:pt x="1196960" y="57368"/>
                </a:lnTo>
                <a:lnTo>
                  <a:pt x="1197332" y="57230"/>
                </a:lnTo>
                <a:lnTo>
                  <a:pt x="1197707" y="57100"/>
                </a:lnTo>
                <a:lnTo>
                  <a:pt x="1198084" y="56978"/>
                </a:lnTo>
                <a:lnTo>
                  <a:pt x="1198465" y="56863"/>
                </a:lnTo>
                <a:lnTo>
                  <a:pt x="1198848" y="56755"/>
                </a:lnTo>
                <a:lnTo>
                  <a:pt x="1199234" y="56655"/>
                </a:lnTo>
                <a:lnTo>
                  <a:pt x="1199623" y="56562"/>
                </a:lnTo>
                <a:lnTo>
                  <a:pt x="1200014" y="56476"/>
                </a:lnTo>
                <a:lnTo>
                  <a:pt x="1200409" y="56398"/>
                </a:lnTo>
                <a:lnTo>
                  <a:pt x="1200806" y="56328"/>
                </a:lnTo>
                <a:lnTo>
                  <a:pt x="1201206" y="56265"/>
                </a:lnTo>
                <a:lnTo>
                  <a:pt x="1201609" y="56209"/>
                </a:lnTo>
                <a:lnTo>
                  <a:pt x="1202014" y="56161"/>
                </a:lnTo>
                <a:lnTo>
                  <a:pt x="1202423" y="56120"/>
                </a:lnTo>
                <a:lnTo>
                  <a:pt x="1202834" y="56086"/>
                </a:lnTo>
                <a:lnTo>
                  <a:pt x="1203248" y="56060"/>
                </a:lnTo>
                <a:lnTo>
                  <a:pt x="1203665" y="56042"/>
                </a:lnTo>
                <a:lnTo>
                  <a:pt x="1204084" y="56031"/>
                </a:lnTo>
                <a:lnTo>
                  <a:pt x="1204507" y="56027"/>
                </a:lnTo>
                <a:lnTo>
                  <a:pt x="1205140" y="56033"/>
                </a:lnTo>
                <a:lnTo>
                  <a:pt x="1205763" y="56051"/>
                </a:lnTo>
                <a:lnTo>
                  <a:pt x="1206374" y="56082"/>
                </a:lnTo>
                <a:lnTo>
                  <a:pt x="1206974" y="56125"/>
                </a:lnTo>
                <a:lnTo>
                  <a:pt x="1207562" y="56181"/>
                </a:lnTo>
                <a:lnTo>
                  <a:pt x="1208140" y="56248"/>
                </a:lnTo>
                <a:lnTo>
                  <a:pt x="1208706" y="56328"/>
                </a:lnTo>
                <a:lnTo>
                  <a:pt x="1209261" y="56420"/>
                </a:lnTo>
                <a:lnTo>
                  <a:pt x="1209805" y="56525"/>
                </a:lnTo>
                <a:lnTo>
                  <a:pt x="1210337" y="56642"/>
                </a:lnTo>
                <a:lnTo>
                  <a:pt x="1210859" y="56771"/>
                </a:lnTo>
                <a:lnTo>
                  <a:pt x="1211369" y="56912"/>
                </a:lnTo>
                <a:lnTo>
                  <a:pt x="1211868" y="57066"/>
                </a:lnTo>
                <a:lnTo>
                  <a:pt x="1212356" y="57232"/>
                </a:lnTo>
                <a:lnTo>
                  <a:pt x="1212832" y="57410"/>
                </a:lnTo>
                <a:lnTo>
                  <a:pt x="1213297" y="57601"/>
                </a:lnTo>
                <a:lnTo>
                  <a:pt x="1213752" y="57804"/>
                </a:lnTo>
                <a:lnTo>
                  <a:pt x="1214194" y="58019"/>
                </a:lnTo>
                <a:lnTo>
                  <a:pt x="1214626" y="58247"/>
                </a:lnTo>
                <a:lnTo>
                  <a:pt x="1215047" y="58487"/>
                </a:lnTo>
                <a:lnTo>
                  <a:pt x="1215456" y="58739"/>
                </a:lnTo>
                <a:lnTo>
                  <a:pt x="1215854" y="59003"/>
                </a:lnTo>
                <a:lnTo>
                  <a:pt x="1216241" y="59280"/>
                </a:lnTo>
                <a:lnTo>
                  <a:pt x="1216616" y="59569"/>
                </a:lnTo>
                <a:lnTo>
                  <a:pt x="1216982" y="59867"/>
                </a:lnTo>
                <a:lnTo>
                  <a:pt x="1217340" y="60172"/>
                </a:lnTo>
                <a:lnTo>
                  <a:pt x="1217689" y="60484"/>
                </a:lnTo>
                <a:lnTo>
                  <a:pt x="1218030" y="60802"/>
                </a:lnTo>
                <a:lnTo>
                  <a:pt x="1218363" y="61128"/>
                </a:lnTo>
                <a:lnTo>
                  <a:pt x="1218688" y="61459"/>
                </a:lnTo>
                <a:lnTo>
                  <a:pt x="1219004" y="61798"/>
                </a:lnTo>
                <a:lnTo>
                  <a:pt x="1219312" y="62143"/>
                </a:lnTo>
                <a:lnTo>
                  <a:pt x="1219612" y="62495"/>
                </a:lnTo>
                <a:lnTo>
                  <a:pt x="1219903" y="62854"/>
                </a:lnTo>
                <a:lnTo>
                  <a:pt x="1220186" y="63219"/>
                </a:lnTo>
                <a:lnTo>
                  <a:pt x="1220461" y="63592"/>
                </a:lnTo>
                <a:lnTo>
                  <a:pt x="1220728" y="63970"/>
                </a:lnTo>
                <a:lnTo>
                  <a:pt x="1220986" y="64356"/>
                </a:lnTo>
                <a:lnTo>
                  <a:pt x="1221236" y="64748"/>
                </a:lnTo>
                <a:lnTo>
                  <a:pt x="1221478" y="65147"/>
                </a:lnTo>
                <a:lnTo>
                  <a:pt x="1221712" y="65553"/>
                </a:lnTo>
                <a:lnTo>
                  <a:pt x="1221937" y="65965"/>
                </a:lnTo>
                <a:lnTo>
                  <a:pt x="1222154" y="66384"/>
                </a:lnTo>
                <a:lnTo>
                  <a:pt x="1222363" y="66810"/>
                </a:lnTo>
                <a:lnTo>
                  <a:pt x="1222563" y="67243"/>
                </a:lnTo>
                <a:lnTo>
                  <a:pt x="1222756" y="67682"/>
                </a:lnTo>
                <a:lnTo>
                  <a:pt x="1222940" y="68128"/>
                </a:lnTo>
                <a:lnTo>
                  <a:pt x="1223115" y="68580"/>
                </a:lnTo>
                <a:lnTo>
                  <a:pt x="1223284" y="69037"/>
                </a:lnTo>
                <a:lnTo>
                  <a:pt x="1223446" y="69495"/>
                </a:lnTo>
                <a:lnTo>
                  <a:pt x="1223603" y="69953"/>
                </a:lnTo>
                <a:lnTo>
                  <a:pt x="1223753" y="70413"/>
                </a:lnTo>
                <a:lnTo>
                  <a:pt x="1223898" y="70874"/>
                </a:lnTo>
                <a:lnTo>
                  <a:pt x="1224036" y="71336"/>
                </a:lnTo>
                <a:lnTo>
                  <a:pt x="1224168" y="71800"/>
                </a:lnTo>
                <a:lnTo>
                  <a:pt x="1224295" y="72264"/>
                </a:lnTo>
                <a:lnTo>
                  <a:pt x="1224415" y="72730"/>
                </a:lnTo>
                <a:lnTo>
                  <a:pt x="1224529" y="73196"/>
                </a:lnTo>
                <a:lnTo>
                  <a:pt x="1224638" y="73664"/>
                </a:lnTo>
                <a:lnTo>
                  <a:pt x="1224740" y="74133"/>
                </a:lnTo>
                <a:lnTo>
                  <a:pt x="1224836" y="74602"/>
                </a:lnTo>
                <a:lnTo>
                  <a:pt x="1224926" y="75073"/>
                </a:lnTo>
                <a:lnTo>
                  <a:pt x="1225010" y="75546"/>
                </a:lnTo>
                <a:lnTo>
                  <a:pt x="1225089" y="76019"/>
                </a:lnTo>
                <a:lnTo>
                  <a:pt x="1225161" y="76493"/>
                </a:lnTo>
                <a:lnTo>
                  <a:pt x="1225227" y="76969"/>
                </a:lnTo>
                <a:lnTo>
                  <a:pt x="1225287" y="77445"/>
                </a:lnTo>
                <a:lnTo>
                  <a:pt x="1225341" y="77923"/>
                </a:lnTo>
                <a:lnTo>
                  <a:pt x="1225389" y="78402"/>
                </a:lnTo>
                <a:lnTo>
                  <a:pt x="1225431" y="78882"/>
                </a:lnTo>
                <a:lnTo>
                  <a:pt x="1225467" y="79363"/>
                </a:lnTo>
                <a:lnTo>
                  <a:pt x="1225497" y="79845"/>
                </a:lnTo>
                <a:lnTo>
                  <a:pt x="1225497" y="80973"/>
                </a:lnTo>
                <a:lnTo>
                  <a:pt x="1181800" y="80973"/>
                </a:lnTo>
                <a:lnTo>
                  <a:pt x="1181835" y="80697"/>
                </a:lnTo>
                <a:lnTo>
                  <a:pt x="1181914" y="80124"/>
                </a:lnTo>
                <a:close/>
                <a:moveTo>
                  <a:pt x="1254040" y="94651"/>
                </a:moveTo>
                <a:lnTo>
                  <a:pt x="1254102" y="95407"/>
                </a:lnTo>
                <a:lnTo>
                  <a:pt x="1254173" y="96159"/>
                </a:lnTo>
                <a:lnTo>
                  <a:pt x="1254254" y="96905"/>
                </a:lnTo>
                <a:lnTo>
                  <a:pt x="1254345" y="97647"/>
                </a:lnTo>
                <a:lnTo>
                  <a:pt x="1254445" y="98384"/>
                </a:lnTo>
                <a:lnTo>
                  <a:pt x="1254555" y="99117"/>
                </a:lnTo>
                <a:lnTo>
                  <a:pt x="1254674" y="99844"/>
                </a:lnTo>
                <a:lnTo>
                  <a:pt x="1254802" y="100567"/>
                </a:lnTo>
                <a:lnTo>
                  <a:pt x="1254941" y="101285"/>
                </a:lnTo>
                <a:lnTo>
                  <a:pt x="1255088" y="101998"/>
                </a:lnTo>
                <a:lnTo>
                  <a:pt x="1255246" y="102707"/>
                </a:lnTo>
                <a:lnTo>
                  <a:pt x="1255412" y="103411"/>
                </a:lnTo>
                <a:lnTo>
                  <a:pt x="1255589" y="104110"/>
                </a:lnTo>
                <a:lnTo>
                  <a:pt x="1255775" y="104804"/>
                </a:lnTo>
                <a:lnTo>
                  <a:pt x="1255970" y="105493"/>
                </a:lnTo>
                <a:lnTo>
                  <a:pt x="1256175" y="106178"/>
                </a:lnTo>
                <a:lnTo>
                  <a:pt x="1256389" y="106858"/>
                </a:lnTo>
                <a:lnTo>
                  <a:pt x="1256613" y="107533"/>
                </a:lnTo>
                <a:lnTo>
                  <a:pt x="1256846" y="108202"/>
                </a:lnTo>
                <a:lnTo>
                  <a:pt x="1257088" y="108864"/>
                </a:lnTo>
                <a:lnTo>
                  <a:pt x="1257338" y="109519"/>
                </a:lnTo>
                <a:lnTo>
                  <a:pt x="1257597" y="110167"/>
                </a:lnTo>
                <a:lnTo>
                  <a:pt x="1257864" y="110807"/>
                </a:lnTo>
                <a:lnTo>
                  <a:pt x="1258140" y="111441"/>
                </a:lnTo>
                <a:lnTo>
                  <a:pt x="1258424" y="112067"/>
                </a:lnTo>
                <a:lnTo>
                  <a:pt x="1258717" y="112686"/>
                </a:lnTo>
                <a:lnTo>
                  <a:pt x="1259018" y="113298"/>
                </a:lnTo>
                <a:lnTo>
                  <a:pt x="1259328" y="113903"/>
                </a:lnTo>
                <a:lnTo>
                  <a:pt x="1259647" y="114501"/>
                </a:lnTo>
                <a:lnTo>
                  <a:pt x="1259974" y="115091"/>
                </a:lnTo>
                <a:lnTo>
                  <a:pt x="1260309" y="115675"/>
                </a:lnTo>
                <a:lnTo>
                  <a:pt x="1260653" y="116251"/>
                </a:lnTo>
                <a:lnTo>
                  <a:pt x="1261006" y="116820"/>
                </a:lnTo>
                <a:lnTo>
                  <a:pt x="1261367" y="117382"/>
                </a:lnTo>
                <a:lnTo>
                  <a:pt x="1261737" y="117937"/>
                </a:lnTo>
                <a:lnTo>
                  <a:pt x="1262116" y="118484"/>
                </a:lnTo>
                <a:lnTo>
                  <a:pt x="1262502" y="119025"/>
                </a:lnTo>
                <a:lnTo>
                  <a:pt x="1262898" y="119558"/>
                </a:lnTo>
                <a:lnTo>
                  <a:pt x="1263302" y="120085"/>
                </a:lnTo>
                <a:lnTo>
                  <a:pt x="1263714" y="120604"/>
                </a:lnTo>
                <a:lnTo>
                  <a:pt x="1264136" y="121116"/>
                </a:lnTo>
                <a:lnTo>
                  <a:pt x="1264565" y="121620"/>
                </a:lnTo>
                <a:lnTo>
                  <a:pt x="1265003" y="122117"/>
                </a:lnTo>
                <a:lnTo>
                  <a:pt x="1265448" y="122604"/>
                </a:lnTo>
                <a:lnTo>
                  <a:pt x="1265900" y="123082"/>
                </a:lnTo>
                <a:lnTo>
                  <a:pt x="1266360" y="123551"/>
                </a:lnTo>
                <a:lnTo>
                  <a:pt x="1266828" y="124011"/>
                </a:lnTo>
                <a:lnTo>
                  <a:pt x="1267303" y="124461"/>
                </a:lnTo>
                <a:lnTo>
                  <a:pt x="1267785" y="124902"/>
                </a:lnTo>
                <a:lnTo>
                  <a:pt x="1268274" y="125334"/>
                </a:lnTo>
                <a:lnTo>
                  <a:pt x="1268771" y="125756"/>
                </a:lnTo>
                <a:lnTo>
                  <a:pt x="1269276" y="126170"/>
                </a:lnTo>
                <a:lnTo>
                  <a:pt x="1269788" y="126574"/>
                </a:lnTo>
                <a:lnTo>
                  <a:pt x="1270307" y="126969"/>
                </a:lnTo>
                <a:lnTo>
                  <a:pt x="1270834" y="127354"/>
                </a:lnTo>
                <a:lnTo>
                  <a:pt x="1271368" y="127731"/>
                </a:lnTo>
                <a:lnTo>
                  <a:pt x="1271910" y="128098"/>
                </a:lnTo>
                <a:lnTo>
                  <a:pt x="1272459" y="128455"/>
                </a:lnTo>
                <a:lnTo>
                  <a:pt x="1273015" y="128804"/>
                </a:lnTo>
                <a:lnTo>
                  <a:pt x="1273579" y="129143"/>
                </a:lnTo>
                <a:lnTo>
                  <a:pt x="1274151" y="129473"/>
                </a:lnTo>
                <a:lnTo>
                  <a:pt x="1274729" y="129794"/>
                </a:lnTo>
                <a:lnTo>
                  <a:pt x="1275316" y="130106"/>
                </a:lnTo>
                <a:lnTo>
                  <a:pt x="1275909" y="130408"/>
                </a:lnTo>
                <a:lnTo>
                  <a:pt x="1276510" y="130701"/>
                </a:lnTo>
                <a:lnTo>
                  <a:pt x="1277119" y="130985"/>
                </a:lnTo>
                <a:lnTo>
                  <a:pt x="1277734" y="131258"/>
                </a:lnTo>
                <a:lnTo>
                  <a:pt x="1278356" y="131520"/>
                </a:lnTo>
                <a:lnTo>
                  <a:pt x="1278984" y="131770"/>
                </a:lnTo>
                <a:lnTo>
                  <a:pt x="1279619" y="132009"/>
                </a:lnTo>
                <a:lnTo>
                  <a:pt x="1280260" y="132236"/>
                </a:lnTo>
                <a:lnTo>
                  <a:pt x="1280908" y="132451"/>
                </a:lnTo>
                <a:lnTo>
                  <a:pt x="1281562" y="132654"/>
                </a:lnTo>
                <a:lnTo>
                  <a:pt x="1282223" y="132846"/>
                </a:lnTo>
                <a:lnTo>
                  <a:pt x="1282890" y="133027"/>
                </a:lnTo>
                <a:lnTo>
                  <a:pt x="1283563" y="133195"/>
                </a:lnTo>
                <a:lnTo>
                  <a:pt x="1284243" y="133352"/>
                </a:lnTo>
                <a:lnTo>
                  <a:pt x="1284929" y="133498"/>
                </a:lnTo>
                <a:lnTo>
                  <a:pt x="1285622" y="133632"/>
                </a:lnTo>
                <a:lnTo>
                  <a:pt x="1286322" y="133754"/>
                </a:lnTo>
                <a:lnTo>
                  <a:pt x="1287027" y="133864"/>
                </a:lnTo>
                <a:lnTo>
                  <a:pt x="1287739" y="133963"/>
                </a:lnTo>
                <a:lnTo>
                  <a:pt x="1288458" y="134050"/>
                </a:lnTo>
                <a:lnTo>
                  <a:pt x="1289183" y="134126"/>
                </a:lnTo>
                <a:lnTo>
                  <a:pt x="1289914" y="134190"/>
                </a:lnTo>
                <a:lnTo>
                  <a:pt x="1290652" y="134242"/>
                </a:lnTo>
                <a:lnTo>
                  <a:pt x="1291397" y="134283"/>
                </a:lnTo>
                <a:lnTo>
                  <a:pt x="1292148" y="134312"/>
                </a:lnTo>
                <a:lnTo>
                  <a:pt x="1292905" y="134330"/>
                </a:lnTo>
                <a:lnTo>
                  <a:pt x="1293669" y="134335"/>
                </a:lnTo>
                <a:lnTo>
                  <a:pt x="1294432" y="134330"/>
                </a:lnTo>
                <a:lnTo>
                  <a:pt x="1295189" y="134312"/>
                </a:lnTo>
                <a:lnTo>
                  <a:pt x="1295940" y="134283"/>
                </a:lnTo>
                <a:lnTo>
                  <a:pt x="1296684" y="134242"/>
                </a:lnTo>
                <a:lnTo>
                  <a:pt x="1297421" y="134190"/>
                </a:lnTo>
                <a:lnTo>
                  <a:pt x="1298152" y="134126"/>
                </a:lnTo>
                <a:lnTo>
                  <a:pt x="1298876" y="134050"/>
                </a:lnTo>
                <a:lnTo>
                  <a:pt x="1299593" y="133963"/>
                </a:lnTo>
                <a:lnTo>
                  <a:pt x="1300304" y="133864"/>
                </a:lnTo>
                <a:lnTo>
                  <a:pt x="1301009" y="133754"/>
                </a:lnTo>
                <a:lnTo>
                  <a:pt x="1301706" y="133632"/>
                </a:lnTo>
                <a:lnTo>
                  <a:pt x="1302398" y="133498"/>
                </a:lnTo>
                <a:lnTo>
                  <a:pt x="1303082" y="133352"/>
                </a:lnTo>
                <a:lnTo>
                  <a:pt x="1303760" y="133195"/>
                </a:lnTo>
                <a:lnTo>
                  <a:pt x="1304432" y="133027"/>
                </a:lnTo>
                <a:lnTo>
                  <a:pt x="1305096" y="132846"/>
                </a:lnTo>
                <a:lnTo>
                  <a:pt x="1305755" y="132654"/>
                </a:lnTo>
                <a:lnTo>
                  <a:pt x="1306406" y="132451"/>
                </a:lnTo>
                <a:lnTo>
                  <a:pt x="1307051" y="132236"/>
                </a:lnTo>
                <a:lnTo>
                  <a:pt x="1307690" y="132009"/>
                </a:lnTo>
                <a:lnTo>
                  <a:pt x="1308322" y="131770"/>
                </a:lnTo>
                <a:lnTo>
                  <a:pt x="1308947" y="131520"/>
                </a:lnTo>
                <a:lnTo>
                  <a:pt x="1309566" y="131258"/>
                </a:lnTo>
                <a:lnTo>
                  <a:pt x="1310178" y="130985"/>
                </a:lnTo>
                <a:lnTo>
                  <a:pt x="1310783" y="130701"/>
                </a:lnTo>
                <a:lnTo>
                  <a:pt x="1311381" y="130408"/>
                </a:lnTo>
                <a:lnTo>
                  <a:pt x="1311972" y="130106"/>
                </a:lnTo>
                <a:lnTo>
                  <a:pt x="1312555" y="129794"/>
                </a:lnTo>
                <a:lnTo>
                  <a:pt x="1313131" y="129473"/>
                </a:lnTo>
                <a:lnTo>
                  <a:pt x="1313700" y="129143"/>
                </a:lnTo>
                <a:lnTo>
                  <a:pt x="1314261" y="128804"/>
                </a:lnTo>
                <a:lnTo>
                  <a:pt x="1314815" y="128455"/>
                </a:lnTo>
                <a:lnTo>
                  <a:pt x="1315362" y="128098"/>
                </a:lnTo>
                <a:lnTo>
                  <a:pt x="1315902" y="127731"/>
                </a:lnTo>
                <a:lnTo>
                  <a:pt x="1316434" y="127354"/>
                </a:lnTo>
                <a:lnTo>
                  <a:pt x="1316959" y="126969"/>
                </a:lnTo>
                <a:lnTo>
                  <a:pt x="1317477" y="126574"/>
                </a:lnTo>
                <a:lnTo>
                  <a:pt x="1317987" y="126170"/>
                </a:lnTo>
                <a:lnTo>
                  <a:pt x="1318491" y="125756"/>
                </a:lnTo>
                <a:lnTo>
                  <a:pt x="1318986" y="125334"/>
                </a:lnTo>
                <a:lnTo>
                  <a:pt x="1319475" y="124902"/>
                </a:lnTo>
                <a:lnTo>
                  <a:pt x="1319956" y="124461"/>
                </a:lnTo>
                <a:lnTo>
                  <a:pt x="1320430" y="124011"/>
                </a:lnTo>
                <a:lnTo>
                  <a:pt x="1320897" y="123551"/>
                </a:lnTo>
                <a:lnTo>
                  <a:pt x="1321357" y="123082"/>
                </a:lnTo>
                <a:lnTo>
                  <a:pt x="1321809" y="122604"/>
                </a:lnTo>
                <a:lnTo>
                  <a:pt x="1322254" y="122117"/>
                </a:lnTo>
                <a:lnTo>
                  <a:pt x="1322691" y="121620"/>
                </a:lnTo>
                <a:lnTo>
                  <a:pt x="1323121" y="121116"/>
                </a:lnTo>
                <a:lnTo>
                  <a:pt x="1323542" y="120604"/>
                </a:lnTo>
                <a:lnTo>
                  <a:pt x="1323954" y="120085"/>
                </a:lnTo>
                <a:lnTo>
                  <a:pt x="1324358" y="119558"/>
                </a:lnTo>
                <a:lnTo>
                  <a:pt x="1324754" y="119025"/>
                </a:lnTo>
                <a:lnTo>
                  <a:pt x="1325141" y="118484"/>
                </a:lnTo>
                <a:lnTo>
                  <a:pt x="1325519" y="117937"/>
                </a:lnTo>
                <a:lnTo>
                  <a:pt x="1325889" y="117382"/>
                </a:lnTo>
                <a:lnTo>
                  <a:pt x="1326250" y="116820"/>
                </a:lnTo>
                <a:lnTo>
                  <a:pt x="1326603" y="116251"/>
                </a:lnTo>
                <a:lnTo>
                  <a:pt x="1326947" y="115675"/>
                </a:lnTo>
                <a:lnTo>
                  <a:pt x="1327283" y="115091"/>
                </a:lnTo>
                <a:lnTo>
                  <a:pt x="1327610" y="114501"/>
                </a:lnTo>
                <a:lnTo>
                  <a:pt x="1327928" y="113903"/>
                </a:lnTo>
                <a:lnTo>
                  <a:pt x="1328238" y="113298"/>
                </a:lnTo>
                <a:lnTo>
                  <a:pt x="1328540" y="112686"/>
                </a:lnTo>
                <a:lnTo>
                  <a:pt x="1328832" y="112067"/>
                </a:lnTo>
                <a:lnTo>
                  <a:pt x="1329117" y="111441"/>
                </a:lnTo>
                <a:lnTo>
                  <a:pt x="1329392" y="110807"/>
                </a:lnTo>
                <a:lnTo>
                  <a:pt x="1329660" y="110167"/>
                </a:lnTo>
                <a:lnTo>
                  <a:pt x="1329918" y="109519"/>
                </a:lnTo>
                <a:lnTo>
                  <a:pt x="1330168" y="108864"/>
                </a:lnTo>
                <a:lnTo>
                  <a:pt x="1330410" y="108202"/>
                </a:lnTo>
                <a:lnTo>
                  <a:pt x="1330643" y="107533"/>
                </a:lnTo>
                <a:lnTo>
                  <a:pt x="1330867" y="106858"/>
                </a:lnTo>
                <a:lnTo>
                  <a:pt x="1331081" y="106178"/>
                </a:lnTo>
                <a:lnTo>
                  <a:pt x="1331286" y="105493"/>
                </a:lnTo>
                <a:lnTo>
                  <a:pt x="1331482" y="104804"/>
                </a:lnTo>
                <a:lnTo>
                  <a:pt x="1331668" y="104110"/>
                </a:lnTo>
                <a:lnTo>
                  <a:pt x="1331844" y="103411"/>
                </a:lnTo>
                <a:lnTo>
                  <a:pt x="1332011" y="102707"/>
                </a:lnTo>
                <a:lnTo>
                  <a:pt x="1332168" y="101998"/>
                </a:lnTo>
                <a:lnTo>
                  <a:pt x="1332316" y="101285"/>
                </a:lnTo>
                <a:lnTo>
                  <a:pt x="1332454" y="100567"/>
                </a:lnTo>
                <a:lnTo>
                  <a:pt x="1332583" y="99844"/>
                </a:lnTo>
                <a:lnTo>
                  <a:pt x="1332702" y="99117"/>
                </a:lnTo>
                <a:lnTo>
                  <a:pt x="1332811" y="98384"/>
                </a:lnTo>
                <a:lnTo>
                  <a:pt x="1332911" y="97647"/>
                </a:lnTo>
                <a:lnTo>
                  <a:pt x="1333002" y="96905"/>
                </a:lnTo>
                <a:lnTo>
                  <a:pt x="1333083" y="96159"/>
                </a:lnTo>
                <a:lnTo>
                  <a:pt x="1333154" y="95407"/>
                </a:lnTo>
                <a:lnTo>
                  <a:pt x="1333216" y="94651"/>
                </a:lnTo>
                <a:lnTo>
                  <a:pt x="1333269" y="93890"/>
                </a:lnTo>
                <a:lnTo>
                  <a:pt x="1333312" y="93125"/>
                </a:lnTo>
                <a:lnTo>
                  <a:pt x="1333345" y="92354"/>
                </a:lnTo>
                <a:lnTo>
                  <a:pt x="1333369" y="91579"/>
                </a:lnTo>
                <a:lnTo>
                  <a:pt x="1333383" y="90799"/>
                </a:lnTo>
                <a:lnTo>
                  <a:pt x="1333388" y="90014"/>
                </a:lnTo>
                <a:lnTo>
                  <a:pt x="1333388" y="88158"/>
                </a:lnTo>
                <a:lnTo>
                  <a:pt x="1333383" y="87373"/>
                </a:lnTo>
                <a:lnTo>
                  <a:pt x="1333369" y="86593"/>
                </a:lnTo>
                <a:lnTo>
                  <a:pt x="1333345" y="85817"/>
                </a:lnTo>
                <a:lnTo>
                  <a:pt x="1333312" y="85046"/>
                </a:lnTo>
                <a:lnTo>
                  <a:pt x="1333269" y="84280"/>
                </a:lnTo>
                <a:lnTo>
                  <a:pt x="1333216" y="83518"/>
                </a:lnTo>
                <a:lnTo>
                  <a:pt x="1333154" y="82761"/>
                </a:lnTo>
                <a:lnTo>
                  <a:pt x="1333083" y="82009"/>
                </a:lnTo>
                <a:lnTo>
                  <a:pt x="1333002" y="81261"/>
                </a:lnTo>
                <a:lnTo>
                  <a:pt x="1332911" y="80518"/>
                </a:lnTo>
                <a:lnTo>
                  <a:pt x="1332811" y="79779"/>
                </a:lnTo>
                <a:lnTo>
                  <a:pt x="1332702" y="79045"/>
                </a:lnTo>
                <a:lnTo>
                  <a:pt x="1332583" y="78316"/>
                </a:lnTo>
                <a:lnTo>
                  <a:pt x="1332454" y="77591"/>
                </a:lnTo>
                <a:lnTo>
                  <a:pt x="1332316" y="76871"/>
                </a:lnTo>
                <a:lnTo>
                  <a:pt x="1332168" y="76156"/>
                </a:lnTo>
                <a:lnTo>
                  <a:pt x="1332011" y="75445"/>
                </a:lnTo>
                <a:lnTo>
                  <a:pt x="1331844" y="74739"/>
                </a:lnTo>
                <a:lnTo>
                  <a:pt x="1331668" y="74037"/>
                </a:lnTo>
                <a:lnTo>
                  <a:pt x="1331482" y="73340"/>
                </a:lnTo>
                <a:lnTo>
                  <a:pt x="1331286" y="72648"/>
                </a:lnTo>
                <a:lnTo>
                  <a:pt x="1331081" y="71960"/>
                </a:lnTo>
                <a:lnTo>
                  <a:pt x="1330867" y="71277"/>
                </a:lnTo>
                <a:lnTo>
                  <a:pt x="1330643" y="70599"/>
                </a:lnTo>
                <a:lnTo>
                  <a:pt x="1330410" y="69926"/>
                </a:lnTo>
                <a:lnTo>
                  <a:pt x="1330168" y="69261"/>
                </a:lnTo>
                <a:lnTo>
                  <a:pt x="1329918" y="68603"/>
                </a:lnTo>
                <a:lnTo>
                  <a:pt x="1329660" y="67953"/>
                </a:lnTo>
                <a:lnTo>
                  <a:pt x="1329392" y="67309"/>
                </a:lnTo>
                <a:lnTo>
                  <a:pt x="1329117" y="66673"/>
                </a:lnTo>
                <a:lnTo>
                  <a:pt x="1328832" y="66044"/>
                </a:lnTo>
                <a:lnTo>
                  <a:pt x="1328540" y="65423"/>
                </a:lnTo>
                <a:lnTo>
                  <a:pt x="1328238" y="64809"/>
                </a:lnTo>
                <a:lnTo>
                  <a:pt x="1327928" y="64202"/>
                </a:lnTo>
                <a:lnTo>
                  <a:pt x="1327610" y="63602"/>
                </a:lnTo>
                <a:lnTo>
                  <a:pt x="1327283" y="63010"/>
                </a:lnTo>
                <a:lnTo>
                  <a:pt x="1326947" y="62425"/>
                </a:lnTo>
                <a:lnTo>
                  <a:pt x="1326603" y="61847"/>
                </a:lnTo>
                <a:lnTo>
                  <a:pt x="1326250" y="61277"/>
                </a:lnTo>
                <a:lnTo>
                  <a:pt x="1325889" y="60714"/>
                </a:lnTo>
                <a:lnTo>
                  <a:pt x="1325519" y="60158"/>
                </a:lnTo>
                <a:lnTo>
                  <a:pt x="1325141" y="59609"/>
                </a:lnTo>
                <a:lnTo>
                  <a:pt x="1324754" y="59068"/>
                </a:lnTo>
                <a:lnTo>
                  <a:pt x="1324358" y="58534"/>
                </a:lnTo>
                <a:lnTo>
                  <a:pt x="1323954" y="58007"/>
                </a:lnTo>
                <a:lnTo>
                  <a:pt x="1323542" y="57488"/>
                </a:lnTo>
                <a:lnTo>
                  <a:pt x="1323121" y="56976"/>
                </a:lnTo>
                <a:lnTo>
                  <a:pt x="1322691" y="56471"/>
                </a:lnTo>
                <a:lnTo>
                  <a:pt x="1322253" y="55974"/>
                </a:lnTo>
                <a:lnTo>
                  <a:pt x="1321808" y="55487"/>
                </a:lnTo>
                <a:lnTo>
                  <a:pt x="1321355" y="55009"/>
                </a:lnTo>
                <a:lnTo>
                  <a:pt x="1320895" y="54540"/>
                </a:lnTo>
                <a:lnTo>
                  <a:pt x="1320427" y="54081"/>
                </a:lnTo>
                <a:lnTo>
                  <a:pt x="1319951" y="53630"/>
                </a:lnTo>
                <a:lnTo>
                  <a:pt x="1319468" y="53189"/>
                </a:lnTo>
                <a:lnTo>
                  <a:pt x="1318978" y="52757"/>
                </a:lnTo>
                <a:lnTo>
                  <a:pt x="1318479" y="52335"/>
                </a:lnTo>
                <a:lnTo>
                  <a:pt x="1317973" y="51921"/>
                </a:lnTo>
                <a:lnTo>
                  <a:pt x="1317460" y="51517"/>
                </a:lnTo>
                <a:lnTo>
                  <a:pt x="1316939" y="51123"/>
                </a:lnTo>
                <a:lnTo>
                  <a:pt x="1316411" y="50737"/>
                </a:lnTo>
                <a:lnTo>
                  <a:pt x="1315874" y="50361"/>
                </a:lnTo>
                <a:lnTo>
                  <a:pt x="1315331" y="49994"/>
                </a:lnTo>
                <a:lnTo>
                  <a:pt x="1314780" y="49636"/>
                </a:lnTo>
                <a:lnTo>
                  <a:pt x="1314221" y="49287"/>
                </a:lnTo>
                <a:lnTo>
                  <a:pt x="1313654" y="48948"/>
                </a:lnTo>
                <a:lnTo>
                  <a:pt x="1313080" y="48618"/>
                </a:lnTo>
                <a:lnTo>
                  <a:pt x="1312499" y="48297"/>
                </a:lnTo>
                <a:lnTo>
                  <a:pt x="1311910" y="47985"/>
                </a:lnTo>
                <a:lnTo>
                  <a:pt x="1311313" y="47683"/>
                </a:lnTo>
                <a:lnTo>
                  <a:pt x="1310709" y="47390"/>
                </a:lnTo>
                <a:lnTo>
                  <a:pt x="1310097" y="47106"/>
                </a:lnTo>
                <a:lnTo>
                  <a:pt x="1309478" y="46833"/>
                </a:lnTo>
                <a:lnTo>
                  <a:pt x="1308853" y="46571"/>
                </a:lnTo>
                <a:lnTo>
                  <a:pt x="1308222" y="46321"/>
                </a:lnTo>
                <a:lnTo>
                  <a:pt x="1307584" y="46082"/>
                </a:lnTo>
                <a:lnTo>
                  <a:pt x="1306940" y="45856"/>
                </a:lnTo>
                <a:lnTo>
                  <a:pt x="1306290" y="45640"/>
                </a:lnTo>
                <a:lnTo>
                  <a:pt x="1305634" y="45437"/>
                </a:lnTo>
                <a:lnTo>
                  <a:pt x="1304971" y="45245"/>
                </a:lnTo>
                <a:lnTo>
                  <a:pt x="1304302" y="45065"/>
                </a:lnTo>
                <a:lnTo>
                  <a:pt x="1303626" y="44896"/>
                </a:lnTo>
                <a:lnTo>
                  <a:pt x="1302944" y="44739"/>
                </a:lnTo>
                <a:lnTo>
                  <a:pt x="1302256" y="44593"/>
                </a:lnTo>
                <a:lnTo>
                  <a:pt x="1301562" y="44460"/>
                </a:lnTo>
                <a:lnTo>
                  <a:pt x="1300861" y="44338"/>
                </a:lnTo>
                <a:lnTo>
                  <a:pt x="1300154" y="44227"/>
                </a:lnTo>
                <a:lnTo>
                  <a:pt x="1299441" y="44128"/>
                </a:lnTo>
                <a:lnTo>
                  <a:pt x="1298721" y="44041"/>
                </a:lnTo>
                <a:lnTo>
                  <a:pt x="1297995" y="43965"/>
                </a:lnTo>
                <a:lnTo>
                  <a:pt x="1297263" y="43901"/>
                </a:lnTo>
                <a:lnTo>
                  <a:pt x="1296524" y="43849"/>
                </a:lnTo>
                <a:lnTo>
                  <a:pt x="1295780" y="43808"/>
                </a:lnTo>
                <a:lnTo>
                  <a:pt x="1295028" y="43779"/>
                </a:lnTo>
                <a:lnTo>
                  <a:pt x="1294271" y="43762"/>
                </a:lnTo>
                <a:lnTo>
                  <a:pt x="1293507" y="43756"/>
                </a:lnTo>
                <a:lnTo>
                  <a:pt x="1292750" y="43762"/>
                </a:lnTo>
                <a:lnTo>
                  <a:pt x="1291999" y="43779"/>
                </a:lnTo>
                <a:lnTo>
                  <a:pt x="1291254" y="43808"/>
                </a:lnTo>
                <a:lnTo>
                  <a:pt x="1290516" y="43849"/>
                </a:lnTo>
                <a:lnTo>
                  <a:pt x="1289783" y="43901"/>
                </a:lnTo>
                <a:lnTo>
                  <a:pt x="1289057" y="43965"/>
                </a:lnTo>
                <a:lnTo>
                  <a:pt x="1288337" y="44041"/>
                </a:lnTo>
                <a:lnTo>
                  <a:pt x="1287623" y="44128"/>
                </a:lnTo>
                <a:lnTo>
                  <a:pt x="1286915" y="44227"/>
                </a:lnTo>
                <a:lnTo>
                  <a:pt x="1286213" y="44338"/>
                </a:lnTo>
                <a:lnTo>
                  <a:pt x="1285518" y="44460"/>
                </a:lnTo>
                <a:lnTo>
                  <a:pt x="1284829" y="44593"/>
                </a:lnTo>
                <a:lnTo>
                  <a:pt x="1284145" y="44739"/>
                </a:lnTo>
                <a:lnTo>
                  <a:pt x="1283468" y="44896"/>
                </a:lnTo>
                <a:lnTo>
                  <a:pt x="1282798" y="45065"/>
                </a:lnTo>
                <a:lnTo>
                  <a:pt x="1282133" y="45245"/>
                </a:lnTo>
                <a:lnTo>
                  <a:pt x="1281475" y="45437"/>
                </a:lnTo>
                <a:lnTo>
                  <a:pt x="1280822" y="45640"/>
                </a:lnTo>
                <a:lnTo>
                  <a:pt x="1280176" y="45856"/>
                </a:lnTo>
                <a:lnTo>
                  <a:pt x="1279536" y="46082"/>
                </a:lnTo>
                <a:lnTo>
                  <a:pt x="1278902" y="46321"/>
                </a:lnTo>
                <a:lnTo>
                  <a:pt x="1278275" y="46571"/>
                </a:lnTo>
                <a:lnTo>
                  <a:pt x="1277653" y="46833"/>
                </a:lnTo>
                <a:lnTo>
                  <a:pt x="1277038" y="47106"/>
                </a:lnTo>
                <a:lnTo>
                  <a:pt x="1276430" y="47390"/>
                </a:lnTo>
                <a:lnTo>
                  <a:pt x="1275829" y="47683"/>
                </a:lnTo>
                <a:lnTo>
                  <a:pt x="1275236" y="47985"/>
                </a:lnTo>
                <a:lnTo>
                  <a:pt x="1274650" y="48297"/>
                </a:lnTo>
                <a:lnTo>
                  <a:pt x="1274072" y="48618"/>
                </a:lnTo>
                <a:lnTo>
                  <a:pt x="1273501" y="48948"/>
                </a:lnTo>
                <a:lnTo>
                  <a:pt x="1272938" y="49287"/>
                </a:lnTo>
                <a:lnTo>
                  <a:pt x="1272383" y="49636"/>
                </a:lnTo>
                <a:lnTo>
                  <a:pt x="1271835" y="49994"/>
                </a:lnTo>
                <a:lnTo>
                  <a:pt x="1271294" y="50361"/>
                </a:lnTo>
                <a:lnTo>
                  <a:pt x="1270762" y="50737"/>
                </a:lnTo>
                <a:lnTo>
                  <a:pt x="1270237" y="51123"/>
                </a:lnTo>
                <a:lnTo>
                  <a:pt x="1269719" y="51517"/>
                </a:lnTo>
                <a:lnTo>
                  <a:pt x="1269209" y="51921"/>
                </a:lnTo>
                <a:lnTo>
                  <a:pt x="1268706" y="52335"/>
                </a:lnTo>
                <a:lnTo>
                  <a:pt x="1268212" y="52757"/>
                </a:lnTo>
                <a:lnTo>
                  <a:pt x="1267724" y="53189"/>
                </a:lnTo>
                <a:lnTo>
                  <a:pt x="1267244" y="53630"/>
                </a:lnTo>
                <a:lnTo>
                  <a:pt x="1266772" y="54081"/>
                </a:lnTo>
                <a:lnTo>
                  <a:pt x="1266308" y="54540"/>
                </a:lnTo>
                <a:lnTo>
                  <a:pt x="1265851" y="55009"/>
                </a:lnTo>
                <a:lnTo>
                  <a:pt x="1265401" y="55487"/>
                </a:lnTo>
                <a:lnTo>
                  <a:pt x="1264959" y="55974"/>
                </a:lnTo>
                <a:lnTo>
                  <a:pt x="1264525" y="56471"/>
                </a:lnTo>
                <a:lnTo>
                  <a:pt x="1264099" y="56976"/>
                </a:lnTo>
                <a:lnTo>
                  <a:pt x="1263681" y="57488"/>
                </a:lnTo>
                <a:lnTo>
                  <a:pt x="1263271" y="58007"/>
                </a:lnTo>
                <a:lnTo>
                  <a:pt x="1262870" y="58534"/>
                </a:lnTo>
                <a:lnTo>
                  <a:pt x="1262477" y="59068"/>
                </a:lnTo>
                <a:lnTo>
                  <a:pt x="1262093" y="59609"/>
                </a:lnTo>
                <a:lnTo>
                  <a:pt x="1261717" y="60158"/>
                </a:lnTo>
                <a:lnTo>
                  <a:pt x="1261349" y="60714"/>
                </a:lnTo>
                <a:lnTo>
                  <a:pt x="1260990" y="61277"/>
                </a:lnTo>
                <a:lnTo>
                  <a:pt x="1260640" y="61847"/>
                </a:lnTo>
                <a:lnTo>
                  <a:pt x="1260297" y="62425"/>
                </a:lnTo>
                <a:lnTo>
                  <a:pt x="1259964" y="63010"/>
                </a:lnTo>
                <a:lnTo>
                  <a:pt x="1259638" y="63602"/>
                </a:lnTo>
                <a:lnTo>
                  <a:pt x="1259321" y="64202"/>
                </a:lnTo>
                <a:lnTo>
                  <a:pt x="1259013" y="64809"/>
                </a:lnTo>
                <a:lnTo>
                  <a:pt x="1258712" y="65423"/>
                </a:lnTo>
                <a:lnTo>
                  <a:pt x="1258420" y="66044"/>
                </a:lnTo>
                <a:lnTo>
                  <a:pt x="1258137" y="66673"/>
                </a:lnTo>
                <a:lnTo>
                  <a:pt x="1257862" y="67309"/>
                </a:lnTo>
                <a:lnTo>
                  <a:pt x="1257596" y="67953"/>
                </a:lnTo>
                <a:lnTo>
                  <a:pt x="1257337" y="68603"/>
                </a:lnTo>
                <a:lnTo>
                  <a:pt x="1257088" y="69261"/>
                </a:lnTo>
                <a:lnTo>
                  <a:pt x="1256846" y="69926"/>
                </a:lnTo>
                <a:lnTo>
                  <a:pt x="1256613" y="70599"/>
                </a:lnTo>
                <a:lnTo>
                  <a:pt x="1256389" y="71277"/>
                </a:lnTo>
                <a:lnTo>
                  <a:pt x="1256175" y="71960"/>
                </a:lnTo>
                <a:lnTo>
                  <a:pt x="1255970" y="72648"/>
                </a:lnTo>
                <a:lnTo>
                  <a:pt x="1255775" y="73340"/>
                </a:lnTo>
                <a:lnTo>
                  <a:pt x="1255589" y="74037"/>
                </a:lnTo>
                <a:lnTo>
                  <a:pt x="1255412" y="74739"/>
                </a:lnTo>
                <a:lnTo>
                  <a:pt x="1255246" y="75445"/>
                </a:lnTo>
                <a:lnTo>
                  <a:pt x="1255088" y="76156"/>
                </a:lnTo>
                <a:lnTo>
                  <a:pt x="1254941" y="76871"/>
                </a:lnTo>
                <a:lnTo>
                  <a:pt x="1254802" y="77591"/>
                </a:lnTo>
                <a:lnTo>
                  <a:pt x="1254674" y="78316"/>
                </a:lnTo>
                <a:lnTo>
                  <a:pt x="1254555" y="79045"/>
                </a:lnTo>
                <a:lnTo>
                  <a:pt x="1254445" y="79779"/>
                </a:lnTo>
                <a:lnTo>
                  <a:pt x="1254345" y="80518"/>
                </a:lnTo>
                <a:lnTo>
                  <a:pt x="1254254" y="81261"/>
                </a:lnTo>
                <a:lnTo>
                  <a:pt x="1254173" y="82009"/>
                </a:lnTo>
                <a:lnTo>
                  <a:pt x="1254102" y="82761"/>
                </a:lnTo>
                <a:lnTo>
                  <a:pt x="1254040" y="83518"/>
                </a:lnTo>
                <a:lnTo>
                  <a:pt x="1253988" y="84280"/>
                </a:lnTo>
                <a:lnTo>
                  <a:pt x="1253945" y="85046"/>
                </a:lnTo>
                <a:lnTo>
                  <a:pt x="1253911" y="85817"/>
                </a:lnTo>
                <a:lnTo>
                  <a:pt x="1253888" y="86593"/>
                </a:lnTo>
                <a:lnTo>
                  <a:pt x="1253873" y="87373"/>
                </a:lnTo>
                <a:lnTo>
                  <a:pt x="1253868" y="88158"/>
                </a:lnTo>
                <a:lnTo>
                  <a:pt x="1253868" y="90014"/>
                </a:lnTo>
                <a:lnTo>
                  <a:pt x="1253873" y="90799"/>
                </a:lnTo>
                <a:lnTo>
                  <a:pt x="1253888" y="91579"/>
                </a:lnTo>
                <a:lnTo>
                  <a:pt x="1253911" y="92354"/>
                </a:lnTo>
                <a:lnTo>
                  <a:pt x="1253945" y="93125"/>
                </a:lnTo>
                <a:lnTo>
                  <a:pt x="1253988" y="93890"/>
                </a:lnTo>
                <a:lnTo>
                  <a:pt x="1254040" y="94651"/>
                </a:lnTo>
                <a:close/>
                <a:moveTo>
                  <a:pt x="1268899" y="84971"/>
                </a:moveTo>
                <a:lnTo>
                  <a:pt x="1268934" y="84449"/>
                </a:lnTo>
                <a:lnTo>
                  <a:pt x="1268974" y="83928"/>
                </a:lnTo>
                <a:lnTo>
                  <a:pt x="1269019" y="83410"/>
                </a:lnTo>
                <a:lnTo>
                  <a:pt x="1269070" y="82895"/>
                </a:lnTo>
                <a:lnTo>
                  <a:pt x="1269126" y="82381"/>
                </a:lnTo>
                <a:lnTo>
                  <a:pt x="1269187" y="81871"/>
                </a:lnTo>
                <a:lnTo>
                  <a:pt x="1269254" y="81362"/>
                </a:lnTo>
                <a:lnTo>
                  <a:pt x="1269326" y="80856"/>
                </a:lnTo>
                <a:lnTo>
                  <a:pt x="1269403" y="80353"/>
                </a:lnTo>
                <a:lnTo>
                  <a:pt x="1269485" y="79851"/>
                </a:lnTo>
                <a:lnTo>
                  <a:pt x="1269573" y="79352"/>
                </a:lnTo>
                <a:lnTo>
                  <a:pt x="1269666" y="78856"/>
                </a:lnTo>
                <a:lnTo>
                  <a:pt x="1269765" y="78362"/>
                </a:lnTo>
                <a:lnTo>
                  <a:pt x="1269869" y="77870"/>
                </a:lnTo>
                <a:lnTo>
                  <a:pt x="1269978" y="77381"/>
                </a:lnTo>
                <a:lnTo>
                  <a:pt x="1270092" y="76894"/>
                </a:lnTo>
                <a:lnTo>
                  <a:pt x="1270212" y="76409"/>
                </a:lnTo>
                <a:lnTo>
                  <a:pt x="1270337" y="75927"/>
                </a:lnTo>
                <a:lnTo>
                  <a:pt x="1270468" y="75448"/>
                </a:lnTo>
                <a:lnTo>
                  <a:pt x="1270604" y="74974"/>
                </a:lnTo>
                <a:lnTo>
                  <a:pt x="1270746" y="74504"/>
                </a:lnTo>
                <a:lnTo>
                  <a:pt x="1270892" y="74039"/>
                </a:lnTo>
                <a:lnTo>
                  <a:pt x="1271045" y="73578"/>
                </a:lnTo>
                <a:lnTo>
                  <a:pt x="1271203" y="73122"/>
                </a:lnTo>
                <a:lnTo>
                  <a:pt x="1271366" y="72670"/>
                </a:lnTo>
                <a:lnTo>
                  <a:pt x="1271535" y="72222"/>
                </a:lnTo>
                <a:lnTo>
                  <a:pt x="1271709" y="71779"/>
                </a:lnTo>
                <a:lnTo>
                  <a:pt x="1271889" y="71341"/>
                </a:lnTo>
                <a:lnTo>
                  <a:pt x="1272074" y="70907"/>
                </a:lnTo>
                <a:lnTo>
                  <a:pt x="1272265" y="70478"/>
                </a:lnTo>
                <a:lnTo>
                  <a:pt x="1272461" y="70053"/>
                </a:lnTo>
                <a:lnTo>
                  <a:pt x="1272663" y="69632"/>
                </a:lnTo>
                <a:lnTo>
                  <a:pt x="1272870" y="69216"/>
                </a:lnTo>
                <a:lnTo>
                  <a:pt x="1273082" y="68805"/>
                </a:lnTo>
                <a:lnTo>
                  <a:pt x="1273300" y="68398"/>
                </a:lnTo>
                <a:lnTo>
                  <a:pt x="1273524" y="67995"/>
                </a:lnTo>
                <a:lnTo>
                  <a:pt x="1273753" y="67597"/>
                </a:lnTo>
                <a:lnTo>
                  <a:pt x="1273987" y="67204"/>
                </a:lnTo>
                <a:lnTo>
                  <a:pt x="1274227" y="66814"/>
                </a:lnTo>
                <a:lnTo>
                  <a:pt x="1274472" y="66430"/>
                </a:lnTo>
                <a:lnTo>
                  <a:pt x="1274723" y="66050"/>
                </a:lnTo>
                <a:lnTo>
                  <a:pt x="1274979" y="65674"/>
                </a:lnTo>
                <a:lnTo>
                  <a:pt x="1275241" y="65304"/>
                </a:lnTo>
                <a:lnTo>
                  <a:pt x="1275508" y="64941"/>
                </a:lnTo>
                <a:lnTo>
                  <a:pt x="1275780" y="64584"/>
                </a:lnTo>
                <a:lnTo>
                  <a:pt x="1276058" y="64233"/>
                </a:lnTo>
                <a:lnTo>
                  <a:pt x="1276341" y="63890"/>
                </a:lnTo>
                <a:lnTo>
                  <a:pt x="1276629" y="63552"/>
                </a:lnTo>
                <a:lnTo>
                  <a:pt x="1276923" y="63222"/>
                </a:lnTo>
                <a:lnTo>
                  <a:pt x="1277222" y="62898"/>
                </a:lnTo>
                <a:lnTo>
                  <a:pt x="1277526" y="62581"/>
                </a:lnTo>
                <a:lnTo>
                  <a:pt x="1277836" y="62270"/>
                </a:lnTo>
                <a:lnTo>
                  <a:pt x="1278151" y="61966"/>
                </a:lnTo>
                <a:lnTo>
                  <a:pt x="1278471" y="61668"/>
                </a:lnTo>
                <a:lnTo>
                  <a:pt x="1278797" y="61377"/>
                </a:lnTo>
                <a:lnTo>
                  <a:pt x="1279128" y="61092"/>
                </a:lnTo>
                <a:lnTo>
                  <a:pt x="1279464" y="60815"/>
                </a:lnTo>
                <a:lnTo>
                  <a:pt x="1279805" y="60543"/>
                </a:lnTo>
                <a:lnTo>
                  <a:pt x="1280152" y="60279"/>
                </a:lnTo>
                <a:lnTo>
                  <a:pt x="1280504" y="60021"/>
                </a:lnTo>
                <a:lnTo>
                  <a:pt x="1280862" y="59769"/>
                </a:lnTo>
                <a:lnTo>
                  <a:pt x="1281225" y="59524"/>
                </a:lnTo>
                <a:lnTo>
                  <a:pt x="1281593" y="59286"/>
                </a:lnTo>
                <a:lnTo>
                  <a:pt x="1281967" y="59054"/>
                </a:lnTo>
                <a:lnTo>
                  <a:pt x="1282345" y="58829"/>
                </a:lnTo>
                <a:lnTo>
                  <a:pt x="1282730" y="58610"/>
                </a:lnTo>
                <a:lnTo>
                  <a:pt x="1283119" y="58399"/>
                </a:lnTo>
                <a:lnTo>
                  <a:pt x="1283514" y="58198"/>
                </a:lnTo>
                <a:lnTo>
                  <a:pt x="1283913" y="58005"/>
                </a:lnTo>
                <a:lnTo>
                  <a:pt x="1284318" y="57821"/>
                </a:lnTo>
                <a:lnTo>
                  <a:pt x="1284729" y="57646"/>
                </a:lnTo>
                <a:lnTo>
                  <a:pt x="1285144" y="57480"/>
                </a:lnTo>
                <a:lnTo>
                  <a:pt x="1285564" y="57323"/>
                </a:lnTo>
                <a:lnTo>
                  <a:pt x="1285990" y="57175"/>
                </a:lnTo>
                <a:lnTo>
                  <a:pt x="1286421" y="57036"/>
                </a:lnTo>
                <a:lnTo>
                  <a:pt x="1286857" y="56906"/>
                </a:lnTo>
                <a:lnTo>
                  <a:pt x="1287298" y="56785"/>
                </a:lnTo>
                <a:lnTo>
                  <a:pt x="1287745" y="56673"/>
                </a:lnTo>
                <a:lnTo>
                  <a:pt x="1288197" y="56570"/>
                </a:lnTo>
                <a:lnTo>
                  <a:pt x="1288653" y="56475"/>
                </a:lnTo>
                <a:lnTo>
                  <a:pt x="1289115" y="56390"/>
                </a:lnTo>
                <a:lnTo>
                  <a:pt x="1289583" y="56314"/>
                </a:lnTo>
                <a:lnTo>
                  <a:pt x="1290055" y="56247"/>
                </a:lnTo>
                <a:lnTo>
                  <a:pt x="1290533" y="56188"/>
                </a:lnTo>
                <a:lnTo>
                  <a:pt x="1291015" y="56139"/>
                </a:lnTo>
                <a:lnTo>
                  <a:pt x="1291503" y="56099"/>
                </a:lnTo>
                <a:lnTo>
                  <a:pt x="1291997" y="56067"/>
                </a:lnTo>
                <a:lnTo>
                  <a:pt x="1292495" y="56045"/>
                </a:lnTo>
                <a:lnTo>
                  <a:pt x="1292998" y="56031"/>
                </a:lnTo>
                <a:lnTo>
                  <a:pt x="1293507" y="56027"/>
                </a:lnTo>
                <a:lnTo>
                  <a:pt x="1294022" y="56031"/>
                </a:lnTo>
                <a:lnTo>
                  <a:pt x="1294532" y="56045"/>
                </a:lnTo>
                <a:lnTo>
                  <a:pt x="1295037" y="56067"/>
                </a:lnTo>
                <a:lnTo>
                  <a:pt x="1295535" y="56099"/>
                </a:lnTo>
                <a:lnTo>
                  <a:pt x="1296029" y="56139"/>
                </a:lnTo>
                <a:lnTo>
                  <a:pt x="1296517" y="56188"/>
                </a:lnTo>
                <a:lnTo>
                  <a:pt x="1296999" y="56247"/>
                </a:lnTo>
                <a:lnTo>
                  <a:pt x="1297476" y="56314"/>
                </a:lnTo>
                <a:lnTo>
                  <a:pt x="1297948" y="56390"/>
                </a:lnTo>
                <a:lnTo>
                  <a:pt x="1298414" y="56475"/>
                </a:lnTo>
                <a:lnTo>
                  <a:pt x="1298875" y="56570"/>
                </a:lnTo>
                <a:lnTo>
                  <a:pt x="1299330" y="56673"/>
                </a:lnTo>
                <a:lnTo>
                  <a:pt x="1299779" y="56785"/>
                </a:lnTo>
                <a:lnTo>
                  <a:pt x="1300224" y="56906"/>
                </a:lnTo>
                <a:lnTo>
                  <a:pt x="1300662" y="57036"/>
                </a:lnTo>
                <a:lnTo>
                  <a:pt x="1301096" y="57175"/>
                </a:lnTo>
                <a:lnTo>
                  <a:pt x="1301524" y="57323"/>
                </a:lnTo>
                <a:lnTo>
                  <a:pt x="1301946" y="57480"/>
                </a:lnTo>
                <a:lnTo>
                  <a:pt x="1302363" y="57646"/>
                </a:lnTo>
                <a:lnTo>
                  <a:pt x="1302774" y="57821"/>
                </a:lnTo>
                <a:lnTo>
                  <a:pt x="1303180" y="58005"/>
                </a:lnTo>
                <a:lnTo>
                  <a:pt x="1303581" y="58198"/>
                </a:lnTo>
                <a:lnTo>
                  <a:pt x="1303976" y="58399"/>
                </a:lnTo>
                <a:lnTo>
                  <a:pt x="1304365" y="58610"/>
                </a:lnTo>
                <a:lnTo>
                  <a:pt x="1304749" y="58829"/>
                </a:lnTo>
                <a:lnTo>
                  <a:pt x="1305128" y="59054"/>
                </a:lnTo>
                <a:lnTo>
                  <a:pt x="1305502" y="59286"/>
                </a:lnTo>
                <a:lnTo>
                  <a:pt x="1305870" y="59524"/>
                </a:lnTo>
                <a:lnTo>
                  <a:pt x="1306233" y="59769"/>
                </a:lnTo>
                <a:lnTo>
                  <a:pt x="1306590" y="60021"/>
                </a:lnTo>
                <a:lnTo>
                  <a:pt x="1306943" y="60279"/>
                </a:lnTo>
                <a:lnTo>
                  <a:pt x="1307290" y="60543"/>
                </a:lnTo>
                <a:lnTo>
                  <a:pt x="1307631" y="60815"/>
                </a:lnTo>
                <a:lnTo>
                  <a:pt x="1307967" y="61092"/>
                </a:lnTo>
                <a:lnTo>
                  <a:pt x="1308298" y="61377"/>
                </a:lnTo>
                <a:lnTo>
                  <a:pt x="1308624" y="61668"/>
                </a:lnTo>
                <a:lnTo>
                  <a:pt x="1308944" y="61966"/>
                </a:lnTo>
                <a:lnTo>
                  <a:pt x="1309259" y="62270"/>
                </a:lnTo>
                <a:lnTo>
                  <a:pt x="1309569" y="62581"/>
                </a:lnTo>
                <a:lnTo>
                  <a:pt x="1309873" y="62898"/>
                </a:lnTo>
                <a:lnTo>
                  <a:pt x="1310172" y="63222"/>
                </a:lnTo>
                <a:lnTo>
                  <a:pt x="1310465" y="63552"/>
                </a:lnTo>
                <a:lnTo>
                  <a:pt x="1310754" y="63890"/>
                </a:lnTo>
                <a:lnTo>
                  <a:pt x="1311037" y="64233"/>
                </a:lnTo>
                <a:lnTo>
                  <a:pt x="1311314" y="64584"/>
                </a:lnTo>
                <a:lnTo>
                  <a:pt x="1311587" y="64941"/>
                </a:lnTo>
                <a:lnTo>
                  <a:pt x="1311854" y="65304"/>
                </a:lnTo>
                <a:lnTo>
                  <a:pt x="1312115" y="65674"/>
                </a:lnTo>
                <a:lnTo>
                  <a:pt x="1312372" y="66050"/>
                </a:lnTo>
                <a:lnTo>
                  <a:pt x="1312623" y="66430"/>
                </a:lnTo>
                <a:lnTo>
                  <a:pt x="1312868" y="66814"/>
                </a:lnTo>
                <a:lnTo>
                  <a:pt x="1313109" y="67204"/>
                </a:lnTo>
                <a:lnTo>
                  <a:pt x="1313344" y="67597"/>
                </a:lnTo>
                <a:lnTo>
                  <a:pt x="1313574" y="67995"/>
                </a:lnTo>
                <a:lnTo>
                  <a:pt x="1313798" y="68398"/>
                </a:lnTo>
                <a:lnTo>
                  <a:pt x="1314017" y="68805"/>
                </a:lnTo>
                <a:lnTo>
                  <a:pt x="1314231" y="69216"/>
                </a:lnTo>
                <a:lnTo>
                  <a:pt x="1314439" y="69632"/>
                </a:lnTo>
                <a:lnTo>
                  <a:pt x="1314642" y="70053"/>
                </a:lnTo>
                <a:lnTo>
                  <a:pt x="1314840" y="70478"/>
                </a:lnTo>
                <a:lnTo>
                  <a:pt x="1315033" y="70907"/>
                </a:lnTo>
                <a:lnTo>
                  <a:pt x="1315220" y="71341"/>
                </a:lnTo>
                <a:lnTo>
                  <a:pt x="1315401" y="71779"/>
                </a:lnTo>
                <a:lnTo>
                  <a:pt x="1315578" y="72222"/>
                </a:lnTo>
                <a:lnTo>
                  <a:pt x="1315749" y="72670"/>
                </a:lnTo>
                <a:lnTo>
                  <a:pt x="1315915" y="73122"/>
                </a:lnTo>
                <a:lnTo>
                  <a:pt x="1316075" y="73578"/>
                </a:lnTo>
                <a:lnTo>
                  <a:pt x="1316230" y="74039"/>
                </a:lnTo>
                <a:lnTo>
                  <a:pt x="1316380" y="74504"/>
                </a:lnTo>
                <a:lnTo>
                  <a:pt x="1316525" y="74974"/>
                </a:lnTo>
                <a:lnTo>
                  <a:pt x="1316664" y="75448"/>
                </a:lnTo>
                <a:lnTo>
                  <a:pt x="1316798" y="75927"/>
                </a:lnTo>
                <a:lnTo>
                  <a:pt x="1316926" y="76409"/>
                </a:lnTo>
                <a:lnTo>
                  <a:pt x="1317049" y="76894"/>
                </a:lnTo>
                <a:lnTo>
                  <a:pt x="1317167" y="77381"/>
                </a:lnTo>
                <a:lnTo>
                  <a:pt x="1317279" y="77870"/>
                </a:lnTo>
                <a:lnTo>
                  <a:pt x="1317385" y="78362"/>
                </a:lnTo>
                <a:lnTo>
                  <a:pt x="1317487" y="78856"/>
                </a:lnTo>
                <a:lnTo>
                  <a:pt x="1317582" y="79352"/>
                </a:lnTo>
                <a:lnTo>
                  <a:pt x="1317672" y="79851"/>
                </a:lnTo>
                <a:lnTo>
                  <a:pt x="1317757" y="80353"/>
                </a:lnTo>
                <a:lnTo>
                  <a:pt x="1317836" y="80856"/>
                </a:lnTo>
                <a:lnTo>
                  <a:pt x="1317910" y="81362"/>
                </a:lnTo>
                <a:lnTo>
                  <a:pt x="1317978" y="81871"/>
                </a:lnTo>
                <a:lnTo>
                  <a:pt x="1318041" y="82381"/>
                </a:lnTo>
                <a:lnTo>
                  <a:pt x="1318099" y="82895"/>
                </a:lnTo>
                <a:lnTo>
                  <a:pt x="1318151" y="83410"/>
                </a:lnTo>
                <a:lnTo>
                  <a:pt x="1318197" y="83928"/>
                </a:lnTo>
                <a:lnTo>
                  <a:pt x="1318238" y="84449"/>
                </a:lnTo>
                <a:lnTo>
                  <a:pt x="1318274" y="84971"/>
                </a:lnTo>
                <a:lnTo>
                  <a:pt x="1318304" y="85496"/>
                </a:lnTo>
                <a:lnTo>
                  <a:pt x="1318328" y="86024"/>
                </a:lnTo>
                <a:lnTo>
                  <a:pt x="1318347" y="86554"/>
                </a:lnTo>
                <a:lnTo>
                  <a:pt x="1318361" y="87086"/>
                </a:lnTo>
                <a:lnTo>
                  <a:pt x="1318369" y="87621"/>
                </a:lnTo>
                <a:lnTo>
                  <a:pt x="1318372" y="88158"/>
                </a:lnTo>
                <a:lnTo>
                  <a:pt x="1318372" y="90014"/>
                </a:lnTo>
                <a:lnTo>
                  <a:pt x="1318369" y="90558"/>
                </a:lnTo>
                <a:lnTo>
                  <a:pt x="1318361" y="91099"/>
                </a:lnTo>
                <a:lnTo>
                  <a:pt x="1318347" y="91637"/>
                </a:lnTo>
                <a:lnTo>
                  <a:pt x="1318328" y="92173"/>
                </a:lnTo>
                <a:lnTo>
                  <a:pt x="1318304" y="92706"/>
                </a:lnTo>
                <a:lnTo>
                  <a:pt x="1318274" y="93236"/>
                </a:lnTo>
                <a:lnTo>
                  <a:pt x="1318238" y="93764"/>
                </a:lnTo>
                <a:lnTo>
                  <a:pt x="1318197" y="94289"/>
                </a:lnTo>
                <a:lnTo>
                  <a:pt x="1318151" y="94811"/>
                </a:lnTo>
                <a:lnTo>
                  <a:pt x="1318099" y="95331"/>
                </a:lnTo>
                <a:lnTo>
                  <a:pt x="1318041" y="95847"/>
                </a:lnTo>
                <a:lnTo>
                  <a:pt x="1317978" y="96362"/>
                </a:lnTo>
                <a:lnTo>
                  <a:pt x="1317910" y="96873"/>
                </a:lnTo>
                <a:lnTo>
                  <a:pt x="1317836" y="97382"/>
                </a:lnTo>
                <a:lnTo>
                  <a:pt x="1317757" y="97889"/>
                </a:lnTo>
                <a:lnTo>
                  <a:pt x="1317672" y="98392"/>
                </a:lnTo>
                <a:lnTo>
                  <a:pt x="1317582" y="98893"/>
                </a:lnTo>
                <a:lnTo>
                  <a:pt x="1317487" y="99392"/>
                </a:lnTo>
                <a:lnTo>
                  <a:pt x="1317385" y="99887"/>
                </a:lnTo>
                <a:lnTo>
                  <a:pt x="1317279" y="100380"/>
                </a:lnTo>
                <a:lnTo>
                  <a:pt x="1317167" y="100871"/>
                </a:lnTo>
                <a:lnTo>
                  <a:pt x="1317049" y="101358"/>
                </a:lnTo>
                <a:lnTo>
                  <a:pt x="1316926" y="101843"/>
                </a:lnTo>
                <a:lnTo>
                  <a:pt x="1316798" y="102326"/>
                </a:lnTo>
                <a:lnTo>
                  <a:pt x="1316664" y="102804"/>
                </a:lnTo>
                <a:lnTo>
                  <a:pt x="1316525" y="103279"/>
                </a:lnTo>
                <a:lnTo>
                  <a:pt x="1316381" y="103748"/>
                </a:lnTo>
                <a:lnTo>
                  <a:pt x="1316232" y="104213"/>
                </a:lnTo>
                <a:lnTo>
                  <a:pt x="1316077" y="104673"/>
                </a:lnTo>
                <a:lnTo>
                  <a:pt x="1315917" y="105129"/>
                </a:lnTo>
                <a:lnTo>
                  <a:pt x="1315752" y="105580"/>
                </a:lnTo>
                <a:lnTo>
                  <a:pt x="1315582" y="106026"/>
                </a:lnTo>
                <a:lnTo>
                  <a:pt x="1315407" y="106468"/>
                </a:lnTo>
                <a:lnTo>
                  <a:pt x="1315227" y="106905"/>
                </a:lnTo>
                <a:lnTo>
                  <a:pt x="1315041" y="107337"/>
                </a:lnTo>
                <a:lnTo>
                  <a:pt x="1314850" y="107765"/>
                </a:lnTo>
                <a:lnTo>
                  <a:pt x="1314654" y="108188"/>
                </a:lnTo>
                <a:lnTo>
                  <a:pt x="1314453" y="108607"/>
                </a:lnTo>
                <a:lnTo>
                  <a:pt x="1314247" y="109021"/>
                </a:lnTo>
                <a:lnTo>
                  <a:pt x="1314035" y="109430"/>
                </a:lnTo>
                <a:lnTo>
                  <a:pt x="1313818" y="109835"/>
                </a:lnTo>
                <a:lnTo>
                  <a:pt x="1313596" y="110235"/>
                </a:lnTo>
                <a:lnTo>
                  <a:pt x="1313369" y="110630"/>
                </a:lnTo>
                <a:lnTo>
                  <a:pt x="1313137" y="111021"/>
                </a:lnTo>
                <a:lnTo>
                  <a:pt x="1312899" y="111407"/>
                </a:lnTo>
                <a:lnTo>
                  <a:pt x="1312657" y="111789"/>
                </a:lnTo>
                <a:lnTo>
                  <a:pt x="1312409" y="112166"/>
                </a:lnTo>
                <a:lnTo>
                  <a:pt x="1312156" y="112538"/>
                </a:lnTo>
                <a:lnTo>
                  <a:pt x="1311897" y="112905"/>
                </a:lnTo>
                <a:lnTo>
                  <a:pt x="1311634" y="113265"/>
                </a:lnTo>
                <a:lnTo>
                  <a:pt x="1311364" y="113619"/>
                </a:lnTo>
                <a:lnTo>
                  <a:pt x="1311089" y="113965"/>
                </a:lnTo>
                <a:lnTo>
                  <a:pt x="1310809" y="114306"/>
                </a:lnTo>
                <a:lnTo>
                  <a:pt x="1310524" y="114640"/>
                </a:lnTo>
                <a:lnTo>
                  <a:pt x="1310232" y="114967"/>
                </a:lnTo>
                <a:lnTo>
                  <a:pt x="1309936" y="115287"/>
                </a:lnTo>
                <a:lnTo>
                  <a:pt x="1309634" y="115601"/>
                </a:lnTo>
                <a:lnTo>
                  <a:pt x="1309326" y="115909"/>
                </a:lnTo>
                <a:lnTo>
                  <a:pt x="1309013" y="116210"/>
                </a:lnTo>
                <a:lnTo>
                  <a:pt x="1308694" y="116504"/>
                </a:lnTo>
                <a:lnTo>
                  <a:pt x="1308371" y="116792"/>
                </a:lnTo>
                <a:lnTo>
                  <a:pt x="1308041" y="117073"/>
                </a:lnTo>
                <a:lnTo>
                  <a:pt x="1307706" y="117347"/>
                </a:lnTo>
                <a:lnTo>
                  <a:pt x="1307366" y="117615"/>
                </a:lnTo>
                <a:lnTo>
                  <a:pt x="1307020" y="117877"/>
                </a:lnTo>
                <a:lnTo>
                  <a:pt x="1306669" y="118131"/>
                </a:lnTo>
                <a:lnTo>
                  <a:pt x="1306312" y="118379"/>
                </a:lnTo>
                <a:lnTo>
                  <a:pt x="1305950" y="118621"/>
                </a:lnTo>
                <a:lnTo>
                  <a:pt x="1305582" y="118856"/>
                </a:lnTo>
                <a:lnTo>
                  <a:pt x="1305209" y="119084"/>
                </a:lnTo>
                <a:lnTo>
                  <a:pt x="1304830" y="119306"/>
                </a:lnTo>
                <a:lnTo>
                  <a:pt x="1304446" y="119521"/>
                </a:lnTo>
                <a:lnTo>
                  <a:pt x="1304057" y="119729"/>
                </a:lnTo>
                <a:lnTo>
                  <a:pt x="1303662" y="119927"/>
                </a:lnTo>
                <a:lnTo>
                  <a:pt x="1303262" y="120117"/>
                </a:lnTo>
                <a:lnTo>
                  <a:pt x="1302857" y="120298"/>
                </a:lnTo>
                <a:lnTo>
                  <a:pt x="1302447" y="120471"/>
                </a:lnTo>
                <a:lnTo>
                  <a:pt x="1302032" y="120634"/>
                </a:lnTo>
                <a:lnTo>
                  <a:pt x="1301611" y="120788"/>
                </a:lnTo>
                <a:lnTo>
                  <a:pt x="1301185" y="120934"/>
                </a:lnTo>
                <a:lnTo>
                  <a:pt x="1300755" y="121071"/>
                </a:lnTo>
                <a:lnTo>
                  <a:pt x="1300318" y="121199"/>
                </a:lnTo>
                <a:lnTo>
                  <a:pt x="1299877" y="121318"/>
                </a:lnTo>
                <a:lnTo>
                  <a:pt x="1299431" y="121429"/>
                </a:lnTo>
                <a:lnTo>
                  <a:pt x="1298979" y="121530"/>
                </a:lnTo>
                <a:lnTo>
                  <a:pt x="1298522" y="121623"/>
                </a:lnTo>
                <a:lnTo>
                  <a:pt x="1298060" y="121707"/>
                </a:lnTo>
                <a:lnTo>
                  <a:pt x="1297593" y="121782"/>
                </a:lnTo>
                <a:lnTo>
                  <a:pt x="1297121" y="121848"/>
                </a:lnTo>
                <a:lnTo>
                  <a:pt x="1296643" y="121905"/>
                </a:lnTo>
                <a:lnTo>
                  <a:pt x="1296160" y="121954"/>
                </a:lnTo>
                <a:lnTo>
                  <a:pt x="1295672" y="121994"/>
                </a:lnTo>
                <a:lnTo>
                  <a:pt x="1295179" y="122025"/>
                </a:lnTo>
                <a:lnTo>
                  <a:pt x="1294681" y="122047"/>
                </a:lnTo>
                <a:lnTo>
                  <a:pt x="1294177" y="122060"/>
                </a:lnTo>
                <a:lnTo>
                  <a:pt x="1293669" y="122064"/>
                </a:lnTo>
                <a:lnTo>
                  <a:pt x="1293153" y="122060"/>
                </a:lnTo>
                <a:lnTo>
                  <a:pt x="1292643" y="122047"/>
                </a:lnTo>
                <a:lnTo>
                  <a:pt x="1292138" y="122025"/>
                </a:lnTo>
                <a:lnTo>
                  <a:pt x="1291639" y="121994"/>
                </a:lnTo>
                <a:lnTo>
                  <a:pt x="1291145" y="121954"/>
                </a:lnTo>
                <a:lnTo>
                  <a:pt x="1290656" y="121905"/>
                </a:lnTo>
                <a:lnTo>
                  <a:pt x="1290173" y="121848"/>
                </a:lnTo>
                <a:lnTo>
                  <a:pt x="1289695" y="121782"/>
                </a:lnTo>
                <a:lnTo>
                  <a:pt x="1289222" y="121707"/>
                </a:lnTo>
                <a:lnTo>
                  <a:pt x="1288755" y="121623"/>
                </a:lnTo>
                <a:lnTo>
                  <a:pt x="1288293" y="121530"/>
                </a:lnTo>
                <a:lnTo>
                  <a:pt x="1287836" y="121429"/>
                </a:lnTo>
                <a:lnTo>
                  <a:pt x="1287384" y="121318"/>
                </a:lnTo>
                <a:lnTo>
                  <a:pt x="1286938" y="121199"/>
                </a:lnTo>
                <a:lnTo>
                  <a:pt x="1286497" y="121071"/>
                </a:lnTo>
                <a:lnTo>
                  <a:pt x="1286062" y="120934"/>
                </a:lnTo>
                <a:lnTo>
                  <a:pt x="1285632" y="120788"/>
                </a:lnTo>
                <a:lnTo>
                  <a:pt x="1285207" y="120634"/>
                </a:lnTo>
                <a:lnTo>
                  <a:pt x="1284787" y="120471"/>
                </a:lnTo>
                <a:lnTo>
                  <a:pt x="1284373" y="120298"/>
                </a:lnTo>
                <a:lnTo>
                  <a:pt x="1283964" y="120117"/>
                </a:lnTo>
                <a:lnTo>
                  <a:pt x="1283561" y="119927"/>
                </a:lnTo>
                <a:lnTo>
                  <a:pt x="1283163" y="119729"/>
                </a:lnTo>
                <a:lnTo>
                  <a:pt x="1282770" y="119521"/>
                </a:lnTo>
                <a:lnTo>
                  <a:pt x="1282382" y="119306"/>
                </a:lnTo>
                <a:lnTo>
                  <a:pt x="1282000" y="119084"/>
                </a:lnTo>
                <a:lnTo>
                  <a:pt x="1281624" y="118856"/>
                </a:lnTo>
                <a:lnTo>
                  <a:pt x="1281253" y="118621"/>
                </a:lnTo>
                <a:lnTo>
                  <a:pt x="1280887" y="118379"/>
                </a:lnTo>
                <a:lnTo>
                  <a:pt x="1280527" y="118131"/>
                </a:lnTo>
                <a:lnTo>
                  <a:pt x="1280172" y="117877"/>
                </a:lnTo>
                <a:lnTo>
                  <a:pt x="1279823" y="117615"/>
                </a:lnTo>
                <a:lnTo>
                  <a:pt x="1279480" y="117347"/>
                </a:lnTo>
                <a:lnTo>
                  <a:pt x="1279141" y="117073"/>
                </a:lnTo>
                <a:lnTo>
                  <a:pt x="1278808" y="116792"/>
                </a:lnTo>
                <a:lnTo>
                  <a:pt x="1278481" y="116504"/>
                </a:lnTo>
                <a:lnTo>
                  <a:pt x="1278159" y="116210"/>
                </a:lnTo>
                <a:lnTo>
                  <a:pt x="1277843" y="115909"/>
                </a:lnTo>
                <a:lnTo>
                  <a:pt x="1277532" y="115601"/>
                </a:lnTo>
                <a:lnTo>
                  <a:pt x="1277226" y="115287"/>
                </a:lnTo>
                <a:lnTo>
                  <a:pt x="1276926" y="114967"/>
                </a:lnTo>
                <a:lnTo>
                  <a:pt x="1276632" y="114640"/>
                </a:lnTo>
                <a:lnTo>
                  <a:pt x="1276343" y="114306"/>
                </a:lnTo>
                <a:lnTo>
                  <a:pt x="1276059" y="113965"/>
                </a:lnTo>
                <a:lnTo>
                  <a:pt x="1275781" y="113619"/>
                </a:lnTo>
                <a:lnTo>
                  <a:pt x="1275508" y="113265"/>
                </a:lnTo>
                <a:lnTo>
                  <a:pt x="1275241" y="112905"/>
                </a:lnTo>
                <a:lnTo>
                  <a:pt x="1274979" y="112538"/>
                </a:lnTo>
                <a:lnTo>
                  <a:pt x="1274723" y="112166"/>
                </a:lnTo>
                <a:lnTo>
                  <a:pt x="1274472" y="111789"/>
                </a:lnTo>
                <a:lnTo>
                  <a:pt x="1274227" y="111407"/>
                </a:lnTo>
                <a:lnTo>
                  <a:pt x="1273987" y="111021"/>
                </a:lnTo>
                <a:lnTo>
                  <a:pt x="1273753" y="110630"/>
                </a:lnTo>
                <a:lnTo>
                  <a:pt x="1273524" y="110235"/>
                </a:lnTo>
                <a:lnTo>
                  <a:pt x="1273300" y="109835"/>
                </a:lnTo>
                <a:lnTo>
                  <a:pt x="1273082" y="109430"/>
                </a:lnTo>
                <a:lnTo>
                  <a:pt x="1272870" y="109021"/>
                </a:lnTo>
                <a:lnTo>
                  <a:pt x="1272663" y="108607"/>
                </a:lnTo>
                <a:lnTo>
                  <a:pt x="1272461" y="108188"/>
                </a:lnTo>
                <a:lnTo>
                  <a:pt x="1272265" y="107765"/>
                </a:lnTo>
                <a:lnTo>
                  <a:pt x="1272074" y="107337"/>
                </a:lnTo>
                <a:lnTo>
                  <a:pt x="1271889" y="106905"/>
                </a:lnTo>
                <a:lnTo>
                  <a:pt x="1271709" y="106468"/>
                </a:lnTo>
                <a:lnTo>
                  <a:pt x="1271535" y="106026"/>
                </a:lnTo>
                <a:lnTo>
                  <a:pt x="1271366" y="105580"/>
                </a:lnTo>
                <a:lnTo>
                  <a:pt x="1271203" y="105129"/>
                </a:lnTo>
                <a:lnTo>
                  <a:pt x="1271045" y="104673"/>
                </a:lnTo>
                <a:lnTo>
                  <a:pt x="1270892" y="104213"/>
                </a:lnTo>
                <a:lnTo>
                  <a:pt x="1270746" y="103748"/>
                </a:lnTo>
                <a:lnTo>
                  <a:pt x="1270604" y="103279"/>
                </a:lnTo>
                <a:lnTo>
                  <a:pt x="1270468" y="102804"/>
                </a:lnTo>
                <a:lnTo>
                  <a:pt x="1270337" y="102326"/>
                </a:lnTo>
                <a:lnTo>
                  <a:pt x="1270212" y="101843"/>
                </a:lnTo>
                <a:lnTo>
                  <a:pt x="1270092" y="101358"/>
                </a:lnTo>
                <a:lnTo>
                  <a:pt x="1269978" y="100871"/>
                </a:lnTo>
                <a:lnTo>
                  <a:pt x="1269869" y="100380"/>
                </a:lnTo>
                <a:lnTo>
                  <a:pt x="1269765" y="99887"/>
                </a:lnTo>
                <a:lnTo>
                  <a:pt x="1269666" y="99392"/>
                </a:lnTo>
                <a:lnTo>
                  <a:pt x="1269573" y="98893"/>
                </a:lnTo>
                <a:lnTo>
                  <a:pt x="1269485" y="98392"/>
                </a:lnTo>
                <a:lnTo>
                  <a:pt x="1269403" y="97889"/>
                </a:lnTo>
                <a:lnTo>
                  <a:pt x="1269326" y="97382"/>
                </a:lnTo>
                <a:lnTo>
                  <a:pt x="1269254" y="96873"/>
                </a:lnTo>
                <a:lnTo>
                  <a:pt x="1269187" y="96362"/>
                </a:lnTo>
                <a:lnTo>
                  <a:pt x="1269126" y="95847"/>
                </a:lnTo>
                <a:lnTo>
                  <a:pt x="1269070" y="95331"/>
                </a:lnTo>
                <a:lnTo>
                  <a:pt x="1269019" y="94811"/>
                </a:lnTo>
                <a:lnTo>
                  <a:pt x="1268974" y="94289"/>
                </a:lnTo>
                <a:lnTo>
                  <a:pt x="1268934" y="93764"/>
                </a:lnTo>
                <a:lnTo>
                  <a:pt x="1268899" y="93236"/>
                </a:lnTo>
                <a:lnTo>
                  <a:pt x="1268870" y="92706"/>
                </a:lnTo>
                <a:lnTo>
                  <a:pt x="1268846" y="92173"/>
                </a:lnTo>
                <a:lnTo>
                  <a:pt x="1268828" y="91637"/>
                </a:lnTo>
                <a:lnTo>
                  <a:pt x="1268814" y="91099"/>
                </a:lnTo>
                <a:lnTo>
                  <a:pt x="1268806" y="90558"/>
                </a:lnTo>
                <a:lnTo>
                  <a:pt x="1268804" y="90014"/>
                </a:lnTo>
                <a:lnTo>
                  <a:pt x="1268804" y="88158"/>
                </a:lnTo>
                <a:lnTo>
                  <a:pt x="1268806" y="87621"/>
                </a:lnTo>
                <a:lnTo>
                  <a:pt x="1268814" y="87086"/>
                </a:lnTo>
                <a:lnTo>
                  <a:pt x="1268828" y="86554"/>
                </a:lnTo>
                <a:lnTo>
                  <a:pt x="1268846" y="86024"/>
                </a:lnTo>
                <a:lnTo>
                  <a:pt x="1268870" y="85496"/>
                </a:lnTo>
                <a:lnTo>
                  <a:pt x="1268899" y="84971"/>
                </a:lnTo>
                <a:close/>
                <a:moveTo>
                  <a:pt x="1565093" y="83449"/>
                </a:moveTo>
                <a:lnTo>
                  <a:pt x="1565060" y="82705"/>
                </a:lnTo>
                <a:lnTo>
                  <a:pt x="1565020" y="81966"/>
                </a:lnTo>
                <a:lnTo>
                  <a:pt x="1564972" y="81233"/>
                </a:lnTo>
                <a:lnTo>
                  <a:pt x="1564918" y="80504"/>
                </a:lnTo>
                <a:lnTo>
                  <a:pt x="1564856" y="79780"/>
                </a:lnTo>
                <a:lnTo>
                  <a:pt x="1564787" y="79060"/>
                </a:lnTo>
                <a:lnTo>
                  <a:pt x="1564710" y="78346"/>
                </a:lnTo>
                <a:lnTo>
                  <a:pt x="1564626" y="77637"/>
                </a:lnTo>
                <a:lnTo>
                  <a:pt x="1564535" y="76932"/>
                </a:lnTo>
                <a:lnTo>
                  <a:pt x="1564437" y="76233"/>
                </a:lnTo>
                <a:lnTo>
                  <a:pt x="1564331" y="75538"/>
                </a:lnTo>
                <a:lnTo>
                  <a:pt x="1564218" y="74848"/>
                </a:lnTo>
                <a:lnTo>
                  <a:pt x="1564098" y="74163"/>
                </a:lnTo>
                <a:lnTo>
                  <a:pt x="1563970" y="73483"/>
                </a:lnTo>
                <a:lnTo>
                  <a:pt x="1563836" y="72808"/>
                </a:lnTo>
                <a:lnTo>
                  <a:pt x="1563693" y="72138"/>
                </a:lnTo>
                <a:lnTo>
                  <a:pt x="1563544" y="71473"/>
                </a:lnTo>
                <a:lnTo>
                  <a:pt x="1563387" y="70812"/>
                </a:lnTo>
                <a:lnTo>
                  <a:pt x="1563223" y="70157"/>
                </a:lnTo>
                <a:lnTo>
                  <a:pt x="1563052" y="69506"/>
                </a:lnTo>
                <a:lnTo>
                  <a:pt x="1562873" y="68862"/>
                </a:lnTo>
                <a:lnTo>
                  <a:pt x="1562686" y="68224"/>
                </a:lnTo>
                <a:lnTo>
                  <a:pt x="1562492" y="67593"/>
                </a:lnTo>
                <a:lnTo>
                  <a:pt x="1562290" y="66970"/>
                </a:lnTo>
                <a:lnTo>
                  <a:pt x="1562079" y="66353"/>
                </a:lnTo>
                <a:lnTo>
                  <a:pt x="1561861" y="65743"/>
                </a:lnTo>
                <a:lnTo>
                  <a:pt x="1561635" y="65141"/>
                </a:lnTo>
                <a:lnTo>
                  <a:pt x="1561402" y="64545"/>
                </a:lnTo>
                <a:lnTo>
                  <a:pt x="1561160" y="63956"/>
                </a:lnTo>
                <a:lnTo>
                  <a:pt x="1560910" y="63375"/>
                </a:lnTo>
                <a:lnTo>
                  <a:pt x="1560653" y="62800"/>
                </a:lnTo>
                <a:lnTo>
                  <a:pt x="1560388" y="62232"/>
                </a:lnTo>
                <a:lnTo>
                  <a:pt x="1560115" y="61672"/>
                </a:lnTo>
                <a:lnTo>
                  <a:pt x="1559834" y="61118"/>
                </a:lnTo>
                <a:lnTo>
                  <a:pt x="1559545" y="60571"/>
                </a:lnTo>
                <a:lnTo>
                  <a:pt x="1559249" y="60032"/>
                </a:lnTo>
                <a:lnTo>
                  <a:pt x="1558944" y="59499"/>
                </a:lnTo>
                <a:lnTo>
                  <a:pt x="1558632" y="58973"/>
                </a:lnTo>
                <a:lnTo>
                  <a:pt x="1558312" y="58455"/>
                </a:lnTo>
                <a:lnTo>
                  <a:pt x="1557984" y="57943"/>
                </a:lnTo>
                <a:lnTo>
                  <a:pt x="1557648" y="57438"/>
                </a:lnTo>
                <a:lnTo>
                  <a:pt x="1557304" y="56941"/>
                </a:lnTo>
                <a:lnTo>
                  <a:pt x="1556953" y="56450"/>
                </a:lnTo>
                <a:lnTo>
                  <a:pt x="1556594" y="55966"/>
                </a:lnTo>
                <a:lnTo>
                  <a:pt x="1556226" y="55491"/>
                </a:lnTo>
                <a:lnTo>
                  <a:pt x="1555850" y="55024"/>
                </a:lnTo>
                <a:lnTo>
                  <a:pt x="1555465" y="54565"/>
                </a:lnTo>
                <a:lnTo>
                  <a:pt x="1555072" y="54116"/>
                </a:lnTo>
                <a:lnTo>
                  <a:pt x="1554670" y="53676"/>
                </a:lnTo>
                <a:lnTo>
                  <a:pt x="1554260" y="53244"/>
                </a:lnTo>
                <a:lnTo>
                  <a:pt x="1553841" y="52821"/>
                </a:lnTo>
                <a:lnTo>
                  <a:pt x="1553414" y="52407"/>
                </a:lnTo>
                <a:lnTo>
                  <a:pt x="1552978" y="52002"/>
                </a:lnTo>
                <a:lnTo>
                  <a:pt x="1552533" y="51605"/>
                </a:lnTo>
                <a:lnTo>
                  <a:pt x="1552080" y="51218"/>
                </a:lnTo>
                <a:lnTo>
                  <a:pt x="1551619" y="50839"/>
                </a:lnTo>
                <a:lnTo>
                  <a:pt x="1551148" y="50469"/>
                </a:lnTo>
                <a:lnTo>
                  <a:pt x="1550670" y="50107"/>
                </a:lnTo>
                <a:lnTo>
                  <a:pt x="1550182" y="49755"/>
                </a:lnTo>
                <a:lnTo>
                  <a:pt x="1549687" y="49411"/>
                </a:lnTo>
                <a:lnTo>
                  <a:pt x="1549182" y="49077"/>
                </a:lnTo>
                <a:lnTo>
                  <a:pt x="1548669" y="48751"/>
                </a:lnTo>
                <a:lnTo>
                  <a:pt x="1548148" y="48434"/>
                </a:lnTo>
                <a:lnTo>
                  <a:pt x="1547618" y="48125"/>
                </a:lnTo>
                <a:lnTo>
                  <a:pt x="1547079" y="47826"/>
                </a:lnTo>
                <a:lnTo>
                  <a:pt x="1546532" y="47535"/>
                </a:lnTo>
                <a:lnTo>
                  <a:pt x="1545977" y="47253"/>
                </a:lnTo>
                <a:lnTo>
                  <a:pt x="1545412" y="46980"/>
                </a:lnTo>
                <a:lnTo>
                  <a:pt x="1544840" y="46717"/>
                </a:lnTo>
                <a:lnTo>
                  <a:pt x="1544258" y="46465"/>
                </a:lnTo>
                <a:lnTo>
                  <a:pt x="1543667" y="46224"/>
                </a:lnTo>
                <a:lnTo>
                  <a:pt x="1543068" y="45995"/>
                </a:lnTo>
                <a:lnTo>
                  <a:pt x="1542460" y="45777"/>
                </a:lnTo>
                <a:lnTo>
                  <a:pt x="1541843" y="45569"/>
                </a:lnTo>
                <a:lnTo>
                  <a:pt x="1541217" y="45374"/>
                </a:lnTo>
                <a:lnTo>
                  <a:pt x="1540582" y="45189"/>
                </a:lnTo>
                <a:lnTo>
                  <a:pt x="1539939" y="45015"/>
                </a:lnTo>
                <a:lnTo>
                  <a:pt x="1539286" y="44853"/>
                </a:lnTo>
                <a:lnTo>
                  <a:pt x="1538625" y="44702"/>
                </a:lnTo>
                <a:lnTo>
                  <a:pt x="1537955" y="44562"/>
                </a:lnTo>
                <a:lnTo>
                  <a:pt x="1537276" y="44433"/>
                </a:lnTo>
                <a:lnTo>
                  <a:pt x="1536588" y="44316"/>
                </a:lnTo>
                <a:lnTo>
                  <a:pt x="1535892" y="44209"/>
                </a:lnTo>
                <a:lnTo>
                  <a:pt x="1535187" y="44114"/>
                </a:lnTo>
                <a:lnTo>
                  <a:pt x="1534472" y="44030"/>
                </a:lnTo>
                <a:lnTo>
                  <a:pt x="1533749" y="43957"/>
                </a:lnTo>
                <a:lnTo>
                  <a:pt x="1533018" y="43896"/>
                </a:lnTo>
                <a:lnTo>
                  <a:pt x="1532277" y="43845"/>
                </a:lnTo>
                <a:lnTo>
                  <a:pt x="1531527" y="43806"/>
                </a:lnTo>
                <a:lnTo>
                  <a:pt x="1530769" y="43778"/>
                </a:lnTo>
                <a:lnTo>
                  <a:pt x="1530002" y="43761"/>
                </a:lnTo>
                <a:lnTo>
                  <a:pt x="1529226" y="43756"/>
                </a:lnTo>
                <a:lnTo>
                  <a:pt x="1528615" y="43761"/>
                </a:lnTo>
                <a:lnTo>
                  <a:pt x="1528005" y="43777"/>
                </a:lnTo>
                <a:lnTo>
                  <a:pt x="1527397" y="43803"/>
                </a:lnTo>
                <a:lnTo>
                  <a:pt x="1526791" y="43839"/>
                </a:lnTo>
                <a:lnTo>
                  <a:pt x="1526186" y="43886"/>
                </a:lnTo>
                <a:lnTo>
                  <a:pt x="1525583" y="43943"/>
                </a:lnTo>
                <a:lnTo>
                  <a:pt x="1524982" y="44010"/>
                </a:lnTo>
                <a:lnTo>
                  <a:pt x="1524382" y="44088"/>
                </a:lnTo>
                <a:lnTo>
                  <a:pt x="1523784" y="44176"/>
                </a:lnTo>
                <a:lnTo>
                  <a:pt x="1523188" y="44274"/>
                </a:lnTo>
                <a:lnTo>
                  <a:pt x="1522593" y="44383"/>
                </a:lnTo>
                <a:lnTo>
                  <a:pt x="1522001" y="44503"/>
                </a:lnTo>
                <a:lnTo>
                  <a:pt x="1521409" y="44632"/>
                </a:lnTo>
                <a:lnTo>
                  <a:pt x="1520820" y="44772"/>
                </a:lnTo>
                <a:lnTo>
                  <a:pt x="1520232" y="44923"/>
                </a:lnTo>
                <a:lnTo>
                  <a:pt x="1519646" y="45083"/>
                </a:lnTo>
                <a:lnTo>
                  <a:pt x="1519062" y="45255"/>
                </a:lnTo>
                <a:lnTo>
                  <a:pt x="1518479" y="45436"/>
                </a:lnTo>
                <a:lnTo>
                  <a:pt x="1517898" y="45628"/>
                </a:lnTo>
                <a:lnTo>
                  <a:pt x="1517318" y="45830"/>
                </a:lnTo>
                <a:lnTo>
                  <a:pt x="1516741" y="46043"/>
                </a:lnTo>
                <a:lnTo>
                  <a:pt x="1516165" y="46266"/>
                </a:lnTo>
                <a:lnTo>
                  <a:pt x="1515590" y="46499"/>
                </a:lnTo>
                <a:lnTo>
                  <a:pt x="1515017" y="46743"/>
                </a:lnTo>
                <a:lnTo>
                  <a:pt x="1514448" y="46997"/>
                </a:lnTo>
                <a:lnTo>
                  <a:pt x="1513884" y="47260"/>
                </a:lnTo>
                <a:lnTo>
                  <a:pt x="1513325" y="47534"/>
                </a:lnTo>
                <a:lnTo>
                  <a:pt x="1512770" y="47817"/>
                </a:lnTo>
                <a:lnTo>
                  <a:pt x="1512221" y="48110"/>
                </a:lnTo>
                <a:lnTo>
                  <a:pt x="1511677" y="48413"/>
                </a:lnTo>
                <a:lnTo>
                  <a:pt x="1511138" y="48726"/>
                </a:lnTo>
                <a:lnTo>
                  <a:pt x="1510604" y="49048"/>
                </a:lnTo>
                <a:lnTo>
                  <a:pt x="1510075" y="49380"/>
                </a:lnTo>
                <a:lnTo>
                  <a:pt x="1509551" y="49723"/>
                </a:lnTo>
                <a:lnTo>
                  <a:pt x="1509032" y="50075"/>
                </a:lnTo>
                <a:lnTo>
                  <a:pt x="1508519" y="50436"/>
                </a:lnTo>
                <a:lnTo>
                  <a:pt x="1508010" y="50808"/>
                </a:lnTo>
                <a:lnTo>
                  <a:pt x="1507506" y="51189"/>
                </a:lnTo>
                <a:lnTo>
                  <a:pt x="1507007" y="51580"/>
                </a:lnTo>
                <a:lnTo>
                  <a:pt x="1506514" y="51981"/>
                </a:lnTo>
                <a:lnTo>
                  <a:pt x="1506025" y="52392"/>
                </a:lnTo>
                <a:lnTo>
                  <a:pt x="1505542" y="52813"/>
                </a:lnTo>
                <a:lnTo>
                  <a:pt x="1505063" y="53243"/>
                </a:lnTo>
                <a:lnTo>
                  <a:pt x="1504590" y="53683"/>
                </a:lnTo>
                <a:lnTo>
                  <a:pt x="1504121" y="54133"/>
                </a:lnTo>
                <a:lnTo>
                  <a:pt x="1503658" y="54593"/>
                </a:lnTo>
                <a:lnTo>
                  <a:pt x="1503200" y="55063"/>
                </a:lnTo>
                <a:lnTo>
                  <a:pt x="1502746" y="55542"/>
                </a:lnTo>
                <a:lnTo>
                  <a:pt x="1502300" y="56031"/>
                </a:lnTo>
                <a:lnTo>
                  <a:pt x="1501861" y="56529"/>
                </a:lnTo>
                <a:lnTo>
                  <a:pt x="1501430" y="57035"/>
                </a:lnTo>
                <a:lnTo>
                  <a:pt x="1501006" y="57551"/>
                </a:lnTo>
                <a:lnTo>
                  <a:pt x="1500591" y="58075"/>
                </a:lnTo>
                <a:lnTo>
                  <a:pt x="1500183" y="58608"/>
                </a:lnTo>
                <a:lnTo>
                  <a:pt x="1499784" y="59150"/>
                </a:lnTo>
                <a:lnTo>
                  <a:pt x="1499392" y="59700"/>
                </a:lnTo>
                <a:lnTo>
                  <a:pt x="1499008" y="60260"/>
                </a:lnTo>
                <a:lnTo>
                  <a:pt x="1498631" y="60828"/>
                </a:lnTo>
                <a:lnTo>
                  <a:pt x="1498263" y="61405"/>
                </a:lnTo>
                <a:lnTo>
                  <a:pt x="1497903" y="61991"/>
                </a:lnTo>
                <a:lnTo>
                  <a:pt x="1497550" y="62586"/>
                </a:lnTo>
                <a:lnTo>
                  <a:pt x="1497205" y="63189"/>
                </a:lnTo>
                <a:lnTo>
                  <a:pt x="1496868" y="63802"/>
                </a:lnTo>
                <a:lnTo>
                  <a:pt x="1496539" y="64423"/>
                </a:lnTo>
                <a:lnTo>
                  <a:pt x="1496218" y="65053"/>
                </a:lnTo>
                <a:lnTo>
                  <a:pt x="1495905" y="65692"/>
                </a:lnTo>
                <a:lnTo>
                  <a:pt x="1495599" y="66340"/>
                </a:lnTo>
                <a:lnTo>
                  <a:pt x="1495301" y="66996"/>
                </a:lnTo>
                <a:lnTo>
                  <a:pt x="1495011" y="67662"/>
                </a:lnTo>
                <a:lnTo>
                  <a:pt x="1494729" y="68336"/>
                </a:lnTo>
                <a:lnTo>
                  <a:pt x="1494455" y="69019"/>
                </a:lnTo>
                <a:lnTo>
                  <a:pt x="1494189" y="69711"/>
                </a:lnTo>
                <a:lnTo>
                  <a:pt x="1493932" y="70411"/>
                </a:lnTo>
                <a:lnTo>
                  <a:pt x="1493686" y="71119"/>
                </a:lnTo>
                <a:lnTo>
                  <a:pt x="1493451" y="71836"/>
                </a:lnTo>
                <a:lnTo>
                  <a:pt x="1493227" y="72560"/>
                </a:lnTo>
                <a:lnTo>
                  <a:pt x="1493014" y="73292"/>
                </a:lnTo>
                <a:lnTo>
                  <a:pt x="1492812" y="74032"/>
                </a:lnTo>
                <a:lnTo>
                  <a:pt x="1492620" y="74781"/>
                </a:lnTo>
                <a:lnTo>
                  <a:pt x="1492440" y="75537"/>
                </a:lnTo>
                <a:lnTo>
                  <a:pt x="1492270" y="76301"/>
                </a:lnTo>
                <a:lnTo>
                  <a:pt x="1492112" y="77073"/>
                </a:lnTo>
                <a:lnTo>
                  <a:pt x="1491964" y="77853"/>
                </a:lnTo>
                <a:lnTo>
                  <a:pt x="1491828" y="78641"/>
                </a:lnTo>
                <a:lnTo>
                  <a:pt x="1491702" y="79438"/>
                </a:lnTo>
                <a:lnTo>
                  <a:pt x="1491587" y="80242"/>
                </a:lnTo>
                <a:lnTo>
                  <a:pt x="1491483" y="81054"/>
                </a:lnTo>
                <a:lnTo>
                  <a:pt x="1491390" y="81874"/>
                </a:lnTo>
                <a:lnTo>
                  <a:pt x="1491308" y="82702"/>
                </a:lnTo>
                <a:lnTo>
                  <a:pt x="1491237" y="83538"/>
                </a:lnTo>
                <a:lnTo>
                  <a:pt x="1491177" y="84382"/>
                </a:lnTo>
                <a:lnTo>
                  <a:pt x="1491128" y="85234"/>
                </a:lnTo>
                <a:lnTo>
                  <a:pt x="1491090" y="86095"/>
                </a:lnTo>
                <a:lnTo>
                  <a:pt x="1491062" y="86963"/>
                </a:lnTo>
                <a:lnTo>
                  <a:pt x="1491046" y="87839"/>
                </a:lnTo>
                <a:lnTo>
                  <a:pt x="1491041" y="88723"/>
                </a:lnTo>
                <a:lnTo>
                  <a:pt x="1491041" y="92113"/>
                </a:lnTo>
                <a:lnTo>
                  <a:pt x="1491045" y="92878"/>
                </a:lnTo>
                <a:lnTo>
                  <a:pt x="1491060" y="93637"/>
                </a:lnTo>
                <a:lnTo>
                  <a:pt x="1491085" y="94391"/>
                </a:lnTo>
                <a:lnTo>
                  <a:pt x="1491119" y="95141"/>
                </a:lnTo>
                <a:lnTo>
                  <a:pt x="1491163" y="95885"/>
                </a:lnTo>
                <a:lnTo>
                  <a:pt x="1491217" y="96624"/>
                </a:lnTo>
                <a:lnTo>
                  <a:pt x="1491281" y="97358"/>
                </a:lnTo>
                <a:lnTo>
                  <a:pt x="1491354" y="98087"/>
                </a:lnTo>
                <a:lnTo>
                  <a:pt x="1491438" y="98811"/>
                </a:lnTo>
                <a:lnTo>
                  <a:pt x="1491531" y="99530"/>
                </a:lnTo>
                <a:lnTo>
                  <a:pt x="1491634" y="100244"/>
                </a:lnTo>
                <a:lnTo>
                  <a:pt x="1491747" y="100953"/>
                </a:lnTo>
                <a:lnTo>
                  <a:pt x="1491870" y="101657"/>
                </a:lnTo>
                <a:lnTo>
                  <a:pt x="1492002" y="102356"/>
                </a:lnTo>
                <a:lnTo>
                  <a:pt x="1492144" y="103050"/>
                </a:lnTo>
                <a:lnTo>
                  <a:pt x="1492296" y="103739"/>
                </a:lnTo>
                <a:lnTo>
                  <a:pt x="1492458" y="104422"/>
                </a:lnTo>
                <a:lnTo>
                  <a:pt x="1492630" y="105101"/>
                </a:lnTo>
                <a:lnTo>
                  <a:pt x="1492811" y="105774"/>
                </a:lnTo>
                <a:lnTo>
                  <a:pt x="1493003" y="106443"/>
                </a:lnTo>
                <a:lnTo>
                  <a:pt x="1493204" y="107106"/>
                </a:lnTo>
                <a:lnTo>
                  <a:pt x="1493415" y="107765"/>
                </a:lnTo>
                <a:lnTo>
                  <a:pt x="1493636" y="108418"/>
                </a:lnTo>
                <a:lnTo>
                  <a:pt x="1493866" y="109067"/>
                </a:lnTo>
                <a:lnTo>
                  <a:pt x="1494106" y="109709"/>
                </a:lnTo>
                <a:lnTo>
                  <a:pt x="1494354" y="110344"/>
                </a:lnTo>
                <a:lnTo>
                  <a:pt x="1494611" y="110971"/>
                </a:lnTo>
                <a:lnTo>
                  <a:pt x="1494876" y="111592"/>
                </a:lnTo>
                <a:lnTo>
                  <a:pt x="1495150" y="112205"/>
                </a:lnTo>
                <a:lnTo>
                  <a:pt x="1495433" y="112811"/>
                </a:lnTo>
                <a:lnTo>
                  <a:pt x="1495724" y="113409"/>
                </a:lnTo>
                <a:lnTo>
                  <a:pt x="1496023" y="114000"/>
                </a:lnTo>
                <a:lnTo>
                  <a:pt x="1496332" y="114584"/>
                </a:lnTo>
                <a:lnTo>
                  <a:pt x="1496648" y="115161"/>
                </a:lnTo>
                <a:lnTo>
                  <a:pt x="1496973" y="115730"/>
                </a:lnTo>
                <a:lnTo>
                  <a:pt x="1497307" y="116292"/>
                </a:lnTo>
                <a:lnTo>
                  <a:pt x="1497650" y="116847"/>
                </a:lnTo>
                <a:lnTo>
                  <a:pt x="1498000" y="117394"/>
                </a:lnTo>
                <a:lnTo>
                  <a:pt x="1498360" y="117934"/>
                </a:lnTo>
                <a:lnTo>
                  <a:pt x="1498728" y="118467"/>
                </a:lnTo>
                <a:lnTo>
                  <a:pt x="1499104" y="118993"/>
                </a:lnTo>
                <a:lnTo>
                  <a:pt x="1499489" y="119511"/>
                </a:lnTo>
                <a:lnTo>
                  <a:pt x="1499883" y="120022"/>
                </a:lnTo>
                <a:lnTo>
                  <a:pt x="1500285" y="120526"/>
                </a:lnTo>
                <a:lnTo>
                  <a:pt x="1500696" y="121022"/>
                </a:lnTo>
                <a:lnTo>
                  <a:pt x="1501115" y="121512"/>
                </a:lnTo>
                <a:lnTo>
                  <a:pt x="1501543" y="121993"/>
                </a:lnTo>
                <a:lnTo>
                  <a:pt x="1501980" y="122468"/>
                </a:lnTo>
                <a:lnTo>
                  <a:pt x="1502424" y="122934"/>
                </a:lnTo>
                <a:lnTo>
                  <a:pt x="1502875" y="123392"/>
                </a:lnTo>
                <a:lnTo>
                  <a:pt x="1503334" y="123841"/>
                </a:lnTo>
                <a:lnTo>
                  <a:pt x="1503800" y="124281"/>
                </a:lnTo>
                <a:lnTo>
                  <a:pt x="1504274" y="124712"/>
                </a:lnTo>
                <a:lnTo>
                  <a:pt x="1504755" y="125135"/>
                </a:lnTo>
                <a:lnTo>
                  <a:pt x="1505243" y="125548"/>
                </a:lnTo>
                <a:lnTo>
                  <a:pt x="1505738" y="125953"/>
                </a:lnTo>
                <a:lnTo>
                  <a:pt x="1506241" y="126349"/>
                </a:lnTo>
                <a:lnTo>
                  <a:pt x="1506750" y="126736"/>
                </a:lnTo>
                <a:lnTo>
                  <a:pt x="1507268" y="127114"/>
                </a:lnTo>
                <a:lnTo>
                  <a:pt x="1507792" y="127483"/>
                </a:lnTo>
                <a:lnTo>
                  <a:pt x="1508324" y="127844"/>
                </a:lnTo>
                <a:lnTo>
                  <a:pt x="1508863" y="128196"/>
                </a:lnTo>
                <a:lnTo>
                  <a:pt x="1509409" y="128539"/>
                </a:lnTo>
                <a:lnTo>
                  <a:pt x="1509963" y="128873"/>
                </a:lnTo>
                <a:lnTo>
                  <a:pt x="1510524" y="129198"/>
                </a:lnTo>
                <a:lnTo>
                  <a:pt x="1511092" y="129514"/>
                </a:lnTo>
                <a:lnTo>
                  <a:pt x="1511667" y="129822"/>
                </a:lnTo>
                <a:lnTo>
                  <a:pt x="1512250" y="130121"/>
                </a:lnTo>
                <a:lnTo>
                  <a:pt x="1512840" y="130410"/>
                </a:lnTo>
                <a:lnTo>
                  <a:pt x="1513438" y="130692"/>
                </a:lnTo>
                <a:lnTo>
                  <a:pt x="1514042" y="130964"/>
                </a:lnTo>
                <a:lnTo>
                  <a:pt x="1514654" y="131227"/>
                </a:lnTo>
                <a:lnTo>
                  <a:pt x="1515273" y="131481"/>
                </a:lnTo>
                <a:lnTo>
                  <a:pt x="1515897" y="131724"/>
                </a:lnTo>
                <a:lnTo>
                  <a:pt x="1516528" y="131956"/>
                </a:lnTo>
                <a:lnTo>
                  <a:pt x="1517165" y="132177"/>
                </a:lnTo>
                <a:lnTo>
                  <a:pt x="1517807" y="132387"/>
                </a:lnTo>
                <a:lnTo>
                  <a:pt x="1518456" y="132587"/>
                </a:lnTo>
                <a:lnTo>
                  <a:pt x="1519111" y="132776"/>
                </a:lnTo>
                <a:lnTo>
                  <a:pt x="1519772" y="132954"/>
                </a:lnTo>
                <a:lnTo>
                  <a:pt x="1520438" y="133121"/>
                </a:lnTo>
                <a:lnTo>
                  <a:pt x="1521111" y="133278"/>
                </a:lnTo>
                <a:lnTo>
                  <a:pt x="1521790" y="133423"/>
                </a:lnTo>
                <a:lnTo>
                  <a:pt x="1522475" y="133558"/>
                </a:lnTo>
                <a:lnTo>
                  <a:pt x="1523166" y="133682"/>
                </a:lnTo>
                <a:lnTo>
                  <a:pt x="1523863" y="133796"/>
                </a:lnTo>
                <a:lnTo>
                  <a:pt x="1524566" y="133898"/>
                </a:lnTo>
                <a:lnTo>
                  <a:pt x="1525275" y="133990"/>
                </a:lnTo>
                <a:lnTo>
                  <a:pt x="1525990" y="134071"/>
                </a:lnTo>
                <a:lnTo>
                  <a:pt x="1526711" y="134141"/>
                </a:lnTo>
                <a:lnTo>
                  <a:pt x="1527438" y="134200"/>
                </a:lnTo>
                <a:lnTo>
                  <a:pt x="1528171" y="134249"/>
                </a:lnTo>
                <a:lnTo>
                  <a:pt x="1528910" y="134287"/>
                </a:lnTo>
                <a:lnTo>
                  <a:pt x="1529655" y="134314"/>
                </a:lnTo>
                <a:lnTo>
                  <a:pt x="1530406" y="134330"/>
                </a:lnTo>
                <a:lnTo>
                  <a:pt x="1531164" y="134335"/>
                </a:lnTo>
                <a:lnTo>
                  <a:pt x="1531879" y="134331"/>
                </a:lnTo>
                <a:lnTo>
                  <a:pt x="1532587" y="134319"/>
                </a:lnTo>
                <a:lnTo>
                  <a:pt x="1533287" y="134297"/>
                </a:lnTo>
                <a:lnTo>
                  <a:pt x="1533979" y="134268"/>
                </a:lnTo>
                <a:lnTo>
                  <a:pt x="1534663" y="134230"/>
                </a:lnTo>
                <a:lnTo>
                  <a:pt x="1535339" y="134184"/>
                </a:lnTo>
                <a:lnTo>
                  <a:pt x="1536007" y="134129"/>
                </a:lnTo>
                <a:lnTo>
                  <a:pt x="1536667" y="134066"/>
                </a:lnTo>
                <a:lnTo>
                  <a:pt x="1537319" y="133995"/>
                </a:lnTo>
                <a:lnTo>
                  <a:pt x="1537963" y="133915"/>
                </a:lnTo>
                <a:lnTo>
                  <a:pt x="1538599" y="133827"/>
                </a:lnTo>
                <a:lnTo>
                  <a:pt x="1539226" y="133730"/>
                </a:lnTo>
                <a:lnTo>
                  <a:pt x="1539846" y="133625"/>
                </a:lnTo>
                <a:lnTo>
                  <a:pt x="1540458" y="133511"/>
                </a:lnTo>
                <a:lnTo>
                  <a:pt x="1541062" y="133389"/>
                </a:lnTo>
                <a:lnTo>
                  <a:pt x="1541658" y="133259"/>
                </a:lnTo>
                <a:lnTo>
                  <a:pt x="1542247" y="133120"/>
                </a:lnTo>
                <a:lnTo>
                  <a:pt x="1542827" y="132973"/>
                </a:lnTo>
                <a:lnTo>
                  <a:pt x="1543399" y="132817"/>
                </a:lnTo>
                <a:lnTo>
                  <a:pt x="1543963" y="132653"/>
                </a:lnTo>
                <a:lnTo>
                  <a:pt x="1544519" y="132481"/>
                </a:lnTo>
                <a:lnTo>
                  <a:pt x="1545067" y="132300"/>
                </a:lnTo>
                <a:lnTo>
                  <a:pt x="1545607" y="132111"/>
                </a:lnTo>
                <a:lnTo>
                  <a:pt x="1546139" y="131913"/>
                </a:lnTo>
                <a:lnTo>
                  <a:pt x="1546664" y="131709"/>
                </a:lnTo>
                <a:lnTo>
                  <a:pt x="1547182" y="131500"/>
                </a:lnTo>
                <a:lnTo>
                  <a:pt x="1547692" y="131285"/>
                </a:lnTo>
                <a:lnTo>
                  <a:pt x="1548197" y="131066"/>
                </a:lnTo>
                <a:lnTo>
                  <a:pt x="1548694" y="130841"/>
                </a:lnTo>
                <a:lnTo>
                  <a:pt x="1549184" y="130612"/>
                </a:lnTo>
                <a:lnTo>
                  <a:pt x="1549668" y="130377"/>
                </a:lnTo>
                <a:lnTo>
                  <a:pt x="1550144" y="130137"/>
                </a:lnTo>
                <a:lnTo>
                  <a:pt x="1550614" y="129893"/>
                </a:lnTo>
                <a:lnTo>
                  <a:pt x="1551077" y="129643"/>
                </a:lnTo>
                <a:lnTo>
                  <a:pt x="1551533" y="129388"/>
                </a:lnTo>
                <a:lnTo>
                  <a:pt x="1551982" y="129128"/>
                </a:lnTo>
                <a:lnTo>
                  <a:pt x="1552424" y="128863"/>
                </a:lnTo>
                <a:lnTo>
                  <a:pt x="1552860" y="128593"/>
                </a:lnTo>
                <a:lnTo>
                  <a:pt x="1553288" y="128318"/>
                </a:lnTo>
                <a:lnTo>
                  <a:pt x="1553710" y="128038"/>
                </a:lnTo>
                <a:lnTo>
                  <a:pt x="1554125" y="127753"/>
                </a:lnTo>
                <a:lnTo>
                  <a:pt x="1554532" y="127463"/>
                </a:lnTo>
                <a:lnTo>
                  <a:pt x="1554934" y="127168"/>
                </a:lnTo>
                <a:lnTo>
                  <a:pt x="1555328" y="126868"/>
                </a:lnTo>
                <a:lnTo>
                  <a:pt x="1555715" y="126563"/>
                </a:lnTo>
                <a:lnTo>
                  <a:pt x="1556095" y="126252"/>
                </a:lnTo>
                <a:lnTo>
                  <a:pt x="1556469" y="125937"/>
                </a:lnTo>
                <a:lnTo>
                  <a:pt x="1556836" y="125616"/>
                </a:lnTo>
                <a:lnTo>
                  <a:pt x="1557196" y="125293"/>
                </a:lnTo>
                <a:lnTo>
                  <a:pt x="1557552" y="124968"/>
                </a:lnTo>
                <a:lnTo>
                  <a:pt x="1557902" y="124641"/>
                </a:lnTo>
                <a:lnTo>
                  <a:pt x="1558246" y="124314"/>
                </a:lnTo>
                <a:lnTo>
                  <a:pt x="1558586" y="123984"/>
                </a:lnTo>
                <a:lnTo>
                  <a:pt x="1558920" y="123654"/>
                </a:lnTo>
                <a:lnTo>
                  <a:pt x="1559248" y="123322"/>
                </a:lnTo>
                <a:lnTo>
                  <a:pt x="1559572" y="122988"/>
                </a:lnTo>
                <a:lnTo>
                  <a:pt x="1559890" y="122653"/>
                </a:lnTo>
                <a:lnTo>
                  <a:pt x="1560202" y="122317"/>
                </a:lnTo>
                <a:lnTo>
                  <a:pt x="1560510" y="121980"/>
                </a:lnTo>
                <a:lnTo>
                  <a:pt x="1560812" y="121640"/>
                </a:lnTo>
                <a:lnTo>
                  <a:pt x="1561108" y="121300"/>
                </a:lnTo>
                <a:lnTo>
                  <a:pt x="1561400" y="120958"/>
                </a:lnTo>
                <a:lnTo>
                  <a:pt x="1561686" y="120615"/>
                </a:lnTo>
                <a:lnTo>
                  <a:pt x="1561967" y="120270"/>
                </a:lnTo>
                <a:lnTo>
                  <a:pt x="1562242" y="119924"/>
                </a:lnTo>
                <a:lnTo>
                  <a:pt x="1562512" y="119577"/>
                </a:lnTo>
                <a:lnTo>
                  <a:pt x="1562777" y="119228"/>
                </a:lnTo>
                <a:lnTo>
                  <a:pt x="1563036" y="118878"/>
                </a:lnTo>
                <a:lnTo>
                  <a:pt x="1563290" y="118526"/>
                </a:lnTo>
                <a:lnTo>
                  <a:pt x="1563539" y="118173"/>
                </a:lnTo>
                <a:lnTo>
                  <a:pt x="1563783" y="117819"/>
                </a:lnTo>
                <a:lnTo>
                  <a:pt x="1564021" y="117463"/>
                </a:lnTo>
                <a:lnTo>
                  <a:pt x="1554979" y="110278"/>
                </a:lnTo>
                <a:lnTo>
                  <a:pt x="1554634" y="110725"/>
                </a:lnTo>
                <a:lnTo>
                  <a:pt x="1554283" y="111164"/>
                </a:lnTo>
                <a:lnTo>
                  <a:pt x="1553928" y="111596"/>
                </a:lnTo>
                <a:lnTo>
                  <a:pt x="1553568" y="112020"/>
                </a:lnTo>
                <a:lnTo>
                  <a:pt x="1553204" y="112437"/>
                </a:lnTo>
                <a:lnTo>
                  <a:pt x="1552835" y="112846"/>
                </a:lnTo>
                <a:lnTo>
                  <a:pt x="1552461" y="113247"/>
                </a:lnTo>
                <a:lnTo>
                  <a:pt x="1552082" y="113641"/>
                </a:lnTo>
                <a:lnTo>
                  <a:pt x="1551698" y="114028"/>
                </a:lnTo>
                <a:lnTo>
                  <a:pt x="1551310" y="114407"/>
                </a:lnTo>
                <a:lnTo>
                  <a:pt x="1550917" y="114778"/>
                </a:lnTo>
                <a:lnTo>
                  <a:pt x="1550519" y="115142"/>
                </a:lnTo>
                <a:lnTo>
                  <a:pt x="1550116" y="115498"/>
                </a:lnTo>
                <a:lnTo>
                  <a:pt x="1549709" y="115846"/>
                </a:lnTo>
                <a:lnTo>
                  <a:pt x="1549296" y="116187"/>
                </a:lnTo>
                <a:lnTo>
                  <a:pt x="1548879" y="116521"/>
                </a:lnTo>
                <a:lnTo>
                  <a:pt x="1548458" y="116847"/>
                </a:lnTo>
                <a:lnTo>
                  <a:pt x="1548031" y="117165"/>
                </a:lnTo>
                <a:lnTo>
                  <a:pt x="1547600" y="117476"/>
                </a:lnTo>
                <a:lnTo>
                  <a:pt x="1547164" y="117779"/>
                </a:lnTo>
                <a:lnTo>
                  <a:pt x="1546723" y="118074"/>
                </a:lnTo>
                <a:lnTo>
                  <a:pt x="1546277" y="118362"/>
                </a:lnTo>
                <a:lnTo>
                  <a:pt x="1545827" y="118643"/>
                </a:lnTo>
                <a:lnTo>
                  <a:pt x="1545372" y="118916"/>
                </a:lnTo>
                <a:lnTo>
                  <a:pt x="1544910" y="119179"/>
                </a:lnTo>
                <a:lnTo>
                  <a:pt x="1544440" y="119432"/>
                </a:lnTo>
                <a:lnTo>
                  <a:pt x="1543962" y="119673"/>
                </a:lnTo>
                <a:lnTo>
                  <a:pt x="1543475" y="119903"/>
                </a:lnTo>
                <a:lnTo>
                  <a:pt x="1542980" y="120121"/>
                </a:lnTo>
                <a:lnTo>
                  <a:pt x="1542476" y="120329"/>
                </a:lnTo>
                <a:lnTo>
                  <a:pt x="1541964" y="120525"/>
                </a:lnTo>
                <a:lnTo>
                  <a:pt x="1541443" y="120710"/>
                </a:lnTo>
                <a:lnTo>
                  <a:pt x="1540914" y="120884"/>
                </a:lnTo>
                <a:lnTo>
                  <a:pt x="1540377" y="121046"/>
                </a:lnTo>
                <a:lnTo>
                  <a:pt x="1539831" y="121198"/>
                </a:lnTo>
                <a:lnTo>
                  <a:pt x="1539277" y="121338"/>
                </a:lnTo>
                <a:lnTo>
                  <a:pt x="1538714" y="121467"/>
                </a:lnTo>
                <a:lnTo>
                  <a:pt x="1538143" y="121584"/>
                </a:lnTo>
                <a:lnTo>
                  <a:pt x="1537564" y="121691"/>
                </a:lnTo>
                <a:lnTo>
                  <a:pt x="1536976" y="121786"/>
                </a:lnTo>
                <a:lnTo>
                  <a:pt x="1536380" y="121870"/>
                </a:lnTo>
                <a:lnTo>
                  <a:pt x="1535775" y="121943"/>
                </a:lnTo>
                <a:lnTo>
                  <a:pt x="1535162" y="122005"/>
                </a:lnTo>
                <a:lnTo>
                  <a:pt x="1534541" y="122055"/>
                </a:lnTo>
                <a:lnTo>
                  <a:pt x="1533911" y="122095"/>
                </a:lnTo>
                <a:lnTo>
                  <a:pt x="1533273" y="122123"/>
                </a:lnTo>
                <a:lnTo>
                  <a:pt x="1532626" y="122139"/>
                </a:lnTo>
                <a:lnTo>
                  <a:pt x="1531971" y="122145"/>
                </a:lnTo>
                <a:lnTo>
                  <a:pt x="1531462" y="122141"/>
                </a:lnTo>
                <a:lnTo>
                  <a:pt x="1530958" y="122129"/>
                </a:lnTo>
                <a:lnTo>
                  <a:pt x="1530458" y="122108"/>
                </a:lnTo>
                <a:lnTo>
                  <a:pt x="1529963" y="122080"/>
                </a:lnTo>
                <a:lnTo>
                  <a:pt x="1529472" y="122043"/>
                </a:lnTo>
                <a:lnTo>
                  <a:pt x="1528986" y="121999"/>
                </a:lnTo>
                <a:lnTo>
                  <a:pt x="1528505" y="121946"/>
                </a:lnTo>
                <a:lnTo>
                  <a:pt x="1528029" y="121885"/>
                </a:lnTo>
                <a:lnTo>
                  <a:pt x="1527557" y="121816"/>
                </a:lnTo>
                <a:lnTo>
                  <a:pt x="1527089" y="121739"/>
                </a:lnTo>
                <a:lnTo>
                  <a:pt x="1526626" y="121653"/>
                </a:lnTo>
                <a:lnTo>
                  <a:pt x="1526168" y="121560"/>
                </a:lnTo>
                <a:lnTo>
                  <a:pt x="1525715" y="121458"/>
                </a:lnTo>
                <a:lnTo>
                  <a:pt x="1525266" y="121348"/>
                </a:lnTo>
                <a:lnTo>
                  <a:pt x="1524822" y="121231"/>
                </a:lnTo>
                <a:lnTo>
                  <a:pt x="1524382" y="121105"/>
                </a:lnTo>
                <a:lnTo>
                  <a:pt x="1523947" y="120970"/>
                </a:lnTo>
                <a:lnTo>
                  <a:pt x="1523517" y="120828"/>
                </a:lnTo>
                <a:lnTo>
                  <a:pt x="1523091" y="120678"/>
                </a:lnTo>
                <a:lnTo>
                  <a:pt x="1522670" y="120519"/>
                </a:lnTo>
                <a:lnTo>
                  <a:pt x="1522254" y="120353"/>
                </a:lnTo>
                <a:lnTo>
                  <a:pt x="1521842" y="120178"/>
                </a:lnTo>
                <a:lnTo>
                  <a:pt x="1521434" y="119995"/>
                </a:lnTo>
                <a:lnTo>
                  <a:pt x="1521032" y="119804"/>
                </a:lnTo>
                <a:lnTo>
                  <a:pt x="1520634" y="119606"/>
                </a:lnTo>
                <a:lnTo>
                  <a:pt x="1520241" y="119401"/>
                </a:lnTo>
                <a:lnTo>
                  <a:pt x="1519854" y="119191"/>
                </a:lnTo>
                <a:lnTo>
                  <a:pt x="1519471" y="118974"/>
                </a:lnTo>
                <a:lnTo>
                  <a:pt x="1519094" y="118751"/>
                </a:lnTo>
                <a:lnTo>
                  <a:pt x="1518721" y="118522"/>
                </a:lnTo>
                <a:lnTo>
                  <a:pt x="1518353" y="118287"/>
                </a:lnTo>
                <a:lnTo>
                  <a:pt x="1517991" y="118046"/>
                </a:lnTo>
                <a:lnTo>
                  <a:pt x="1517634" y="117798"/>
                </a:lnTo>
                <a:lnTo>
                  <a:pt x="1517281" y="117545"/>
                </a:lnTo>
                <a:lnTo>
                  <a:pt x="1516934" y="117285"/>
                </a:lnTo>
                <a:lnTo>
                  <a:pt x="1516592" y="117019"/>
                </a:lnTo>
                <a:lnTo>
                  <a:pt x="1516254" y="116746"/>
                </a:lnTo>
                <a:lnTo>
                  <a:pt x="1515922" y="116468"/>
                </a:lnTo>
                <a:lnTo>
                  <a:pt x="1515595" y="116184"/>
                </a:lnTo>
                <a:lnTo>
                  <a:pt x="1515273" y="115893"/>
                </a:lnTo>
                <a:lnTo>
                  <a:pt x="1514956" y="115596"/>
                </a:lnTo>
                <a:lnTo>
                  <a:pt x="1514644" y="115293"/>
                </a:lnTo>
                <a:lnTo>
                  <a:pt x="1514337" y="114984"/>
                </a:lnTo>
                <a:lnTo>
                  <a:pt x="1514035" y="114669"/>
                </a:lnTo>
                <a:lnTo>
                  <a:pt x="1513738" y="114347"/>
                </a:lnTo>
                <a:lnTo>
                  <a:pt x="1513447" y="114019"/>
                </a:lnTo>
                <a:lnTo>
                  <a:pt x="1513160" y="113685"/>
                </a:lnTo>
                <a:lnTo>
                  <a:pt x="1512878" y="113345"/>
                </a:lnTo>
                <a:lnTo>
                  <a:pt x="1512602" y="113000"/>
                </a:lnTo>
                <a:lnTo>
                  <a:pt x="1512331" y="112650"/>
                </a:lnTo>
                <a:lnTo>
                  <a:pt x="1512066" y="112295"/>
                </a:lnTo>
                <a:lnTo>
                  <a:pt x="1511806" y="111936"/>
                </a:lnTo>
                <a:lnTo>
                  <a:pt x="1511552" y="111572"/>
                </a:lnTo>
                <a:lnTo>
                  <a:pt x="1511304" y="111204"/>
                </a:lnTo>
                <a:lnTo>
                  <a:pt x="1511061" y="110830"/>
                </a:lnTo>
                <a:lnTo>
                  <a:pt x="1510824" y="110453"/>
                </a:lnTo>
                <a:lnTo>
                  <a:pt x="1510592" y="110070"/>
                </a:lnTo>
                <a:lnTo>
                  <a:pt x="1510366" y="109683"/>
                </a:lnTo>
                <a:lnTo>
                  <a:pt x="1510146" y="109291"/>
                </a:lnTo>
                <a:lnTo>
                  <a:pt x="1509931" y="108895"/>
                </a:lnTo>
                <a:lnTo>
                  <a:pt x="1509722" y="108494"/>
                </a:lnTo>
                <a:lnTo>
                  <a:pt x="1509519" y="108089"/>
                </a:lnTo>
                <a:lnTo>
                  <a:pt x="1509321" y="107679"/>
                </a:lnTo>
                <a:lnTo>
                  <a:pt x="1509129" y="107264"/>
                </a:lnTo>
                <a:lnTo>
                  <a:pt x="1508942" y="106844"/>
                </a:lnTo>
                <a:lnTo>
                  <a:pt x="1508761" y="106420"/>
                </a:lnTo>
                <a:lnTo>
                  <a:pt x="1508585" y="105992"/>
                </a:lnTo>
                <a:lnTo>
                  <a:pt x="1508416" y="105558"/>
                </a:lnTo>
                <a:lnTo>
                  <a:pt x="1508251" y="105120"/>
                </a:lnTo>
                <a:lnTo>
                  <a:pt x="1508093" y="104678"/>
                </a:lnTo>
                <a:lnTo>
                  <a:pt x="1507940" y="104231"/>
                </a:lnTo>
                <a:lnTo>
                  <a:pt x="1507792" y="103779"/>
                </a:lnTo>
                <a:lnTo>
                  <a:pt x="1507650" y="103323"/>
                </a:lnTo>
                <a:lnTo>
                  <a:pt x="1507515" y="102865"/>
                </a:lnTo>
                <a:lnTo>
                  <a:pt x="1507385" y="102405"/>
                </a:lnTo>
                <a:lnTo>
                  <a:pt x="1507262" y="101941"/>
                </a:lnTo>
                <a:lnTo>
                  <a:pt x="1507144" y="101475"/>
                </a:lnTo>
                <a:lnTo>
                  <a:pt x="1507033" y="101006"/>
                </a:lnTo>
                <a:lnTo>
                  <a:pt x="1506927" y="100535"/>
                </a:lnTo>
                <a:lnTo>
                  <a:pt x="1506828" y="100061"/>
                </a:lnTo>
                <a:lnTo>
                  <a:pt x="1506734" y="99584"/>
                </a:lnTo>
                <a:lnTo>
                  <a:pt x="1506647" y="99105"/>
                </a:lnTo>
                <a:lnTo>
                  <a:pt x="1506566" y="98623"/>
                </a:lnTo>
                <a:lnTo>
                  <a:pt x="1506490" y="98138"/>
                </a:lnTo>
                <a:lnTo>
                  <a:pt x="1506421" y="97650"/>
                </a:lnTo>
                <a:lnTo>
                  <a:pt x="1506358" y="97160"/>
                </a:lnTo>
                <a:lnTo>
                  <a:pt x="1506300" y="96668"/>
                </a:lnTo>
                <a:lnTo>
                  <a:pt x="1506249" y="96172"/>
                </a:lnTo>
                <a:lnTo>
                  <a:pt x="1506204" y="95674"/>
                </a:lnTo>
                <a:lnTo>
                  <a:pt x="1506165" y="95174"/>
                </a:lnTo>
                <a:lnTo>
                  <a:pt x="1506132" y="94670"/>
                </a:lnTo>
                <a:lnTo>
                  <a:pt x="1506105" y="94164"/>
                </a:lnTo>
                <a:lnTo>
                  <a:pt x="1506084" y="93655"/>
                </a:lnTo>
                <a:lnTo>
                  <a:pt x="1506069" y="93163"/>
                </a:lnTo>
                <a:lnTo>
                  <a:pt x="1565151" y="93163"/>
                </a:lnTo>
                <a:lnTo>
                  <a:pt x="1565151" y="86472"/>
                </a:lnTo>
                <a:lnTo>
                  <a:pt x="1565147" y="85709"/>
                </a:lnTo>
                <a:lnTo>
                  <a:pt x="1565136" y="84951"/>
                </a:lnTo>
                <a:lnTo>
                  <a:pt x="1565118" y="84197"/>
                </a:lnTo>
                <a:lnTo>
                  <a:pt x="1565093" y="83449"/>
                </a:lnTo>
                <a:close/>
                <a:moveTo>
                  <a:pt x="1506907" y="78446"/>
                </a:moveTo>
                <a:lnTo>
                  <a:pt x="1507010" y="77900"/>
                </a:lnTo>
                <a:lnTo>
                  <a:pt x="1507119" y="77360"/>
                </a:lnTo>
                <a:lnTo>
                  <a:pt x="1507234" y="76826"/>
                </a:lnTo>
                <a:lnTo>
                  <a:pt x="1507354" y="76299"/>
                </a:lnTo>
                <a:lnTo>
                  <a:pt x="1507481" y="75778"/>
                </a:lnTo>
                <a:lnTo>
                  <a:pt x="1507613" y="75264"/>
                </a:lnTo>
                <a:lnTo>
                  <a:pt x="1507752" y="74756"/>
                </a:lnTo>
                <a:lnTo>
                  <a:pt x="1507895" y="74255"/>
                </a:lnTo>
                <a:lnTo>
                  <a:pt x="1508044" y="73760"/>
                </a:lnTo>
                <a:lnTo>
                  <a:pt x="1508197" y="73272"/>
                </a:lnTo>
                <a:lnTo>
                  <a:pt x="1508355" y="72790"/>
                </a:lnTo>
                <a:lnTo>
                  <a:pt x="1508518" y="72314"/>
                </a:lnTo>
                <a:lnTo>
                  <a:pt x="1508685" y="71845"/>
                </a:lnTo>
                <a:lnTo>
                  <a:pt x="1508857" y="71382"/>
                </a:lnTo>
                <a:lnTo>
                  <a:pt x="1509034" y="70926"/>
                </a:lnTo>
                <a:lnTo>
                  <a:pt x="1509216" y="70476"/>
                </a:lnTo>
                <a:lnTo>
                  <a:pt x="1509403" y="70033"/>
                </a:lnTo>
                <a:lnTo>
                  <a:pt x="1509594" y="69596"/>
                </a:lnTo>
                <a:lnTo>
                  <a:pt x="1509790" y="69166"/>
                </a:lnTo>
                <a:lnTo>
                  <a:pt x="1509991" y="68742"/>
                </a:lnTo>
                <a:lnTo>
                  <a:pt x="1510197" y="68324"/>
                </a:lnTo>
                <a:lnTo>
                  <a:pt x="1510407" y="67913"/>
                </a:lnTo>
                <a:lnTo>
                  <a:pt x="1510622" y="67509"/>
                </a:lnTo>
                <a:lnTo>
                  <a:pt x="1510842" y="67110"/>
                </a:lnTo>
                <a:lnTo>
                  <a:pt x="1511067" y="66719"/>
                </a:lnTo>
                <a:lnTo>
                  <a:pt x="1511296" y="66333"/>
                </a:lnTo>
                <a:lnTo>
                  <a:pt x="1511530" y="65954"/>
                </a:lnTo>
                <a:lnTo>
                  <a:pt x="1511769" y="65582"/>
                </a:lnTo>
                <a:lnTo>
                  <a:pt x="1512013" y="65216"/>
                </a:lnTo>
                <a:lnTo>
                  <a:pt x="1512262" y="64857"/>
                </a:lnTo>
                <a:lnTo>
                  <a:pt x="1512515" y="64504"/>
                </a:lnTo>
                <a:lnTo>
                  <a:pt x="1512773" y="64157"/>
                </a:lnTo>
                <a:lnTo>
                  <a:pt x="1513035" y="63818"/>
                </a:lnTo>
                <a:lnTo>
                  <a:pt x="1513301" y="63486"/>
                </a:lnTo>
                <a:lnTo>
                  <a:pt x="1513571" y="63161"/>
                </a:lnTo>
                <a:lnTo>
                  <a:pt x="1513846" y="62844"/>
                </a:lnTo>
                <a:lnTo>
                  <a:pt x="1514124" y="62533"/>
                </a:lnTo>
                <a:lnTo>
                  <a:pt x="1514407" y="62230"/>
                </a:lnTo>
                <a:lnTo>
                  <a:pt x="1514695" y="61934"/>
                </a:lnTo>
                <a:lnTo>
                  <a:pt x="1514986" y="61645"/>
                </a:lnTo>
                <a:lnTo>
                  <a:pt x="1515282" y="61363"/>
                </a:lnTo>
                <a:lnTo>
                  <a:pt x="1515581" y="61088"/>
                </a:lnTo>
                <a:lnTo>
                  <a:pt x="1515885" y="60820"/>
                </a:lnTo>
                <a:lnTo>
                  <a:pt x="1516194" y="60560"/>
                </a:lnTo>
                <a:lnTo>
                  <a:pt x="1516506" y="60306"/>
                </a:lnTo>
                <a:lnTo>
                  <a:pt x="1516823" y="60060"/>
                </a:lnTo>
                <a:lnTo>
                  <a:pt x="1517143" y="59821"/>
                </a:lnTo>
                <a:lnTo>
                  <a:pt x="1517468" y="59589"/>
                </a:lnTo>
                <a:lnTo>
                  <a:pt x="1517798" y="59365"/>
                </a:lnTo>
                <a:lnTo>
                  <a:pt x="1518131" y="59147"/>
                </a:lnTo>
                <a:lnTo>
                  <a:pt x="1518469" y="58937"/>
                </a:lnTo>
                <a:lnTo>
                  <a:pt x="1518811" y="58733"/>
                </a:lnTo>
                <a:lnTo>
                  <a:pt x="1519157" y="58537"/>
                </a:lnTo>
                <a:lnTo>
                  <a:pt x="1519507" y="58348"/>
                </a:lnTo>
                <a:lnTo>
                  <a:pt x="1519861" y="58166"/>
                </a:lnTo>
                <a:lnTo>
                  <a:pt x="1520219" y="57992"/>
                </a:lnTo>
                <a:lnTo>
                  <a:pt x="1520580" y="57825"/>
                </a:lnTo>
                <a:lnTo>
                  <a:pt x="1520944" y="57665"/>
                </a:lnTo>
                <a:lnTo>
                  <a:pt x="1521310" y="57513"/>
                </a:lnTo>
                <a:lnTo>
                  <a:pt x="1521679" y="57368"/>
                </a:lnTo>
                <a:lnTo>
                  <a:pt x="1522051" y="57230"/>
                </a:lnTo>
                <a:lnTo>
                  <a:pt x="1522426" y="57100"/>
                </a:lnTo>
                <a:lnTo>
                  <a:pt x="1522803" y="56978"/>
                </a:lnTo>
                <a:lnTo>
                  <a:pt x="1523184" y="56863"/>
                </a:lnTo>
                <a:lnTo>
                  <a:pt x="1523567" y="56755"/>
                </a:lnTo>
                <a:lnTo>
                  <a:pt x="1523953" y="56655"/>
                </a:lnTo>
                <a:lnTo>
                  <a:pt x="1524342" y="56562"/>
                </a:lnTo>
                <a:lnTo>
                  <a:pt x="1524733" y="56476"/>
                </a:lnTo>
                <a:lnTo>
                  <a:pt x="1525128" y="56398"/>
                </a:lnTo>
                <a:lnTo>
                  <a:pt x="1525525" y="56328"/>
                </a:lnTo>
                <a:lnTo>
                  <a:pt x="1525925" y="56265"/>
                </a:lnTo>
                <a:lnTo>
                  <a:pt x="1526328" y="56209"/>
                </a:lnTo>
                <a:lnTo>
                  <a:pt x="1526733" y="56161"/>
                </a:lnTo>
                <a:lnTo>
                  <a:pt x="1527142" y="56120"/>
                </a:lnTo>
                <a:lnTo>
                  <a:pt x="1527553" y="56086"/>
                </a:lnTo>
                <a:lnTo>
                  <a:pt x="1527967" y="56060"/>
                </a:lnTo>
                <a:lnTo>
                  <a:pt x="1528384" y="56042"/>
                </a:lnTo>
                <a:lnTo>
                  <a:pt x="1528804" y="56031"/>
                </a:lnTo>
                <a:lnTo>
                  <a:pt x="1529226" y="56027"/>
                </a:lnTo>
                <a:lnTo>
                  <a:pt x="1529860" y="56033"/>
                </a:lnTo>
                <a:lnTo>
                  <a:pt x="1530482" y="56051"/>
                </a:lnTo>
                <a:lnTo>
                  <a:pt x="1531093" y="56082"/>
                </a:lnTo>
                <a:lnTo>
                  <a:pt x="1531693" y="56125"/>
                </a:lnTo>
                <a:lnTo>
                  <a:pt x="1532281" y="56181"/>
                </a:lnTo>
                <a:lnTo>
                  <a:pt x="1532859" y="56248"/>
                </a:lnTo>
                <a:lnTo>
                  <a:pt x="1533425" y="56328"/>
                </a:lnTo>
                <a:lnTo>
                  <a:pt x="1533980" y="56420"/>
                </a:lnTo>
                <a:lnTo>
                  <a:pt x="1534524" y="56525"/>
                </a:lnTo>
                <a:lnTo>
                  <a:pt x="1535057" y="56642"/>
                </a:lnTo>
                <a:lnTo>
                  <a:pt x="1535578" y="56771"/>
                </a:lnTo>
                <a:lnTo>
                  <a:pt x="1536088" y="56912"/>
                </a:lnTo>
                <a:lnTo>
                  <a:pt x="1536587" y="57066"/>
                </a:lnTo>
                <a:lnTo>
                  <a:pt x="1537075" y="57232"/>
                </a:lnTo>
                <a:lnTo>
                  <a:pt x="1537551" y="57410"/>
                </a:lnTo>
                <a:lnTo>
                  <a:pt x="1538017" y="57601"/>
                </a:lnTo>
                <a:lnTo>
                  <a:pt x="1538471" y="57804"/>
                </a:lnTo>
                <a:lnTo>
                  <a:pt x="1538914" y="58019"/>
                </a:lnTo>
                <a:lnTo>
                  <a:pt x="1539345" y="58247"/>
                </a:lnTo>
                <a:lnTo>
                  <a:pt x="1539766" y="58487"/>
                </a:lnTo>
                <a:lnTo>
                  <a:pt x="1540175" y="58739"/>
                </a:lnTo>
                <a:lnTo>
                  <a:pt x="1540573" y="59003"/>
                </a:lnTo>
                <a:lnTo>
                  <a:pt x="1540960" y="59280"/>
                </a:lnTo>
                <a:lnTo>
                  <a:pt x="1541336" y="59569"/>
                </a:lnTo>
                <a:lnTo>
                  <a:pt x="1541701" y="59867"/>
                </a:lnTo>
                <a:lnTo>
                  <a:pt x="1542059" y="60172"/>
                </a:lnTo>
                <a:lnTo>
                  <a:pt x="1542408" y="60484"/>
                </a:lnTo>
                <a:lnTo>
                  <a:pt x="1542749" y="60802"/>
                </a:lnTo>
                <a:lnTo>
                  <a:pt x="1543082" y="61128"/>
                </a:lnTo>
                <a:lnTo>
                  <a:pt x="1543407" y="61459"/>
                </a:lnTo>
                <a:lnTo>
                  <a:pt x="1543723" y="61798"/>
                </a:lnTo>
                <a:lnTo>
                  <a:pt x="1544031" y="62143"/>
                </a:lnTo>
                <a:lnTo>
                  <a:pt x="1544331" y="62495"/>
                </a:lnTo>
                <a:lnTo>
                  <a:pt x="1544622" y="62854"/>
                </a:lnTo>
                <a:lnTo>
                  <a:pt x="1544905" y="63219"/>
                </a:lnTo>
                <a:lnTo>
                  <a:pt x="1545180" y="63592"/>
                </a:lnTo>
                <a:lnTo>
                  <a:pt x="1545447" y="63970"/>
                </a:lnTo>
                <a:lnTo>
                  <a:pt x="1545705" y="64356"/>
                </a:lnTo>
                <a:lnTo>
                  <a:pt x="1545955" y="64748"/>
                </a:lnTo>
                <a:lnTo>
                  <a:pt x="1546197" y="65147"/>
                </a:lnTo>
                <a:lnTo>
                  <a:pt x="1546431" y="65553"/>
                </a:lnTo>
                <a:lnTo>
                  <a:pt x="1546656" y="65965"/>
                </a:lnTo>
                <a:lnTo>
                  <a:pt x="1546873" y="66384"/>
                </a:lnTo>
                <a:lnTo>
                  <a:pt x="1547082" y="66810"/>
                </a:lnTo>
                <a:lnTo>
                  <a:pt x="1547282" y="67243"/>
                </a:lnTo>
                <a:lnTo>
                  <a:pt x="1547475" y="67682"/>
                </a:lnTo>
                <a:lnTo>
                  <a:pt x="1547659" y="68128"/>
                </a:lnTo>
                <a:lnTo>
                  <a:pt x="1547834" y="68580"/>
                </a:lnTo>
                <a:lnTo>
                  <a:pt x="1548003" y="69037"/>
                </a:lnTo>
                <a:lnTo>
                  <a:pt x="1548165" y="69495"/>
                </a:lnTo>
                <a:lnTo>
                  <a:pt x="1548322" y="69953"/>
                </a:lnTo>
                <a:lnTo>
                  <a:pt x="1548472" y="70413"/>
                </a:lnTo>
                <a:lnTo>
                  <a:pt x="1548617" y="70874"/>
                </a:lnTo>
                <a:lnTo>
                  <a:pt x="1548755" y="71336"/>
                </a:lnTo>
                <a:lnTo>
                  <a:pt x="1548888" y="71800"/>
                </a:lnTo>
                <a:lnTo>
                  <a:pt x="1549014" y="72264"/>
                </a:lnTo>
                <a:lnTo>
                  <a:pt x="1549134" y="72730"/>
                </a:lnTo>
                <a:lnTo>
                  <a:pt x="1549249" y="73196"/>
                </a:lnTo>
                <a:lnTo>
                  <a:pt x="1549357" y="73664"/>
                </a:lnTo>
                <a:lnTo>
                  <a:pt x="1549459" y="74133"/>
                </a:lnTo>
                <a:lnTo>
                  <a:pt x="1549555" y="74602"/>
                </a:lnTo>
                <a:lnTo>
                  <a:pt x="1549645" y="75073"/>
                </a:lnTo>
                <a:lnTo>
                  <a:pt x="1549730" y="75546"/>
                </a:lnTo>
                <a:lnTo>
                  <a:pt x="1549808" y="76019"/>
                </a:lnTo>
                <a:lnTo>
                  <a:pt x="1549880" y="76493"/>
                </a:lnTo>
                <a:lnTo>
                  <a:pt x="1549946" y="76969"/>
                </a:lnTo>
                <a:lnTo>
                  <a:pt x="1550006" y="77445"/>
                </a:lnTo>
                <a:lnTo>
                  <a:pt x="1550060" y="77923"/>
                </a:lnTo>
                <a:lnTo>
                  <a:pt x="1550108" y="78402"/>
                </a:lnTo>
                <a:lnTo>
                  <a:pt x="1550150" y="78882"/>
                </a:lnTo>
                <a:lnTo>
                  <a:pt x="1550186" y="79363"/>
                </a:lnTo>
                <a:lnTo>
                  <a:pt x="1550216" y="79845"/>
                </a:lnTo>
                <a:lnTo>
                  <a:pt x="1550216" y="80973"/>
                </a:lnTo>
                <a:lnTo>
                  <a:pt x="1506519" y="80973"/>
                </a:lnTo>
                <a:lnTo>
                  <a:pt x="1506554" y="80697"/>
                </a:lnTo>
                <a:lnTo>
                  <a:pt x="1506633" y="80124"/>
                </a:lnTo>
                <a:lnTo>
                  <a:pt x="1506719" y="79559"/>
                </a:lnTo>
                <a:lnTo>
                  <a:pt x="1506810" y="78999"/>
                </a:lnTo>
                <a:lnTo>
                  <a:pt x="1506907" y="78446"/>
                </a:lnTo>
                <a:close/>
                <a:moveTo>
                  <a:pt x="1038146" y="45370"/>
                </a:moveTo>
                <a:lnTo>
                  <a:pt x="1038146" y="132721"/>
                </a:lnTo>
                <a:lnTo>
                  <a:pt x="1053162" y="132721"/>
                </a:lnTo>
                <a:lnTo>
                  <a:pt x="1053162" y="45370"/>
                </a:lnTo>
                <a:lnTo>
                  <a:pt x="1038146" y="45370"/>
                </a:lnTo>
                <a:close/>
                <a:moveTo>
                  <a:pt x="1692712" y="23793"/>
                </a:moveTo>
                <a:lnTo>
                  <a:pt x="1692762" y="24059"/>
                </a:lnTo>
                <a:lnTo>
                  <a:pt x="1692820" y="24322"/>
                </a:lnTo>
                <a:lnTo>
                  <a:pt x="1692886" y="24582"/>
                </a:lnTo>
                <a:lnTo>
                  <a:pt x="1692959" y="24838"/>
                </a:lnTo>
                <a:lnTo>
                  <a:pt x="1693040" y="25090"/>
                </a:lnTo>
                <a:lnTo>
                  <a:pt x="1693128" y="25339"/>
                </a:lnTo>
                <a:lnTo>
                  <a:pt x="1693225" y="25585"/>
                </a:lnTo>
                <a:lnTo>
                  <a:pt x="1693329" y="25827"/>
                </a:lnTo>
                <a:lnTo>
                  <a:pt x="1693441" y="26065"/>
                </a:lnTo>
                <a:lnTo>
                  <a:pt x="1693560" y="26300"/>
                </a:lnTo>
                <a:lnTo>
                  <a:pt x="1693687" y="26532"/>
                </a:lnTo>
                <a:lnTo>
                  <a:pt x="1693822" y="26760"/>
                </a:lnTo>
                <a:lnTo>
                  <a:pt x="1693965" y="26984"/>
                </a:lnTo>
                <a:lnTo>
                  <a:pt x="1694115" y="27205"/>
                </a:lnTo>
                <a:lnTo>
                  <a:pt x="1694273" y="27422"/>
                </a:lnTo>
                <a:lnTo>
                  <a:pt x="1694439" y="27636"/>
                </a:lnTo>
                <a:lnTo>
                  <a:pt x="1694612" y="27847"/>
                </a:lnTo>
                <a:lnTo>
                  <a:pt x="1694793" y="28054"/>
                </a:lnTo>
                <a:lnTo>
                  <a:pt x="1694982" y="28255"/>
                </a:lnTo>
                <a:lnTo>
                  <a:pt x="1695178" y="28447"/>
                </a:lnTo>
                <a:lnTo>
                  <a:pt x="1695382" y="28631"/>
                </a:lnTo>
                <a:lnTo>
                  <a:pt x="1695593" y="28806"/>
                </a:lnTo>
                <a:lnTo>
                  <a:pt x="1695811" y="28973"/>
                </a:lnTo>
                <a:lnTo>
                  <a:pt x="1696037" y="29131"/>
                </a:lnTo>
                <a:lnTo>
                  <a:pt x="1696270" y="29281"/>
                </a:lnTo>
                <a:lnTo>
                  <a:pt x="1696511" y="29422"/>
                </a:lnTo>
                <a:lnTo>
                  <a:pt x="1696759" y="29554"/>
                </a:lnTo>
                <a:lnTo>
                  <a:pt x="1697015" y="29678"/>
                </a:lnTo>
                <a:lnTo>
                  <a:pt x="1697278" y="29794"/>
                </a:lnTo>
                <a:lnTo>
                  <a:pt x="1697548" y="29901"/>
                </a:lnTo>
                <a:lnTo>
                  <a:pt x="1697826" y="29999"/>
                </a:lnTo>
                <a:lnTo>
                  <a:pt x="1698111" y="30089"/>
                </a:lnTo>
                <a:lnTo>
                  <a:pt x="1698404" y="30170"/>
                </a:lnTo>
                <a:lnTo>
                  <a:pt x="1698704" y="30242"/>
                </a:lnTo>
                <a:lnTo>
                  <a:pt x="1699012" y="30307"/>
                </a:lnTo>
                <a:lnTo>
                  <a:pt x="1699327" y="30362"/>
                </a:lnTo>
                <a:lnTo>
                  <a:pt x="1699649" y="30409"/>
                </a:lnTo>
                <a:lnTo>
                  <a:pt x="1699979" y="30448"/>
                </a:lnTo>
                <a:lnTo>
                  <a:pt x="1700316" y="30478"/>
                </a:lnTo>
                <a:lnTo>
                  <a:pt x="1700661" y="30499"/>
                </a:lnTo>
                <a:lnTo>
                  <a:pt x="1701013" y="30512"/>
                </a:lnTo>
                <a:lnTo>
                  <a:pt x="1701373" y="30516"/>
                </a:lnTo>
                <a:lnTo>
                  <a:pt x="1701726" y="30512"/>
                </a:lnTo>
                <a:lnTo>
                  <a:pt x="1702072" y="30499"/>
                </a:lnTo>
                <a:lnTo>
                  <a:pt x="1702412" y="30478"/>
                </a:lnTo>
                <a:lnTo>
                  <a:pt x="1702744" y="30448"/>
                </a:lnTo>
                <a:lnTo>
                  <a:pt x="1703070" y="30409"/>
                </a:lnTo>
                <a:lnTo>
                  <a:pt x="1703389" y="30362"/>
                </a:lnTo>
                <a:lnTo>
                  <a:pt x="1703701" y="30307"/>
                </a:lnTo>
                <a:lnTo>
                  <a:pt x="1704006" y="30242"/>
                </a:lnTo>
                <a:lnTo>
                  <a:pt x="1704304" y="30170"/>
                </a:lnTo>
                <a:lnTo>
                  <a:pt x="1704595" y="30089"/>
                </a:lnTo>
                <a:lnTo>
                  <a:pt x="1704880" y="29999"/>
                </a:lnTo>
                <a:lnTo>
                  <a:pt x="1705157" y="29901"/>
                </a:lnTo>
                <a:lnTo>
                  <a:pt x="1705428" y="29794"/>
                </a:lnTo>
                <a:lnTo>
                  <a:pt x="1705692" y="29678"/>
                </a:lnTo>
                <a:lnTo>
                  <a:pt x="1705949" y="29554"/>
                </a:lnTo>
                <a:lnTo>
                  <a:pt x="1706199" y="29422"/>
                </a:lnTo>
                <a:lnTo>
                  <a:pt x="1706442" y="29281"/>
                </a:lnTo>
                <a:lnTo>
                  <a:pt x="1706678" y="29131"/>
                </a:lnTo>
                <a:lnTo>
                  <a:pt x="1706908" y="28973"/>
                </a:lnTo>
                <a:lnTo>
                  <a:pt x="1707131" y="28806"/>
                </a:lnTo>
                <a:lnTo>
                  <a:pt x="1707346" y="28631"/>
                </a:lnTo>
                <a:lnTo>
                  <a:pt x="1707555" y="28447"/>
                </a:lnTo>
                <a:lnTo>
                  <a:pt x="1707757" y="28255"/>
                </a:lnTo>
                <a:lnTo>
                  <a:pt x="1707952" y="28054"/>
                </a:lnTo>
                <a:lnTo>
                  <a:pt x="1708140" y="27847"/>
                </a:lnTo>
                <a:lnTo>
                  <a:pt x="1708320" y="27636"/>
                </a:lnTo>
                <a:lnTo>
                  <a:pt x="1708492" y="27422"/>
                </a:lnTo>
                <a:lnTo>
                  <a:pt x="1708655" y="27205"/>
                </a:lnTo>
                <a:lnTo>
                  <a:pt x="1708811" y="26984"/>
                </a:lnTo>
                <a:lnTo>
                  <a:pt x="1708959" y="26760"/>
                </a:lnTo>
                <a:lnTo>
                  <a:pt x="1709099" y="26532"/>
                </a:lnTo>
                <a:lnTo>
                  <a:pt x="1709231" y="26300"/>
                </a:lnTo>
                <a:lnTo>
                  <a:pt x="1709355" y="26065"/>
                </a:lnTo>
                <a:lnTo>
                  <a:pt x="1709470" y="25827"/>
                </a:lnTo>
                <a:lnTo>
                  <a:pt x="1709578" y="25585"/>
                </a:lnTo>
                <a:lnTo>
                  <a:pt x="1709678" y="25339"/>
                </a:lnTo>
                <a:lnTo>
                  <a:pt x="1709770" y="25090"/>
                </a:lnTo>
                <a:lnTo>
                  <a:pt x="1709854" y="24838"/>
                </a:lnTo>
                <a:lnTo>
                  <a:pt x="1709930" y="24582"/>
                </a:lnTo>
                <a:lnTo>
                  <a:pt x="1709998" y="24322"/>
                </a:lnTo>
                <a:lnTo>
                  <a:pt x="1710058" y="24059"/>
                </a:lnTo>
                <a:lnTo>
                  <a:pt x="1710109" y="23793"/>
                </a:lnTo>
                <a:lnTo>
                  <a:pt x="1710153" y="23523"/>
                </a:lnTo>
                <a:lnTo>
                  <a:pt x="1710189" y="23249"/>
                </a:lnTo>
                <a:lnTo>
                  <a:pt x="1710217" y="22972"/>
                </a:lnTo>
                <a:lnTo>
                  <a:pt x="1710237" y="22692"/>
                </a:lnTo>
                <a:lnTo>
                  <a:pt x="1710249" y="22408"/>
                </a:lnTo>
                <a:lnTo>
                  <a:pt x="1710253" y="22120"/>
                </a:lnTo>
                <a:lnTo>
                  <a:pt x="1710249" y="21819"/>
                </a:lnTo>
                <a:lnTo>
                  <a:pt x="1710237" y="21522"/>
                </a:lnTo>
                <a:lnTo>
                  <a:pt x="1710217" y="21230"/>
                </a:lnTo>
                <a:lnTo>
                  <a:pt x="1710189" y="20941"/>
                </a:lnTo>
                <a:lnTo>
                  <a:pt x="1710153" y="20655"/>
                </a:lnTo>
                <a:lnTo>
                  <a:pt x="1710109" y="20374"/>
                </a:lnTo>
                <a:lnTo>
                  <a:pt x="1710058" y="20097"/>
                </a:lnTo>
                <a:lnTo>
                  <a:pt x="1709998" y="19824"/>
                </a:lnTo>
                <a:lnTo>
                  <a:pt x="1709930" y="19554"/>
                </a:lnTo>
                <a:lnTo>
                  <a:pt x="1709854" y="19289"/>
                </a:lnTo>
                <a:lnTo>
                  <a:pt x="1709770" y="19027"/>
                </a:lnTo>
                <a:lnTo>
                  <a:pt x="1709678" y="18770"/>
                </a:lnTo>
                <a:lnTo>
                  <a:pt x="1709578" y="18516"/>
                </a:lnTo>
                <a:lnTo>
                  <a:pt x="1709470" y="18266"/>
                </a:lnTo>
                <a:lnTo>
                  <a:pt x="1709355" y="18021"/>
                </a:lnTo>
                <a:lnTo>
                  <a:pt x="1709231" y="17779"/>
                </a:lnTo>
                <a:lnTo>
                  <a:pt x="1709099" y="17541"/>
                </a:lnTo>
                <a:lnTo>
                  <a:pt x="1708959" y="17307"/>
                </a:lnTo>
                <a:lnTo>
                  <a:pt x="1708811" y="17076"/>
                </a:lnTo>
                <a:lnTo>
                  <a:pt x="1708655" y="16850"/>
                </a:lnTo>
                <a:lnTo>
                  <a:pt x="1708492" y="16628"/>
                </a:lnTo>
                <a:lnTo>
                  <a:pt x="1708320" y="16410"/>
                </a:lnTo>
                <a:lnTo>
                  <a:pt x="1708140" y="16195"/>
                </a:lnTo>
                <a:lnTo>
                  <a:pt x="1707952" y="15985"/>
                </a:lnTo>
                <a:lnTo>
                  <a:pt x="1707757" y="15780"/>
                </a:lnTo>
                <a:lnTo>
                  <a:pt x="1707555" y="15585"/>
                </a:lnTo>
                <a:lnTo>
                  <a:pt x="1707346" y="15398"/>
                </a:lnTo>
                <a:lnTo>
                  <a:pt x="1707131" y="15220"/>
                </a:lnTo>
                <a:lnTo>
                  <a:pt x="1706908" y="15050"/>
                </a:lnTo>
                <a:lnTo>
                  <a:pt x="1706678" y="14890"/>
                </a:lnTo>
                <a:lnTo>
                  <a:pt x="1706442" y="14738"/>
                </a:lnTo>
                <a:lnTo>
                  <a:pt x="1706199" y="14594"/>
                </a:lnTo>
                <a:lnTo>
                  <a:pt x="1705949" y="14460"/>
                </a:lnTo>
                <a:lnTo>
                  <a:pt x="1705692" y="14334"/>
                </a:lnTo>
                <a:lnTo>
                  <a:pt x="1705428" y="14216"/>
                </a:lnTo>
                <a:lnTo>
                  <a:pt x="1705157" y="14108"/>
                </a:lnTo>
                <a:lnTo>
                  <a:pt x="1704880" y="14008"/>
                </a:lnTo>
                <a:lnTo>
                  <a:pt x="1704595" y="13916"/>
                </a:lnTo>
                <a:lnTo>
                  <a:pt x="1704304" y="13834"/>
                </a:lnTo>
                <a:lnTo>
                  <a:pt x="1704006" y="13760"/>
                </a:lnTo>
                <a:lnTo>
                  <a:pt x="1703701" y="13695"/>
                </a:lnTo>
                <a:lnTo>
                  <a:pt x="1703389" y="13638"/>
                </a:lnTo>
                <a:lnTo>
                  <a:pt x="1703070" y="13591"/>
                </a:lnTo>
                <a:lnTo>
                  <a:pt x="1702744" y="13551"/>
                </a:lnTo>
                <a:lnTo>
                  <a:pt x="1702412" y="13521"/>
                </a:lnTo>
                <a:lnTo>
                  <a:pt x="1702072" y="13499"/>
                </a:lnTo>
                <a:lnTo>
                  <a:pt x="1701726" y="13486"/>
                </a:lnTo>
                <a:lnTo>
                  <a:pt x="1701373" y="13482"/>
                </a:lnTo>
                <a:lnTo>
                  <a:pt x="1701013" y="13486"/>
                </a:lnTo>
                <a:lnTo>
                  <a:pt x="1700661" y="13499"/>
                </a:lnTo>
                <a:lnTo>
                  <a:pt x="1700316" y="13521"/>
                </a:lnTo>
                <a:lnTo>
                  <a:pt x="1699979" y="13551"/>
                </a:lnTo>
                <a:lnTo>
                  <a:pt x="1699649" y="13591"/>
                </a:lnTo>
                <a:lnTo>
                  <a:pt x="1699327" y="13638"/>
                </a:lnTo>
                <a:lnTo>
                  <a:pt x="1699012" y="13695"/>
                </a:lnTo>
                <a:lnTo>
                  <a:pt x="1698704" y="13760"/>
                </a:lnTo>
                <a:lnTo>
                  <a:pt x="1698404" y="13834"/>
                </a:lnTo>
                <a:lnTo>
                  <a:pt x="1698111" y="13916"/>
                </a:lnTo>
                <a:lnTo>
                  <a:pt x="1697826" y="14008"/>
                </a:lnTo>
                <a:lnTo>
                  <a:pt x="1697548" y="14108"/>
                </a:lnTo>
                <a:lnTo>
                  <a:pt x="1697278" y="14216"/>
                </a:lnTo>
                <a:lnTo>
                  <a:pt x="1697015" y="14334"/>
                </a:lnTo>
                <a:lnTo>
                  <a:pt x="1696759" y="14460"/>
                </a:lnTo>
                <a:lnTo>
                  <a:pt x="1696511" y="14594"/>
                </a:lnTo>
                <a:lnTo>
                  <a:pt x="1696270" y="14738"/>
                </a:lnTo>
                <a:lnTo>
                  <a:pt x="1696037" y="14890"/>
                </a:lnTo>
                <a:lnTo>
                  <a:pt x="1695811" y="15050"/>
                </a:lnTo>
                <a:lnTo>
                  <a:pt x="1695593" y="15220"/>
                </a:lnTo>
                <a:lnTo>
                  <a:pt x="1695382" y="15398"/>
                </a:lnTo>
                <a:lnTo>
                  <a:pt x="1695178" y="15585"/>
                </a:lnTo>
                <a:lnTo>
                  <a:pt x="1694982" y="15780"/>
                </a:lnTo>
                <a:lnTo>
                  <a:pt x="1694793" y="15985"/>
                </a:lnTo>
                <a:lnTo>
                  <a:pt x="1694612" y="16195"/>
                </a:lnTo>
                <a:lnTo>
                  <a:pt x="1694439" y="16410"/>
                </a:lnTo>
                <a:lnTo>
                  <a:pt x="1694273" y="16628"/>
                </a:lnTo>
                <a:lnTo>
                  <a:pt x="1694115" y="16850"/>
                </a:lnTo>
                <a:lnTo>
                  <a:pt x="1693965" y="17076"/>
                </a:lnTo>
                <a:lnTo>
                  <a:pt x="1693822" y="17307"/>
                </a:lnTo>
                <a:lnTo>
                  <a:pt x="1693687" y="17541"/>
                </a:lnTo>
                <a:lnTo>
                  <a:pt x="1693560" y="17779"/>
                </a:lnTo>
                <a:lnTo>
                  <a:pt x="1693441" y="18021"/>
                </a:lnTo>
                <a:lnTo>
                  <a:pt x="1693329" y="18266"/>
                </a:lnTo>
                <a:lnTo>
                  <a:pt x="1693225" y="18516"/>
                </a:lnTo>
                <a:lnTo>
                  <a:pt x="1693128" y="18770"/>
                </a:lnTo>
                <a:lnTo>
                  <a:pt x="1693040" y="19027"/>
                </a:lnTo>
                <a:lnTo>
                  <a:pt x="1692959" y="19289"/>
                </a:lnTo>
                <a:lnTo>
                  <a:pt x="1692886" y="19554"/>
                </a:lnTo>
                <a:lnTo>
                  <a:pt x="1692820" y="19824"/>
                </a:lnTo>
                <a:lnTo>
                  <a:pt x="1692762" y="20097"/>
                </a:lnTo>
                <a:lnTo>
                  <a:pt x="1692712" y="20374"/>
                </a:lnTo>
                <a:lnTo>
                  <a:pt x="1692670" y="20655"/>
                </a:lnTo>
                <a:lnTo>
                  <a:pt x="1692635" y="20941"/>
                </a:lnTo>
                <a:lnTo>
                  <a:pt x="1692608" y="21230"/>
                </a:lnTo>
                <a:lnTo>
                  <a:pt x="1692589" y="21522"/>
                </a:lnTo>
                <a:lnTo>
                  <a:pt x="1692577" y="21819"/>
                </a:lnTo>
                <a:lnTo>
                  <a:pt x="1692573" y="22120"/>
                </a:lnTo>
                <a:lnTo>
                  <a:pt x="1692577" y="22408"/>
                </a:lnTo>
                <a:lnTo>
                  <a:pt x="1692589" y="22692"/>
                </a:lnTo>
                <a:lnTo>
                  <a:pt x="1692608" y="22972"/>
                </a:lnTo>
                <a:lnTo>
                  <a:pt x="1692635" y="23249"/>
                </a:lnTo>
                <a:lnTo>
                  <a:pt x="1692670" y="23523"/>
                </a:lnTo>
                <a:lnTo>
                  <a:pt x="1692712" y="23793"/>
                </a:lnTo>
                <a:close/>
                <a:moveTo>
                  <a:pt x="1652203" y="69234"/>
                </a:moveTo>
                <a:lnTo>
                  <a:pt x="1652360" y="68925"/>
                </a:lnTo>
                <a:lnTo>
                  <a:pt x="1652522" y="68621"/>
                </a:lnTo>
                <a:lnTo>
                  <a:pt x="1652688" y="68320"/>
                </a:lnTo>
                <a:lnTo>
                  <a:pt x="1652857" y="68023"/>
                </a:lnTo>
                <a:lnTo>
                  <a:pt x="1653031" y="67730"/>
                </a:lnTo>
                <a:lnTo>
                  <a:pt x="1653209" y="67440"/>
                </a:lnTo>
                <a:lnTo>
                  <a:pt x="1653391" y="67154"/>
                </a:lnTo>
                <a:lnTo>
                  <a:pt x="1653577" y="66872"/>
                </a:lnTo>
                <a:lnTo>
                  <a:pt x="1653767" y="66594"/>
                </a:lnTo>
                <a:lnTo>
                  <a:pt x="1653962" y="66320"/>
                </a:lnTo>
                <a:lnTo>
                  <a:pt x="1654160" y="66049"/>
                </a:lnTo>
                <a:lnTo>
                  <a:pt x="1654362" y="65783"/>
                </a:lnTo>
                <a:lnTo>
                  <a:pt x="1654569" y="65520"/>
                </a:lnTo>
                <a:lnTo>
                  <a:pt x="1654779" y="65260"/>
                </a:lnTo>
                <a:lnTo>
                  <a:pt x="1654993" y="65005"/>
                </a:lnTo>
                <a:lnTo>
                  <a:pt x="1655212" y="64753"/>
                </a:lnTo>
                <a:lnTo>
                  <a:pt x="1655435" y="64505"/>
                </a:lnTo>
                <a:lnTo>
                  <a:pt x="1655661" y="64261"/>
                </a:lnTo>
                <a:lnTo>
                  <a:pt x="1655892" y="64021"/>
                </a:lnTo>
                <a:lnTo>
                  <a:pt x="1656127" y="63786"/>
                </a:lnTo>
                <a:lnTo>
                  <a:pt x="1656367" y="63555"/>
                </a:lnTo>
                <a:lnTo>
                  <a:pt x="1656610" y="63328"/>
                </a:lnTo>
                <a:lnTo>
                  <a:pt x="1656858" y="63106"/>
                </a:lnTo>
                <a:lnTo>
                  <a:pt x="1657109" y="62889"/>
                </a:lnTo>
                <a:lnTo>
                  <a:pt x="1657366" y="62676"/>
                </a:lnTo>
                <a:lnTo>
                  <a:pt x="1657626" y="62467"/>
                </a:lnTo>
                <a:lnTo>
                  <a:pt x="1657890" y="62263"/>
                </a:lnTo>
                <a:lnTo>
                  <a:pt x="1658159" y="62064"/>
                </a:lnTo>
                <a:lnTo>
                  <a:pt x="1658432" y="61869"/>
                </a:lnTo>
                <a:lnTo>
                  <a:pt x="1658709" y="61678"/>
                </a:lnTo>
                <a:lnTo>
                  <a:pt x="1658990" y="61492"/>
                </a:lnTo>
                <a:lnTo>
                  <a:pt x="1659276" y="61310"/>
                </a:lnTo>
                <a:lnTo>
                  <a:pt x="1659565" y="61133"/>
                </a:lnTo>
                <a:lnTo>
                  <a:pt x="1659859" y="60960"/>
                </a:lnTo>
                <a:lnTo>
                  <a:pt x="1660157" y="60792"/>
                </a:lnTo>
                <a:lnTo>
                  <a:pt x="1660460" y="60629"/>
                </a:lnTo>
                <a:lnTo>
                  <a:pt x="1660766" y="60469"/>
                </a:lnTo>
                <a:lnTo>
                  <a:pt x="1661077" y="60315"/>
                </a:lnTo>
                <a:lnTo>
                  <a:pt x="1661392" y="60164"/>
                </a:lnTo>
                <a:lnTo>
                  <a:pt x="1661711" y="60019"/>
                </a:lnTo>
                <a:lnTo>
                  <a:pt x="1662034" y="59877"/>
                </a:lnTo>
                <a:lnTo>
                  <a:pt x="1662362" y="59740"/>
                </a:lnTo>
                <a:lnTo>
                  <a:pt x="1662694" y="59609"/>
                </a:lnTo>
                <a:lnTo>
                  <a:pt x="1663030" y="59483"/>
                </a:lnTo>
                <a:lnTo>
                  <a:pt x="1663370" y="59362"/>
                </a:lnTo>
                <a:lnTo>
                  <a:pt x="1663714" y="59247"/>
                </a:lnTo>
                <a:lnTo>
                  <a:pt x="1664063" y="59138"/>
                </a:lnTo>
                <a:lnTo>
                  <a:pt x="1664416" y="59034"/>
                </a:lnTo>
                <a:lnTo>
                  <a:pt x="1664773" y="58936"/>
                </a:lnTo>
                <a:lnTo>
                  <a:pt x="1665134" y="58843"/>
                </a:lnTo>
                <a:lnTo>
                  <a:pt x="1665499" y="58757"/>
                </a:lnTo>
                <a:lnTo>
                  <a:pt x="1665869" y="58675"/>
                </a:lnTo>
                <a:lnTo>
                  <a:pt x="1666243" y="58600"/>
                </a:lnTo>
                <a:lnTo>
                  <a:pt x="1666621" y="58530"/>
                </a:lnTo>
                <a:lnTo>
                  <a:pt x="1667003" y="58465"/>
                </a:lnTo>
                <a:lnTo>
                  <a:pt x="1667389" y="58406"/>
                </a:lnTo>
                <a:lnTo>
                  <a:pt x="1667780" y="58353"/>
                </a:lnTo>
                <a:lnTo>
                  <a:pt x="1668175" y="58305"/>
                </a:lnTo>
                <a:lnTo>
                  <a:pt x="1668574" y="58263"/>
                </a:lnTo>
                <a:lnTo>
                  <a:pt x="1668977" y="58227"/>
                </a:lnTo>
                <a:lnTo>
                  <a:pt x="1669384" y="58196"/>
                </a:lnTo>
                <a:lnTo>
                  <a:pt x="1669796" y="58171"/>
                </a:lnTo>
                <a:lnTo>
                  <a:pt x="1670212" y="58151"/>
                </a:lnTo>
                <a:lnTo>
                  <a:pt x="1670632" y="58137"/>
                </a:lnTo>
                <a:lnTo>
                  <a:pt x="1671056" y="58129"/>
                </a:lnTo>
                <a:lnTo>
                  <a:pt x="1671485" y="58126"/>
                </a:lnTo>
                <a:lnTo>
                  <a:pt x="1671659" y="58126"/>
                </a:lnTo>
                <a:lnTo>
                  <a:pt x="1671831" y="58127"/>
                </a:lnTo>
                <a:lnTo>
                  <a:pt x="1672002" y="58128"/>
                </a:lnTo>
                <a:lnTo>
                  <a:pt x="1672172" y="58129"/>
                </a:lnTo>
                <a:lnTo>
                  <a:pt x="1672340" y="58131"/>
                </a:lnTo>
                <a:lnTo>
                  <a:pt x="1672506" y="58133"/>
                </a:lnTo>
                <a:lnTo>
                  <a:pt x="1672671" y="58136"/>
                </a:lnTo>
                <a:lnTo>
                  <a:pt x="1672835" y="58139"/>
                </a:lnTo>
                <a:lnTo>
                  <a:pt x="1672996" y="58143"/>
                </a:lnTo>
                <a:lnTo>
                  <a:pt x="1673157" y="58147"/>
                </a:lnTo>
                <a:lnTo>
                  <a:pt x="1673315" y="58151"/>
                </a:lnTo>
                <a:lnTo>
                  <a:pt x="1673473" y="58156"/>
                </a:lnTo>
                <a:lnTo>
                  <a:pt x="1673628" y="58161"/>
                </a:lnTo>
                <a:lnTo>
                  <a:pt x="1673782" y="58167"/>
                </a:lnTo>
                <a:lnTo>
                  <a:pt x="1673935" y="58173"/>
                </a:lnTo>
                <a:lnTo>
                  <a:pt x="1674086" y="58180"/>
                </a:lnTo>
                <a:lnTo>
                  <a:pt x="1674235" y="58187"/>
                </a:lnTo>
                <a:lnTo>
                  <a:pt x="1674383" y="58194"/>
                </a:lnTo>
                <a:lnTo>
                  <a:pt x="1674530" y="58202"/>
                </a:lnTo>
                <a:lnTo>
                  <a:pt x="1674675" y="58210"/>
                </a:lnTo>
                <a:lnTo>
                  <a:pt x="1674818" y="58219"/>
                </a:lnTo>
                <a:lnTo>
                  <a:pt x="1674960" y="58228"/>
                </a:lnTo>
                <a:lnTo>
                  <a:pt x="1675100" y="58237"/>
                </a:lnTo>
                <a:lnTo>
                  <a:pt x="1675239" y="58247"/>
                </a:lnTo>
                <a:lnTo>
                  <a:pt x="1675377" y="58258"/>
                </a:lnTo>
                <a:lnTo>
                  <a:pt x="1675516" y="58269"/>
                </a:lnTo>
                <a:lnTo>
                  <a:pt x="1675655" y="58282"/>
                </a:lnTo>
                <a:lnTo>
                  <a:pt x="1675796" y="58295"/>
                </a:lnTo>
                <a:lnTo>
                  <a:pt x="1675937" y="58310"/>
                </a:lnTo>
                <a:lnTo>
                  <a:pt x="1676079" y="58325"/>
                </a:lnTo>
                <a:lnTo>
                  <a:pt x="1676221" y="58342"/>
                </a:lnTo>
                <a:lnTo>
                  <a:pt x="1676364" y="58359"/>
                </a:lnTo>
                <a:lnTo>
                  <a:pt x="1676508" y="58378"/>
                </a:lnTo>
                <a:lnTo>
                  <a:pt x="1676653" y="58397"/>
                </a:lnTo>
                <a:lnTo>
                  <a:pt x="1676798" y="58417"/>
                </a:lnTo>
                <a:lnTo>
                  <a:pt x="1676944" y="58439"/>
                </a:lnTo>
                <a:lnTo>
                  <a:pt x="1677091" y="58461"/>
                </a:lnTo>
                <a:lnTo>
                  <a:pt x="1677238" y="58484"/>
                </a:lnTo>
                <a:lnTo>
                  <a:pt x="1677386" y="58509"/>
                </a:lnTo>
                <a:lnTo>
                  <a:pt x="1677535" y="58534"/>
                </a:lnTo>
                <a:lnTo>
                  <a:pt x="1677684" y="58560"/>
                </a:lnTo>
                <a:lnTo>
                  <a:pt x="1677834" y="58588"/>
                </a:lnTo>
                <a:lnTo>
                  <a:pt x="1677985" y="58616"/>
                </a:lnTo>
                <a:lnTo>
                  <a:pt x="1678137" y="58645"/>
                </a:lnTo>
                <a:lnTo>
                  <a:pt x="1678289" y="58675"/>
                </a:lnTo>
                <a:lnTo>
                  <a:pt x="1678442" y="58706"/>
                </a:lnTo>
                <a:lnTo>
                  <a:pt x="1678596" y="58739"/>
                </a:lnTo>
                <a:lnTo>
                  <a:pt x="1678750" y="58772"/>
                </a:lnTo>
                <a:lnTo>
                  <a:pt x="1678831" y="44886"/>
                </a:lnTo>
                <a:lnTo>
                  <a:pt x="1678761" y="44853"/>
                </a:lnTo>
                <a:lnTo>
                  <a:pt x="1678687" y="44819"/>
                </a:lnTo>
                <a:lnTo>
                  <a:pt x="1678609" y="44786"/>
                </a:lnTo>
                <a:lnTo>
                  <a:pt x="1678526" y="44753"/>
                </a:lnTo>
                <a:lnTo>
                  <a:pt x="1678439" y="44720"/>
                </a:lnTo>
                <a:lnTo>
                  <a:pt x="1678347" y="44687"/>
                </a:lnTo>
                <a:lnTo>
                  <a:pt x="1678250" y="44654"/>
                </a:lnTo>
                <a:lnTo>
                  <a:pt x="1678149" y="44621"/>
                </a:lnTo>
                <a:lnTo>
                  <a:pt x="1678044" y="44589"/>
                </a:lnTo>
                <a:lnTo>
                  <a:pt x="1677934" y="44557"/>
                </a:lnTo>
                <a:lnTo>
                  <a:pt x="1677820" y="44525"/>
                </a:lnTo>
                <a:lnTo>
                  <a:pt x="1677701" y="44493"/>
                </a:lnTo>
                <a:lnTo>
                  <a:pt x="1677577" y="44461"/>
                </a:lnTo>
                <a:lnTo>
                  <a:pt x="1677450" y="44429"/>
                </a:lnTo>
                <a:lnTo>
                  <a:pt x="1677317" y="44397"/>
                </a:lnTo>
                <a:lnTo>
                  <a:pt x="1677181" y="44366"/>
                </a:lnTo>
                <a:lnTo>
                  <a:pt x="1677039" y="44335"/>
                </a:lnTo>
                <a:lnTo>
                  <a:pt x="1676893" y="44303"/>
                </a:lnTo>
                <a:lnTo>
                  <a:pt x="1676743" y="44272"/>
                </a:lnTo>
                <a:lnTo>
                  <a:pt x="1676588" y="44241"/>
                </a:lnTo>
                <a:lnTo>
                  <a:pt x="1676429" y="44211"/>
                </a:lnTo>
                <a:lnTo>
                  <a:pt x="1676266" y="44180"/>
                </a:lnTo>
                <a:lnTo>
                  <a:pt x="1676097" y="44149"/>
                </a:lnTo>
                <a:lnTo>
                  <a:pt x="1675925" y="44119"/>
                </a:lnTo>
                <a:lnTo>
                  <a:pt x="1675751" y="44090"/>
                </a:lnTo>
                <a:lnTo>
                  <a:pt x="1675578" y="44061"/>
                </a:lnTo>
                <a:lnTo>
                  <a:pt x="1675408" y="44034"/>
                </a:lnTo>
                <a:lnTo>
                  <a:pt x="1675239" y="44008"/>
                </a:lnTo>
                <a:lnTo>
                  <a:pt x="1675071" y="43984"/>
                </a:lnTo>
                <a:lnTo>
                  <a:pt x="1674905" y="43960"/>
                </a:lnTo>
                <a:lnTo>
                  <a:pt x="1674742" y="43938"/>
                </a:lnTo>
                <a:lnTo>
                  <a:pt x="1674579" y="43917"/>
                </a:lnTo>
                <a:lnTo>
                  <a:pt x="1674419" y="43898"/>
                </a:lnTo>
                <a:lnTo>
                  <a:pt x="1674260" y="43879"/>
                </a:lnTo>
                <a:lnTo>
                  <a:pt x="1674102" y="43862"/>
                </a:lnTo>
                <a:lnTo>
                  <a:pt x="1673947" y="43847"/>
                </a:lnTo>
                <a:lnTo>
                  <a:pt x="1673793" y="43832"/>
                </a:lnTo>
                <a:lnTo>
                  <a:pt x="1673641" y="43819"/>
                </a:lnTo>
                <a:lnTo>
                  <a:pt x="1673490" y="43807"/>
                </a:lnTo>
                <a:lnTo>
                  <a:pt x="1673341" y="43796"/>
                </a:lnTo>
                <a:lnTo>
                  <a:pt x="1673194" y="43787"/>
                </a:lnTo>
                <a:lnTo>
                  <a:pt x="1673049" y="43779"/>
                </a:lnTo>
                <a:lnTo>
                  <a:pt x="1672905" y="43772"/>
                </a:lnTo>
                <a:lnTo>
                  <a:pt x="1672763" y="43766"/>
                </a:lnTo>
                <a:lnTo>
                  <a:pt x="1672622" y="43762"/>
                </a:lnTo>
                <a:lnTo>
                  <a:pt x="1672484" y="43758"/>
                </a:lnTo>
                <a:lnTo>
                  <a:pt x="1672347" y="43756"/>
                </a:lnTo>
                <a:lnTo>
                  <a:pt x="1672211" y="43756"/>
                </a:lnTo>
                <a:lnTo>
                  <a:pt x="1671623" y="43761"/>
                </a:lnTo>
                <a:lnTo>
                  <a:pt x="1671041" y="43777"/>
                </a:lnTo>
                <a:lnTo>
                  <a:pt x="1670466" y="43803"/>
                </a:lnTo>
                <a:lnTo>
                  <a:pt x="1669898" y="43840"/>
                </a:lnTo>
                <a:lnTo>
                  <a:pt x="1669337" y="43887"/>
                </a:lnTo>
                <a:lnTo>
                  <a:pt x="1668783" y="43945"/>
                </a:lnTo>
                <a:lnTo>
                  <a:pt x="1668235" y="44013"/>
                </a:lnTo>
                <a:lnTo>
                  <a:pt x="1667695" y="44092"/>
                </a:lnTo>
                <a:lnTo>
                  <a:pt x="1667161" y="44182"/>
                </a:lnTo>
                <a:lnTo>
                  <a:pt x="1666634" y="44281"/>
                </a:lnTo>
                <a:lnTo>
                  <a:pt x="1666114" y="44392"/>
                </a:lnTo>
                <a:lnTo>
                  <a:pt x="1665601" y="44513"/>
                </a:lnTo>
                <a:lnTo>
                  <a:pt x="1665095" y="44644"/>
                </a:lnTo>
                <a:lnTo>
                  <a:pt x="1664596" y="44786"/>
                </a:lnTo>
                <a:lnTo>
                  <a:pt x="1664103" y="44938"/>
                </a:lnTo>
                <a:lnTo>
                  <a:pt x="1663618" y="45101"/>
                </a:lnTo>
                <a:lnTo>
                  <a:pt x="1663139" y="45275"/>
                </a:lnTo>
                <a:lnTo>
                  <a:pt x="1662667" y="45459"/>
                </a:lnTo>
                <a:lnTo>
                  <a:pt x="1662202" y="45653"/>
                </a:lnTo>
                <a:lnTo>
                  <a:pt x="1661744" y="45858"/>
                </a:lnTo>
                <a:lnTo>
                  <a:pt x="1661293" y="46074"/>
                </a:lnTo>
                <a:lnTo>
                  <a:pt x="1660849" y="46300"/>
                </a:lnTo>
                <a:lnTo>
                  <a:pt x="1660411" y="46536"/>
                </a:lnTo>
                <a:lnTo>
                  <a:pt x="1659980" y="46783"/>
                </a:lnTo>
                <a:lnTo>
                  <a:pt x="1659556" y="47040"/>
                </a:lnTo>
                <a:lnTo>
                  <a:pt x="1659139" y="47304"/>
                </a:lnTo>
                <a:lnTo>
                  <a:pt x="1658727" y="47577"/>
                </a:lnTo>
                <a:lnTo>
                  <a:pt x="1658322" y="47857"/>
                </a:lnTo>
                <a:lnTo>
                  <a:pt x="1657923" y="48146"/>
                </a:lnTo>
                <a:lnTo>
                  <a:pt x="1657531" y="48443"/>
                </a:lnTo>
                <a:lnTo>
                  <a:pt x="1657145" y="48748"/>
                </a:lnTo>
                <a:lnTo>
                  <a:pt x="1656765" y="49062"/>
                </a:lnTo>
                <a:lnTo>
                  <a:pt x="1656391" y="49383"/>
                </a:lnTo>
                <a:lnTo>
                  <a:pt x="1656024" y="49713"/>
                </a:lnTo>
                <a:lnTo>
                  <a:pt x="1655663" y="50050"/>
                </a:lnTo>
                <a:lnTo>
                  <a:pt x="1655308" y="50396"/>
                </a:lnTo>
                <a:lnTo>
                  <a:pt x="1654960" y="50750"/>
                </a:lnTo>
                <a:lnTo>
                  <a:pt x="1654618" y="51112"/>
                </a:lnTo>
                <a:lnTo>
                  <a:pt x="1654282" y="51482"/>
                </a:lnTo>
                <a:lnTo>
                  <a:pt x="1653953" y="51860"/>
                </a:lnTo>
                <a:lnTo>
                  <a:pt x="1653629" y="52247"/>
                </a:lnTo>
                <a:lnTo>
                  <a:pt x="1653313" y="52641"/>
                </a:lnTo>
                <a:lnTo>
                  <a:pt x="1653002" y="53044"/>
                </a:lnTo>
                <a:lnTo>
                  <a:pt x="1652698" y="53455"/>
                </a:lnTo>
                <a:lnTo>
                  <a:pt x="1652400" y="53874"/>
                </a:lnTo>
                <a:lnTo>
                  <a:pt x="1652108" y="54301"/>
                </a:lnTo>
                <a:lnTo>
                  <a:pt x="1651823" y="54736"/>
                </a:lnTo>
                <a:lnTo>
                  <a:pt x="1651544" y="55179"/>
                </a:lnTo>
                <a:lnTo>
                  <a:pt x="1651434" y="55360"/>
                </a:lnTo>
                <a:lnTo>
                  <a:pt x="1651140" y="45370"/>
                </a:lnTo>
                <a:lnTo>
                  <a:pt x="1636609" y="45370"/>
                </a:lnTo>
                <a:lnTo>
                  <a:pt x="1636609" y="132721"/>
                </a:lnTo>
                <a:lnTo>
                  <a:pt x="1651544" y="132721"/>
                </a:lnTo>
                <a:lnTo>
                  <a:pt x="1651544" y="70669"/>
                </a:lnTo>
                <a:lnTo>
                  <a:pt x="1651613" y="70505"/>
                </a:lnTo>
                <a:lnTo>
                  <a:pt x="1651754" y="70182"/>
                </a:lnTo>
                <a:lnTo>
                  <a:pt x="1651900" y="69862"/>
                </a:lnTo>
                <a:lnTo>
                  <a:pt x="1652049" y="69546"/>
                </a:lnTo>
                <a:lnTo>
                  <a:pt x="1652203" y="69234"/>
                </a:lnTo>
                <a:close/>
                <a:moveTo>
                  <a:pt x="1989158" y="132721"/>
                </a:moveTo>
                <a:lnTo>
                  <a:pt x="2004174" y="132721"/>
                </a:lnTo>
                <a:lnTo>
                  <a:pt x="2004174" y="8719"/>
                </a:lnTo>
                <a:lnTo>
                  <a:pt x="1989158" y="8719"/>
                </a:lnTo>
                <a:lnTo>
                  <a:pt x="1989158" y="132721"/>
                </a:lnTo>
                <a:close/>
                <a:moveTo>
                  <a:pt x="1950125" y="124395"/>
                </a:moveTo>
                <a:lnTo>
                  <a:pt x="1950171" y="124748"/>
                </a:lnTo>
                <a:lnTo>
                  <a:pt x="1950219" y="125103"/>
                </a:lnTo>
                <a:lnTo>
                  <a:pt x="1950269" y="125459"/>
                </a:lnTo>
                <a:lnTo>
                  <a:pt x="1950322" y="125818"/>
                </a:lnTo>
                <a:lnTo>
                  <a:pt x="1950377" y="126175"/>
                </a:lnTo>
                <a:lnTo>
                  <a:pt x="1950433" y="126526"/>
                </a:lnTo>
                <a:lnTo>
                  <a:pt x="1950491" y="126871"/>
                </a:lnTo>
                <a:lnTo>
                  <a:pt x="1950551" y="127210"/>
                </a:lnTo>
                <a:lnTo>
                  <a:pt x="1950612" y="127543"/>
                </a:lnTo>
                <a:lnTo>
                  <a:pt x="1950675" y="127869"/>
                </a:lnTo>
                <a:lnTo>
                  <a:pt x="1950740" y="128190"/>
                </a:lnTo>
                <a:lnTo>
                  <a:pt x="1950806" y="128505"/>
                </a:lnTo>
                <a:lnTo>
                  <a:pt x="1950875" y="128814"/>
                </a:lnTo>
                <a:lnTo>
                  <a:pt x="1950944" y="129116"/>
                </a:lnTo>
                <a:lnTo>
                  <a:pt x="1951016" y="129413"/>
                </a:lnTo>
                <a:lnTo>
                  <a:pt x="1951089" y="129703"/>
                </a:lnTo>
                <a:lnTo>
                  <a:pt x="1951164" y="129988"/>
                </a:lnTo>
                <a:lnTo>
                  <a:pt x="1951240" y="130267"/>
                </a:lnTo>
                <a:lnTo>
                  <a:pt x="1951319" y="130539"/>
                </a:lnTo>
                <a:lnTo>
                  <a:pt x="1951399" y="130806"/>
                </a:lnTo>
                <a:lnTo>
                  <a:pt x="1951480" y="131066"/>
                </a:lnTo>
                <a:lnTo>
                  <a:pt x="1951563" y="131321"/>
                </a:lnTo>
                <a:lnTo>
                  <a:pt x="1951648" y="131569"/>
                </a:lnTo>
                <a:lnTo>
                  <a:pt x="1951735" y="131811"/>
                </a:lnTo>
                <a:lnTo>
                  <a:pt x="1951823" y="132048"/>
                </a:lnTo>
                <a:lnTo>
                  <a:pt x="1951913" y="132278"/>
                </a:lnTo>
                <a:lnTo>
                  <a:pt x="1952005" y="132502"/>
                </a:lnTo>
                <a:lnTo>
                  <a:pt x="1952098" y="132721"/>
                </a:lnTo>
                <a:lnTo>
                  <a:pt x="1967679" y="132721"/>
                </a:lnTo>
                <a:lnTo>
                  <a:pt x="1967679" y="131429"/>
                </a:lnTo>
                <a:lnTo>
                  <a:pt x="1967553" y="131131"/>
                </a:lnTo>
                <a:lnTo>
                  <a:pt x="1967429" y="130827"/>
                </a:lnTo>
                <a:lnTo>
                  <a:pt x="1967308" y="130520"/>
                </a:lnTo>
                <a:lnTo>
                  <a:pt x="1967189" y="130207"/>
                </a:lnTo>
                <a:lnTo>
                  <a:pt x="1967073" y="129889"/>
                </a:lnTo>
                <a:lnTo>
                  <a:pt x="1966960" y="129567"/>
                </a:lnTo>
                <a:lnTo>
                  <a:pt x="1966850" y="129240"/>
                </a:lnTo>
                <a:lnTo>
                  <a:pt x="1966742" y="128908"/>
                </a:lnTo>
                <a:lnTo>
                  <a:pt x="1966637" y="128572"/>
                </a:lnTo>
                <a:lnTo>
                  <a:pt x="1966534" y="128231"/>
                </a:lnTo>
                <a:lnTo>
                  <a:pt x="1966434" y="127885"/>
                </a:lnTo>
                <a:lnTo>
                  <a:pt x="1966337" y="127534"/>
                </a:lnTo>
                <a:lnTo>
                  <a:pt x="1966242" y="127178"/>
                </a:lnTo>
                <a:lnTo>
                  <a:pt x="1966151" y="126818"/>
                </a:lnTo>
                <a:lnTo>
                  <a:pt x="1966061" y="126453"/>
                </a:lnTo>
                <a:lnTo>
                  <a:pt x="1965975" y="126083"/>
                </a:lnTo>
                <a:lnTo>
                  <a:pt x="1965891" y="125708"/>
                </a:lnTo>
                <a:lnTo>
                  <a:pt x="1965810" y="125329"/>
                </a:lnTo>
                <a:lnTo>
                  <a:pt x="1965731" y="124945"/>
                </a:lnTo>
                <a:lnTo>
                  <a:pt x="1965655" y="124556"/>
                </a:lnTo>
                <a:lnTo>
                  <a:pt x="1965582" y="124162"/>
                </a:lnTo>
                <a:lnTo>
                  <a:pt x="1965511" y="123764"/>
                </a:lnTo>
                <a:lnTo>
                  <a:pt x="1965444" y="123360"/>
                </a:lnTo>
                <a:lnTo>
                  <a:pt x="1965378" y="122952"/>
                </a:lnTo>
                <a:lnTo>
                  <a:pt x="1965316" y="122543"/>
                </a:lnTo>
                <a:lnTo>
                  <a:pt x="1965256" y="122136"/>
                </a:lnTo>
                <a:lnTo>
                  <a:pt x="1965199" y="121730"/>
                </a:lnTo>
                <a:lnTo>
                  <a:pt x="1965144" y="121327"/>
                </a:lnTo>
                <a:lnTo>
                  <a:pt x="1965092" y="120925"/>
                </a:lnTo>
                <a:lnTo>
                  <a:pt x="1965043" y="120525"/>
                </a:lnTo>
                <a:lnTo>
                  <a:pt x="1964996" y="120128"/>
                </a:lnTo>
                <a:lnTo>
                  <a:pt x="1964952" y="119732"/>
                </a:lnTo>
                <a:lnTo>
                  <a:pt x="1964911" y="119338"/>
                </a:lnTo>
                <a:lnTo>
                  <a:pt x="1964872" y="118947"/>
                </a:lnTo>
                <a:lnTo>
                  <a:pt x="1964836" y="118557"/>
                </a:lnTo>
                <a:lnTo>
                  <a:pt x="1964803" y="118169"/>
                </a:lnTo>
                <a:lnTo>
                  <a:pt x="1964772" y="117783"/>
                </a:lnTo>
                <a:lnTo>
                  <a:pt x="1964745" y="117399"/>
                </a:lnTo>
                <a:lnTo>
                  <a:pt x="1964719" y="117017"/>
                </a:lnTo>
                <a:lnTo>
                  <a:pt x="1964697" y="116637"/>
                </a:lnTo>
                <a:lnTo>
                  <a:pt x="1964677" y="116259"/>
                </a:lnTo>
                <a:lnTo>
                  <a:pt x="1964659" y="115883"/>
                </a:lnTo>
                <a:lnTo>
                  <a:pt x="1964645" y="115509"/>
                </a:lnTo>
                <a:lnTo>
                  <a:pt x="1964633" y="115137"/>
                </a:lnTo>
                <a:lnTo>
                  <a:pt x="1964623" y="114767"/>
                </a:lnTo>
                <a:lnTo>
                  <a:pt x="1964617" y="114399"/>
                </a:lnTo>
                <a:lnTo>
                  <a:pt x="1964613" y="114033"/>
                </a:lnTo>
                <a:lnTo>
                  <a:pt x="1964611" y="113668"/>
                </a:lnTo>
                <a:lnTo>
                  <a:pt x="1964611" y="72980"/>
                </a:lnTo>
                <a:lnTo>
                  <a:pt x="1964604" y="72172"/>
                </a:lnTo>
                <a:lnTo>
                  <a:pt x="1964583" y="71375"/>
                </a:lnTo>
                <a:lnTo>
                  <a:pt x="1964546" y="70589"/>
                </a:lnTo>
                <a:lnTo>
                  <a:pt x="1964496" y="69815"/>
                </a:lnTo>
                <a:lnTo>
                  <a:pt x="1964431" y="69052"/>
                </a:lnTo>
                <a:lnTo>
                  <a:pt x="1964352" y="68300"/>
                </a:lnTo>
                <a:lnTo>
                  <a:pt x="1964258" y="67560"/>
                </a:lnTo>
                <a:lnTo>
                  <a:pt x="1964149" y="66831"/>
                </a:lnTo>
                <a:lnTo>
                  <a:pt x="1964027" y="66114"/>
                </a:lnTo>
                <a:lnTo>
                  <a:pt x="1963890" y="65408"/>
                </a:lnTo>
                <a:lnTo>
                  <a:pt x="1963738" y="64713"/>
                </a:lnTo>
                <a:lnTo>
                  <a:pt x="1963572" y="64029"/>
                </a:lnTo>
                <a:lnTo>
                  <a:pt x="1963392" y="63357"/>
                </a:lnTo>
                <a:lnTo>
                  <a:pt x="1963197" y="62696"/>
                </a:lnTo>
                <a:lnTo>
                  <a:pt x="1962987" y="62047"/>
                </a:lnTo>
                <a:lnTo>
                  <a:pt x="1962764" y="61409"/>
                </a:lnTo>
                <a:lnTo>
                  <a:pt x="1962525" y="60782"/>
                </a:lnTo>
                <a:lnTo>
                  <a:pt x="1962273" y="60167"/>
                </a:lnTo>
                <a:lnTo>
                  <a:pt x="1962006" y="59563"/>
                </a:lnTo>
                <a:lnTo>
                  <a:pt x="1961724" y="58970"/>
                </a:lnTo>
                <a:lnTo>
                  <a:pt x="1961428" y="58389"/>
                </a:lnTo>
                <a:lnTo>
                  <a:pt x="1961118" y="57819"/>
                </a:lnTo>
                <a:lnTo>
                  <a:pt x="1960793" y="57260"/>
                </a:lnTo>
                <a:lnTo>
                  <a:pt x="1960454" y="56713"/>
                </a:lnTo>
                <a:lnTo>
                  <a:pt x="1960102" y="56177"/>
                </a:lnTo>
                <a:lnTo>
                  <a:pt x="1959739" y="55653"/>
                </a:lnTo>
                <a:lnTo>
                  <a:pt x="1959365" y="55139"/>
                </a:lnTo>
                <a:lnTo>
                  <a:pt x="1958980" y="54638"/>
                </a:lnTo>
                <a:lnTo>
                  <a:pt x="1958585" y="54147"/>
                </a:lnTo>
                <a:lnTo>
                  <a:pt x="1958178" y="53668"/>
                </a:lnTo>
                <a:lnTo>
                  <a:pt x="1957761" y="53200"/>
                </a:lnTo>
                <a:lnTo>
                  <a:pt x="1957332" y="52744"/>
                </a:lnTo>
                <a:lnTo>
                  <a:pt x="1956893" y="52299"/>
                </a:lnTo>
                <a:lnTo>
                  <a:pt x="1956442" y="51865"/>
                </a:lnTo>
                <a:lnTo>
                  <a:pt x="1955981" y="51443"/>
                </a:lnTo>
                <a:lnTo>
                  <a:pt x="1955509" y="51032"/>
                </a:lnTo>
                <a:lnTo>
                  <a:pt x="1955026" y="50632"/>
                </a:lnTo>
                <a:lnTo>
                  <a:pt x="1954532" y="50244"/>
                </a:lnTo>
                <a:lnTo>
                  <a:pt x="1954027" y="49867"/>
                </a:lnTo>
                <a:lnTo>
                  <a:pt x="1953511" y="49501"/>
                </a:lnTo>
                <a:lnTo>
                  <a:pt x="1952984" y="49147"/>
                </a:lnTo>
                <a:lnTo>
                  <a:pt x="1952446" y="48804"/>
                </a:lnTo>
                <a:lnTo>
                  <a:pt x="1951898" y="48472"/>
                </a:lnTo>
                <a:lnTo>
                  <a:pt x="1951338" y="48152"/>
                </a:lnTo>
                <a:lnTo>
                  <a:pt x="1950767" y="47843"/>
                </a:lnTo>
                <a:lnTo>
                  <a:pt x="1950186" y="47546"/>
                </a:lnTo>
                <a:lnTo>
                  <a:pt x="1949593" y="47260"/>
                </a:lnTo>
                <a:lnTo>
                  <a:pt x="1948990" y="46985"/>
                </a:lnTo>
                <a:lnTo>
                  <a:pt x="1948377" y="46722"/>
                </a:lnTo>
                <a:lnTo>
                  <a:pt x="1947757" y="46469"/>
                </a:lnTo>
                <a:lnTo>
                  <a:pt x="1947129" y="46228"/>
                </a:lnTo>
                <a:lnTo>
                  <a:pt x="1946493" y="45998"/>
                </a:lnTo>
                <a:lnTo>
                  <a:pt x="1945849" y="45780"/>
                </a:lnTo>
                <a:lnTo>
                  <a:pt x="1945198" y="45572"/>
                </a:lnTo>
                <a:lnTo>
                  <a:pt x="1944539" y="45376"/>
                </a:lnTo>
                <a:lnTo>
                  <a:pt x="1943873" y="45191"/>
                </a:lnTo>
                <a:lnTo>
                  <a:pt x="1943198" y="45017"/>
                </a:lnTo>
                <a:lnTo>
                  <a:pt x="1942516" y="44855"/>
                </a:lnTo>
                <a:lnTo>
                  <a:pt x="1941826" y="44703"/>
                </a:lnTo>
                <a:lnTo>
                  <a:pt x="1941129" y="44563"/>
                </a:lnTo>
                <a:lnTo>
                  <a:pt x="1940424" y="44434"/>
                </a:lnTo>
                <a:lnTo>
                  <a:pt x="1939711" y="44316"/>
                </a:lnTo>
                <a:lnTo>
                  <a:pt x="1938990" y="44210"/>
                </a:lnTo>
                <a:lnTo>
                  <a:pt x="1938262" y="44115"/>
                </a:lnTo>
                <a:lnTo>
                  <a:pt x="1937526" y="44031"/>
                </a:lnTo>
                <a:lnTo>
                  <a:pt x="1936782" y="43958"/>
                </a:lnTo>
                <a:lnTo>
                  <a:pt x="1936031" y="43896"/>
                </a:lnTo>
                <a:lnTo>
                  <a:pt x="1935271" y="43846"/>
                </a:lnTo>
                <a:lnTo>
                  <a:pt x="1934505" y="43806"/>
                </a:lnTo>
                <a:lnTo>
                  <a:pt x="1933730" y="43778"/>
                </a:lnTo>
                <a:lnTo>
                  <a:pt x="1932948" y="43761"/>
                </a:lnTo>
                <a:lnTo>
                  <a:pt x="1932158" y="43756"/>
                </a:lnTo>
                <a:lnTo>
                  <a:pt x="1931501" y="43760"/>
                </a:lnTo>
                <a:lnTo>
                  <a:pt x="1930850" y="43771"/>
                </a:lnTo>
                <a:lnTo>
                  <a:pt x="1930203" y="43791"/>
                </a:lnTo>
                <a:lnTo>
                  <a:pt x="1929562" y="43818"/>
                </a:lnTo>
                <a:lnTo>
                  <a:pt x="1928926" y="43852"/>
                </a:lnTo>
                <a:lnTo>
                  <a:pt x="1928295" y="43895"/>
                </a:lnTo>
                <a:lnTo>
                  <a:pt x="1927670" y="43945"/>
                </a:lnTo>
                <a:lnTo>
                  <a:pt x="1927049" y="44003"/>
                </a:lnTo>
                <a:lnTo>
                  <a:pt x="1926434" y="44068"/>
                </a:lnTo>
                <a:lnTo>
                  <a:pt x="1925824" y="44141"/>
                </a:lnTo>
                <a:lnTo>
                  <a:pt x="1925219" y="44222"/>
                </a:lnTo>
                <a:lnTo>
                  <a:pt x="1924620" y="44311"/>
                </a:lnTo>
                <a:lnTo>
                  <a:pt x="1924025" y="44407"/>
                </a:lnTo>
                <a:lnTo>
                  <a:pt x="1923436" y="44511"/>
                </a:lnTo>
                <a:lnTo>
                  <a:pt x="1922852" y="44623"/>
                </a:lnTo>
                <a:lnTo>
                  <a:pt x="1922273" y="44743"/>
                </a:lnTo>
                <a:lnTo>
                  <a:pt x="1921699" y="44870"/>
                </a:lnTo>
                <a:lnTo>
                  <a:pt x="1921131" y="45005"/>
                </a:lnTo>
                <a:lnTo>
                  <a:pt x="1920567" y="45147"/>
                </a:lnTo>
                <a:lnTo>
                  <a:pt x="1920009" y="45298"/>
                </a:lnTo>
                <a:lnTo>
                  <a:pt x="1919456" y="45456"/>
                </a:lnTo>
                <a:lnTo>
                  <a:pt x="1918908" y="45621"/>
                </a:lnTo>
                <a:lnTo>
                  <a:pt x="1918366" y="45795"/>
                </a:lnTo>
                <a:lnTo>
                  <a:pt x="1917828" y="45976"/>
                </a:lnTo>
                <a:lnTo>
                  <a:pt x="1917297" y="46164"/>
                </a:lnTo>
                <a:lnTo>
                  <a:pt x="1916771" y="46357"/>
                </a:lnTo>
                <a:lnTo>
                  <a:pt x="1916253" y="46555"/>
                </a:lnTo>
                <a:lnTo>
                  <a:pt x="1915740" y="46759"/>
                </a:lnTo>
                <a:lnTo>
                  <a:pt x="1915235" y="46968"/>
                </a:lnTo>
                <a:lnTo>
                  <a:pt x="1914735" y="47182"/>
                </a:lnTo>
                <a:lnTo>
                  <a:pt x="1914242" y="47401"/>
                </a:lnTo>
                <a:lnTo>
                  <a:pt x="1913756" y="47626"/>
                </a:lnTo>
                <a:lnTo>
                  <a:pt x="1913276" y="47857"/>
                </a:lnTo>
                <a:lnTo>
                  <a:pt x="1912802" y="48092"/>
                </a:lnTo>
                <a:lnTo>
                  <a:pt x="1912335" y="48333"/>
                </a:lnTo>
                <a:lnTo>
                  <a:pt x="1911874" y="48580"/>
                </a:lnTo>
                <a:lnTo>
                  <a:pt x="1911420" y="48831"/>
                </a:lnTo>
                <a:lnTo>
                  <a:pt x="1910972" y="49088"/>
                </a:lnTo>
                <a:lnTo>
                  <a:pt x="1910531" y="49350"/>
                </a:lnTo>
                <a:lnTo>
                  <a:pt x="1910096" y="49618"/>
                </a:lnTo>
                <a:lnTo>
                  <a:pt x="1909667" y="49891"/>
                </a:lnTo>
                <a:lnTo>
                  <a:pt x="1909245" y="50169"/>
                </a:lnTo>
                <a:lnTo>
                  <a:pt x="1908830" y="50452"/>
                </a:lnTo>
                <a:lnTo>
                  <a:pt x="1908421" y="50741"/>
                </a:lnTo>
                <a:lnTo>
                  <a:pt x="1908018" y="51035"/>
                </a:lnTo>
                <a:lnTo>
                  <a:pt x="1907622" y="51335"/>
                </a:lnTo>
                <a:lnTo>
                  <a:pt x="1907232" y="51640"/>
                </a:lnTo>
                <a:lnTo>
                  <a:pt x="1906849" y="51950"/>
                </a:lnTo>
                <a:lnTo>
                  <a:pt x="1906472" y="52264"/>
                </a:lnTo>
                <a:lnTo>
                  <a:pt x="1906103" y="52582"/>
                </a:lnTo>
                <a:lnTo>
                  <a:pt x="1905742" y="52902"/>
                </a:lnTo>
                <a:lnTo>
                  <a:pt x="1905388" y="53225"/>
                </a:lnTo>
                <a:lnTo>
                  <a:pt x="1905041" y="53551"/>
                </a:lnTo>
                <a:lnTo>
                  <a:pt x="1904702" y="53880"/>
                </a:lnTo>
                <a:lnTo>
                  <a:pt x="1904370" y="54212"/>
                </a:lnTo>
                <a:lnTo>
                  <a:pt x="1904046" y="54547"/>
                </a:lnTo>
                <a:lnTo>
                  <a:pt x="1903729" y="54885"/>
                </a:lnTo>
                <a:lnTo>
                  <a:pt x="1903419" y="55225"/>
                </a:lnTo>
                <a:lnTo>
                  <a:pt x="1903117" y="55569"/>
                </a:lnTo>
                <a:lnTo>
                  <a:pt x="1902822" y="55916"/>
                </a:lnTo>
                <a:lnTo>
                  <a:pt x="1902535" y="56265"/>
                </a:lnTo>
                <a:lnTo>
                  <a:pt x="1902255" y="56618"/>
                </a:lnTo>
                <a:lnTo>
                  <a:pt x="1901983" y="56974"/>
                </a:lnTo>
                <a:lnTo>
                  <a:pt x="1901718" y="57332"/>
                </a:lnTo>
                <a:lnTo>
                  <a:pt x="1901460" y="57693"/>
                </a:lnTo>
                <a:lnTo>
                  <a:pt x="1901210" y="58058"/>
                </a:lnTo>
                <a:lnTo>
                  <a:pt x="1900968" y="58425"/>
                </a:lnTo>
                <a:lnTo>
                  <a:pt x="1900732" y="58795"/>
                </a:lnTo>
                <a:lnTo>
                  <a:pt x="1900505" y="59168"/>
                </a:lnTo>
                <a:lnTo>
                  <a:pt x="1900284" y="59545"/>
                </a:lnTo>
                <a:lnTo>
                  <a:pt x="1900071" y="59924"/>
                </a:lnTo>
                <a:lnTo>
                  <a:pt x="1899866" y="60306"/>
                </a:lnTo>
                <a:lnTo>
                  <a:pt x="1899668" y="60689"/>
                </a:lnTo>
                <a:lnTo>
                  <a:pt x="1899479" y="61073"/>
                </a:lnTo>
                <a:lnTo>
                  <a:pt x="1899298" y="61457"/>
                </a:lnTo>
                <a:lnTo>
                  <a:pt x="1899126" y="61842"/>
                </a:lnTo>
                <a:lnTo>
                  <a:pt x="1898962" y="62226"/>
                </a:lnTo>
                <a:lnTo>
                  <a:pt x="1898806" y="62611"/>
                </a:lnTo>
                <a:lnTo>
                  <a:pt x="1898659" y="62997"/>
                </a:lnTo>
                <a:lnTo>
                  <a:pt x="1898520" y="63382"/>
                </a:lnTo>
                <a:lnTo>
                  <a:pt x="1898390" y="63768"/>
                </a:lnTo>
                <a:lnTo>
                  <a:pt x="1898268" y="64154"/>
                </a:lnTo>
                <a:lnTo>
                  <a:pt x="1898154" y="64541"/>
                </a:lnTo>
                <a:lnTo>
                  <a:pt x="1898049" y="64927"/>
                </a:lnTo>
                <a:lnTo>
                  <a:pt x="1897952" y="65314"/>
                </a:lnTo>
                <a:lnTo>
                  <a:pt x="1897864" y="65702"/>
                </a:lnTo>
                <a:lnTo>
                  <a:pt x="1897784" y="66089"/>
                </a:lnTo>
                <a:lnTo>
                  <a:pt x="1897713" y="66477"/>
                </a:lnTo>
                <a:lnTo>
                  <a:pt x="1897650" y="66865"/>
                </a:lnTo>
                <a:lnTo>
                  <a:pt x="1897595" y="67253"/>
                </a:lnTo>
                <a:lnTo>
                  <a:pt x="1897549" y="67642"/>
                </a:lnTo>
                <a:lnTo>
                  <a:pt x="1897511" y="68031"/>
                </a:lnTo>
                <a:lnTo>
                  <a:pt x="1897482" y="68420"/>
                </a:lnTo>
                <a:lnTo>
                  <a:pt x="1897461" y="68810"/>
                </a:lnTo>
                <a:lnTo>
                  <a:pt x="1897448" y="69200"/>
                </a:lnTo>
                <a:lnTo>
                  <a:pt x="1897444" y="69590"/>
                </a:lnTo>
                <a:lnTo>
                  <a:pt x="1912379" y="69590"/>
                </a:lnTo>
                <a:lnTo>
                  <a:pt x="1912383" y="69288"/>
                </a:lnTo>
                <a:lnTo>
                  <a:pt x="1912395" y="68987"/>
                </a:lnTo>
                <a:lnTo>
                  <a:pt x="1912416" y="68689"/>
                </a:lnTo>
                <a:lnTo>
                  <a:pt x="1912445" y="68392"/>
                </a:lnTo>
                <a:lnTo>
                  <a:pt x="1912482" y="68097"/>
                </a:lnTo>
                <a:lnTo>
                  <a:pt x="1912528" y="67803"/>
                </a:lnTo>
                <a:lnTo>
                  <a:pt x="1912581" y="67512"/>
                </a:lnTo>
                <a:lnTo>
                  <a:pt x="1912643" y="67221"/>
                </a:lnTo>
                <a:lnTo>
                  <a:pt x="1912714" y="66933"/>
                </a:lnTo>
                <a:lnTo>
                  <a:pt x="1912792" y="66646"/>
                </a:lnTo>
                <a:lnTo>
                  <a:pt x="1912879" y="66361"/>
                </a:lnTo>
                <a:lnTo>
                  <a:pt x="1912974" y="66078"/>
                </a:lnTo>
                <a:lnTo>
                  <a:pt x="1913078" y="65796"/>
                </a:lnTo>
                <a:lnTo>
                  <a:pt x="1913189" y="65516"/>
                </a:lnTo>
                <a:lnTo>
                  <a:pt x="1913309" y="65238"/>
                </a:lnTo>
                <a:lnTo>
                  <a:pt x="1913437" y="64961"/>
                </a:lnTo>
                <a:lnTo>
                  <a:pt x="1913574" y="64686"/>
                </a:lnTo>
                <a:lnTo>
                  <a:pt x="1913718" y="64413"/>
                </a:lnTo>
                <a:lnTo>
                  <a:pt x="1913871" y="64141"/>
                </a:lnTo>
                <a:lnTo>
                  <a:pt x="1914033" y="63871"/>
                </a:lnTo>
                <a:lnTo>
                  <a:pt x="1914202" y="63603"/>
                </a:lnTo>
                <a:lnTo>
                  <a:pt x="1914380" y="63336"/>
                </a:lnTo>
                <a:lnTo>
                  <a:pt x="1914566" y="63071"/>
                </a:lnTo>
                <a:lnTo>
                  <a:pt x="1914760" y="62808"/>
                </a:lnTo>
                <a:lnTo>
                  <a:pt x="1914962" y="62548"/>
                </a:lnTo>
                <a:lnTo>
                  <a:pt x="1915170" y="62292"/>
                </a:lnTo>
                <a:lnTo>
                  <a:pt x="1915385" y="62040"/>
                </a:lnTo>
                <a:lnTo>
                  <a:pt x="1915606" y="61792"/>
                </a:lnTo>
                <a:lnTo>
                  <a:pt x="1915833" y="61549"/>
                </a:lnTo>
                <a:lnTo>
                  <a:pt x="1916067" y="61310"/>
                </a:lnTo>
                <a:lnTo>
                  <a:pt x="1916308" y="61075"/>
                </a:lnTo>
                <a:lnTo>
                  <a:pt x="1916554" y="60844"/>
                </a:lnTo>
                <a:lnTo>
                  <a:pt x="1916808" y="60617"/>
                </a:lnTo>
                <a:lnTo>
                  <a:pt x="1917067" y="60395"/>
                </a:lnTo>
                <a:lnTo>
                  <a:pt x="1917334" y="60177"/>
                </a:lnTo>
                <a:lnTo>
                  <a:pt x="1917606" y="59962"/>
                </a:lnTo>
                <a:lnTo>
                  <a:pt x="1917885" y="59753"/>
                </a:lnTo>
                <a:lnTo>
                  <a:pt x="1918171" y="59547"/>
                </a:lnTo>
                <a:lnTo>
                  <a:pt x="1918463" y="59346"/>
                </a:lnTo>
                <a:lnTo>
                  <a:pt x="1918761" y="59148"/>
                </a:lnTo>
                <a:lnTo>
                  <a:pt x="1919066" y="58955"/>
                </a:lnTo>
                <a:lnTo>
                  <a:pt x="1919377" y="58767"/>
                </a:lnTo>
                <a:lnTo>
                  <a:pt x="1919695" y="58582"/>
                </a:lnTo>
                <a:lnTo>
                  <a:pt x="1920019" y="58402"/>
                </a:lnTo>
                <a:lnTo>
                  <a:pt x="1920350" y="58226"/>
                </a:lnTo>
                <a:lnTo>
                  <a:pt x="1920687" y="58054"/>
                </a:lnTo>
                <a:lnTo>
                  <a:pt x="1921030" y="57886"/>
                </a:lnTo>
                <a:lnTo>
                  <a:pt x="1921380" y="57722"/>
                </a:lnTo>
                <a:lnTo>
                  <a:pt x="1921736" y="57564"/>
                </a:lnTo>
                <a:lnTo>
                  <a:pt x="1922096" y="57413"/>
                </a:lnTo>
                <a:lnTo>
                  <a:pt x="1922462" y="57268"/>
                </a:lnTo>
                <a:lnTo>
                  <a:pt x="1922832" y="57130"/>
                </a:lnTo>
                <a:lnTo>
                  <a:pt x="1923208" y="56999"/>
                </a:lnTo>
                <a:lnTo>
                  <a:pt x="1923588" y="56875"/>
                </a:lnTo>
                <a:lnTo>
                  <a:pt x="1923973" y="56757"/>
                </a:lnTo>
                <a:lnTo>
                  <a:pt x="1924363" y="56646"/>
                </a:lnTo>
                <a:lnTo>
                  <a:pt x="1924758" y="56542"/>
                </a:lnTo>
                <a:lnTo>
                  <a:pt x="1925157" y="56444"/>
                </a:lnTo>
                <a:lnTo>
                  <a:pt x="1925562" y="56353"/>
                </a:lnTo>
                <a:lnTo>
                  <a:pt x="1925972" y="56269"/>
                </a:lnTo>
                <a:lnTo>
                  <a:pt x="1926386" y="56192"/>
                </a:lnTo>
                <a:lnTo>
                  <a:pt x="1926806" y="56121"/>
                </a:lnTo>
                <a:lnTo>
                  <a:pt x="1927230" y="56057"/>
                </a:lnTo>
                <a:lnTo>
                  <a:pt x="1927659" y="56000"/>
                </a:lnTo>
                <a:lnTo>
                  <a:pt x="1928093" y="55950"/>
                </a:lnTo>
                <a:lnTo>
                  <a:pt x="1928532" y="55906"/>
                </a:lnTo>
                <a:lnTo>
                  <a:pt x="1928976" y="55869"/>
                </a:lnTo>
                <a:lnTo>
                  <a:pt x="1929425" y="55839"/>
                </a:lnTo>
                <a:lnTo>
                  <a:pt x="1929879" y="55815"/>
                </a:lnTo>
                <a:lnTo>
                  <a:pt x="1930338" y="55798"/>
                </a:lnTo>
                <a:lnTo>
                  <a:pt x="1930801" y="55788"/>
                </a:lnTo>
                <a:lnTo>
                  <a:pt x="1931270" y="55785"/>
                </a:lnTo>
                <a:lnTo>
                  <a:pt x="1931771" y="55788"/>
                </a:lnTo>
                <a:lnTo>
                  <a:pt x="1932265" y="55799"/>
                </a:lnTo>
                <a:lnTo>
                  <a:pt x="1932753" y="55817"/>
                </a:lnTo>
                <a:lnTo>
                  <a:pt x="1933234" y="55843"/>
                </a:lnTo>
                <a:lnTo>
                  <a:pt x="1933708" y="55876"/>
                </a:lnTo>
                <a:lnTo>
                  <a:pt x="1934176" y="55916"/>
                </a:lnTo>
                <a:lnTo>
                  <a:pt x="1934637" y="55963"/>
                </a:lnTo>
                <a:lnTo>
                  <a:pt x="1935091" y="56018"/>
                </a:lnTo>
                <a:lnTo>
                  <a:pt x="1935538" y="56080"/>
                </a:lnTo>
                <a:lnTo>
                  <a:pt x="1935979" y="56149"/>
                </a:lnTo>
                <a:lnTo>
                  <a:pt x="1936413" y="56226"/>
                </a:lnTo>
                <a:lnTo>
                  <a:pt x="1936840" y="56309"/>
                </a:lnTo>
                <a:lnTo>
                  <a:pt x="1937261" y="56401"/>
                </a:lnTo>
                <a:lnTo>
                  <a:pt x="1937674" y="56499"/>
                </a:lnTo>
                <a:lnTo>
                  <a:pt x="1938081" y="56605"/>
                </a:lnTo>
                <a:lnTo>
                  <a:pt x="1938482" y="56718"/>
                </a:lnTo>
                <a:lnTo>
                  <a:pt x="1938875" y="56838"/>
                </a:lnTo>
                <a:lnTo>
                  <a:pt x="1939262" y="56965"/>
                </a:lnTo>
                <a:lnTo>
                  <a:pt x="1939642" y="57100"/>
                </a:lnTo>
                <a:lnTo>
                  <a:pt x="1940016" y="57242"/>
                </a:lnTo>
                <a:lnTo>
                  <a:pt x="1940382" y="57392"/>
                </a:lnTo>
                <a:lnTo>
                  <a:pt x="1940742" y="57548"/>
                </a:lnTo>
                <a:lnTo>
                  <a:pt x="1941095" y="57712"/>
                </a:lnTo>
                <a:lnTo>
                  <a:pt x="1941442" y="57884"/>
                </a:lnTo>
                <a:lnTo>
                  <a:pt x="1941781" y="58062"/>
                </a:lnTo>
                <a:lnTo>
                  <a:pt x="1942114" y="58246"/>
                </a:lnTo>
                <a:lnTo>
                  <a:pt x="1942439" y="58436"/>
                </a:lnTo>
                <a:lnTo>
                  <a:pt x="1942757" y="58632"/>
                </a:lnTo>
                <a:lnTo>
                  <a:pt x="1943068" y="58834"/>
                </a:lnTo>
                <a:lnTo>
                  <a:pt x="1943372" y="59042"/>
                </a:lnTo>
                <a:lnTo>
                  <a:pt x="1943668" y="59256"/>
                </a:lnTo>
                <a:lnTo>
                  <a:pt x="1943958" y="59476"/>
                </a:lnTo>
                <a:lnTo>
                  <a:pt x="1944240" y="59702"/>
                </a:lnTo>
                <a:lnTo>
                  <a:pt x="1944515" y="59934"/>
                </a:lnTo>
                <a:lnTo>
                  <a:pt x="1944783" y="60172"/>
                </a:lnTo>
                <a:lnTo>
                  <a:pt x="1945044" y="60417"/>
                </a:lnTo>
                <a:lnTo>
                  <a:pt x="1945298" y="60667"/>
                </a:lnTo>
                <a:lnTo>
                  <a:pt x="1945545" y="60923"/>
                </a:lnTo>
                <a:lnTo>
                  <a:pt x="1945784" y="61185"/>
                </a:lnTo>
                <a:lnTo>
                  <a:pt x="1946016" y="61454"/>
                </a:lnTo>
                <a:lnTo>
                  <a:pt x="1946242" y="61728"/>
                </a:lnTo>
                <a:lnTo>
                  <a:pt x="1946460" y="62008"/>
                </a:lnTo>
                <a:lnTo>
                  <a:pt x="1946671" y="62295"/>
                </a:lnTo>
                <a:lnTo>
                  <a:pt x="1946874" y="62587"/>
                </a:lnTo>
                <a:lnTo>
                  <a:pt x="1947071" y="62886"/>
                </a:lnTo>
                <a:lnTo>
                  <a:pt x="1947260" y="63190"/>
                </a:lnTo>
                <a:lnTo>
                  <a:pt x="1947443" y="63501"/>
                </a:lnTo>
                <a:lnTo>
                  <a:pt x="1947618" y="63817"/>
                </a:lnTo>
                <a:lnTo>
                  <a:pt x="1947786" y="64139"/>
                </a:lnTo>
                <a:lnTo>
                  <a:pt x="1947946" y="64466"/>
                </a:lnTo>
                <a:lnTo>
                  <a:pt x="1948100" y="64797"/>
                </a:lnTo>
                <a:lnTo>
                  <a:pt x="1948247" y="65133"/>
                </a:lnTo>
                <a:lnTo>
                  <a:pt x="1948386" y="65473"/>
                </a:lnTo>
                <a:lnTo>
                  <a:pt x="1948518" y="65818"/>
                </a:lnTo>
                <a:lnTo>
                  <a:pt x="1948643" y="66168"/>
                </a:lnTo>
                <a:lnTo>
                  <a:pt x="1948761" y="66522"/>
                </a:lnTo>
                <a:lnTo>
                  <a:pt x="1948872" y="66881"/>
                </a:lnTo>
                <a:lnTo>
                  <a:pt x="1948976" y="67244"/>
                </a:lnTo>
                <a:lnTo>
                  <a:pt x="1949072" y="67612"/>
                </a:lnTo>
                <a:lnTo>
                  <a:pt x="1949162" y="67985"/>
                </a:lnTo>
                <a:lnTo>
                  <a:pt x="1949244" y="68362"/>
                </a:lnTo>
                <a:lnTo>
                  <a:pt x="1949319" y="68744"/>
                </a:lnTo>
                <a:lnTo>
                  <a:pt x="1949387" y="69131"/>
                </a:lnTo>
                <a:lnTo>
                  <a:pt x="1949448" y="69522"/>
                </a:lnTo>
                <a:lnTo>
                  <a:pt x="1949501" y="69918"/>
                </a:lnTo>
                <a:lnTo>
                  <a:pt x="1949548" y="70319"/>
                </a:lnTo>
                <a:lnTo>
                  <a:pt x="1949587" y="70724"/>
                </a:lnTo>
                <a:lnTo>
                  <a:pt x="1949619" y="71134"/>
                </a:lnTo>
                <a:lnTo>
                  <a:pt x="1949644" y="71548"/>
                </a:lnTo>
                <a:lnTo>
                  <a:pt x="1949662" y="71967"/>
                </a:lnTo>
                <a:lnTo>
                  <a:pt x="1949673" y="72391"/>
                </a:lnTo>
                <a:lnTo>
                  <a:pt x="1949676" y="72819"/>
                </a:lnTo>
                <a:lnTo>
                  <a:pt x="1949676" y="79762"/>
                </a:lnTo>
                <a:lnTo>
                  <a:pt x="1934903" y="79762"/>
                </a:lnTo>
                <a:lnTo>
                  <a:pt x="1934159" y="79765"/>
                </a:lnTo>
                <a:lnTo>
                  <a:pt x="1933421" y="79775"/>
                </a:lnTo>
                <a:lnTo>
                  <a:pt x="1932689" y="79791"/>
                </a:lnTo>
                <a:lnTo>
                  <a:pt x="1931963" y="79813"/>
                </a:lnTo>
                <a:lnTo>
                  <a:pt x="1931242" y="79842"/>
                </a:lnTo>
                <a:lnTo>
                  <a:pt x="1930528" y="79878"/>
                </a:lnTo>
                <a:lnTo>
                  <a:pt x="1929820" y="79920"/>
                </a:lnTo>
                <a:lnTo>
                  <a:pt x="1929117" y="79968"/>
                </a:lnTo>
                <a:lnTo>
                  <a:pt x="1928420" y="80023"/>
                </a:lnTo>
                <a:lnTo>
                  <a:pt x="1927729" y="80084"/>
                </a:lnTo>
                <a:lnTo>
                  <a:pt x="1927044" y="80152"/>
                </a:lnTo>
                <a:lnTo>
                  <a:pt x="1926365" y="80226"/>
                </a:lnTo>
                <a:lnTo>
                  <a:pt x="1925692" y="80306"/>
                </a:lnTo>
                <a:lnTo>
                  <a:pt x="1925025" y="80393"/>
                </a:lnTo>
                <a:lnTo>
                  <a:pt x="1924364" y="80487"/>
                </a:lnTo>
                <a:lnTo>
                  <a:pt x="1923708" y="80587"/>
                </a:lnTo>
                <a:lnTo>
                  <a:pt x="1923058" y="80693"/>
                </a:lnTo>
                <a:lnTo>
                  <a:pt x="1922415" y="80806"/>
                </a:lnTo>
                <a:lnTo>
                  <a:pt x="1921777" y="80925"/>
                </a:lnTo>
                <a:lnTo>
                  <a:pt x="1921145" y="81051"/>
                </a:lnTo>
                <a:lnTo>
                  <a:pt x="1920519" y="81183"/>
                </a:lnTo>
                <a:lnTo>
                  <a:pt x="1919899" y="81322"/>
                </a:lnTo>
                <a:lnTo>
                  <a:pt x="1919284" y="81467"/>
                </a:lnTo>
                <a:lnTo>
                  <a:pt x="1918676" y="81618"/>
                </a:lnTo>
                <a:lnTo>
                  <a:pt x="1918074" y="81776"/>
                </a:lnTo>
                <a:lnTo>
                  <a:pt x="1917479" y="81940"/>
                </a:lnTo>
                <a:lnTo>
                  <a:pt x="1916892" y="82110"/>
                </a:lnTo>
                <a:lnTo>
                  <a:pt x="1916312" y="82286"/>
                </a:lnTo>
                <a:lnTo>
                  <a:pt x="1915740" y="82467"/>
                </a:lnTo>
                <a:lnTo>
                  <a:pt x="1915174" y="82655"/>
                </a:lnTo>
                <a:lnTo>
                  <a:pt x="1914616" y="82849"/>
                </a:lnTo>
                <a:lnTo>
                  <a:pt x="1914065" y="83049"/>
                </a:lnTo>
                <a:lnTo>
                  <a:pt x="1913522" y="83255"/>
                </a:lnTo>
                <a:lnTo>
                  <a:pt x="1912985" y="83467"/>
                </a:lnTo>
                <a:lnTo>
                  <a:pt x="1912456" y="83685"/>
                </a:lnTo>
                <a:lnTo>
                  <a:pt x="1911935" y="83909"/>
                </a:lnTo>
                <a:lnTo>
                  <a:pt x="1911420" y="84139"/>
                </a:lnTo>
                <a:lnTo>
                  <a:pt x="1910913" y="84375"/>
                </a:lnTo>
                <a:lnTo>
                  <a:pt x="1910414" y="84617"/>
                </a:lnTo>
                <a:lnTo>
                  <a:pt x="1909921" y="84866"/>
                </a:lnTo>
                <a:lnTo>
                  <a:pt x="1909436" y="85120"/>
                </a:lnTo>
                <a:lnTo>
                  <a:pt x="1908958" y="85380"/>
                </a:lnTo>
                <a:lnTo>
                  <a:pt x="1908487" y="85646"/>
                </a:lnTo>
                <a:lnTo>
                  <a:pt x="1908024" y="85918"/>
                </a:lnTo>
                <a:lnTo>
                  <a:pt x="1907568" y="86197"/>
                </a:lnTo>
                <a:lnTo>
                  <a:pt x="1907119" y="86481"/>
                </a:lnTo>
                <a:lnTo>
                  <a:pt x="1906678" y="86771"/>
                </a:lnTo>
                <a:lnTo>
                  <a:pt x="1906243" y="87068"/>
                </a:lnTo>
                <a:lnTo>
                  <a:pt x="1905817" y="87370"/>
                </a:lnTo>
                <a:lnTo>
                  <a:pt x="1905399" y="87679"/>
                </a:lnTo>
                <a:lnTo>
                  <a:pt x="1904989" y="87994"/>
                </a:lnTo>
                <a:lnTo>
                  <a:pt x="1904588" y="88315"/>
                </a:lnTo>
                <a:lnTo>
                  <a:pt x="1904196" y="88642"/>
                </a:lnTo>
                <a:lnTo>
                  <a:pt x="1903811" y="88975"/>
                </a:lnTo>
                <a:lnTo>
                  <a:pt x="1903435" y="89314"/>
                </a:lnTo>
                <a:lnTo>
                  <a:pt x="1903068" y="89660"/>
                </a:lnTo>
                <a:lnTo>
                  <a:pt x="1902709" y="90012"/>
                </a:lnTo>
                <a:lnTo>
                  <a:pt x="1902358" y="90370"/>
                </a:lnTo>
                <a:lnTo>
                  <a:pt x="1902016" y="90734"/>
                </a:lnTo>
                <a:lnTo>
                  <a:pt x="1901682" y="91104"/>
                </a:lnTo>
                <a:lnTo>
                  <a:pt x="1901357" y="91481"/>
                </a:lnTo>
                <a:lnTo>
                  <a:pt x="1901040" y="91863"/>
                </a:lnTo>
                <a:lnTo>
                  <a:pt x="1900731" y="92252"/>
                </a:lnTo>
                <a:lnTo>
                  <a:pt x="1900431" y="92647"/>
                </a:lnTo>
                <a:lnTo>
                  <a:pt x="1900139" y="93048"/>
                </a:lnTo>
                <a:lnTo>
                  <a:pt x="1899856" y="93455"/>
                </a:lnTo>
                <a:lnTo>
                  <a:pt x="1899581" y="93869"/>
                </a:lnTo>
                <a:lnTo>
                  <a:pt x="1899314" y="94289"/>
                </a:lnTo>
                <a:lnTo>
                  <a:pt x="1899056" y="94714"/>
                </a:lnTo>
                <a:lnTo>
                  <a:pt x="1898806" y="95146"/>
                </a:lnTo>
                <a:lnTo>
                  <a:pt x="1898565" y="95584"/>
                </a:lnTo>
                <a:lnTo>
                  <a:pt x="1898332" y="96029"/>
                </a:lnTo>
                <a:lnTo>
                  <a:pt x="1898108" y="96479"/>
                </a:lnTo>
                <a:lnTo>
                  <a:pt x="1897893" y="96935"/>
                </a:lnTo>
                <a:lnTo>
                  <a:pt x="1897688" y="97397"/>
                </a:lnTo>
                <a:lnTo>
                  <a:pt x="1897493" y="97864"/>
                </a:lnTo>
                <a:lnTo>
                  <a:pt x="1897307" y="98338"/>
                </a:lnTo>
                <a:lnTo>
                  <a:pt x="1897131" y="98816"/>
                </a:lnTo>
                <a:lnTo>
                  <a:pt x="1896964" y="99301"/>
                </a:lnTo>
                <a:lnTo>
                  <a:pt x="1896807" y="99792"/>
                </a:lnTo>
                <a:lnTo>
                  <a:pt x="1896659" y="100288"/>
                </a:lnTo>
                <a:lnTo>
                  <a:pt x="1896521" y="100790"/>
                </a:lnTo>
                <a:lnTo>
                  <a:pt x="1896392" y="101298"/>
                </a:lnTo>
                <a:lnTo>
                  <a:pt x="1896273" y="101811"/>
                </a:lnTo>
                <a:lnTo>
                  <a:pt x="1896164" y="102330"/>
                </a:lnTo>
                <a:lnTo>
                  <a:pt x="1896063" y="102855"/>
                </a:lnTo>
                <a:lnTo>
                  <a:pt x="1895973" y="103386"/>
                </a:lnTo>
                <a:lnTo>
                  <a:pt x="1895892" y="103922"/>
                </a:lnTo>
                <a:lnTo>
                  <a:pt x="1895820" y="104465"/>
                </a:lnTo>
                <a:lnTo>
                  <a:pt x="1895758" y="105013"/>
                </a:lnTo>
                <a:lnTo>
                  <a:pt x="1895706" y="105566"/>
                </a:lnTo>
                <a:lnTo>
                  <a:pt x="1895663" y="106126"/>
                </a:lnTo>
                <a:lnTo>
                  <a:pt x="1895630" y="106691"/>
                </a:lnTo>
                <a:lnTo>
                  <a:pt x="1895606" y="107262"/>
                </a:lnTo>
                <a:lnTo>
                  <a:pt x="1895592" y="107838"/>
                </a:lnTo>
                <a:lnTo>
                  <a:pt x="1895587" y="108421"/>
                </a:lnTo>
                <a:lnTo>
                  <a:pt x="1895593" y="109024"/>
                </a:lnTo>
                <a:lnTo>
                  <a:pt x="1895612" y="109622"/>
                </a:lnTo>
                <a:lnTo>
                  <a:pt x="1895644" y="110215"/>
                </a:lnTo>
                <a:lnTo>
                  <a:pt x="1895689" y="110804"/>
                </a:lnTo>
                <a:lnTo>
                  <a:pt x="1895746" y="111387"/>
                </a:lnTo>
                <a:lnTo>
                  <a:pt x="1895816" y="111965"/>
                </a:lnTo>
                <a:lnTo>
                  <a:pt x="1895899" y="112539"/>
                </a:lnTo>
                <a:lnTo>
                  <a:pt x="1895995" y="113108"/>
                </a:lnTo>
                <a:lnTo>
                  <a:pt x="1896103" y="113672"/>
                </a:lnTo>
                <a:lnTo>
                  <a:pt x="1896225" y="114230"/>
                </a:lnTo>
                <a:lnTo>
                  <a:pt x="1896359" y="114784"/>
                </a:lnTo>
                <a:lnTo>
                  <a:pt x="1896505" y="115333"/>
                </a:lnTo>
                <a:lnTo>
                  <a:pt x="1896665" y="115878"/>
                </a:lnTo>
                <a:lnTo>
                  <a:pt x="1896837" y="116417"/>
                </a:lnTo>
                <a:lnTo>
                  <a:pt x="1897022" y="116951"/>
                </a:lnTo>
                <a:lnTo>
                  <a:pt x="1897219" y="117481"/>
                </a:lnTo>
                <a:lnTo>
                  <a:pt x="1897430" y="118005"/>
                </a:lnTo>
                <a:lnTo>
                  <a:pt x="1897653" y="118525"/>
                </a:lnTo>
                <a:lnTo>
                  <a:pt x="1897889" y="119040"/>
                </a:lnTo>
                <a:lnTo>
                  <a:pt x="1898138" y="119549"/>
                </a:lnTo>
                <a:lnTo>
                  <a:pt x="1898399" y="120054"/>
                </a:lnTo>
                <a:lnTo>
                  <a:pt x="1898673" y="120554"/>
                </a:lnTo>
                <a:lnTo>
                  <a:pt x="1898960" y="121049"/>
                </a:lnTo>
                <a:lnTo>
                  <a:pt x="1899260" y="121540"/>
                </a:lnTo>
                <a:lnTo>
                  <a:pt x="1899571" y="122023"/>
                </a:lnTo>
                <a:lnTo>
                  <a:pt x="1899893" y="122499"/>
                </a:lnTo>
                <a:lnTo>
                  <a:pt x="1900225" y="122966"/>
                </a:lnTo>
                <a:lnTo>
                  <a:pt x="1900568" y="123424"/>
                </a:lnTo>
                <a:lnTo>
                  <a:pt x="1900920" y="123875"/>
                </a:lnTo>
                <a:lnTo>
                  <a:pt x="1901283" y="124317"/>
                </a:lnTo>
                <a:lnTo>
                  <a:pt x="1901657" y="124751"/>
                </a:lnTo>
                <a:lnTo>
                  <a:pt x="1902041" y="125177"/>
                </a:lnTo>
                <a:lnTo>
                  <a:pt x="1902435" y="125594"/>
                </a:lnTo>
                <a:lnTo>
                  <a:pt x="1902840" y="126004"/>
                </a:lnTo>
                <a:lnTo>
                  <a:pt x="1903255" y="126404"/>
                </a:lnTo>
                <a:lnTo>
                  <a:pt x="1903680" y="126797"/>
                </a:lnTo>
                <a:lnTo>
                  <a:pt x="1904116" y="127182"/>
                </a:lnTo>
                <a:lnTo>
                  <a:pt x="1904562" y="127558"/>
                </a:lnTo>
                <a:lnTo>
                  <a:pt x="1905018" y="127925"/>
                </a:lnTo>
                <a:lnTo>
                  <a:pt x="1905485" y="128285"/>
                </a:lnTo>
                <a:lnTo>
                  <a:pt x="1905963" y="128636"/>
                </a:lnTo>
                <a:lnTo>
                  <a:pt x="1906450" y="128979"/>
                </a:lnTo>
                <a:lnTo>
                  <a:pt x="1906948" y="129314"/>
                </a:lnTo>
                <a:lnTo>
                  <a:pt x="1907457" y="129641"/>
                </a:lnTo>
                <a:lnTo>
                  <a:pt x="1907975" y="129959"/>
                </a:lnTo>
                <a:lnTo>
                  <a:pt x="1908504" y="130269"/>
                </a:lnTo>
                <a:lnTo>
                  <a:pt x="1909044" y="130571"/>
                </a:lnTo>
                <a:lnTo>
                  <a:pt x="1909594" y="130864"/>
                </a:lnTo>
                <a:lnTo>
                  <a:pt x="1910153" y="131147"/>
                </a:lnTo>
                <a:lnTo>
                  <a:pt x="1910719" y="131418"/>
                </a:lnTo>
                <a:lnTo>
                  <a:pt x="1911293" y="131678"/>
                </a:lnTo>
                <a:lnTo>
                  <a:pt x="1911875" y="131925"/>
                </a:lnTo>
                <a:lnTo>
                  <a:pt x="1912465" y="132160"/>
                </a:lnTo>
                <a:lnTo>
                  <a:pt x="1913063" y="132383"/>
                </a:lnTo>
                <a:lnTo>
                  <a:pt x="1913668" y="132594"/>
                </a:lnTo>
                <a:lnTo>
                  <a:pt x="1914280" y="132792"/>
                </a:lnTo>
                <a:lnTo>
                  <a:pt x="1914901" y="132979"/>
                </a:lnTo>
                <a:lnTo>
                  <a:pt x="1915529" y="133154"/>
                </a:lnTo>
                <a:lnTo>
                  <a:pt x="1916165" y="133317"/>
                </a:lnTo>
                <a:lnTo>
                  <a:pt x="1916809" y="133467"/>
                </a:lnTo>
                <a:lnTo>
                  <a:pt x="1917460" y="133606"/>
                </a:lnTo>
                <a:lnTo>
                  <a:pt x="1918119" y="133733"/>
                </a:lnTo>
                <a:lnTo>
                  <a:pt x="1918786" y="133847"/>
                </a:lnTo>
                <a:lnTo>
                  <a:pt x="1919461" y="133950"/>
                </a:lnTo>
                <a:lnTo>
                  <a:pt x="1920143" y="134040"/>
                </a:lnTo>
                <a:lnTo>
                  <a:pt x="1920833" y="134118"/>
                </a:lnTo>
                <a:lnTo>
                  <a:pt x="1921530" y="134185"/>
                </a:lnTo>
                <a:lnTo>
                  <a:pt x="1922236" y="134239"/>
                </a:lnTo>
                <a:lnTo>
                  <a:pt x="1922949" y="134281"/>
                </a:lnTo>
                <a:lnTo>
                  <a:pt x="1923670" y="134311"/>
                </a:lnTo>
                <a:lnTo>
                  <a:pt x="1924398" y="134329"/>
                </a:lnTo>
                <a:lnTo>
                  <a:pt x="1925134" y="134335"/>
                </a:lnTo>
                <a:lnTo>
                  <a:pt x="1925724" y="134331"/>
                </a:lnTo>
                <a:lnTo>
                  <a:pt x="1926308" y="134318"/>
                </a:lnTo>
                <a:lnTo>
                  <a:pt x="1926888" y="134297"/>
                </a:lnTo>
                <a:lnTo>
                  <a:pt x="1927463" y="134267"/>
                </a:lnTo>
                <a:lnTo>
                  <a:pt x="1928033" y="134228"/>
                </a:lnTo>
                <a:lnTo>
                  <a:pt x="1928598" y="134181"/>
                </a:lnTo>
                <a:lnTo>
                  <a:pt x="1929158" y="134126"/>
                </a:lnTo>
                <a:lnTo>
                  <a:pt x="1929713" y="134062"/>
                </a:lnTo>
                <a:lnTo>
                  <a:pt x="1930264" y="133989"/>
                </a:lnTo>
                <a:lnTo>
                  <a:pt x="1930809" y="133908"/>
                </a:lnTo>
                <a:lnTo>
                  <a:pt x="1931350" y="133818"/>
                </a:lnTo>
                <a:lnTo>
                  <a:pt x="1931885" y="133720"/>
                </a:lnTo>
                <a:lnTo>
                  <a:pt x="1932416" y="133613"/>
                </a:lnTo>
                <a:lnTo>
                  <a:pt x="1932942" y="133497"/>
                </a:lnTo>
                <a:lnTo>
                  <a:pt x="1933463" y="133374"/>
                </a:lnTo>
                <a:lnTo>
                  <a:pt x="1933979" y="133241"/>
                </a:lnTo>
                <a:lnTo>
                  <a:pt x="1934490" y="133100"/>
                </a:lnTo>
                <a:lnTo>
                  <a:pt x="1934996" y="132950"/>
                </a:lnTo>
                <a:lnTo>
                  <a:pt x="1935497" y="132792"/>
                </a:lnTo>
                <a:lnTo>
                  <a:pt x="1935994" y="132625"/>
                </a:lnTo>
                <a:lnTo>
                  <a:pt x="1936485" y="132450"/>
                </a:lnTo>
                <a:lnTo>
                  <a:pt x="1936972" y="132266"/>
                </a:lnTo>
                <a:lnTo>
                  <a:pt x="1937453" y="132074"/>
                </a:lnTo>
                <a:lnTo>
                  <a:pt x="1937930" y="131873"/>
                </a:lnTo>
                <a:lnTo>
                  <a:pt x="1938402" y="131666"/>
                </a:lnTo>
                <a:lnTo>
                  <a:pt x="1938868" y="131454"/>
                </a:lnTo>
                <a:lnTo>
                  <a:pt x="1939329" y="131237"/>
                </a:lnTo>
                <a:lnTo>
                  <a:pt x="1939785" y="131016"/>
                </a:lnTo>
                <a:lnTo>
                  <a:pt x="1940235" y="130791"/>
                </a:lnTo>
                <a:lnTo>
                  <a:pt x="1940680" y="130561"/>
                </a:lnTo>
                <a:lnTo>
                  <a:pt x="1941120" y="130327"/>
                </a:lnTo>
                <a:lnTo>
                  <a:pt x="1941554" y="130088"/>
                </a:lnTo>
                <a:lnTo>
                  <a:pt x="1941983" y="129845"/>
                </a:lnTo>
                <a:lnTo>
                  <a:pt x="1942407" y="129597"/>
                </a:lnTo>
                <a:lnTo>
                  <a:pt x="1942825" y="129345"/>
                </a:lnTo>
                <a:lnTo>
                  <a:pt x="1943238" y="129088"/>
                </a:lnTo>
                <a:lnTo>
                  <a:pt x="1943646" y="128827"/>
                </a:lnTo>
                <a:lnTo>
                  <a:pt x="1944048" y="128561"/>
                </a:lnTo>
                <a:lnTo>
                  <a:pt x="1944445" y="128291"/>
                </a:lnTo>
                <a:lnTo>
                  <a:pt x="1944837" y="128016"/>
                </a:lnTo>
                <a:lnTo>
                  <a:pt x="1945223" y="127737"/>
                </a:lnTo>
                <a:lnTo>
                  <a:pt x="1945604" y="127453"/>
                </a:lnTo>
                <a:lnTo>
                  <a:pt x="1945980" y="127165"/>
                </a:lnTo>
                <a:lnTo>
                  <a:pt x="1946351" y="126872"/>
                </a:lnTo>
                <a:lnTo>
                  <a:pt x="1946716" y="126575"/>
                </a:lnTo>
                <a:lnTo>
                  <a:pt x="1947076" y="126274"/>
                </a:lnTo>
                <a:lnTo>
                  <a:pt x="1947430" y="125967"/>
                </a:lnTo>
                <a:lnTo>
                  <a:pt x="1947779" y="125657"/>
                </a:lnTo>
                <a:lnTo>
                  <a:pt x="1948123" y="125343"/>
                </a:lnTo>
                <a:lnTo>
                  <a:pt x="1948461" y="125029"/>
                </a:lnTo>
                <a:lnTo>
                  <a:pt x="1948793" y="124713"/>
                </a:lnTo>
                <a:lnTo>
                  <a:pt x="1949119" y="124395"/>
                </a:lnTo>
                <a:lnTo>
                  <a:pt x="1949440" y="124077"/>
                </a:lnTo>
                <a:lnTo>
                  <a:pt x="1949754" y="123757"/>
                </a:lnTo>
                <a:lnTo>
                  <a:pt x="1950016" y="123486"/>
                </a:lnTo>
                <a:lnTo>
                  <a:pt x="1950040" y="123697"/>
                </a:lnTo>
                <a:lnTo>
                  <a:pt x="1950081" y="124045"/>
                </a:lnTo>
                <a:lnTo>
                  <a:pt x="1950125" y="124395"/>
                </a:lnTo>
                <a:close/>
                <a:moveTo>
                  <a:pt x="1949348" y="108818"/>
                </a:moveTo>
                <a:lnTo>
                  <a:pt x="1949154" y="109163"/>
                </a:lnTo>
                <a:lnTo>
                  <a:pt x="1948950" y="109508"/>
                </a:lnTo>
                <a:lnTo>
                  <a:pt x="1948736" y="109854"/>
                </a:lnTo>
                <a:lnTo>
                  <a:pt x="1948511" y="110201"/>
                </a:lnTo>
                <a:lnTo>
                  <a:pt x="1948277" y="110548"/>
                </a:lnTo>
                <a:lnTo>
                  <a:pt x="1948033" y="110897"/>
                </a:lnTo>
                <a:lnTo>
                  <a:pt x="1947779" y="111246"/>
                </a:lnTo>
                <a:lnTo>
                  <a:pt x="1947516" y="111594"/>
                </a:lnTo>
                <a:lnTo>
                  <a:pt x="1947246" y="111937"/>
                </a:lnTo>
                <a:lnTo>
                  <a:pt x="1946969" y="112276"/>
                </a:lnTo>
                <a:lnTo>
                  <a:pt x="1946684" y="112610"/>
                </a:lnTo>
                <a:lnTo>
                  <a:pt x="1946391" y="112940"/>
                </a:lnTo>
                <a:lnTo>
                  <a:pt x="1946091" y="113265"/>
                </a:lnTo>
                <a:lnTo>
                  <a:pt x="1945784" y="113585"/>
                </a:lnTo>
                <a:lnTo>
                  <a:pt x="1945469" y="113902"/>
                </a:lnTo>
                <a:lnTo>
                  <a:pt x="1945147" y="114213"/>
                </a:lnTo>
                <a:lnTo>
                  <a:pt x="1944818" y="114521"/>
                </a:lnTo>
                <a:lnTo>
                  <a:pt x="1944481" y="114823"/>
                </a:lnTo>
                <a:lnTo>
                  <a:pt x="1944136" y="115122"/>
                </a:lnTo>
                <a:lnTo>
                  <a:pt x="1943784" y="115415"/>
                </a:lnTo>
                <a:lnTo>
                  <a:pt x="1943425" y="115705"/>
                </a:lnTo>
                <a:lnTo>
                  <a:pt x="1943058" y="115989"/>
                </a:lnTo>
                <a:lnTo>
                  <a:pt x="1942684" y="116270"/>
                </a:lnTo>
                <a:lnTo>
                  <a:pt x="1942303" y="116546"/>
                </a:lnTo>
                <a:lnTo>
                  <a:pt x="1941914" y="116817"/>
                </a:lnTo>
                <a:lnTo>
                  <a:pt x="1941517" y="117084"/>
                </a:lnTo>
                <a:lnTo>
                  <a:pt x="1941113" y="117346"/>
                </a:lnTo>
                <a:lnTo>
                  <a:pt x="1940702" y="117604"/>
                </a:lnTo>
                <a:lnTo>
                  <a:pt x="1940283" y="117857"/>
                </a:lnTo>
                <a:lnTo>
                  <a:pt x="1939857" y="118106"/>
                </a:lnTo>
                <a:lnTo>
                  <a:pt x="1939424" y="118351"/>
                </a:lnTo>
                <a:lnTo>
                  <a:pt x="1938983" y="118588"/>
                </a:lnTo>
                <a:lnTo>
                  <a:pt x="1938538" y="118815"/>
                </a:lnTo>
                <a:lnTo>
                  <a:pt x="1938086" y="119032"/>
                </a:lnTo>
                <a:lnTo>
                  <a:pt x="1937629" y="119239"/>
                </a:lnTo>
                <a:lnTo>
                  <a:pt x="1937167" y="119436"/>
                </a:lnTo>
                <a:lnTo>
                  <a:pt x="1936699" y="119622"/>
                </a:lnTo>
                <a:lnTo>
                  <a:pt x="1936225" y="119799"/>
                </a:lnTo>
                <a:lnTo>
                  <a:pt x="1935746" y="119965"/>
                </a:lnTo>
                <a:lnTo>
                  <a:pt x="1935261" y="120122"/>
                </a:lnTo>
                <a:lnTo>
                  <a:pt x="1934770" y="120268"/>
                </a:lnTo>
                <a:lnTo>
                  <a:pt x="1934274" y="120404"/>
                </a:lnTo>
                <a:lnTo>
                  <a:pt x="1933772" y="120530"/>
                </a:lnTo>
                <a:lnTo>
                  <a:pt x="1933265" y="120646"/>
                </a:lnTo>
                <a:lnTo>
                  <a:pt x="1932752" y="120752"/>
                </a:lnTo>
                <a:lnTo>
                  <a:pt x="1932233" y="120848"/>
                </a:lnTo>
                <a:lnTo>
                  <a:pt x="1931709" y="120934"/>
                </a:lnTo>
                <a:lnTo>
                  <a:pt x="1931179" y="121010"/>
                </a:lnTo>
                <a:lnTo>
                  <a:pt x="1930644" y="121075"/>
                </a:lnTo>
                <a:lnTo>
                  <a:pt x="1930103" y="121131"/>
                </a:lnTo>
                <a:lnTo>
                  <a:pt x="1929556" y="121176"/>
                </a:lnTo>
                <a:lnTo>
                  <a:pt x="1929004" y="121212"/>
                </a:lnTo>
                <a:lnTo>
                  <a:pt x="1928446" y="121237"/>
                </a:lnTo>
                <a:lnTo>
                  <a:pt x="1927883" y="121252"/>
                </a:lnTo>
                <a:lnTo>
                  <a:pt x="1927314" y="121257"/>
                </a:lnTo>
                <a:lnTo>
                  <a:pt x="1926859" y="121254"/>
                </a:lnTo>
                <a:lnTo>
                  <a:pt x="1926411" y="121243"/>
                </a:lnTo>
                <a:lnTo>
                  <a:pt x="1925969" y="121226"/>
                </a:lnTo>
                <a:lnTo>
                  <a:pt x="1925532" y="121202"/>
                </a:lnTo>
                <a:lnTo>
                  <a:pt x="1925102" y="121171"/>
                </a:lnTo>
                <a:lnTo>
                  <a:pt x="1924678" y="121133"/>
                </a:lnTo>
                <a:lnTo>
                  <a:pt x="1924259" y="121089"/>
                </a:lnTo>
                <a:lnTo>
                  <a:pt x="1923847" y="121037"/>
                </a:lnTo>
                <a:lnTo>
                  <a:pt x="1923441" y="120979"/>
                </a:lnTo>
                <a:lnTo>
                  <a:pt x="1923041" y="120914"/>
                </a:lnTo>
                <a:lnTo>
                  <a:pt x="1922646" y="120842"/>
                </a:lnTo>
                <a:lnTo>
                  <a:pt x="1922258" y="120763"/>
                </a:lnTo>
                <a:lnTo>
                  <a:pt x="1921876" y="120677"/>
                </a:lnTo>
                <a:lnTo>
                  <a:pt x="1921500" y="120584"/>
                </a:lnTo>
                <a:lnTo>
                  <a:pt x="1921130" y="120484"/>
                </a:lnTo>
                <a:lnTo>
                  <a:pt x="1920766" y="120378"/>
                </a:lnTo>
                <a:lnTo>
                  <a:pt x="1920408" y="120265"/>
                </a:lnTo>
                <a:lnTo>
                  <a:pt x="1920056" y="120144"/>
                </a:lnTo>
                <a:lnTo>
                  <a:pt x="1919710" y="120017"/>
                </a:lnTo>
                <a:lnTo>
                  <a:pt x="1919370" y="119883"/>
                </a:lnTo>
                <a:lnTo>
                  <a:pt x="1919036" y="119743"/>
                </a:lnTo>
                <a:lnTo>
                  <a:pt x="1918708" y="119595"/>
                </a:lnTo>
                <a:lnTo>
                  <a:pt x="1918386" y="119441"/>
                </a:lnTo>
                <a:lnTo>
                  <a:pt x="1918070" y="119279"/>
                </a:lnTo>
                <a:lnTo>
                  <a:pt x="1917761" y="119112"/>
                </a:lnTo>
                <a:lnTo>
                  <a:pt x="1917458" y="118940"/>
                </a:lnTo>
                <a:lnTo>
                  <a:pt x="1917161" y="118763"/>
                </a:lnTo>
                <a:lnTo>
                  <a:pt x="1916872" y="118581"/>
                </a:lnTo>
                <a:lnTo>
                  <a:pt x="1916589" y="118394"/>
                </a:lnTo>
                <a:lnTo>
                  <a:pt x="1916312" y="118202"/>
                </a:lnTo>
                <a:lnTo>
                  <a:pt x="1916042" y="118005"/>
                </a:lnTo>
                <a:lnTo>
                  <a:pt x="1915778" y="117804"/>
                </a:lnTo>
                <a:lnTo>
                  <a:pt x="1915522" y="117597"/>
                </a:lnTo>
                <a:lnTo>
                  <a:pt x="1915271" y="117386"/>
                </a:lnTo>
                <a:lnTo>
                  <a:pt x="1915028" y="117169"/>
                </a:lnTo>
                <a:lnTo>
                  <a:pt x="1914791" y="116948"/>
                </a:lnTo>
                <a:lnTo>
                  <a:pt x="1914560" y="116722"/>
                </a:lnTo>
                <a:lnTo>
                  <a:pt x="1914336" y="116491"/>
                </a:lnTo>
                <a:lnTo>
                  <a:pt x="1914119" y="116255"/>
                </a:lnTo>
                <a:lnTo>
                  <a:pt x="1913908" y="116014"/>
                </a:lnTo>
                <a:lnTo>
                  <a:pt x="1913704" y="115768"/>
                </a:lnTo>
                <a:lnTo>
                  <a:pt x="1913507" y="115518"/>
                </a:lnTo>
                <a:lnTo>
                  <a:pt x="1913316" y="115262"/>
                </a:lnTo>
                <a:lnTo>
                  <a:pt x="1913131" y="115002"/>
                </a:lnTo>
                <a:lnTo>
                  <a:pt x="1912953" y="114736"/>
                </a:lnTo>
                <a:lnTo>
                  <a:pt x="1912782" y="114466"/>
                </a:lnTo>
                <a:lnTo>
                  <a:pt x="1912618" y="114191"/>
                </a:lnTo>
                <a:lnTo>
                  <a:pt x="1912460" y="113911"/>
                </a:lnTo>
                <a:lnTo>
                  <a:pt x="1912308" y="113627"/>
                </a:lnTo>
                <a:lnTo>
                  <a:pt x="1912163" y="113340"/>
                </a:lnTo>
                <a:lnTo>
                  <a:pt x="1912024" y="113052"/>
                </a:lnTo>
                <a:lnTo>
                  <a:pt x="1911892" y="112760"/>
                </a:lnTo>
                <a:lnTo>
                  <a:pt x="1911766" y="112466"/>
                </a:lnTo>
                <a:lnTo>
                  <a:pt x="1911647" y="112170"/>
                </a:lnTo>
                <a:lnTo>
                  <a:pt x="1911534" y="111871"/>
                </a:lnTo>
                <a:lnTo>
                  <a:pt x="1911428" y="111569"/>
                </a:lnTo>
                <a:lnTo>
                  <a:pt x="1911328" y="111265"/>
                </a:lnTo>
                <a:lnTo>
                  <a:pt x="1911235" y="110959"/>
                </a:lnTo>
                <a:lnTo>
                  <a:pt x="1911148" y="110650"/>
                </a:lnTo>
                <a:lnTo>
                  <a:pt x="1911067" y="110338"/>
                </a:lnTo>
                <a:lnTo>
                  <a:pt x="1910993" y="110024"/>
                </a:lnTo>
                <a:lnTo>
                  <a:pt x="1910925" y="109708"/>
                </a:lnTo>
                <a:lnTo>
                  <a:pt x="1910864" y="109388"/>
                </a:lnTo>
                <a:lnTo>
                  <a:pt x="1910809" y="109067"/>
                </a:lnTo>
                <a:lnTo>
                  <a:pt x="1910761" y="108743"/>
                </a:lnTo>
                <a:lnTo>
                  <a:pt x="1910719" y="108416"/>
                </a:lnTo>
                <a:lnTo>
                  <a:pt x="1910683" y="108087"/>
                </a:lnTo>
                <a:lnTo>
                  <a:pt x="1910654" y="107755"/>
                </a:lnTo>
                <a:lnTo>
                  <a:pt x="1910632" y="107421"/>
                </a:lnTo>
                <a:lnTo>
                  <a:pt x="1910616" y="107084"/>
                </a:lnTo>
                <a:lnTo>
                  <a:pt x="1910606" y="106744"/>
                </a:lnTo>
                <a:lnTo>
                  <a:pt x="1910603" y="106403"/>
                </a:lnTo>
                <a:lnTo>
                  <a:pt x="1910606" y="106068"/>
                </a:lnTo>
                <a:lnTo>
                  <a:pt x="1910615" y="105737"/>
                </a:lnTo>
                <a:lnTo>
                  <a:pt x="1910631" y="105409"/>
                </a:lnTo>
                <a:lnTo>
                  <a:pt x="1910652" y="105085"/>
                </a:lnTo>
                <a:lnTo>
                  <a:pt x="1910680" y="104765"/>
                </a:lnTo>
                <a:lnTo>
                  <a:pt x="1910714" y="104447"/>
                </a:lnTo>
                <a:lnTo>
                  <a:pt x="1910754" y="104134"/>
                </a:lnTo>
                <a:lnTo>
                  <a:pt x="1910800" y="103824"/>
                </a:lnTo>
                <a:lnTo>
                  <a:pt x="1910853" y="103517"/>
                </a:lnTo>
                <a:lnTo>
                  <a:pt x="1910911" y="103214"/>
                </a:lnTo>
                <a:lnTo>
                  <a:pt x="1910976" y="102914"/>
                </a:lnTo>
                <a:lnTo>
                  <a:pt x="1911047" y="102618"/>
                </a:lnTo>
                <a:lnTo>
                  <a:pt x="1911124" y="102326"/>
                </a:lnTo>
                <a:lnTo>
                  <a:pt x="1911207" y="102037"/>
                </a:lnTo>
                <a:lnTo>
                  <a:pt x="1911297" y="101751"/>
                </a:lnTo>
                <a:lnTo>
                  <a:pt x="1911392" y="101469"/>
                </a:lnTo>
                <a:lnTo>
                  <a:pt x="1911494" y="101191"/>
                </a:lnTo>
                <a:lnTo>
                  <a:pt x="1911602" y="100915"/>
                </a:lnTo>
                <a:lnTo>
                  <a:pt x="1911716" y="100644"/>
                </a:lnTo>
                <a:lnTo>
                  <a:pt x="1911836" y="100376"/>
                </a:lnTo>
                <a:lnTo>
                  <a:pt x="1911963" y="100111"/>
                </a:lnTo>
                <a:lnTo>
                  <a:pt x="1912095" y="99850"/>
                </a:lnTo>
                <a:lnTo>
                  <a:pt x="1912234" y="99593"/>
                </a:lnTo>
                <a:lnTo>
                  <a:pt x="1912379" y="99339"/>
                </a:lnTo>
                <a:lnTo>
                  <a:pt x="1912530" y="99088"/>
                </a:lnTo>
                <a:lnTo>
                  <a:pt x="1912686" y="98841"/>
                </a:lnTo>
                <a:lnTo>
                  <a:pt x="1912848" y="98598"/>
                </a:lnTo>
                <a:lnTo>
                  <a:pt x="1913016" y="98358"/>
                </a:lnTo>
                <a:lnTo>
                  <a:pt x="1913189" y="98121"/>
                </a:lnTo>
                <a:lnTo>
                  <a:pt x="1913368" y="97888"/>
                </a:lnTo>
                <a:lnTo>
                  <a:pt x="1913552" y="97659"/>
                </a:lnTo>
                <a:lnTo>
                  <a:pt x="1913742" y="97433"/>
                </a:lnTo>
                <a:lnTo>
                  <a:pt x="1913938" y="97210"/>
                </a:lnTo>
                <a:lnTo>
                  <a:pt x="1914139" y="96991"/>
                </a:lnTo>
                <a:lnTo>
                  <a:pt x="1914346" y="96776"/>
                </a:lnTo>
                <a:lnTo>
                  <a:pt x="1914559" y="96564"/>
                </a:lnTo>
                <a:lnTo>
                  <a:pt x="1914777" y="96355"/>
                </a:lnTo>
                <a:lnTo>
                  <a:pt x="1915000" y="96150"/>
                </a:lnTo>
                <a:lnTo>
                  <a:pt x="1915230" y="95949"/>
                </a:lnTo>
                <a:lnTo>
                  <a:pt x="1915465" y="95751"/>
                </a:lnTo>
                <a:lnTo>
                  <a:pt x="1915705" y="95556"/>
                </a:lnTo>
                <a:lnTo>
                  <a:pt x="1915951" y="95365"/>
                </a:lnTo>
                <a:lnTo>
                  <a:pt x="1916203" y="95178"/>
                </a:lnTo>
                <a:lnTo>
                  <a:pt x="1916460" y="94994"/>
                </a:lnTo>
                <a:lnTo>
                  <a:pt x="1916723" y="94813"/>
                </a:lnTo>
                <a:lnTo>
                  <a:pt x="1916992" y="94636"/>
                </a:lnTo>
                <a:lnTo>
                  <a:pt x="1917266" y="94463"/>
                </a:lnTo>
                <a:lnTo>
                  <a:pt x="1917546" y="94293"/>
                </a:lnTo>
                <a:lnTo>
                  <a:pt x="1917831" y="94127"/>
                </a:lnTo>
                <a:lnTo>
                  <a:pt x="1918122" y="93964"/>
                </a:lnTo>
                <a:lnTo>
                  <a:pt x="1918418" y="93804"/>
                </a:lnTo>
                <a:lnTo>
                  <a:pt x="1918721" y="93648"/>
                </a:lnTo>
                <a:lnTo>
                  <a:pt x="1919028" y="93496"/>
                </a:lnTo>
                <a:lnTo>
                  <a:pt x="1919342" y="93347"/>
                </a:lnTo>
                <a:lnTo>
                  <a:pt x="1919661" y="93202"/>
                </a:lnTo>
                <a:lnTo>
                  <a:pt x="1919985" y="93060"/>
                </a:lnTo>
                <a:lnTo>
                  <a:pt x="1920316" y="92921"/>
                </a:lnTo>
                <a:lnTo>
                  <a:pt x="1920651" y="92786"/>
                </a:lnTo>
                <a:lnTo>
                  <a:pt x="1920993" y="92655"/>
                </a:lnTo>
                <a:lnTo>
                  <a:pt x="1921340" y="92527"/>
                </a:lnTo>
                <a:lnTo>
                  <a:pt x="1921693" y="92403"/>
                </a:lnTo>
                <a:lnTo>
                  <a:pt x="1922051" y="92282"/>
                </a:lnTo>
                <a:lnTo>
                  <a:pt x="1922415" y="92164"/>
                </a:lnTo>
                <a:lnTo>
                  <a:pt x="1922784" y="92051"/>
                </a:lnTo>
                <a:lnTo>
                  <a:pt x="1923159" y="91940"/>
                </a:lnTo>
                <a:lnTo>
                  <a:pt x="1923540" y="91833"/>
                </a:lnTo>
                <a:lnTo>
                  <a:pt x="1923926" y="91730"/>
                </a:lnTo>
                <a:lnTo>
                  <a:pt x="1924318" y="91630"/>
                </a:lnTo>
                <a:lnTo>
                  <a:pt x="1924715" y="91534"/>
                </a:lnTo>
                <a:lnTo>
                  <a:pt x="1925119" y="91441"/>
                </a:lnTo>
                <a:lnTo>
                  <a:pt x="1925527" y="91352"/>
                </a:lnTo>
                <a:lnTo>
                  <a:pt x="1925942" y="91266"/>
                </a:lnTo>
                <a:lnTo>
                  <a:pt x="1926361" y="91183"/>
                </a:lnTo>
                <a:lnTo>
                  <a:pt x="1926785" y="91105"/>
                </a:lnTo>
                <a:lnTo>
                  <a:pt x="1927214" y="91029"/>
                </a:lnTo>
                <a:lnTo>
                  <a:pt x="1927648" y="90957"/>
                </a:lnTo>
                <a:lnTo>
                  <a:pt x="1928087" y="90889"/>
                </a:lnTo>
                <a:lnTo>
                  <a:pt x="1928530" y="90824"/>
                </a:lnTo>
                <a:lnTo>
                  <a:pt x="1928978" y="90763"/>
                </a:lnTo>
                <a:lnTo>
                  <a:pt x="1929431" y="90705"/>
                </a:lnTo>
                <a:lnTo>
                  <a:pt x="1929888" y="90651"/>
                </a:lnTo>
                <a:lnTo>
                  <a:pt x="1930351" y="90600"/>
                </a:lnTo>
                <a:lnTo>
                  <a:pt x="1930818" y="90553"/>
                </a:lnTo>
                <a:lnTo>
                  <a:pt x="1931290" y="90509"/>
                </a:lnTo>
                <a:lnTo>
                  <a:pt x="1931767" y="90469"/>
                </a:lnTo>
                <a:lnTo>
                  <a:pt x="1932248" y="90432"/>
                </a:lnTo>
                <a:lnTo>
                  <a:pt x="1932734" y="90398"/>
                </a:lnTo>
                <a:lnTo>
                  <a:pt x="1933225" y="90369"/>
                </a:lnTo>
                <a:lnTo>
                  <a:pt x="1933721" y="90342"/>
                </a:lnTo>
                <a:lnTo>
                  <a:pt x="1934221" y="90320"/>
                </a:lnTo>
                <a:lnTo>
                  <a:pt x="1934727" y="90300"/>
                </a:lnTo>
                <a:lnTo>
                  <a:pt x="1935237" y="90285"/>
                </a:lnTo>
                <a:lnTo>
                  <a:pt x="1935752" y="90272"/>
                </a:lnTo>
                <a:lnTo>
                  <a:pt x="1936271" y="90264"/>
                </a:lnTo>
                <a:lnTo>
                  <a:pt x="1936795" y="90258"/>
                </a:lnTo>
                <a:lnTo>
                  <a:pt x="1937325" y="90257"/>
                </a:lnTo>
                <a:lnTo>
                  <a:pt x="1949676" y="90257"/>
                </a:lnTo>
                <a:lnTo>
                  <a:pt x="1949676" y="108193"/>
                </a:lnTo>
                <a:lnTo>
                  <a:pt x="1949533" y="108475"/>
                </a:lnTo>
                <a:lnTo>
                  <a:pt x="1949348" y="108818"/>
                </a:lnTo>
                <a:close/>
                <a:moveTo>
                  <a:pt x="1802846" y="83449"/>
                </a:moveTo>
                <a:lnTo>
                  <a:pt x="1802814" y="82705"/>
                </a:lnTo>
                <a:lnTo>
                  <a:pt x="1802774" y="81966"/>
                </a:lnTo>
                <a:lnTo>
                  <a:pt x="1802726" y="81233"/>
                </a:lnTo>
                <a:lnTo>
                  <a:pt x="1802672" y="80504"/>
                </a:lnTo>
                <a:lnTo>
                  <a:pt x="1802610" y="79780"/>
                </a:lnTo>
                <a:lnTo>
                  <a:pt x="1802540" y="79060"/>
                </a:lnTo>
                <a:lnTo>
                  <a:pt x="1802464" y="78346"/>
                </a:lnTo>
                <a:lnTo>
                  <a:pt x="1802380" y="77637"/>
                </a:lnTo>
                <a:lnTo>
                  <a:pt x="1802289" y="76932"/>
                </a:lnTo>
                <a:lnTo>
                  <a:pt x="1802190" y="76233"/>
                </a:lnTo>
                <a:lnTo>
                  <a:pt x="1802085" y="75538"/>
                </a:lnTo>
                <a:lnTo>
                  <a:pt x="1801972" y="74848"/>
                </a:lnTo>
                <a:lnTo>
                  <a:pt x="1801852" y="74163"/>
                </a:lnTo>
                <a:lnTo>
                  <a:pt x="1801724" y="73483"/>
                </a:lnTo>
                <a:lnTo>
                  <a:pt x="1801589" y="72808"/>
                </a:lnTo>
                <a:lnTo>
                  <a:pt x="1801447" y="72138"/>
                </a:lnTo>
                <a:lnTo>
                  <a:pt x="1801298" y="71473"/>
                </a:lnTo>
                <a:lnTo>
                  <a:pt x="1801141" y="70812"/>
                </a:lnTo>
                <a:lnTo>
                  <a:pt x="1800977" y="70157"/>
                </a:lnTo>
                <a:lnTo>
                  <a:pt x="1800806" y="69506"/>
                </a:lnTo>
                <a:lnTo>
                  <a:pt x="1800627" y="68862"/>
                </a:lnTo>
                <a:lnTo>
                  <a:pt x="1800440" y="68224"/>
                </a:lnTo>
                <a:lnTo>
                  <a:pt x="1800246" y="67593"/>
                </a:lnTo>
                <a:lnTo>
                  <a:pt x="1800043" y="66970"/>
                </a:lnTo>
                <a:lnTo>
                  <a:pt x="1799833" y="66353"/>
                </a:lnTo>
                <a:lnTo>
                  <a:pt x="1799615" y="65743"/>
                </a:lnTo>
                <a:lnTo>
                  <a:pt x="1799389" y="65141"/>
                </a:lnTo>
                <a:lnTo>
                  <a:pt x="1799155" y="64545"/>
                </a:lnTo>
                <a:lnTo>
                  <a:pt x="1798914" y="63956"/>
                </a:lnTo>
                <a:lnTo>
                  <a:pt x="1798664" y="63375"/>
                </a:lnTo>
                <a:lnTo>
                  <a:pt x="1798407" y="62800"/>
                </a:lnTo>
                <a:lnTo>
                  <a:pt x="1798142" y="62232"/>
                </a:lnTo>
                <a:lnTo>
                  <a:pt x="1797869" y="61672"/>
                </a:lnTo>
                <a:lnTo>
                  <a:pt x="1797588" y="61118"/>
                </a:lnTo>
                <a:lnTo>
                  <a:pt x="1797299" y="60571"/>
                </a:lnTo>
                <a:lnTo>
                  <a:pt x="1797002" y="60032"/>
                </a:lnTo>
                <a:lnTo>
                  <a:pt x="1796698" y="59499"/>
                </a:lnTo>
                <a:lnTo>
                  <a:pt x="1796386" y="58973"/>
                </a:lnTo>
                <a:lnTo>
                  <a:pt x="1796066" y="58455"/>
                </a:lnTo>
                <a:lnTo>
                  <a:pt x="1795738" y="57943"/>
                </a:lnTo>
                <a:lnTo>
                  <a:pt x="1795402" y="57438"/>
                </a:lnTo>
                <a:lnTo>
                  <a:pt x="1795058" y="56941"/>
                </a:lnTo>
                <a:lnTo>
                  <a:pt x="1794707" y="56450"/>
                </a:lnTo>
                <a:lnTo>
                  <a:pt x="1794347" y="55966"/>
                </a:lnTo>
                <a:lnTo>
                  <a:pt x="1793980" y="55491"/>
                </a:lnTo>
                <a:lnTo>
                  <a:pt x="1793604" y="55024"/>
                </a:lnTo>
                <a:lnTo>
                  <a:pt x="1793219" y="54565"/>
                </a:lnTo>
                <a:lnTo>
                  <a:pt x="1792826" y="54116"/>
                </a:lnTo>
                <a:lnTo>
                  <a:pt x="1792424" y="53676"/>
                </a:lnTo>
                <a:lnTo>
                  <a:pt x="1792014" y="53244"/>
                </a:lnTo>
                <a:lnTo>
                  <a:pt x="1791595" y="52821"/>
                </a:lnTo>
                <a:lnTo>
                  <a:pt x="1791167" y="52407"/>
                </a:lnTo>
                <a:lnTo>
                  <a:pt x="1790731" y="52002"/>
                </a:lnTo>
                <a:lnTo>
                  <a:pt x="1790287" y="51605"/>
                </a:lnTo>
                <a:lnTo>
                  <a:pt x="1789834" y="51218"/>
                </a:lnTo>
                <a:lnTo>
                  <a:pt x="1789372" y="50839"/>
                </a:lnTo>
                <a:lnTo>
                  <a:pt x="1788902" y="50469"/>
                </a:lnTo>
                <a:lnTo>
                  <a:pt x="1788423" y="50107"/>
                </a:lnTo>
                <a:lnTo>
                  <a:pt x="1787936" y="49755"/>
                </a:lnTo>
                <a:lnTo>
                  <a:pt x="1787440" y="49411"/>
                </a:lnTo>
                <a:lnTo>
                  <a:pt x="1786936" y="49077"/>
                </a:lnTo>
                <a:lnTo>
                  <a:pt x="1786423" y="48751"/>
                </a:lnTo>
                <a:lnTo>
                  <a:pt x="1785902" y="48434"/>
                </a:lnTo>
                <a:lnTo>
                  <a:pt x="1785372" y="48125"/>
                </a:lnTo>
                <a:lnTo>
                  <a:pt x="1784833" y="47826"/>
                </a:lnTo>
                <a:lnTo>
                  <a:pt x="1784286" y="47535"/>
                </a:lnTo>
                <a:lnTo>
                  <a:pt x="1783730" y="47253"/>
                </a:lnTo>
                <a:lnTo>
                  <a:pt x="1783166" y="46980"/>
                </a:lnTo>
                <a:lnTo>
                  <a:pt x="1782593" y="46717"/>
                </a:lnTo>
                <a:lnTo>
                  <a:pt x="1782012" y="46465"/>
                </a:lnTo>
                <a:lnTo>
                  <a:pt x="1781421" y="46224"/>
                </a:lnTo>
                <a:lnTo>
                  <a:pt x="1780822" y="45995"/>
                </a:lnTo>
                <a:lnTo>
                  <a:pt x="1780213" y="45777"/>
                </a:lnTo>
                <a:lnTo>
                  <a:pt x="1779596" y="45569"/>
                </a:lnTo>
                <a:lnTo>
                  <a:pt x="1778970" y="45374"/>
                </a:lnTo>
                <a:lnTo>
                  <a:pt x="1778336" y="45189"/>
                </a:lnTo>
                <a:lnTo>
                  <a:pt x="1777692" y="45015"/>
                </a:lnTo>
                <a:lnTo>
                  <a:pt x="1777040" y="44853"/>
                </a:lnTo>
                <a:lnTo>
                  <a:pt x="1776379" y="44702"/>
                </a:lnTo>
                <a:lnTo>
                  <a:pt x="1775709" y="44562"/>
                </a:lnTo>
                <a:lnTo>
                  <a:pt x="1775030" y="44433"/>
                </a:lnTo>
                <a:lnTo>
                  <a:pt x="1774342" y="44316"/>
                </a:lnTo>
                <a:lnTo>
                  <a:pt x="1773646" y="44209"/>
                </a:lnTo>
                <a:lnTo>
                  <a:pt x="1772940" y="44114"/>
                </a:lnTo>
                <a:lnTo>
                  <a:pt x="1772226" y="44030"/>
                </a:lnTo>
                <a:lnTo>
                  <a:pt x="1771503" y="43957"/>
                </a:lnTo>
                <a:lnTo>
                  <a:pt x="1770771" y="43896"/>
                </a:lnTo>
                <a:lnTo>
                  <a:pt x="1770031" y="43845"/>
                </a:lnTo>
                <a:lnTo>
                  <a:pt x="1769281" y="43806"/>
                </a:lnTo>
                <a:lnTo>
                  <a:pt x="1768523" y="43778"/>
                </a:lnTo>
                <a:lnTo>
                  <a:pt x="1767756" y="43761"/>
                </a:lnTo>
                <a:lnTo>
                  <a:pt x="1766980" y="43756"/>
                </a:lnTo>
                <a:lnTo>
                  <a:pt x="1766368" y="43761"/>
                </a:lnTo>
                <a:lnTo>
                  <a:pt x="1765759" y="43777"/>
                </a:lnTo>
                <a:lnTo>
                  <a:pt x="1765151" y="43803"/>
                </a:lnTo>
                <a:lnTo>
                  <a:pt x="1764544" y="43839"/>
                </a:lnTo>
                <a:lnTo>
                  <a:pt x="1763940" y="43886"/>
                </a:lnTo>
                <a:lnTo>
                  <a:pt x="1763337" y="43943"/>
                </a:lnTo>
                <a:lnTo>
                  <a:pt x="1762735" y="44010"/>
                </a:lnTo>
                <a:lnTo>
                  <a:pt x="1762136" y="44088"/>
                </a:lnTo>
                <a:lnTo>
                  <a:pt x="1761538" y="44176"/>
                </a:lnTo>
                <a:lnTo>
                  <a:pt x="1760942" y="44274"/>
                </a:lnTo>
                <a:lnTo>
                  <a:pt x="1760347" y="44383"/>
                </a:lnTo>
                <a:lnTo>
                  <a:pt x="1759754" y="44503"/>
                </a:lnTo>
                <a:lnTo>
                  <a:pt x="1759163" y="44632"/>
                </a:lnTo>
                <a:lnTo>
                  <a:pt x="1758574" y="44772"/>
                </a:lnTo>
                <a:lnTo>
                  <a:pt x="1757986" y="44923"/>
                </a:lnTo>
                <a:lnTo>
                  <a:pt x="1757400" y="45083"/>
                </a:lnTo>
                <a:lnTo>
                  <a:pt x="1756815" y="45255"/>
                </a:lnTo>
                <a:lnTo>
                  <a:pt x="1756232" y="45436"/>
                </a:lnTo>
                <a:lnTo>
                  <a:pt x="1755651" y="45628"/>
                </a:lnTo>
                <a:lnTo>
                  <a:pt x="1755072" y="45830"/>
                </a:lnTo>
                <a:lnTo>
                  <a:pt x="1754494" y="46043"/>
                </a:lnTo>
                <a:lnTo>
                  <a:pt x="1753918" y="46266"/>
                </a:lnTo>
                <a:lnTo>
                  <a:pt x="1753344" y="46499"/>
                </a:lnTo>
                <a:lnTo>
                  <a:pt x="1752771" y="46743"/>
                </a:lnTo>
                <a:lnTo>
                  <a:pt x="1752202" y="46997"/>
                </a:lnTo>
                <a:lnTo>
                  <a:pt x="1751638" y="47260"/>
                </a:lnTo>
                <a:lnTo>
                  <a:pt x="1751078" y="47534"/>
                </a:lnTo>
                <a:lnTo>
                  <a:pt x="1750524" y="47817"/>
                </a:lnTo>
                <a:lnTo>
                  <a:pt x="1749975" y="48110"/>
                </a:lnTo>
                <a:lnTo>
                  <a:pt x="1749431" y="48413"/>
                </a:lnTo>
                <a:lnTo>
                  <a:pt x="1748892" y="48726"/>
                </a:lnTo>
                <a:lnTo>
                  <a:pt x="1748358" y="49048"/>
                </a:lnTo>
                <a:lnTo>
                  <a:pt x="1747829" y="49380"/>
                </a:lnTo>
                <a:lnTo>
                  <a:pt x="1747305" y="49723"/>
                </a:lnTo>
                <a:lnTo>
                  <a:pt x="1746786" y="50075"/>
                </a:lnTo>
                <a:lnTo>
                  <a:pt x="1746272" y="50436"/>
                </a:lnTo>
                <a:lnTo>
                  <a:pt x="1745764" y="50808"/>
                </a:lnTo>
                <a:lnTo>
                  <a:pt x="1745260" y="51189"/>
                </a:lnTo>
                <a:lnTo>
                  <a:pt x="1744761" y="51580"/>
                </a:lnTo>
                <a:lnTo>
                  <a:pt x="1744268" y="51981"/>
                </a:lnTo>
                <a:lnTo>
                  <a:pt x="1743779" y="52392"/>
                </a:lnTo>
                <a:lnTo>
                  <a:pt x="1743295" y="52813"/>
                </a:lnTo>
                <a:lnTo>
                  <a:pt x="1742817" y="53243"/>
                </a:lnTo>
                <a:lnTo>
                  <a:pt x="1742344" y="53683"/>
                </a:lnTo>
                <a:lnTo>
                  <a:pt x="1741875" y="54133"/>
                </a:lnTo>
                <a:lnTo>
                  <a:pt x="1741412" y="54593"/>
                </a:lnTo>
                <a:lnTo>
                  <a:pt x="1740953" y="55063"/>
                </a:lnTo>
                <a:lnTo>
                  <a:pt x="1740500" y="55542"/>
                </a:lnTo>
                <a:lnTo>
                  <a:pt x="1740053" y="56031"/>
                </a:lnTo>
                <a:lnTo>
                  <a:pt x="1739614" y="56529"/>
                </a:lnTo>
                <a:lnTo>
                  <a:pt x="1739183" y="57035"/>
                </a:lnTo>
                <a:lnTo>
                  <a:pt x="1738760" y="57551"/>
                </a:lnTo>
                <a:lnTo>
                  <a:pt x="1738345" y="58075"/>
                </a:lnTo>
                <a:lnTo>
                  <a:pt x="1737937" y="58608"/>
                </a:lnTo>
                <a:lnTo>
                  <a:pt x="1737537" y="59150"/>
                </a:lnTo>
                <a:lnTo>
                  <a:pt x="1737145" y="59700"/>
                </a:lnTo>
                <a:lnTo>
                  <a:pt x="1736761" y="60260"/>
                </a:lnTo>
                <a:lnTo>
                  <a:pt x="1736385" y="60828"/>
                </a:lnTo>
                <a:lnTo>
                  <a:pt x="1736017" y="61405"/>
                </a:lnTo>
                <a:lnTo>
                  <a:pt x="1735656" y="61991"/>
                </a:lnTo>
                <a:lnTo>
                  <a:pt x="1735304" y="62586"/>
                </a:lnTo>
                <a:lnTo>
                  <a:pt x="1734959" y="63189"/>
                </a:lnTo>
                <a:lnTo>
                  <a:pt x="1734622" y="63802"/>
                </a:lnTo>
                <a:lnTo>
                  <a:pt x="1734293" y="64423"/>
                </a:lnTo>
                <a:lnTo>
                  <a:pt x="1733972" y="65053"/>
                </a:lnTo>
                <a:lnTo>
                  <a:pt x="1733658" y="65692"/>
                </a:lnTo>
                <a:lnTo>
                  <a:pt x="1733353" y="66340"/>
                </a:lnTo>
                <a:lnTo>
                  <a:pt x="1733055" y="66996"/>
                </a:lnTo>
                <a:lnTo>
                  <a:pt x="1732765" y="67662"/>
                </a:lnTo>
                <a:lnTo>
                  <a:pt x="1732483" y="68336"/>
                </a:lnTo>
                <a:lnTo>
                  <a:pt x="1732209" y="69019"/>
                </a:lnTo>
                <a:lnTo>
                  <a:pt x="1731943" y="69711"/>
                </a:lnTo>
                <a:lnTo>
                  <a:pt x="1731686" y="70411"/>
                </a:lnTo>
                <a:lnTo>
                  <a:pt x="1731440" y="71119"/>
                </a:lnTo>
                <a:lnTo>
                  <a:pt x="1731205" y="71836"/>
                </a:lnTo>
                <a:lnTo>
                  <a:pt x="1730981" y="72560"/>
                </a:lnTo>
                <a:lnTo>
                  <a:pt x="1730768" y="73292"/>
                </a:lnTo>
                <a:lnTo>
                  <a:pt x="1730565" y="74032"/>
                </a:lnTo>
                <a:lnTo>
                  <a:pt x="1730374" y="74781"/>
                </a:lnTo>
                <a:lnTo>
                  <a:pt x="1730194" y="75537"/>
                </a:lnTo>
                <a:lnTo>
                  <a:pt x="1730024" y="76301"/>
                </a:lnTo>
                <a:lnTo>
                  <a:pt x="1729866" y="77073"/>
                </a:lnTo>
                <a:lnTo>
                  <a:pt x="1729718" y="77853"/>
                </a:lnTo>
                <a:lnTo>
                  <a:pt x="1729581" y="78641"/>
                </a:lnTo>
                <a:lnTo>
                  <a:pt x="1729456" y="79438"/>
                </a:lnTo>
                <a:lnTo>
                  <a:pt x="1729341" y="80242"/>
                </a:lnTo>
                <a:lnTo>
                  <a:pt x="1729237" y="81054"/>
                </a:lnTo>
                <a:lnTo>
                  <a:pt x="1729144" y="81874"/>
                </a:lnTo>
                <a:lnTo>
                  <a:pt x="1729062" y="82702"/>
                </a:lnTo>
                <a:lnTo>
                  <a:pt x="1728991" y="83538"/>
                </a:lnTo>
                <a:lnTo>
                  <a:pt x="1728931" y="84382"/>
                </a:lnTo>
                <a:lnTo>
                  <a:pt x="1728882" y="85234"/>
                </a:lnTo>
                <a:lnTo>
                  <a:pt x="1728843" y="86095"/>
                </a:lnTo>
                <a:lnTo>
                  <a:pt x="1728816" y="86963"/>
                </a:lnTo>
                <a:lnTo>
                  <a:pt x="1728800" y="87839"/>
                </a:lnTo>
                <a:lnTo>
                  <a:pt x="1728794" y="88723"/>
                </a:lnTo>
                <a:lnTo>
                  <a:pt x="1728794" y="92113"/>
                </a:lnTo>
                <a:lnTo>
                  <a:pt x="1728799" y="92878"/>
                </a:lnTo>
                <a:lnTo>
                  <a:pt x="1728814" y="93637"/>
                </a:lnTo>
                <a:lnTo>
                  <a:pt x="1728838" y="94391"/>
                </a:lnTo>
                <a:lnTo>
                  <a:pt x="1728873" y="95141"/>
                </a:lnTo>
                <a:lnTo>
                  <a:pt x="1728917" y="95885"/>
                </a:lnTo>
                <a:lnTo>
                  <a:pt x="1728971" y="96624"/>
                </a:lnTo>
                <a:lnTo>
                  <a:pt x="1729035" y="97358"/>
                </a:lnTo>
                <a:lnTo>
                  <a:pt x="1729108" y="98087"/>
                </a:lnTo>
                <a:lnTo>
                  <a:pt x="1729192" y="98811"/>
                </a:lnTo>
                <a:lnTo>
                  <a:pt x="1729285" y="99530"/>
                </a:lnTo>
                <a:lnTo>
                  <a:pt x="1729388" y="100244"/>
                </a:lnTo>
                <a:lnTo>
                  <a:pt x="1729501" y="100953"/>
                </a:lnTo>
                <a:lnTo>
                  <a:pt x="1729623" y="101657"/>
                </a:lnTo>
                <a:lnTo>
                  <a:pt x="1729756" y="102356"/>
                </a:lnTo>
                <a:lnTo>
                  <a:pt x="1729898" y="103050"/>
                </a:lnTo>
                <a:lnTo>
                  <a:pt x="1730050" y="103739"/>
                </a:lnTo>
                <a:lnTo>
                  <a:pt x="1730212" y="104422"/>
                </a:lnTo>
                <a:lnTo>
                  <a:pt x="1730384" y="105101"/>
                </a:lnTo>
                <a:lnTo>
                  <a:pt x="1730565" y="105774"/>
                </a:lnTo>
                <a:lnTo>
                  <a:pt x="1730756" y="106443"/>
                </a:lnTo>
                <a:lnTo>
                  <a:pt x="1730958" y="107106"/>
                </a:lnTo>
                <a:lnTo>
                  <a:pt x="1731169" y="107765"/>
                </a:lnTo>
                <a:lnTo>
                  <a:pt x="1731389" y="108418"/>
                </a:lnTo>
                <a:lnTo>
                  <a:pt x="1731620" y="109067"/>
                </a:lnTo>
                <a:lnTo>
                  <a:pt x="1731860" y="109709"/>
                </a:lnTo>
                <a:lnTo>
                  <a:pt x="1732108" y="110344"/>
                </a:lnTo>
                <a:lnTo>
                  <a:pt x="1732365" y="110971"/>
                </a:lnTo>
                <a:lnTo>
                  <a:pt x="1732630" y="111592"/>
                </a:lnTo>
                <a:lnTo>
                  <a:pt x="1732904" y="112205"/>
                </a:lnTo>
                <a:lnTo>
                  <a:pt x="1733186" y="112811"/>
                </a:lnTo>
                <a:lnTo>
                  <a:pt x="1733478" y="113409"/>
                </a:lnTo>
                <a:lnTo>
                  <a:pt x="1733777" y="114000"/>
                </a:lnTo>
                <a:lnTo>
                  <a:pt x="1734085" y="114584"/>
                </a:lnTo>
                <a:lnTo>
                  <a:pt x="1734402" y="115161"/>
                </a:lnTo>
                <a:lnTo>
                  <a:pt x="1734727" y="115730"/>
                </a:lnTo>
                <a:lnTo>
                  <a:pt x="1735061" y="116292"/>
                </a:lnTo>
                <a:lnTo>
                  <a:pt x="1735403" y="116847"/>
                </a:lnTo>
                <a:lnTo>
                  <a:pt x="1735754" y="117394"/>
                </a:lnTo>
                <a:lnTo>
                  <a:pt x="1736114" y="117934"/>
                </a:lnTo>
                <a:lnTo>
                  <a:pt x="1736482" y="118467"/>
                </a:lnTo>
                <a:lnTo>
                  <a:pt x="1736858" y="118993"/>
                </a:lnTo>
                <a:lnTo>
                  <a:pt x="1737243" y="119511"/>
                </a:lnTo>
                <a:lnTo>
                  <a:pt x="1737637" y="120022"/>
                </a:lnTo>
                <a:lnTo>
                  <a:pt x="1738039" y="120526"/>
                </a:lnTo>
                <a:lnTo>
                  <a:pt x="1738450" y="121022"/>
                </a:lnTo>
                <a:lnTo>
                  <a:pt x="1738869" y="121512"/>
                </a:lnTo>
                <a:lnTo>
                  <a:pt x="1739297" y="121993"/>
                </a:lnTo>
                <a:lnTo>
                  <a:pt x="1739733" y="122468"/>
                </a:lnTo>
                <a:lnTo>
                  <a:pt x="1740178" y="122934"/>
                </a:lnTo>
                <a:lnTo>
                  <a:pt x="1740629" y="123392"/>
                </a:lnTo>
                <a:lnTo>
                  <a:pt x="1741088" y="123841"/>
                </a:lnTo>
                <a:lnTo>
                  <a:pt x="1741554" y="124281"/>
                </a:lnTo>
                <a:lnTo>
                  <a:pt x="1742028" y="124712"/>
                </a:lnTo>
                <a:lnTo>
                  <a:pt x="1742508" y="125135"/>
                </a:lnTo>
                <a:lnTo>
                  <a:pt x="1742996" y="125548"/>
                </a:lnTo>
                <a:lnTo>
                  <a:pt x="1743492" y="125953"/>
                </a:lnTo>
                <a:lnTo>
                  <a:pt x="1743994" y="126349"/>
                </a:lnTo>
                <a:lnTo>
                  <a:pt x="1744504" y="126736"/>
                </a:lnTo>
                <a:lnTo>
                  <a:pt x="1745021" y="127114"/>
                </a:lnTo>
                <a:lnTo>
                  <a:pt x="1745546" y="127483"/>
                </a:lnTo>
                <a:lnTo>
                  <a:pt x="1746078" y="127844"/>
                </a:lnTo>
                <a:lnTo>
                  <a:pt x="1746617" y="128196"/>
                </a:lnTo>
                <a:lnTo>
                  <a:pt x="1747163" y="128539"/>
                </a:lnTo>
                <a:lnTo>
                  <a:pt x="1747717" y="128873"/>
                </a:lnTo>
                <a:lnTo>
                  <a:pt x="1748277" y="129198"/>
                </a:lnTo>
                <a:lnTo>
                  <a:pt x="1748846" y="129514"/>
                </a:lnTo>
                <a:lnTo>
                  <a:pt x="1749421" y="129822"/>
                </a:lnTo>
                <a:lnTo>
                  <a:pt x="1750004" y="130121"/>
                </a:lnTo>
                <a:lnTo>
                  <a:pt x="1750594" y="130410"/>
                </a:lnTo>
                <a:lnTo>
                  <a:pt x="1751191" y="130692"/>
                </a:lnTo>
                <a:lnTo>
                  <a:pt x="1751796" y="130964"/>
                </a:lnTo>
                <a:lnTo>
                  <a:pt x="1752408" y="131227"/>
                </a:lnTo>
                <a:lnTo>
                  <a:pt x="1753026" y="131481"/>
                </a:lnTo>
                <a:lnTo>
                  <a:pt x="1753651" y="131724"/>
                </a:lnTo>
                <a:lnTo>
                  <a:pt x="1754282" y="131956"/>
                </a:lnTo>
                <a:lnTo>
                  <a:pt x="1754918" y="132177"/>
                </a:lnTo>
                <a:lnTo>
                  <a:pt x="1755561" y="132387"/>
                </a:lnTo>
                <a:lnTo>
                  <a:pt x="1756210" y="132587"/>
                </a:lnTo>
                <a:lnTo>
                  <a:pt x="1756865" y="132776"/>
                </a:lnTo>
                <a:lnTo>
                  <a:pt x="1757525" y="132954"/>
                </a:lnTo>
                <a:lnTo>
                  <a:pt x="1758192" y="133121"/>
                </a:lnTo>
                <a:lnTo>
                  <a:pt x="1758865" y="133278"/>
                </a:lnTo>
                <a:lnTo>
                  <a:pt x="1759544" y="133423"/>
                </a:lnTo>
                <a:lnTo>
                  <a:pt x="1760229" y="133558"/>
                </a:lnTo>
                <a:lnTo>
                  <a:pt x="1760920" y="133682"/>
                </a:lnTo>
                <a:lnTo>
                  <a:pt x="1761616" y="133796"/>
                </a:lnTo>
                <a:lnTo>
                  <a:pt x="1762319" y="133898"/>
                </a:lnTo>
                <a:lnTo>
                  <a:pt x="1763028" y="133990"/>
                </a:lnTo>
                <a:lnTo>
                  <a:pt x="1763743" y="134071"/>
                </a:lnTo>
                <a:lnTo>
                  <a:pt x="1764464" y="134141"/>
                </a:lnTo>
                <a:lnTo>
                  <a:pt x="1765192" y="134200"/>
                </a:lnTo>
                <a:lnTo>
                  <a:pt x="1765925" y="134249"/>
                </a:lnTo>
                <a:lnTo>
                  <a:pt x="1766664" y="134287"/>
                </a:lnTo>
                <a:lnTo>
                  <a:pt x="1767409" y="134314"/>
                </a:lnTo>
                <a:lnTo>
                  <a:pt x="1768160" y="134330"/>
                </a:lnTo>
                <a:lnTo>
                  <a:pt x="1768917" y="134335"/>
                </a:lnTo>
                <a:lnTo>
                  <a:pt x="1769633" y="134331"/>
                </a:lnTo>
                <a:lnTo>
                  <a:pt x="1770341" y="134319"/>
                </a:lnTo>
                <a:lnTo>
                  <a:pt x="1771041" y="134297"/>
                </a:lnTo>
                <a:lnTo>
                  <a:pt x="1771733" y="134268"/>
                </a:lnTo>
                <a:lnTo>
                  <a:pt x="1772417" y="134230"/>
                </a:lnTo>
                <a:lnTo>
                  <a:pt x="1773093" y="134184"/>
                </a:lnTo>
                <a:lnTo>
                  <a:pt x="1773760" y="134129"/>
                </a:lnTo>
                <a:lnTo>
                  <a:pt x="1774420" y="134066"/>
                </a:lnTo>
                <a:lnTo>
                  <a:pt x="1775072" y="133995"/>
                </a:lnTo>
                <a:lnTo>
                  <a:pt x="1775716" y="133915"/>
                </a:lnTo>
                <a:lnTo>
                  <a:pt x="1776352" y="133827"/>
                </a:lnTo>
                <a:lnTo>
                  <a:pt x="1776980" y="133730"/>
                </a:lnTo>
                <a:lnTo>
                  <a:pt x="1777600" y="133625"/>
                </a:lnTo>
                <a:lnTo>
                  <a:pt x="1778212" y="133511"/>
                </a:lnTo>
                <a:lnTo>
                  <a:pt x="1778816" y="133389"/>
                </a:lnTo>
                <a:lnTo>
                  <a:pt x="1779412" y="133259"/>
                </a:lnTo>
                <a:lnTo>
                  <a:pt x="1780000" y="133120"/>
                </a:lnTo>
                <a:lnTo>
                  <a:pt x="1780580" y="132973"/>
                </a:lnTo>
                <a:lnTo>
                  <a:pt x="1781152" y="132817"/>
                </a:lnTo>
                <a:lnTo>
                  <a:pt x="1781716" y="132653"/>
                </a:lnTo>
                <a:lnTo>
                  <a:pt x="1782272" y="132481"/>
                </a:lnTo>
                <a:lnTo>
                  <a:pt x="1782821" y="132300"/>
                </a:lnTo>
                <a:lnTo>
                  <a:pt x="1783361" y="132111"/>
                </a:lnTo>
                <a:lnTo>
                  <a:pt x="1783893" y="131913"/>
                </a:lnTo>
                <a:lnTo>
                  <a:pt x="1784417" y="131709"/>
                </a:lnTo>
                <a:lnTo>
                  <a:pt x="1784935" y="131500"/>
                </a:lnTo>
                <a:lnTo>
                  <a:pt x="1785446" y="131285"/>
                </a:lnTo>
                <a:lnTo>
                  <a:pt x="1785950" y="131066"/>
                </a:lnTo>
                <a:lnTo>
                  <a:pt x="1786447" y="130841"/>
                </a:lnTo>
                <a:lnTo>
                  <a:pt x="1786938" y="130612"/>
                </a:lnTo>
                <a:lnTo>
                  <a:pt x="1787421" y="130377"/>
                </a:lnTo>
                <a:lnTo>
                  <a:pt x="1787898" y="130137"/>
                </a:lnTo>
                <a:lnTo>
                  <a:pt x="1788368" y="129893"/>
                </a:lnTo>
                <a:lnTo>
                  <a:pt x="1788830" y="129643"/>
                </a:lnTo>
                <a:lnTo>
                  <a:pt x="1789286" y="129388"/>
                </a:lnTo>
                <a:lnTo>
                  <a:pt x="1789736" y="129128"/>
                </a:lnTo>
                <a:lnTo>
                  <a:pt x="1790178" y="128863"/>
                </a:lnTo>
                <a:lnTo>
                  <a:pt x="1790613" y="128593"/>
                </a:lnTo>
                <a:lnTo>
                  <a:pt x="1791042" y="128318"/>
                </a:lnTo>
                <a:lnTo>
                  <a:pt x="1791463" y="128038"/>
                </a:lnTo>
                <a:lnTo>
                  <a:pt x="1791878" y="127753"/>
                </a:lnTo>
                <a:lnTo>
                  <a:pt x="1792286" y="127463"/>
                </a:lnTo>
                <a:lnTo>
                  <a:pt x="1792687" y="127168"/>
                </a:lnTo>
                <a:lnTo>
                  <a:pt x="1793081" y="126868"/>
                </a:lnTo>
                <a:lnTo>
                  <a:pt x="1793469" y="126563"/>
                </a:lnTo>
                <a:lnTo>
                  <a:pt x="1793849" y="126252"/>
                </a:lnTo>
                <a:lnTo>
                  <a:pt x="1794223" y="125937"/>
                </a:lnTo>
                <a:lnTo>
                  <a:pt x="1794590" y="125616"/>
                </a:lnTo>
                <a:lnTo>
                  <a:pt x="1794950" y="125293"/>
                </a:lnTo>
                <a:lnTo>
                  <a:pt x="1795305" y="124968"/>
                </a:lnTo>
                <a:lnTo>
                  <a:pt x="1795655" y="124641"/>
                </a:lnTo>
                <a:lnTo>
                  <a:pt x="1796000" y="124314"/>
                </a:lnTo>
                <a:lnTo>
                  <a:pt x="1796339" y="123984"/>
                </a:lnTo>
                <a:lnTo>
                  <a:pt x="1796673" y="123654"/>
                </a:lnTo>
                <a:lnTo>
                  <a:pt x="1797002" y="123322"/>
                </a:lnTo>
                <a:lnTo>
                  <a:pt x="1797325" y="122988"/>
                </a:lnTo>
                <a:lnTo>
                  <a:pt x="1797643" y="122653"/>
                </a:lnTo>
                <a:lnTo>
                  <a:pt x="1797956" y="122317"/>
                </a:lnTo>
                <a:lnTo>
                  <a:pt x="1798263" y="121980"/>
                </a:lnTo>
                <a:lnTo>
                  <a:pt x="1798565" y="121640"/>
                </a:lnTo>
                <a:lnTo>
                  <a:pt x="1798862" y="121300"/>
                </a:lnTo>
                <a:lnTo>
                  <a:pt x="1799154" y="120958"/>
                </a:lnTo>
                <a:lnTo>
                  <a:pt x="1799440" y="120615"/>
                </a:lnTo>
                <a:lnTo>
                  <a:pt x="1799720" y="120270"/>
                </a:lnTo>
                <a:lnTo>
                  <a:pt x="1799996" y="119924"/>
                </a:lnTo>
                <a:lnTo>
                  <a:pt x="1800266" y="119577"/>
                </a:lnTo>
                <a:lnTo>
                  <a:pt x="1800531" y="119228"/>
                </a:lnTo>
                <a:lnTo>
                  <a:pt x="1800790" y="118878"/>
                </a:lnTo>
                <a:lnTo>
                  <a:pt x="1801044" y="118526"/>
                </a:lnTo>
                <a:lnTo>
                  <a:pt x="1801293" y="118173"/>
                </a:lnTo>
                <a:lnTo>
                  <a:pt x="1801536" y="117819"/>
                </a:lnTo>
                <a:lnTo>
                  <a:pt x="1801775" y="117463"/>
                </a:lnTo>
                <a:lnTo>
                  <a:pt x="1792733" y="110278"/>
                </a:lnTo>
                <a:lnTo>
                  <a:pt x="1792387" y="110725"/>
                </a:lnTo>
                <a:lnTo>
                  <a:pt x="1792037" y="111164"/>
                </a:lnTo>
                <a:lnTo>
                  <a:pt x="1791682" y="111596"/>
                </a:lnTo>
                <a:lnTo>
                  <a:pt x="1791322" y="112020"/>
                </a:lnTo>
                <a:lnTo>
                  <a:pt x="1790958" y="112437"/>
                </a:lnTo>
                <a:lnTo>
                  <a:pt x="1790588" y="112846"/>
                </a:lnTo>
                <a:lnTo>
                  <a:pt x="1790214" y="113247"/>
                </a:lnTo>
                <a:lnTo>
                  <a:pt x="1789835" y="113641"/>
                </a:lnTo>
                <a:lnTo>
                  <a:pt x="1789452" y="114028"/>
                </a:lnTo>
                <a:lnTo>
                  <a:pt x="1789063" y="114407"/>
                </a:lnTo>
                <a:lnTo>
                  <a:pt x="1788670" y="114778"/>
                </a:lnTo>
                <a:lnTo>
                  <a:pt x="1788272" y="115142"/>
                </a:lnTo>
                <a:lnTo>
                  <a:pt x="1787870" y="115498"/>
                </a:lnTo>
                <a:lnTo>
                  <a:pt x="1787462" y="115846"/>
                </a:lnTo>
                <a:lnTo>
                  <a:pt x="1787050" y="116187"/>
                </a:lnTo>
                <a:lnTo>
                  <a:pt x="1786633" y="116521"/>
                </a:lnTo>
                <a:lnTo>
                  <a:pt x="1786211" y="116847"/>
                </a:lnTo>
                <a:lnTo>
                  <a:pt x="1785785" y="117165"/>
                </a:lnTo>
                <a:lnTo>
                  <a:pt x="1785354" y="117476"/>
                </a:lnTo>
                <a:lnTo>
                  <a:pt x="1784918" y="117779"/>
                </a:lnTo>
                <a:lnTo>
                  <a:pt x="1784477" y="118074"/>
                </a:lnTo>
                <a:lnTo>
                  <a:pt x="1784031" y="118362"/>
                </a:lnTo>
                <a:lnTo>
                  <a:pt x="1783581" y="118643"/>
                </a:lnTo>
                <a:lnTo>
                  <a:pt x="1783126" y="118916"/>
                </a:lnTo>
                <a:lnTo>
                  <a:pt x="1782664" y="119179"/>
                </a:lnTo>
                <a:lnTo>
                  <a:pt x="1782194" y="119432"/>
                </a:lnTo>
                <a:lnTo>
                  <a:pt x="1781716" y="119673"/>
                </a:lnTo>
                <a:lnTo>
                  <a:pt x="1781229" y="119903"/>
                </a:lnTo>
                <a:lnTo>
                  <a:pt x="1780733" y="120121"/>
                </a:lnTo>
                <a:lnTo>
                  <a:pt x="1780230" y="120329"/>
                </a:lnTo>
                <a:lnTo>
                  <a:pt x="1779717" y="120525"/>
                </a:lnTo>
                <a:lnTo>
                  <a:pt x="1779197" y="120710"/>
                </a:lnTo>
                <a:lnTo>
                  <a:pt x="1778668" y="120884"/>
                </a:lnTo>
                <a:lnTo>
                  <a:pt x="1778131" y="121046"/>
                </a:lnTo>
                <a:lnTo>
                  <a:pt x="1777585" y="121198"/>
                </a:lnTo>
                <a:lnTo>
                  <a:pt x="1777031" y="121338"/>
                </a:lnTo>
                <a:lnTo>
                  <a:pt x="1776468" y="121467"/>
                </a:lnTo>
                <a:lnTo>
                  <a:pt x="1775897" y="121584"/>
                </a:lnTo>
                <a:lnTo>
                  <a:pt x="1775318" y="121691"/>
                </a:lnTo>
                <a:lnTo>
                  <a:pt x="1774730" y="121786"/>
                </a:lnTo>
                <a:lnTo>
                  <a:pt x="1774134" y="121870"/>
                </a:lnTo>
                <a:lnTo>
                  <a:pt x="1773529" y="121943"/>
                </a:lnTo>
                <a:lnTo>
                  <a:pt x="1772916" y="122005"/>
                </a:lnTo>
                <a:lnTo>
                  <a:pt x="1772294" y="122055"/>
                </a:lnTo>
                <a:lnTo>
                  <a:pt x="1771665" y="122095"/>
                </a:lnTo>
                <a:lnTo>
                  <a:pt x="1771026" y="122123"/>
                </a:lnTo>
                <a:lnTo>
                  <a:pt x="1770380" y="122139"/>
                </a:lnTo>
                <a:lnTo>
                  <a:pt x="1769725" y="122145"/>
                </a:lnTo>
                <a:lnTo>
                  <a:pt x="1769216" y="122141"/>
                </a:lnTo>
                <a:lnTo>
                  <a:pt x="1768711" y="122129"/>
                </a:lnTo>
                <a:lnTo>
                  <a:pt x="1768211" y="122108"/>
                </a:lnTo>
                <a:lnTo>
                  <a:pt x="1767716" y="122080"/>
                </a:lnTo>
                <a:lnTo>
                  <a:pt x="1767226" y="122043"/>
                </a:lnTo>
                <a:lnTo>
                  <a:pt x="1766740" y="121999"/>
                </a:lnTo>
                <a:lnTo>
                  <a:pt x="1766259" y="121946"/>
                </a:lnTo>
                <a:lnTo>
                  <a:pt x="1765782" y="121885"/>
                </a:lnTo>
                <a:lnTo>
                  <a:pt x="1765310" y="121816"/>
                </a:lnTo>
                <a:lnTo>
                  <a:pt x="1764843" y="121739"/>
                </a:lnTo>
                <a:lnTo>
                  <a:pt x="1764380" y="121653"/>
                </a:lnTo>
                <a:lnTo>
                  <a:pt x="1763922" y="121560"/>
                </a:lnTo>
                <a:lnTo>
                  <a:pt x="1763469" y="121458"/>
                </a:lnTo>
                <a:lnTo>
                  <a:pt x="1763020" y="121348"/>
                </a:lnTo>
                <a:lnTo>
                  <a:pt x="1762575" y="121231"/>
                </a:lnTo>
                <a:lnTo>
                  <a:pt x="1762136" y="121105"/>
                </a:lnTo>
                <a:lnTo>
                  <a:pt x="1761701" y="120970"/>
                </a:lnTo>
                <a:lnTo>
                  <a:pt x="1761271" y="120828"/>
                </a:lnTo>
                <a:lnTo>
                  <a:pt x="1760845" y="120678"/>
                </a:lnTo>
                <a:lnTo>
                  <a:pt x="1760424" y="120519"/>
                </a:lnTo>
                <a:lnTo>
                  <a:pt x="1760007" y="120353"/>
                </a:lnTo>
                <a:lnTo>
                  <a:pt x="1759595" y="120178"/>
                </a:lnTo>
                <a:lnTo>
                  <a:pt x="1759188" y="119995"/>
                </a:lnTo>
                <a:lnTo>
                  <a:pt x="1758786" y="119804"/>
                </a:lnTo>
                <a:lnTo>
                  <a:pt x="1758388" y="119606"/>
                </a:lnTo>
                <a:lnTo>
                  <a:pt x="1757995" y="119401"/>
                </a:lnTo>
                <a:lnTo>
                  <a:pt x="1757607" y="119191"/>
                </a:lnTo>
                <a:lnTo>
                  <a:pt x="1757225" y="118974"/>
                </a:lnTo>
                <a:lnTo>
                  <a:pt x="1756847" y="118751"/>
                </a:lnTo>
                <a:lnTo>
                  <a:pt x="1756475" y="118522"/>
                </a:lnTo>
                <a:lnTo>
                  <a:pt x="1756107" y="118287"/>
                </a:lnTo>
                <a:lnTo>
                  <a:pt x="1755745" y="118046"/>
                </a:lnTo>
                <a:lnTo>
                  <a:pt x="1755387" y="117798"/>
                </a:lnTo>
                <a:lnTo>
                  <a:pt x="1755035" y="117545"/>
                </a:lnTo>
                <a:lnTo>
                  <a:pt x="1754688" y="117285"/>
                </a:lnTo>
                <a:lnTo>
                  <a:pt x="1754345" y="117019"/>
                </a:lnTo>
                <a:lnTo>
                  <a:pt x="1754008" y="116746"/>
                </a:lnTo>
                <a:lnTo>
                  <a:pt x="1753676" y="116468"/>
                </a:lnTo>
                <a:lnTo>
                  <a:pt x="1753349" y="116184"/>
                </a:lnTo>
                <a:lnTo>
                  <a:pt x="1753027" y="115893"/>
                </a:lnTo>
                <a:lnTo>
                  <a:pt x="1752710" y="115596"/>
                </a:lnTo>
                <a:lnTo>
                  <a:pt x="1752398" y="115293"/>
                </a:lnTo>
                <a:lnTo>
                  <a:pt x="1752091" y="114984"/>
                </a:lnTo>
                <a:lnTo>
                  <a:pt x="1751789" y="114669"/>
                </a:lnTo>
                <a:lnTo>
                  <a:pt x="1751492" y="114347"/>
                </a:lnTo>
                <a:lnTo>
                  <a:pt x="1751200" y="114019"/>
                </a:lnTo>
                <a:lnTo>
                  <a:pt x="1750914" y="113685"/>
                </a:lnTo>
                <a:lnTo>
                  <a:pt x="1750632" y="113345"/>
                </a:lnTo>
                <a:lnTo>
                  <a:pt x="1750355" y="113000"/>
                </a:lnTo>
                <a:lnTo>
                  <a:pt x="1750085" y="112650"/>
                </a:lnTo>
                <a:lnTo>
                  <a:pt x="1749819" y="112295"/>
                </a:lnTo>
                <a:lnTo>
                  <a:pt x="1749560" y="111936"/>
                </a:lnTo>
                <a:lnTo>
                  <a:pt x="1749306" y="111572"/>
                </a:lnTo>
                <a:lnTo>
                  <a:pt x="1749058" y="111204"/>
                </a:lnTo>
                <a:lnTo>
                  <a:pt x="1748815" y="110830"/>
                </a:lnTo>
                <a:lnTo>
                  <a:pt x="1748578" y="110453"/>
                </a:lnTo>
                <a:lnTo>
                  <a:pt x="1748346" y="110070"/>
                </a:lnTo>
                <a:lnTo>
                  <a:pt x="1748120" y="109683"/>
                </a:lnTo>
                <a:lnTo>
                  <a:pt x="1747900" y="109291"/>
                </a:lnTo>
                <a:lnTo>
                  <a:pt x="1747685" y="108895"/>
                </a:lnTo>
                <a:lnTo>
                  <a:pt x="1747476" y="108494"/>
                </a:lnTo>
                <a:lnTo>
                  <a:pt x="1747273" y="108089"/>
                </a:lnTo>
                <a:lnTo>
                  <a:pt x="1747075" y="107679"/>
                </a:lnTo>
                <a:lnTo>
                  <a:pt x="1746882" y="107264"/>
                </a:lnTo>
                <a:lnTo>
                  <a:pt x="1746696" y="106844"/>
                </a:lnTo>
                <a:lnTo>
                  <a:pt x="1746515" y="106420"/>
                </a:lnTo>
                <a:lnTo>
                  <a:pt x="1746339" y="105992"/>
                </a:lnTo>
                <a:lnTo>
                  <a:pt x="1746169" y="105558"/>
                </a:lnTo>
                <a:lnTo>
                  <a:pt x="1746005" y="105120"/>
                </a:lnTo>
                <a:lnTo>
                  <a:pt x="1745846" y="104678"/>
                </a:lnTo>
                <a:lnTo>
                  <a:pt x="1745693" y="104231"/>
                </a:lnTo>
                <a:lnTo>
                  <a:pt x="1745546" y="103779"/>
                </a:lnTo>
                <a:lnTo>
                  <a:pt x="1745404" y="103323"/>
                </a:lnTo>
                <a:lnTo>
                  <a:pt x="1745269" y="102865"/>
                </a:lnTo>
                <a:lnTo>
                  <a:pt x="1745139" y="102405"/>
                </a:lnTo>
                <a:lnTo>
                  <a:pt x="1745015" y="101941"/>
                </a:lnTo>
                <a:lnTo>
                  <a:pt x="1744898" y="101475"/>
                </a:lnTo>
                <a:lnTo>
                  <a:pt x="1744786" y="101006"/>
                </a:lnTo>
                <a:lnTo>
                  <a:pt x="1744681" y="100535"/>
                </a:lnTo>
                <a:lnTo>
                  <a:pt x="1744582" y="100061"/>
                </a:lnTo>
                <a:lnTo>
                  <a:pt x="1744488" y="99584"/>
                </a:lnTo>
                <a:lnTo>
                  <a:pt x="1744401" y="99105"/>
                </a:lnTo>
                <a:lnTo>
                  <a:pt x="1744319" y="98623"/>
                </a:lnTo>
                <a:lnTo>
                  <a:pt x="1744244" y="98138"/>
                </a:lnTo>
                <a:lnTo>
                  <a:pt x="1744175" y="97650"/>
                </a:lnTo>
                <a:lnTo>
                  <a:pt x="1744111" y="97160"/>
                </a:lnTo>
                <a:lnTo>
                  <a:pt x="1744054" y="96668"/>
                </a:lnTo>
                <a:lnTo>
                  <a:pt x="1744003" y="96172"/>
                </a:lnTo>
                <a:lnTo>
                  <a:pt x="1743958" y="95674"/>
                </a:lnTo>
                <a:lnTo>
                  <a:pt x="1743919" y="95174"/>
                </a:lnTo>
                <a:lnTo>
                  <a:pt x="1743885" y="94670"/>
                </a:lnTo>
                <a:lnTo>
                  <a:pt x="1743858" y="94164"/>
                </a:lnTo>
                <a:lnTo>
                  <a:pt x="1743837" y="93655"/>
                </a:lnTo>
                <a:lnTo>
                  <a:pt x="1743823" y="93163"/>
                </a:lnTo>
                <a:lnTo>
                  <a:pt x="1802905" y="93163"/>
                </a:lnTo>
                <a:lnTo>
                  <a:pt x="1802905" y="86472"/>
                </a:lnTo>
                <a:lnTo>
                  <a:pt x="1802901" y="85709"/>
                </a:lnTo>
                <a:lnTo>
                  <a:pt x="1802890" y="84951"/>
                </a:lnTo>
                <a:lnTo>
                  <a:pt x="1802872" y="84197"/>
                </a:lnTo>
                <a:lnTo>
                  <a:pt x="1802846" y="83449"/>
                </a:lnTo>
                <a:close/>
                <a:moveTo>
                  <a:pt x="1744764" y="77900"/>
                </a:moveTo>
                <a:lnTo>
                  <a:pt x="1744873" y="77360"/>
                </a:lnTo>
                <a:lnTo>
                  <a:pt x="1744987" y="76826"/>
                </a:lnTo>
                <a:lnTo>
                  <a:pt x="1745108" y="76299"/>
                </a:lnTo>
                <a:lnTo>
                  <a:pt x="1745235" y="75778"/>
                </a:lnTo>
                <a:lnTo>
                  <a:pt x="1745367" y="75264"/>
                </a:lnTo>
                <a:lnTo>
                  <a:pt x="1745505" y="74756"/>
                </a:lnTo>
                <a:lnTo>
                  <a:pt x="1745649" y="74255"/>
                </a:lnTo>
                <a:lnTo>
                  <a:pt x="1745798" y="73760"/>
                </a:lnTo>
                <a:lnTo>
                  <a:pt x="1745951" y="73272"/>
                </a:lnTo>
                <a:lnTo>
                  <a:pt x="1746109" y="72790"/>
                </a:lnTo>
                <a:lnTo>
                  <a:pt x="1746271" y="72314"/>
                </a:lnTo>
                <a:lnTo>
                  <a:pt x="1746439" y="71845"/>
                </a:lnTo>
                <a:lnTo>
                  <a:pt x="1746611" y="71382"/>
                </a:lnTo>
                <a:lnTo>
                  <a:pt x="1746788" y="70926"/>
                </a:lnTo>
                <a:lnTo>
                  <a:pt x="1746970" y="70476"/>
                </a:lnTo>
                <a:lnTo>
                  <a:pt x="1747156" y="70033"/>
                </a:lnTo>
                <a:lnTo>
                  <a:pt x="1747348" y="69596"/>
                </a:lnTo>
                <a:lnTo>
                  <a:pt x="1747544" y="69166"/>
                </a:lnTo>
                <a:lnTo>
                  <a:pt x="1747745" y="68742"/>
                </a:lnTo>
                <a:lnTo>
                  <a:pt x="1747950" y="68324"/>
                </a:lnTo>
                <a:lnTo>
                  <a:pt x="1748161" y="67913"/>
                </a:lnTo>
                <a:lnTo>
                  <a:pt x="1748376" y="67509"/>
                </a:lnTo>
                <a:lnTo>
                  <a:pt x="1748596" y="67110"/>
                </a:lnTo>
                <a:lnTo>
                  <a:pt x="1748820" y="66719"/>
                </a:lnTo>
                <a:lnTo>
                  <a:pt x="1749050" y="66333"/>
                </a:lnTo>
                <a:lnTo>
                  <a:pt x="1749284" y="65954"/>
                </a:lnTo>
                <a:lnTo>
                  <a:pt x="1749523" y="65582"/>
                </a:lnTo>
                <a:lnTo>
                  <a:pt x="1749767" y="65216"/>
                </a:lnTo>
                <a:lnTo>
                  <a:pt x="1750015" y="64857"/>
                </a:lnTo>
                <a:lnTo>
                  <a:pt x="1750269" y="64504"/>
                </a:lnTo>
                <a:lnTo>
                  <a:pt x="1750526" y="64157"/>
                </a:lnTo>
                <a:lnTo>
                  <a:pt x="1750788" y="63818"/>
                </a:lnTo>
                <a:lnTo>
                  <a:pt x="1751054" y="63486"/>
                </a:lnTo>
                <a:lnTo>
                  <a:pt x="1751325" y="63161"/>
                </a:lnTo>
                <a:lnTo>
                  <a:pt x="1751599" y="62844"/>
                </a:lnTo>
                <a:lnTo>
                  <a:pt x="1751878" y="62533"/>
                </a:lnTo>
                <a:lnTo>
                  <a:pt x="1752161" y="62230"/>
                </a:lnTo>
                <a:lnTo>
                  <a:pt x="1752448" y="61934"/>
                </a:lnTo>
                <a:lnTo>
                  <a:pt x="1752740" y="61645"/>
                </a:lnTo>
                <a:lnTo>
                  <a:pt x="1753035" y="61363"/>
                </a:lnTo>
                <a:lnTo>
                  <a:pt x="1753335" y="61088"/>
                </a:lnTo>
                <a:lnTo>
                  <a:pt x="1753639" y="60820"/>
                </a:lnTo>
                <a:lnTo>
                  <a:pt x="1753947" y="60560"/>
                </a:lnTo>
                <a:lnTo>
                  <a:pt x="1754260" y="60306"/>
                </a:lnTo>
                <a:lnTo>
                  <a:pt x="1754576" y="60060"/>
                </a:lnTo>
                <a:lnTo>
                  <a:pt x="1754897" y="59821"/>
                </a:lnTo>
                <a:lnTo>
                  <a:pt x="1755222" y="59589"/>
                </a:lnTo>
                <a:lnTo>
                  <a:pt x="1755551" y="59365"/>
                </a:lnTo>
                <a:lnTo>
                  <a:pt x="1755885" y="59147"/>
                </a:lnTo>
                <a:lnTo>
                  <a:pt x="1756222" y="58937"/>
                </a:lnTo>
                <a:lnTo>
                  <a:pt x="1756564" y="58733"/>
                </a:lnTo>
                <a:lnTo>
                  <a:pt x="1756910" y="58537"/>
                </a:lnTo>
                <a:lnTo>
                  <a:pt x="1757261" y="58348"/>
                </a:lnTo>
                <a:lnTo>
                  <a:pt x="1757615" y="58166"/>
                </a:lnTo>
                <a:lnTo>
                  <a:pt x="1757973" y="57992"/>
                </a:lnTo>
                <a:lnTo>
                  <a:pt x="1758334" y="57825"/>
                </a:lnTo>
                <a:lnTo>
                  <a:pt x="1758697" y="57665"/>
                </a:lnTo>
                <a:lnTo>
                  <a:pt x="1759064" y="57513"/>
                </a:lnTo>
                <a:lnTo>
                  <a:pt x="1759433" y="57368"/>
                </a:lnTo>
                <a:lnTo>
                  <a:pt x="1759805" y="57230"/>
                </a:lnTo>
                <a:lnTo>
                  <a:pt x="1760180" y="57100"/>
                </a:lnTo>
                <a:lnTo>
                  <a:pt x="1760557" y="56978"/>
                </a:lnTo>
                <a:lnTo>
                  <a:pt x="1760938" y="56863"/>
                </a:lnTo>
                <a:lnTo>
                  <a:pt x="1761321" y="56755"/>
                </a:lnTo>
                <a:lnTo>
                  <a:pt x="1761707" y="56655"/>
                </a:lnTo>
                <a:lnTo>
                  <a:pt x="1762096" y="56562"/>
                </a:lnTo>
                <a:lnTo>
                  <a:pt x="1762487" y="56476"/>
                </a:lnTo>
                <a:lnTo>
                  <a:pt x="1762882" y="56398"/>
                </a:lnTo>
                <a:lnTo>
                  <a:pt x="1763279" y="56328"/>
                </a:lnTo>
                <a:lnTo>
                  <a:pt x="1763679" y="56265"/>
                </a:lnTo>
                <a:lnTo>
                  <a:pt x="1764082" y="56209"/>
                </a:lnTo>
                <a:lnTo>
                  <a:pt x="1764487" y="56161"/>
                </a:lnTo>
                <a:lnTo>
                  <a:pt x="1764896" y="56120"/>
                </a:lnTo>
                <a:lnTo>
                  <a:pt x="1765307" y="56086"/>
                </a:lnTo>
                <a:lnTo>
                  <a:pt x="1765721" y="56060"/>
                </a:lnTo>
                <a:lnTo>
                  <a:pt x="1766138" y="56042"/>
                </a:lnTo>
                <a:lnTo>
                  <a:pt x="1766557" y="56031"/>
                </a:lnTo>
                <a:lnTo>
                  <a:pt x="1766980" y="56027"/>
                </a:lnTo>
                <a:lnTo>
                  <a:pt x="1767613" y="56033"/>
                </a:lnTo>
                <a:lnTo>
                  <a:pt x="1768236" y="56051"/>
                </a:lnTo>
                <a:lnTo>
                  <a:pt x="1768847" y="56082"/>
                </a:lnTo>
                <a:lnTo>
                  <a:pt x="1769446" y="56125"/>
                </a:lnTo>
                <a:lnTo>
                  <a:pt x="1770035" y="56181"/>
                </a:lnTo>
                <a:lnTo>
                  <a:pt x="1770613" y="56248"/>
                </a:lnTo>
                <a:lnTo>
                  <a:pt x="1771179" y="56328"/>
                </a:lnTo>
                <a:lnTo>
                  <a:pt x="1771734" y="56420"/>
                </a:lnTo>
                <a:lnTo>
                  <a:pt x="1772278" y="56525"/>
                </a:lnTo>
                <a:lnTo>
                  <a:pt x="1772810" y="56642"/>
                </a:lnTo>
                <a:lnTo>
                  <a:pt x="1773332" y="56771"/>
                </a:lnTo>
                <a:lnTo>
                  <a:pt x="1773842" y="56912"/>
                </a:lnTo>
                <a:lnTo>
                  <a:pt x="1774341" y="57066"/>
                </a:lnTo>
                <a:lnTo>
                  <a:pt x="1774829" y="57232"/>
                </a:lnTo>
                <a:lnTo>
                  <a:pt x="1775305" y="57410"/>
                </a:lnTo>
                <a:lnTo>
                  <a:pt x="1775770" y="57601"/>
                </a:lnTo>
                <a:lnTo>
                  <a:pt x="1776224" y="57804"/>
                </a:lnTo>
                <a:lnTo>
                  <a:pt x="1776667" y="58019"/>
                </a:lnTo>
                <a:lnTo>
                  <a:pt x="1777099" y="58247"/>
                </a:lnTo>
                <a:lnTo>
                  <a:pt x="1777520" y="58487"/>
                </a:lnTo>
                <a:lnTo>
                  <a:pt x="1777929" y="58739"/>
                </a:lnTo>
                <a:lnTo>
                  <a:pt x="1778327" y="59003"/>
                </a:lnTo>
                <a:lnTo>
                  <a:pt x="1778714" y="59280"/>
                </a:lnTo>
                <a:lnTo>
                  <a:pt x="1779089" y="59569"/>
                </a:lnTo>
                <a:lnTo>
                  <a:pt x="1779455" y="59867"/>
                </a:lnTo>
                <a:lnTo>
                  <a:pt x="1779813" y="60172"/>
                </a:lnTo>
                <a:lnTo>
                  <a:pt x="1780162" y="60484"/>
                </a:lnTo>
                <a:lnTo>
                  <a:pt x="1780503" y="60802"/>
                </a:lnTo>
                <a:lnTo>
                  <a:pt x="1780836" y="61128"/>
                </a:lnTo>
                <a:lnTo>
                  <a:pt x="1781161" y="61459"/>
                </a:lnTo>
                <a:lnTo>
                  <a:pt x="1781477" y="61798"/>
                </a:lnTo>
                <a:lnTo>
                  <a:pt x="1781785" y="62143"/>
                </a:lnTo>
                <a:lnTo>
                  <a:pt x="1782084" y="62495"/>
                </a:lnTo>
                <a:lnTo>
                  <a:pt x="1782376" y="62854"/>
                </a:lnTo>
                <a:lnTo>
                  <a:pt x="1782659" y="63219"/>
                </a:lnTo>
                <a:lnTo>
                  <a:pt x="1782934" y="63592"/>
                </a:lnTo>
                <a:lnTo>
                  <a:pt x="1783201" y="63970"/>
                </a:lnTo>
                <a:lnTo>
                  <a:pt x="1783459" y="64356"/>
                </a:lnTo>
                <a:lnTo>
                  <a:pt x="1783709" y="64748"/>
                </a:lnTo>
                <a:lnTo>
                  <a:pt x="1783951" y="65147"/>
                </a:lnTo>
                <a:lnTo>
                  <a:pt x="1784185" y="65553"/>
                </a:lnTo>
                <a:lnTo>
                  <a:pt x="1784410" y="65965"/>
                </a:lnTo>
                <a:lnTo>
                  <a:pt x="1784627" y="66384"/>
                </a:lnTo>
                <a:lnTo>
                  <a:pt x="1784836" y="66810"/>
                </a:lnTo>
                <a:lnTo>
                  <a:pt x="1785036" y="67243"/>
                </a:lnTo>
                <a:lnTo>
                  <a:pt x="1785228" y="67682"/>
                </a:lnTo>
                <a:lnTo>
                  <a:pt x="1785412" y="68128"/>
                </a:lnTo>
                <a:lnTo>
                  <a:pt x="1785588" y="68580"/>
                </a:lnTo>
                <a:lnTo>
                  <a:pt x="1785757" y="69037"/>
                </a:lnTo>
                <a:lnTo>
                  <a:pt x="1785919" y="69495"/>
                </a:lnTo>
                <a:lnTo>
                  <a:pt x="1786076" y="69953"/>
                </a:lnTo>
                <a:lnTo>
                  <a:pt x="1786226" y="70413"/>
                </a:lnTo>
                <a:lnTo>
                  <a:pt x="1786370" y="70874"/>
                </a:lnTo>
                <a:lnTo>
                  <a:pt x="1786509" y="71336"/>
                </a:lnTo>
                <a:lnTo>
                  <a:pt x="1786641" y="71800"/>
                </a:lnTo>
                <a:lnTo>
                  <a:pt x="1786768" y="72264"/>
                </a:lnTo>
                <a:lnTo>
                  <a:pt x="1786888" y="72730"/>
                </a:lnTo>
                <a:lnTo>
                  <a:pt x="1787002" y="73196"/>
                </a:lnTo>
                <a:lnTo>
                  <a:pt x="1787111" y="73664"/>
                </a:lnTo>
                <a:lnTo>
                  <a:pt x="1787213" y="74133"/>
                </a:lnTo>
                <a:lnTo>
                  <a:pt x="1787309" y="74602"/>
                </a:lnTo>
                <a:lnTo>
                  <a:pt x="1787399" y="75073"/>
                </a:lnTo>
                <a:lnTo>
                  <a:pt x="1787483" y="75546"/>
                </a:lnTo>
                <a:lnTo>
                  <a:pt x="1787561" y="76019"/>
                </a:lnTo>
                <a:lnTo>
                  <a:pt x="1787634" y="76493"/>
                </a:lnTo>
                <a:lnTo>
                  <a:pt x="1787700" y="76969"/>
                </a:lnTo>
                <a:lnTo>
                  <a:pt x="1787760" y="77445"/>
                </a:lnTo>
                <a:lnTo>
                  <a:pt x="1787814" y="77923"/>
                </a:lnTo>
                <a:lnTo>
                  <a:pt x="1787862" y="78402"/>
                </a:lnTo>
                <a:lnTo>
                  <a:pt x="1787904" y="78882"/>
                </a:lnTo>
                <a:lnTo>
                  <a:pt x="1787940" y="79363"/>
                </a:lnTo>
                <a:lnTo>
                  <a:pt x="1787970" y="79845"/>
                </a:lnTo>
                <a:lnTo>
                  <a:pt x="1787970" y="80973"/>
                </a:lnTo>
                <a:lnTo>
                  <a:pt x="1744272" y="80973"/>
                </a:lnTo>
                <a:lnTo>
                  <a:pt x="1744308" y="80697"/>
                </a:lnTo>
                <a:lnTo>
                  <a:pt x="1744387" y="80124"/>
                </a:lnTo>
                <a:lnTo>
                  <a:pt x="1744472" y="79559"/>
                </a:lnTo>
                <a:lnTo>
                  <a:pt x="1744564" y="78999"/>
                </a:lnTo>
                <a:lnTo>
                  <a:pt x="1744661" y="78446"/>
                </a:lnTo>
                <a:lnTo>
                  <a:pt x="1744764" y="77900"/>
                </a:lnTo>
                <a:close/>
                <a:moveTo>
                  <a:pt x="1693704" y="132721"/>
                </a:moveTo>
                <a:lnTo>
                  <a:pt x="1708719" y="132721"/>
                </a:lnTo>
                <a:lnTo>
                  <a:pt x="1708719" y="45370"/>
                </a:lnTo>
                <a:lnTo>
                  <a:pt x="1693704" y="45370"/>
                </a:lnTo>
                <a:lnTo>
                  <a:pt x="1693704" y="132721"/>
                </a:lnTo>
                <a:close/>
                <a:moveTo>
                  <a:pt x="1852243" y="132721"/>
                </a:moveTo>
                <a:lnTo>
                  <a:pt x="1853615" y="132721"/>
                </a:lnTo>
                <a:lnTo>
                  <a:pt x="1885019" y="45370"/>
                </a:lnTo>
                <a:lnTo>
                  <a:pt x="1869761" y="45370"/>
                </a:lnTo>
                <a:lnTo>
                  <a:pt x="1848111" y="112295"/>
                </a:lnTo>
                <a:lnTo>
                  <a:pt x="1825925" y="45370"/>
                </a:lnTo>
                <a:lnTo>
                  <a:pt x="1810586" y="45370"/>
                </a:lnTo>
                <a:lnTo>
                  <a:pt x="1842232" y="132721"/>
                </a:lnTo>
                <a:lnTo>
                  <a:pt x="1843605" y="132721"/>
                </a:lnTo>
                <a:lnTo>
                  <a:pt x="1852243" y="1327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Text (b)VideoCaptioning&amp;QA">
            <a:extLst xmlns:a="http://schemas.openxmlformats.org/drawingml/2006/main">
              <a:ext uri="{FF2B5EF4-FFF2-40B4-BE49-F238E27FC236}">
                <a16:creationId xmlns:a16="http://schemas.microsoft.com/office/drawing/2014/main" id="{C7A066FA-AA6A-4EE4-A479-DD7F3BCE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5594" y="670335"/>
            <a:ext cx="2020929" cy="170664"/>
          </a:xfrm>
          <a:custGeom xmlns:a="http://schemas.openxmlformats.org/drawingml/2006/main">
            <a:pathLst>
              <a:path w="2020929" h="170664">
                <a:moveTo>
                  <a:pt x="478224" y="23523"/>
                </a:moveTo>
                <a:lnTo>
                  <a:pt x="478267" y="23793"/>
                </a:lnTo>
                <a:lnTo>
                  <a:pt x="478317" y="24059"/>
                </a:lnTo>
                <a:lnTo>
                  <a:pt x="478374" y="24322"/>
                </a:lnTo>
                <a:lnTo>
                  <a:pt x="478440" y="24582"/>
                </a:lnTo>
                <a:lnTo>
                  <a:pt x="478513" y="24838"/>
                </a:lnTo>
                <a:lnTo>
                  <a:pt x="478594" y="25090"/>
                </a:lnTo>
                <a:lnTo>
                  <a:pt x="478683" y="25339"/>
                </a:lnTo>
                <a:lnTo>
                  <a:pt x="478779" y="25585"/>
                </a:lnTo>
                <a:lnTo>
                  <a:pt x="478883" y="25827"/>
                </a:lnTo>
                <a:lnTo>
                  <a:pt x="478995" y="26065"/>
                </a:lnTo>
                <a:lnTo>
                  <a:pt x="479115" y="26300"/>
                </a:lnTo>
                <a:lnTo>
                  <a:pt x="479242" y="26532"/>
                </a:lnTo>
                <a:lnTo>
                  <a:pt x="479377" y="26760"/>
                </a:lnTo>
                <a:lnTo>
                  <a:pt x="479519" y="26984"/>
                </a:lnTo>
                <a:lnTo>
                  <a:pt x="479670" y="27205"/>
                </a:lnTo>
                <a:lnTo>
                  <a:pt x="479828" y="27422"/>
                </a:lnTo>
                <a:lnTo>
                  <a:pt x="479993" y="27636"/>
                </a:lnTo>
                <a:lnTo>
                  <a:pt x="480167" y="27847"/>
                </a:lnTo>
                <a:lnTo>
                  <a:pt x="480348" y="28054"/>
                </a:lnTo>
                <a:lnTo>
                  <a:pt x="480537" y="28255"/>
                </a:lnTo>
                <a:lnTo>
                  <a:pt x="480733" y="28447"/>
                </a:lnTo>
                <a:lnTo>
                  <a:pt x="480936" y="28631"/>
                </a:lnTo>
                <a:lnTo>
                  <a:pt x="481147" y="28806"/>
                </a:lnTo>
                <a:lnTo>
                  <a:pt x="481366" y="28973"/>
                </a:lnTo>
                <a:lnTo>
                  <a:pt x="481592" y="29131"/>
                </a:lnTo>
                <a:lnTo>
                  <a:pt x="481825" y="29281"/>
                </a:lnTo>
                <a:lnTo>
                  <a:pt x="482066" y="29422"/>
                </a:lnTo>
                <a:lnTo>
                  <a:pt x="482314" y="29554"/>
                </a:lnTo>
                <a:lnTo>
                  <a:pt x="482569" y="29678"/>
                </a:lnTo>
                <a:lnTo>
                  <a:pt x="482832" y="29794"/>
                </a:lnTo>
                <a:lnTo>
                  <a:pt x="483103" y="29901"/>
                </a:lnTo>
                <a:lnTo>
                  <a:pt x="483381" y="29999"/>
                </a:lnTo>
                <a:lnTo>
                  <a:pt x="483666" y="30089"/>
                </a:lnTo>
                <a:lnTo>
                  <a:pt x="483959" y="30170"/>
                </a:lnTo>
                <a:lnTo>
                  <a:pt x="484259" y="30242"/>
                </a:lnTo>
                <a:lnTo>
                  <a:pt x="484566" y="30307"/>
                </a:lnTo>
                <a:lnTo>
                  <a:pt x="484881" y="30362"/>
                </a:lnTo>
                <a:lnTo>
                  <a:pt x="485204" y="30409"/>
                </a:lnTo>
                <a:lnTo>
                  <a:pt x="485534" y="30448"/>
                </a:lnTo>
                <a:lnTo>
                  <a:pt x="485871" y="30478"/>
                </a:lnTo>
                <a:lnTo>
                  <a:pt x="486216" y="30499"/>
                </a:lnTo>
                <a:lnTo>
                  <a:pt x="486568" y="30512"/>
                </a:lnTo>
                <a:lnTo>
                  <a:pt x="486927" y="30516"/>
                </a:lnTo>
                <a:lnTo>
                  <a:pt x="487281" y="30512"/>
                </a:lnTo>
                <a:lnTo>
                  <a:pt x="487627" y="30499"/>
                </a:lnTo>
                <a:lnTo>
                  <a:pt x="487966" y="30478"/>
                </a:lnTo>
                <a:lnTo>
                  <a:pt x="488299" y="30448"/>
                </a:lnTo>
                <a:lnTo>
                  <a:pt x="488624" y="30409"/>
                </a:lnTo>
                <a:lnTo>
                  <a:pt x="488943" y="30362"/>
                </a:lnTo>
                <a:lnTo>
                  <a:pt x="489255" y="30307"/>
                </a:lnTo>
                <a:lnTo>
                  <a:pt x="489560" y="30242"/>
                </a:lnTo>
                <a:lnTo>
                  <a:pt x="489858" y="30170"/>
                </a:lnTo>
                <a:lnTo>
                  <a:pt x="490150" y="30089"/>
                </a:lnTo>
                <a:lnTo>
                  <a:pt x="490434" y="29999"/>
                </a:lnTo>
                <a:lnTo>
                  <a:pt x="490712" y="29901"/>
                </a:lnTo>
                <a:lnTo>
                  <a:pt x="490982" y="29794"/>
                </a:lnTo>
                <a:lnTo>
                  <a:pt x="491246" y="29678"/>
                </a:lnTo>
                <a:lnTo>
                  <a:pt x="491503" y="29554"/>
                </a:lnTo>
                <a:lnTo>
                  <a:pt x="491753" y="29422"/>
                </a:lnTo>
                <a:lnTo>
                  <a:pt x="491997" y="29281"/>
                </a:lnTo>
                <a:lnTo>
                  <a:pt x="492233" y="29131"/>
                </a:lnTo>
                <a:lnTo>
                  <a:pt x="492462" y="28973"/>
                </a:lnTo>
                <a:lnTo>
                  <a:pt x="492685" y="28806"/>
                </a:lnTo>
                <a:lnTo>
                  <a:pt x="492901" y="28631"/>
                </a:lnTo>
                <a:lnTo>
                  <a:pt x="493110" y="28447"/>
                </a:lnTo>
                <a:lnTo>
                  <a:pt x="493312" y="28255"/>
                </a:lnTo>
                <a:lnTo>
                  <a:pt x="493507" y="28054"/>
                </a:lnTo>
                <a:lnTo>
                  <a:pt x="493695" y="27847"/>
                </a:lnTo>
                <a:lnTo>
                  <a:pt x="493874" y="27636"/>
                </a:lnTo>
                <a:lnTo>
                  <a:pt x="494046" y="27422"/>
                </a:lnTo>
                <a:lnTo>
                  <a:pt x="494210" y="27205"/>
                </a:lnTo>
                <a:lnTo>
                  <a:pt x="494366" y="26984"/>
                </a:lnTo>
                <a:lnTo>
                  <a:pt x="494514" y="26760"/>
                </a:lnTo>
                <a:lnTo>
                  <a:pt x="494653" y="26532"/>
                </a:lnTo>
                <a:lnTo>
                  <a:pt x="494785" y="26300"/>
                </a:lnTo>
                <a:lnTo>
                  <a:pt x="494909" y="26065"/>
                </a:lnTo>
                <a:lnTo>
                  <a:pt x="495025" y="25827"/>
                </a:lnTo>
                <a:lnTo>
                  <a:pt x="495133" y="25585"/>
                </a:lnTo>
                <a:lnTo>
                  <a:pt x="495233" y="25339"/>
                </a:lnTo>
                <a:lnTo>
                  <a:pt x="495324" y="25090"/>
                </a:lnTo>
                <a:lnTo>
                  <a:pt x="495408" y="24838"/>
                </a:lnTo>
                <a:lnTo>
                  <a:pt x="495484" y="24582"/>
                </a:lnTo>
                <a:lnTo>
                  <a:pt x="495552" y="24322"/>
                </a:lnTo>
                <a:lnTo>
                  <a:pt x="495612" y="24059"/>
                </a:lnTo>
                <a:lnTo>
                  <a:pt x="495664" y="23793"/>
                </a:lnTo>
                <a:lnTo>
                  <a:pt x="495708" y="23523"/>
                </a:lnTo>
                <a:lnTo>
                  <a:pt x="495744" y="23249"/>
                </a:lnTo>
                <a:lnTo>
                  <a:pt x="495772" y="22972"/>
                </a:lnTo>
                <a:lnTo>
                  <a:pt x="495792" y="22692"/>
                </a:lnTo>
                <a:lnTo>
                  <a:pt x="495804" y="22408"/>
                </a:lnTo>
                <a:lnTo>
                  <a:pt x="495808" y="22120"/>
                </a:lnTo>
                <a:lnTo>
                  <a:pt x="495804" y="21819"/>
                </a:lnTo>
                <a:lnTo>
                  <a:pt x="495792" y="21522"/>
                </a:lnTo>
                <a:lnTo>
                  <a:pt x="495772" y="21230"/>
                </a:lnTo>
                <a:lnTo>
                  <a:pt x="495744" y="20941"/>
                </a:lnTo>
                <a:lnTo>
                  <a:pt x="495708" y="20655"/>
                </a:lnTo>
                <a:lnTo>
                  <a:pt x="495664" y="20374"/>
                </a:lnTo>
                <a:lnTo>
                  <a:pt x="495612" y="20097"/>
                </a:lnTo>
                <a:lnTo>
                  <a:pt x="495552" y="19824"/>
                </a:lnTo>
                <a:lnTo>
                  <a:pt x="495484" y="19554"/>
                </a:lnTo>
                <a:lnTo>
                  <a:pt x="495408" y="19289"/>
                </a:lnTo>
                <a:lnTo>
                  <a:pt x="495324" y="19027"/>
                </a:lnTo>
                <a:lnTo>
                  <a:pt x="495233" y="18770"/>
                </a:lnTo>
                <a:lnTo>
                  <a:pt x="495133" y="18516"/>
                </a:lnTo>
                <a:lnTo>
                  <a:pt x="495025" y="18266"/>
                </a:lnTo>
                <a:lnTo>
                  <a:pt x="494909" y="18021"/>
                </a:lnTo>
                <a:lnTo>
                  <a:pt x="494785" y="17779"/>
                </a:lnTo>
                <a:lnTo>
                  <a:pt x="494653" y="17541"/>
                </a:lnTo>
                <a:lnTo>
                  <a:pt x="494514" y="17307"/>
                </a:lnTo>
                <a:lnTo>
                  <a:pt x="494366" y="17076"/>
                </a:lnTo>
                <a:lnTo>
                  <a:pt x="494210" y="16850"/>
                </a:lnTo>
                <a:lnTo>
                  <a:pt x="494046" y="16628"/>
                </a:lnTo>
                <a:lnTo>
                  <a:pt x="493874" y="16410"/>
                </a:lnTo>
                <a:lnTo>
                  <a:pt x="493695" y="16195"/>
                </a:lnTo>
                <a:lnTo>
                  <a:pt x="493507" y="15985"/>
                </a:lnTo>
                <a:lnTo>
                  <a:pt x="493312" y="15780"/>
                </a:lnTo>
                <a:lnTo>
                  <a:pt x="493110" y="15585"/>
                </a:lnTo>
                <a:lnTo>
                  <a:pt x="492901" y="15398"/>
                </a:lnTo>
                <a:lnTo>
                  <a:pt x="492685" y="15220"/>
                </a:lnTo>
                <a:lnTo>
                  <a:pt x="492462" y="15050"/>
                </a:lnTo>
                <a:lnTo>
                  <a:pt x="492233" y="14890"/>
                </a:lnTo>
                <a:lnTo>
                  <a:pt x="491997" y="14738"/>
                </a:lnTo>
                <a:lnTo>
                  <a:pt x="491753" y="14594"/>
                </a:lnTo>
                <a:lnTo>
                  <a:pt x="491503" y="14460"/>
                </a:lnTo>
                <a:lnTo>
                  <a:pt x="491246" y="14334"/>
                </a:lnTo>
                <a:lnTo>
                  <a:pt x="490982" y="14216"/>
                </a:lnTo>
                <a:lnTo>
                  <a:pt x="490712" y="14108"/>
                </a:lnTo>
                <a:lnTo>
                  <a:pt x="490434" y="14008"/>
                </a:lnTo>
                <a:lnTo>
                  <a:pt x="490150" y="13916"/>
                </a:lnTo>
                <a:lnTo>
                  <a:pt x="489858" y="13834"/>
                </a:lnTo>
                <a:lnTo>
                  <a:pt x="489560" y="13760"/>
                </a:lnTo>
                <a:lnTo>
                  <a:pt x="489255" y="13695"/>
                </a:lnTo>
                <a:lnTo>
                  <a:pt x="488943" y="13638"/>
                </a:lnTo>
                <a:lnTo>
                  <a:pt x="488624" y="13591"/>
                </a:lnTo>
                <a:lnTo>
                  <a:pt x="488299" y="13551"/>
                </a:lnTo>
                <a:lnTo>
                  <a:pt x="487966" y="13521"/>
                </a:lnTo>
                <a:lnTo>
                  <a:pt x="487627" y="13499"/>
                </a:lnTo>
                <a:lnTo>
                  <a:pt x="487281" y="13486"/>
                </a:lnTo>
                <a:lnTo>
                  <a:pt x="486927" y="13482"/>
                </a:lnTo>
                <a:lnTo>
                  <a:pt x="486568" y="13486"/>
                </a:lnTo>
                <a:lnTo>
                  <a:pt x="486216" y="13499"/>
                </a:lnTo>
                <a:lnTo>
                  <a:pt x="485871" y="13521"/>
                </a:lnTo>
                <a:lnTo>
                  <a:pt x="485534" y="13551"/>
                </a:lnTo>
                <a:lnTo>
                  <a:pt x="485204" y="13591"/>
                </a:lnTo>
                <a:lnTo>
                  <a:pt x="484881" y="13638"/>
                </a:lnTo>
                <a:lnTo>
                  <a:pt x="484566" y="13695"/>
                </a:lnTo>
                <a:lnTo>
                  <a:pt x="484259" y="13760"/>
                </a:lnTo>
                <a:lnTo>
                  <a:pt x="483959" y="13834"/>
                </a:lnTo>
                <a:lnTo>
                  <a:pt x="483666" y="13916"/>
                </a:lnTo>
                <a:lnTo>
                  <a:pt x="483381" y="14008"/>
                </a:lnTo>
                <a:lnTo>
                  <a:pt x="483103" y="14108"/>
                </a:lnTo>
                <a:lnTo>
                  <a:pt x="482832" y="14216"/>
                </a:lnTo>
                <a:lnTo>
                  <a:pt x="482569" y="14334"/>
                </a:lnTo>
                <a:lnTo>
                  <a:pt x="482314" y="14460"/>
                </a:lnTo>
                <a:lnTo>
                  <a:pt x="482066" y="14594"/>
                </a:lnTo>
                <a:lnTo>
                  <a:pt x="481825" y="14738"/>
                </a:lnTo>
                <a:lnTo>
                  <a:pt x="481592" y="14890"/>
                </a:lnTo>
                <a:lnTo>
                  <a:pt x="481366" y="15050"/>
                </a:lnTo>
                <a:lnTo>
                  <a:pt x="481147" y="15220"/>
                </a:lnTo>
                <a:lnTo>
                  <a:pt x="480936" y="15398"/>
                </a:lnTo>
                <a:lnTo>
                  <a:pt x="480733" y="15585"/>
                </a:lnTo>
                <a:lnTo>
                  <a:pt x="480537" y="15780"/>
                </a:lnTo>
                <a:lnTo>
                  <a:pt x="480348" y="15985"/>
                </a:lnTo>
                <a:lnTo>
                  <a:pt x="480167" y="16195"/>
                </a:lnTo>
                <a:lnTo>
                  <a:pt x="479993" y="16410"/>
                </a:lnTo>
                <a:lnTo>
                  <a:pt x="479828" y="16628"/>
                </a:lnTo>
                <a:lnTo>
                  <a:pt x="479670" y="16850"/>
                </a:lnTo>
                <a:lnTo>
                  <a:pt x="479519" y="17076"/>
                </a:lnTo>
                <a:lnTo>
                  <a:pt x="479377" y="17307"/>
                </a:lnTo>
                <a:lnTo>
                  <a:pt x="479242" y="17541"/>
                </a:lnTo>
                <a:lnTo>
                  <a:pt x="479115" y="17779"/>
                </a:lnTo>
                <a:lnTo>
                  <a:pt x="478995" y="18021"/>
                </a:lnTo>
                <a:lnTo>
                  <a:pt x="478883" y="18266"/>
                </a:lnTo>
                <a:lnTo>
                  <a:pt x="478779" y="18516"/>
                </a:lnTo>
                <a:lnTo>
                  <a:pt x="478683" y="18770"/>
                </a:lnTo>
                <a:lnTo>
                  <a:pt x="478594" y="19027"/>
                </a:lnTo>
                <a:lnTo>
                  <a:pt x="478513" y="19289"/>
                </a:lnTo>
                <a:lnTo>
                  <a:pt x="478440" y="19554"/>
                </a:lnTo>
                <a:lnTo>
                  <a:pt x="478374" y="19824"/>
                </a:lnTo>
                <a:lnTo>
                  <a:pt x="478317" y="20097"/>
                </a:lnTo>
                <a:lnTo>
                  <a:pt x="478267" y="20374"/>
                </a:lnTo>
                <a:lnTo>
                  <a:pt x="478224" y="20655"/>
                </a:lnTo>
                <a:lnTo>
                  <a:pt x="478189" y="20941"/>
                </a:lnTo>
                <a:lnTo>
                  <a:pt x="478162" y="21230"/>
                </a:lnTo>
                <a:lnTo>
                  <a:pt x="478143" y="21522"/>
                </a:lnTo>
                <a:lnTo>
                  <a:pt x="478132" y="21819"/>
                </a:lnTo>
                <a:lnTo>
                  <a:pt x="478128" y="22120"/>
                </a:lnTo>
                <a:lnTo>
                  <a:pt x="478132" y="22408"/>
                </a:lnTo>
                <a:lnTo>
                  <a:pt x="478143" y="22692"/>
                </a:lnTo>
                <a:lnTo>
                  <a:pt x="478162" y="22972"/>
                </a:lnTo>
                <a:lnTo>
                  <a:pt x="478189" y="23249"/>
                </a:lnTo>
                <a:lnTo>
                  <a:pt x="478224" y="23523"/>
                </a:lnTo>
                <a:close/>
                <a:moveTo>
                  <a:pt x="71611" y="122740"/>
                </a:moveTo>
                <a:lnTo>
                  <a:pt x="71964" y="123195"/>
                </a:lnTo>
                <a:lnTo>
                  <a:pt x="72324" y="123641"/>
                </a:lnTo>
                <a:lnTo>
                  <a:pt x="72691" y="124078"/>
                </a:lnTo>
                <a:lnTo>
                  <a:pt x="73065" y="124507"/>
                </a:lnTo>
                <a:lnTo>
                  <a:pt x="73445" y="124927"/>
                </a:lnTo>
                <a:lnTo>
                  <a:pt x="73833" y="125338"/>
                </a:lnTo>
                <a:lnTo>
                  <a:pt x="74227" y="125740"/>
                </a:lnTo>
                <a:lnTo>
                  <a:pt x="74628" y="126133"/>
                </a:lnTo>
                <a:lnTo>
                  <a:pt x="75037" y="126518"/>
                </a:lnTo>
                <a:lnTo>
                  <a:pt x="75451" y="126894"/>
                </a:lnTo>
                <a:lnTo>
                  <a:pt x="75873" y="127260"/>
                </a:lnTo>
                <a:lnTo>
                  <a:pt x="76302" y="127619"/>
                </a:lnTo>
                <a:lnTo>
                  <a:pt x="76737" y="127968"/>
                </a:lnTo>
                <a:lnTo>
                  <a:pt x="77180" y="128308"/>
                </a:lnTo>
                <a:lnTo>
                  <a:pt x="77629" y="128640"/>
                </a:lnTo>
                <a:lnTo>
                  <a:pt x="78085" y="128962"/>
                </a:lnTo>
                <a:lnTo>
                  <a:pt x="78548" y="129276"/>
                </a:lnTo>
                <a:lnTo>
                  <a:pt x="79018" y="129581"/>
                </a:lnTo>
                <a:lnTo>
                  <a:pt x="79495" y="129878"/>
                </a:lnTo>
                <a:lnTo>
                  <a:pt x="79979" y="130165"/>
                </a:lnTo>
                <a:lnTo>
                  <a:pt x="80469" y="130443"/>
                </a:lnTo>
                <a:lnTo>
                  <a:pt x="80966" y="130713"/>
                </a:lnTo>
                <a:lnTo>
                  <a:pt x="81471" y="130974"/>
                </a:lnTo>
                <a:lnTo>
                  <a:pt x="81982" y="131226"/>
                </a:lnTo>
                <a:lnTo>
                  <a:pt x="82500" y="131469"/>
                </a:lnTo>
                <a:lnTo>
                  <a:pt x="83025" y="131703"/>
                </a:lnTo>
                <a:lnTo>
                  <a:pt x="83557" y="131927"/>
                </a:lnTo>
                <a:lnTo>
                  <a:pt x="84096" y="132141"/>
                </a:lnTo>
                <a:lnTo>
                  <a:pt x="84642" y="132345"/>
                </a:lnTo>
                <a:lnTo>
                  <a:pt x="85196" y="132539"/>
                </a:lnTo>
                <a:lnTo>
                  <a:pt x="85757" y="132723"/>
                </a:lnTo>
                <a:lnTo>
                  <a:pt x="86324" y="132897"/>
                </a:lnTo>
                <a:lnTo>
                  <a:pt x="86899" y="133062"/>
                </a:lnTo>
                <a:lnTo>
                  <a:pt x="87482" y="133216"/>
                </a:lnTo>
                <a:lnTo>
                  <a:pt x="88071" y="133360"/>
                </a:lnTo>
                <a:lnTo>
                  <a:pt x="88667" y="133494"/>
                </a:lnTo>
                <a:lnTo>
                  <a:pt x="89271" y="133619"/>
                </a:lnTo>
                <a:lnTo>
                  <a:pt x="89882" y="133733"/>
                </a:lnTo>
                <a:lnTo>
                  <a:pt x="90499" y="133838"/>
                </a:lnTo>
                <a:lnTo>
                  <a:pt x="91124" y="133932"/>
                </a:lnTo>
                <a:lnTo>
                  <a:pt x="91757" y="134017"/>
                </a:lnTo>
                <a:lnTo>
                  <a:pt x="92396" y="134092"/>
                </a:lnTo>
                <a:lnTo>
                  <a:pt x="93042" y="134156"/>
                </a:lnTo>
                <a:lnTo>
                  <a:pt x="93696" y="134211"/>
                </a:lnTo>
                <a:lnTo>
                  <a:pt x="94357" y="134256"/>
                </a:lnTo>
                <a:lnTo>
                  <a:pt x="95025" y="134291"/>
                </a:lnTo>
                <a:lnTo>
                  <a:pt x="95700" y="134315"/>
                </a:lnTo>
                <a:lnTo>
                  <a:pt x="96382" y="134330"/>
                </a:lnTo>
                <a:lnTo>
                  <a:pt x="97071" y="134335"/>
                </a:lnTo>
                <a:lnTo>
                  <a:pt x="97748" y="134330"/>
                </a:lnTo>
                <a:lnTo>
                  <a:pt x="98417" y="134312"/>
                </a:lnTo>
                <a:lnTo>
                  <a:pt x="99081" y="134284"/>
                </a:lnTo>
                <a:lnTo>
                  <a:pt x="99738" y="134243"/>
                </a:lnTo>
                <a:lnTo>
                  <a:pt x="100388" y="134192"/>
                </a:lnTo>
                <a:lnTo>
                  <a:pt x="101032" y="134128"/>
                </a:lnTo>
                <a:lnTo>
                  <a:pt x="101670" y="134054"/>
                </a:lnTo>
                <a:lnTo>
                  <a:pt x="102301" y="133968"/>
                </a:lnTo>
                <a:lnTo>
                  <a:pt x="102926" y="133870"/>
                </a:lnTo>
                <a:lnTo>
                  <a:pt x="103544" y="133761"/>
                </a:lnTo>
                <a:lnTo>
                  <a:pt x="104156" y="133640"/>
                </a:lnTo>
                <a:lnTo>
                  <a:pt x="104761" y="133508"/>
                </a:lnTo>
                <a:lnTo>
                  <a:pt x="105360" y="133364"/>
                </a:lnTo>
                <a:lnTo>
                  <a:pt x="105952" y="133209"/>
                </a:lnTo>
                <a:lnTo>
                  <a:pt x="106538" y="133042"/>
                </a:lnTo>
                <a:lnTo>
                  <a:pt x="107118" y="132864"/>
                </a:lnTo>
                <a:lnTo>
                  <a:pt x="107691" y="132675"/>
                </a:lnTo>
                <a:lnTo>
                  <a:pt x="108258" y="132473"/>
                </a:lnTo>
                <a:lnTo>
                  <a:pt x="108818" y="132261"/>
                </a:lnTo>
                <a:lnTo>
                  <a:pt x="109372" y="132037"/>
                </a:lnTo>
                <a:lnTo>
                  <a:pt x="109919" y="131801"/>
                </a:lnTo>
                <a:lnTo>
                  <a:pt x="110460" y="131554"/>
                </a:lnTo>
                <a:lnTo>
                  <a:pt x="110994" y="131295"/>
                </a:lnTo>
                <a:lnTo>
                  <a:pt x="111522" y="131025"/>
                </a:lnTo>
                <a:lnTo>
                  <a:pt x="112044" y="130745"/>
                </a:lnTo>
                <a:lnTo>
                  <a:pt x="112558" y="130455"/>
                </a:lnTo>
                <a:lnTo>
                  <a:pt x="113066" y="130156"/>
                </a:lnTo>
                <a:lnTo>
                  <a:pt x="113567" y="129848"/>
                </a:lnTo>
                <a:lnTo>
                  <a:pt x="114062" y="129531"/>
                </a:lnTo>
                <a:lnTo>
                  <a:pt x="114550" y="129204"/>
                </a:lnTo>
                <a:lnTo>
                  <a:pt x="115031" y="128868"/>
                </a:lnTo>
                <a:lnTo>
                  <a:pt x="115505" y="128523"/>
                </a:lnTo>
                <a:lnTo>
                  <a:pt x="115972" y="128168"/>
                </a:lnTo>
                <a:lnTo>
                  <a:pt x="116433" y="127805"/>
                </a:lnTo>
                <a:lnTo>
                  <a:pt x="116887" y="127432"/>
                </a:lnTo>
                <a:lnTo>
                  <a:pt x="117335" y="127049"/>
                </a:lnTo>
                <a:lnTo>
                  <a:pt x="117775" y="126658"/>
                </a:lnTo>
                <a:lnTo>
                  <a:pt x="118209" y="126257"/>
                </a:lnTo>
                <a:lnTo>
                  <a:pt x="118637" y="125847"/>
                </a:lnTo>
                <a:lnTo>
                  <a:pt x="119057" y="125428"/>
                </a:lnTo>
                <a:lnTo>
                  <a:pt x="119471" y="125000"/>
                </a:lnTo>
                <a:lnTo>
                  <a:pt x="119878" y="124562"/>
                </a:lnTo>
                <a:lnTo>
                  <a:pt x="120278" y="124115"/>
                </a:lnTo>
                <a:lnTo>
                  <a:pt x="120672" y="123659"/>
                </a:lnTo>
                <a:lnTo>
                  <a:pt x="121058" y="123193"/>
                </a:lnTo>
                <a:lnTo>
                  <a:pt x="121439" y="122719"/>
                </a:lnTo>
                <a:lnTo>
                  <a:pt x="121812" y="122235"/>
                </a:lnTo>
                <a:lnTo>
                  <a:pt x="122179" y="121741"/>
                </a:lnTo>
                <a:lnTo>
                  <a:pt x="122538" y="121240"/>
                </a:lnTo>
                <a:lnTo>
                  <a:pt x="122891" y="120731"/>
                </a:lnTo>
                <a:lnTo>
                  <a:pt x="123236" y="120214"/>
                </a:lnTo>
                <a:lnTo>
                  <a:pt x="123573" y="119691"/>
                </a:lnTo>
                <a:lnTo>
                  <a:pt x="123904" y="119159"/>
                </a:lnTo>
                <a:lnTo>
                  <a:pt x="124227" y="118621"/>
                </a:lnTo>
                <a:lnTo>
                  <a:pt x="124543" y="118075"/>
                </a:lnTo>
                <a:lnTo>
                  <a:pt x="124852" y="117521"/>
                </a:lnTo>
                <a:lnTo>
                  <a:pt x="125153" y="116960"/>
                </a:lnTo>
                <a:lnTo>
                  <a:pt x="125447" y="116392"/>
                </a:lnTo>
                <a:lnTo>
                  <a:pt x="125734" y="115816"/>
                </a:lnTo>
                <a:lnTo>
                  <a:pt x="126013" y="115233"/>
                </a:lnTo>
                <a:lnTo>
                  <a:pt x="126285" y="114642"/>
                </a:lnTo>
                <a:lnTo>
                  <a:pt x="126550" y="114044"/>
                </a:lnTo>
                <a:lnTo>
                  <a:pt x="126808" y="113438"/>
                </a:lnTo>
                <a:lnTo>
                  <a:pt x="127058" y="112825"/>
                </a:lnTo>
                <a:lnTo>
                  <a:pt x="127301" y="112205"/>
                </a:lnTo>
                <a:lnTo>
                  <a:pt x="127537" y="111577"/>
                </a:lnTo>
                <a:lnTo>
                  <a:pt x="127766" y="110942"/>
                </a:lnTo>
                <a:lnTo>
                  <a:pt x="127987" y="110299"/>
                </a:lnTo>
                <a:lnTo>
                  <a:pt x="128201" y="109649"/>
                </a:lnTo>
                <a:lnTo>
                  <a:pt x="128407" y="108991"/>
                </a:lnTo>
                <a:lnTo>
                  <a:pt x="128606" y="108326"/>
                </a:lnTo>
                <a:lnTo>
                  <a:pt x="128798" y="107654"/>
                </a:lnTo>
                <a:lnTo>
                  <a:pt x="128983" y="106975"/>
                </a:lnTo>
                <a:lnTo>
                  <a:pt x="129160" y="106292"/>
                </a:lnTo>
                <a:lnTo>
                  <a:pt x="129328" y="105604"/>
                </a:lnTo>
                <a:lnTo>
                  <a:pt x="129489" y="104910"/>
                </a:lnTo>
                <a:lnTo>
                  <a:pt x="129642" y="104212"/>
                </a:lnTo>
                <a:lnTo>
                  <a:pt x="129787" y="103509"/>
                </a:lnTo>
                <a:lnTo>
                  <a:pt x="129925" y="102801"/>
                </a:lnTo>
                <a:lnTo>
                  <a:pt x="130054" y="102088"/>
                </a:lnTo>
                <a:lnTo>
                  <a:pt x="130176" y="101370"/>
                </a:lnTo>
                <a:lnTo>
                  <a:pt x="130290" y="100648"/>
                </a:lnTo>
                <a:lnTo>
                  <a:pt x="130396" y="99920"/>
                </a:lnTo>
                <a:lnTo>
                  <a:pt x="130494" y="99187"/>
                </a:lnTo>
                <a:lnTo>
                  <a:pt x="130584" y="98450"/>
                </a:lnTo>
                <a:lnTo>
                  <a:pt x="130666" y="97708"/>
                </a:lnTo>
                <a:lnTo>
                  <a:pt x="130741" y="96960"/>
                </a:lnTo>
                <a:lnTo>
                  <a:pt x="130808" y="96208"/>
                </a:lnTo>
                <a:lnTo>
                  <a:pt x="130867" y="95451"/>
                </a:lnTo>
                <a:lnTo>
                  <a:pt x="130918" y="94689"/>
                </a:lnTo>
                <a:lnTo>
                  <a:pt x="130961" y="93922"/>
                </a:lnTo>
                <a:lnTo>
                  <a:pt x="130996" y="93151"/>
                </a:lnTo>
                <a:lnTo>
                  <a:pt x="131024" y="92374"/>
                </a:lnTo>
                <a:lnTo>
                  <a:pt x="131043" y="91592"/>
                </a:lnTo>
                <a:lnTo>
                  <a:pt x="131055" y="90806"/>
                </a:lnTo>
                <a:lnTo>
                  <a:pt x="131059" y="90014"/>
                </a:lnTo>
                <a:lnTo>
                  <a:pt x="131059" y="88319"/>
                </a:lnTo>
                <a:lnTo>
                  <a:pt x="131055" y="87488"/>
                </a:lnTo>
                <a:lnTo>
                  <a:pt x="131043" y="86663"/>
                </a:lnTo>
                <a:lnTo>
                  <a:pt x="131024" y="85845"/>
                </a:lnTo>
                <a:lnTo>
                  <a:pt x="130996" y="85033"/>
                </a:lnTo>
                <a:lnTo>
                  <a:pt x="130961" y="84227"/>
                </a:lnTo>
                <a:lnTo>
                  <a:pt x="130918" y="83427"/>
                </a:lnTo>
                <a:lnTo>
                  <a:pt x="130867" y="82634"/>
                </a:lnTo>
                <a:lnTo>
                  <a:pt x="130808" y="81847"/>
                </a:lnTo>
                <a:lnTo>
                  <a:pt x="130741" y="81067"/>
                </a:lnTo>
                <a:lnTo>
                  <a:pt x="130666" y="80292"/>
                </a:lnTo>
                <a:lnTo>
                  <a:pt x="130584" y="79524"/>
                </a:lnTo>
                <a:lnTo>
                  <a:pt x="130494" y="78763"/>
                </a:lnTo>
                <a:lnTo>
                  <a:pt x="130396" y="78007"/>
                </a:lnTo>
                <a:lnTo>
                  <a:pt x="130290" y="77258"/>
                </a:lnTo>
                <a:lnTo>
                  <a:pt x="130176" y="76515"/>
                </a:lnTo>
                <a:lnTo>
                  <a:pt x="130054" y="75779"/>
                </a:lnTo>
                <a:lnTo>
                  <a:pt x="129925" y="75049"/>
                </a:lnTo>
                <a:lnTo>
                  <a:pt x="129787" y="74325"/>
                </a:lnTo>
                <a:lnTo>
                  <a:pt x="129642" y="73607"/>
                </a:lnTo>
                <a:lnTo>
                  <a:pt x="129489" y="72896"/>
                </a:lnTo>
                <a:lnTo>
                  <a:pt x="129328" y="72191"/>
                </a:lnTo>
                <a:lnTo>
                  <a:pt x="129160" y="71493"/>
                </a:lnTo>
                <a:lnTo>
                  <a:pt x="128983" y="70800"/>
                </a:lnTo>
                <a:lnTo>
                  <a:pt x="128798" y="70114"/>
                </a:lnTo>
                <a:lnTo>
                  <a:pt x="128607" y="69435"/>
                </a:lnTo>
                <a:lnTo>
                  <a:pt x="128407" y="68765"/>
                </a:lnTo>
                <a:lnTo>
                  <a:pt x="128201" y="68102"/>
                </a:lnTo>
                <a:lnTo>
                  <a:pt x="127988" y="67447"/>
                </a:lnTo>
                <a:lnTo>
                  <a:pt x="127767" y="66800"/>
                </a:lnTo>
                <a:lnTo>
                  <a:pt x="127540" y="66161"/>
                </a:lnTo>
                <a:lnTo>
                  <a:pt x="127305" y="65530"/>
                </a:lnTo>
                <a:lnTo>
                  <a:pt x="127063" y="64907"/>
                </a:lnTo>
                <a:lnTo>
                  <a:pt x="126814" y="64292"/>
                </a:lnTo>
                <a:lnTo>
                  <a:pt x="126557" y="63685"/>
                </a:lnTo>
                <a:lnTo>
                  <a:pt x="126294" y="63086"/>
                </a:lnTo>
                <a:lnTo>
                  <a:pt x="126023" y="62495"/>
                </a:lnTo>
                <a:lnTo>
                  <a:pt x="125746" y="61912"/>
                </a:lnTo>
                <a:lnTo>
                  <a:pt x="125461" y="61337"/>
                </a:lnTo>
                <a:lnTo>
                  <a:pt x="125169" y="60770"/>
                </a:lnTo>
                <a:lnTo>
                  <a:pt x="124870" y="60211"/>
                </a:lnTo>
                <a:lnTo>
                  <a:pt x="124563" y="59660"/>
                </a:lnTo>
                <a:lnTo>
                  <a:pt x="124250" y="59117"/>
                </a:lnTo>
                <a:lnTo>
                  <a:pt x="123929" y="58582"/>
                </a:lnTo>
                <a:lnTo>
                  <a:pt x="123601" y="58055"/>
                </a:lnTo>
                <a:lnTo>
                  <a:pt x="123267" y="57536"/>
                </a:lnTo>
                <a:lnTo>
                  <a:pt x="122924" y="57025"/>
                </a:lnTo>
                <a:lnTo>
                  <a:pt x="122575" y="56522"/>
                </a:lnTo>
                <a:lnTo>
                  <a:pt x="122219" y="56027"/>
                </a:lnTo>
                <a:lnTo>
                  <a:pt x="121855" y="55540"/>
                </a:lnTo>
                <a:lnTo>
                  <a:pt x="121485" y="55063"/>
                </a:lnTo>
                <a:lnTo>
                  <a:pt x="121107" y="54596"/>
                </a:lnTo>
                <a:lnTo>
                  <a:pt x="120722" y="54138"/>
                </a:lnTo>
                <a:lnTo>
                  <a:pt x="120330" y="53689"/>
                </a:lnTo>
                <a:lnTo>
                  <a:pt x="119931" y="53249"/>
                </a:lnTo>
                <a:lnTo>
                  <a:pt x="119524" y="52819"/>
                </a:lnTo>
                <a:lnTo>
                  <a:pt x="119111" y="52398"/>
                </a:lnTo>
                <a:lnTo>
                  <a:pt x="118690" y="51987"/>
                </a:lnTo>
                <a:lnTo>
                  <a:pt x="118262" y="51585"/>
                </a:lnTo>
                <a:lnTo>
                  <a:pt x="117827" y="51193"/>
                </a:lnTo>
                <a:lnTo>
                  <a:pt x="117385" y="50810"/>
                </a:lnTo>
                <a:lnTo>
                  <a:pt x="116936" y="50436"/>
                </a:lnTo>
                <a:lnTo>
                  <a:pt x="116480" y="50072"/>
                </a:lnTo>
                <a:lnTo>
                  <a:pt x="116016" y="49717"/>
                </a:lnTo>
                <a:lnTo>
                  <a:pt x="115545" y="49371"/>
                </a:lnTo>
                <a:lnTo>
                  <a:pt x="115067" y="49035"/>
                </a:lnTo>
                <a:lnTo>
                  <a:pt x="114582" y="48708"/>
                </a:lnTo>
                <a:lnTo>
                  <a:pt x="114090" y="48391"/>
                </a:lnTo>
                <a:lnTo>
                  <a:pt x="113591" y="48083"/>
                </a:lnTo>
                <a:lnTo>
                  <a:pt x="113084" y="47784"/>
                </a:lnTo>
                <a:lnTo>
                  <a:pt x="112571" y="47495"/>
                </a:lnTo>
                <a:lnTo>
                  <a:pt x="112050" y="47215"/>
                </a:lnTo>
                <a:lnTo>
                  <a:pt x="111522" y="46945"/>
                </a:lnTo>
                <a:lnTo>
                  <a:pt x="110987" y="46685"/>
                </a:lnTo>
                <a:lnTo>
                  <a:pt x="110446" y="46435"/>
                </a:lnTo>
                <a:lnTo>
                  <a:pt x="109899" y="46197"/>
                </a:lnTo>
                <a:lnTo>
                  <a:pt x="109345" y="45970"/>
                </a:lnTo>
                <a:lnTo>
                  <a:pt x="108784" y="45754"/>
                </a:lnTo>
                <a:lnTo>
                  <a:pt x="108217" y="45550"/>
                </a:lnTo>
                <a:lnTo>
                  <a:pt x="107644" y="45356"/>
                </a:lnTo>
                <a:lnTo>
                  <a:pt x="107064" y="45173"/>
                </a:lnTo>
                <a:lnTo>
                  <a:pt x="106478" y="45002"/>
                </a:lnTo>
                <a:lnTo>
                  <a:pt x="105885" y="44841"/>
                </a:lnTo>
                <a:lnTo>
                  <a:pt x="105286" y="44691"/>
                </a:lnTo>
                <a:lnTo>
                  <a:pt x="104680" y="44553"/>
                </a:lnTo>
                <a:lnTo>
                  <a:pt x="104068" y="44426"/>
                </a:lnTo>
                <a:lnTo>
                  <a:pt x="103450" y="44309"/>
                </a:lnTo>
                <a:lnTo>
                  <a:pt x="102825" y="44204"/>
                </a:lnTo>
                <a:lnTo>
                  <a:pt x="102193" y="44110"/>
                </a:lnTo>
                <a:lnTo>
                  <a:pt x="101555" y="44027"/>
                </a:lnTo>
                <a:lnTo>
                  <a:pt x="100911" y="43955"/>
                </a:lnTo>
                <a:lnTo>
                  <a:pt x="100260" y="43894"/>
                </a:lnTo>
                <a:lnTo>
                  <a:pt x="99603" y="43844"/>
                </a:lnTo>
                <a:lnTo>
                  <a:pt x="98940" y="43806"/>
                </a:lnTo>
                <a:lnTo>
                  <a:pt x="98269" y="43778"/>
                </a:lnTo>
                <a:lnTo>
                  <a:pt x="97593" y="43761"/>
                </a:lnTo>
                <a:lnTo>
                  <a:pt x="96910" y="43756"/>
                </a:lnTo>
                <a:lnTo>
                  <a:pt x="96227" y="43761"/>
                </a:lnTo>
                <a:lnTo>
                  <a:pt x="95552" y="43776"/>
                </a:lnTo>
                <a:lnTo>
                  <a:pt x="94883" y="43801"/>
                </a:lnTo>
                <a:lnTo>
                  <a:pt x="94221" y="43835"/>
                </a:lnTo>
                <a:lnTo>
                  <a:pt x="93567" y="43880"/>
                </a:lnTo>
                <a:lnTo>
                  <a:pt x="92919" y="43935"/>
                </a:lnTo>
                <a:lnTo>
                  <a:pt x="92278" y="44000"/>
                </a:lnTo>
                <a:lnTo>
                  <a:pt x="91645" y="44074"/>
                </a:lnTo>
                <a:lnTo>
                  <a:pt x="91018" y="44159"/>
                </a:lnTo>
                <a:lnTo>
                  <a:pt x="90398" y="44253"/>
                </a:lnTo>
                <a:lnTo>
                  <a:pt x="89786" y="44358"/>
                </a:lnTo>
                <a:lnTo>
                  <a:pt x="89180" y="44472"/>
                </a:lnTo>
                <a:lnTo>
                  <a:pt x="88581" y="44597"/>
                </a:lnTo>
                <a:lnTo>
                  <a:pt x="87990" y="44731"/>
                </a:lnTo>
                <a:lnTo>
                  <a:pt x="87405" y="44875"/>
                </a:lnTo>
                <a:lnTo>
                  <a:pt x="86828" y="45030"/>
                </a:lnTo>
                <a:lnTo>
                  <a:pt x="86257" y="45194"/>
                </a:lnTo>
                <a:lnTo>
                  <a:pt x="85693" y="45368"/>
                </a:lnTo>
                <a:lnTo>
                  <a:pt x="85137" y="45552"/>
                </a:lnTo>
                <a:lnTo>
                  <a:pt x="84587" y="45746"/>
                </a:lnTo>
                <a:lnTo>
                  <a:pt x="84045" y="45950"/>
                </a:lnTo>
                <a:lnTo>
                  <a:pt x="83509" y="46164"/>
                </a:lnTo>
                <a:lnTo>
                  <a:pt x="82981" y="46388"/>
                </a:lnTo>
                <a:lnTo>
                  <a:pt x="82459" y="46622"/>
                </a:lnTo>
                <a:lnTo>
                  <a:pt x="81945" y="46865"/>
                </a:lnTo>
                <a:lnTo>
                  <a:pt x="81437" y="47117"/>
                </a:lnTo>
                <a:lnTo>
                  <a:pt x="80935" y="47379"/>
                </a:lnTo>
                <a:lnTo>
                  <a:pt x="80441" y="47649"/>
                </a:lnTo>
                <a:lnTo>
                  <a:pt x="79953" y="47928"/>
                </a:lnTo>
                <a:lnTo>
                  <a:pt x="79472" y="48216"/>
                </a:lnTo>
                <a:lnTo>
                  <a:pt x="78998" y="48513"/>
                </a:lnTo>
                <a:lnTo>
                  <a:pt x="78530" y="48819"/>
                </a:lnTo>
                <a:lnTo>
                  <a:pt x="78070" y="49135"/>
                </a:lnTo>
                <a:lnTo>
                  <a:pt x="77615" y="49459"/>
                </a:lnTo>
                <a:lnTo>
                  <a:pt x="77168" y="49792"/>
                </a:lnTo>
                <a:lnTo>
                  <a:pt x="76727" y="50134"/>
                </a:lnTo>
                <a:lnTo>
                  <a:pt x="76293" y="50485"/>
                </a:lnTo>
                <a:lnTo>
                  <a:pt x="75866" y="50844"/>
                </a:lnTo>
                <a:lnTo>
                  <a:pt x="75446" y="51213"/>
                </a:lnTo>
                <a:lnTo>
                  <a:pt x="75032" y="51591"/>
                </a:lnTo>
                <a:lnTo>
                  <a:pt x="74625" y="51978"/>
                </a:lnTo>
                <a:lnTo>
                  <a:pt x="74225" y="52374"/>
                </a:lnTo>
                <a:lnTo>
                  <a:pt x="73831" y="52779"/>
                </a:lnTo>
                <a:lnTo>
                  <a:pt x="73444" y="53192"/>
                </a:lnTo>
                <a:lnTo>
                  <a:pt x="73064" y="53615"/>
                </a:lnTo>
                <a:lnTo>
                  <a:pt x="72691" y="54047"/>
                </a:lnTo>
                <a:lnTo>
                  <a:pt x="72324" y="54487"/>
                </a:lnTo>
                <a:lnTo>
                  <a:pt x="72045" y="54836"/>
                </a:lnTo>
                <a:lnTo>
                  <a:pt x="72045" y="8719"/>
                </a:lnTo>
                <a:lnTo>
                  <a:pt x="57029" y="8719"/>
                </a:lnTo>
                <a:lnTo>
                  <a:pt x="57029" y="132721"/>
                </a:lnTo>
                <a:lnTo>
                  <a:pt x="70753" y="132721"/>
                </a:lnTo>
                <a:lnTo>
                  <a:pt x="71523" y="122623"/>
                </a:lnTo>
                <a:lnTo>
                  <a:pt x="71611" y="122740"/>
                </a:lnTo>
                <a:close/>
                <a:moveTo>
                  <a:pt x="72577" y="68898"/>
                </a:moveTo>
                <a:lnTo>
                  <a:pt x="72753" y="68572"/>
                </a:lnTo>
                <a:lnTo>
                  <a:pt x="72933" y="68249"/>
                </a:lnTo>
                <a:lnTo>
                  <a:pt x="73117" y="67928"/>
                </a:lnTo>
                <a:lnTo>
                  <a:pt x="73304" y="67611"/>
                </a:lnTo>
                <a:lnTo>
                  <a:pt x="73495" y="67297"/>
                </a:lnTo>
                <a:lnTo>
                  <a:pt x="73690" y="66986"/>
                </a:lnTo>
                <a:lnTo>
                  <a:pt x="73889" y="66678"/>
                </a:lnTo>
                <a:lnTo>
                  <a:pt x="74091" y="66373"/>
                </a:lnTo>
                <a:lnTo>
                  <a:pt x="74297" y="66072"/>
                </a:lnTo>
                <a:lnTo>
                  <a:pt x="74507" y="65773"/>
                </a:lnTo>
                <a:lnTo>
                  <a:pt x="74721" y="65477"/>
                </a:lnTo>
                <a:lnTo>
                  <a:pt x="74939" y="65185"/>
                </a:lnTo>
                <a:lnTo>
                  <a:pt x="75160" y="64895"/>
                </a:lnTo>
                <a:lnTo>
                  <a:pt x="75385" y="64609"/>
                </a:lnTo>
                <a:lnTo>
                  <a:pt x="75614" y="64326"/>
                </a:lnTo>
                <a:lnTo>
                  <a:pt x="75847" y="64046"/>
                </a:lnTo>
                <a:lnTo>
                  <a:pt x="76083" y="63768"/>
                </a:lnTo>
                <a:lnTo>
                  <a:pt x="76324" y="63494"/>
                </a:lnTo>
                <a:lnTo>
                  <a:pt x="76568" y="63224"/>
                </a:lnTo>
                <a:lnTo>
                  <a:pt x="76817" y="62959"/>
                </a:lnTo>
                <a:lnTo>
                  <a:pt x="77070" y="62698"/>
                </a:lnTo>
                <a:lnTo>
                  <a:pt x="77327" y="62442"/>
                </a:lnTo>
                <a:lnTo>
                  <a:pt x="77589" y="62190"/>
                </a:lnTo>
                <a:lnTo>
                  <a:pt x="77855" y="61943"/>
                </a:lnTo>
                <a:lnTo>
                  <a:pt x="78126" y="61700"/>
                </a:lnTo>
                <a:lnTo>
                  <a:pt x="78400" y="61463"/>
                </a:lnTo>
                <a:lnTo>
                  <a:pt x="78679" y="61230"/>
                </a:lnTo>
                <a:lnTo>
                  <a:pt x="78963" y="61001"/>
                </a:lnTo>
                <a:lnTo>
                  <a:pt x="79251" y="60777"/>
                </a:lnTo>
                <a:lnTo>
                  <a:pt x="79543" y="60558"/>
                </a:lnTo>
                <a:lnTo>
                  <a:pt x="79839" y="60343"/>
                </a:lnTo>
                <a:lnTo>
                  <a:pt x="80140" y="60133"/>
                </a:lnTo>
                <a:lnTo>
                  <a:pt x="80445" y="59928"/>
                </a:lnTo>
                <a:lnTo>
                  <a:pt x="80755" y="59727"/>
                </a:lnTo>
                <a:lnTo>
                  <a:pt x="81069" y="59531"/>
                </a:lnTo>
                <a:lnTo>
                  <a:pt x="81387" y="59339"/>
                </a:lnTo>
                <a:lnTo>
                  <a:pt x="81710" y="59152"/>
                </a:lnTo>
                <a:lnTo>
                  <a:pt x="82037" y="58970"/>
                </a:lnTo>
                <a:lnTo>
                  <a:pt x="82368" y="58793"/>
                </a:lnTo>
                <a:lnTo>
                  <a:pt x="82703" y="58620"/>
                </a:lnTo>
                <a:lnTo>
                  <a:pt x="83043" y="58451"/>
                </a:lnTo>
                <a:lnTo>
                  <a:pt x="83388" y="58287"/>
                </a:lnTo>
                <a:lnTo>
                  <a:pt x="83737" y="58129"/>
                </a:lnTo>
                <a:lnTo>
                  <a:pt x="84091" y="57978"/>
                </a:lnTo>
                <a:lnTo>
                  <a:pt x="84450" y="57833"/>
                </a:lnTo>
                <a:lnTo>
                  <a:pt x="84815" y="57695"/>
                </a:lnTo>
                <a:lnTo>
                  <a:pt x="85185" y="57564"/>
                </a:lnTo>
                <a:lnTo>
                  <a:pt x="85560" y="57440"/>
                </a:lnTo>
                <a:lnTo>
                  <a:pt x="85940" y="57322"/>
                </a:lnTo>
                <a:lnTo>
                  <a:pt x="86325" y="57211"/>
                </a:lnTo>
                <a:lnTo>
                  <a:pt x="86716" y="57107"/>
                </a:lnTo>
                <a:lnTo>
                  <a:pt x="87112" y="57009"/>
                </a:lnTo>
                <a:lnTo>
                  <a:pt x="87513" y="56918"/>
                </a:lnTo>
                <a:lnTo>
                  <a:pt x="87919" y="56834"/>
                </a:lnTo>
                <a:lnTo>
                  <a:pt x="88330" y="56757"/>
                </a:lnTo>
                <a:lnTo>
                  <a:pt x="88746" y="56686"/>
                </a:lnTo>
                <a:lnTo>
                  <a:pt x="89168" y="56622"/>
                </a:lnTo>
                <a:lnTo>
                  <a:pt x="89595" y="56565"/>
                </a:lnTo>
                <a:lnTo>
                  <a:pt x="90027" y="56515"/>
                </a:lnTo>
                <a:lnTo>
                  <a:pt x="90464" y="56471"/>
                </a:lnTo>
                <a:lnTo>
                  <a:pt x="90907" y="56434"/>
                </a:lnTo>
                <a:lnTo>
                  <a:pt x="91354" y="56404"/>
                </a:lnTo>
                <a:lnTo>
                  <a:pt x="91807" y="56380"/>
                </a:lnTo>
                <a:lnTo>
                  <a:pt x="92265" y="56363"/>
                </a:lnTo>
                <a:lnTo>
                  <a:pt x="92728" y="56353"/>
                </a:lnTo>
                <a:lnTo>
                  <a:pt x="93196" y="56350"/>
                </a:lnTo>
                <a:lnTo>
                  <a:pt x="93724" y="56354"/>
                </a:lnTo>
                <a:lnTo>
                  <a:pt x="94245" y="56367"/>
                </a:lnTo>
                <a:lnTo>
                  <a:pt x="94759" y="56390"/>
                </a:lnTo>
                <a:lnTo>
                  <a:pt x="95266" y="56420"/>
                </a:lnTo>
                <a:lnTo>
                  <a:pt x="95766" y="56460"/>
                </a:lnTo>
                <a:lnTo>
                  <a:pt x="96259" y="56509"/>
                </a:lnTo>
                <a:lnTo>
                  <a:pt x="96745" y="56566"/>
                </a:lnTo>
                <a:lnTo>
                  <a:pt x="97224" y="56632"/>
                </a:lnTo>
                <a:lnTo>
                  <a:pt x="97696" y="56707"/>
                </a:lnTo>
                <a:lnTo>
                  <a:pt x="98161" y="56791"/>
                </a:lnTo>
                <a:lnTo>
                  <a:pt x="98619" y="56884"/>
                </a:lnTo>
                <a:lnTo>
                  <a:pt x="99070" y="56986"/>
                </a:lnTo>
                <a:lnTo>
                  <a:pt x="99513" y="57096"/>
                </a:lnTo>
                <a:lnTo>
                  <a:pt x="99950" y="57215"/>
                </a:lnTo>
                <a:lnTo>
                  <a:pt x="100380" y="57343"/>
                </a:lnTo>
                <a:lnTo>
                  <a:pt x="100803" y="57480"/>
                </a:lnTo>
                <a:lnTo>
                  <a:pt x="101219" y="57626"/>
                </a:lnTo>
                <a:lnTo>
                  <a:pt x="101628" y="57780"/>
                </a:lnTo>
                <a:lnTo>
                  <a:pt x="102029" y="57944"/>
                </a:lnTo>
                <a:lnTo>
                  <a:pt x="102424" y="58116"/>
                </a:lnTo>
                <a:lnTo>
                  <a:pt x="102812" y="58297"/>
                </a:lnTo>
                <a:lnTo>
                  <a:pt x="103193" y="58487"/>
                </a:lnTo>
                <a:lnTo>
                  <a:pt x="103567" y="58685"/>
                </a:lnTo>
                <a:lnTo>
                  <a:pt x="103934" y="58893"/>
                </a:lnTo>
                <a:lnTo>
                  <a:pt x="104294" y="59108"/>
                </a:lnTo>
                <a:lnTo>
                  <a:pt x="104648" y="59330"/>
                </a:lnTo>
                <a:lnTo>
                  <a:pt x="104997" y="59558"/>
                </a:lnTo>
                <a:lnTo>
                  <a:pt x="105340" y="59792"/>
                </a:lnTo>
                <a:lnTo>
                  <a:pt x="105676" y="60033"/>
                </a:lnTo>
                <a:lnTo>
                  <a:pt x="106007" y="60280"/>
                </a:lnTo>
                <a:lnTo>
                  <a:pt x="106332" y="60534"/>
                </a:lnTo>
                <a:lnTo>
                  <a:pt x="106651" y="60794"/>
                </a:lnTo>
                <a:lnTo>
                  <a:pt x="106965" y="61061"/>
                </a:lnTo>
                <a:lnTo>
                  <a:pt x="107272" y="61334"/>
                </a:lnTo>
                <a:lnTo>
                  <a:pt x="107574" y="61614"/>
                </a:lnTo>
                <a:lnTo>
                  <a:pt x="107869" y="61900"/>
                </a:lnTo>
                <a:lnTo>
                  <a:pt x="108159" y="62193"/>
                </a:lnTo>
                <a:lnTo>
                  <a:pt x="108443" y="62491"/>
                </a:lnTo>
                <a:lnTo>
                  <a:pt x="108721" y="62797"/>
                </a:lnTo>
                <a:lnTo>
                  <a:pt x="108993" y="63109"/>
                </a:lnTo>
                <a:lnTo>
                  <a:pt x="109259" y="63427"/>
                </a:lnTo>
                <a:lnTo>
                  <a:pt x="109519" y="63752"/>
                </a:lnTo>
                <a:lnTo>
                  <a:pt x="109773" y="64083"/>
                </a:lnTo>
                <a:lnTo>
                  <a:pt x="110022" y="64421"/>
                </a:lnTo>
                <a:lnTo>
                  <a:pt x="110265" y="64765"/>
                </a:lnTo>
                <a:lnTo>
                  <a:pt x="110501" y="65115"/>
                </a:lnTo>
                <a:lnTo>
                  <a:pt x="110732" y="65472"/>
                </a:lnTo>
                <a:lnTo>
                  <a:pt x="110957" y="65836"/>
                </a:lnTo>
                <a:lnTo>
                  <a:pt x="111177" y="66205"/>
                </a:lnTo>
                <a:lnTo>
                  <a:pt x="111391" y="66578"/>
                </a:lnTo>
                <a:lnTo>
                  <a:pt x="111600" y="66957"/>
                </a:lnTo>
                <a:lnTo>
                  <a:pt x="111805" y="67340"/>
                </a:lnTo>
                <a:lnTo>
                  <a:pt x="112004" y="67728"/>
                </a:lnTo>
                <a:lnTo>
                  <a:pt x="112198" y="68121"/>
                </a:lnTo>
                <a:lnTo>
                  <a:pt x="112387" y="68519"/>
                </a:lnTo>
                <a:lnTo>
                  <a:pt x="112572" y="68921"/>
                </a:lnTo>
                <a:lnTo>
                  <a:pt x="112751" y="69328"/>
                </a:lnTo>
                <a:lnTo>
                  <a:pt x="112925" y="69740"/>
                </a:lnTo>
                <a:lnTo>
                  <a:pt x="113094" y="70157"/>
                </a:lnTo>
                <a:lnTo>
                  <a:pt x="113258" y="70579"/>
                </a:lnTo>
                <a:lnTo>
                  <a:pt x="113417" y="71005"/>
                </a:lnTo>
                <a:lnTo>
                  <a:pt x="113571" y="71436"/>
                </a:lnTo>
                <a:lnTo>
                  <a:pt x="113720" y="71871"/>
                </a:lnTo>
                <a:lnTo>
                  <a:pt x="113863" y="72312"/>
                </a:lnTo>
                <a:lnTo>
                  <a:pt x="114002" y="72757"/>
                </a:lnTo>
                <a:lnTo>
                  <a:pt x="114136" y="73207"/>
                </a:lnTo>
                <a:lnTo>
                  <a:pt x="114264" y="73662"/>
                </a:lnTo>
                <a:lnTo>
                  <a:pt x="114388" y="74122"/>
                </a:lnTo>
                <a:lnTo>
                  <a:pt x="114507" y="74586"/>
                </a:lnTo>
                <a:lnTo>
                  <a:pt x="114620" y="75055"/>
                </a:lnTo>
                <a:lnTo>
                  <a:pt x="114729" y="75529"/>
                </a:lnTo>
                <a:lnTo>
                  <a:pt x="114832" y="76008"/>
                </a:lnTo>
                <a:lnTo>
                  <a:pt x="114931" y="76490"/>
                </a:lnTo>
                <a:lnTo>
                  <a:pt x="115026" y="76975"/>
                </a:lnTo>
                <a:lnTo>
                  <a:pt x="115116" y="77463"/>
                </a:lnTo>
                <a:lnTo>
                  <a:pt x="115202" y="77953"/>
                </a:lnTo>
                <a:lnTo>
                  <a:pt x="115284" y="78446"/>
                </a:lnTo>
                <a:lnTo>
                  <a:pt x="115362" y="78942"/>
                </a:lnTo>
                <a:lnTo>
                  <a:pt x="115435" y="79440"/>
                </a:lnTo>
                <a:lnTo>
                  <a:pt x="115505" y="79941"/>
                </a:lnTo>
                <a:lnTo>
                  <a:pt x="115570" y="80445"/>
                </a:lnTo>
                <a:lnTo>
                  <a:pt x="115631" y="80951"/>
                </a:lnTo>
                <a:lnTo>
                  <a:pt x="115688" y="81460"/>
                </a:lnTo>
                <a:lnTo>
                  <a:pt x="115740" y="81972"/>
                </a:lnTo>
                <a:lnTo>
                  <a:pt x="115789" y="82486"/>
                </a:lnTo>
                <a:lnTo>
                  <a:pt x="115833" y="83003"/>
                </a:lnTo>
                <a:lnTo>
                  <a:pt x="115873" y="83523"/>
                </a:lnTo>
                <a:lnTo>
                  <a:pt x="115909" y="84045"/>
                </a:lnTo>
                <a:lnTo>
                  <a:pt x="115940" y="84570"/>
                </a:lnTo>
                <a:lnTo>
                  <a:pt x="115967" y="85097"/>
                </a:lnTo>
                <a:lnTo>
                  <a:pt x="115991" y="85628"/>
                </a:lnTo>
                <a:lnTo>
                  <a:pt x="116009" y="86161"/>
                </a:lnTo>
                <a:lnTo>
                  <a:pt x="116024" y="86696"/>
                </a:lnTo>
                <a:lnTo>
                  <a:pt x="116035" y="87234"/>
                </a:lnTo>
                <a:lnTo>
                  <a:pt x="116041" y="87775"/>
                </a:lnTo>
                <a:lnTo>
                  <a:pt x="116043" y="88319"/>
                </a:lnTo>
                <a:lnTo>
                  <a:pt x="116043" y="90014"/>
                </a:lnTo>
                <a:lnTo>
                  <a:pt x="116041" y="90558"/>
                </a:lnTo>
                <a:lnTo>
                  <a:pt x="116034" y="91099"/>
                </a:lnTo>
                <a:lnTo>
                  <a:pt x="116023" y="91637"/>
                </a:lnTo>
                <a:lnTo>
                  <a:pt x="116007" y="92172"/>
                </a:lnTo>
                <a:lnTo>
                  <a:pt x="115987" y="92704"/>
                </a:lnTo>
                <a:lnTo>
                  <a:pt x="115962" y="93233"/>
                </a:lnTo>
                <a:lnTo>
                  <a:pt x="115933" y="93760"/>
                </a:lnTo>
                <a:lnTo>
                  <a:pt x="115900" y="94284"/>
                </a:lnTo>
                <a:lnTo>
                  <a:pt x="115861" y="94805"/>
                </a:lnTo>
                <a:lnTo>
                  <a:pt x="115819" y="95324"/>
                </a:lnTo>
                <a:lnTo>
                  <a:pt x="115772" y="95839"/>
                </a:lnTo>
                <a:lnTo>
                  <a:pt x="115720" y="96352"/>
                </a:lnTo>
                <a:lnTo>
                  <a:pt x="115664" y="96862"/>
                </a:lnTo>
                <a:lnTo>
                  <a:pt x="115604" y="97369"/>
                </a:lnTo>
                <a:lnTo>
                  <a:pt x="115538" y="97873"/>
                </a:lnTo>
                <a:lnTo>
                  <a:pt x="115469" y="98374"/>
                </a:lnTo>
                <a:lnTo>
                  <a:pt x="115395" y="98873"/>
                </a:lnTo>
                <a:lnTo>
                  <a:pt x="115316" y="99369"/>
                </a:lnTo>
                <a:lnTo>
                  <a:pt x="115234" y="99862"/>
                </a:lnTo>
                <a:lnTo>
                  <a:pt x="115146" y="100352"/>
                </a:lnTo>
                <a:lnTo>
                  <a:pt x="115054" y="100840"/>
                </a:lnTo>
                <a:lnTo>
                  <a:pt x="114958" y="101324"/>
                </a:lnTo>
                <a:lnTo>
                  <a:pt x="114857" y="101806"/>
                </a:lnTo>
                <a:lnTo>
                  <a:pt x="114751" y="102285"/>
                </a:lnTo>
                <a:lnTo>
                  <a:pt x="114641" y="102761"/>
                </a:lnTo>
                <a:lnTo>
                  <a:pt x="114526" y="103231"/>
                </a:lnTo>
                <a:lnTo>
                  <a:pt x="114406" y="103697"/>
                </a:lnTo>
                <a:lnTo>
                  <a:pt x="114282" y="104158"/>
                </a:lnTo>
                <a:lnTo>
                  <a:pt x="114152" y="104614"/>
                </a:lnTo>
                <a:lnTo>
                  <a:pt x="114017" y="105066"/>
                </a:lnTo>
                <a:lnTo>
                  <a:pt x="113878" y="105512"/>
                </a:lnTo>
                <a:lnTo>
                  <a:pt x="113733" y="105954"/>
                </a:lnTo>
                <a:lnTo>
                  <a:pt x="113584" y="106391"/>
                </a:lnTo>
                <a:lnTo>
                  <a:pt x="113430" y="106824"/>
                </a:lnTo>
                <a:lnTo>
                  <a:pt x="113271" y="107251"/>
                </a:lnTo>
                <a:lnTo>
                  <a:pt x="113106" y="107674"/>
                </a:lnTo>
                <a:lnTo>
                  <a:pt x="112938" y="108092"/>
                </a:lnTo>
                <a:lnTo>
                  <a:pt x="112764" y="108506"/>
                </a:lnTo>
                <a:lnTo>
                  <a:pt x="112585" y="108914"/>
                </a:lnTo>
                <a:lnTo>
                  <a:pt x="112401" y="109318"/>
                </a:lnTo>
                <a:lnTo>
                  <a:pt x="112213" y="109717"/>
                </a:lnTo>
                <a:lnTo>
                  <a:pt x="112019" y="110111"/>
                </a:lnTo>
                <a:lnTo>
                  <a:pt x="111821" y="110501"/>
                </a:lnTo>
                <a:lnTo>
                  <a:pt x="111617" y="110885"/>
                </a:lnTo>
                <a:lnTo>
                  <a:pt x="111409" y="111265"/>
                </a:lnTo>
                <a:lnTo>
                  <a:pt x="111196" y="111641"/>
                </a:lnTo>
                <a:lnTo>
                  <a:pt x="110978" y="112011"/>
                </a:lnTo>
                <a:lnTo>
                  <a:pt x="110755" y="112377"/>
                </a:lnTo>
                <a:lnTo>
                  <a:pt x="110527" y="112737"/>
                </a:lnTo>
                <a:lnTo>
                  <a:pt x="110293" y="113090"/>
                </a:lnTo>
                <a:lnTo>
                  <a:pt x="110054" y="113437"/>
                </a:lnTo>
                <a:lnTo>
                  <a:pt x="109809" y="113777"/>
                </a:lnTo>
                <a:lnTo>
                  <a:pt x="109558" y="114111"/>
                </a:lnTo>
                <a:lnTo>
                  <a:pt x="109302" y="114438"/>
                </a:lnTo>
                <a:lnTo>
                  <a:pt x="109040" y="114758"/>
                </a:lnTo>
                <a:lnTo>
                  <a:pt x="108773" y="115072"/>
                </a:lnTo>
                <a:lnTo>
                  <a:pt x="108500" y="115379"/>
                </a:lnTo>
                <a:lnTo>
                  <a:pt x="108221" y="115680"/>
                </a:lnTo>
                <a:lnTo>
                  <a:pt x="107937" y="115974"/>
                </a:lnTo>
                <a:lnTo>
                  <a:pt x="107647" y="116262"/>
                </a:lnTo>
                <a:lnTo>
                  <a:pt x="107352" y="116543"/>
                </a:lnTo>
                <a:lnTo>
                  <a:pt x="107051" y="116817"/>
                </a:lnTo>
                <a:lnTo>
                  <a:pt x="106744" y="117085"/>
                </a:lnTo>
                <a:lnTo>
                  <a:pt x="106432" y="117346"/>
                </a:lnTo>
                <a:lnTo>
                  <a:pt x="106114" y="117601"/>
                </a:lnTo>
                <a:lnTo>
                  <a:pt x="105790" y="117849"/>
                </a:lnTo>
                <a:lnTo>
                  <a:pt x="105461" y="118090"/>
                </a:lnTo>
                <a:lnTo>
                  <a:pt x="105127" y="118325"/>
                </a:lnTo>
                <a:lnTo>
                  <a:pt x="104786" y="118553"/>
                </a:lnTo>
                <a:lnTo>
                  <a:pt x="104440" y="118775"/>
                </a:lnTo>
                <a:lnTo>
                  <a:pt x="104089" y="118990"/>
                </a:lnTo>
                <a:lnTo>
                  <a:pt x="103732" y="119198"/>
                </a:lnTo>
                <a:lnTo>
                  <a:pt x="103369" y="119399"/>
                </a:lnTo>
                <a:lnTo>
                  <a:pt x="103000" y="119592"/>
                </a:lnTo>
                <a:lnTo>
                  <a:pt x="102625" y="119775"/>
                </a:lnTo>
                <a:lnTo>
                  <a:pt x="102244" y="119951"/>
                </a:lnTo>
                <a:lnTo>
                  <a:pt x="101857" y="120117"/>
                </a:lnTo>
                <a:lnTo>
                  <a:pt x="101464" y="120276"/>
                </a:lnTo>
                <a:lnTo>
                  <a:pt x="101065" y="120425"/>
                </a:lnTo>
                <a:lnTo>
                  <a:pt x="100659" y="120566"/>
                </a:lnTo>
                <a:lnTo>
                  <a:pt x="100248" y="120699"/>
                </a:lnTo>
                <a:lnTo>
                  <a:pt x="99831" y="120823"/>
                </a:lnTo>
                <a:lnTo>
                  <a:pt x="99408" y="120938"/>
                </a:lnTo>
                <a:lnTo>
                  <a:pt x="98979" y="121045"/>
                </a:lnTo>
                <a:lnTo>
                  <a:pt x="98543" y="121143"/>
                </a:lnTo>
                <a:lnTo>
                  <a:pt x="98102" y="121233"/>
                </a:lnTo>
                <a:lnTo>
                  <a:pt x="97655" y="121314"/>
                </a:lnTo>
                <a:lnTo>
                  <a:pt x="97201" y="121387"/>
                </a:lnTo>
                <a:lnTo>
                  <a:pt x="96742" y="121451"/>
                </a:lnTo>
                <a:lnTo>
                  <a:pt x="96277" y="121507"/>
                </a:lnTo>
                <a:lnTo>
                  <a:pt x="95805" y="121554"/>
                </a:lnTo>
                <a:lnTo>
                  <a:pt x="95328" y="121592"/>
                </a:lnTo>
                <a:lnTo>
                  <a:pt x="94844" y="121622"/>
                </a:lnTo>
                <a:lnTo>
                  <a:pt x="94355" y="121644"/>
                </a:lnTo>
                <a:lnTo>
                  <a:pt x="93859" y="121656"/>
                </a:lnTo>
                <a:lnTo>
                  <a:pt x="93358" y="121661"/>
                </a:lnTo>
                <a:lnTo>
                  <a:pt x="92750" y="121655"/>
                </a:lnTo>
                <a:lnTo>
                  <a:pt x="92150" y="121638"/>
                </a:lnTo>
                <a:lnTo>
                  <a:pt x="91558" y="121609"/>
                </a:lnTo>
                <a:lnTo>
                  <a:pt x="90975" y="121569"/>
                </a:lnTo>
                <a:lnTo>
                  <a:pt x="90400" y="121517"/>
                </a:lnTo>
                <a:lnTo>
                  <a:pt x="89833" y="121454"/>
                </a:lnTo>
                <a:lnTo>
                  <a:pt x="89275" y="121379"/>
                </a:lnTo>
                <a:lnTo>
                  <a:pt x="88725" y="121293"/>
                </a:lnTo>
                <a:lnTo>
                  <a:pt x="88183" y="121195"/>
                </a:lnTo>
                <a:lnTo>
                  <a:pt x="87649" y="121086"/>
                </a:lnTo>
                <a:lnTo>
                  <a:pt x="87124" y="120965"/>
                </a:lnTo>
                <a:lnTo>
                  <a:pt x="86607" y="120833"/>
                </a:lnTo>
                <a:lnTo>
                  <a:pt x="86098" y="120690"/>
                </a:lnTo>
                <a:lnTo>
                  <a:pt x="85597" y="120534"/>
                </a:lnTo>
                <a:lnTo>
                  <a:pt x="85105" y="120368"/>
                </a:lnTo>
                <a:lnTo>
                  <a:pt x="84621" y="120190"/>
                </a:lnTo>
                <a:lnTo>
                  <a:pt x="84145" y="120000"/>
                </a:lnTo>
                <a:lnTo>
                  <a:pt x="83678" y="119799"/>
                </a:lnTo>
                <a:lnTo>
                  <a:pt x="83219" y="119586"/>
                </a:lnTo>
                <a:lnTo>
                  <a:pt x="82768" y="119362"/>
                </a:lnTo>
                <a:lnTo>
                  <a:pt x="82325" y="119126"/>
                </a:lnTo>
                <a:lnTo>
                  <a:pt x="81890" y="118879"/>
                </a:lnTo>
                <a:lnTo>
                  <a:pt x="81464" y="118621"/>
                </a:lnTo>
                <a:lnTo>
                  <a:pt x="81046" y="118351"/>
                </a:lnTo>
                <a:lnTo>
                  <a:pt x="80636" y="118072"/>
                </a:lnTo>
                <a:lnTo>
                  <a:pt x="80233" y="117786"/>
                </a:lnTo>
                <a:lnTo>
                  <a:pt x="79837" y="117494"/>
                </a:lnTo>
                <a:lnTo>
                  <a:pt x="79448" y="117195"/>
                </a:lnTo>
                <a:lnTo>
                  <a:pt x="79065" y="116889"/>
                </a:lnTo>
                <a:lnTo>
                  <a:pt x="78690" y="116577"/>
                </a:lnTo>
                <a:lnTo>
                  <a:pt x="78322" y="116259"/>
                </a:lnTo>
                <a:lnTo>
                  <a:pt x="77961" y="115933"/>
                </a:lnTo>
                <a:lnTo>
                  <a:pt x="77607" y="115601"/>
                </a:lnTo>
                <a:lnTo>
                  <a:pt x="77259" y="115263"/>
                </a:lnTo>
                <a:lnTo>
                  <a:pt x="76919" y="114918"/>
                </a:lnTo>
                <a:lnTo>
                  <a:pt x="76586" y="114566"/>
                </a:lnTo>
                <a:lnTo>
                  <a:pt x="76260" y="114208"/>
                </a:lnTo>
                <a:lnTo>
                  <a:pt x="75941" y="113844"/>
                </a:lnTo>
                <a:lnTo>
                  <a:pt x="75629" y="113472"/>
                </a:lnTo>
                <a:lnTo>
                  <a:pt x="75324" y="113094"/>
                </a:lnTo>
                <a:lnTo>
                  <a:pt x="75025" y="112710"/>
                </a:lnTo>
                <a:lnTo>
                  <a:pt x="74734" y="112319"/>
                </a:lnTo>
                <a:lnTo>
                  <a:pt x="74450" y="111921"/>
                </a:lnTo>
                <a:lnTo>
                  <a:pt x="74173" y="111517"/>
                </a:lnTo>
                <a:lnTo>
                  <a:pt x="73903" y="111106"/>
                </a:lnTo>
                <a:lnTo>
                  <a:pt x="73640" y="110688"/>
                </a:lnTo>
                <a:lnTo>
                  <a:pt x="73384" y="110264"/>
                </a:lnTo>
                <a:lnTo>
                  <a:pt x="73135" y="109834"/>
                </a:lnTo>
                <a:lnTo>
                  <a:pt x="72892" y="109399"/>
                </a:lnTo>
                <a:lnTo>
                  <a:pt x="72655" y="108963"/>
                </a:lnTo>
                <a:lnTo>
                  <a:pt x="72424" y="108525"/>
                </a:lnTo>
                <a:lnTo>
                  <a:pt x="72199" y="108086"/>
                </a:lnTo>
                <a:lnTo>
                  <a:pt x="72045" y="107777"/>
                </a:lnTo>
                <a:lnTo>
                  <a:pt x="72045" y="69953"/>
                </a:lnTo>
                <a:lnTo>
                  <a:pt x="72072" y="69896"/>
                </a:lnTo>
                <a:lnTo>
                  <a:pt x="72237" y="69560"/>
                </a:lnTo>
                <a:lnTo>
                  <a:pt x="72405" y="69228"/>
                </a:lnTo>
                <a:lnTo>
                  <a:pt x="72577" y="68898"/>
                </a:lnTo>
                <a:close/>
                <a:moveTo>
                  <a:pt x="573235" y="54047"/>
                </a:moveTo>
                <a:lnTo>
                  <a:pt x="572859" y="53615"/>
                </a:lnTo>
                <a:lnTo>
                  <a:pt x="572477" y="53192"/>
                </a:lnTo>
                <a:lnTo>
                  <a:pt x="572088" y="52779"/>
                </a:lnTo>
                <a:lnTo>
                  <a:pt x="571692" y="52374"/>
                </a:lnTo>
                <a:lnTo>
                  <a:pt x="571290" y="51978"/>
                </a:lnTo>
                <a:lnTo>
                  <a:pt x="570882" y="51591"/>
                </a:lnTo>
                <a:lnTo>
                  <a:pt x="570467" y="51213"/>
                </a:lnTo>
                <a:lnTo>
                  <a:pt x="570046" y="50844"/>
                </a:lnTo>
                <a:lnTo>
                  <a:pt x="569619" y="50485"/>
                </a:lnTo>
                <a:lnTo>
                  <a:pt x="569185" y="50134"/>
                </a:lnTo>
                <a:lnTo>
                  <a:pt x="568744" y="49792"/>
                </a:lnTo>
                <a:lnTo>
                  <a:pt x="568297" y="49459"/>
                </a:lnTo>
                <a:lnTo>
                  <a:pt x="567844" y="49135"/>
                </a:lnTo>
                <a:lnTo>
                  <a:pt x="567384" y="48819"/>
                </a:lnTo>
                <a:lnTo>
                  <a:pt x="566918" y="48513"/>
                </a:lnTo>
                <a:lnTo>
                  <a:pt x="566445" y="48216"/>
                </a:lnTo>
                <a:lnTo>
                  <a:pt x="565966" y="47928"/>
                </a:lnTo>
                <a:lnTo>
                  <a:pt x="565480" y="47649"/>
                </a:lnTo>
                <a:lnTo>
                  <a:pt x="564988" y="47379"/>
                </a:lnTo>
                <a:lnTo>
                  <a:pt x="564489" y="47117"/>
                </a:lnTo>
                <a:lnTo>
                  <a:pt x="563984" y="46865"/>
                </a:lnTo>
                <a:lnTo>
                  <a:pt x="563473" y="46622"/>
                </a:lnTo>
                <a:lnTo>
                  <a:pt x="562955" y="46388"/>
                </a:lnTo>
                <a:lnTo>
                  <a:pt x="562429" y="46164"/>
                </a:lnTo>
                <a:lnTo>
                  <a:pt x="561897" y="45950"/>
                </a:lnTo>
                <a:lnTo>
                  <a:pt x="561357" y="45746"/>
                </a:lnTo>
                <a:lnTo>
                  <a:pt x="560810" y="45552"/>
                </a:lnTo>
                <a:lnTo>
                  <a:pt x="560256" y="45368"/>
                </a:lnTo>
                <a:lnTo>
                  <a:pt x="559695" y="45194"/>
                </a:lnTo>
                <a:lnTo>
                  <a:pt x="559127" y="45030"/>
                </a:lnTo>
                <a:lnTo>
                  <a:pt x="558551" y="44875"/>
                </a:lnTo>
                <a:lnTo>
                  <a:pt x="557969" y="44731"/>
                </a:lnTo>
                <a:lnTo>
                  <a:pt x="557379" y="44597"/>
                </a:lnTo>
                <a:lnTo>
                  <a:pt x="556782" y="44472"/>
                </a:lnTo>
                <a:lnTo>
                  <a:pt x="556178" y="44358"/>
                </a:lnTo>
                <a:lnTo>
                  <a:pt x="555567" y="44253"/>
                </a:lnTo>
                <a:lnTo>
                  <a:pt x="554949" y="44159"/>
                </a:lnTo>
                <a:lnTo>
                  <a:pt x="554323" y="44074"/>
                </a:lnTo>
                <a:lnTo>
                  <a:pt x="553691" y="44000"/>
                </a:lnTo>
                <a:lnTo>
                  <a:pt x="553051" y="43935"/>
                </a:lnTo>
                <a:lnTo>
                  <a:pt x="552404" y="43880"/>
                </a:lnTo>
                <a:lnTo>
                  <a:pt x="551750" y="43835"/>
                </a:lnTo>
                <a:lnTo>
                  <a:pt x="551089" y="43801"/>
                </a:lnTo>
                <a:lnTo>
                  <a:pt x="550421" y="43776"/>
                </a:lnTo>
                <a:lnTo>
                  <a:pt x="549745" y="43761"/>
                </a:lnTo>
                <a:lnTo>
                  <a:pt x="549063" y="43756"/>
                </a:lnTo>
                <a:lnTo>
                  <a:pt x="548413" y="43761"/>
                </a:lnTo>
                <a:lnTo>
                  <a:pt x="547768" y="43778"/>
                </a:lnTo>
                <a:lnTo>
                  <a:pt x="547128" y="43806"/>
                </a:lnTo>
                <a:lnTo>
                  <a:pt x="546494" y="43844"/>
                </a:lnTo>
                <a:lnTo>
                  <a:pt x="545864" y="43894"/>
                </a:lnTo>
                <a:lnTo>
                  <a:pt x="545240" y="43955"/>
                </a:lnTo>
                <a:lnTo>
                  <a:pt x="544622" y="44027"/>
                </a:lnTo>
                <a:lnTo>
                  <a:pt x="544008" y="44110"/>
                </a:lnTo>
                <a:lnTo>
                  <a:pt x="543399" y="44204"/>
                </a:lnTo>
                <a:lnTo>
                  <a:pt x="542796" y="44309"/>
                </a:lnTo>
                <a:lnTo>
                  <a:pt x="542198" y="44426"/>
                </a:lnTo>
                <a:lnTo>
                  <a:pt x="541605" y="44553"/>
                </a:lnTo>
                <a:lnTo>
                  <a:pt x="541017" y="44691"/>
                </a:lnTo>
                <a:lnTo>
                  <a:pt x="540435" y="44841"/>
                </a:lnTo>
                <a:lnTo>
                  <a:pt x="539857" y="45002"/>
                </a:lnTo>
                <a:lnTo>
                  <a:pt x="539285" y="45173"/>
                </a:lnTo>
                <a:lnTo>
                  <a:pt x="538718" y="45356"/>
                </a:lnTo>
                <a:lnTo>
                  <a:pt x="538156" y="45550"/>
                </a:lnTo>
                <a:lnTo>
                  <a:pt x="537600" y="45754"/>
                </a:lnTo>
                <a:lnTo>
                  <a:pt x="537048" y="45970"/>
                </a:lnTo>
                <a:lnTo>
                  <a:pt x="536502" y="46197"/>
                </a:lnTo>
                <a:lnTo>
                  <a:pt x="535961" y="46435"/>
                </a:lnTo>
                <a:lnTo>
                  <a:pt x="535425" y="46685"/>
                </a:lnTo>
                <a:lnTo>
                  <a:pt x="534894" y="46945"/>
                </a:lnTo>
                <a:lnTo>
                  <a:pt x="534369" y="47215"/>
                </a:lnTo>
                <a:lnTo>
                  <a:pt x="533850" y="47495"/>
                </a:lnTo>
                <a:lnTo>
                  <a:pt x="533338" y="47784"/>
                </a:lnTo>
                <a:lnTo>
                  <a:pt x="532831" y="48083"/>
                </a:lnTo>
                <a:lnTo>
                  <a:pt x="532331" y="48391"/>
                </a:lnTo>
                <a:lnTo>
                  <a:pt x="531837" y="48708"/>
                </a:lnTo>
                <a:lnTo>
                  <a:pt x="531349" y="49035"/>
                </a:lnTo>
                <a:lnTo>
                  <a:pt x="530867" y="49371"/>
                </a:lnTo>
                <a:lnTo>
                  <a:pt x="530391" y="49717"/>
                </a:lnTo>
                <a:lnTo>
                  <a:pt x="529922" y="50072"/>
                </a:lnTo>
                <a:lnTo>
                  <a:pt x="529458" y="50436"/>
                </a:lnTo>
                <a:lnTo>
                  <a:pt x="529001" y="50810"/>
                </a:lnTo>
                <a:lnTo>
                  <a:pt x="528550" y="51193"/>
                </a:lnTo>
                <a:lnTo>
                  <a:pt x="528105" y="51585"/>
                </a:lnTo>
                <a:lnTo>
                  <a:pt x="527666" y="51987"/>
                </a:lnTo>
                <a:lnTo>
                  <a:pt x="527234" y="52398"/>
                </a:lnTo>
                <a:lnTo>
                  <a:pt x="526808" y="52819"/>
                </a:lnTo>
                <a:lnTo>
                  <a:pt x="526387" y="53249"/>
                </a:lnTo>
                <a:lnTo>
                  <a:pt x="525973" y="53689"/>
                </a:lnTo>
                <a:lnTo>
                  <a:pt x="525566" y="54138"/>
                </a:lnTo>
                <a:lnTo>
                  <a:pt x="525164" y="54596"/>
                </a:lnTo>
                <a:lnTo>
                  <a:pt x="524768" y="55063"/>
                </a:lnTo>
                <a:lnTo>
                  <a:pt x="524379" y="55540"/>
                </a:lnTo>
                <a:lnTo>
                  <a:pt x="523996" y="56027"/>
                </a:lnTo>
                <a:lnTo>
                  <a:pt x="523619" y="56522"/>
                </a:lnTo>
                <a:lnTo>
                  <a:pt x="523250" y="57025"/>
                </a:lnTo>
                <a:lnTo>
                  <a:pt x="522888" y="57536"/>
                </a:lnTo>
                <a:lnTo>
                  <a:pt x="522534" y="58055"/>
                </a:lnTo>
                <a:lnTo>
                  <a:pt x="522186" y="58582"/>
                </a:lnTo>
                <a:lnTo>
                  <a:pt x="521846" y="59117"/>
                </a:lnTo>
                <a:lnTo>
                  <a:pt x="521514" y="59660"/>
                </a:lnTo>
                <a:lnTo>
                  <a:pt x="521188" y="60211"/>
                </a:lnTo>
                <a:lnTo>
                  <a:pt x="520870" y="60770"/>
                </a:lnTo>
                <a:lnTo>
                  <a:pt x="520559" y="61337"/>
                </a:lnTo>
                <a:lnTo>
                  <a:pt x="520256" y="61912"/>
                </a:lnTo>
                <a:lnTo>
                  <a:pt x="519959" y="62495"/>
                </a:lnTo>
                <a:lnTo>
                  <a:pt x="519670" y="63086"/>
                </a:lnTo>
                <a:lnTo>
                  <a:pt x="519389" y="63685"/>
                </a:lnTo>
                <a:lnTo>
                  <a:pt x="519114" y="64292"/>
                </a:lnTo>
                <a:lnTo>
                  <a:pt x="518847" y="64907"/>
                </a:lnTo>
                <a:lnTo>
                  <a:pt x="518587" y="65530"/>
                </a:lnTo>
                <a:lnTo>
                  <a:pt x="518335" y="66161"/>
                </a:lnTo>
                <a:lnTo>
                  <a:pt x="518089" y="66800"/>
                </a:lnTo>
                <a:lnTo>
                  <a:pt x="517851" y="67447"/>
                </a:lnTo>
                <a:lnTo>
                  <a:pt x="517621" y="68102"/>
                </a:lnTo>
                <a:lnTo>
                  <a:pt x="517397" y="68765"/>
                </a:lnTo>
                <a:lnTo>
                  <a:pt x="517181" y="69435"/>
                </a:lnTo>
                <a:lnTo>
                  <a:pt x="516972" y="70114"/>
                </a:lnTo>
                <a:lnTo>
                  <a:pt x="516771" y="70800"/>
                </a:lnTo>
                <a:lnTo>
                  <a:pt x="516579" y="71493"/>
                </a:lnTo>
                <a:lnTo>
                  <a:pt x="516395" y="72191"/>
                </a:lnTo>
                <a:lnTo>
                  <a:pt x="516220" y="72896"/>
                </a:lnTo>
                <a:lnTo>
                  <a:pt x="516053" y="73607"/>
                </a:lnTo>
                <a:lnTo>
                  <a:pt x="515895" y="74325"/>
                </a:lnTo>
                <a:lnTo>
                  <a:pt x="515745" y="75049"/>
                </a:lnTo>
                <a:lnTo>
                  <a:pt x="515604" y="75779"/>
                </a:lnTo>
                <a:lnTo>
                  <a:pt x="515472" y="76515"/>
                </a:lnTo>
                <a:lnTo>
                  <a:pt x="515348" y="77258"/>
                </a:lnTo>
                <a:lnTo>
                  <a:pt x="515232" y="78007"/>
                </a:lnTo>
                <a:lnTo>
                  <a:pt x="515125" y="78763"/>
                </a:lnTo>
                <a:lnTo>
                  <a:pt x="515027" y="79524"/>
                </a:lnTo>
                <a:lnTo>
                  <a:pt x="514937" y="80292"/>
                </a:lnTo>
                <a:lnTo>
                  <a:pt x="514856" y="81067"/>
                </a:lnTo>
                <a:lnTo>
                  <a:pt x="514784" y="81847"/>
                </a:lnTo>
                <a:lnTo>
                  <a:pt x="514719" y="82634"/>
                </a:lnTo>
                <a:lnTo>
                  <a:pt x="514664" y="83427"/>
                </a:lnTo>
                <a:lnTo>
                  <a:pt x="514617" y="84227"/>
                </a:lnTo>
                <a:lnTo>
                  <a:pt x="514578" y="85033"/>
                </a:lnTo>
                <a:lnTo>
                  <a:pt x="514548" y="85845"/>
                </a:lnTo>
                <a:lnTo>
                  <a:pt x="514527" y="86663"/>
                </a:lnTo>
                <a:lnTo>
                  <a:pt x="514514" y="87488"/>
                </a:lnTo>
                <a:lnTo>
                  <a:pt x="514510" y="88319"/>
                </a:lnTo>
                <a:lnTo>
                  <a:pt x="514510" y="90014"/>
                </a:lnTo>
                <a:lnTo>
                  <a:pt x="514514" y="90806"/>
                </a:lnTo>
                <a:lnTo>
                  <a:pt x="514527" y="91592"/>
                </a:lnTo>
                <a:lnTo>
                  <a:pt x="514548" y="92374"/>
                </a:lnTo>
                <a:lnTo>
                  <a:pt x="514578" y="93151"/>
                </a:lnTo>
                <a:lnTo>
                  <a:pt x="514617" y="93922"/>
                </a:lnTo>
                <a:lnTo>
                  <a:pt x="514664" y="94689"/>
                </a:lnTo>
                <a:lnTo>
                  <a:pt x="514719" y="95451"/>
                </a:lnTo>
                <a:lnTo>
                  <a:pt x="514784" y="96208"/>
                </a:lnTo>
                <a:lnTo>
                  <a:pt x="514856" y="96960"/>
                </a:lnTo>
                <a:lnTo>
                  <a:pt x="514937" y="97708"/>
                </a:lnTo>
                <a:lnTo>
                  <a:pt x="515027" y="98450"/>
                </a:lnTo>
                <a:lnTo>
                  <a:pt x="515125" y="99187"/>
                </a:lnTo>
                <a:lnTo>
                  <a:pt x="515232" y="99920"/>
                </a:lnTo>
                <a:lnTo>
                  <a:pt x="515348" y="100648"/>
                </a:lnTo>
                <a:lnTo>
                  <a:pt x="515472" y="101370"/>
                </a:lnTo>
                <a:lnTo>
                  <a:pt x="515604" y="102088"/>
                </a:lnTo>
                <a:lnTo>
                  <a:pt x="515745" y="102801"/>
                </a:lnTo>
                <a:lnTo>
                  <a:pt x="515895" y="103509"/>
                </a:lnTo>
                <a:lnTo>
                  <a:pt x="516053" y="104212"/>
                </a:lnTo>
                <a:lnTo>
                  <a:pt x="516220" y="104910"/>
                </a:lnTo>
                <a:lnTo>
                  <a:pt x="516395" y="105604"/>
                </a:lnTo>
                <a:lnTo>
                  <a:pt x="516579" y="106292"/>
                </a:lnTo>
                <a:lnTo>
                  <a:pt x="516771" y="106975"/>
                </a:lnTo>
                <a:lnTo>
                  <a:pt x="516972" y="107654"/>
                </a:lnTo>
                <a:lnTo>
                  <a:pt x="517181" y="108326"/>
                </a:lnTo>
                <a:lnTo>
                  <a:pt x="517397" y="108991"/>
                </a:lnTo>
                <a:lnTo>
                  <a:pt x="517621" y="109649"/>
                </a:lnTo>
                <a:lnTo>
                  <a:pt x="517851" y="110299"/>
                </a:lnTo>
                <a:lnTo>
                  <a:pt x="518089" y="110942"/>
                </a:lnTo>
                <a:lnTo>
                  <a:pt x="518335" y="111577"/>
                </a:lnTo>
                <a:lnTo>
                  <a:pt x="518587" y="112205"/>
                </a:lnTo>
                <a:lnTo>
                  <a:pt x="518847" y="112825"/>
                </a:lnTo>
                <a:lnTo>
                  <a:pt x="519114" y="113438"/>
                </a:lnTo>
                <a:lnTo>
                  <a:pt x="519389" y="114044"/>
                </a:lnTo>
                <a:lnTo>
                  <a:pt x="519670" y="114642"/>
                </a:lnTo>
                <a:lnTo>
                  <a:pt x="519959" y="115233"/>
                </a:lnTo>
                <a:lnTo>
                  <a:pt x="520256" y="115816"/>
                </a:lnTo>
                <a:lnTo>
                  <a:pt x="520559" y="116392"/>
                </a:lnTo>
                <a:lnTo>
                  <a:pt x="520870" y="116960"/>
                </a:lnTo>
                <a:lnTo>
                  <a:pt x="521188" y="117521"/>
                </a:lnTo>
                <a:lnTo>
                  <a:pt x="521514" y="118075"/>
                </a:lnTo>
                <a:lnTo>
                  <a:pt x="521846" y="118621"/>
                </a:lnTo>
                <a:lnTo>
                  <a:pt x="522186" y="119159"/>
                </a:lnTo>
                <a:lnTo>
                  <a:pt x="522534" y="119691"/>
                </a:lnTo>
                <a:lnTo>
                  <a:pt x="522888" y="120214"/>
                </a:lnTo>
                <a:lnTo>
                  <a:pt x="523250" y="120731"/>
                </a:lnTo>
                <a:lnTo>
                  <a:pt x="523619" y="121240"/>
                </a:lnTo>
                <a:lnTo>
                  <a:pt x="523996" y="121741"/>
                </a:lnTo>
                <a:lnTo>
                  <a:pt x="524379" y="122235"/>
                </a:lnTo>
                <a:lnTo>
                  <a:pt x="524768" y="122719"/>
                </a:lnTo>
                <a:lnTo>
                  <a:pt x="525164" y="123193"/>
                </a:lnTo>
                <a:lnTo>
                  <a:pt x="525566" y="123659"/>
                </a:lnTo>
                <a:lnTo>
                  <a:pt x="525973" y="124115"/>
                </a:lnTo>
                <a:lnTo>
                  <a:pt x="526387" y="124562"/>
                </a:lnTo>
                <a:lnTo>
                  <a:pt x="526808" y="125000"/>
                </a:lnTo>
                <a:lnTo>
                  <a:pt x="527234" y="125428"/>
                </a:lnTo>
                <a:lnTo>
                  <a:pt x="527666" y="125847"/>
                </a:lnTo>
                <a:lnTo>
                  <a:pt x="528105" y="126257"/>
                </a:lnTo>
                <a:lnTo>
                  <a:pt x="528550" y="126658"/>
                </a:lnTo>
                <a:lnTo>
                  <a:pt x="529001" y="127049"/>
                </a:lnTo>
                <a:lnTo>
                  <a:pt x="529458" y="127432"/>
                </a:lnTo>
                <a:lnTo>
                  <a:pt x="529922" y="127805"/>
                </a:lnTo>
                <a:lnTo>
                  <a:pt x="530391" y="128168"/>
                </a:lnTo>
                <a:lnTo>
                  <a:pt x="530867" y="128523"/>
                </a:lnTo>
                <a:lnTo>
                  <a:pt x="531349" y="128868"/>
                </a:lnTo>
                <a:lnTo>
                  <a:pt x="531837" y="129204"/>
                </a:lnTo>
                <a:lnTo>
                  <a:pt x="532331" y="129531"/>
                </a:lnTo>
                <a:lnTo>
                  <a:pt x="532831" y="129848"/>
                </a:lnTo>
                <a:lnTo>
                  <a:pt x="533338" y="130156"/>
                </a:lnTo>
                <a:lnTo>
                  <a:pt x="533850" y="130455"/>
                </a:lnTo>
                <a:lnTo>
                  <a:pt x="534369" y="130745"/>
                </a:lnTo>
                <a:lnTo>
                  <a:pt x="534894" y="131025"/>
                </a:lnTo>
                <a:lnTo>
                  <a:pt x="535425" y="131295"/>
                </a:lnTo>
                <a:lnTo>
                  <a:pt x="535960" y="131554"/>
                </a:lnTo>
                <a:lnTo>
                  <a:pt x="536499" y="131801"/>
                </a:lnTo>
                <a:lnTo>
                  <a:pt x="537044" y="132037"/>
                </a:lnTo>
                <a:lnTo>
                  <a:pt x="537593" y="132261"/>
                </a:lnTo>
                <a:lnTo>
                  <a:pt x="538146" y="132473"/>
                </a:lnTo>
                <a:lnTo>
                  <a:pt x="538704" y="132675"/>
                </a:lnTo>
                <a:lnTo>
                  <a:pt x="539267" y="132864"/>
                </a:lnTo>
                <a:lnTo>
                  <a:pt x="539835" y="133042"/>
                </a:lnTo>
                <a:lnTo>
                  <a:pt x="540407" y="133209"/>
                </a:lnTo>
                <a:lnTo>
                  <a:pt x="540983" y="133364"/>
                </a:lnTo>
                <a:lnTo>
                  <a:pt x="541565" y="133508"/>
                </a:lnTo>
                <a:lnTo>
                  <a:pt x="542151" y="133640"/>
                </a:lnTo>
                <a:lnTo>
                  <a:pt x="542741" y="133761"/>
                </a:lnTo>
                <a:lnTo>
                  <a:pt x="543336" y="133870"/>
                </a:lnTo>
                <a:lnTo>
                  <a:pt x="543936" y="133968"/>
                </a:lnTo>
                <a:lnTo>
                  <a:pt x="544541" y="134054"/>
                </a:lnTo>
                <a:lnTo>
                  <a:pt x="545150" y="134128"/>
                </a:lnTo>
                <a:lnTo>
                  <a:pt x="545763" y="134192"/>
                </a:lnTo>
                <a:lnTo>
                  <a:pt x="546382" y="134243"/>
                </a:lnTo>
                <a:lnTo>
                  <a:pt x="547005" y="134284"/>
                </a:lnTo>
                <a:lnTo>
                  <a:pt x="547632" y="134312"/>
                </a:lnTo>
                <a:lnTo>
                  <a:pt x="548264" y="134330"/>
                </a:lnTo>
                <a:lnTo>
                  <a:pt x="548901" y="134335"/>
                </a:lnTo>
                <a:lnTo>
                  <a:pt x="549590" y="134330"/>
                </a:lnTo>
                <a:lnTo>
                  <a:pt x="550272" y="134315"/>
                </a:lnTo>
                <a:lnTo>
                  <a:pt x="550947" y="134291"/>
                </a:lnTo>
                <a:lnTo>
                  <a:pt x="551615" y="134256"/>
                </a:lnTo>
                <a:lnTo>
                  <a:pt x="552275" y="134211"/>
                </a:lnTo>
                <a:lnTo>
                  <a:pt x="552927" y="134156"/>
                </a:lnTo>
                <a:lnTo>
                  <a:pt x="553573" y="134092"/>
                </a:lnTo>
                <a:lnTo>
                  <a:pt x="554211" y="134017"/>
                </a:lnTo>
                <a:lnTo>
                  <a:pt x="554842" y="133932"/>
                </a:lnTo>
                <a:lnTo>
                  <a:pt x="555466" y="133838"/>
                </a:lnTo>
                <a:lnTo>
                  <a:pt x="556082" y="133733"/>
                </a:lnTo>
                <a:lnTo>
                  <a:pt x="556692" y="133619"/>
                </a:lnTo>
                <a:lnTo>
                  <a:pt x="557293" y="133494"/>
                </a:lnTo>
                <a:lnTo>
                  <a:pt x="557888" y="133360"/>
                </a:lnTo>
                <a:lnTo>
                  <a:pt x="558475" y="133216"/>
                </a:lnTo>
                <a:lnTo>
                  <a:pt x="559055" y="133062"/>
                </a:lnTo>
                <a:lnTo>
                  <a:pt x="559628" y="132897"/>
                </a:lnTo>
                <a:lnTo>
                  <a:pt x="560193" y="132723"/>
                </a:lnTo>
                <a:lnTo>
                  <a:pt x="560751" y="132539"/>
                </a:lnTo>
                <a:lnTo>
                  <a:pt x="561302" y="132345"/>
                </a:lnTo>
                <a:lnTo>
                  <a:pt x="561846" y="132141"/>
                </a:lnTo>
                <a:lnTo>
                  <a:pt x="562382" y="131927"/>
                </a:lnTo>
                <a:lnTo>
                  <a:pt x="562911" y="131703"/>
                </a:lnTo>
                <a:lnTo>
                  <a:pt x="563433" y="131469"/>
                </a:lnTo>
                <a:lnTo>
                  <a:pt x="563947" y="131226"/>
                </a:lnTo>
                <a:lnTo>
                  <a:pt x="564455" y="130974"/>
                </a:lnTo>
                <a:lnTo>
                  <a:pt x="564957" y="130713"/>
                </a:lnTo>
                <a:lnTo>
                  <a:pt x="565452" y="130443"/>
                </a:lnTo>
                <a:lnTo>
                  <a:pt x="565940" y="130165"/>
                </a:lnTo>
                <a:lnTo>
                  <a:pt x="566422" y="129878"/>
                </a:lnTo>
                <a:lnTo>
                  <a:pt x="566897" y="129581"/>
                </a:lnTo>
                <a:lnTo>
                  <a:pt x="567366" y="129276"/>
                </a:lnTo>
                <a:lnTo>
                  <a:pt x="567828" y="128962"/>
                </a:lnTo>
                <a:lnTo>
                  <a:pt x="568283" y="128640"/>
                </a:lnTo>
                <a:lnTo>
                  <a:pt x="568732" y="128308"/>
                </a:lnTo>
                <a:lnTo>
                  <a:pt x="569174" y="127968"/>
                </a:lnTo>
                <a:lnTo>
                  <a:pt x="569610" y="127619"/>
                </a:lnTo>
                <a:lnTo>
                  <a:pt x="570039" y="127260"/>
                </a:lnTo>
                <a:lnTo>
                  <a:pt x="570462" y="126894"/>
                </a:lnTo>
                <a:lnTo>
                  <a:pt x="570878" y="126518"/>
                </a:lnTo>
                <a:lnTo>
                  <a:pt x="571287" y="126133"/>
                </a:lnTo>
                <a:lnTo>
                  <a:pt x="571690" y="125740"/>
                </a:lnTo>
                <a:lnTo>
                  <a:pt x="572086" y="125338"/>
                </a:lnTo>
                <a:lnTo>
                  <a:pt x="572475" y="124927"/>
                </a:lnTo>
                <a:lnTo>
                  <a:pt x="572858" y="124507"/>
                </a:lnTo>
                <a:lnTo>
                  <a:pt x="573235" y="124078"/>
                </a:lnTo>
                <a:lnTo>
                  <a:pt x="573605" y="123641"/>
                </a:lnTo>
                <a:lnTo>
                  <a:pt x="573858" y="123330"/>
                </a:lnTo>
                <a:lnTo>
                  <a:pt x="574573" y="132721"/>
                </a:lnTo>
                <a:lnTo>
                  <a:pt x="588297" y="132721"/>
                </a:lnTo>
                <a:lnTo>
                  <a:pt x="588297" y="8719"/>
                </a:lnTo>
                <a:lnTo>
                  <a:pt x="573282" y="8719"/>
                </a:lnTo>
                <a:lnTo>
                  <a:pt x="573282" y="54102"/>
                </a:lnTo>
                <a:lnTo>
                  <a:pt x="573235" y="54047"/>
                </a:lnTo>
                <a:close/>
                <a:moveTo>
                  <a:pt x="573261" y="108891"/>
                </a:moveTo>
                <a:lnTo>
                  <a:pt x="573030" y="109330"/>
                </a:lnTo>
                <a:lnTo>
                  <a:pt x="572795" y="109765"/>
                </a:lnTo>
                <a:lnTo>
                  <a:pt x="572555" y="110197"/>
                </a:lnTo>
                <a:lnTo>
                  <a:pt x="572310" y="110624"/>
                </a:lnTo>
                <a:lnTo>
                  <a:pt x="572058" y="111044"/>
                </a:lnTo>
                <a:lnTo>
                  <a:pt x="571799" y="111457"/>
                </a:lnTo>
                <a:lnTo>
                  <a:pt x="571534" y="111863"/>
                </a:lnTo>
                <a:lnTo>
                  <a:pt x="571262" y="112262"/>
                </a:lnTo>
                <a:lnTo>
                  <a:pt x="570983" y="112654"/>
                </a:lnTo>
                <a:lnTo>
                  <a:pt x="570698" y="113039"/>
                </a:lnTo>
                <a:lnTo>
                  <a:pt x="570407" y="113417"/>
                </a:lnTo>
                <a:lnTo>
                  <a:pt x="570109" y="113788"/>
                </a:lnTo>
                <a:lnTo>
                  <a:pt x="569804" y="114152"/>
                </a:lnTo>
                <a:lnTo>
                  <a:pt x="569492" y="114509"/>
                </a:lnTo>
                <a:lnTo>
                  <a:pt x="569174" y="114859"/>
                </a:lnTo>
                <a:lnTo>
                  <a:pt x="568850" y="115202"/>
                </a:lnTo>
                <a:lnTo>
                  <a:pt x="568519" y="115538"/>
                </a:lnTo>
                <a:lnTo>
                  <a:pt x="568181" y="115867"/>
                </a:lnTo>
                <a:lnTo>
                  <a:pt x="567837" y="116189"/>
                </a:lnTo>
                <a:lnTo>
                  <a:pt x="567486" y="116504"/>
                </a:lnTo>
                <a:lnTo>
                  <a:pt x="567128" y="116812"/>
                </a:lnTo>
                <a:lnTo>
                  <a:pt x="566764" y="117113"/>
                </a:lnTo>
                <a:lnTo>
                  <a:pt x="566394" y="117407"/>
                </a:lnTo>
                <a:lnTo>
                  <a:pt x="566017" y="117694"/>
                </a:lnTo>
                <a:lnTo>
                  <a:pt x="565633" y="117973"/>
                </a:lnTo>
                <a:lnTo>
                  <a:pt x="565242" y="118246"/>
                </a:lnTo>
                <a:lnTo>
                  <a:pt x="564845" y="118512"/>
                </a:lnTo>
                <a:lnTo>
                  <a:pt x="564440" y="118769"/>
                </a:lnTo>
                <a:lnTo>
                  <a:pt x="564027" y="119015"/>
                </a:lnTo>
                <a:lnTo>
                  <a:pt x="563603" y="119250"/>
                </a:lnTo>
                <a:lnTo>
                  <a:pt x="563171" y="119474"/>
                </a:lnTo>
                <a:lnTo>
                  <a:pt x="562730" y="119687"/>
                </a:lnTo>
                <a:lnTo>
                  <a:pt x="562280" y="119890"/>
                </a:lnTo>
                <a:lnTo>
                  <a:pt x="561820" y="120081"/>
                </a:lnTo>
                <a:lnTo>
                  <a:pt x="561351" y="120261"/>
                </a:lnTo>
                <a:lnTo>
                  <a:pt x="560874" y="120431"/>
                </a:lnTo>
                <a:lnTo>
                  <a:pt x="560387" y="120589"/>
                </a:lnTo>
                <a:lnTo>
                  <a:pt x="559891" y="120737"/>
                </a:lnTo>
                <a:lnTo>
                  <a:pt x="559386" y="120874"/>
                </a:lnTo>
                <a:lnTo>
                  <a:pt x="558872" y="120999"/>
                </a:lnTo>
                <a:lnTo>
                  <a:pt x="558348" y="121114"/>
                </a:lnTo>
                <a:lnTo>
                  <a:pt x="557816" y="121218"/>
                </a:lnTo>
                <a:lnTo>
                  <a:pt x="557275" y="121311"/>
                </a:lnTo>
                <a:lnTo>
                  <a:pt x="556724" y="121393"/>
                </a:lnTo>
                <a:lnTo>
                  <a:pt x="556164" y="121464"/>
                </a:lnTo>
                <a:lnTo>
                  <a:pt x="555595" y="121524"/>
                </a:lnTo>
                <a:lnTo>
                  <a:pt x="555018" y="121573"/>
                </a:lnTo>
                <a:lnTo>
                  <a:pt x="554430" y="121611"/>
                </a:lnTo>
                <a:lnTo>
                  <a:pt x="553834" y="121639"/>
                </a:lnTo>
                <a:lnTo>
                  <a:pt x="553229" y="121655"/>
                </a:lnTo>
                <a:lnTo>
                  <a:pt x="552615" y="121661"/>
                </a:lnTo>
                <a:lnTo>
                  <a:pt x="552113" y="121656"/>
                </a:lnTo>
                <a:lnTo>
                  <a:pt x="551617" y="121644"/>
                </a:lnTo>
                <a:lnTo>
                  <a:pt x="551127" y="121622"/>
                </a:lnTo>
                <a:lnTo>
                  <a:pt x="550643" y="121592"/>
                </a:lnTo>
                <a:lnTo>
                  <a:pt x="550165" y="121554"/>
                </a:lnTo>
                <a:lnTo>
                  <a:pt x="549693" y="121507"/>
                </a:lnTo>
                <a:lnTo>
                  <a:pt x="549227" y="121451"/>
                </a:lnTo>
                <a:lnTo>
                  <a:pt x="548767" y="121387"/>
                </a:lnTo>
                <a:lnTo>
                  <a:pt x="548312" y="121314"/>
                </a:lnTo>
                <a:lnTo>
                  <a:pt x="547863" y="121233"/>
                </a:lnTo>
                <a:lnTo>
                  <a:pt x="547421" y="121143"/>
                </a:lnTo>
                <a:lnTo>
                  <a:pt x="546984" y="121045"/>
                </a:lnTo>
                <a:lnTo>
                  <a:pt x="546553" y="120938"/>
                </a:lnTo>
                <a:lnTo>
                  <a:pt x="546128" y="120823"/>
                </a:lnTo>
                <a:lnTo>
                  <a:pt x="545708" y="120699"/>
                </a:lnTo>
                <a:lnTo>
                  <a:pt x="545295" y="120566"/>
                </a:lnTo>
                <a:lnTo>
                  <a:pt x="544888" y="120425"/>
                </a:lnTo>
                <a:lnTo>
                  <a:pt x="544486" y="120276"/>
                </a:lnTo>
                <a:lnTo>
                  <a:pt x="544090" y="120117"/>
                </a:lnTo>
                <a:lnTo>
                  <a:pt x="543701" y="119951"/>
                </a:lnTo>
                <a:lnTo>
                  <a:pt x="543317" y="119775"/>
                </a:lnTo>
                <a:lnTo>
                  <a:pt x="542939" y="119592"/>
                </a:lnTo>
                <a:lnTo>
                  <a:pt x="542567" y="119399"/>
                </a:lnTo>
                <a:lnTo>
                  <a:pt x="542200" y="119198"/>
                </a:lnTo>
                <a:lnTo>
                  <a:pt x="541840" y="118990"/>
                </a:lnTo>
                <a:lnTo>
                  <a:pt x="541485" y="118775"/>
                </a:lnTo>
                <a:lnTo>
                  <a:pt x="541135" y="118553"/>
                </a:lnTo>
                <a:lnTo>
                  <a:pt x="540790" y="118325"/>
                </a:lnTo>
                <a:lnTo>
                  <a:pt x="540451" y="118090"/>
                </a:lnTo>
                <a:lnTo>
                  <a:pt x="540117" y="117849"/>
                </a:lnTo>
                <a:lnTo>
                  <a:pt x="539788" y="117601"/>
                </a:lnTo>
                <a:lnTo>
                  <a:pt x="539465" y="117346"/>
                </a:lnTo>
                <a:lnTo>
                  <a:pt x="539147" y="117085"/>
                </a:lnTo>
                <a:lnTo>
                  <a:pt x="538834" y="116817"/>
                </a:lnTo>
                <a:lnTo>
                  <a:pt x="538527" y="116543"/>
                </a:lnTo>
                <a:lnTo>
                  <a:pt x="538224" y="116262"/>
                </a:lnTo>
                <a:lnTo>
                  <a:pt x="537928" y="115974"/>
                </a:lnTo>
                <a:lnTo>
                  <a:pt x="537636" y="115680"/>
                </a:lnTo>
                <a:lnTo>
                  <a:pt x="537350" y="115379"/>
                </a:lnTo>
                <a:lnTo>
                  <a:pt x="537070" y="115072"/>
                </a:lnTo>
                <a:lnTo>
                  <a:pt x="536794" y="114758"/>
                </a:lnTo>
                <a:lnTo>
                  <a:pt x="536524" y="114438"/>
                </a:lnTo>
                <a:lnTo>
                  <a:pt x="536259" y="114111"/>
                </a:lnTo>
                <a:lnTo>
                  <a:pt x="536000" y="113777"/>
                </a:lnTo>
                <a:lnTo>
                  <a:pt x="535746" y="113437"/>
                </a:lnTo>
                <a:lnTo>
                  <a:pt x="535497" y="113090"/>
                </a:lnTo>
                <a:lnTo>
                  <a:pt x="535254" y="112737"/>
                </a:lnTo>
                <a:lnTo>
                  <a:pt x="535015" y="112377"/>
                </a:lnTo>
                <a:lnTo>
                  <a:pt x="534783" y="112011"/>
                </a:lnTo>
                <a:lnTo>
                  <a:pt x="534555" y="111641"/>
                </a:lnTo>
                <a:lnTo>
                  <a:pt x="534332" y="111265"/>
                </a:lnTo>
                <a:lnTo>
                  <a:pt x="534115" y="110885"/>
                </a:lnTo>
                <a:lnTo>
                  <a:pt x="533903" y="110501"/>
                </a:lnTo>
                <a:lnTo>
                  <a:pt x="533696" y="110111"/>
                </a:lnTo>
                <a:lnTo>
                  <a:pt x="533494" y="109717"/>
                </a:lnTo>
                <a:lnTo>
                  <a:pt x="533298" y="109318"/>
                </a:lnTo>
                <a:lnTo>
                  <a:pt x="533106" y="108914"/>
                </a:lnTo>
                <a:lnTo>
                  <a:pt x="532920" y="108506"/>
                </a:lnTo>
                <a:lnTo>
                  <a:pt x="532739" y="108092"/>
                </a:lnTo>
                <a:lnTo>
                  <a:pt x="532563" y="107674"/>
                </a:lnTo>
                <a:lnTo>
                  <a:pt x="532393" y="107251"/>
                </a:lnTo>
                <a:lnTo>
                  <a:pt x="532227" y="106824"/>
                </a:lnTo>
                <a:lnTo>
                  <a:pt x="532067" y="106391"/>
                </a:lnTo>
                <a:lnTo>
                  <a:pt x="531912" y="105954"/>
                </a:lnTo>
                <a:lnTo>
                  <a:pt x="531762" y="105512"/>
                </a:lnTo>
                <a:lnTo>
                  <a:pt x="531617" y="105066"/>
                </a:lnTo>
                <a:lnTo>
                  <a:pt x="531478" y="104614"/>
                </a:lnTo>
                <a:lnTo>
                  <a:pt x="531343" y="104158"/>
                </a:lnTo>
                <a:lnTo>
                  <a:pt x="531214" y="103697"/>
                </a:lnTo>
                <a:lnTo>
                  <a:pt x="531090" y="103231"/>
                </a:lnTo>
                <a:lnTo>
                  <a:pt x="530971" y="102761"/>
                </a:lnTo>
                <a:lnTo>
                  <a:pt x="530858" y="102285"/>
                </a:lnTo>
                <a:lnTo>
                  <a:pt x="530749" y="101806"/>
                </a:lnTo>
                <a:lnTo>
                  <a:pt x="530645" y="101324"/>
                </a:lnTo>
                <a:lnTo>
                  <a:pt x="530546" y="100840"/>
                </a:lnTo>
                <a:lnTo>
                  <a:pt x="530451" y="100352"/>
                </a:lnTo>
                <a:lnTo>
                  <a:pt x="530361" y="99862"/>
                </a:lnTo>
                <a:lnTo>
                  <a:pt x="530275" y="99369"/>
                </a:lnTo>
                <a:lnTo>
                  <a:pt x="530194" y="98873"/>
                </a:lnTo>
                <a:lnTo>
                  <a:pt x="530118" y="98374"/>
                </a:lnTo>
                <a:lnTo>
                  <a:pt x="530046" y="97873"/>
                </a:lnTo>
                <a:lnTo>
                  <a:pt x="529979" y="97369"/>
                </a:lnTo>
                <a:lnTo>
                  <a:pt x="529917" y="96862"/>
                </a:lnTo>
                <a:lnTo>
                  <a:pt x="529859" y="96352"/>
                </a:lnTo>
                <a:lnTo>
                  <a:pt x="529806" y="95839"/>
                </a:lnTo>
                <a:lnTo>
                  <a:pt x="529757" y="95324"/>
                </a:lnTo>
                <a:lnTo>
                  <a:pt x="529713" y="94805"/>
                </a:lnTo>
                <a:lnTo>
                  <a:pt x="529674" y="94284"/>
                </a:lnTo>
                <a:lnTo>
                  <a:pt x="529639" y="93760"/>
                </a:lnTo>
                <a:lnTo>
                  <a:pt x="529609" y="93233"/>
                </a:lnTo>
                <a:lnTo>
                  <a:pt x="529584" y="92704"/>
                </a:lnTo>
                <a:lnTo>
                  <a:pt x="529563" y="92172"/>
                </a:lnTo>
                <a:lnTo>
                  <a:pt x="529547" y="91637"/>
                </a:lnTo>
                <a:lnTo>
                  <a:pt x="529535" y="91099"/>
                </a:lnTo>
                <a:lnTo>
                  <a:pt x="529528" y="90558"/>
                </a:lnTo>
                <a:lnTo>
                  <a:pt x="529526" y="90014"/>
                </a:lnTo>
                <a:lnTo>
                  <a:pt x="529526" y="88319"/>
                </a:lnTo>
                <a:lnTo>
                  <a:pt x="529528" y="87775"/>
                </a:lnTo>
                <a:lnTo>
                  <a:pt x="529535" y="87234"/>
                </a:lnTo>
                <a:lnTo>
                  <a:pt x="529547" y="86696"/>
                </a:lnTo>
                <a:lnTo>
                  <a:pt x="529563" y="86161"/>
                </a:lnTo>
                <a:lnTo>
                  <a:pt x="529584" y="85628"/>
                </a:lnTo>
                <a:lnTo>
                  <a:pt x="529609" y="85097"/>
                </a:lnTo>
                <a:lnTo>
                  <a:pt x="529639" y="84570"/>
                </a:lnTo>
                <a:lnTo>
                  <a:pt x="529674" y="84045"/>
                </a:lnTo>
                <a:lnTo>
                  <a:pt x="529713" y="83523"/>
                </a:lnTo>
                <a:lnTo>
                  <a:pt x="529757" y="83003"/>
                </a:lnTo>
                <a:lnTo>
                  <a:pt x="529806" y="82486"/>
                </a:lnTo>
                <a:lnTo>
                  <a:pt x="529859" y="81972"/>
                </a:lnTo>
                <a:lnTo>
                  <a:pt x="529917" y="81460"/>
                </a:lnTo>
                <a:lnTo>
                  <a:pt x="529979" y="80951"/>
                </a:lnTo>
                <a:lnTo>
                  <a:pt x="530046" y="80445"/>
                </a:lnTo>
                <a:lnTo>
                  <a:pt x="530118" y="79941"/>
                </a:lnTo>
                <a:lnTo>
                  <a:pt x="530194" y="79440"/>
                </a:lnTo>
                <a:lnTo>
                  <a:pt x="530275" y="78942"/>
                </a:lnTo>
                <a:lnTo>
                  <a:pt x="530361" y="78446"/>
                </a:lnTo>
                <a:lnTo>
                  <a:pt x="530451" y="77953"/>
                </a:lnTo>
                <a:lnTo>
                  <a:pt x="530546" y="77463"/>
                </a:lnTo>
                <a:lnTo>
                  <a:pt x="530645" y="76975"/>
                </a:lnTo>
                <a:lnTo>
                  <a:pt x="530749" y="76490"/>
                </a:lnTo>
                <a:lnTo>
                  <a:pt x="530858" y="76008"/>
                </a:lnTo>
                <a:lnTo>
                  <a:pt x="530971" y="75529"/>
                </a:lnTo>
                <a:lnTo>
                  <a:pt x="531090" y="75055"/>
                </a:lnTo>
                <a:lnTo>
                  <a:pt x="531214" y="74586"/>
                </a:lnTo>
                <a:lnTo>
                  <a:pt x="531343" y="74122"/>
                </a:lnTo>
                <a:lnTo>
                  <a:pt x="531478" y="73662"/>
                </a:lnTo>
                <a:lnTo>
                  <a:pt x="531617" y="73207"/>
                </a:lnTo>
                <a:lnTo>
                  <a:pt x="531762" y="72757"/>
                </a:lnTo>
                <a:lnTo>
                  <a:pt x="531912" y="72312"/>
                </a:lnTo>
                <a:lnTo>
                  <a:pt x="532067" y="71871"/>
                </a:lnTo>
                <a:lnTo>
                  <a:pt x="532227" y="71436"/>
                </a:lnTo>
                <a:lnTo>
                  <a:pt x="532393" y="71005"/>
                </a:lnTo>
                <a:lnTo>
                  <a:pt x="532563" y="70579"/>
                </a:lnTo>
                <a:lnTo>
                  <a:pt x="532739" y="70157"/>
                </a:lnTo>
                <a:lnTo>
                  <a:pt x="532920" y="69740"/>
                </a:lnTo>
                <a:lnTo>
                  <a:pt x="533106" y="69328"/>
                </a:lnTo>
                <a:lnTo>
                  <a:pt x="533298" y="68921"/>
                </a:lnTo>
                <a:lnTo>
                  <a:pt x="533494" y="68519"/>
                </a:lnTo>
                <a:lnTo>
                  <a:pt x="533696" y="68121"/>
                </a:lnTo>
                <a:lnTo>
                  <a:pt x="533903" y="67728"/>
                </a:lnTo>
                <a:lnTo>
                  <a:pt x="534115" y="67340"/>
                </a:lnTo>
                <a:lnTo>
                  <a:pt x="534332" y="66957"/>
                </a:lnTo>
                <a:lnTo>
                  <a:pt x="534555" y="66578"/>
                </a:lnTo>
                <a:lnTo>
                  <a:pt x="534783" y="66205"/>
                </a:lnTo>
                <a:lnTo>
                  <a:pt x="535015" y="65836"/>
                </a:lnTo>
                <a:lnTo>
                  <a:pt x="535254" y="65472"/>
                </a:lnTo>
                <a:lnTo>
                  <a:pt x="535497" y="65115"/>
                </a:lnTo>
                <a:lnTo>
                  <a:pt x="535746" y="64765"/>
                </a:lnTo>
                <a:lnTo>
                  <a:pt x="536001" y="64421"/>
                </a:lnTo>
                <a:lnTo>
                  <a:pt x="536261" y="64083"/>
                </a:lnTo>
                <a:lnTo>
                  <a:pt x="536527" y="63752"/>
                </a:lnTo>
                <a:lnTo>
                  <a:pt x="536798" y="63427"/>
                </a:lnTo>
                <a:lnTo>
                  <a:pt x="537074" y="63109"/>
                </a:lnTo>
                <a:lnTo>
                  <a:pt x="537356" y="62797"/>
                </a:lnTo>
                <a:lnTo>
                  <a:pt x="537643" y="62491"/>
                </a:lnTo>
                <a:lnTo>
                  <a:pt x="537936" y="62193"/>
                </a:lnTo>
                <a:lnTo>
                  <a:pt x="538235" y="61900"/>
                </a:lnTo>
                <a:lnTo>
                  <a:pt x="538538" y="61614"/>
                </a:lnTo>
                <a:lnTo>
                  <a:pt x="538848" y="61334"/>
                </a:lnTo>
                <a:lnTo>
                  <a:pt x="539162" y="61061"/>
                </a:lnTo>
                <a:lnTo>
                  <a:pt x="539483" y="60794"/>
                </a:lnTo>
                <a:lnTo>
                  <a:pt x="539808" y="60534"/>
                </a:lnTo>
                <a:lnTo>
                  <a:pt x="540139" y="60280"/>
                </a:lnTo>
                <a:lnTo>
                  <a:pt x="540476" y="60033"/>
                </a:lnTo>
                <a:lnTo>
                  <a:pt x="540818" y="59792"/>
                </a:lnTo>
                <a:lnTo>
                  <a:pt x="541165" y="59558"/>
                </a:lnTo>
                <a:lnTo>
                  <a:pt x="541518" y="59330"/>
                </a:lnTo>
                <a:lnTo>
                  <a:pt x="541877" y="59108"/>
                </a:lnTo>
                <a:lnTo>
                  <a:pt x="542241" y="58893"/>
                </a:lnTo>
                <a:lnTo>
                  <a:pt x="542610" y="58685"/>
                </a:lnTo>
                <a:lnTo>
                  <a:pt x="542986" y="58487"/>
                </a:lnTo>
                <a:lnTo>
                  <a:pt x="543368" y="58297"/>
                </a:lnTo>
                <a:lnTo>
                  <a:pt x="543756" y="58116"/>
                </a:lnTo>
                <a:lnTo>
                  <a:pt x="544149" y="57944"/>
                </a:lnTo>
                <a:lnTo>
                  <a:pt x="544549" y="57780"/>
                </a:lnTo>
                <a:lnTo>
                  <a:pt x="544955" y="57626"/>
                </a:lnTo>
                <a:lnTo>
                  <a:pt x="545367" y="57480"/>
                </a:lnTo>
                <a:lnTo>
                  <a:pt x="545785" y="57343"/>
                </a:lnTo>
                <a:lnTo>
                  <a:pt x="546209" y="57215"/>
                </a:lnTo>
                <a:lnTo>
                  <a:pt x="546639" y="57096"/>
                </a:lnTo>
                <a:lnTo>
                  <a:pt x="547075" y="56986"/>
                </a:lnTo>
                <a:lnTo>
                  <a:pt x="547517" y="56884"/>
                </a:lnTo>
                <a:lnTo>
                  <a:pt x="547965" y="56791"/>
                </a:lnTo>
                <a:lnTo>
                  <a:pt x="548419" y="56707"/>
                </a:lnTo>
                <a:lnTo>
                  <a:pt x="548879" y="56632"/>
                </a:lnTo>
                <a:lnTo>
                  <a:pt x="549345" y="56566"/>
                </a:lnTo>
                <a:lnTo>
                  <a:pt x="549817" y="56509"/>
                </a:lnTo>
                <a:lnTo>
                  <a:pt x="550295" y="56460"/>
                </a:lnTo>
                <a:lnTo>
                  <a:pt x="550779" y="56420"/>
                </a:lnTo>
                <a:lnTo>
                  <a:pt x="551269" y="56390"/>
                </a:lnTo>
                <a:lnTo>
                  <a:pt x="551766" y="56367"/>
                </a:lnTo>
                <a:lnTo>
                  <a:pt x="552268" y="56354"/>
                </a:lnTo>
                <a:lnTo>
                  <a:pt x="552776" y="56350"/>
                </a:lnTo>
                <a:lnTo>
                  <a:pt x="553244" y="56353"/>
                </a:lnTo>
                <a:lnTo>
                  <a:pt x="553708" y="56363"/>
                </a:lnTo>
                <a:lnTo>
                  <a:pt x="554166" y="56380"/>
                </a:lnTo>
                <a:lnTo>
                  <a:pt x="554618" y="56404"/>
                </a:lnTo>
                <a:lnTo>
                  <a:pt x="555066" y="56434"/>
                </a:lnTo>
                <a:lnTo>
                  <a:pt x="555508" y="56471"/>
                </a:lnTo>
                <a:lnTo>
                  <a:pt x="555946" y="56515"/>
                </a:lnTo>
                <a:lnTo>
                  <a:pt x="556378" y="56565"/>
                </a:lnTo>
                <a:lnTo>
                  <a:pt x="556804" y="56622"/>
                </a:lnTo>
                <a:lnTo>
                  <a:pt x="557226" y="56686"/>
                </a:lnTo>
                <a:lnTo>
                  <a:pt x="557643" y="56757"/>
                </a:lnTo>
                <a:lnTo>
                  <a:pt x="558054" y="56834"/>
                </a:lnTo>
                <a:lnTo>
                  <a:pt x="558460" y="56918"/>
                </a:lnTo>
                <a:lnTo>
                  <a:pt x="558861" y="57009"/>
                </a:lnTo>
                <a:lnTo>
                  <a:pt x="559257" y="57107"/>
                </a:lnTo>
                <a:lnTo>
                  <a:pt x="559647" y="57211"/>
                </a:lnTo>
                <a:lnTo>
                  <a:pt x="560033" y="57322"/>
                </a:lnTo>
                <a:lnTo>
                  <a:pt x="560413" y="57440"/>
                </a:lnTo>
                <a:lnTo>
                  <a:pt x="560788" y="57564"/>
                </a:lnTo>
                <a:lnTo>
                  <a:pt x="561158" y="57695"/>
                </a:lnTo>
                <a:lnTo>
                  <a:pt x="561522" y="57833"/>
                </a:lnTo>
                <a:lnTo>
                  <a:pt x="561882" y="57978"/>
                </a:lnTo>
                <a:lnTo>
                  <a:pt x="562236" y="58129"/>
                </a:lnTo>
                <a:lnTo>
                  <a:pt x="562585" y="58287"/>
                </a:lnTo>
                <a:lnTo>
                  <a:pt x="562929" y="58451"/>
                </a:lnTo>
                <a:lnTo>
                  <a:pt x="563269" y="58620"/>
                </a:lnTo>
                <a:lnTo>
                  <a:pt x="563604" y="58793"/>
                </a:lnTo>
                <a:lnTo>
                  <a:pt x="563935" y="58970"/>
                </a:lnTo>
                <a:lnTo>
                  <a:pt x="564261" y="59152"/>
                </a:lnTo>
                <a:lnTo>
                  <a:pt x="564583" y="59339"/>
                </a:lnTo>
                <a:lnTo>
                  <a:pt x="564900" y="59531"/>
                </a:lnTo>
                <a:lnTo>
                  <a:pt x="565213" y="59727"/>
                </a:lnTo>
                <a:lnTo>
                  <a:pt x="565521" y="59928"/>
                </a:lnTo>
                <a:lnTo>
                  <a:pt x="565825" y="60133"/>
                </a:lnTo>
                <a:lnTo>
                  <a:pt x="566125" y="60343"/>
                </a:lnTo>
                <a:lnTo>
                  <a:pt x="566420" y="60558"/>
                </a:lnTo>
                <a:lnTo>
                  <a:pt x="566710" y="60777"/>
                </a:lnTo>
                <a:lnTo>
                  <a:pt x="566996" y="61001"/>
                </a:lnTo>
                <a:lnTo>
                  <a:pt x="567277" y="61230"/>
                </a:lnTo>
                <a:lnTo>
                  <a:pt x="567554" y="61463"/>
                </a:lnTo>
                <a:lnTo>
                  <a:pt x="567827" y="61700"/>
                </a:lnTo>
                <a:lnTo>
                  <a:pt x="568095" y="61943"/>
                </a:lnTo>
                <a:lnTo>
                  <a:pt x="568358" y="62190"/>
                </a:lnTo>
                <a:lnTo>
                  <a:pt x="568617" y="62442"/>
                </a:lnTo>
                <a:lnTo>
                  <a:pt x="568872" y="62698"/>
                </a:lnTo>
                <a:lnTo>
                  <a:pt x="569122" y="62959"/>
                </a:lnTo>
                <a:lnTo>
                  <a:pt x="569367" y="63224"/>
                </a:lnTo>
                <a:lnTo>
                  <a:pt x="569608" y="63494"/>
                </a:lnTo>
                <a:lnTo>
                  <a:pt x="569845" y="63768"/>
                </a:lnTo>
                <a:lnTo>
                  <a:pt x="570079" y="64046"/>
                </a:lnTo>
                <a:lnTo>
                  <a:pt x="570308" y="64326"/>
                </a:lnTo>
                <a:lnTo>
                  <a:pt x="570535" y="64609"/>
                </a:lnTo>
                <a:lnTo>
                  <a:pt x="570757" y="64895"/>
                </a:lnTo>
                <a:lnTo>
                  <a:pt x="570976" y="65185"/>
                </a:lnTo>
                <a:lnTo>
                  <a:pt x="571191" y="65477"/>
                </a:lnTo>
                <a:lnTo>
                  <a:pt x="571402" y="65773"/>
                </a:lnTo>
                <a:lnTo>
                  <a:pt x="571610" y="66072"/>
                </a:lnTo>
                <a:lnTo>
                  <a:pt x="571814" y="66373"/>
                </a:lnTo>
                <a:lnTo>
                  <a:pt x="572015" y="66678"/>
                </a:lnTo>
                <a:lnTo>
                  <a:pt x="572212" y="66986"/>
                </a:lnTo>
                <a:lnTo>
                  <a:pt x="572405" y="67297"/>
                </a:lnTo>
                <a:lnTo>
                  <a:pt x="572595" y="67611"/>
                </a:lnTo>
                <a:lnTo>
                  <a:pt x="572781" y="67928"/>
                </a:lnTo>
                <a:lnTo>
                  <a:pt x="572963" y="68249"/>
                </a:lnTo>
                <a:lnTo>
                  <a:pt x="573142" y="68572"/>
                </a:lnTo>
                <a:lnTo>
                  <a:pt x="573282" y="68832"/>
                </a:lnTo>
                <a:lnTo>
                  <a:pt x="573282" y="108852"/>
                </a:lnTo>
                <a:lnTo>
                  <a:pt x="573261" y="108891"/>
                </a:lnTo>
                <a:close/>
                <a:moveTo>
                  <a:pt x="419314" y="132721"/>
                </a:moveTo>
                <a:lnTo>
                  <a:pt x="421090" y="132721"/>
                </a:lnTo>
                <a:lnTo>
                  <a:pt x="464604" y="15177"/>
                </a:lnTo>
                <a:lnTo>
                  <a:pt x="447731" y="15177"/>
                </a:lnTo>
                <a:lnTo>
                  <a:pt x="414071" y="112077"/>
                </a:lnTo>
                <a:lnTo>
                  <a:pt x="380725" y="15177"/>
                </a:lnTo>
                <a:lnTo>
                  <a:pt x="363852" y="15177"/>
                </a:lnTo>
                <a:lnTo>
                  <a:pt x="407285" y="132721"/>
                </a:lnTo>
                <a:lnTo>
                  <a:pt x="409061" y="132721"/>
                </a:lnTo>
                <a:lnTo>
                  <a:pt x="419314" y="132721"/>
                </a:lnTo>
                <a:close/>
                <a:moveTo>
                  <a:pt x="906649" y="99245"/>
                </a:moveTo>
                <a:lnTo>
                  <a:pt x="906502" y="99880"/>
                </a:lnTo>
                <a:lnTo>
                  <a:pt x="906349" y="100507"/>
                </a:lnTo>
                <a:lnTo>
                  <a:pt x="906190" y="101126"/>
                </a:lnTo>
                <a:lnTo>
                  <a:pt x="906025" y="101737"/>
                </a:lnTo>
                <a:lnTo>
                  <a:pt x="905855" y="102340"/>
                </a:lnTo>
                <a:lnTo>
                  <a:pt x="905678" y="102934"/>
                </a:lnTo>
                <a:lnTo>
                  <a:pt x="905495" y="103521"/>
                </a:lnTo>
                <a:lnTo>
                  <a:pt x="905306" y="104099"/>
                </a:lnTo>
                <a:lnTo>
                  <a:pt x="905111" y="104669"/>
                </a:lnTo>
                <a:lnTo>
                  <a:pt x="904910" y="105231"/>
                </a:lnTo>
                <a:lnTo>
                  <a:pt x="904702" y="105785"/>
                </a:lnTo>
                <a:lnTo>
                  <a:pt x="904489" y="106330"/>
                </a:lnTo>
                <a:lnTo>
                  <a:pt x="904270" y="106868"/>
                </a:lnTo>
                <a:lnTo>
                  <a:pt x="904045" y="107397"/>
                </a:lnTo>
                <a:lnTo>
                  <a:pt x="903814" y="107918"/>
                </a:lnTo>
                <a:lnTo>
                  <a:pt x="903577" y="108431"/>
                </a:lnTo>
                <a:lnTo>
                  <a:pt x="903333" y="108936"/>
                </a:lnTo>
                <a:lnTo>
                  <a:pt x="903084" y="109433"/>
                </a:lnTo>
                <a:lnTo>
                  <a:pt x="902827" y="109920"/>
                </a:lnTo>
                <a:lnTo>
                  <a:pt x="902560" y="110399"/>
                </a:lnTo>
                <a:lnTo>
                  <a:pt x="902282" y="110867"/>
                </a:lnTo>
                <a:lnTo>
                  <a:pt x="901995" y="111326"/>
                </a:lnTo>
                <a:lnTo>
                  <a:pt x="901698" y="111776"/>
                </a:lnTo>
                <a:lnTo>
                  <a:pt x="901391" y="112216"/>
                </a:lnTo>
                <a:lnTo>
                  <a:pt x="901074" y="112646"/>
                </a:lnTo>
                <a:lnTo>
                  <a:pt x="900747" y="113067"/>
                </a:lnTo>
                <a:lnTo>
                  <a:pt x="900411" y="113479"/>
                </a:lnTo>
                <a:lnTo>
                  <a:pt x="900064" y="113881"/>
                </a:lnTo>
                <a:lnTo>
                  <a:pt x="899707" y="114273"/>
                </a:lnTo>
                <a:lnTo>
                  <a:pt x="899340" y="114655"/>
                </a:lnTo>
                <a:lnTo>
                  <a:pt x="898964" y="115029"/>
                </a:lnTo>
                <a:lnTo>
                  <a:pt x="898577" y="115392"/>
                </a:lnTo>
                <a:lnTo>
                  <a:pt x="898180" y="115746"/>
                </a:lnTo>
                <a:lnTo>
                  <a:pt x="897774" y="116091"/>
                </a:lnTo>
                <a:lnTo>
                  <a:pt x="897357" y="116425"/>
                </a:lnTo>
                <a:lnTo>
                  <a:pt x="896931" y="116751"/>
                </a:lnTo>
                <a:lnTo>
                  <a:pt x="896495" y="117067"/>
                </a:lnTo>
                <a:lnTo>
                  <a:pt x="896048" y="117373"/>
                </a:lnTo>
                <a:lnTo>
                  <a:pt x="895592" y="117669"/>
                </a:lnTo>
                <a:lnTo>
                  <a:pt x="895126" y="117957"/>
                </a:lnTo>
                <a:lnTo>
                  <a:pt x="894650" y="118234"/>
                </a:lnTo>
                <a:lnTo>
                  <a:pt x="894163" y="118502"/>
                </a:lnTo>
                <a:lnTo>
                  <a:pt x="893665" y="118760"/>
                </a:lnTo>
                <a:lnTo>
                  <a:pt x="893153" y="119007"/>
                </a:lnTo>
                <a:lnTo>
                  <a:pt x="892627" y="119242"/>
                </a:lnTo>
                <a:lnTo>
                  <a:pt x="892087" y="119467"/>
                </a:lnTo>
                <a:lnTo>
                  <a:pt x="891533" y="119681"/>
                </a:lnTo>
                <a:lnTo>
                  <a:pt x="890964" y="119884"/>
                </a:lnTo>
                <a:lnTo>
                  <a:pt x="890382" y="120076"/>
                </a:lnTo>
                <a:lnTo>
                  <a:pt x="889786" y="120257"/>
                </a:lnTo>
                <a:lnTo>
                  <a:pt x="889176" y="120427"/>
                </a:lnTo>
                <a:lnTo>
                  <a:pt x="888552" y="120586"/>
                </a:lnTo>
                <a:lnTo>
                  <a:pt x="887913" y="120734"/>
                </a:lnTo>
                <a:lnTo>
                  <a:pt x="887261" y="120871"/>
                </a:lnTo>
                <a:lnTo>
                  <a:pt x="886595" y="120997"/>
                </a:lnTo>
                <a:lnTo>
                  <a:pt x="885914" y="121112"/>
                </a:lnTo>
                <a:lnTo>
                  <a:pt x="885220" y="121216"/>
                </a:lnTo>
                <a:lnTo>
                  <a:pt x="884512" y="121310"/>
                </a:lnTo>
                <a:lnTo>
                  <a:pt x="883789" y="121392"/>
                </a:lnTo>
                <a:lnTo>
                  <a:pt x="883053" y="121463"/>
                </a:lnTo>
                <a:lnTo>
                  <a:pt x="882302" y="121524"/>
                </a:lnTo>
                <a:lnTo>
                  <a:pt x="881538" y="121573"/>
                </a:lnTo>
                <a:lnTo>
                  <a:pt x="880760" y="121611"/>
                </a:lnTo>
                <a:lnTo>
                  <a:pt x="879967" y="121639"/>
                </a:lnTo>
                <a:lnTo>
                  <a:pt x="879161" y="121655"/>
                </a:lnTo>
                <a:lnTo>
                  <a:pt x="878340" y="121661"/>
                </a:lnTo>
                <a:lnTo>
                  <a:pt x="877691" y="121655"/>
                </a:lnTo>
                <a:lnTo>
                  <a:pt x="877050" y="121638"/>
                </a:lnTo>
                <a:lnTo>
                  <a:pt x="876415" y="121610"/>
                </a:lnTo>
                <a:lnTo>
                  <a:pt x="875788" y="121570"/>
                </a:lnTo>
                <a:lnTo>
                  <a:pt x="875168" y="121519"/>
                </a:lnTo>
                <a:lnTo>
                  <a:pt x="874556" y="121456"/>
                </a:lnTo>
                <a:lnTo>
                  <a:pt x="873951" y="121383"/>
                </a:lnTo>
                <a:lnTo>
                  <a:pt x="873353" y="121297"/>
                </a:lnTo>
                <a:lnTo>
                  <a:pt x="872762" y="121201"/>
                </a:lnTo>
                <a:lnTo>
                  <a:pt x="872179" y="121093"/>
                </a:lnTo>
                <a:lnTo>
                  <a:pt x="871603" y="120974"/>
                </a:lnTo>
                <a:lnTo>
                  <a:pt x="871034" y="120843"/>
                </a:lnTo>
                <a:lnTo>
                  <a:pt x="870473" y="120701"/>
                </a:lnTo>
                <a:lnTo>
                  <a:pt x="869918" y="120548"/>
                </a:lnTo>
                <a:lnTo>
                  <a:pt x="869372" y="120383"/>
                </a:lnTo>
                <a:lnTo>
                  <a:pt x="868832" y="120208"/>
                </a:lnTo>
                <a:lnTo>
                  <a:pt x="868300" y="120020"/>
                </a:lnTo>
                <a:lnTo>
                  <a:pt x="867775" y="119822"/>
                </a:lnTo>
                <a:lnTo>
                  <a:pt x="867257" y="119612"/>
                </a:lnTo>
                <a:lnTo>
                  <a:pt x="866746" y="119390"/>
                </a:lnTo>
                <a:lnTo>
                  <a:pt x="866243" y="119157"/>
                </a:lnTo>
                <a:lnTo>
                  <a:pt x="865747" y="118913"/>
                </a:lnTo>
                <a:lnTo>
                  <a:pt x="865259" y="118658"/>
                </a:lnTo>
                <a:lnTo>
                  <a:pt x="864778" y="118391"/>
                </a:lnTo>
                <a:lnTo>
                  <a:pt x="864303" y="118114"/>
                </a:lnTo>
                <a:lnTo>
                  <a:pt x="863836" y="117829"/>
                </a:lnTo>
                <a:lnTo>
                  <a:pt x="863376" y="117535"/>
                </a:lnTo>
                <a:lnTo>
                  <a:pt x="862923" y="117233"/>
                </a:lnTo>
                <a:lnTo>
                  <a:pt x="862477" y="116922"/>
                </a:lnTo>
                <a:lnTo>
                  <a:pt x="862038" y="116602"/>
                </a:lnTo>
                <a:lnTo>
                  <a:pt x="861606" y="116274"/>
                </a:lnTo>
                <a:lnTo>
                  <a:pt x="861181" y="115938"/>
                </a:lnTo>
                <a:lnTo>
                  <a:pt x="860762" y="115593"/>
                </a:lnTo>
                <a:lnTo>
                  <a:pt x="860351" y="115239"/>
                </a:lnTo>
                <a:lnTo>
                  <a:pt x="859947" y="114877"/>
                </a:lnTo>
                <a:lnTo>
                  <a:pt x="859550" y="114506"/>
                </a:lnTo>
                <a:lnTo>
                  <a:pt x="859160" y="114127"/>
                </a:lnTo>
                <a:lnTo>
                  <a:pt x="858777" y="113739"/>
                </a:lnTo>
                <a:lnTo>
                  <a:pt x="858401" y="113342"/>
                </a:lnTo>
                <a:lnTo>
                  <a:pt x="858032" y="112937"/>
                </a:lnTo>
                <a:lnTo>
                  <a:pt x="857670" y="112524"/>
                </a:lnTo>
                <a:lnTo>
                  <a:pt x="857315" y="112102"/>
                </a:lnTo>
                <a:lnTo>
                  <a:pt x="856967" y="111671"/>
                </a:lnTo>
                <a:lnTo>
                  <a:pt x="856626" y="111232"/>
                </a:lnTo>
                <a:lnTo>
                  <a:pt x="856292" y="110784"/>
                </a:lnTo>
                <a:lnTo>
                  <a:pt x="855965" y="110328"/>
                </a:lnTo>
                <a:lnTo>
                  <a:pt x="855645" y="109863"/>
                </a:lnTo>
                <a:lnTo>
                  <a:pt x="855332" y="109390"/>
                </a:lnTo>
                <a:lnTo>
                  <a:pt x="855026" y="108909"/>
                </a:lnTo>
                <a:lnTo>
                  <a:pt x="854726" y="108421"/>
                </a:lnTo>
                <a:lnTo>
                  <a:pt x="854433" y="107928"/>
                </a:lnTo>
                <a:lnTo>
                  <a:pt x="854147" y="107427"/>
                </a:lnTo>
                <a:lnTo>
                  <a:pt x="853867" y="106921"/>
                </a:lnTo>
                <a:lnTo>
                  <a:pt x="853594" y="106408"/>
                </a:lnTo>
                <a:lnTo>
                  <a:pt x="853327" y="105888"/>
                </a:lnTo>
                <a:lnTo>
                  <a:pt x="853067" y="105362"/>
                </a:lnTo>
                <a:lnTo>
                  <a:pt x="852814" y="104830"/>
                </a:lnTo>
                <a:lnTo>
                  <a:pt x="852567" y="104291"/>
                </a:lnTo>
                <a:lnTo>
                  <a:pt x="852326" y="103745"/>
                </a:lnTo>
                <a:lnTo>
                  <a:pt x="852093" y="103194"/>
                </a:lnTo>
                <a:lnTo>
                  <a:pt x="851866" y="102635"/>
                </a:lnTo>
                <a:lnTo>
                  <a:pt x="851645" y="102071"/>
                </a:lnTo>
                <a:lnTo>
                  <a:pt x="851431" y="101500"/>
                </a:lnTo>
                <a:lnTo>
                  <a:pt x="851224" y="100922"/>
                </a:lnTo>
                <a:lnTo>
                  <a:pt x="851023" y="100338"/>
                </a:lnTo>
                <a:lnTo>
                  <a:pt x="850829" y="99747"/>
                </a:lnTo>
                <a:lnTo>
                  <a:pt x="850641" y="99150"/>
                </a:lnTo>
                <a:lnTo>
                  <a:pt x="850460" y="98547"/>
                </a:lnTo>
                <a:lnTo>
                  <a:pt x="850286" y="97937"/>
                </a:lnTo>
                <a:lnTo>
                  <a:pt x="850118" y="97321"/>
                </a:lnTo>
                <a:lnTo>
                  <a:pt x="849957" y="96698"/>
                </a:lnTo>
                <a:lnTo>
                  <a:pt x="849802" y="96069"/>
                </a:lnTo>
                <a:lnTo>
                  <a:pt x="849654" y="95435"/>
                </a:lnTo>
                <a:lnTo>
                  <a:pt x="849512" y="94797"/>
                </a:lnTo>
                <a:lnTo>
                  <a:pt x="849376" y="94156"/>
                </a:lnTo>
                <a:lnTo>
                  <a:pt x="849247" y="93510"/>
                </a:lnTo>
                <a:lnTo>
                  <a:pt x="849124" y="92862"/>
                </a:lnTo>
                <a:lnTo>
                  <a:pt x="849007" y="92209"/>
                </a:lnTo>
                <a:lnTo>
                  <a:pt x="848897" y="91553"/>
                </a:lnTo>
                <a:lnTo>
                  <a:pt x="848793" y="90893"/>
                </a:lnTo>
                <a:lnTo>
                  <a:pt x="848695" y="90230"/>
                </a:lnTo>
                <a:lnTo>
                  <a:pt x="848604" y="89563"/>
                </a:lnTo>
                <a:lnTo>
                  <a:pt x="848519" y="88892"/>
                </a:lnTo>
                <a:lnTo>
                  <a:pt x="848440" y="88218"/>
                </a:lnTo>
                <a:lnTo>
                  <a:pt x="848367" y="87540"/>
                </a:lnTo>
                <a:lnTo>
                  <a:pt x="848301" y="86859"/>
                </a:lnTo>
                <a:lnTo>
                  <a:pt x="848241" y="86173"/>
                </a:lnTo>
                <a:lnTo>
                  <a:pt x="848187" y="85484"/>
                </a:lnTo>
                <a:lnTo>
                  <a:pt x="848140" y="84792"/>
                </a:lnTo>
                <a:lnTo>
                  <a:pt x="848099" y="84096"/>
                </a:lnTo>
                <a:lnTo>
                  <a:pt x="848064" y="83396"/>
                </a:lnTo>
                <a:lnTo>
                  <a:pt x="848036" y="82693"/>
                </a:lnTo>
                <a:lnTo>
                  <a:pt x="848014" y="81985"/>
                </a:lnTo>
                <a:lnTo>
                  <a:pt x="847998" y="81275"/>
                </a:lnTo>
                <a:lnTo>
                  <a:pt x="847989" y="80560"/>
                </a:lnTo>
                <a:lnTo>
                  <a:pt x="847986" y="79842"/>
                </a:lnTo>
                <a:lnTo>
                  <a:pt x="847986" y="67975"/>
                </a:lnTo>
                <a:lnTo>
                  <a:pt x="847989" y="67198"/>
                </a:lnTo>
                <a:lnTo>
                  <a:pt x="848000" y="66426"/>
                </a:lnTo>
                <a:lnTo>
                  <a:pt x="848017" y="65660"/>
                </a:lnTo>
                <a:lnTo>
                  <a:pt x="848042" y="64900"/>
                </a:lnTo>
                <a:lnTo>
                  <a:pt x="848073" y="64147"/>
                </a:lnTo>
                <a:lnTo>
                  <a:pt x="848112" y="63399"/>
                </a:lnTo>
                <a:lnTo>
                  <a:pt x="848157" y="62656"/>
                </a:lnTo>
                <a:lnTo>
                  <a:pt x="848210" y="61920"/>
                </a:lnTo>
                <a:lnTo>
                  <a:pt x="848269" y="61190"/>
                </a:lnTo>
                <a:lnTo>
                  <a:pt x="848336" y="60465"/>
                </a:lnTo>
                <a:lnTo>
                  <a:pt x="848410" y="59747"/>
                </a:lnTo>
                <a:lnTo>
                  <a:pt x="848490" y="59034"/>
                </a:lnTo>
                <a:lnTo>
                  <a:pt x="848578" y="58327"/>
                </a:lnTo>
                <a:lnTo>
                  <a:pt x="848672" y="57626"/>
                </a:lnTo>
                <a:lnTo>
                  <a:pt x="848774" y="56931"/>
                </a:lnTo>
                <a:lnTo>
                  <a:pt x="848883" y="56242"/>
                </a:lnTo>
                <a:lnTo>
                  <a:pt x="848998" y="55559"/>
                </a:lnTo>
                <a:lnTo>
                  <a:pt x="849121" y="54882"/>
                </a:lnTo>
                <a:lnTo>
                  <a:pt x="849251" y="54210"/>
                </a:lnTo>
                <a:lnTo>
                  <a:pt x="849387" y="53544"/>
                </a:lnTo>
                <a:lnTo>
                  <a:pt x="849531" y="52885"/>
                </a:lnTo>
                <a:lnTo>
                  <a:pt x="849682" y="52231"/>
                </a:lnTo>
                <a:lnTo>
                  <a:pt x="849839" y="51583"/>
                </a:lnTo>
                <a:lnTo>
                  <a:pt x="850004" y="50941"/>
                </a:lnTo>
                <a:lnTo>
                  <a:pt x="850176" y="50306"/>
                </a:lnTo>
                <a:lnTo>
                  <a:pt x="850354" y="49678"/>
                </a:lnTo>
                <a:lnTo>
                  <a:pt x="850539" y="49058"/>
                </a:lnTo>
                <a:lnTo>
                  <a:pt x="850732" y="48445"/>
                </a:lnTo>
                <a:lnTo>
                  <a:pt x="850931" y="47840"/>
                </a:lnTo>
                <a:lnTo>
                  <a:pt x="851137" y="47242"/>
                </a:lnTo>
                <a:lnTo>
                  <a:pt x="851349" y="46652"/>
                </a:lnTo>
                <a:lnTo>
                  <a:pt x="851569" y="46070"/>
                </a:lnTo>
                <a:lnTo>
                  <a:pt x="851796" y="45495"/>
                </a:lnTo>
                <a:lnTo>
                  <a:pt x="852029" y="44928"/>
                </a:lnTo>
                <a:lnTo>
                  <a:pt x="852269" y="44368"/>
                </a:lnTo>
                <a:lnTo>
                  <a:pt x="852517" y="43816"/>
                </a:lnTo>
                <a:lnTo>
                  <a:pt x="852771" y="43272"/>
                </a:lnTo>
                <a:lnTo>
                  <a:pt x="853032" y="42735"/>
                </a:lnTo>
                <a:lnTo>
                  <a:pt x="853299" y="42206"/>
                </a:lnTo>
                <a:lnTo>
                  <a:pt x="853574" y="41684"/>
                </a:lnTo>
                <a:lnTo>
                  <a:pt x="853855" y="41170"/>
                </a:lnTo>
                <a:lnTo>
                  <a:pt x="854144" y="40663"/>
                </a:lnTo>
                <a:lnTo>
                  <a:pt x="854439" y="40164"/>
                </a:lnTo>
                <a:lnTo>
                  <a:pt x="854741" y="39672"/>
                </a:lnTo>
                <a:lnTo>
                  <a:pt x="855050" y="39188"/>
                </a:lnTo>
                <a:lnTo>
                  <a:pt x="855366" y="38712"/>
                </a:lnTo>
                <a:lnTo>
                  <a:pt x="855689" y="38243"/>
                </a:lnTo>
                <a:lnTo>
                  <a:pt x="856018" y="37782"/>
                </a:lnTo>
                <a:lnTo>
                  <a:pt x="856355" y="37329"/>
                </a:lnTo>
                <a:lnTo>
                  <a:pt x="856698" y="36884"/>
                </a:lnTo>
                <a:lnTo>
                  <a:pt x="857048" y="36448"/>
                </a:lnTo>
                <a:lnTo>
                  <a:pt x="857404" y="36021"/>
                </a:lnTo>
                <a:lnTo>
                  <a:pt x="857767" y="35603"/>
                </a:lnTo>
                <a:lnTo>
                  <a:pt x="858137" y="35193"/>
                </a:lnTo>
                <a:lnTo>
                  <a:pt x="858514" y="34792"/>
                </a:lnTo>
                <a:lnTo>
                  <a:pt x="858898" y="34400"/>
                </a:lnTo>
                <a:lnTo>
                  <a:pt x="859288" y="34016"/>
                </a:lnTo>
                <a:lnTo>
                  <a:pt x="859685" y="33642"/>
                </a:lnTo>
                <a:lnTo>
                  <a:pt x="860088" y="33275"/>
                </a:lnTo>
                <a:lnTo>
                  <a:pt x="860499" y="32918"/>
                </a:lnTo>
                <a:lnTo>
                  <a:pt x="860916" y="32569"/>
                </a:lnTo>
                <a:lnTo>
                  <a:pt x="861340" y="32229"/>
                </a:lnTo>
                <a:lnTo>
                  <a:pt x="861770" y="31897"/>
                </a:lnTo>
                <a:lnTo>
                  <a:pt x="862208" y="31575"/>
                </a:lnTo>
                <a:lnTo>
                  <a:pt x="862652" y="31260"/>
                </a:lnTo>
                <a:lnTo>
                  <a:pt x="863102" y="30955"/>
                </a:lnTo>
                <a:lnTo>
                  <a:pt x="863560" y="30658"/>
                </a:lnTo>
                <a:lnTo>
                  <a:pt x="864024" y="30370"/>
                </a:lnTo>
                <a:lnTo>
                  <a:pt x="864495" y="30091"/>
                </a:lnTo>
                <a:lnTo>
                  <a:pt x="864973" y="29820"/>
                </a:lnTo>
                <a:lnTo>
                  <a:pt x="865457" y="29558"/>
                </a:lnTo>
                <a:lnTo>
                  <a:pt x="865948" y="29305"/>
                </a:lnTo>
                <a:lnTo>
                  <a:pt x="866446" y="29061"/>
                </a:lnTo>
                <a:lnTo>
                  <a:pt x="866950" y="28828"/>
                </a:lnTo>
                <a:lnTo>
                  <a:pt x="867461" y="28605"/>
                </a:lnTo>
                <a:lnTo>
                  <a:pt x="867979" y="28392"/>
                </a:lnTo>
                <a:lnTo>
                  <a:pt x="868503" y="28190"/>
                </a:lnTo>
                <a:lnTo>
                  <a:pt x="869034" y="27998"/>
                </a:lnTo>
                <a:lnTo>
                  <a:pt x="869571" y="27817"/>
                </a:lnTo>
                <a:lnTo>
                  <a:pt x="870115" y="27646"/>
                </a:lnTo>
                <a:lnTo>
                  <a:pt x="870665" y="27485"/>
                </a:lnTo>
                <a:lnTo>
                  <a:pt x="871222" y="27335"/>
                </a:lnTo>
                <a:lnTo>
                  <a:pt x="871786" y="27195"/>
                </a:lnTo>
                <a:lnTo>
                  <a:pt x="872356" y="27065"/>
                </a:lnTo>
                <a:lnTo>
                  <a:pt x="872933" y="26946"/>
                </a:lnTo>
                <a:lnTo>
                  <a:pt x="873516" y="26837"/>
                </a:lnTo>
                <a:lnTo>
                  <a:pt x="874106" y="26738"/>
                </a:lnTo>
                <a:lnTo>
                  <a:pt x="874703" y="26650"/>
                </a:lnTo>
                <a:lnTo>
                  <a:pt x="875306" y="26572"/>
                </a:lnTo>
                <a:lnTo>
                  <a:pt x="875916" y="26505"/>
                </a:lnTo>
                <a:lnTo>
                  <a:pt x="876532" y="26448"/>
                </a:lnTo>
                <a:lnTo>
                  <a:pt x="877155" y="26401"/>
                </a:lnTo>
                <a:lnTo>
                  <a:pt x="877785" y="26365"/>
                </a:lnTo>
                <a:lnTo>
                  <a:pt x="878421" y="26339"/>
                </a:lnTo>
                <a:lnTo>
                  <a:pt x="879063" y="26323"/>
                </a:lnTo>
                <a:lnTo>
                  <a:pt x="879713" y="26318"/>
                </a:lnTo>
                <a:lnTo>
                  <a:pt x="880467" y="26324"/>
                </a:lnTo>
                <a:lnTo>
                  <a:pt x="881209" y="26341"/>
                </a:lnTo>
                <a:lnTo>
                  <a:pt x="881939" y="26369"/>
                </a:lnTo>
                <a:lnTo>
                  <a:pt x="882657" y="26408"/>
                </a:lnTo>
                <a:lnTo>
                  <a:pt x="883363" y="26459"/>
                </a:lnTo>
                <a:lnTo>
                  <a:pt x="884057" y="26521"/>
                </a:lnTo>
                <a:lnTo>
                  <a:pt x="884739" y="26594"/>
                </a:lnTo>
                <a:lnTo>
                  <a:pt x="885409" y="26678"/>
                </a:lnTo>
                <a:lnTo>
                  <a:pt x="886066" y="26774"/>
                </a:lnTo>
                <a:lnTo>
                  <a:pt x="886712" y="26880"/>
                </a:lnTo>
                <a:lnTo>
                  <a:pt x="887346" y="26999"/>
                </a:lnTo>
                <a:lnTo>
                  <a:pt x="887967" y="27128"/>
                </a:lnTo>
                <a:lnTo>
                  <a:pt x="888577" y="27269"/>
                </a:lnTo>
                <a:lnTo>
                  <a:pt x="889174" y="27420"/>
                </a:lnTo>
                <a:lnTo>
                  <a:pt x="889760" y="27583"/>
                </a:lnTo>
                <a:lnTo>
                  <a:pt x="890333" y="27758"/>
                </a:lnTo>
                <a:lnTo>
                  <a:pt x="890895" y="27943"/>
                </a:lnTo>
                <a:lnTo>
                  <a:pt x="891444" y="28140"/>
                </a:lnTo>
                <a:lnTo>
                  <a:pt x="891981" y="28348"/>
                </a:lnTo>
                <a:lnTo>
                  <a:pt x="892506" y="28568"/>
                </a:lnTo>
                <a:lnTo>
                  <a:pt x="893019" y="28798"/>
                </a:lnTo>
                <a:lnTo>
                  <a:pt x="893520" y="29040"/>
                </a:lnTo>
                <a:lnTo>
                  <a:pt x="894009" y="29293"/>
                </a:lnTo>
                <a:lnTo>
                  <a:pt x="894486" y="29557"/>
                </a:lnTo>
                <a:lnTo>
                  <a:pt x="894953" y="29832"/>
                </a:lnTo>
                <a:lnTo>
                  <a:pt x="895410" y="30116"/>
                </a:lnTo>
                <a:lnTo>
                  <a:pt x="895859" y="30410"/>
                </a:lnTo>
                <a:lnTo>
                  <a:pt x="896298" y="30713"/>
                </a:lnTo>
                <a:lnTo>
                  <a:pt x="896729" y="31025"/>
                </a:lnTo>
                <a:lnTo>
                  <a:pt x="897150" y="31347"/>
                </a:lnTo>
                <a:lnTo>
                  <a:pt x="897563" y="31678"/>
                </a:lnTo>
                <a:lnTo>
                  <a:pt x="897967" y="32018"/>
                </a:lnTo>
                <a:lnTo>
                  <a:pt x="898361" y="32368"/>
                </a:lnTo>
                <a:lnTo>
                  <a:pt x="898747" y="32728"/>
                </a:lnTo>
                <a:lnTo>
                  <a:pt x="899124" y="33096"/>
                </a:lnTo>
                <a:lnTo>
                  <a:pt x="899492" y="33475"/>
                </a:lnTo>
                <a:lnTo>
                  <a:pt x="899850" y="33862"/>
                </a:lnTo>
                <a:lnTo>
                  <a:pt x="900200" y="34259"/>
                </a:lnTo>
                <a:lnTo>
                  <a:pt x="900541" y="34666"/>
                </a:lnTo>
                <a:lnTo>
                  <a:pt x="900873" y="35082"/>
                </a:lnTo>
                <a:lnTo>
                  <a:pt x="901196" y="35507"/>
                </a:lnTo>
                <a:lnTo>
                  <a:pt x="901510" y="35942"/>
                </a:lnTo>
                <a:lnTo>
                  <a:pt x="901815" y="36386"/>
                </a:lnTo>
                <a:lnTo>
                  <a:pt x="902111" y="36840"/>
                </a:lnTo>
                <a:lnTo>
                  <a:pt x="902398" y="37303"/>
                </a:lnTo>
                <a:lnTo>
                  <a:pt x="902676" y="37775"/>
                </a:lnTo>
                <a:lnTo>
                  <a:pt x="902945" y="38257"/>
                </a:lnTo>
                <a:lnTo>
                  <a:pt x="903205" y="38748"/>
                </a:lnTo>
                <a:lnTo>
                  <a:pt x="903457" y="39248"/>
                </a:lnTo>
                <a:lnTo>
                  <a:pt x="903703" y="39756"/>
                </a:lnTo>
                <a:lnTo>
                  <a:pt x="903942" y="40272"/>
                </a:lnTo>
                <a:lnTo>
                  <a:pt x="904174" y="40796"/>
                </a:lnTo>
                <a:lnTo>
                  <a:pt x="904399" y="41328"/>
                </a:lnTo>
                <a:lnTo>
                  <a:pt x="904618" y="41868"/>
                </a:lnTo>
                <a:lnTo>
                  <a:pt x="904830" y="42416"/>
                </a:lnTo>
                <a:lnTo>
                  <a:pt x="905035" y="42972"/>
                </a:lnTo>
                <a:lnTo>
                  <a:pt x="905234" y="43536"/>
                </a:lnTo>
                <a:lnTo>
                  <a:pt x="905425" y="44108"/>
                </a:lnTo>
                <a:lnTo>
                  <a:pt x="905610" y="44688"/>
                </a:lnTo>
                <a:lnTo>
                  <a:pt x="905789" y="45276"/>
                </a:lnTo>
                <a:lnTo>
                  <a:pt x="905960" y="45873"/>
                </a:lnTo>
                <a:lnTo>
                  <a:pt x="906125" y="46477"/>
                </a:lnTo>
                <a:lnTo>
                  <a:pt x="906283" y="47089"/>
                </a:lnTo>
                <a:lnTo>
                  <a:pt x="906434" y="47709"/>
                </a:lnTo>
                <a:lnTo>
                  <a:pt x="906579" y="48337"/>
                </a:lnTo>
                <a:lnTo>
                  <a:pt x="906717" y="48974"/>
                </a:lnTo>
                <a:lnTo>
                  <a:pt x="906848" y="49618"/>
                </a:lnTo>
                <a:lnTo>
                  <a:pt x="906973" y="50270"/>
                </a:lnTo>
                <a:lnTo>
                  <a:pt x="907090" y="50930"/>
                </a:lnTo>
                <a:lnTo>
                  <a:pt x="907201" y="51599"/>
                </a:lnTo>
                <a:lnTo>
                  <a:pt x="907306" y="52275"/>
                </a:lnTo>
                <a:lnTo>
                  <a:pt x="907403" y="52959"/>
                </a:lnTo>
                <a:lnTo>
                  <a:pt x="922903" y="52959"/>
                </a:lnTo>
                <a:lnTo>
                  <a:pt x="922796" y="51993"/>
                </a:lnTo>
                <a:lnTo>
                  <a:pt x="922674" y="51037"/>
                </a:lnTo>
                <a:lnTo>
                  <a:pt x="922539" y="50091"/>
                </a:lnTo>
                <a:lnTo>
                  <a:pt x="922391" y="49154"/>
                </a:lnTo>
                <a:lnTo>
                  <a:pt x="922229" y="48227"/>
                </a:lnTo>
                <a:lnTo>
                  <a:pt x="922053" y="47310"/>
                </a:lnTo>
                <a:lnTo>
                  <a:pt x="921864" y="46402"/>
                </a:lnTo>
                <a:lnTo>
                  <a:pt x="921661" y="45504"/>
                </a:lnTo>
                <a:lnTo>
                  <a:pt x="921445" y="44616"/>
                </a:lnTo>
                <a:lnTo>
                  <a:pt x="921215" y="43737"/>
                </a:lnTo>
                <a:lnTo>
                  <a:pt x="920971" y="42868"/>
                </a:lnTo>
                <a:lnTo>
                  <a:pt x="920714" y="42009"/>
                </a:lnTo>
                <a:lnTo>
                  <a:pt x="920443" y="41159"/>
                </a:lnTo>
                <a:lnTo>
                  <a:pt x="920158" y="40319"/>
                </a:lnTo>
                <a:lnTo>
                  <a:pt x="919860" y="39489"/>
                </a:lnTo>
                <a:lnTo>
                  <a:pt x="919549" y="38669"/>
                </a:lnTo>
                <a:lnTo>
                  <a:pt x="919223" y="37858"/>
                </a:lnTo>
                <a:lnTo>
                  <a:pt x="918885" y="37057"/>
                </a:lnTo>
                <a:lnTo>
                  <a:pt x="918532" y="36265"/>
                </a:lnTo>
                <a:lnTo>
                  <a:pt x="918166" y="35484"/>
                </a:lnTo>
                <a:lnTo>
                  <a:pt x="917786" y="34712"/>
                </a:lnTo>
                <a:lnTo>
                  <a:pt x="917393" y="33949"/>
                </a:lnTo>
                <a:lnTo>
                  <a:pt x="916986" y="33197"/>
                </a:lnTo>
                <a:lnTo>
                  <a:pt x="916566" y="32454"/>
                </a:lnTo>
                <a:lnTo>
                  <a:pt x="916132" y="31722"/>
                </a:lnTo>
                <a:lnTo>
                  <a:pt x="915683" y="31004"/>
                </a:lnTo>
                <a:lnTo>
                  <a:pt x="915221" y="30299"/>
                </a:lnTo>
                <a:lnTo>
                  <a:pt x="914744" y="29607"/>
                </a:lnTo>
                <a:lnTo>
                  <a:pt x="914253" y="28929"/>
                </a:lnTo>
                <a:lnTo>
                  <a:pt x="913748" y="28264"/>
                </a:lnTo>
                <a:lnTo>
                  <a:pt x="913229" y="27612"/>
                </a:lnTo>
                <a:lnTo>
                  <a:pt x="912695" y="26974"/>
                </a:lnTo>
                <a:lnTo>
                  <a:pt x="912148" y="26349"/>
                </a:lnTo>
                <a:lnTo>
                  <a:pt x="911586" y="25738"/>
                </a:lnTo>
                <a:lnTo>
                  <a:pt x="911010" y="25139"/>
                </a:lnTo>
                <a:lnTo>
                  <a:pt x="910420" y="24555"/>
                </a:lnTo>
                <a:lnTo>
                  <a:pt x="909816" y="23983"/>
                </a:lnTo>
                <a:lnTo>
                  <a:pt x="909198" y="23425"/>
                </a:lnTo>
                <a:lnTo>
                  <a:pt x="908566" y="22880"/>
                </a:lnTo>
                <a:lnTo>
                  <a:pt x="907919" y="22349"/>
                </a:lnTo>
                <a:lnTo>
                  <a:pt x="907258" y="21831"/>
                </a:lnTo>
                <a:lnTo>
                  <a:pt x="906583" y="21326"/>
                </a:lnTo>
                <a:lnTo>
                  <a:pt x="905894" y="20835"/>
                </a:lnTo>
                <a:lnTo>
                  <a:pt x="905191" y="20357"/>
                </a:lnTo>
                <a:lnTo>
                  <a:pt x="904474" y="19892"/>
                </a:lnTo>
                <a:lnTo>
                  <a:pt x="903742" y="19441"/>
                </a:lnTo>
                <a:lnTo>
                  <a:pt x="902996" y="19003"/>
                </a:lnTo>
                <a:lnTo>
                  <a:pt x="902236" y="18578"/>
                </a:lnTo>
                <a:lnTo>
                  <a:pt x="901462" y="18169"/>
                </a:lnTo>
                <a:lnTo>
                  <a:pt x="900674" y="17777"/>
                </a:lnTo>
                <a:lnTo>
                  <a:pt x="899871" y="17403"/>
                </a:lnTo>
                <a:lnTo>
                  <a:pt x="899054" y="17046"/>
                </a:lnTo>
                <a:lnTo>
                  <a:pt x="898223" y="16706"/>
                </a:lnTo>
                <a:lnTo>
                  <a:pt x="897377" y="16384"/>
                </a:lnTo>
                <a:lnTo>
                  <a:pt x="896518" y="16079"/>
                </a:lnTo>
                <a:lnTo>
                  <a:pt x="895643" y="15792"/>
                </a:lnTo>
                <a:lnTo>
                  <a:pt x="894755" y="15522"/>
                </a:lnTo>
                <a:lnTo>
                  <a:pt x="893852" y="15269"/>
                </a:lnTo>
                <a:lnTo>
                  <a:pt x="892935" y="15034"/>
                </a:lnTo>
                <a:lnTo>
                  <a:pt x="892004" y="14817"/>
                </a:lnTo>
                <a:lnTo>
                  <a:pt x="891058" y="14616"/>
                </a:lnTo>
                <a:lnTo>
                  <a:pt x="890098" y="14433"/>
                </a:lnTo>
                <a:lnTo>
                  <a:pt x="889124" y="14268"/>
                </a:lnTo>
                <a:lnTo>
                  <a:pt x="888136" y="14120"/>
                </a:lnTo>
                <a:lnTo>
                  <a:pt x="887133" y="13989"/>
                </a:lnTo>
                <a:lnTo>
                  <a:pt x="886116" y="13876"/>
                </a:lnTo>
                <a:lnTo>
                  <a:pt x="885084" y="13780"/>
                </a:lnTo>
                <a:lnTo>
                  <a:pt x="884038" y="13702"/>
                </a:lnTo>
                <a:lnTo>
                  <a:pt x="882978" y="13641"/>
                </a:lnTo>
                <a:lnTo>
                  <a:pt x="881904" y="13598"/>
                </a:lnTo>
                <a:lnTo>
                  <a:pt x="880816" y="13571"/>
                </a:lnTo>
                <a:lnTo>
                  <a:pt x="879713" y="13563"/>
                </a:lnTo>
                <a:lnTo>
                  <a:pt x="878808" y="13569"/>
                </a:lnTo>
                <a:lnTo>
                  <a:pt x="877911" y="13590"/>
                </a:lnTo>
                <a:lnTo>
                  <a:pt x="877022" y="13623"/>
                </a:lnTo>
                <a:lnTo>
                  <a:pt x="876140" y="13670"/>
                </a:lnTo>
                <a:lnTo>
                  <a:pt x="875266" y="13731"/>
                </a:lnTo>
                <a:lnTo>
                  <a:pt x="874400" y="13805"/>
                </a:lnTo>
                <a:lnTo>
                  <a:pt x="873541" y="13892"/>
                </a:lnTo>
                <a:lnTo>
                  <a:pt x="872689" y="13993"/>
                </a:lnTo>
                <a:lnTo>
                  <a:pt x="871845" y="14108"/>
                </a:lnTo>
                <a:lnTo>
                  <a:pt x="871009" y="14235"/>
                </a:lnTo>
                <a:lnTo>
                  <a:pt x="870180" y="14377"/>
                </a:lnTo>
                <a:lnTo>
                  <a:pt x="869359" y="14531"/>
                </a:lnTo>
                <a:lnTo>
                  <a:pt x="868545" y="14700"/>
                </a:lnTo>
                <a:lnTo>
                  <a:pt x="867739" y="14881"/>
                </a:lnTo>
                <a:lnTo>
                  <a:pt x="866941" y="15076"/>
                </a:lnTo>
                <a:lnTo>
                  <a:pt x="866150" y="15285"/>
                </a:lnTo>
                <a:lnTo>
                  <a:pt x="865367" y="15507"/>
                </a:lnTo>
                <a:lnTo>
                  <a:pt x="864591" y="15742"/>
                </a:lnTo>
                <a:lnTo>
                  <a:pt x="863823" y="15991"/>
                </a:lnTo>
                <a:lnTo>
                  <a:pt x="863062" y="16254"/>
                </a:lnTo>
                <a:lnTo>
                  <a:pt x="862309" y="16530"/>
                </a:lnTo>
                <a:lnTo>
                  <a:pt x="861563" y="16819"/>
                </a:lnTo>
                <a:lnTo>
                  <a:pt x="860826" y="17122"/>
                </a:lnTo>
                <a:lnTo>
                  <a:pt x="860095" y="17438"/>
                </a:lnTo>
                <a:lnTo>
                  <a:pt x="859373" y="17766"/>
                </a:lnTo>
                <a:lnTo>
                  <a:pt x="858660" y="18107"/>
                </a:lnTo>
                <a:lnTo>
                  <a:pt x="857955" y="18458"/>
                </a:lnTo>
                <a:lnTo>
                  <a:pt x="857260" y="18821"/>
                </a:lnTo>
                <a:lnTo>
                  <a:pt x="856573" y="19196"/>
                </a:lnTo>
                <a:lnTo>
                  <a:pt x="855895" y="19582"/>
                </a:lnTo>
                <a:lnTo>
                  <a:pt x="855225" y="19980"/>
                </a:lnTo>
                <a:lnTo>
                  <a:pt x="854565" y="20389"/>
                </a:lnTo>
                <a:lnTo>
                  <a:pt x="853914" y="20810"/>
                </a:lnTo>
                <a:lnTo>
                  <a:pt x="853271" y="21242"/>
                </a:lnTo>
                <a:lnTo>
                  <a:pt x="852637" y="21685"/>
                </a:lnTo>
                <a:lnTo>
                  <a:pt x="852012" y="22140"/>
                </a:lnTo>
                <a:lnTo>
                  <a:pt x="851396" y="22607"/>
                </a:lnTo>
                <a:lnTo>
                  <a:pt x="850788" y="23085"/>
                </a:lnTo>
                <a:lnTo>
                  <a:pt x="850190" y="23575"/>
                </a:lnTo>
                <a:lnTo>
                  <a:pt x="849600" y="24076"/>
                </a:lnTo>
                <a:lnTo>
                  <a:pt x="849019" y="24588"/>
                </a:lnTo>
                <a:lnTo>
                  <a:pt x="848447" y="25112"/>
                </a:lnTo>
                <a:lnTo>
                  <a:pt x="847884" y="25648"/>
                </a:lnTo>
                <a:lnTo>
                  <a:pt x="847330" y="26195"/>
                </a:lnTo>
                <a:lnTo>
                  <a:pt x="846784" y="26753"/>
                </a:lnTo>
                <a:lnTo>
                  <a:pt x="846247" y="27323"/>
                </a:lnTo>
                <a:lnTo>
                  <a:pt x="845719" y="27905"/>
                </a:lnTo>
                <a:lnTo>
                  <a:pt x="845200" y="28498"/>
                </a:lnTo>
                <a:lnTo>
                  <a:pt x="844691" y="29102"/>
                </a:lnTo>
                <a:lnTo>
                  <a:pt x="844191" y="29715"/>
                </a:lnTo>
                <a:lnTo>
                  <a:pt x="843702" y="30339"/>
                </a:lnTo>
                <a:lnTo>
                  <a:pt x="843223" y="30972"/>
                </a:lnTo>
                <a:lnTo>
                  <a:pt x="842753" y="31616"/>
                </a:lnTo>
                <a:lnTo>
                  <a:pt x="842294" y="32269"/>
                </a:lnTo>
                <a:lnTo>
                  <a:pt x="841845" y="32933"/>
                </a:lnTo>
                <a:lnTo>
                  <a:pt x="841406" y="33606"/>
                </a:lnTo>
                <a:lnTo>
                  <a:pt x="840977" y="34290"/>
                </a:lnTo>
                <a:lnTo>
                  <a:pt x="840558" y="34983"/>
                </a:lnTo>
                <a:lnTo>
                  <a:pt x="840150" y="35686"/>
                </a:lnTo>
                <a:lnTo>
                  <a:pt x="839751" y="36399"/>
                </a:lnTo>
                <a:lnTo>
                  <a:pt x="839363" y="37122"/>
                </a:lnTo>
                <a:lnTo>
                  <a:pt x="838984" y="37856"/>
                </a:lnTo>
                <a:lnTo>
                  <a:pt x="838616" y="38599"/>
                </a:lnTo>
                <a:lnTo>
                  <a:pt x="838258" y="39352"/>
                </a:lnTo>
                <a:lnTo>
                  <a:pt x="837909" y="40115"/>
                </a:lnTo>
                <a:lnTo>
                  <a:pt x="837571" y="40887"/>
                </a:lnTo>
                <a:lnTo>
                  <a:pt x="837243" y="41670"/>
                </a:lnTo>
                <a:lnTo>
                  <a:pt x="836926" y="42463"/>
                </a:lnTo>
                <a:lnTo>
                  <a:pt x="836618" y="43266"/>
                </a:lnTo>
                <a:lnTo>
                  <a:pt x="836320" y="44079"/>
                </a:lnTo>
                <a:lnTo>
                  <a:pt x="836032" y="44901"/>
                </a:lnTo>
                <a:lnTo>
                  <a:pt x="835755" y="45734"/>
                </a:lnTo>
                <a:lnTo>
                  <a:pt x="835488" y="46575"/>
                </a:lnTo>
                <a:lnTo>
                  <a:pt x="835233" y="47425"/>
                </a:lnTo>
                <a:lnTo>
                  <a:pt x="834989" y="48282"/>
                </a:lnTo>
                <a:lnTo>
                  <a:pt x="834756" y="49148"/>
                </a:lnTo>
                <a:lnTo>
                  <a:pt x="834535" y="50022"/>
                </a:lnTo>
                <a:lnTo>
                  <a:pt x="834325" y="50903"/>
                </a:lnTo>
                <a:lnTo>
                  <a:pt x="834126" y="51793"/>
                </a:lnTo>
                <a:lnTo>
                  <a:pt x="833939" y="52690"/>
                </a:lnTo>
                <a:lnTo>
                  <a:pt x="833763" y="53596"/>
                </a:lnTo>
                <a:lnTo>
                  <a:pt x="833598" y="54509"/>
                </a:lnTo>
                <a:lnTo>
                  <a:pt x="833445" y="55430"/>
                </a:lnTo>
                <a:lnTo>
                  <a:pt x="833303" y="56360"/>
                </a:lnTo>
                <a:lnTo>
                  <a:pt x="833172" y="57297"/>
                </a:lnTo>
                <a:lnTo>
                  <a:pt x="833053" y="58243"/>
                </a:lnTo>
                <a:lnTo>
                  <a:pt x="832945" y="59196"/>
                </a:lnTo>
                <a:lnTo>
                  <a:pt x="832849" y="60158"/>
                </a:lnTo>
                <a:lnTo>
                  <a:pt x="832764" y="61127"/>
                </a:lnTo>
                <a:lnTo>
                  <a:pt x="832690" y="62104"/>
                </a:lnTo>
                <a:lnTo>
                  <a:pt x="832627" y="63090"/>
                </a:lnTo>
                <a:lnTo>
                  <a:pt x="832576" y="64083"/>
                </a:lnTo>
                <a:lnTo>
                  <a:pt x="832536" y="65084"/>
                </a:lnTo>
                <a:lnTo>
                  <a:pt x="832508" y="66094"/>
                </a:lnTo>
                <a:lnTo>
                  <a:pt x="832491" y="67111"/>
                </a:lnTo>
                <a:lnTo>
                  <a:pt x="832485" y="68136"/>
                </a:lnTo>
                <a:lnTo>
                  <a:pt x="832485" y="79842"/>
                </a:lnTo>
                <a:lnTo>
                  <a:pt x="832491" y="80868"/>
                </a:lnTo>
                <a:lnTo>
                  <a:pt x="832508" y="81885"/>
                </a:lnTo>
                <a:lnTo>
                  <a:pt x="832536" y="82894"/>
                </a:lnTo>
                <a:lnTo>
                  <a:pt x="832576" y="83896"/>
                </a:lnTo>
                <a:lnTo>
                  <a:pt x="832627" y="84889"/>
                </a:lnTo>
                <a:lnTo>
                  <a:pt x="832690" y="85874"/>
                </a:lnTo>
                <a:lnTo>
                  <a:pt x="832764" y="86852"/>
                </a:lnTo>
                <a:lnTo>
                  <a:pt x="832849" y="87821"/>
                </a:lnTo>
                <a:lnTo>
                  <a:pt x="832945" y="88783"/>
                </a:lnTo>
                <a:lnTo>
                  <a:pt x="833053" y="89736"/>
                </a:lnTo>
                <a:lnTo>
                  <a:pt x="833172" y="90681"/>
                </a:lnTo>
                <a:lnTo>
                  <a:pt x="833303" y="91619"/>
                </a:lnTo>
                <a:lnTo>
                  <a:pt x="833445" y="92548"/>
                </a:lnTo>
                <a:lnTo>
                  <a:pt x="833598" y="93470"/>
                </a:lnTo>
                <a:lnTo>
                  <a:pt x="833763" y="94383"/>
                </a:lnTo>
                <a:lnTo>
                  <a:pt x="833939" y="95289"/>
                </a:lnTo>
                <a:lnTo>
                  <a:pt x="834126" y="96186"/>
                </a:lnTo>
                <a:lnTo>
                  <a:pt x="834325" y="97076"/>
                </a:lnTo>
                <a:lnTo>
                  <a:pt x="834535" y="97957"/>
                </a:lnTo>
                <a:lnTo>
                  <a:pt x="834756" y="98831"/>
                </a:lnTo>
                <a:lnTo>
                  <a:pt x="834989" y="99696"/>
                </a:lnTo>
                <a:lnTo>
                  <a:pt x="835233" y="100554"/>
                </a:lnTo>
                <a:lnTo>
                  <a:pt x="835488" y="101403"/>
                </a:lnTo>
                <a:lnTo>
                  <a:pt x="835755" y="102245"/>
                </a:lnTo>
                <a:lnTo>
                  <a:pt x="836032" y="103078"/>
                </a:lnTo>
                <a:lnTo>
                  <a:pt x="836319" y="103900"/>
                </a:lnTo>
                <a:lnTo>
                  <a:pt x="836616" y="104712"/>
                </a:lnTo>
                <a:lnTo>
                  <a:pt x="836922" y="105515"/>
                </a:lnTo>
                <a:lnTo>
                  <a:pt x="837238" y="106307"/>
                </a:lnTo>
                <a:lnTo>
                  <a:pt x="837564" y="107089"/>
                </a:lnTo>
                <a:lnTo>
                  <a:pt x="837899" y="107861"/>
                </a:lnTo>
                <a:lnTo>
                  <a:pt x="838244" y="108623"/>
                </a:lnTo>
                <a:lnTo>
                  <a:pt x="838599" y="109375"/>
                </a:lnTo>
                <a:lnTo>
                  <a:pt x="838963" y="110116"/>
                </a:lnTo>
                <a:lnTo>
                  <a:pt x="839337" y="110848"/>
                </a:lnTo>
                <a:lnTo>
                  <a:pt x="839721" y="111569"/>
                </a:lnTo>
                <a:lnTo>
                  <a:pt x="840114" y="112281"/>
                </a:lnTo>
                <a:lnTo>
                  <a:pt x="840517" y="112982"/>
                </a:lnTo>
                <a:lnTo>
                  <a:pt x="840930" y="113673"/>
                </a:lnTo>
                <a:lnTo>
                  <a:pt x="841352" y="114355"/>
                </a:lnTo>
                <a:lnTo>
                  <a:pt x="841784" y="115026"/>
                </a:lnTo>
                <a:lnTo>
                  <a:pt x="842226" y="115687"/>
                </a:lnTo>
                <a:lnTo>
                  <a:pt x="842677" y="116338"/>
                </a:lnTo>
                <a:lnTo>
                  <a:pt x="843138" y="116978"/>
                </a:lnTo>
                <a:lnTo>
                  <a:pt x="843609" y="117609"/>
                </a:lnTo>
                <a:lnTo>
                  <a:pt x="844090" y="118230"/>
                </a:lnTo>
                <a:lnTo>
                  <a:pt x="844580" y="118840"/>
                </a:lnTo>
                <a:lnTo>
                  <a:pt x="845079" y="119441"/>
                </a:lnTo>
                <a:lnTo>
                  <a:pt x="845588" y="120030"/>
                </a:lnTo>
                <a:lnTo>
                  <a:pt x="846105" y="120609"/>
                </a:lnTo>
                <a:lnTo>
                  <a:pt x="846630" y="121176"/>
                </a:lnTo>
                <a:lnTo>
                  <a:pt x="847164" y="121731"/>
                </a:lnTo>
                <a:lnTo>
                  <a:pt x="847706" y="122276"/>
                </a:lnTo>
                <a:lnTo>
                  <a:pt x="848256" y="122809"/>
                </a:lnTo>
                <a:lnTo>
                  <a:pt x="848814" y="123330"/>
                </a:lnTo>
                <a:lnTo>
                  <a:pt x="849380" y="123840"/>
                </a:lnTo>
                <a:lnTo>
                  <a:pt x="849955" y="124339"/>
                </a:lnTo>
                <a:lnTo>
                  <a:pt x="850538" y="124827"/>
                </a:lnTo>
                <a:lnTo>
                  <a:pt x="851130" y="125303"/>
                </a:lnTo>
                <a:lnTo>
                  <a:pt x="851729" y="125768"/>
                </a:lnTo>
                <a:lnTo>
                  <a:pt x="852337" y="126221"/>
                </a:lnTo>
                <a:lnTo>
                  <a:pt x="852954" y="126663"/>
                </a:lnTo>
                <a:lnTo>
                  <a:pt x="853578" y="127094"/>
                </a:lnTo>
                <a:lnTo>
                  <a:pt x="854211" y="127514"/>
                </a:lnTo>
                <a:lnTo>
                  <a:pt x="854852" y="127922"/>
                </a:lnTo>
                <a:lnTo>
                  <a:pt x="855501" y="128318"/>
                </a:lnTo>
                <a:lnTo>
                  <a:pt x="856159" y="128704"/>
                </a:lnTo>
                <a:lnTo>
                  <a:pt x="856824" y="129078"/>
                </a:lnTo>
                <a:lnTo>
                  <a:pt x="857499" y="129440"/>
                </a:lnTo>
                <a:lnTo>
                  <a:pt x="858181" y="129792"/>
                </a:lnTo>
                <a:lnTo>
                  <a:pt x="858872" y="130132"/>
                </a:lnTo>
                <a:lnTo>
                  <a:pt x="859570" y="130460"/>
                </a:lnTo>
                <a:lnTo>
                  <a:pt x="860277" y="130776"/>
                </a:lnTo>
                <a:lnTo>
                  <a:pt x="860990" y="131079"/>
                </a:lnTo>
                <a:lnTo>
                  <a:pt x="861709" y="131368"/>
                </a:lnTo>
                <a:lnTo>
                  <a:pt x="862435" y="131644"/>
                </a:lnTo>
                <a:lnTo>
                  <a:pt x="863168" y="131907"/>
                </a:lnTo>
                <a:lnTo>
                  <a:pt x="863907" y="132156"/>
                </a:lnTo>
                <a:lnTo>
                  <a:pt x="864653" y="132391"/>
                </a:lnTo>
                <a:lnTo>
                  <a:pt x="865405" y="132613"/>
                </a:lnTo>
                <a:lnTo>
                  <a:pt x="866164" y="132822"/>
                </a:lnTo>
                <a:lnTo>
                  <a:pt x="866930" y="133017"/>
                </a:lnTo>
                <a:lnTo>
                  <a:pt x="867702" y="133198"/>
                </a:lnTo>
                <a:lnTo>
                  <a:pt x="868481" y="133367"/>
                </a:lnTo>
                <a:lnTo>
                  <a:pt x="869266" y="133521"/>
                </a:lnTo>
                <a:lnTo>
                  <a:pt x="870058" y="133663"/>
                </a:lnTo>
                <a:lnTo>
                  <a:pt x="870857" y="133790"/>
                </a:lnTo>
                <a:lnTo>
                  <a:pt x="871662" y="133905"/>
                </a:lnTo>
                <a:lnTo>
                  <a:pt x="872474" y="134006"/>
                </a:lnTo>
                <a:lnTo>
                  <a:pt x="873292" y="134093"/>
                </a:lnTo>
                <a:lnTo>
                  <a:pt x="874117" y="134167"/>
                </a:lnTo>
                <a:lnTo>
                  <a:pt x="874948" y="134228"/>
                </a:lnTo>
                <a:lnTo>
                  <a:pt x="875787" y="134275"/>
                </a:lnTo>
                <a:lnTo>
                  <a:pt x="876631" y="134308"/>
                </a:lnTo>
                <a:lnTo>
                  <a:pt x="877482" y="134329"/>
                </a:lnTo>
                <a:lnTo>
                  <a:pt x="878340" y="134335"/>
                </a:lnTo>
                <a:lnTo>
                  <a:pt x="879509" y="134326"/>
                </a:lnTo>
                <a:lnTo>
                  <a:pt x="880662" y="134300"/>
                </a:lnTo>
                <a:lnTo>
                  <a:pt x="881799" y="134255"/>
                </a:lnTo>
                <a:lnTo>
                  <a:pt x="882919" y="134193"/>
                </a:lnTo>
                <a:lnTo>
                  <a:pt x="884024" y="134112"/>
                </a:lnTo>
                <a:lnTo>
                  <a:pt x="885112" y="134014"/>
                </a:lnTo>
                <a:lnTo>
                  <a:pt x="886183" y="133898"/>
                </a:lnTo>
                <a:lnTo>
                  <a:pt x="887239" y="133765"/>
                </a:lnTo>
                <a:lnTo>
                  <a:pt x="888278" y="133613"/>
                </a:lnTo>
                <a:lnTo>
                  <a:pt x="889301" y="133444"/>
                </a:lnTo>
                <a:lnTo>
                  <a:pt x="890307" y="133256"/>
                </a:lnTo>
                <a:lnTo>
                  <a:pt x="891297" y="133051"/>
                </a:lnTo>
                <a:lnTo>
                  <a:pt x="892272" y="132828"/>
                </a:lnTo>
                <a:lnTo>
                  <a:pt x="893229" y="132588"/>
                </a:lnTo>
                <a:lnTo>
                  <a:pt x="894171" y="132329"/>
                </a:lnTo>
                <a:lnTo>
                  <a:pt x="895096" y="132052"/>
                </a:lnTo>
                <a:lnTo>
                  <a:pt x="896005" y="131758"/>
                </a:lnTo>
                <a:lnTo>
                  <a:pt x="896898" y="131446"/>
                </a:lnTo>
                <a:lnTo>
                  <a:pt x="897775" y="131116"/>
                </a:lnTo>
                <a:lnTo>
                  <a:pt x="898635" y="130768"/>
                </a:lnTo>
                <a:lnTo>
                  <a:pt x="899479" y="130403"/>
                </a:lnTo>
                <a:lnTo>
                  <a:pt x="900307" y="130019"/>
                </a:lnTo>
                <a:lnTo>
                  <a:pt x="901118" y="129618"/>
                </a:lnTo>
                <a:lnTo>
                  <a:pt x="901914" y="129199"/>
                </a:lnTo>
                <a:lnTo>
                  <a:pt x="902693" y="128764"/>
                </a:lnTo>
                <a:lnTo>
                  <a:pt x="903458" y="128317"/>
                </a:lnTo>
                <a:lnTo>
                  <a:pt x="904208" y="127857"/>
                </a:lnTo>
                <a:lnTo>
                  <a:pt x="904943" y="127384"/>
                </a:lnTo>
                <a:lnTo>
                  <a:pt x="905663" y="126899"/>
                </a:lnTo>
                <a:lnTo>
                  <a:pt x="906369" y="126401"/>
                </a:lnTo>
                <a:lnTo>
                  <a:pt x="907059" y="125889"/>
                </a:lnTo>
                <a:lnTo>
                  <a:pt x="907735" y="125366"/>
                </a:lnTo>
                <a:lnTo>
                  <a:pt x="908396" y="124829"/>
                </a:lnTo>
                <a:lnTo>
                  <a:pt x="909042" y="124279"/>
                </a:lnTo>
                <a:lnTo>
                  <a:pt x="909673" y="123717"/>
                </a:lnTo>
                <a:lnTo>
                  <a:pt x="910289" y="123142"/>
                </a:lnTo>
                <a:lnTo>
                  <a:pt x="910891" y="122554"/>
                </a:lnTo>
                <a:lnTo>
                  <a:pt x="911477" y="121954"/>
                </a:lnTo>
                <a:lnTo>
                  <a:pt x="912049" y="121340"/>
                </a:lnTo>
                <a:lnTo>
                  <a:pt x="912606" y="120714"/>
                </a:lnTo>
                <a:lnTo>
                  <a:pt x="913148" y="120075"/>
                </a:lnTo>
                <a:lnTo>
                  <a:pt x="913675" y="119424"/>
                </a:lnTo>
                <a:lnTo>
                  <a:pt x="914187" y="118759"/>
                </a:lnTo>
                <a:lnTo>
                  <a:pt x="914685" y="118082"/>
                </a:lnTo>
                <a:lnTo>
                  <a:pt x="915167" y="117392"/>
                </a:lnTo>
                <a:lnTo>
                  <a:pt x="915635" y="116689"/>
                </a:lnTo>
                <a:lnTo>
                  <a:pt x="916088" y="115974"/>
                </a:lnTo>
                <a:lnTo>
                  <a:pt x="916526" y="115245"/>
                </a:lnTo>
                <a:lnTo>
                  <a:pt x="916949" y="114506"/>
                </a:lnTo>
                <a:lnTo>
                  <a:pt x="917359" y="113759"/>
                </a:lnTo>
                <a:lnTo>
                  <a:pt x="917756" y="113004"/>
                </a:lnTo>
                <a:lnTo>
                  <a:pt x="918138" y="112240"/>
                </a:lnTo>
                <a:lnTo>
                  <a:pt x="918507" y="111468"/>
                </a:lnTo>
                <a:lnTo>
                  <a:pt x="918862" y="110689"/>
                </a:lnTo>
                <a:lnTo>
                  <a:pt x="919203" y="109901"/>
                </a:lnTo>
                <a:lnTo>
                  <a:pt x="919531" y="109105"/>
                </a:lnTo>
                <a:lnTo>
                  <a:pt x="919844" y="108301"/>
                </a:lnTo>
                <a:lnTo>
                  <a:pt x="920145" y="107488"/>
                </a:lnTo>
                <a:lnTo>
                  <a:pt x="920431" y="106668"/>
                </a:lnTo>
                <a:lnTo>
                  <a:pt x="920704" y="105839"/>
                </a:lnTo>
                <a:lnTo>
                  <a:pt x="920962" y="105003"/>
                </a:lnTo>
                <a:lnTo>
                  <a:pt x="921208" y="104158"/>
                </a:lnTo>
                <a:lnTo>
                  <a:pt x="921439" y="103305"/>
                </a:lnTo>
                <a:lnTo>
                  <a:pt x="921657" y="102444"/>
                </a:lnTo>
                <a:lnTo>
                  <a:pt x="921860" y="101574"/>
                </a:lnTo>
                <a:lnTo>
                  <a:pt x="922051" y="100697"/>
                </a:lnTo>
                <a:lnTo>
                  <a:pt x="922227" y="99812"/>
                </a:lnTo>
                <a:lnTo>
                  <a:pt x="922390" y="98918"/>
                </a:lnTo>
                <a:lnTo>
                  <a:pt x="922539" y="98016"/>
                </a:lnTo>
                <a:lnTo>
                  <a:pt x="922674" y="97106"/>
                </a:lnTo>
                <a:lnTo>
                  <a:pt x="922796" y="96188"/>
                </a:lnTo>
                <a:lnTo>
                  <a:pt x="922903" y="95262"/>
                </a:lnTo>
                <a:lnTo>
                  <a:pt x="907403" y="95262"/>
                </a:lnTo>
                <a:lnTo>
                  <a:pt x="907293" y="95946"/>
                </a:lnTo>
                <a:lnTo>
                  <a:pt x="907176" y="96622"/>
                </a:lnTo>
                <a:lnTo>
                  <a:pt x="907053" y="97290"/>
                </a:lnTo>
                <a:lnTo>
                  <a:pt x="906924" y="97950"/>
                </a:lnTo>
                <a:lnTo>
                  <a:pt x="906790" y="98601"/>
                </a:lnTo>
                <a:lnTo>
                  <a:pt x="906649" y="99245"/>
                </a:lnTo>
                <a:close/>
                <a:moveTo>
                  <a:pt x="247" y="94327"/>
                </a:moveTo>
                <a:lnTo>
                  <a:pt x="337" y="95725"/>
                </a:lnTo>
                <a:lnTo>
                  <a:pt x="440" y="97110"/>
                </a:lnTo>
                <a:lnTo>
                  <a:pt x="556" y="98484"/>
                </a:lnTo>
                <a:lnTo>
                  <a:pt x="687" y="99846"/>
                </a:lnTo>
                <a:lnTo>
                  <a:pt x="831" y="101197"/>
                </a:lnTo>
                <a:lnTo>
                  <a:pt x="989" y="102535"/>
                </a:lnTo>
                <a:lnTo>
                  <a:pt x="1161" y="103862"/>
                </a:lnTo>
                <a:lnTo>
                  <a:pt x="1346" y="105177"/>
                </a:lnTo>
                <a:lnTo>
                  <a:pt x="1545" y="106480"/>
                </a:lnTo>
                <a:lnTo>
                  <a:pt x="1758" y="107772"/>
                </a:lnTo>
                <a:lnTo>
                  <a:pt x="1985" y="109051"/>
                </a:lnTo>
                <a:lnTo>
                  <a:pt x="2225" y="110319"/>
                </a:lnTo>
                <a:lnTo>
                  <a:pt x="2479" y="111575"/>
                </a:lnTo>
                <a:lnTo>
                  <a:pt x="2747" y="112820"/>
                </a:lnTo>
                <a:lnTo>
                  <a:pt x="3029" y="114052"/>
                </a:lnTo>
                <a:lnTo>
                  <a:pt x="3324" y="115273"/>
                </a:lnTo>
                <a:lnTo>
                  <a:pt x="3633" y="116482"/>
                </a:lnTo>
                <a:lnTo>
                  <a:pt x="3956" y="117680"/>
                </a:lnTo>
                <a:lnTo>
                  <a:pt x="4289" y="118865"/>
                </a:lnTo>
                <a:lnTo>
                  <a:pt x="4630" y="120037"/>
                </a:lnTo>
                <a:lnTo>
                  <a:pt x="4979" y="121198"/>
                </a:lnTo>
                <a:lnTo>
                  <a:pt x="5335" y="122345"/>
                </a:lnTo>
                <a:lnTo>
                  <a:pt x="5699" y="123481"/>
                </a:lnTo>
                <a:lnTo>
                  <a:pt x="6070" y="124603"/>
                </a:lnTo>
                <a:lnTo>
                  <a:pt x="6449" y="125714"/>
                </a:lnTo>
                <a:lnTo>
                  <a:pt x="6835" y="126811"/>
                </a:lnTo>
                <a:lnTo>
                  <a:pt x="7229" y="127897"/>
                </a:lnTo>
                <a:lnTo>
                  <a:pt x="7631" y="128970"/>
                </a:lnTo>
                <a:lnTo>
                  <a:pt x="8040" y="130030"/>
                </a:lnTo>
                <a:lnTo>
                  <a:pt x="8457" y="131078"/>
                </a:lnTo>
                <a:lnTo>
                  <a:pt x="8881" y="132113"/>
                </a:lnTo>
                <a:lnTo>
                  <a:pt x="9313" y="133136"/>
                </a:lnTo>
                <a:lnTo>
                  <a:pt x="9752" y="134146"/>
                </a:lnTo>
                <a:lnTo>
                  <a:pt x="10199" y="135144"/>
                </a:lnTo>
                <a:lnTo>
                  <a:pt x="10653" y="136130"/>
                </a:lnTo>
                <a:lnTo>
                  <a:pt x="11116" y="137103"/>
                </a:lnTo>
                <a:lnTo>
                  <a:pt x="11585" y="138063"/>
                </a:lnTo>
                <a:lnTo>
                  <a:pt x="12062" y="139011"/>
                </a:lnTo>
                <a:lnTo>
                  <a:pt x="12547" y="139947"/>
                </a:lnTo>
                <a:lnTo>
                  <a:pt x="13040" y="140870"/>
                </a:lnTo>
                <a:lnTo>
                  <a:pt x="13540" y="141780"/>
                </a:lnTo>
                <a:lnTo>
                  <a:pt x="14047" y="142678"/>
                </a:lnTo>
                <a:lnTo>
                  <a:pt x="14559" y="143564"/>
                </a:lnTo>
                <a:lnTo>
                  <a:pt x="15074" y="144437"/>
                </a:lnTo>
                <a:lnTo>
                  <a:pt x="15591" y="145297"/>
                </a:lnTo>
                <a:lnTo>
                  <a:pt x="16110" y="146145"/>
                </a:lnTo>
                <a:lnTo>
                  <a:pt x="16632" y="146980"/>
                </a:lnTo>
                <a:lnTo>
                  <a:pt x="17155" y="147802"/>
                </a:lnTo>
                <a:lnTo>
                  <a:pt x="17681" y="148612"/>
                </a:lnTo>
                <a:lnTo>
                  <a:pt x="18209" y="149409"/>
                </a:lnTo>
                <a:lnTo>
                  <a:pt x="18740" y="150193"/>
                </a:lnTo>
                <a:lnTo>
                  <a:pt x="19272" y="150965"/>
                </a:lnTo>
                <a:lnTo>
                  <a:pt x="19807" y="151725"/>
                </a:lnTo>
                <a:lnTo>
                  <a:pt x="20344" y="152471"/>
                </a:lnTo>
                <a:lnTo>
                  <a:pt x="20883" y="153205"/>
                </a:lnTo>
                <a:lnTo>
                  <a:pt x="21425" y="153927"/>
                </a:lnTo>
                <a:lnTo>
                  <a:pt x="21969" y="154636"/>
                </a:lnTo>
                <a:lnTo>
                  <a:pt x="22515" y="155332"/>
                </a:lnTo>
                <a:lnTo>
                  <a:pt x="23063" y="156015"/>
                </a:lnTo>
                <a:lnTo>
                  <a:pt x="23614" y="156686"/>
                </a:lnTo>
                <a:lnTo>
                  <a:pt x="24166" y="157344"/>
                </a:lnTo>
                <a:lnTo>
                  <a:pt x="24721" y="157990"/>
                </a:lnTo>
                <a:lnTo>
                  <a:pt x="25279" y="158623"/>
                </a:lnTo>
                <a:lnTo>
                  <a:pt x="25838" y="159244"/>
                </a:lnTo>
                <a:lnTo>
                  <a:pt x="26400" y="159851"/>
                </a:lnTo>
                <a:lnTo>
                  <a:pt x="26964" y="160447"/>
                </a:lnTo>
                <a:lnTo>
                  <a:pt x="27527" y="161029"/>
                </a:lnTo>
                <a:lnTo>
                  <a:pt x="28087" y="161597"/>
                </a:lnTo>
                <a:lnTo>
                  <a:pt x="28643" y="162152"/>
                </a:lnTo>
                <a:lnTo>
                  <a:pt x="29195" y="162693"/>
                </a:lnTo>
                <a:lnTo>
                  <a:pt x="29744" y="163221"/>
                </a:lnTo>
                <a:lnTo>
                  <a:pt x="30289" y="163735"/>
                </a:lnTo>
                <a:lnTo>
                  <a:pt x="30830" y="164236"/>
                </a:lnTo>
                <a:lnTo>
                  <a:pt x="31368" y="164722"/>
                </a:lnTo>
                <a:lnTo>
                  <a:pt x="31902" y="165196"/>
                </a:lnTo>
                <a:lnTo>
                  <a:pt x="32433" y="165655"/>
                </a:lnTo>
                <a:lnTo>
                  <a:pt x="32960" y="166102"/>
                </a:lnTo>
                <a:lnTo>
                  <a:pt x="33483" y="166534"/>
                </a:lnTo>
                <a:lnTo>
                  <a:pt x="34002" y="166953"/>
                </a:lnTo>
                <a:lnTo>
                  <a:pt x="34518" y="167358"/>
                </a:lnTo>
                <a:lnTo>
                  <a:pt x="35031" y="167750"/>
                </a:lnTo>
                <a:lnTo>
                  <a:pt x="35539" y="168128"/>
                </a:lnTo>
                <a:lnTo>
                  <a:pt x="36044" y="168493"/>
                </a:lnTo>
                <a:lnTo>
                  <a:pt x="36546" y="168844"/>
                </a:lnTo>
                <a:lnTo>
                  <a:pt x="37043" y="169181"/>
                </a:lnTo>
                <a:lnTo>
                  <a:pt x="37537" y="169505"/>
                </a:lnTo>
                <a:lnTo>
                  <a:pt x="38028" y="169815"/>
                </a:lnTo>
                <a:lnTo>
                  <a:pt x="38515" y="170112"/>
                </a:lnTo>
                <a:lnTo>
                  <a:pt x="38998" y="170395"/>
                </a:lnTo>
                <a:lnTo>
                  <a:pt x="39477" y="170664"/>
                </a:lnTo>
                <a:lnTo>
                  <a:pt x="42626" y="161617"/>
                </a:lnTo>
                <a:lnTo>
                  <a:pt x="42229" y="161290"/>
                </a:lnTo>
                <a:lnTo>
                  <a:pt x="41831" y="160952"/>
                </a:lnTo>
                <a:lnTo>
                  <a:pt x="41433" y="160606"/>
                </a:lnTo>
                <a:lnTo>
                  <a:pt x="41035" y="160250"/>
                </a:lnTo>
                <a:lnTo>
                  <a:pt x="40636" y="159885"/>
                </a:lnTo>
                <a:lnTo>
                  <a:pt x="40237" y="159510"/>
                </a:lnTo>
                <a:lnTo>
                  <a:pt x="39837" y="159126"/>
                </a:lnTo>
                <a:lnTo>
                  <a:pt x="39437" y="158733"/>
                </a:lnTo>
                <a:lnTo>
                  <a:pt x="39036" y="158330"/>
                </a:lnTo>
                <a:lnTo>
                  <a:pt x="38635" y="157918"/>
                </a:lnTo>
                <a:lnTo>
                  <a:pt x="38234" y="157496"/>
                </a:lnTo>
                <a:lnTo>
                  <a:pt x="37832" y="157065"/>
                </a:lnTo>
                <a:lnTo>
                  <a:pt x="37430" y="156624"/>
                </a:lnTo>
                <a:lnTo>
                  <a:pt x="37027" y="156174"/>
                </a:lnTo>
                <a:lnTo>
                  <a:pt x="36624" y="155715"/>
                </a:lnTo>
                <a:lnTo>
                  <a:pt x="36221" y="155246"/>
                </a:lnTo>
                <a:lnTo>
                  <a:pt x="35817" y="154768"/>
                </a:lnTo>
                <a:lnTo>
                  <a:pt x="35413" y="154280"/>
                </a:lnTo>
                <a:lnTo>
                  <a:pt x="35008" y="153783"/>
                </a:lnTo>
                <a:lnTo>
                  <a:pt x="34603" y="153277"/>
                </a:lnTo>
                <a:lnTo>
                  <a:pt x="34198" y="152761"/>
                </a:lnTo>
                <a:lnTo>
                  <a:pt x="33792" y="152236"/>
                </a:lnTo>
                <a:lnTo>
                  <a:pt x="33385" y="151702"/>
                </a:lnTo>
                <a:lnTo>
                  <a:pt x="32978" y="151158"/>
                </a:lnTo>
                <a:lnTo>
                  <a:pt x="32573" y="150604"/>
                </a:lnTo>
                <a:lnTo>
                  <a:pt x="32170" y="150041"/>
                </a:lnTo>
                <a:lnTo>
                  <a:pt x="31770" y="149468"/>
                </a:lnTo>
                <a:lnTo>
                  <a:pt x="31373" y="148886"/>
                </a:lnTo>
                <a:lnTo>
                  <a:pt x="30978" y="148294"/>
                </a:lnTo>
                <a:lnTo>
                  <a:pt x="30587" y="147692"/>
                </a:lnTo>
                <a:lnTo>
                  <a:pt x="30198" y="147081"/>
                </a:lnTo>
                <a:lnTo>
                  <a:pt x="29812" y="146460"/>
                </a:lnTo>
                <a:lnTo>
                  <a:pt x="29429" y="145829"/>
                </a:lnTo>
                <a:lnTo>
                  <a:pt x="29048" y="145189"/>
                </a:lnTo>
                <a:lnTo>
                  <a:pt x="28671" y="144538"/>
                </a:lnTo>
                <a:lnTo>
                  <a:pt x="28296" y="143879"/>
                </a:lnTo>
                <a:lnTo>
                  <a:pt x="27924" y="143209"/>
                </a:lnTo>
                <a:lnTo>
                  <a:pt x="27555" y="142530"/>
                </a:lnTo>
                <a:lnTo>
                  <a:pt x="27188" y="141841"/>
                </a:lnTo>
                <a:lnTo>
                  <a:pt x="26825" y="141142"/>
                </a:lnTo>
                <a:lnTo>
                  <a:pt x="26464" y="140434"/>
                </a:lnTo>
                <a:lnTo>
                  <a:pt x="26106" y="139716"/>
                </a:lnTo>
                <a:lnTo>
                  <a:pt x="25751" y="138989"/>
                </a:lnTo>
                <a:lnTo>
                  <a:pt x="25399" y="138252"/>
                </a:lnTo>
                <a:lnTo>
                  <a:pt x="25049" y="137505"/>
                </a:lnTo>
                <a:lnTo>
                  <a:pt x="24702" y="136748"/>
                </a:lnTo>
                <a:lnTo>
                  <a:pt x="24358" y="135982"/>
                </a:lnTo>
                <a:lnTo>
                  <a:pt x="24017" y="135206"/>
                </a:lnTo>
                <a:lnTo>
                  <a:pt x="23680" y="134420"/>
                </a:lnTo>
                <a:lnTo>
                  <a:pt x="23349" y="133624"/>
                </a:lnTo>
                <a:lnTo>
                  <a:pt x="23023" y="132818"/>
                </a:lnTo>
                <a:lnTo>
                  <a:pt x="22702" y="132001"/>
                </a:lnTo>
                <a:lnTo>
                  <a:pt x="22387" y="131175"/>
                </a:lnTo>
                <a:lnTo>
                  <a:pt x="22077" y="130338"/>
                </a:lnTo>
                <a:lnTo>
                  <a:pt x="21773" y="129491"/>
                </a:lnTo>
                <a:lnTo>
                  <a:pt x="21474" y="128633"/>
                </a:lnTo>
                <a:lnTo>
                  <a:pt x="21181" y="127766"/>
                </a:lnTo>
                <a:lnTo>
                  <a:pt x="20893" y="126888"/>
                </a:lnTo>
                <a:lnTo>
                  <a:pt x="20611" y="126000"/>
                </a:lnTo>
                <a:lnTo>
                  <a:pt x="20334" y="125101"/>
                </a:lnTo>
                <a:lnTo>
                  <a:pt x="20063" y="124193"/>
                </a:lnTo>
                <a:lnTo>
                  <a:pt x="19797" y="123274"/>
                </a:lnTo>
                <a:lnTo>
                  <a:pt x="19536" y="122345"/>
                </a:lnTo>
                <a:lnTo>
                  <a:pt x="19281" y="121405"/>
                </a:lnTo>
                <a:lnTo>
                  <a:pt x="19032" y="120456"/>
                </a:lnTo>
                <a:lnTo>
                  <a:pt x="18787" y="119496"/>
                </a:lnTo>
                <a:lnTo>
                  <a:pt x="18549" y="118526"/>
                </a:lnTo>
                <a:lnTo>
                  <a:pt x="18316" y="117546"/>
                </a:lnTo>
                <a:lnTo>
                  <a:pt x="18088" y="116555"/>
                </a:lnTo>
                <a:lnTo>
                  <a:pt x="17866" y="115554"/>
                </a:lnTo>
                <a:lnTo>
                  <a:pt x="17649" y="114543"/>
                </a:lnTo>
                <a:lnTo>
                  <a:pt x="17438" y="113522"/>
                </a:lnTo>
                <a:lnTo>
                  <a:pt x="17234" y="112490"/>
                </a:lnTo>
                <a:lnTo>
                  <a:pt x="17038" y="111448"/>
                </a:lnTo>
                <a:lnTo>
                  <a:pt x="16851" y="110395"/>
                </a:lnTo>
                <a:lnTo>
                  <a:pt x="16673" y="109332"/>
                </a:lnTo>
                <a:lnTo>
                  <a:pt x="16504" y="108258"/>
                </a:lnTo>
                <a:lnTo>
                  <a:pt x="16343" y="107173"/>
                </a:lnTo>
                <a:lnTo>
                  <a:pt x="16191" y="106078"/>
                </a:lnTo>
                <a:lnTo>
                  <a:pt x="16047" y="104973"/>
                </a:lnTo>
                <a:lnTo>
                  <a:pt x="15913" y="103857"/>
                </a:lnTo>
                <a:lnTo>
                  <a:pt x="15787" y="102731"/>
                </a:lnTo>
                <a:lnTo>
                  <a:pt x="15669" y="101594"/>
                </a:lnTo>
                <a:lnTo>
                  <a:pt x="15561" y="100446"/>
                </a:lnTo>
                <a:lnTo>
                  <a:pt x="15461" y="99288"/>
                </a:lnTo>
                <a:lnTo>
                  <a:pt x="15370" y="98120"/>
                </a:lnTo>
                <a:lnTo>
                  <a:pt x="15287" y="96941"/>
                </a:lnTo>
                <a:lnTo>
                  <a:pt x="15213" y="95751"/>
                </a:lnTo>
                <a:lnTo>
                  <a:pt x="15148" y="94551"/>
                </a:lnTo>
                <a:lnTo>
                  <a:pt x="15092" y="93341"/>
                </a:lnTo>
                <a:lnTo>
                  <a:pt x="15044" y="92120"/>
                </a:lnTo>
                <a:lnTo>
                  <a:pt x="15005" y="90888"/>
                </a:lnTo>
                <a:lnTo>
                  <a:pt x="14974" y="89646"/>
                </a:lnTo>
                <a:lnTo>
                  <a:pt x="14952" y="88393"/>
                </a:lnTo>
                <a:lnTo>
                  <a:pt x="14939" y="87130"/>
                </a:lnTo>
                <a:lnTo>
                  <a:pt x="14935" y="85857"/>
                </a:lnTo>
                <a:lnTo>
                  <a:pt x="14935" y="84727"/>
                </a:lnTo>
                <a:lnTo>
                  <a:pt x="14939" y="83453"/>
                </a:lnTo>
                <a:lnTo>
                  <a:pt x="14952" y="82190"/>
                </a:lnTo>
                <a:lnTo>
                  <a:pt x="14974" y="80938"/>
                </a:lnTo>
                <a:lnTo>
                  <a:pt x="15005" y="79696"/>
                </a:lnTo>
                <a:lnTo>
                  <a:pt x="15044" y="78465"/>
                </a:lnTo>
                <a:lnTo>
                  <a:pt x="15092" y="77245"/>
                </a:lnTo>
                <a:lnTo>
                  <a:pt x="15148" y="76036"/>
                </a:lnTo>
                <a:lnTo>
                  <a:pt x="15213" y="74837"/>
                </a:lnTo>
                <a:lnTo>
                  <a:pt x="15287" y="73649"/>
                </a:lnTo>
                <a:lnTo>
                  <a:pt x="15370" y="72471"/>
                </a:lnTo>
                <a:lnTo>
                  <a:pt x="15461" y="71304"/>
                </a:lnTo>
                <a:lnTo>
                  <a:pt x="15561" y="70148"/>
                </a:lnTo>
                <a:lnTo>
                  <a:pt x="15669" y="69002"/>
                </a:lnTo>
                <a:lnTo>
                  <a:pt x="15787" y="67867"/>
                </a:lnTo>
                <a:lnTo>
                  <a:pt x="15913" y="66743"/>
                </a:lnTo>
                <a:lnTo>
                  <a:pt x="16047" y="65629"/>
                </a:lnTo>
                <a:lnTo>
                  <a:pt x="16191" y="64526"/>
                </a:lnTo>
                <a:lnTo>
                  <a:pt x="16343" y="63434"/>
                </a:lnTo>
                <a:lnTo>
                  <a:pt x="16504" y="62352"/>
                </a:lnTo>
                <a:lnTo>
                  <a:pt x="16673" y="61281"/>
                </a:lnTo>
                <a:lnTo>
                  <a:pt x="16851" y="60221"/>
                </a:lnTo>
                <a:lnTo>
                  <a:pt x="17038" y="59171"/>
                </a:lnTo>
                <a:lnTo>
                  <a:pt x="17234" y="58132"/>
                </a:lnTo>
                <a:lnTo>
                  <a:pt x="17438" y="57104"/>
                </a:lnTo>
                <a:lnTo>
                  <a:pt x="17649" y="56086"/>
                </a:lnTo>
                <a:lnTo>
                  <a:pt x="17866" y="55078"/>
                </a:lnTo>
                <a:lnTo>
                  <a:pt x="18088" y="54081"/>
                </a:lnTo>
                <a:lnTo>
                  <a:pt x="18316" y="53094"/>
                </a:lnTo>
                <a:lnTo>
                  <a:pt x="18549" y="52118"/>
                </a:lnTo>
                <a:lnTo>
                  <a:pt x="18787" y="51152"/>
                </a:lnTo>
                <a:lnTo>
                  <a:pt x="19032" y="50196"/>
                </a:lnTo>
                <a:lnTo>
                  <a:pt x="19281" y="49251"/>
                </a:lnTo>
                <a:lnTo>
                  <a:pt x="19536" y="48316"/>
                </a:lnTo>
                <a:lnTo>
                  <a:pt x="19797" y="47391"/>
                </a:lnTo>
                <a:lnTo>
                  <a:pt x="20063" y="46477"/>
                </a:lnTo>
                <a:lnTo>
                  <a:pt x="20334" y="45574"/>
                </a:lnTo>
                <a:lnTo>
                  <a:pt x="20611" y="44680"/>
                </a:lnTo>
                <a:lnTo>
                  <a:pt x="20893" y="43797"/>
                </a:lnTo>
                <a:lnTo>
                  <a:pt x="21181" y="42925"/>
                </a:lnTo>
                <a:lnTo>
                  <a:pt x="21474" y="42062"/>
                </a:lnTo>
                <a:lnTo>
                  <a:pt x="21773" y="41211"/>
                </a:lnTo>
                <a:lnTo>
                  <a:pt x="22077" y="40369"/>
                </a:lnTo>
                <a:lnTo>
                  <a:pt x="22387" y="39538"/>
                </a:lnTo>
                <a:lnTo>
                  <a:pt x="22702" y="38718"/>
                </a:lnTo>
                <a:lnTo>
                  <a:pt x="23023" y="37907"/>
                </a:lnTo>
                <a:lnTo>
                  <a:pt x="23349" y="37108"/>
                </a:lnTo>
                <a:lnTo>
                  <a:pt x="23680" y="36318"/>
                </a:lnTo>
                <a:lnTo>
                  <a:pt x="24017" y="35539"/>
                </a:lnTo>
                <a:lnTo>
                  <a:pt x="24358" y="34770"/>
                </a:lnTo>
                <a:lnTo>
                  <a:pt x="24702" y="34011"/>
                </a:lnTo>
                <a:lnTo>
                  <a:pt x="25049" y="33262"/>
                </a:lnTo>
                <a:lnTo>
                  <a:pt x="25399" y="32523"/>
                </a:lnTo>
                <a:lnTo>
                  <a:pt x="25751" y="31795"/>
                </a:lnTo>
                <a:lnTo>
                  <a:pt x="26106" y="31076"/>
                </a:lnTo>
                <a:lnTo>
                  <a:pt x="26464" y="30368"/>
                </a:lnTo>
                <a:lnTo>
                  <a:pt x="26825" y="29670"/>
                </a:lnTo>
                <a:lnTo>
                  <a:pt x="27188" y="28981"/>
                </a:lnTo>
                <a:lnTo>
                  <a:pt x="27555" y="28303"/>
                </a:lnTo>
                <a:lnTo>
                  <a:pt x="27924" y="27635"/>
                </a:lnTo>
                <a:lnTo>
                  <a:pt x="28296" y="26977"/>
                </a:lnTo>
                <a:lnTo>
                  <a:pt x="28671" y="26329"/>
                </a:lnTo>
                <a:lnTo>
                  <a:pt x="29048" y="25692"/>
                </a:lnTo>
                <a:lnTo>
                  <a:pt x="29429" y="25064"/>
                </a:lnTo>
                <a:lnTo>
                  <a:pt x="29812" y="24446"/>
                </a:lnTo>
                <a:lnTo>
                  <a:pt x="30198" y="23839"/>
                </a:lnTo>
                <a:lnTo>
                  <a:pt x="30587" y="23242"/>
                </a:lnTo>
                <a:lnTo>
                  <a:pt x="30978" y="22654"/>
                </a:lnTo>
                <a:lnTo>
                  <a:pt x="31373" y="22077"/>
                </a:lnTo>
                <a:lnTo>
                  <a:pt x="31770" y="21510"/>
                </a:lnTo>
                <a:lnTo>
                  <a:pt x="32170" y="20953"/>
                </a:lnTo>
                <a:lnTo>
                  <a:pt x="32573" y="20406"/>
                </a:lnTo>
                <a:lnTo>
                  <a:pt x="32978" y="19870"/>
                </a:lnTo>
                <a:lnTo>
                  <a:pt x="33385" y="19343"/>
                </a:lnTo>
                <a:lnTo>
                  <a:pt x="33792" y="18825"/>
                </a:lnTo>
                <a:lnTo>
                  <a:pt x="34198" y="18318"/>
                </a:lnTo>
                <a:lnTo>
                  <a:pt x="34603" y="17819"/>
                </a:lnTo>
                <a:lnTo>
                  <a:pt x="35008" y="17330"/>
                </a:lnTo>
                <a:lnTo>
                  <a:pt x="35413" y="16851"/>
                </a:lnTo>
                <a:lnTo>
                  <a:pt x="35817" y="16381"/>
                </a:lnTo>
                <a:lnTo>
                  <a:pt x="36221" y="15921"/>
                </a:lnTo>
                <a:lnTo>
                  <a:pt x="36624" y="15471"/>
                </a:lnTo>
                <a:lnTo>
                  <a:pt x="37027" y="15029"/>
                </a:lnTo>
                <a:lnTo>
                  <a:pt x="37430" y="14598"/>
                </a:lnTo>
                <a:lnTo>
                  <a:pt x="37832" y="14176"/>
                </a:lnTo>
                <a:lnTo>
                  <a:pt x="38234" y="13763"/>
                </a:lnTo>
                <a:lnTo>
                  <a:pt x="38635" y="13360"/>
                </a:lnTo>
                <a:lnTo>
                  <a:pt x="39036" y="12967"/>
                </a:lnTo>
                <a:lnTo>
                  <a:pt x="39437" y="12583"/>
                </a:lnTo>
                <a:lnTo>
                  <a:pt x="39837" y="12208"/>
                </a:lnTo>
                <a:lnTo>
                  <a:pt x="40237" y="11843"/>
                </a:lnTo>
                <a:lnTo>
                  <a:pt x="40636" y="11488"/>
                </a:lnTo>
                <a:lnTo>
                  <a:pt x="41035" y="11142"/>
                </a:lnTo>
                <a:lnTo>
                  <a:pt x="41433" y="10806"/>
                </a:lnTo>
                <a:lnTo>
                  <a:pt x="41831" y="10479"/>
                </a:lnTo>
                <a:lnTo>
                  <a:pt x="42229" y="10162"/>
                </a:lnTo>
                <a:lnTo>
                  <a:pt x="42626" y="9854"/>
                </a:lnTo>
                <a:lnTo>
                  <a:pt x="39477" y="0"/>
                </a:lnTo>
                <a:lnTo>
                  <a:pt x="38998" y="269"/>
                </a:lnTo>
                <a:lnTo>
                  <a:pt x="38515" y="552"/>
                </a:lnTo>
                <a:lnTo>
                  <a:pt x="38028" y="849"/>
                </a:lnTo>
                <a:lnTo>
                  <a:pt x="37537" y="1159"/>
                </a:lnTo>
                <a:lnTo>
                  <a:pt x="37043" y="1483"/>
                </a:lnTo>
                <a:lnTo>
                  <a:pt x="36546" y="1820"/>
                </a:lnTo>
                <a:lnTo>
                  <a:pt x="36044" y="2171"/>
                </a:lnTo>
                <a:lnTo>
                  <a:pt x="35539" y="2536"/>
                </a:lnTo>
                <a:lnTo>
                  <a:pt x="35031" y="2914"/>
                </a:lnTo>
                <a:lnTo>
                  <a:pt x="34518" y="3306"/>
                </a:lnTo>
                <a:lnTo>
                  <a:pt x="34002" y="3711"/>
                </a:lnTo>
                <a:lnTo>
                  <a:pt x="33483" y="4130"/>
                </a:lnTo>
                <a:lnTo>
                  <a:pt x="32960" y="4562"/>
                </a:lnTo>
                <a:lnTo>
                  <a:pt x="32433" y="5009"/>
                </a:lnTo>
                <a:lnTo>
                  <a:pt x="31902" y="5468"/>
                </a:lnTo>
                <a:lnTo>
                  <a:pt x="31368" y="5942"/>
                </a:lnTo>
                <a:lnTo>
                  <a:pt x="30830" y="6428"/>
                </a:lnTo>
                <a:lnTo>
                  <a:pt x="30289" y="6929"/>
                </a:lnTo>
                <a:lnTo>
                  <a:pt x="29744" y="7443"/>
                </a:lnTo>
                <a:lnTo>
                  <a:pt x="29195" y="7971"/>
                </a:lnTo>
                <a:lnTo>
                  <a:pt x="28643" y="8512"/>
                </a:lnTo>
                <a:lnTo>
                  <a:pt x="28087" y="9067"/>
                </a:lnTo>
                <a:lnTo>
                  <a:pt x="27527" y="9635"/>
                </a:lnTo>
                <a:lnTo>
                  <a:pt x="26964" y="10217"/>
                </a:lnTo>
                <a:lnTo>
                  <a:pt x="26400" y="10813"/>
                </a:lnTo>
                <a:lnTo>
                  <a:pt x="25838" y="11421"/>
                </a:lnTo>
                <a:lnTo>
                  <a:pt x="25279" y="12041"/>
                </a:lnTo>
                <a:lnTo>
                  <a:pt x="24721" y="12675"/>
                </a:lnTo>
                <a:lnTo>
                  <a:pt x="24166" y="13321"/>
                </a:lnTo>
                <a:lnTo>
                  <a:pt x="23614" y="13980"/>
                </a:lnTo>
                <a:lnTo>
                  <a:pt x="23063" y="14652"/>
                </a:lnTo>
                <a:lnTo>
                  <a:pt x="22515" y="15337"/>
                </a:lnTo>
                <a:lnTo>
                  <a:pt x="21969" y="16034"/>
                </a:lnTo>
                <a:lnTo>
                  <a:pt x="21425" y="16744"/>
                </a:lnTo>
                <a:lnTo>
                  <a:pt x="20883" y="17467"/>
                </a:lnTo>
                <a:lnTo>
                  <a:pt x="20344" y="18203"/>
                </a:lnTo>
                <a:lnTo>
                  <a:pt x="19807" y="18951"/>
                </a:lnTo>
                <a:lnTo>
                  <a:pt x="19272" y="19712"/>
                </a:lnTo>
                <a:lnTo>
                  <a:pt x="18740" y="20486"/>
                </a:lnTo>
                <a:lnTo>
                  <a:pt x="18209" y="21273"/>
                </a:lnTo>
                <a:lnTo>
                  <a:pt x="17681" y="22072"/>
                </a:lnTo>
                <a:lnTo>
                  <a:pt x="17155" y="22885"/>
                </a:lnTo>
                <a:lnTo>
                  <a:pt x="16632" y="23710"/>
                </a:lnTo>
                <a:lnTo>
                  <a:pt x="16110" y="24547"/>
                </a:lnTo>
                <a:lnTo>
                  <a:pt x="15591" y="25398"/>
                </a:lnTo>
                <a:lnTo>
                  <a:pt x="15074" y="26261"/>
                </a:lnTo>
                <a:lnTo>
                  <a:pt x="14559" y="27137"/>
                </a:lnTo>
                <a:lnTo>
                  <a:pt x="14047" y="28026"/>
                </a:lnTo>
                <a:lnTo>
                  <a:pt x="13540" y="28927"/>
                </a:lnTo>
                <a:lnTo>
                  <a:pt x="13040" y="29841"/>
                </a:lnTo>
                <a:lnTo>
                  <a:pt x="12547" y="30767"/>
                </a:lnTo>
                <a:lnTo>
                  <a:pt x="12062" y="31704"/>
                </a:lnTo>
                <a:lnTo>
                  <a:pt x="11585" y="32654"/>
                </a:lnTo>
                <a:lnTo>
                  <a:pt x="11116" y="33617"/>
                </a:lnTo>
                <a:lnTo>
                  <a:pt x="10653" y="34591"/>
                </a:lnTo>
                <a:lnTo>
                  <a:pt x="10199" y="35578"/>
                </a:lnTo>
                <a:lnTo>
                  <a:pt x="9752" y="36577"/>
                </a:lnTo>
                <a:lnTo>
                  <a:pt x="9313" y="37588"/>
                </a:lnTo>
                <a:lnTo>
                  <a:pt x="8881" y="38611"/>
                </a:lnTo>
                <a:lnTo>
                  <a:pt x="8457" y="39647"/>
                </a:lnTo>
                <a:lnTo>
                  <a:pt x="8040" y="40695"/>
                </a:lnTo>
                <a:lnTo>
                  <a:pt x="7631" y="41754"/>
                </a:lnTo>
                <a:lnTo>
                  <a:pt x="7229" y="42827"/>
                </a:lnTo>
                <a:lnTo>
                  <a:pt x="6835" y="43911"/>
                </a:lnTo>
                <a:lnTo>
                  <a:pt x="6449" y="45007"/>
                </a:lnTo>
                <a:lnTo>
                  <a:pt x="6070" y="46116"/>
                </a:lnTo>
                <a:lnTo>
                  <a:pt x="5699" y="47237"/>
                </a:lnTo>
                <a:lnTo>
                  <a:pt x="5335" y="48370"/>
                </a:lnTo>
                <a:lnTo>
                  <a:pt x="4979" y="49516"/>
                </a:lnTo>
                <a:lnTo>
                  <a:pt x="4630" y="50673"/>
                </a:lnTo>
                <a:lnTo>
                  <a:pt x="4289" y="51843"/>
                </a:lnTo>
                <a:lnTo>
                  <a:pt x="3956" y="53025"/>
                </a:lnTo>
                <a:lnTo>
                  <a:pt x="3633" y="54219"/>
                </a:lnTo>
                <a:lnTo>
                  <a:pt x="3324" y="55424"/>
                </a:lnTo>
                <a:lnTo>
                  <a:pt x="3029" y="56641"/>
                </a:lnTo>
                <a:lnTo>
                  <a:pt x="2747" y="57870"/>
                </a:lnTo>
                <a:lnTo>
                  <a:pt x="2479" y="59110"/>
                </a:lnTo>
                <a:lnTo>
                  <a:pt x="2225" y="60362"/>
                </a:lnTo>
                <a:lnTo>
                  <a:pt x="1985" y="61626"/>
                </a:lnTo>
                <a:lnTo>
                  <a:pt x="1758" y="62901"/>
                </a:lnTo>
                <a:lnTo>
                  <a:pt x="1545" y="64188"/>
                </a:lnTo>
                <a:lnTo>
                  <a:pt x="1346" y="65487"/>
                </a:lnTo>
                <a:lnTo>
                  <a:pt x="1161" y="66797"/>
                </a:lnTo>
                <a:lnTo>
                  <a:pt x="989" y="68119"/>
                </a:lnTo>
                <a:lnTo>
                  <a:pt x="831" y="69452"/>
                </a:lnTo>
                <a:lnTo>
                  <a:pt x="687" y="70797"/>
                </a:lnTo>
                <a:lnTo>
                  <a:pt x="556" y="72154"/>
                </a:lnTo>
                <a:lnTo>
                  <a:pt x="440" y="73522"/>
                </a:lnTo>
                <a:lnTo>
                  <a:pt x="337" y="74902"/>
                </a:lnTo>
                <a:lnTo>
                  <a:pt x="247" y="76294"/>
                </a:lnTo>
                <a:lnTo>
                  <a:pt x="172" y="77697"/>
                </a:lnTo>
                <a:lnTo>
                  <a:pt x="110" y="79112"/>
                </a:lnTo>
                <a:lnTo>
                  <a:pt x="62" y="80539"/>
                </a:lnTo>
                <a:lnTo>
                  <a:pt x="27" y="81977"/>
                </a:lnTo>
                <a:lnTo>
                  <a:pt x="7" y="83427"/>
                </a:lnTo>
                <a:lnTo>
                  <a:pt x="0" y="84888"/>
                </a:lnTo>
                <a:lnTo>
                  <a:pt x="0" y="85695"/>
                </a:lnTo>
                <a:lnTo>
                  <a:pt x="7" y="87163"/>
                </a:lnTo>
                <a:lnTo>
                  <a:pt x="27" y="88620"/>
                </a:lnTo>
                <a:lnTo>
                  <a:pt x="62" y="90064"/>
                </a:lnTo>
                <a:lnTo>
                  <a:pt x="110" y="91497"/>
                </a:lnTo>
                <a:lnTo>
                  <a:pt x="172" y="92918"/>
                </a:lnTo>
                <a:lnTo>
                  <a:pt x="247" y="94327"/>
                </a:lnTo>
                <a:close/>
                <a:moveTo>
                  <a:pt x="184007" y="76294"/>
                </a:moveTo>
                <a:lnTo>
                  <a:pt x="183918" y="74902"/>
                </a:lnTo>
                <a:lnTo>
                  <a:pt x="183815" y="73522"/>
                </a:lnTo>
                <a:lnTo>
                  <a:pt x="183698" y="72154"/>
                </a:lnTo>
                <a:lnTo>
                  <a:pt x="183568" y="70797"/>
                </a:lnTo>
                <a:lnTo>
                  <a:pt x="183424" y="69452"/>
                </a:lnTo>
                <a:lnTo>
                  <a:pt x="183266" y="68119"/>
                </a:lnTo>
                <a:lnTo>
                  <a:pt x="183094" y="66797"/>
                </a:lnTo>
                <a:lnTo>
                  <a:pt x="182909" y="65487"/>
                </a:lnTo>
                <a:lnTo>
                  <a:pt x="182709" y="64188"/>
                </a:lnTo>
                <a:lnTo>
                  <a:pt x="182496" y="62901"/>
                </a:lnTo>
                <a:lnTo>
                  <a:pt x="182270" y="61626"/>
                </a:lnTo>
                <a:lnTo>
                  <a:pt x="182029" y="60362"/>
                </a:lnTo>
                <a:lnTo>
                  <a:pt x="181775" y="59110"/>
                </a:lnTo>
                <a:lnTo>
                  <a:pt x="181508" y="57870"/>
                </a:lnTo>
                <a:lnTo>
                  <a:pt x="181226" y="56641"/>
                </a:lnTo>
                <a:lnTo>
                  <a:pt x="180931" y="55424"/>
                </a:lnTo>
                <a:lnTo>
                  <a:pt x="180622" y="54219"/>
                </a:lnTo>
                <a:lnTo>
                  <a:pt x="180299" y="53025"/>
                </a:lnTo>
                <a:lnTo>
                  <a:pt x="179965" y="51843"/>
                </a:lnTo>
                <a:lnTo>
                  <a:pt x="179624" y="50673"/>
                </a:lnTo>
                <a:lnTo>
                  <a:pt x="179276" y="49516"/>
                </a:lnTo>
                <a:lnTo>
                  <a:pt x="178920" y="48370"/>
                </a:lnTo>
                <a:lnTo>
                  <a:pt x="178556" y="47237"/>
                </a:lnTo>
                <a:lnTo>
                  <a:pt x="178185" y="46116"/>
                </a:lnTo>
                <a:lnTo>
                  <a:pt x="177806" y="45007"/>
                </a:lnTo>
                <a:lnTo>
                  <a:pt x="177419" y="43911"/>
                </a:lnTo>
                <a:lnTo>
                  <a:pt x="177025" y="42827"/>
                </a:lnTo>
                <a:lnTo>
                  <a:pt x="176624" y="41754"/>
                </a:lnTo>
                <a:lnTo>
                  <a:pt x="176215" y="40695"/>
                </a:lnTo>
                <a:lnTo>
                  <a:pt x="175798" y="39647"/>
                </a:lnTo>
                <a:lnTo>
                  <a:pt x="175374" y="38611"/>
                </a:lnTo>
                <a:lnTo>
                  <a:pt x="174942" y="37588"/>
                </a:lnTo>
                <a:lnTo>
                  <a:pt x="174503" y="36577"/>
                </a:lnTo>
                <a:lnTo>
                  <a:pt x="174056" y="35578"/>
                </a:lnTo>
                <a:lnTo>
                  <a:pt x="173601" y="34591"/>
                </a:lnTo>
                <a:lnTo>
                  <a:pt x="173139" y="33617"/>
                </a:lnTo>
                <a:lnTo>
                  <a:pt x="172669" y="32654"/>
                </a:lnTo>
                <a:lnTo>
                  <a:pt x="172192" y="31704"/>
                </a:lnTo>
                <a:lnTo>
                  <a:pt x="171707" y="30767"/>
                </a:lnTo>
                <a:lnTo>
                  <a:pt x="171215" y="29841"/>
                </a:lnTo>
                <a:lnTo>
                  <a:pt x="170715" y="28927"/>
                </a:lnTo>
                <a:lnTo>
                  <a:pt x="170208" y="28026"/>
                </a:lnTo>
                <a:lnTo>
                  <a:pt x="169695" y="27137"/>
                </a:lnTo>
                <a:lnTo>
                  <a:pt x="169180" y="26261"/>
                </a:lnTo>
                <a:lnTo>
                  <a:pt x="168664" y="25398"/>
                </a:lnTo>
                <a:lnTo>
                  <a:pt x="168144" y="24547"/>
                </a:lnTo>
                <a:lnTo>
                  <a:pt x="167623" y="23710"/>
                </a:lnTo>
                <a:lnTo>
                  <a:pt x="167099" y="22885"/>
                </a:lnTo>
                <a:lnTo>
                  <a:pt x="166574" y="22072"/>
                </a:lnTo>
                <a:lnTo>
                  <a:pt x="166045" y="21273"/>
                </a:lnTo>
                <a:lnTo>
                  <a:pt x="165515" y="20486"/>
                </a:lnTo>
                <a:lnTo>
                  <a:pt x="164982" y="19712"/>
                </a:lnTo>
                <a:lnTo>
                  <a:pt x="164448" y="18951"/>
                </a:lnTo>
                <a:lnTo>
                  <a:pt x="163911" y="18203"/>
                </a:lnTo>
                <a:lnTo>
                  <a:pt x="163371" y="17467"/>
                </a:lnTo>
                <a:lnTo>
                  <a:pt x="162830" y="16744"/>
                </a:lnTo>
                <a:lnTo>
                  <a:pt x="162286" y="16034"/>
                </a:lnTo>
                <a:lnTo>
                  <a:pt x="161740" y="15337"/>
                </a:lnTo>
                <a:lnTo>
                  <a:pt x="161192" y="14652"/>
                </a:lnTo>
                <a:lnTo>
                  <a:pt x="160641" y="13980"/>
                </a:lnTo>
                <a:lnTo>
                  <a:pt x="160088" y="13321"/>
                </a:lnTo>
                <a:lnTo>
                  <a:pt x="159533" y="12675"/>
                </a:lnTo>
                <a:lnTo>
                  <a:pt x="158976" y="12041"/>
                </a:lnTo>
                <a:lnTo>
                  <a:pt x="158416" y="11421"/>
                </a:lnTo>
                <a:lnTo>
                  <a:pt x="157855" y="10813"/>
                </a:lnTo>
                <a:lnTo>
                  <a:pt x="157291" y="10217"/>
                </a:lnTo>
                <a:lnTo>
                  <a:pt x="156727" y="9635"/>
                </a:lnTo>
                <a:lnTo>
                  <a:pt x="156168" y="9067"/>
                </a:lnTo>
                <a:lnTo>
                  <a:pt x="155612" y="8512"/>
                </a:lnTo>
                <a:lnTo>
                  <a:pt x="155059" y="7971"/>
                </a:lnTo>
                <a:lnTo>
                  <a:pt x="154511" y="7443"/>
                </a:lnTo>
                <a:lnTo>
                  <a:pt x="153966" y="6929"/>
                </a:lnTo>
                <a:lnTo>
                  <a:pt x="153424" y="6428"/>
                </a:lnTo>
                <a:lnTo>
                  <a:pt x="152886" y="5942"/>
                </a:lnTo>
                <a:lnTo>
                  <a:pt x="152352" y="5468"/>
                </a:lnTo>
                <a:lnTo>
                  <a:pt x="151822" y="5009"/>
                </a:lnTo>
                <a:lnTo>
                  <a:pt x="151295" y="4562"/>
                </a:lnTo>
                <a:lnTo>
                  <a:pt x="150772" y="4130"/>
                </a:lnTo>
                <a:lnTo>
                  <a:pt x="150252" y="3711"/>
                </a:lnTo>
                <a:lnTo>
                  <a:pt x="149736" y="3306"/>
                </a:lnTo>
                <a:lnTo>
                  <a:pt x="149224" y="2914"/>
                </a:lnTo>
                <a:lnTo>
                  <a:pt x="148715" y="2536"/>
                </a:lnTo>
                <a:lnTo>
                  <a:pt x="148210" y="2171"/>
                </a:lnTo>
                <a:lnTo>
                  <a:pt x="147709" y="1820"/>
                </a:lnTo>
                <a:lnTo>
                  <a:pt x="147211" y="1483"/>
                </a:lnTo>
                <a:lnTo>
                  <a:pt x="146717" y="1159"/>
                </a:lnTo>
                <a:lnTo>
                  <a:pt x="146227" y="849"/>
                </a:lnTo>
                <a:lnTo>
                  <a:pt x="145740" y="552"/>
                </a:lnTo>
                <a:lnTo>
                  <a:pt x="145257" y="269"/>
                </a:lnTo>
                <a:lnTo>
                  <a:pt x="144777" y="0"/>
                </a:lnTo>
                <a:lnTo>
                  <a:pt x="141629" y="9128"/>
                </a:lnTo>
                <a:lnTo>
                  <a:pt x="141986" y="9429"/>
                </a:lnTo>
                <a:lnTo>
                  <a:pt x="142346" y="9740"/>
                </a:lnTo>
                <a:lnTo>
                  <a:pt x="142707" y="10062"/>
                </a:lnTo>
                <a:lnTo>
                  <a:pt x="143070" y="10394"/>
                </a:lnTo>
                <a:lnTo>
                  <a:pt x="143435" y="10736"/>
                </a:lnTo>
                <a:lnTo>
                  <a:pt x="143801" y="11088"/>
                </a:lnTo>
                <a:lnTo>
                  <a:pt x="144170" y="11451"/>
                </a:lnTo>
                <a:lnTo>
                  <a:pt x="144540" y="11824"/>
                </a:lnTo>
                <a:lnTo>
                  <a:pt x="144912" y="12207"/>
                </a:lnTo>
                <a:lnTo>
                  <a:pt x="145286" y="12600"/>
                </a:lnTo>
                <a:lnTo>
                  <a:pt x="145661" y="13004"/>
                </a:lnTo>
                <a:lnTo>
                  <a:pt x="146039" y="13418"/>
                </a:lnTo>
                <a:lnTo>
                  <a:pt x="146418" y="13842"/>
                </a:lnTo>
                <a:lnTo>
                  <a:pt x="146799" y="14276"/>
                </a:lnTo>
                <a:lnTo>
                  <a:pt x="147182" y="14721"/>
                </a:lnTo>
                <a:lnTo>
                  <a:pt x="147567" y="15176"/>
                </a:lnTo>
                <a:lnTo>
                  <a:pt x="147954" y="15641"/>
                </a:lnTo>
                <a:lnTo>
                  <a:pt x="148342" y="16116"/>
                </a:lnTo>
                <a:lnTo>
                  <a:pt x="148732" y="16602"/>
                </a:lnTo>
                <a:lnTo>
                  <a:pt x="149125" y="17098"/>
                </a:lnTo>
                <a:lnTo>
                  <a:pt x="149518" y="17604"/>
                </a:lnTo>
                <a:lnTo>
                  <a:pt x="149914" y="18120"/>
                </a:lnTo>
                <a:lnTo>
                  <a:pt x="150312" y="18647"/>
                </a:lnTo>
                <a:lnTo>
                  <a:pt x="150711" y="19184"/>
                </a:lnTo>
                <a:lnTo>
                  <a:pt x="151110" y="19730"/>
                </a:lnTo>
                <a:lnTo>
                  <a:pt x="151508" y="20288"/>
                </a:lnTo>
                <a:lnTo>
                  <a:pt x="151903" y="20855"/>
                </a:lnTo>
                <a:lnTo>
                  <a:pt x="152297" y="21433"/>
                </a:lnTo>
                <a:lnTo>
                  <a:pt x="152688" y="22020"/>
                </a:lnTo>
                <a:lnTo>
                  <a:pt x="153078" y="22619"/>
                </a:lnTo>
                <a:lnTo>
                  <a:pt x="153465" y="23227"/>
                </a:lnTo>
                <a:lnTo>
                  <a:pt x="153851" y="23845"/>
                </a:lnTo>
                <a:lnTo>
                  <a:pt x="154234" y="24474"/>
                </a:lnTo>
                <a:lnTo>
                  <a:pt x="154616" y="25113"/>
                </a:lnTo>
                <a:lnTo>
                  <a:pt x="154996" y="25763"/>
                </a:lnTo>
                <a:lnTo>
                  <a:pt x="155373" y="26422"/>
                </a:lnTo>
                <a:lnTo>
                  <a:pt x="155749" y="27092"/>
                </a:lnTo>
                <a:lnTo>
                  <a:pt x="156123" y="27772"/>
                </a:lnTo>
                <a:lnTo>
                  <a:pt x="156495" y="28462"/>
                </a:lnTo>
                <a:lnTo>
                  <a:pt x="156865" y="29163"/>
                </a:lnTo>
                <a:lnTo>
                  <a:pt x="157233" y="29873"/>
                </a:lnTo>
                <a:lnTo>
                  <a:pt x="157598" y="30594"/>
                </a:lnTo>
                <a:lnTo>
                  <a:pt x="157962" y="31326"/>
                </a:lnTo>
                <a:lnTo>
                  <a:pt x="158324" y="32067"/>
                </a:lnTo>
                <a:lnTo>
                  <a:pt x="158685" y="32819"/>
                </a:lnTo>
                <a:lnTo>
                  <a:pt x="159043" y="33581"/>
                </a:lnTo>
                <a:lnTo>
                  <a:pt x="159399" y="34353"/>
                </a:lnTo>
                <a:lnTo>
                  <a:pt x="159753" y="35135"/>
                </a:lnTo>
                <a:lnTo>
                  <a:pt x="160103" y="35928"/>
                </a:lnTo>
                <a:lnTo>
                  <a:pt x="160448" y="36731"/>
                </a:lnTo>
                <a:lnTo>
                  <a:pt x="160788" y="37543"/>
                </a:lnTo>
                <a:lnTo>
                  <a:pt x="161122" y="38367"/>
                </a:lnTo>
                <a:lnTo>
                  <a:pt x="161451" y="39200"/>
                </a:lnTo>
                <a:lnTo>
                  <a:pt x="161774" y="40044"/>
                </a:lnTo>
                <a:lnTo>
                  <a:pt x="162091" y="40898"/>
                </a:lnTo>
                <a:lnTo>
                  <a:pt x="162404" y="41762"/>
                </a:lnTo>
                <a:lnTo>
                  <a:pt x="162710" y="42636"/>
                </a:lnTo>
                <a:lnTo>
                  <a:pt x="163012" y="43521"/>
                </a:lnTo>
                <a:lnTo>
                  <a:pt x="163307" y="44416"/>
                </a:lnTo>
                <a:lnTo>
                  <a:pt x="163598" y="45321"/>
                </a:lnTo>
                <a:lnTo>
                  <a:pt x="163883" y="46237"/>
                </a:lnTo>
                <a:lnTo>
                  <a:pt x="164162" y="47162"/>
                </a:lnTo>
                <a:lnTo>
                  <a:pt x="164436" y="48098"/>
                </a:lnTo>
                <a:lnTo>
                  <a:pt x="164704" y="49045"/>
                </a:lnTo>
                <a:lnTo>
                  <a:pt x="164967" y="50001"/>
                </a:lnTo>
                <a:lnTo>
                  <a:pt x="165225" y="50968"/>
                </a:lnTo>
                <a:lnTo>
                  <a:pt x="165477" y="51945"/>
                </a:lnTo>
                <a:lnTo>
                  <a:pt x="165724" y="52932"/>
                </a:lnTo>
                <a:lnTo>
                  <a:pt x="165965" y="53929"/>
                </a:lnTo>
                <a:lnTo>
                  <a:pt x="166200" y="54937"/>
                </a:lnTo>
                <a:lnTo>
                  <a:pt x="166431" y="55955"/>
                </a:lnTo>
                <a:lnTo>
                  <a:pt x="166655" y="56983"/>
                </a:lnTo>
                <a:lnTo>
                  <a:pt x="166873" y="58021"/>
                </a:lnTo>
                <a:lnTo>
                  <a:pt x="167081" y="59070"/>
                </a:lnTo>
                <a:lnTo>
                  <a:pt x="167280" y="60128"/>
                </a:lnTo>
                <a:lnTo>
                  <a:pt x="167469" y="61197"/>
                </a:lnTo>
                <a:lnTo>
                  <a:pt x="167650" y="62277"/>
                </a:lnTo>
                <a:lnTo>
                  <a:pt x="167821" y="63366"/>
                </a:lnTo>
                <a:lnTo>
                  <a:pt x="167983" y="64466"/>
                </a:lnTo>
                <a:lnTo>
                  <a:pt x="168135" y="65575"/>
                </a:lnTo>
                <a:lnTo>
                  <a:pt x="168279" y="66696"/>
                </a:lnTo>
                <a:lnTo>
                  <a:pt x="168413" y="67826"/>
                </a:lnTo>
                <a:lnTo>
                  <a:pt x="168538" y="68967"/>
                </a:lnTo>
                <a:lnTo>
                  <a:pt x="168653" y="70117"/>
                </a:lnTo>
                <a:lnTo>
                  <a:pt x="168760" y="71279"/>
                </a:lnTo>
                <a:lnTo>
                  <a:pt x="168857" y="72450"/>
                </a:lnTo>
                <a:lnTo>
                  <a:pt x="168945" y="73631"/>
                </a:lnTo>
                <a:lnTo>
                  <a:pt x="169023" y="74823"/>
                </a:lnTo>
                <a:lnTo>
                  <a:pt x="169093" y="76025"/>
                </a:lnTo>
                <a:lnTo>
                  <a:pt x="169153" y="77238"/>
                </a:lnTo>
                <a:lnTo>
                  <a:pt x="169204" y="78460"/>
                </a:lnTo>
                <a:lnTo>
                  <a:pt x="169246" y="79693"/>
                </a:lnTo>
                <a:lnTo>
                  <a:pt x="169278" y="80936"/>
                </a:lnTo>
                <a:lnTo>
                  <a:pt x="169301" y="82189"/>
                </a:lnTo>
                <a:lnTo>
                  <a:pt x="169315" y="83453"/>
                </a:lnTo>
                <a:lnTo>
                  <a:pt x="169320" y="84727"/>
                </a:lnTo>
                <a:lnTo>
                  <a:pt x="169320" y="85857"/>
                </a:lnTo>
                <a:lnTo>
                  <a:pt x="169315" y="87130"/>
                </a:lnTo>
                <a:lnTo>
                  <a:pt x="169302" y="88394"/>
                </a:lnTo>
                <a:lnTo>
                  <a:pt x="169280" y="89647"/>
                </a:lnTo>
                <a:lnTo>
                  <a:pt x="169250" y="90890"/>
                </a:lnTo>
                <a:lnTo>
                  <a:pt x="169211" y="92123"/>
                </a:lnTo>
                <a:lnTo>
                  <a:pt x="169163" y="93346"/>
                </a:lnTo>
                <a:lnTo>
                  <a:pt x="169107" y="94558"/>
                </a:lnTo>
                <a:lnTo>
                  <a:pt x="169041" y="95760"/>
                </a:lnTo>
                <a:lnTo>
                  <a:pt x="168968" y="96952"/>
                </a:lnTo>
                <a:lnTo>
                  <a:pt x="168885" y="98134"/>
                </a:lnTo>
                <a:lnTo>
                  <a:pt x="168794" y="99305"/>
                </a:lnTo>
                <a:lnTo>
                  <a:pt x="168694" y="100466"/>
                </a:lnTo>
                <a:lnTo>
                  <a:pt x="168585" y="101617"/>
                </a:lnTo>
                <a:lnTo>
                  <a:pt x="168468" y="102758"/>
                </a:lnTo>
                <a:lnTo>
                  <a:pt x="168342" y="103889"/>
                </a:lnTo>
                <a:lnTo>
                  <a:pt x="168207" y="105009"/>
                </a:lnTo>
                <a:lnTo>
                  <a:pt x="168064" y="106119"/>
                </a:lnTo>
                <a:lnTo>
                  <a:pt x="167912" y="107219"/>
                </a:lnTo>
                <a:lnTo>
                  <a:pt x="167751" y="108308"/>
                </a:lnTo>
                <a:lnTo>
                  <a:pt x="167582" y="109388"/>
                </a:lnTo>
                <a:lnTo>
                  <a:pt x="167403" y="110457"/>
                </a:lnTo>
                <a:lnTo>
                  <a:pt x="167217" y="111516"/>
                </a:lnTo>
                <a:lnTo>
                  <a:pt x="167021" y="112564"/>
                </a:lnTo>
                <a:lnTo>
                  <a:pt x="166817" y="113603"/>
                </a:lnTo>
                <a:lnTo>
                  <a:pt x="166606" y="114631"/>
                </a:lnTo>
                <a:lnTo>
                  <a:pt x="166389" y="115649"/>
                </a:lnTo>
                <a:lnTo>
                  <a:pt x="166166" y="116657"/>
                </a:lnTo>
                <a:lnTo>
                  <a:pt x="165938" y="117654"/>
                </a:lnTo>
                <a:lnTo>
                  <a:pt x="165704" y="118642"/>
                </a:lnTo>
                <a:lnTo>
                  <a:pt x="165465" y="119620"/>
                </a:lnTo>
                <a:lnTo>
                  <a:pt x="165220" y="120587"/>
                </a:lnTo>
                <a:lnTo>
                  <a:pt x="164969" y="121544"/>
                </a:lnTo>
                <a:lnTo>
                  <a:pt x="164713" y="122492"/>
                </a:lnTo>
                <a:lnTo>
                  <a:pt x="164451" y="123429"/>
                </a:lnTo>
                <a:lnTo>
                  <a:pt x="164184" y="124356"/>
                </a:lnTo>
                <a:lnTo>
                  <a:pt x="163911" y="125273"/>
                </a:lnTo>
                <a:lnTo>
                  <a:pt x="163632" y="126180"/>
                </a:lnTo>
                <a:lnTo>
                  <a:pt x="163348" y="127076"/>
                </a:lnTo>
                <a:lnTo>
                  <a:pt x="163058" y="127963"/>
                </a:lnTo>
                <a:lnTo>
                  <a:pt x="162762" y="128840"/>
                </a:lnTo>
                <a:lnTo>
                  <a:pt x="162461" y="129706"/>
                </a:lnTo>
                <a:lnTo>
                  <a:pt x="162155" y="130562"/>
                </a:lnTo>
                <a:lnTo>
                  <a:pt x="161842" y="131409"/>
                </a:lnTo>
                <a:lnTo>
                  <a:pt x="161525" y="132245"/>
                </a:lnTo>
                <a:lnTo>
                  <a:pt x="161201" y="133071"/>
                </a:lnTo>
                <a:lnTo>
                  <a:pt x="160872" y="133887"/>
                </a:lnTo>
                <a:lnTo>
                  <a:pt x="160537" y="134693"/>
                </a:lnTo>
                <a:lnTo>
                  <a:pt x="160197" y="135488"/>
                </a:lnTo>
                <a:lnTo>
                  <a:pt x="159853" y="136274"/>
                </a:lnTo>
                <a:lnTo>
                  <a:pt x="159506" y="137049"/>
                </a:lnTo>
                <a:lnTo>
                  <a:pt x="159156" y="137814"/>
                </a:lnTo>
                <a:lnTo>
                  <a:pt x="158804" y="138569"/>
                </a:lnTo>
                <a:lnTo>
                  <a:pt x="158450" y="139313"/>
                </a:lnTo>
                <a:lnTo>
                  <a:pt x="158093" y="140047"/>
                </a:lnTo>
                <a:lnTo>
                  <a:pt x="157733" y="140770"/>
                </a:lnTo>
                <a:lnTo>
                  <a:pt x="157371" y="141483"/>
                </a:lnTo>
                <a:lnTo>
                  <a:pt x="157007" y="142186"/>
                </a:lnTo>
                <a:lnTo>
                  <a:pt x="156640" y="142878"/>
                </a:lnTo>
                <a:lnTo>
                  <a:pt x="156270" y="143560"/>
                </a:lnTo>
                <a:lnTo>
                  <a:pt x="155898" y="144232"/>
                </a:lnTo>
                <a:lnTo>
                  <a:pt x="155523" y="144893"/>
                </a:lnTo>
                <a:lnTo>
                  <a:pt x="155146" y="145544"/>
                </a:lnTo>
                <a:lnTo>
                  <a:pt x="154767" y="146184"/>
                </a:lnTo>
                <a:lnTo>
                  <a:pt x="154384" y="146814"/>
                </a:lnTo>
                <a:lnTo>
                  <a:pt x="154000" y="147434"/>
                </a:lnTo>
                <a:lnTo>
                  <a:pt x="153612" y="148043"/>
                </a:lnTo>
                <a:lnTo>
                  <a:pt x="153223" y="148642"/>
                </a:lnTo>
                <a:lnTo>
                  <a:pt x="152830" y="149230"/>
                </a:lnTo>
                <a:lnTo>
                  <a:pt x="152436" y="149808"/>
                </a:lnTo>
                <a:lnTo>
                  <a:pt x="152038" y="150376"/>
                </a:lnTo>
                <a:lnTo>
                  <a:pt x="151638" y="150933"/>
                </a:lnTo>
                <a:lnTo>
                  <a:pt x="151236" y="151480"/>
                </a:lnTo>
                <a:lnTo>
                  <a:pt x="150832" y="152017"/>
                </a:lnTo>
                <a:lnTo>
                  <a:pt x="150429" y="152544"/>
                </a:lnTo>
                <a:lnTo>
                  <a:pt x="150026" y="153062"/>
                </a:lnTo>
                <a:lnTo>
                  <a:pt x="149624" y="153569"/>
                </a:lnTo>
                <a:lnTo>
                  <a:pt x="149221" y="154066"/>
                </a:lnTo>
                <a:lnTo>
                  <a:pt x="148819" y="154553"/>
                </a:lnTo>
                <a:lnTo>
                  <a:pt x="148417" y="155030"/>
                </a:lnTo>
                <a:lnTo>
                  <a:pt x="148016" y="155497"/>
                </a:lnTo>
                <a:lnTo>
                  <a:pt x="147614" y="155955"/>
                </a:lnTo>
                <a:lnTo>
                  <a:pt x="147213" y="156402"/>
                </a:lnTo>
                <a:lnTo>
                  <a:pt x="146813" y="156839"/>
                </a:lnTo>
                <a:lnTo>
                  <a:pt x="146412" y="157267"/>
                </a:lnTo>
                <a:lnTo>
                  <a:pt x="146012" y="157684"/>
                </a:lnTo>
                <a:lnTo>
                  <a:pt x="145612" y="158091"/>
                </a:lnTo>
                <a:lnTo>
                  <a:pt x="145213" y="158489"/>
                </a:lnTo>
                <a:lnTo>
                  <a:pt x="144813" y="158876"/>
                </a:lnTo>
                <a:lnTo>
                  <a:pt x="144414" y="159254"/>
                </a:lnTo>
                <a:lnTo>
                  <a:pt x="144016" y="159621"/>
                </a:lnTo>
                <a:lnTo>
                  <a:pt x="143617" y="159979"/>
                </a:lnTo>
                <a:lnTo>
                  <a:pt x="143219" y="160326"/>
                </a:lnTo>
                <a:lnTo>
                  <a:pt x="142821" y="160664"/>
                </a:lnTo>
                <a:lnTo>
                  <a:pt x="142423" y="160992"/>
                </a:lnTo>
                <a:lnTo>
                  <a:pt x="142026" y="161309"/>
                </a:lnTo>
                <a:lnTo>
                  <a:pt x="141629" y="161617"/>
                </a:lnTo>
                <a:lnTo>
                  <a:pt x="144777" y="170664"/>
                </a:lnTo>
                <a:lnTo>
                  <a:pt x="145257" y="170395"/>
                </a:lnTo>
                <a:lnTo>
                  <a:pt x="145740" y="170112"/>
                </a:lnTo>
                <a:lnTo>
                  <a:pt x="146227" y="169815"/>
                </a:lnTo>
                <a:lnTo>
                  <a:pt x="146717" y="169505"/>
                </a:lnTo>
                <a:lnTo>
                  <a:pt x="147211" y="169181"/>
                </a:lnTo>
                <a:lnTo>
                  <a:pt x="147709" y="168844"/>
                </a:lnTo>
                <a:lnTo>
                  <a:pt x="148210" y="168493"/>
                </a:lnTo>
                <a:lnTo>
                  <a:pt x="148715" y="168128"/>
                </a:lnTo>
                <a:lnTo>
                  <a:pt x="149224" y="167750"/>
                </a:lnTo>
                <a:lnTo>
                  <a:pt x="149736" y="167358"/>
                </a:lnTo>
                <a:lnTo>
                  <a:pt x="150252" y="166953"/>
                </a:lnTo>
                <a:lnTo>
                  <a:pt x="150772" y="166534"/>
                </a:lnTo>
                <a:lnTo>
                  <a:pt x="151295" y="166102"/>
                </a:lnTo>
                <a:lnTo>
                  <a:pt x="151822" y="165655"/>
                </a:lnTo>
                <a:lnTo>
                  <a:pt x="152352" y="165196"/>
                </a:lnTo>
                <a:lnTo>
                  <a:pt x="152886" y="164722"/>
                </a:lnTo>
                <a:lnTo>
                  <a:pt x="153424" y="164236"/>
                </a:lnTo>
                <a:lnTo>
                  <a:pt x="153966" y="163735"/>
                </a:lnTo>
                <a:lnTo>
                  <a:pt x="154511" y="163221"/>
                </a:lnTo>
                <a:lnTo>
                  <a:pt x="155059" y="162693"/>
                </a:lnTo>
                <a:lnTo>
                  <a:pt x="155612" y="162152"/>
                </a:lnTo>
                <a:lnTo>
                  <a:pt x="156168" y="161597"/>
                </a:lnTo>
                <a:lnTo>
                  <a:pt x="156727" y="161029"/>
                </a:lnTo>
                <a:lnTo>
                  <a:pt x="157291" y="160447"/>
                </a:lnTo>
                <a:lnTo>
                  <a:pt x="157855" y="159851"/>
                </a:lnTo>
                <a:lnTo>
                  <a:pt x="158416" y="159244"/>
                </a:lnTo>
                <a:lnTo>
                  <a:pt x="158976" y="158623"/>
                </a:lnTo>
                <a:lnTo>
                  <a:pt x="159533" y="157990"/>
                </a:lnTo>
                <a:lnTo>
                  <a:pt x="160088" y="157344"/>
                </a:lnTo>
                <a:lnTo>
                  <a:pt x="160641" y="156686"/>
                </a:lnTo>
                <a:lnTo>
                  <a:pt x="161192" y="156015"/>
                </a:lnTo>
                <a:lnTo>
                  <a:pt x="161740" y="155332"/>
                </a:lnTo>
                <a:lnTo>
                  <a:pt x="162286" y="154636"/>
                </a:lnTo>
                <a:lnTo>
                  <a:pt x="162830" y="153927"/>
                </a:lnTo>
                <a:lnTo>
                  <a:pt x="163371" y="153205"/>
                </a:lnTo>
                <a:lnTo>
                  <a:pt x="163911" y="152471"/>
                </a:lnTo>
                <a:lnTo>
                  <a:pt x="164448" y="151725"/>
                </a:lnTo>
                <a:lnTo>
                  <a:pt x="164982" y="150965"/>
                </a:lnTo>
                <a:lnTo>
                  <a:pt x="165515" y="150193"/>
                </a:lnTo>
                <a:lnTo>
                  <a:pt x="166045" y="149409"/>
                </a:lnTo>
                <a:lnTo>
                  <a:pt x="166574" y="148612"/>
                </a:lnTo>
                <a:lnTo>
                  <a:pt x="167099" y="147802"/>
                </a:lnTo>
                <a:lnTo>
                  <a:pt x="167623" y="146980"/>
                </a:lnTo>
                <a:lnTo>
                  <a:pt x="168144" y="146145"/>
                </a:lnTo>
                <a:lnTo>
                  <a:pt x="168664" y="145297"/>
                </a:lnTo>
                <a:lnTo>
                  <a:pt x="169180" y="144437"/>
                </a:lnTo>
                <a:lnTo>
                  <a:pt x="169695" y="143564"/>
                </a:lnTo>
                <a:lnTo>
                  <a:pt x="170208" y="142678"/>
                </a:lnTo>
                <a:lnTo>
                  <a:pt x="170715" y="141780"/>
                </a:lnTo>
                <a:lnTo>
                  <a:pt x="171215" y="140870"/>
                </a:lnTo>
                <a:lnTo>
                  <a:pt x="171707" y="139947"/>
                </a:lnTo>
                <a:lnTo>
                  <a:pt x="172192" y="139011"/>
                </a:lnTo>
                <a:lnTo>
                  <a:pt x="172669" y="138063"/>
                </a:lnTo>
                <a:lnTo>
                  <a:pt x="173139" y="137103"/>
                </a:lnTo>
                <a:lnTo>
                  <a:pt x="173601" y="136130"/>
                </a:lnTo>
                <a:lnTo>
                  <a:pt x="174056" y="135144"/>
                </a:lnTo>
                <a:lnTo>
                  <a:pt x="174503" y="134146"/>
                </a:lnTo>
                <a:lnTo>
                  <a:pt x="174942" y="133136"/>
                </a:lnTo>
                <a:lnTo>
                  <a:pt x="175374" y="132113"/>
                </a:lnTo>
                <a:lnTo>
                  <a:pt x="175798" y="131078"/>
                </a:lnTo>
                <a:lnTo>
                  <a:pt x="176215" y="130030"/>
                </a:lnTo>
                <a:lnTo>
                  <a:pt x="176624" y="128970"/>
                </a:lnTo>
                <a:lnTo>
                  <a:pt x="177025" y="127897"/>
                </a:lnTo>
                <a:lnTo>
                  <a:pt x="177419" y="126811"/>
                </a:lnTo>
                <a:lnTo>
                  <a:pt x="177806" y="125714"/>
                </a:lnTo>
                <a:lnTo>
                  <a:pt x="178185" y="124603"/>
                </a:lnTo>
                <a:lnTo>
                  <a:pt x="178556" y="123481"/>
                </a:lnTo>
                <a:lnTo>
                  <a:pt x="178920" y="122345"/>
                </a:lnTo>
                <a:lnTo>
                  <a:pt x="179276" y="121198"/>
                </a:lnTo>
                <a:lnTo>
                  <a:pt x="179624" y="120037"/>
                </a:lnTo>
                <a:lnTo>
                  <a:pt x="179965" y="118865"/>
                </a:lnTo>
                <a:lnTo>
                  <a:pt x="180299" y="117680"/>
                </a:lnTo>
                <a:lnTo>
                  <a:pt x="180622" y="116482"/>
                </a:lnTo>
                <a:lnTo>
                  <a:pt x="180931" y="115273"/>
                </a:lnTo>
                <a:lnTo>
                  <a:pt x="181226" y="114052"/>
                </a:lnTo>
                <a:lnTo>
                  <a:pt x="181508" y="112820"/>
                </a:lnTo>
                <a:lnTo>
                  <a:pt x="181775" y="111575"/>
                </a:lnTo>
                <a:lnTo>
                  <a:pt x="182029" y="110319"/>
                </a:lnTo>
                <a:lnTo>
                  <a:pt x="182270" y="109051"/>
                </a:lnTo>
                <a:lnTo>
                  <a:pt x="182496" y="107772"/>
                </a:lnTo>
                <a:lnTo>
                  <a:pt x="182709" y="106480"/>
                </a:lnTo>
                <a:lnTo>
                  <a:pt x="182909" y="105177"/>
                </a:lnTo>
                <a:lnTo>
                  <a:pt x="183094" y="103862"/>
                </a:lnTo>
                <a:lnTo>
                  <a:pt x="183266" y="102535"/>
                </a:lnTo>
                <a:lnTo>
                  <a:pt x="183424" y="101197"/>
                </a:lnTo>
                <a:lnTo>
                  <a:pt x="183568" y="99846"/>
                </a:lnTo>
                <a:lnTo>
                  <a:pt x="183698" y="98484"/>
                </a:lnTo>
                <a:lnTo>
                  <a:pt x="183815" y="97110"/>
                </a:lnTo>
                <a:lnTo>
                  <a:pt x="183918" y="95725"/>
                </a:lnTo>
                <a:lnTo>
                  <a:pt x="184007" y="94327"/>
                </a:lnTo>
                <a:lnTo>
                  <a:pt x="184083" y="92918"/>
                </a:lnTo>
                <a:lnTo>
                  <a:pt x="184145" y="91497"/>
                </a:lnTo>
                <a:lnTo>
                  <a:pt x="184193" y="90064"/>
                </a:lnTo>
                <a:lnTo>
                  <a:pt x="184227" y="88620"/>
                </a:lnTo>
                <a:lnTo>
                  <a:pt x="184248" y="87163"/>
                </a:lnTo>
                <a:lnTo>
                  <a:pt x="184255" y="85695"/>
                </a:lnTo>
                <a:lnTo>
                  <a:pt x="184255" y="84888"/>
                </a:lnTo>
                <a:lnTo>
                  <a:pt x="184248" y="83427"/>
                </a:lnTo>
                <a:lnTo>
                  <a:pt x="184227" y="81977"/>
                </a:lnTo>
                <a:lnTo>
                  <a:pt x="184193" y="80539"/>
                </a:lnTo>
                <a:lnTo>
                  <a:pt x="184145" y="79112"/>
                </a:lnTo>
                <a:lnTo>
                  <a:pt x="184083" y="77697"/>
                </a:lnTo>
                <a:lnTo>
                  <a:pt x="184007" y="76294"/>
                </a:lnTo>
                <a:close/>
                <a:moveTo>
                  <a:pt x="993559" y="124045"/>
                </a:moveTo>
                <a:lnTo>
                  <a:pt x="993603" y="124395"/>
                </a:lnTo>
                <a:lnTo>
                  <a:pt x="993649" y="124748"/>
                </a:lnTo>
                <a:lnTo>
                  <a:pt x="993697" y="125103"/>
                </a:lnTo>
                <a:lnTo>
                  <a:pt x="993748" y="125459"/>
                </a:lnTo>
                <a:lnTo>
                  <a:pt x="993801" y="125818"/>
                </a:lnTo>
                <a:lnTo>
                  <a:pt x="993855" y="126175"/>
                </a:lnTo>
                <a:lnTo>
                  <a:pt x="993912" y="126526"/>
                </a:lnTo>
                <a:lnTo>
                  <a:pt x="993970" y="126871"/>
                </a:lnTo>
                <a:lnTo>
                  <a:pt x="994029" y="127210"/>
                </a:lnTo>
                <a:lnTo>
                  <a:pt x="994091" y="127543"/>
                </a:lnTo>
                <a:lnTo>
                  <a:pt x="994154" y="127869"/>
                </a:lnTo>
                <a:lnTo>
                  <a:pt x="994218" y="128190"/>
                </a:lnTo>
                <a:lnTo>
                  <a:pt x="994285" y="128505"/>
                </a:lnTo>
                <a:lnTo>
                  <a:pt x="994353" y="128814"/>
                </a:lnTo>
                <a:lnTo>
                  <a:pt x="994423" y="129116"/>
                </a:lnTo>
                <a:lnTo>
                  <a:pt x="994494" y="129413"/>
                </a:lnTo>
                <a:lnTo>
                  <a:pt x="994567" y="129703"/>
                </a:lnTo>
                <a:lnTo>
                  <a:pt x="994642" y="129988"/>
                </a:lnTo>
                <a:lnTo>
                  <a:pt x="994719" y="130267"/>
                </a:lnTo>
                <a:lnTo>
                  <a:pt x="994797" y="130539"/>
                </a:lnTo>
                <a:lnTo>
                  <a:pt x="994877" y="130806"/>
                </a:lnTo>
                <a:lnTo>
                  <a:pt x="994959" y="131066"/>
                </a:lnTo>
                <a:lnTo>
                  <a:pt x="995042" y="131321"/>
                </a:lnTo>
                <a:lnTo>
                  <a:pt x="995127" y="131569"/>
                </a:lnTo>
                <a:lnTo>
                  <a:pt x="995213" y="131811"/>
                </a:lnTo>
                <a:lnTo>
                  <a:pt x="995302" y="132048"/>
                </a:lnTo>
                <a:lnTo>
                  <a:pt x="995392" y="132278"/>
                </a:lnTo>
                <a:lnTo>
                  <a:pt x="995483" y="132502"/>
                </a:lnTo>
                <a:lnTo>
                  <a:pt x="995577" y="132721"/>
                </a:lnTo>
                <a:lnTo>
                  <a:pt x="1011158" y="132721"/>
                </a:lnTo>
                <a:lnTo>
                  <a:pt x="1011158" y="131429"/>
                </a:lnTo>
                <a:lnTo>
                  <a:pt x="1011031" y="131131"/>
                </a:lnTo>
                <a:lnTo>
                  <a:pt x="1010907" y="130827"/>
                </a:lnTo>
                <a:lnTo>
                  <a:pt x="1010786" y="130520"/>
                </a:lnTo>
                <a:lnTo>
                  <a:pt x="1010668" y="130207"/>
                </a:lnTo>
                <a:lnTo>
                  <a:pt x="1010552" y="129889"/>
                </a:lnTo>
                <a:lnTo>
                  <a:pt x="1010439" y="129567"/>
                </a:lnTo>
                <a:lnTo>
                  <a:pt x="1010328" y="129240"/>
                </a:lnTo>
                <a:lnTo>
                  <a:pt x="1010220" y="128908"/>
                </a:lnTo>
                <a:lnTo>
                  <a:pt x="1010115" y="128572"/>
                </a:lnTo>
                <a:lnTo>
                  <a:pt x="1010012" y="128231"/>
                </a:lnTo>
                <a:lnTo>
                  <a:pt x="1009913" y="127885"/>
                </a:lnTo>
                <a:lnTo>
                  <a:pt x="1009815" y="127534"/>
                </a:lnTo>
                <a:lnTo>
                  <a:pt x="1009721" y="127178"/>
                </a:lnTo>
                <a:lnTo>
                  <a:pt x="1009629" y="126818"/>
                </a:lnTo>
                <a:lnTo>
                  <a:pt x="1009540" y="126453"/>
                </a:lnTo>
                <a:lnTo>
                  <a:pt x="1009453" y="126083"/>
                </a:lnTo>
                <a:lnTo>
                  <a:pt x="1009369" y="125708"/>
                </a:lnTo>
                <a:lnTo>
                  <a:pt x="1009288" y="125329"/>
                </a:lnTo>
                <a:lnTo>
                  <a:pt x="1009210" y="124945"/>
                </a:lnTo>
                <a:lnTo>
                  <a:pt x="1009134" y="124556"/>
                </a:lnTo>
                <a:lnTo>
                  <a:pt x="1009060" y="124162"/>
                </a:lnTo>
                <a:lnTo>
                  <a:pt x="1008990" y="123764"/>
                </a:lnTo>
                <a:lnTo>
                  <a:pt x="1008922" y="123360"/>
                </a:lnTo>
                <a:lnTo>
                  <a:pt x="1008857" y="122952"/>
                </a:lnTo>
                <a:lnTo>
                  <a:pt x="1008794" y="122543"/>
                </a:lnTo>
                <a:lnTo>
                  <a:pt x="1008734" y="122136"/>
                </a:lnTo>
                <a:lnTo>
                  <a:pt x="1008677" y="121730"/>
                </a:lnTo>
                <a:lnTo>
                  <a:pt x="1008622" y="121327"/>
                </a:lnTo>
                <a:lnTo>
                  <a:pt x="1008570" y="120925"/>
                </a:lnTo>
                <a:lnTo>
                  <a:pt x="1008521" y="120525"/>
                </a:lnTo>
                <a:lnTo>
                  <a:pt x="1008475" y="120128"/>
                </a:lnTo>
                <a:lnTo>
                  <a:pt x="1008431" y="119732"/>
                </a:lnTo>
                <a:lnTo>
                  <a:pt x="1008389" y="119338"/>
                </a:lnTo>
                <a:lnTo>
                  <a:pt x="1008351" y="118947"/>
                </a:lnTo>
                <a:lnTo>
                  <a:pt x="1008315" y="118557"/>
                </a:lnTo>
                <a:lnTo>
                  <a:pt x="1008282" y="118169"/>
                </a:lnTo>
                <a:lnTo>
                  <a:pt x="1008251" y="117783"/>
                </a:lnTo>
                <a:lnTo>
                  <a:pt x="1008223" y="117399"/>
                </a:lnTo>
                <a:lnTo>
                  <a:pt x="1008198" y="117017"/>
                </a:lnTo>
                <a:lnTo>
                  <a:pt x="1008175" y="116637"/>
                </a:lnTo>
                <a:lnTo>
                  <a:pt x="1008155" y="116259"/>
                </a:lnTo>
                <a:lnTo>
                  <a:pt x="1008138" y="115883"/>
                </a:lnTo>
                <a:lnTo>
                  <a:pt x="1008123" y="115509"/>
                </a:lnTo>
                <a:lnTo>
                  <a:pt x="1008111" y="115137"/>
                </a:lnTo>
                <a:lnTo>
                  <a:pt x="1008102" y="114767"/>
                </a:lnTo>
                <a:lnTo>
                  <a:pt x="1008095" y="114399"/>
                </a:lnTo>
                <a:lnTo>
                  <a:pt x="1008091" y="114033"/>
                </a:lnTo>
                <a:lnTo>
                  <a:pt x="1008090" y="113668"/>
                </a:lnTo>
                <a:lnTo>
                  <a:pt x="1008090" y="72980"/>
                </a:lnTo>
                <a:lnTo>
                  <a:pt x="1008083" y="72172"/>
                </a:lnTo>
                <a:lnTo>
                  <a:pt x="1008061" y="71375"/>
                </a:lnTo>
                <a:lnTo>
                  <a:pt x="1008025" y="70589"/>
                </a:lnTo>
                <a:lnTo>
                  <a:pt x="1007974" y="69815"/>
                </a:lnTo>
                <a:lnTo>
                  <a:pt x="1007909" y="69052"/>
                </a:lnTo>
                <a:lnTo>
                  <a:pt x="1007830" y="68300"/>
                </a:lnTo>
                <a:lnTo>
                  <a:pt x="1007736" y="67560"/>
                </a:lnTo>
                <a:lnTo>
                  <a:pt x="1007628" y="66831"/>
                </a:lnTo>
                <a:lnTo>
                  <a:pt x="1007505" y="66114"/>
                </a:lnTo>
                <a:lnTo>
                  <a:pt x="1007368" y="65408"/>
                </a:lnTo>
                <a:lnTo>
                  <a:pt x="1007216" y="64713"/>
                </a:lnTo>
                <a:lnTo>
                  <a:pt x="1007050" y="64029"/>
                </a:lnTo>
                <a:lnTo>
                  <a:pt x="1006870" y="63357"/>
                </a:lnTo>
                <a:lnTo>
                  <a:pt x="1006675" y="62696"/>
                </a:lnTo>
                <a:lnTo>
                  <a:pt x="1006466" y="62047"/>
                </a:lnTo>
                <a:lnTo>
                  <a:pt x="1006242" y="61409"/>
                </a:lnTo>
                <a:lnTo>
                  <a:pt x="1006004" y="60782"/>
                </a:lnTo>
                <a:lnTo>
                  <a:pt x="1005751" y="60167"/>
                </a:lnTo>
                <a:lnTo>
                  <a:pt x="1005484" y="59563"/>
                </a:lnTo>
                <a:lnTo>
                  <a:pt x="1005203" y="58970"/>
                </a:lnTo>
                <a:lnTo>
                  <a:pt x="1004907" y="58389"/>
                </a:lnTo>
                <a:lnTo>
                  <a:pt x="1004596" y="57819"/>
                </a:lnTo>
                <a:lnTo>
                  <a:pt x="1004271" y="57260"/>
                </a:lnTo>
                <a:lnTo>
                  <a:pt x="1003932" y="56713"/>
                </a:lnTo>
                <a:lnTo>
                  <a:pt x="1003580" y="56177"/>
                </a:lnTo>
                <a:lnTo>
                  <a:pt x="1003217" y="55653"/>
                </a:lnTo>
                <a:lnTo>
                  <a:pt x="1002844" y="55139"/>
                </a:lnTo>
                <a:lnTo>
                  <a:pt x="1002459" y="54638"/>
                </a:lnTo>
                <a:lnTo>
                  <a:pt x="1002063" y="54147"/>
                </a:lnTo>
                <a:lnTo>
                  <a:pt x="1001657" y="53668"/>
                </a:lnTo>
                <a:lnTo>
                  <a:pt x="1001239" y="53200"/>
                </a:lnTo>
                <a:lnTo>
                  <a:pt x="1000811" y="52744"/>
                </a:lnTo>
                <a:lnTo>
                  <a:pt x="1000371" y="52299"/>
                </a:lnTo>
                <a:lnTo>
                  <a:pt x="999921" y="51865"/>
                </a:lnTo>
                <a:lnTo>
                  <a:pt x="999460" y="51443"/>
                </a:lnTo>
                <a:lnTo>
                  <a:pt x="998987" y="51032"/>
                </a:lnTo>
                <a:lnTo>
                  <a:pt x="998504" y="50632"/>
                </a:lnTo>
                <a:lnTo>
                  <a:pt x="998010" y="50244"/>
                </a:lnTo>
                <a:lnTo>
                  <a:pt x="997505" y="49867"/>
                </a:lnTo>
                <a:lnTo>
                  <a:pt x="996989" y="49501"/>
                </a:lnTo>
                <a:lnTo>
                  <a:pt x="996463" y="49147"/>
                </a:lnTo>
                <a:lnTo>
                  <a:pt x="995925" y="48804"/>
                </a:lnTo>
                <a:lnTo>
                  <a:pt x="995376" y="48472"/>
                </a:lnTo>
                <a:lnTo>
                  <a:pt x="994816" y="48152"/>
                </a:lnTo>
                <a:lnTo>
                  <a:pt x="994246" y="47843"/>
                </a:lnTo>
                <a:lnTo>
                  <a:pt x="993664" y="47546"/>
                </a:lnTo>
                <a:lnTo>
                  <a:pt x="993072" y="47260"/>
                </a:lnTo>
                <a:lnTo>
                  <a:pt x="992468" y="46985"/>
                </a:lnTo>
                <a:lnTo>
                  <a:pt x="991856" y="46722"/>
                </a:lnTo>
                <a:lnTo>
                  <a:pt x="991235" y="46469"/>
                </a:lnTo>
                <a:lnTo>
                  <a:pt x="990607" y="46228"/>
                </a:lnTo>
                <a:lnTo>
                  <a:pt x="989971" y="45998"/>
                </a:lnTo>
                <a:lnTo>
                  <a:pt x="989328" y="45780"/>
                </a:lnTo>
                <a:lnTo>
                  <a:pt x="988677" y="45572"/>
                </a:lnTo>
                <a:lnTo>
                  <a:pt x="988018" y="45376"/>
                </a:lnTo>
                <a:lnTo>
                  <a:pt x="987351" y="45191"/>
                </a:lnTo>
                <a:lnTo>
                  <a:pt x="986677" y="45017"/>
                </a:lnTo>
                <a:lnTo>
                  <a:pt x="985995" y="44855"/>
                </a:lnTo>
                <a:lnTo>
                  <a:pt x="985305" y="44703"/>
                </a:lnTo>
                <a:lnTo>
                  <a:pt x="984607" y="44563"/>
                </a:lnTo>
                <a:lnTo>
                  <a:pt x="983902" y="44434"/>
                </a:lnTo>
                <a:lnTo>
                  <a:pt x="983189" y="44316"/>
                </a:lnTo>
                <a:lnTo>
                  <a:pt x="982469" y="44210"/>
                </a:lnTo>
                <a:lnTo>
                  <a:pt x="981740" y="44115"/>
                </a:lnTo>
                <a:lnTo>
                  <a:pt x="981004" y="44031"/>
                </a:lnTo>
                <a:lnTo>
                  <a:pt x="980261" y="43958"/>
                </a:lnTo>
                <a:lnTo>
                  <a:pt x="979509" y="43896"/>
                </a:lnTo>
                <a:lnTo>
                  <a:pt x="978750" y="43846"/>
                </a:lnTo>
                <a:lnTo>
                  <a:pt x="977983" y="43806"/>
                </a:lnTo>
                <a:lnTo>
                  <a:pt x="977208" y="43778"/>
                </a:lnTo>
                <a:lnTo>
                  <a:pt x="976426" y="43761"/>
                </a:lnTo>
                <a:lnTo>
                  <a:pt x="975636" y="43756"/>
                </a:lnTo>
                <a:lnTo>
                  <a:pt x="974980" y="43760"/>
                </a:lnTo>
                <a:lnTo>
                  <a:pt x="974328" y="43771"/>
                </a:lnTo>
                <a:lnTo>
                  <a:pt x="973682" y="43791"/>
                </a:lnTo>
                <a:lnTo>
                  <a:pt x="973041" y="43818"/>
                </a:lnTo>
                <a:lnTo>
                  <a:pt x="972405" y="43852"/>
                </a:lnTo>
                <a:lnTo>
                  <a:pt x="971774" y="43895"/>
                </a:lnTo>
                <a:lnTo>
                  <a:pt x="971148" y="43945"/>
                </a:lnTo>
                <a:lnTo>
                  <a:pt x="970528" y="44003"/>
                </a:lnTo>
                <a:lnTo>
                  <a:pt x="969913" y="44068"/>
                </a:lnTo>
                <a:lnTo>
                  <a:pt x="969303" y="44141"/>
                </a:lnTo>
                <a:lnTo>
                  <a:pt x="968698" y="44222"/>
                </a:lnTo>
                <a:lnTo>
                  <a:pt x="968098" y="44311"/>
                </a:lnTo>
                <a:lnTo>
                  <a:pt x="967504" y="44407"/>
                </a:lnTo>
                <a:lnTo>
                  <a:pt x="966914" y="44511"/>
                </a:lnTo>
                <a:lnTo>
                  <a:pt x="966330" y="44623"/>
                </a:lnTo>
                <a:lnTo>
                  <a:pt x="965751" y="44743"/>
                </a:lnTo>
                <a:lnTo>
                  <a:pt x="965178" y="44870"/>
                </a:lnTo>
                <a:lnTo>
                  <a:pt x="964609" y="45005"/>
                </a:lnTo>
                <a:lnTo>
                  <a:pt x="964046" y="45147"/>
                </a:lnTo>
                <a:lnTo>
                  <a:pt x="963487" y="45298"/>
                </a:lnTo>
                <a:lnTo>
                  <a:pt x="962934" y="45456"/>
                </a:lnTo>
                <a:lnTo>
                  <a:pt x="962387" y="45621"/>
                </a:lnTo>
                <a:lnTo>
                  <a:pt x="961844" y="45795"/>
                </a:lnTo>
                <a:lnTo>
                  <a:pt x="961307" y="45976"/>
                </a:lnTo>
                <a:lnTo>
                  <a:pt x="960775" y="46164"/>
                </a:lnTo>
                <a:lnTo>
                  <a:pt x="960250" y="46357"/>
                </a:lnTo>
                <a:lnTo>
                  <a:pt x="959731" y="46555"/>
                </a:lnTo>
                <a:lnTo>
                  <a:pt x="959219" y="46759"/>
                </a:lnTo>
                <a:lnTo>
                  <a:pt x="958713" y="46968"/>
                </a:lnTo>
                <a:lnTo>
                  <a:pt x="958214" y="47182"/>
                </a:lnTo>
                <a:lnTo>
                  <a:pt x="957721" y="47401"/>
                </a:lnTo>
                <a:lnTo>
                  <a:pt x="957234" y="47626"/>
                </a:lnTo>
                <a:lnTo>
                  <a:pt x="956754" y="47857"/>
                </a:lnTo>
                <a:lnTo>
                  <a:pt x="956281" y="48092"/>
                </a:lnTo>
                <a:lnTo>
                  <a:pt x="955813" y="48333"/>
                </a:lnTo>
                <a:lnTo>
                  <a:pt x="955353" y="48580"/>
                </a:lnTo>
                <a:lnTo>
                  <a:pt x="954898" y="48831"/>
                </a:lnTo>
                <a:lnTo>
                  <a:pt x="954451" y="49088"/>
                </a:lnTo>
                <a:lnTo>
                  <a:pt x="954009" y="49350"/>
                </a:lnTo>
                <a:lnTo>
                  <a:pt x="953574" y="49618"/>
                </a:lnTo>
                <a:lnTo>
                  <a:pt x="953146" y="49891"/>
                </a:lnTo>
                <a:lnTo>
                  <a:pt x="952724" y="50169"/>
                </a:lnTo>
                <a:lnTo>
                  <a:pt x="952308" y="50452"/>
                </a:lnTo>
                <a:lnTo>
                  <a:pt x="951899" y="50741"/>
                </a:lnTo>
                <a:lnTo>
                  <a:pt x="951497" y="51035"/>
                </a:lnTo>
                <a:lnTo>
                  <a:pt x="951100" y="51335"/>
                </a:lnTo>
                <a:lnTo>
                  <a:pt x="950711" y="51640"/>
                </a:lnTo>
                <a:lnTo>
                  <a:pt x="950327" y="51950"/>
                </a:lnTo>
                <a:lnTo>
                  <a:pt x="949951" y="52264"/>
                </a:lnTo>
                <a:lnTo>
                  <a:pt x="949582" y="52582"/>
                </a:lnTo>
                <a:lnTo>
                  <a:pt x="949220" y="52902"/>
                </a:lnTo>
                <a:lnTo>
                  <a:pt x="948866" y="53225"/>
                </a:lnTo>
                <a:lnTo>
                  <a:pt x="948520" y="53551"/>
                </a:lnTo>
                <a:lnTo>
                  <a:pt x="948180" y="53880"/>
                </a:lnTo>
                <a:lnTo>
                  <a:pt x="947849" y="54212"/>
                </a:lnTo>
                <a:lnTo>
                  <a:pt x="947524" y="54547"/>
                </a:lnTo>
                <a:lnTo>
                  <a:pt x="947207" y="54885"/>
                </a:lnTo>
                <a:lnTo>
                  <a:pt x="946898" y="55225"/>
                </a:lnTo>
                <a:lnTo>
                  <a:pt x="946596" y="55569"/>
                </a:lnTo>
                <a:lnTo>
                  <a:pt x="946301" y="55916"/>
                </a:lnTo>
                <a:lnTo>
                  <a:pt x="946014" y="56265"/>
                </a:lnTo>
                <a:lnTo>
                  <a:pt x="945734" y="56618"/>
                </a:lnTo>
                <a:lnTo>
                  <a:pt x="945461" y="56974"/>
                </a:lnTo>
                <a:lnTo>
                  <a:pt x="945196" y="57332"/>
                </a:lnTo>
                <a:lnTo>
                  <a:pt x="944939" y="57693"/>
                </a:lnTo>
                <a:lnTo>
                  <a:pt x="944689" y="58058"/>
                </a:lnTo>
                <a:lnTo>
                  <a:pt x="944446" y="58425"/>
                </a:lnTo>
                <a:lnTo>
                  <a:pt x="944211" y="58795"/>
                </a:lnTo>
                <a:lnTo>
                  <a:pt x="943983" y="59168"/>
                </a:lnTo>
                <a:lnTo>
                  <a:pt x="943763" y="59545"/>
                </a:lnTo>
                <a:lnTo>
                  <a:pt x="943550" y="59924"/>
                </a:lnTo>
                <a:lnTo>
                  <a:pt x="943344" y="60306"/>
                </a:lnTo>
                <a:lnTo>
                  <a:pt x="943146" y="60689"/>
                </a:lnTo>
                <a:lnTo>
                  <a:pt x="942957" y="61073"/>
                </a:lnTo>
                <a:lnTo>
                  <a:pt x="942776" y="61457"/>
                </a:lnTo>
                <a:lnTo>
                  <a:pt x="942604" y="61842"/>
                </a:lnTo>
                <a:lnTo>
                  <a:pt x="942440" y="62226"/>
                </a:lnTo>
                <a:lnTo>
                  <a:pt x="942284" y="62611"/>
                </a:lnTo>
                <a:lnTo>
                  <a:pt x="942137" y="62997"/>
                </a:lnTo>
                <a:lnTo>
                  <a:pt x="941999" y="63382"/>
                </a:lnTo>
                <a:lnTo>
                  <a:pt x="941868" y="63768"/>
                </a:lnTo>
                <a:lnTo>
                  <a:pt x="941746" y="64154"/>
                </a:lnTo>
                <a:lnTo>
                  <a:pt x="941633" y="64541"/>
                </a:lnTo>
                <a:lnTo>
                  <a:pt x="941528" y="64927"/>
                </a:lnTo>
                <a:lnTo>
                  <a:pt x="941431" y="65314"/>
                </a:lnTo>
                <a:lnTo>
                  <a:pt x="941343" y="65702"/>
                </a:lnTo>
                <a:lnTo>
                  <a:pt x="941263" y="66089"/>
                </a:lnTo>
                <a:lnTo>
                  <a:pt x="941191" y="66477"/>
                </a:lnTo>
                <a:lnTo>
                  <a:pt x="941128" y="66865"/>
                </a:lnTo>
                <a:lnTo>
                  <a:pt x="941074" y="67253"/>
                </a:lnTo>
                <a:lnTo>
                  <a:pt x="941027" y="67642"/>
                </a:lnTo>
                <a:lnTo>
                  <a:pt x="940989" y="68031"/>
                </a:lnTo>
                <a:lnTo>
                  <a:pt x="940960" y="68420"/>
                </a:lnTo>
                <a:lnTo>
                  <a:pt x="940939" y="68810"/>
                </a:lnTo>
                <a:lnTo>
                  <a:pt x="940926" y="69200"/>
                </a:lnTo>
                <a:lnTo>
                  <a:pt x="940922" y="69590"/>
                </a:lnTo>
                <a:lnTo>
                  <a:pt x="955857" y="69590"/>
                </a:lnTo>
                <a:lnTo>
                  <a:pt x="955861" y="69288"/>
                </a:lnTo>
                <a:lnTo>
                  <a:pt x="955874" y="68987"/>
                </a:lnTo>
                <a:lnTo>
                  <a:pt x="955894" y="68689"/>
                </a:lnTo>
                <a:lnTo>
                  <a:pt x="955923" y="68392"/>
                </a:lnTo>
                <a:lnTo>
                  <a:pt x="955961" y="68097"/>
                </a:lnTo>
                <a:lnTo>
                  <a:pt x="956006" y="67803"/>
                </a:lnTo>
                <a:lnTo>
                  <a:pt x="956060" y="67512"/>
                </a:lnTo>
                <a:lnTo>
                  <a:pt x="956122" y="67221"/>
                </a:lnTo>
                <a:lnTo>
                  <a:pt x="956192" y="66933"/>
                </a:lnTo>
                <a:lnTo>
                  <a:pt x="956271" y="66646"/>
                </a:lnTo>
                <a:lnTo>
                  <a:pt x="956358" y="66361"/>
                </a:lnTo>
                <a:lnTo>
                  <a:pt x="956453" y="66078"/>
                </a:lnTo>
                <a:lnTo>
                  <a:pt x="956556" y="65796"/>
                </a:lnTo>
                <a:lnTo>
                  <a:pt x="956668" y="65516"/>
                </a:lnTo>
                <a:lnTo>
                  <a:pt x="956788" y="65238"/>
                </a:lnTo>
                <a:lnTo>
                  <a:pt x="956916" y="64961"/>
                </a:lnTo>
                <a:lnTo>
                  <a:pt x="957052" y="64686"/>
                </a:lnTo>
                <a:lnTo>
                  <a:pt x="957197" y="64413"/>
                </a:lnTo>
                <a:lnTo>
                  <a:pt x="957350" y="64141"/>
                </a:lnTo>
                <a:lnTo>
                  <a:pt x="957511" y="63871"/>
                </a:lnTo>
                <a:lnTo>
                  <a:pt x="957681" y="63603"/>
                </a:lnTo>
                <a:lnTo>
                  <a:pt x="957858" y="63336"/>
                </a:lnTo>
                <a:lnTo>
                  <a:pt x="958044" y="63071"/>
                </a:lnTo>
                <a:lnTo>
                  <a:pt x="958239" y="62808"/>
                </a:lnTo>
                <a:lnTo>
                  <a:pt x="958441" y="62548"/>
                </a:lnTo>
                <a:lnTo>
                  <a:pt x="958649" y="62292"/>
                </a:lnTo>
                <a:lnTo>
                  <a:pt x="958863" y="62040"/>
                </a:lnTo>
                <a:lnTo>
                  <a:pt x="959084" y="61792"/>
                </a:lnTo>
                <a:lnTo>
                  <a:pt x="959312" y="61549"/>
                </a:lnTo>
                <a:lnTo>
                  <a:pt x="959546" y="61310"/>
                </a:lnTo>
                <a:lnTo>
                  <a:pt x="959786" y="61075"/>
                </a:lnTo>
                <a:lnTo>
                  <a:pt x="960033" y="60844"/>
                </a:lnTo>
                <a:lnTo>
                  <a:pt x="960286" y="60617"/>
                </a:lnTo>
                <a:lnTo>
                  <a:pt x="960546" y="60395"/>
                </a:lnTo>
                <a:lnTo>
                  <a:pt x="960812" y="60177"/>
                </a:lnTo>
                <a:lnTo>
                  <a:pt x="961085" y="59962"/>
                </a:lnTo>
                <a:lnTo>
                  <a:pt x="961364" y="59753"/>
                </a:lnTo>
                <a:lnTo>
                  <a:pt x="961649" y="59547"/>
                </a:lnTo>
                <a:lnTo>
                  <a:pt x="961941" y="59346"/>
                </a:lnTo>
                <a:lnTo>
                  <a:pt x="962239" y="59148"/>
                </a:lnTo>
                <a:lnTo>
                  <a:pt x="962544" y="58955"/>
                </a:lnTo>
                <a:lnTo>
                  <a:pt x="962856" y="58767"/>
                </a:lnTo>
                <a:lnTo>
                  <a:pt x="963173" y="58582"/>
                </a:lnTo>
                <a:lnTo>
                  <a:pt x="963498" y="58402"/>
                </a:lnTo>
                <a:lnTo>
                  <a:pt x="963828" y="58226"/>
                </a:lnTo>
                <a:lnTo>
                  <a:pt x="964165" y="58054"/>
                </a:lnTo>
                <a:lnTo>
                  <a:pt x="964509" y="57886"/>
                </a:lnTo>
                <a:lnTo>
                  <a:pt x="964859" y="57722"/>
                </a:lnTo>
                <a:lnTo>
                  <a:pt x="965214" y="57564"/>
                </a:lnTo>
                <a:lnTo>
                  <a:pt x="965575" y="57413"/>
                </a:lnTo>
                <a:lnTo>
                  <a:pt x="965940" y="57268"/>
                </a:lnTo>
                <a:lnTo>
                  <a:pt x="966311" y="57130"/>
                </a:lnTo>
                <a:lnTo>
                  <a:pt x="966686" y="56999"/>
                </a:lnTo>
                <a:lnTo>
                  <a:pt x="967066" y="56875"/>
                </a:lnTo>
                <a:lnTo>
                  <a:pt x="967451" y="56757"/>
                </a:lnTo>
                <a:lnTo>
                  <a:pt x="967841" y="56646"/>
                </a:lnTo>
                <a:lnTo>
                  <a:pt x="968236" y="56542"/>
                </a:lnTo>
                <a:lnTo>
                  <a:pt x="968636" y="56444"/>
                </a:lnTo>
                <a:lnTo>
                  <a:pt x="969041" y="56353"/>
                </a:lnTo>
                <a:lnTo>
                  <a:pt x="969450" y="56269"/>
                </a:lnTo>
                <a:lnTo>
                  <a:pt x="969865" y="56192"/>
                </a:lnTo>
                <a:lnTo>
                  <a:pt x="970284" y="56121"/>
                </a:lnTo>
                <a:lnTo>
                  <a:pt x="970709" y="56057"/>
                </a:lnTo>
                <a:lnTo>
                  <a:pt x="971138" y="56000"/>
                </a:lnTo>
                <a:lnTo>
                  <a:pt x="971572" y="55950"/>
                </a:lnTo>
                <a:lnTo>
                  <a:pt x="972011" y="55906"/>
                </a:lnTo>
                <a:lnTo>
                  <a:pt x="972455" y="55869"/>
                </a:lnTo>
                <a:lnTo>
                  <a:pt x="972904" y="55839"/>
                </a:lnTo>
                <a:lnTo>
                  <a:pt x="973357" y="55815"/>
                </a:lnTo>
                <a:lnTo>
                  <a:pt x="973816" y="55798"/>
                </a:lnTo>
                <a:lnTo>
                  <a:pt x="974280" y="55788"/>
                </a:lnTo>
                <a:lnTo>
                  <a:pt x="974748" y="55785"/>
                </a:lnTo>
                <a:lnTo>
                  <a:pt x="975249" y="55788"/>
                </a:lnTo>
                <a:lnTo>
                  <a:pt x="975744" y="55799"/>
                </a:lnTo>
                <a:lnTo>
                  <a:pt x="976232" y="55817"/>
                </a:lnTo>
                <a:lnTo>
                  <a:pt x="976713" y="55843"/>
                </a:lnTo>
                <a:lnTo>
                  <a:pt x="977187" y="55876"/>
                </a:lnTo>
                <a:lnTo>
                  <a:pt x="977654" y="55916"/>
                </a:lnTo>
                <a:lnTo>
                  <a:pt x="978115" y="55963"/>
                </a:lnTo>
                <a:lnTo>
                  <a:pt x="978569" y="56018"/>
                </a:lnTo>
                <a:lnTo>
                  <a:pt x="979017" y="56080"/>
                </a:lnTo>
                <a:lnTo>
                  <a:pt x="979457" y="56149"/>
                </a:lnTo>
                <a:lnTo>
                  <a:pt x="979891" y="56226"/>
                </a:lnTo>
                <a:lnTo>
                  <a:pt x="980319" y="56309"/>
                </a:lnTo>
                <a:lnTo>
                  <a:pt x="980739" y="56401"/>
                </a:lnTo>
                <a:lnTo>
                  <a:pt x="981153" y="56499"/>
                </a:lnTo>
                <a:lnTo>
                  <a:pt x="981560" y="56605"/>
                </a:lnTo>
                <a:lnTo>
                  <a:pt x="981960" y="56718"/>
                </a:lnTo>
                <a:lnTo>
                  <a:pt x="982354" y="56838"/>
                </a:lnTo>
                <a:lnTo>
                  <a:pt x="982740" y="56965"/>
                </a:lnTo>
                <a:lnTo>
                  <a:pt x="983121" y="57100"/>
                </a:lnTo>
                <a:lnTo>
                  <a:pt x="983494" y="57242"/>
                </a:lnTo>
                <a:lnTo>
                  <a:pt x="983861" y="57392"/>
                </a:lnTo>
                <a:lnTo>
                  <a:pt x="984221" y="57548"/>
                </a:lnTo>
                <a:lnTo>
                  <a:pt x="984574" y="57712"/>
                </a:lnTo>
                <a:lnTo>
                  <a:pt x="984920" y="57884"/>
                </a:lnTo>
                <a:lnTo>
                  <a:pt x="985260" y="58062"/>
                </a:lnTo>
                <a:lnTo>
                  <a:pt x="985592" y="58246"/>
                </a:lnTo>
                <a:lnTo>
                  <a:pt x="985917" y="58436"/>
                </a:lnTo>
                <a:lnTo>
                  <a:pt x="986235" y="58632"/>
                </a:lnTo>
                <a:lnTo>
                  <a:pt x="986546" y="58834"/>
                </a:lnTo>
                <a:lnTo>
                  <a:pt x="986850" y="59042"/>
                </a:lnTo>
                <a:lnTo>
                  <a:pt x="987147" y="59256"/>
                </a:lnTo>
                <a:lnTo>
                  <a:pt x="987436" y="59476"/>
                </a:lnTo>
                <a:lnTo>
                  <a:pt x="987719" y="59702"/>
                </a:lnTo>
                <a:lnTo>
                  <a:pt x="987994" y="59934"/>
                </a:lnTo>
                <a:lnTo>
                  <a:pt x="988262" y="60172"/>
                </a:lnTo>
                <a:lnTo>
                  <a:pt x="988523" y="60417"/>
                </a:lnTo>
                <a:lnTo>
                  <a:pt x="988777" y="60667"/>
                </a:lnTo>
                <a:lnTo>
                  <a:pt x="989023" y="60923"/>
                </a:lnTo>
                <a:lnTo>
                  <a:pt x="989263" y="61185"/>
                </a:lnTo>
                <a:lnTo>
                  <a:pt x="989495" y="61454"/>
                </a:lnTo>
                <a:lnTo>
                  <a:pt x="989720" y="61728"/>
                </a:lnTo>
                <a:lnTo>
                  <a:pt x="989938" y="62008"/>
                </a:lnTo>
                <a:lnTo>
                  <a:pt x="990149" y="62295"/>
                </a:lnTo>
                <a:lnTo>
                  <a:pt x="990353" y="62587"/>
                </a:lnTo>
                <a:lnTo>
                  <a:pt x="990549" y="62886"/>
                </a:lnTo>
                <a:lnTo>
                  <a:pt x="990739" y="63190"/>
                </a:lnTo>
                <a:lnTo>
                  <a:pt x="990921" y="63501"/>
                </a:lnTo>
                <a:lnTo>
                  <a:pt x="991096" y="63817"/>
                </a:lnTo>
                <a:lnTo>
                  <a:pt x="991264" y="64139"/>
                </a:lnTo>
                <a:lnTo>
                  <a:pt x="991425" y="64466"/>
                </a:lnTo>
                <a:lnTo>
                  <a:pt x="991579" y="64797"/>
                </a:lnTo>
                <a:lnTo>
                  <a:pt x="991725" y="65133"/>
                </a:lnTo>
                <a:lnTo>
                  <a:pt x="991864" y="65473"/>
                </a:lnTo>
                <a:lnTo>
                  <a:pt x="991997" y="65818"/>
                </a:lnTo>
                <a:lnTo>
                  <a:pt x="992122" y="66168"/>
                </a:lnTo>
                <a:lnTo>
                  <a:pt x="992240" y="66522"/>
                </a:lnTo>
                <a:lnTo>
                  <a:pt x="992351" y="66881"/>
                </a:lnTo>
                <a:lnTo>
                  <a:pt x="992454" y="67244"/>
                </a:lnTo>
                <a:lnTo>
                  <a:pt x="992551" y="67612"/>
                </a:lnTo>
                <a:lnTo>
                  <a:pt x="992640" y="67985"/>
                </a:lnTo>
                <a:lnTo>
                  <a:pt x="992722" y="68362"/>
                </a:lnTo>
                <a:lnTo>
                  <a:pt x="992797" y="68744"/>
                </a:lnTo>
                <a:lnTo>
                  <a:pt x="992865" y="69131"/>
                </a:lnTo>
                <a:lnTo>
                  <a:pt x="992926" y="69522"/>
                </a:lnTo>
                <a:lnTo>
                  <a:pt x="992980" y="69918"/>
                </a:lnTo>
                <a:lnTo>
                  <a:pt x="993026" y="70319"/>
                </a:lnTo>
                <a:lnTo>
                  <a:pt x="993065" y="70724"/>
                </a:lnTo>
                <a:lnTo>
                  <a:pt x="993098" y="71134"/>
                </a:lnTo>
                <a:lnTo>
                  <a:pt x="993123" y="71548"/>
                </a:lnTo>
                <a:lnTo>
                  <a:pt x="993140" y="71967"/>
                </a:lnTo>
                <a:lnTo>
                  <a:pt x="993151" y="72391"/>
                </a:lnTo>
                <a:lnTo>
                  <a:pt x="993155" y="72819"/>
                </a:lnTo>
                <a:lnTo>
                  <a:pt x="993155" y="79762"/>
                </a:lnTo>
                <a:lnTo>
                  <a:pt x="978381" y="79762"/>
                </a:lnTo>
                <a:lnTo>
                  <a:pt x="977637" y="79765"/>
                </a:lnTo>
                <a:lnTo>
                  <a:pt x="976899" y="79775"/>
                </a:lnTo>
                <a:lnTo>
                  <a:pt x="976167" y="79791"/>
                </a:lnTo>
                <a:lnTo>
                  <a:pt x="975441" y="79813"/>
                </a:lnTo>
                <a:lnTo>
                  <a:pt x="974721" y="79842"/>
                </a:lnTo>
                <a:lnTo>
                  <a:pt x="974006" y="79878"/>
                </a:lnTo>
                <a:lnTo>
                  <a:pt x="973298" y="79920"/>
                </a:lnTo>
                <a:lnTo>
                  <a:pt x="972595" y="79968"/>
                </a:lnTo>
                <a:lnTo>
                  <a:pt x="971899" y="80023"/>
                </a:lnTo>
                <a:lnTo>
                  <a:pt x="971208" y="80084"/>
                </a:lnTo>
                <a:lnTo>
                  <a:pt x="970523" y="80152"/>
                </a:lnTo>
                <a:lnTo>
                  <a:pt x="969844" y="80226"/>
                </a:lnTo>
                <a:lnTo>
                  <a:pt x="969171" y="80306"/>
                </a:lnTo>
                <a:lnTo>
                  <a:pt x="968503" y="80393"/>
                </a:lnTo>
                <a:lnTo>
                  <a:pt x="967842" y="80487"/>
                </a:lnTo>
                <a:lnTo>
                  <a:pt x="967186" y="80587"/>
                </a:lnTo>
                <a:lnTo>
                  <a:pt x="966537" y="80693"/>
                </a:lnTo>
                <a:lnTo>
                  <a:pt x="965893" y="80806"/>
                </a:lnTo>
                <a:lnTo>
                  <a:pt x="965255" y="80925"/>
                </a:lnTo>
                <a:lnTo>
                  <a:pt x="964623" y="81051"/>
                </a:lnTo>
                <a:lnTo>
                  <a:pt x="963997" y="81183"/>
                </a:lnTo>
                <a:lnTo>
                  <a:pt x="963377" y="81322"/>
                </a:lnTo>
                <a:lnTo>
                  <a:pt x="962763" y="81467"/>
                </a:lnTo>
                <a:lnTo>
                  <a:pt x="962154" y="81618"/>
                </a:lnTo>
                <a:lnTo>
                  <a:pt x="961552" y="81776"/>
                </a:lnTo>
                <a:lnTo>
                  <a:pt x="960958" y="81940"/>
                </a:lnTo>
                <a:lnTo>
                  <a:pt x="960371" y="82110"/>
                </a:lnTo>
                <a:lnTo>
                  <a:pt x="959791" y="82286"/>
                </a:lnTo>
                <a:lnTo>
                  <a:pt x="959218" y="82467"/>
                </a:lnTo>
                <a:lnTo>
                  <a:pt x="958653" y="82655"/>
                </a:lnTo>
                <a:lnTo>
                  <a:pt x="958094" y="82849"/>
                </a:lnTo>
                <a:lnTo>
                  <a:pt x="957544" y="83049"/>
                </a:lnTo>
                <a:lnTo>
                  <a:pt x="957000" y="83255"/>
                </a:lnTo>
                <a:lnTo>
                  <a:pt x="956464" y="83467"/>
                </a:lnTo>
                <a:lnTo>
                  <a:pt x="955935" y="83685"/>
                </a:lnTo>
                <a:lnTo>
                  <a:pt x="955413" y="83909"/>
                </a:lnTo>
                <a:lnTo>
                  <a:pt x="954899" y="84139"/>
                </a:lnTo>
                <a:lnTo>
                  <a:pt x="954392" y="84375"/>
                </a:lnTo>
                <a:lnTo>
                  <a:pt x="953892" y="84617"/>
                </a:lnTo>
                <a:lnTo>
                  <a:pt x="953399" y="84866"/>
                </a:lnTo>
                <a:lnTo>
                  <a:pt x="952914" y="85120"/>
                </a:lnTo>
                <a:lnTo>
                  <a:pt x="952436" y="85380"/>
                </a:lnTo>
                <a:lnTo>
                  <a:pt x="951966" y="85646"/>
                </a:lnTo>
                <a:lnTo>
                  <a:pt x="951502" y="85918"/>
                </a:lnTo>
                <a:lnTo>
                  <a:pt x="951046" y="86197"/>
                </a:lnTo>
                <a:lnTo>
                  <a:pt x="950597" y="86481"/>
                </a:lnTo>
                <a:lnTo>
                  <a:pt x="950156" y="86771"/>
                </a:lnTo>
                <a:lnTo>
                  <a:pt x="949722" y="87068"/>
                </a:lnTo>
                <a:lnTo>
                  <a:pt x="949295" y="87370"/>
                </a:lnTo>
                <a:lnTo>
                  <a:pt x="948877" y="87679"/>
                </a:lnTo>
                <a:lnTo>
                  <a:pt x="948468" y="87994"/>
                </a:lnTo>
                <a:lnTo>
                  <a:pt x="948067" y="88315"/>
                </a:lnTo>
                <a:lnTo>
                  <a:pt x="947674" y="88642"/>
                </a:lnTo>
                <a:lnTo>
                  <a:pt x="947290" y="88975"/>
                </a:lnTo>
                <a:lnTo>
                  <a:pt x="946914" y="89314"/>
                </a:lnTo>
                <a:lnTo>
                  <a:pt x="946546" y="89660"/>
                </a:lnTo>
                <a:lnTo>
                  <a:pt x="946187" y="90012"/>
                </a:lnTo>
                <a:lnTo>
                  <a:pt x="945837" y="90370"/>
                </a:lnTo>
                <a:lnTo>
                  <a:pt x="945494" y="90734"/>
                </a:lnTo>
                <a:lnTo>
                  <a:pt x="945161" y="91104"/>
                </a:lnTo>
                <a:lnTo>
                  <a:pt x="944835" y="91481"/>
                </a:lnTo>
                <a:lnTo>
                  <a:pt x="944518" y="91863"/>
                </a:lnTo>
                <a:lnTo>
                  <a:pt x="944209" y="92252"/>
                </a:lnTo>
                <a:lnTo>
                  <a:pt x="943909" y="92647"/>
                </a:lnTo>
                <a:lnTo>
                  <a:pt x="943617" y="93048"/>
                </a:lnTo>
                <a:lnTo>
                  <a:pt x="943334" y="93455"/>
                </a:lnTo>
                <a:lnTo>
                  <a:pt x="943059" y="93869"/>
                </a:lnTo>
                <a:lnTo>
                  <a:pt x="942792" y="94289"/>
                </a:lnTo>
                <a:lnTo>
                  <a:pt x="942534" y="94714"/>
                </a:lnTo>
                <a:lnTo>
                  <a:pt x="942284" y="95146"/>
                </a:lnTo>
                <a:lnTo>
                  <a:pt x="942043" y="95584"/>
                </a:lnTo>
                <a:lnTo>
                  <a:pt x="941810" y="96029"/>
                </a:lnTo>
                <a:lnTo>
                  <a:pt x="941586" y="96479"/>
                </a:lnTo>
                <a:lnTo>
                  <a:pt x="941372" y="96935"/>
                </a:lnTo>
                <a:lnTo>
                  <a:pt x="941167" y="97397"/>
                </a:lnTo>
                <a:lnTo>
                  <a:pt x="940971" y="97864"/>
                </a:lnTo>
                <a:lnTo>
                  <a:pt x="940786" y="98338"/>
                </a:lnTo>
                <a:lnTo>
                  <a:pt x="940609" y="98816"/>
                </a:lnTo>
                <a:lnTo>
                  <a:pt x="940443" y="99301"/>
                </a:lnTo>
                <a:lnTo>
                  <a:pt x="940285" y="99792"/>
                </a:lnTo>
                <a:lnTo>
                  <a:pt x="940138" y="100288"/>
                </a:lnTo>
                <a:lnTo>
                  <a:pt x="939999" y="100790"/>
                </a:lnTo>
                <a:lnTo>
                  <a:pt x="939871" y="101298"/>
                </a:lnTo>
                <a:lnTo>
                  <a:pt x="939752" y="101811"/>
                </a:lnTo>
                <a:lnTo>
                  <a:pt x="939642" y="102330"/>
                </a:lnTo>
                <a:lnTo>
                  <a:pt x="939542" y="102855"/>
                </a:lnTo>
                <a:lnTo>
                  <a:pt x="939451" y="103386"/>
                </a:lnTo>
                <a:lnTo>
                  <a:pt x="939370" y="103922"/>
                </a:lnTo>
                <a:lnTo>
                  <a:pt x="939299" y="104465"/>
                </a:lnTo>
                <a:lnTo>
                  <a:pt x="939237" y="105013"/>
                </a:lnTo>
                <a:lnTo>
                  <a:pt x="939184" y="105566"/>
                </a:lnTo>
                <a:lnTo>
                  <a:pt x="939142" y="106126"/>
                </a:lnTo>
                <a:lnTo>
                  <a:pt x="939108" y="106691"/>
                </a:lnTo>
                <a:lnTo>
                  <a:pt x="939084" y="107262"/>
                </a:lnTo>
                <a:lnTo>
                  <a:pt x="939070" y="107838"/>
                </a:lnTo>
                <a:lnTo>
                  <a:pt x="939065" y="108421"/>
                </a:lnTo>
                <a:lnTo>
                  <a:pt x="939072" y="109024"/>
                </a:lnTo>
                <a:lnTo>
                  <a:pt x="939091" y="109622"/>
                </a:lnTo>
                <a:lnTo>
                  <a:pt x="939123" y="110215"/>
                </a:lnTo>
                <a:lnTo>
                  <a:pt x="939167" y="110804"/>
                </a:lnTo>
                <a:lnTo>
                  <a:pt x="939225" y="111387"/>
                </a:lnTo>
                <a:lnTo>
                  <a:pt x="939295" y="111965"/>
                </a:lnTo>
                <a:lnTo>
                  <a:pt x="939378" y="112539"/>
                </a:lnTo>
                <a:lnTo>
                  <a:pt x="939473" y="113108"/>
                </a:lnTo>
                <a:lnTo>
                  <a:pt x="939582" y="113672"/>
                </a:lnTo>
                <a:lnTo>
                  <a:pt x="939703" y="114230"/>
                </a:lnTo>
                <a:lnTo>
                  <a:pt x="939837" y="114784"/>
                </a:lnTo>
                <a:lnTo>
                  <a:pt x="939984" y="115333"/>
                </a:lnTo>
                <a:lnTo>
                  <a:pt x="940143" y="115878"/>
                </a:lnTo>
                <a:lnTo>
                  <a:pt x="940315" y="116417"/>
                </a:lnTo>
                <a:lnTo>
                  <a:pt x="940500" y="116951"/>
                </a:lnTo>
                <a:lnTo>
                  <a:pt x="940698" y="117481"/>
                </a:lnTo>
                <a:lnTo>
                  <a:pt x="940908" y="118005"/>
                </a:lnTo>
                <a:lnTo>
                  <a:pt x="941132" y="118525"/>
                </a:lnTo>
                <a:lnTo>
                  <a:pt x="941368" y="119040"/>
                </a:lnTo>
                <a:lnTo>
                  <a:pt x="941616" y="119549"/>
                </a:lnTo>
                <a:lnTo>
                  <a:pt x="941878" y="120054"/>
                </a:lnTo>
                <a:lnTo>
                  <a:pt x="942152" y="120554"/>
                </a:lnTo>
                <a:lnTo>
                  <a:pt x="942439" y="121049"/>
                </a:lnTo>
                <a:lnTo>
                  <a:pt x="942739" y="121540"/>
                </a:lnTo>
                <a:lnTo>
                  <a:pt x="943050" y="122023"/>
                </a:lnTo>
                <a:lnTo>
                  <a:pt x="943372" y="122499"/>
                </a:lnTo>
                <a:lnTo>
                  <a:pt x="943704" y="122966"/>
                </a:lnTo>
                <a:lnTo>
                  <a:pt x="944046" y="123424"/>
                </a:lnTo>
                <a:lnTo>
                  <a:pt x="944399" y="123875"/>
                </a:lnTo>
                <a:lnTo>
                  <a:pt x="944762" y="124317"/>
                </a:lnTo>
                <a:lnTo>
                  <a:pt x="945135" y="124751"/>
                </a:lnTo>
                <a:lnTo>
                  <a:pt x="945519" y="125177"/>
                </a:lnTo>
                <a:lnTo>
                  <a:pt x="945914" y="125594"/>
                </a:lnTo>
                <a:lnTo>
                  <a:pt x="946318" y="126004"/>
                </a:lnTo>
                <a:lnTo>
                  <a:pt x="946733" y="126404"/>
                </a:lnTo>
                <a:lnTo>
                  <a:pt x="947159" y="126797"/>
                </a:lnTo>
                <a:lnTo>
                  <a:pt x="947594" y="127182"/>
                </a:lnTo>
                <a:lnTo>
                  <a:pt x="948040" y="127558"/>
                </a:lnTo>
                <a:lnTo>
                  <a:pt x="948497" y="127925"/>
                </a:lnTo>
                <a:lnTo>
                  <a:pt x="948964" y="128285"/>
                </a:lnTo>
                <a:lnTo>
                  <a:pt x="949441" y="128636"/>
                </a:lnTo>
                <a:lnTo>
                  <a:pt x="949929" y="128979"/>
                </a:lnTo>
                <a:lnTo>
                  <a:pt x="950427" y="129314"/>
                </a:lnTo>
                <a:lnTo>
                  <a:pt x="950935" y="129641"/>
                </a:lnTo>
                <a:lnTo>
                  <a:pt x="951454" y="129959"/>
                </a:lnTo>
                <a:lnTo>
                  <a:pt x="951983" y="130269"/>
                </a:lnTo>
                <a:lnTo>
                  <a:pt x="952522" y="130571"/>
                </a:lnTo>
                <a:lnTo>
                  <a:pt x="953072" y="130864"/>
                </a:lnTo>
                <a:lnTo>
                  <a:pt x="953631" y="131147"/>
                </a:lnTo>
                <a:lnTo>
                  <a:pt x="954198" y="131418"/>
                </a:lnTo>
                <a:lnTo>
                  <a:pt x="954772" y="131678"/>
                </a:lnTo>
                <a:lnTo>
                  <a:pt x="955354" y="131925"/>
                </a:lnTo>
                <a:lnTo>
                  <a:pt x="955944" y="132160"/>
                </a:lnTo>
                <a:lnTo>
                  <a:pt x="956541" y="132383"/>
                </a:lnTo>
                <a:lnTo>
                  <a:pt x="957146" y="132594"/>
                </a:lnTo>
                <a:lnTo>
                  <a:pt x="957759" y="132792"/>
                </a:lnTo>
                <a:lnTo>
                  <a:pt x="958379" y="132979"/>
                </a:lnTo>
                <a:lnTo>
                  <a:pt x="959008" y="133154"/>
                </a:lnTo>
                <a:lnTo>
                  <a:pt x="959644" y="133317"/>
                </a:lnTo>
                <a:lnTo>
                  <a:pt x="960287" y="133467"/>
                </a:lnTo>
                <a:lnTo>
                  <a:pt x="960939" y="133606"/>
                </a:lnTo>
                <a:lnTo>
                  <a:pt x="961598" y="133733"/>
                </a:lnTo>
                <a:lnTo>
                  <a:pt x="962265" y="133847"/>
                </a:lnTo>
                <a:lnTo>
                  <a:pt x="962939" y="133950"/>
                </a:lnTo>
                <a:lnTo>
                  <a:pt x="963621" y="134040"/>
                </a:lnTo>
                <a:lnTo>
                  <a:pt x="964311" y="134118"/>
                </a:lnTo>
                <a:lnTo>
                  <a:pt x="965009" y="134185"/>
                </a:lnTo>
                <a:lnTo>
                  <a:pt x="965714" y="134239"/>
                </a:lnTo>
                <a:lnTo>
                  <a:pt x="966427" y="134281"/>
                </a:lnTo>
                <a:lnTo>
                  <a:pt x="967148" y="134311"/>
                </a:lnTo>
                <a:lnTo>
                  <a:pt x="967877" y="134329"/>
                </a:lnTo>
                <a:lnTo>
                  <a:pt x="968613" y="134335"/>
                </a:lnTo>
                <a:lnTo>
                  <a:pt x="969202" y="134331"/>
                </a:lnTo>
                <a:lnTo>
                  <a:pt x="969787" y="134318"/>
                </a:lnTo>
                <a:lnTo>
                  <a:pt x="970367" y="134297"/>
                </a:lnTo>
                <a:lnTo>
                  <a:pt x="970942" y="134267"/>
                </a:lnTo>
                <a:lnTo>
                  <a:pt x="971511" y="134228"/>
                </a:lnTo>
                <a:lnTo>
                  <a:pt x="972077" y="134181"/>
                </a:lnTo>
                <a:lnTo>
                  <a:pt x="972637" y="134126"/>
                </a:lnTo>
                <a:lnTo>
                  <a:pt x="973192" y="134062"/>
                </a:lnTo>
                <a:lnTo>
                  <a:pt x="973742" y="133989"/>
                </a:lnTo>
                <a:lnTo>
                  <a:pt x="974288" y="133908"/>
                </a:lnTo>
                <a:lnTo>
                  <a:pt x="974828" y="133818"/>
                </a:lnTo>
                <a:lnTo>
                  <a:pt x="975364" y="133720"/>
                </a:lnTo>
                <a:lnTo>
                  <a:pt x="975894" y="133613"/>
                </a:lnTo>
                <a:lnTo>
                  <a:pt x="976420" y="133497"/>
                </a:lnTo>
                <a:lnTo>
                  <a:pt x="976941" y="133374"/>
                </a:lnTo>
                <a:lnTo>
                  <a:pt x="977457" y="133241"/>
                </a:lnTo>
                <a:lnTo>
                  <a:pt x="977968" y="133100"/>
                </a:lnTo>
                <a:lnTo>
                  <a:pt x="978474" y="132950"/>
                </a:lnTo>
                <a:lnTo>
                  <a:pt x="978976" y="132792"/>
                </a:lnTo>
                <a:lnTo>
                  <a:pt x="979472" y="132625"/>
                </a:lnTo>
                <a:lnTo>
                  <a:pt x="979963" y="132450"/>
                </a:lnTo>
                <a:lnTo>
                  <a:pt x="980450" y="132266"/>
                </a:lnTo>
                <a:lnTo>
                  <a:pt x="980932" y="132074"/>
                </a:lnTo>
                <a:lnTo>
                  <a:pt x="981408" y="131873"/>
                </a:lnTo>
                <a:lnTo>
                  <a:pt x="981880" y="131666"/>
                </a:lnTo>
                <a:lnTo>
                  <a:pt x="982346" y="131454"/>
                </a:lnTo>
                <a:lnTo>
                  <a:pt x="982807" y="131237"/>
                </a:lnTo>
                <a:lnTo>
                  <a:pt x="983263" y="131016"/>
                </a:lnTo>
                <a:lnTo>
                  <a:pt x="983713" y="130791"/>
                </a:lnTo>
                <a:lnTo>
                  <a:pt x="984158" y="130561"/>
                </a:lnTo>
                <a:lnTo>
                  <a:pt x="984598" y="130327"/>
                </a:lnTo>
                <a:lnTo>
                  <a:pt x="985032" y="130088"/>
                </a:lnTo>
                <a:lnTo>
                  <a:pt x="985461" y="129845"/>
                </a:lnTo>
                <a:lnTo>
                  <a:pt x="985885" y="129597"/>
                </a:lnTo>
                <a:lnTo>
                  <a:pt x="986303" y="129345"/>
                </a:lnTo>
                <a:lnTo>
                  <a:pt x="986716" y="129088"/>
                </a:lnTo>
                <a:lnTo>
                  <a:pt x="987124" y="128827"/>
                </a:lnTo>
                <a:lnTo>
                  <a:pt x="987527" y="128561"/>
                </a:lnTo>
                <a:lnTo>
                  <a:pt x="987924" y="128291"/>
                </a:lnTo>
                <a:lnTo>
                  <a:pt x="988315" y="128016"/>
                </a:lnTo>
                <a:lnTo>
                  <a:pt x="988702" y="127737"/>
                </a:lnTo>
                <a:lnTo>
                  <a:pt x="989083" y="127453"/>
                </a:lnTo>
                <a:lnTo>
                  <a:pt x="989459" y="127165"/>
                </a:lnTo>
                <a:lnTo>
                  <a:pt x="989829" y="126872"/>
                </a:lnTo>
                <a:lnTo>
                  <a:pt x="990194" y="126575"/>
                </a:lnTo>
                <a:lnTo>
                  <a:pt x="990554" y="126274"/>
                </a:lnTo>
                <a:lnTo>
                  <a:pt x="990908" y="125967"/>
                </a:lnTo>
                <a:lnTo>
                  <a:pt x="991258" y="125657"/>
                </a:lnTo>
                <a:lnTo>
                  <a:pt x="991601" y="125343"/>
                </a:lnTo>
                <a:lnTo>
                  <a:pt x="991939" y="125029"/>
                </a:lnTo>
                <a:lnTo>
                  <a:pt x="992271" y="124713"/>
                </a:lnTo>
                <a:lnTo>
                  <a:pt x="992597" y="124395"/>
                </a:lnTo>
                <a:lnTo>
                  <a:pt x="992918" y="124077"/>
                </a:lnTo>
                <a:lnTo>
                  <a:pt x="993233" y="123757"/>
                </a:lnTo>
                <a:lnTo>
                  <a:pt x="993494" y="123486"/>
                </a:lnTo>
                <a:lnTo>
                  <a:pt x="993518" y="123697"/>
                </a:lnTo>
                <a:lnTo>
                  <a:pt x="993559" y="124045"/>
                </a:lnTo>
                <a:close/>
                <a:moveTo>
                  <a:pt x="992827" y="108818"/>
                </a:moveTo>
                <a:lnTo>
                  <a:pt x="992632" y="109163"/>
                </a:lnTo>
                <a:lnTo>
                  <a:pt x="992428" y="109508"/>
                </a:lnTo>
                <a:lnTo>
                  <a:pt x="992214" y="109854"/>
                </a:lnTo>
                <a:lnTo>
                  <a:pt x="991990" y="110201"/>
                </a:lnTo>
                <a:lnTo>
                  <a:pt x="991756" y="110548"/>
                </a:lnTo>
                <a:lnTo>
                  <a:pt x="991512" y="110897"/>
                </a:lnTo>
                <a:lnTo>
                  <a:pt x="991258" y="111246"/>
                </a:lnTo>
                <a:lnTo>
                  <a:pt x="990995" y="111594"/>
                </a:lnTo>
                <a:lnTo>
                  <a:pt x="990725" y="111937"/>
                </a:lnTo>
                <a:lnTo>
                  <a:pt x="990447" y="112276"/>
                </a:lnTo>
                <a:lnTo>
                  <a:pt x="990162" y="112610"/>
                </a:lnTo>
                <a:lnTo>
                  <a:pt x="989870" y="112940"/>
                </a:lnTo>
                <a:lnTo>
                  <a:pt x="989570" y="113265"/>
                </a:lnTo>
                <a:lnTo>
                  <a:pt x="989262" y="113585"/>
                </a:lnTo>
                <a:lnTo>
                  <a:pt x="988948" y="113902"/>
                </a:lnTo>
                <a:lnTo>
                  <a:pt x="988626" y="114213"/>
                </a:lnTo>
                <a:lnTo>
                  <a:pt x="988296" y="114521"/>
                </a:lnTo>
                <a:lnTo>
                  <a:pt x="987959" y="114823"/>
                </a:lnTo>
                <a:lnTo>
                  <a:pt x="987615" y="115122"/>
                </a:lnTo>
                <a:lnTo>
                  <a:pt x="987263" y="115415"/>
                </a:lnTo>
                <a:lnTo>
                  <a:pt x="986903" y="115705"/>
                </a:lnTo>
                <a:lnTo>
                  <a:pt x="986537" y="115989"/>
                </a:lnTo>
                <a:lnTo>
                  <a:pt x="986163" y="116270"/>
                </a:lnTo>
                <a:lnTo>
                  <a:pt x="985781" y="116546"/>
                </a:lnTo>
                <a:lnTo>
                  <a:pt x="985392" y="116817"/>
                </a:lnTo>
                <a:lnTo>
                  <a:pt x="984996" y="117084"/>
                </a:lnTo>
                <a:lnTo>
                  <a:pt x="984592" y="117346"/>
                </a:lnTo>
                <a:lnTo>
                  <a:pt x="984180" y="117604"/>
                </a:lnTo>
                <a:lnTo>
                  <a:pt x="983762" y="117857"/>
                </a:lnTo>
                <a:lnTo>
                  <a:pt x="983336" y="118106"/>
                </a:lnTo>
                <a:lnTo>
                  <a:pt x="982902" y="118351"/>
                </a:lnTo>
                <a:lnTo>
                  <a:pt x="982462" y="118588"/>
                </a:lnTo>
                <a:lnTo>
                  <a:pt x="982016" y="118815"/>
                </a:lnTo>
                <a:lnTo>
                  <a:pt x="981565" y="119032"/>
                </a:lnTo>
                <a:lnTo>
                  <a:pt x="981108" y="119239"/>
                </a:lnTo>
                <a:lnTo>
                  <a:pt x="980645" y="119436"/>
                </a:lnTo>
                <a:lnTo>
                  <a:pt x="980177" y="119622"/>
                </a:lnTo>
                <a:lnTo>
                  <a:pt x="979704" y="119799"/>
                </a:lnTo>
                <a:lnTo>
                  <a:pt x="979224" y="119965"/>
                </a:lnTo>
                <a:lnTo>
                  <a:pt x="978739" y="120122"/>
                </a:lnTo>
                <a:lnTo>
                  <a:pt x="978249" y="120268"/>
                </a:lnTo>
                <a:lnTo>
                  <a:pt x="977753" y="120404"/>
                </a:lnTo>
                <a:lnTo>
                  <a:pt x="977251" y="120530"/>
                </a:lnTo>
                <a:lnTo>
                  <a:pt x="976743" y="120646"/>
                </a:lnTo>
                <a:lnTo>
                  <a:pt x="976230" y="120752"/>
                </a:lnTo>
                <a:lnTo>
                  <a:pt x="975712" y="120848"/>
                </a:lnTo>
                <a:lnTo>
                  <a:pt x="975188" y="120934"/>
                </a:lnTo>
                <a:lnTo>
                  <a:pt x="974658" y="121010"/>
                </a:lnTo>
                <a:lnTo>
                  <a:pt x="974123" y="121075"/>
                </a:lnTo>
                <a:lnTo>
                  <a:pt x="973582" y="121131"/>
                </a:lnTo>
                <a:lnTo>
                  <a:pt x="973035" y="121176"/>
                </a:lnTo>
                <a:lnTo>
                  <a:pt x="972483" y="121212"/>
                </a:lnTo>
                <a:lnTo>
                  <a:pt x="971925" y="121237"/>
                </a:lnTo>
                <a:lnTo>
                  <a:pt x="971361" y="121252"/>
                </a:lnTo>
                <a:lnTo>
                  <a:pt x="970792" y="121257"/>
                </a:lnTo>
                <a:lnTo>
                  <a:pt x="970338" y="121254"/>
                </a:lnTo>
                <a:lnTo>
                  <a:pt x="969890" y="121243"/>
                </a:lnTo>
                <a:lnTo>
                  <a:pt x="969447" y="121226"/>
                </a:lnTo>
                <a:lnTo>
                  <a:pt x="969011" y="121202"/>
                </a:lnTo>
                <a:lnTo>
                  <a:pt x="968580" y="121171"/>
                </a:lnTo>
                <a:lnTo>
                  <a:pt x="968156" y="121133"/>
                </a:lnTo>
                <a:lnTo>
                  <a:pt x="967738" y="121089"/>
                </a:lnTo>
                <a:lnTo>
                  <a:pt x="967325" y="121037"/>
                </a:lnTo>
                <a:lnTo>
                  <a:pt x="966919" y="120979"/>
                </a:lnTo>
                <a:lnTo>
                  <a:pt x="966519" y="120914"/>
                </a:lnTo>
                <a:lnTo>
                  <a:pt x="966125" y="120842"/>
                </a:lnTo>
                <a:lnTo>
                  <a:pt x="965737" y="120763"/>
                </a:lnTo>
                <a:lnTo>
                  <a:pt x="965355" y="120677"/>
                </a:lnTo>
                <a:lnTo>
                  <a:pt x="964978" y="120584"/>
                </a:lnTo>
                <a:lnTo>
                  <a:pt x="964608" y="120484"/>
                </a:lnTo>
                <a:lnTo>
                  <a:pt x="964244" y="120378"/>
                </a:lnTo>
                <a:lnTo>
                  <a:pt x="963886" y="120265"/>
                </a:lnTo>
                <a:lnTo>
                  <a:pt x="963534" y="120144"/>
                </a:lnTo>
                <a:lnTo>
                  <a:pt x="963188" y="120017"/>
                </a:lnTo>
                <a:lnTo>
                  <a:pt x="962848" y="119883"/>
                </a:lnTo>
                <a:lnTo>
                  <a:pt x="962514" y="119743"/>
                </a:lnTo>
                <a:lnTo>
                  <a:pt x="962186" y="119595"/>
                </a:lnTo>
                <a:lnTo>
                  <a:pt x="961865" y="119441"/>
                </a:lnTo>
                <a:lnTo>
                  <a:pt x="961549" y="119279"/>
                </a:lnTo>
                <a:lnTo>
                  <a:pt x="961239" y="119112"/>
                </a:lnTo>
                <a:lnTo>
                  <a:pt x="960936" y="118940"/>
                </a:lnTo>
                <a:lnTo>
                  <a:pt x="960640" y="118763"/>
                </a:lnTo>
                <a:lnTo>
                  <a:pt x="960350" y="118581"/>
                </a:lnTo>
                <a:lnTo>
                  <a:pt x="960067" y="118394"/>
                </a:lnTo>
                <a:lnTo>
                  <a:pt x="959790" y="118202"/>
                </a:lnTo>
                <a:lnTo>
                  <a:pt x="959520" y="118005"/>
                </a:lnTo>
                <a:lnTo>
                  <a:pt x="959257" y="117804"/>
                </a:lnTo>
                <a:lnTo>
                  <a:pt x="959000" y="117597"/>
                </a:lnTo>
                <a:lnTo>
                  <a:pt x="958750" y="117386"/>
                </a:lnTo>
                <a:lnTo>
                  <a:pt x="958506" y="117169"/>
                </a:lnTo>
                <a:lnTo>
                  <a:pt x="958269" y="116948"/>
                </a:lnTo>
                <a:lnTo>
                  <a:pt x="958039" y="116722"/>
                </a:lnTo>
                <a:lnTo>
                  <a:pt x="957815" y="116491"/>
                </a:lnTo>
                <a:lnTo>
                  <a:pt x="957597" y="116255"/>
                </a:lnTo>
                <a:lnTo>
                  <a:pt x="957387" y="116014"/>
                </a:lnTo>
                <a:lnTo>
                  <a:pt x="957183" y="115768"/>
                </a:lnTo>
                <a:lnTo>
                  <a:pt x="956985" y="115518"/>
                </a:lnTo>
                <a:lnTo>
                  <a:pt x="956794" y="115262"/>
                </a:lnTo>
                <a:lnTo>
                  <a:pt x="956610" y="115002"/>
                </a:lnTo>
                <a:lnTo>
                  <a:pt x="956432" y="114736"/>
                </a:lnTo>
                <a:lnTo>
                  <a:pt x="956261" y="114466"/>
                </a:lnTo>
                <a:lnTo>
                  <a:pt x="956096" y="114191"/>
                </a:lnTo>
                <a:lnTo>
                  <a:pt x="955938" y="113911"/>
                </a:lnTo>
                <a:lnTo>
                  <a:pt x="955786" y="113627"/>
                </a:lnTo>
                <a:lnTo>
                  <a:pt x="955641" y="113340"/>
                </a:lnTo>
                <a:lnTo>
                  <a:pt x="955503" y="113052"/>
                </a:lnTo>
                <a:lnTo>
                  <a:pt x="955371" y="112760"/>
                </a:lnTo>
                <a:lnTo>
                  <a:pt x="955245" y="112466"/>
                </a:lnTo>
                <a:lnTo>
                  <a:pt x="955126" y="112170"/>
                </a:lnTo>
                <a:lnTo>
                  <a:pt x="955013" y="111871"/>
                </a:lnTo>
                <a:lnTo>
                  <a:pt x="954906" y="111569"/>
                </a:lnTo>
                <a:lnTo>
                  <a:pt x="954807" y="111265"/>
                </a:lnTo>
                <a:lnTo>
                  <a:pt x="954713" y="110959"/>
                </a:lnTo>
                <a:lnTo>
                  <a:pt x="954626" y="110650"/>
                </a:lnTo>
                <a:lnTo>
                  <a:pt x="954545" y="110338"/>
                </a:lnTo>
                <a:lnTo>
                  <a:pt x="954471" y="110024"/>
                </a:lnTo>
                <a:lnTo>
                  <a:pt x="954404" y="109708"/>
                </a:lnTo>
                <a:lnTo>
                  <a:pt x="954342" y="109388"/>
                </a:lnTo>
                <a:lnTo>
                  <a:pt x="954288" y="109067"/>
                </a:lnTo>
                <a:lnTo>
                  <a:pt x="954239" y="108743"/>
                </a:lnTo>
                <a:lnTo>
                  <a:pt x="954197" y="108416"/>
                </a:lnTo>
                <a:lnTo>
                  <a:pt x="954162" y="108087"/>
                </a:lnTo>
                <a:lnTo>
                  <a:pt x="954133" y="107755"/>
                </a:lnTo>
                <a:lnTo>
                  <a:pt x="954110" y="107421"/>
                </a:lnTo>
                <a:lnTo>
                  <a:pt x="954094" y="107084"/>
                </a:lnTo>
                <a:lnTo>
                  <a:pt x="954084" y="106744"/>
                </a:lnTo>
                <a:lnTo>
                  <a:pt x="954081" y="106403"/>
                </a:lnTo>
                <a:lnTo>
                  <a:pt x="954084" y="106068"/>
                </a:lnTo>
                <a:lnTo>
                  <a:pt x="954094" y="105737"/>
                </a:lnTo>
                <a:lnTo>
                  <a:pt x="954109" y="105409"/>
                </a:lnTo>
                <a:lnTo>
                  <a:pt x="954131" y="105085"/>
                </a:lnTo>
                <a:lnTo>
                  <a:pt x="954158" y="104765"/>
                </a:lnTo>
                <a:lnTo>
                  <a:pt x="954192" y="104447"/>
                </a:lnTo>
                <a:lnTo>
                  <a:pt x="954232" y="104134"/>
                </a:lnTo>
                <a:lnTo>
                  <a:pt x="954279" y="103824"/>
                </a:lnTo>
                <a:lnTo>
                  <a:pt x="954331" y="103517"/>
                </a:lnTo>
                <a:lnTo>
                  <a:pt x="954390" y="103214"/>
                </a:lnTo>
                <a:lnTo>
                  <a:pt x="954454" y="102914"/>
                </a:lnTo>
                <a:lnTo>
                  <a:pt x="954525" y="102618"/>
                </a:lnTo>
                <a:lnTo>
                  <a:pt x="954602" y="102326"/>
                </a:lnTo>
                <a:lnTo>
                  <a:pt x="954686" y="102037"/>
                </a:lnTo>
                <a:lnTo>
                  <a:pt x="954775" y="101751"/>
                </a:lnTo>
                <a:lnTo>
                  <a:pt x="954871" y="101469"/>
                </a:lnTo>
                <a:lnTo>
                  <a:pt x="954972" y="101191"/>
                </a:lnTo>
                <a:lnTo>
                  <a:pt x="955080" y="100915"/>
                </a:lnTo>
                <a:lnTo>
                  <a:pt x="955194" y="100644"/>
                </a:lnTo>
                <a:lnTo>
                  <a:pt x="955315" y="100376"/>
                </a:lnTo>
                <a:lnTo>
                  <a:pt x="955441" y="100111"/>
                </a:lnTo>
                <a:lnTo>
                  <a:pt x="955574" y="99850"/>
                </a:lnTo>
                <a:lnTo>
                  <a:pt x="955712" y="99593"/>
                </a:lnTo>
                <a:lnTo>
                  <a:pt x="955857" y="99339"/>
                </a:lnTo>
                <a:lnTo>
                  <a:pt x="956008" y="99088"/>
                </a:lnTo>
                <a:lnTo>
                  <a:pt x="956165" y="98841"/>
                </a:lnTo>
                <a:lnTo>
                  <a:pt x="956327" y="98598"/>
                </a:lnTo>
                <a:lnTo>
                  <a:pt x="956494" y="98358"/>
                </a:lnTo>
                <a:lnTo>
                  <a:pt x="956667" y="98121"/>
                </a:lnTo>
                <a:lnTo>
                  <a:pt x="956846" y="97888"/>
                </a:lnTo>
                <a:lnTo>
                  <a:pt x="957031" y="97659"/>
                </a:lnTo>
                <a:lnTo>
                  <a:pt x="957221" y="97433"/>
                </a:lnTo>
                <a:lnTo>
                  <a:pt x="957416" y="97210"/>
                </a:lnTo>
                <a:lnTo>
                  <a:pt x="957618" y="96991"/>
                </a:lnTo>
                <a:lnTo>
                  <a:pt x="957825" y="96776"/>
                </a:lnTo>
                <a:lnTo>
                  <a:pt x="958037" y="96564"/>
                </a:lnTo>
                <a:lnTo>
                  <a:pt x="958255" y="96355"/>
                </a:lnTo>
                <a:lnTo>
                  <a:pt x="958479" y="96150"/>
                </a:lnTo>
                <a:lnTo>
                  <a:pt x="958708" y="95949"/>
                </a:lnTo>
                <a:lnTo>
                  <a:pt x="958943" y="95751"/>
                </a:lnTo>
                <a:lnTo>
                  <a:pt x="959183" y="95556"/>
                </a:lnTo>
                <a:lnTo>
                  <a:pt x="959430" y="95365"/>
                </a:lnTo>
                <a:lnTo>
                  <a:pt x="959681" y="95178"/>
                </a:lnTo>
                <a:lnTo>
                  <a:pt x="959939" y="94994"/>
                </a:lnTo>
                <a:lnTo>
                  <a:pt x="960202" y="94813"/>
                </a:lnTo>
                <a:lnTo>
                  <a:pt x="960470" y="94636"/>
                </a:lnTo>
                <a:lnTo>
                  <a:pt x="960744" y="94463"/>
                </a:lnTo>
                <a:lnTo>
                  <a:pt x="961024" y="94293"/>
                </a:lnTo>
                <a:lnTo>
                  <a:pt x="961309" y="94127"/>
                </a:lnTo>
                <a:lnTo>
                  <a:pt x="961600" y="93964"/>
                </a:lnTo>
                <a:lnTo>
                  <a:pt x="961897" y="93804"/>
                </a:lnTo>
                <a:lnTo>
                  <a:pt x="962199" y="93648"/>
                </a:lnTo>
                <a:lnTo>
                  <a:pt x="962507" y="93496"/>
                </a:lnTo>
                <a:lnTo>
                  <a:pt x="962820" y="93347"/>
                </a:lnTo>
                <a:lnTo>
                  <a:pt x="963139" y="93202"/>
                </a:lnTo>
                <a:lnTo>
                  <a:pt x="963464" y="93060"/>
                </a:lnTo>
                <a:lnTo>
                  <a:pt x="963794" y="92921"/>
                </a:lnTo>
                <a:lnTo>
                  <a:pt x="964130" y="92786"/>
                </a:lnTo>
                <a:lnTo>
                  <a:pt x="964471" y="92655"/>
                </a:lnTo>
                <a:lnTo>
                  <a:pt x="964818" y="92527"/>
                </a:lnTo>
                <a:lnTo>
                  <a:pt x="965171" y="92403"/>
                </a:lnTo>
                <a:lnTo>
                  <a:pt x="965529" y="92282"/>
                </a:lnTo>
                <a:lnTo>
                  <a:pt x="965893" y="92164"/>
                </a:lnTo>
                <a:lnTo>
                  <a:pt x="966263" y="92051"/>
                </a:lnTo>
                <a:lnTo>
                  <a:pt x="966638" y="91940"/>
                </a:lnTo>
                <a:lnTo>
                  <a:pt x="967018" y="91833"/>
                </a:lnTo>
                <a:lnTo>
                  <a:pt x="967405" y="91730"/>
                </a:lnTo>
                <a:lnTo>
                  <a:pt x="967796" y="91630"/>
                </a:lnTo>
                <a:lnTo>
                  <a:pt x="968194" y="91534"/>
                </a:lnTo>
                <a:lnTo>
                  <a:pt x="968597" y="91441"/>
                </a:lnTo>
                <a:lnTo>
                  <a:pt x="969006" y="91352"/>
                </a:lnTo>
                <a:lnTo>
                  <a:pt x="969420" y="91266"/>
                </a:lnTo>
                <a:lnTo>
                  <a:pt x="969839" y="91183"/>
                </a:lnTo>
                <a:lnTo>
                  <a:pt x="970264" y="91105"/>
                </a:lnTo>
                <a:lnTo>
                  <a:pt x="970693" y="91029"/>
                </a:lnTo>
                <a:lnTo>
                  <a:pt x="971127" y="90957"/>
                </a:lnTo>
                <a:lnTo>
                  <a:pt x="971565" y="90889"/>
                </a:lnTo>
                <a:lnTo>
                  <a:pt x="972008" y="90824"/>
                </a:lnTo>
                <a:lnTo>
                  <a:pt x="972456" y="90763"/>
                </a:lnTo>
                <a:lnTo>
                  <a:pt x="972909" y="90705"/>
                </a:lnTo>
                <a:lnTo>
                  <a:pt x="973367" y="90651"/>
                </a:lnTo>
                <a:lnTo>
                  <a:pt x="973829" y="90600"/>
                </a:lnTo>
                <a:lnTo>
                  <a:pt x="974296" y="90553"/>
                </a:lnTo>
                <a:lnTo>
                  <a:pt x="974768" y="90509"/>
                </a:lnTo>
                <a:lnTo>
                  <a:pt x="975245" y="90469"/>
                </a:lnTo>
                <a:lnTo>
                  <a:pt x="975726" y="90432"/>
                </a:lnTo>
                <a:lnTo>
                  <a:pt x="976213" y="90398"/>
                </a:lnTo>
                <a:lnTo>
                  <a:pt x="976704" y="90369"/>
                </a:lnTo>
                <a:lnTo>
                  <a:pt x="977199" y="90342"/>
                </a:lnTo>
                <a:lnTo>
                  <a:pt x="977700" y="90320"/>
                </a:lnTo>
                <a:lnTo>
                  <a:pt x="978205" y="90300"/>
                </a:lnTo>
                <a:lnTo>
                  <a:pt x="978715" y="90285"/>
                </a:lnTo>
                <a:lnTo>
                  <a:pt x="979230" y="90272"/>
                </a:lnTo>
                <a:lnTo>
                  <a:pt x="979750" y="90264"/>
                </a:lnTo>
                <a:lnTo>
                  <a:pt x="980274" y="90258"/>
                </a:lnTo>
                <a:lnTo>
                  <a:pt x="980803" y="90257"/>
                </a:lnTo>
                <a:lnTo>
                  <a:pt x="993155" y="90257"/>
                </a:lnTo>
                <a:lnTo>
                  <a:pt x="993155" y="108193"/>
                </a:lnTo>
                <a:lnTo>
                  <a:pt x="993011" y="108475"/>
                </a:lnTo>
                <a:lnTo>
                  <a:pt x="992827" y="108818"/>
                </a:lnTo>
                <a:close/>
                <a:moveTo>
                  <a:pt x="681485" y="83449"/>
                </a:moveTo>
                <a:lnTo>
                  <a:pt x="681452" y="82705"/>
                </a:lnTo>
                <a:lnTo>
                  <a:pt x="681412" y="81966"/>
                </a:lnTo>
                <a:lnTo>
                  <a:pt x="681365" y="81233"/>
                </a:lnTo>
                <a:lnTo>
                  <a:pt x="681310" y="80504"/>
                </a:lnTo>
                <a:lnTo>
                  <a:pt x="681248" y="79780"/>
                </a:lnTo>
                <a:lnTo>
                  <a:pt x="681179" y="79060"/>
                </a:lnTo>
                <a:lnTo>
                  <a:pt x="681102" y="78346"/>
                </a:lnTo>
                <a:lnTo>
                  <a:pt x="681018" y="77637"/>
                </a:lnTo>
                <a:lnTo>
                  <a:pt x="680927" y="76932"/>
                </a:lnTo>
                <a:lnTo>
                  <a:pt x="680829" y="76233"/>
                </a:lnTo>
                <a:lnTo>
                  <a:pt x="680723" y="75538"/>
                </a:lnTo>
                <a:lnTo>
                  <a:pt x="680610" y="74848"/>
                </a:lnTo>
                <a:lnTo>
                  <a:pt x="680490" y="74163"/>
                </a:lnTo>
                <a:lnTo>
                  <a:pt x="680362" y="73483"/>
                </a:lnTo>
                <a:lnTo>
                  <a:pt x="680228" y="72808"/>
                </a:lnTo>
                <a:lnTo>
                  <a:pt x="680086" y="72138"/>
                </a:lnTo>
                <a:lnTo>
                  <a:pt x="679936" y="71473"/>
                </a:lnTo>
                <a:lnTo>
                  <a:pt x="679779" y="70812"/>
                </a:lnTo>
                <a:lnTo>
                  <a:pt x="679615" y="70157"/>
                </a:lnTo>
                <a:lnTo>
                  <a:pt x="679444" y="69506"/>
                </a:lnTo>
                <a:lnTo>
                  <a:pt x="679265" y="68862"/>
                </a:lnTo>
                <a:lnTo>
                  <a:pt x="679079" y="68224"/>
                </a:lnTo>
                <a:lnTo>
                  <a:pt x="678884" y="67593"/>
                </a:lnTo>
                <a:lnTo>
                  <a:pt x="678682" y="66970"/>
                </a:lnTo>
                <a:lnTo>
                  <a:pt x="678471" y="66353"/>
                </a:lnTo>
                <a:lnTo>
                  <a:pt x="678253" y="65743"/>
                </a:lnTo>
                <a:lnTo>
                  <a:pt x="678027" y="65141"/>
                </a:lnTo>
                <a:lnTo>
                  <a:pt x="677794" y="64545"/>
                </a:lnTo>
                <a:lnTo>
                  <a:pt x="677552" y="63956"/>
                </a:lnTo>
                <a:lnTo>
                  <a:pt x="677303" y="63375"/>
                </a:lnTo>
                <a:lnTo>
                  <a:pt x="677045" y="62800"/>
                </a:lnTo>
                <a:lnTo>
                  <a:pt x="676780" y="62232"/>
                </a:lnTo>
                <a:lnTo>
                  <a:pt x="676507" y="61672"/>
                </a:lnTo>
                <a:lnTo>
                  <a:pt x="676226" y="61118"/>
                </a:lnTo>
                <a:lnTo>
                  <a:pt x="675937" y="60571"/>
                </a:lnTo>
                <a:lnTo>
                  <a:pt x="675641" y="60032"/>
                </a:lnTo>
                <a:lnTo>
                  <a:pt x="675336" y="59499"/>
                </a:lnTo>
                <a:lnTo>
                  <a:pt x="675024" y="58973"/>
                </a:lnTo>
                <a:lnTo>
                  <a:pt x="674704" y="58455"/>
                </a:lnTo>
                <a:lnTo>
                  <a:pt x="674376" y="57943"/>
                </a:lnTo>
                <a:lnTo>
                  <a:pt x="674040" y="57438"/>
                </a:lnTo>
                <a:lnTo>
                  <a:pt x="673697" y="56941"/>
                </a:lnTo>
                <a:lnTo>
                  <a:pt x="673345" y="56450"/>
                </a:lnTo>
                <a:lnTo>
                  <a:pt x="672986" y="55966"/>
                </a:lnTo>
                <a:lnTo>
                  <a:pt x="672618" y="55491"/>
                </a:lnTo>
                <a:lnTo>
                  <a:pt x="672242" y="55024"/>
                </a:lnTo>
                <a:lnTo>
                  <a:pt x="671857" y="54565"/>
                </a:lnTo>
                <a:lnTo>
                  <a:pt x="671464" y="54116"/>
                </a:lnTo>
                <a:lnTo>
                  <a:pt x="671062" y="53676"/>
                </a:lnTo>
                <a:lnTo>
                  <a:pt x="670652" y="53244"/>
                </a:lnTo>
                <a:lnTo>
                  <a:pt x="670233" y="52821"/>
                </a:lnTo>
                <a:lnTo>
                  <a:pt x="669806" y="52407"/>
                </a:lnTo>
                <a:lnTo>
                  <a:pt x="669370" y="52002"/>
                </a:lnTo>
                <a:lnTo>
                  <a:pt x="668925" y="51605"/>
                </a:lnTo>
                <a:lnTo>
                  <a:pt x="668472" y="51218"/>
                </a:lnTo>
                <a:lnTo>
                  <a:pt x="668011" y="50839"/>
                </a:lnTo>
                <a:lnTo>
                  <a:pt x="667541" y="50469"/>
                </a:lnTo>
                <a:lnTo>
                  <a:pt x="667062" y="50107"/>
                </a:lnTo>
                <a:lnTo>
                  <a:pt x="666575" y="49755"/>
                </a:lnTo>
                <a:lnTo>
                  <a:pt x="666079" y="49411"/>
                </a:lnTo>
                <a:lnTo>
                  <a:pt x="665574" y="49077"/>
                </a:lnTo>
                <a:lnTo>
                  <a:pt x="665062" y="48751"/>
                </a:lnTo>
                <a:lnTo>
                  <a:pt x="664540" y="48434"/>
                </a:lnTo>
                <a:lnTo>
                  <a:pt x="664010" y="48125"/>
                </a:lnTo>
                <a:lnTo>
                  <a:pt x="663472" y="47826"/>
                </a:lnTo>
                <a:lnTo>
                  <a:pt x="662924" y="47535"/>
                </a:lnTo>
                <a:lnTo>
                  <a:pt x="662369" y="47253"/>
                </a:lnTo>
                <a:lnTo>
                  <a:pt x="661805" y="46980"/>
                </a:lnTo>
                <a:lnTo>
                  <a:pt x="661232" y="46717"/>
                </a:lnTo>
                <a:lnTo>
                  <a:pt x="660650" y="46465"/>
                </a:lnTo>
                <a:lnTo>
                  <a:pt x="660059" y="46224"/>
                </a:lnTo>
                <a:lnTo>
                  <a:pt x="659460" y="45995"/>
                </a:lnTo>
                <a:lnTo>
                  <a:pt x="658852" y="45777"/>
                </a:lnTo>
                <a:lnTo>
                  <a:pt x="658235" y="45569"/>
                </a:lnTo>
                <a:lnTo>
                  <a:pt x="657609" y="45374"/>
                </a:lnTo>
                <a:lnTo>
                  <a:pt x="656974" y="45189"/>
                </a:lnTo>
                <a:lnTo>
                  <a:pt x="656331" y="45015"/>
                </a:lnTo>
                <a:lnTo>
                  <a:pt x="655678" y="44853"/>
                </a:lnTo>
                <a:lnTo>
                  <a:pt x="655017" y="44702"/>
                </a:lnTo>
                <a:lnTo>
                  <a:pt x="654347" y="44562"/>
                </a:lnTo>
                <a:lnTo>
                  <a:pt x="653668" y="44433"/>
                </a:lnTo>
                <a:lnTo>
                  <a:pt x="652981" y="44316"/>
                </a:lnTo>
                <a:lnTo>
                  <a:pt x="652284" y="44209"/>
                </a:lnTo>
                <a:lnTo>
                  <a:pt x="651579" y="44114"/>
                </a:lnTo>
                <a:lnTo>
                  <a:pt x="650865" y="44030"/>
                </a:lnTo>
                <a:lnTo>
                  <a:pt x="650142" y="43957"/>
                </a:lnTo>
                <a:lnTo>
                  <a:pt x="649410" y="43896"/>
                </a:lnTo>
                <a:lnTo>
                  <a:pt x="648669" y="43845"/>
                </a:lnTo>
                <a:lnTo>
                  <a:pt x="647920" y="43806"/>
                </a:lnTo>
                <a:lnTo>
                  <a:pt x="647161" y="43778"/>
                </a:lnTo>
                <a:lnTo>
                  <a:pt x="646394" y="43761"/>
                </a:lnTo>
                <a:lnTo>
                  <a:pt x="645618" y="43756"/>
                </a:lnTo>
                <a:lnTo>
                  <a:pt x="645007" y="43761"/>
                </a:lnTo>
                <a:lnTo>
                  <a:pt x="644397" y="43777"/>
                </a:lnTo>
                <a:lnTo>
                  <a:pt x="643789" y="43803"/>
                </a:lnTo>
                <a:lnTo>
                  <a:pt x="643183" y="43839"/>
                </a:lnTo>
                <a:lnTo>
                  <a:pt x="642578" y="43886"/>
                </a:lnTo>
                <a:lnTo>
                  <a:pt x="641975" y="43943"/>
                </a:lnTo>
                <a:lnTo>
                  <a:pt x="641374" y="44010"/>
                </a:lnTo>
                <a:lnTo>
                  <a:pt x="640774" y="44088"/>
                </a:lnTo>
                <a:lnTo>
                  <a:pt x="640176" y="44176"/>
                </a:lnTo>
                <a:lnTo>
                  <a:pt x="639580" y="44274"/>
                </a:lnTo>
                <a:lnTo>
                  <a:pt x="638986" y="44383"/>
                </a:lnTo>
                <a:lnTo>
                  <a:pt x="638393" y="44503"/>
                </a:lnTo>
                <a:lnTo>
                  <a:pt x="637802" y="44632"/>
                </a:lnTo>
                <a:lnTo>
                  <a:pt x="637212" y="44772"/>
                </a:lnTo>
                <a:lnTo>
                  <a:pt x="636624" y="44923"/>
                </a:lnTo>
                <a:lnTo>
                  <a:pt x="636038" y="45083"/>
                </a:lnTo>
                <a:lnTo>
                  <a:pt x="635454" y="45255"/>
                </a:lnTo>
                <a:lnTo>
                  <a:pt x="634871" y="45436"/>
                </a:lnTo>
                <a:lnTo>
                  <a:pt x="634290" y="45628"/>
                </a:lnTo>
                <a:lnTo>
                  <a:pt x="633710" y="45830"/>
                </a:lnTo>
                <a:lnTo>
                  <a:pt x="633133" y="46043"/>
                </a:lnTo>
                <a:lnTo>
                  <a:pt x="632557" y="46266"/>
                </a:lnTo>
                <a:lnTo>
                  <a:pt x="631982" y="46499"/>
                </a:lnTo>
                <a:lnTo>
                  <a:pt x="631410" y="46743"/>
                </a:lnTo>
                <a:lnTo>
                  <a:pt x="630840" y="46997"/>
                </a:lnTo>
                <a:lnTo>
                  <a:pt x="630276" y="47260"/>
                </a:lnTo>
                <a:lnTo>
                  <a:pt x="629717" y="47534"/>
                </a:lnTo>
                <a:lnTo>
                  <a:pt x="629163" y="47817"/>
                </a:lnTo>
                <a:lnTo>
                  <a:pt x="628613" y="48110"/>
                </a:lnTo>
                <a:lnTo>
                  <a:pt x="628069" y="48413"/>
                </a:lnTo>
                <a:lnTo>
                  <a:pt x="627530" y="48726"/>
                </a:lnTo>
                <a:lnTo>
                  <a:pt x="626996" y="49048"/>
                </a:lnTo>
                <a:lnTo>
                  <a:pt x="626467" y="49380"/>
                </a:lnTo>
                <a:lnTo>
                  <a:pt x="625943" y="49723"/>
                </a:lnTo>
                <a:lnTo>
                  <a:pt x="625425" y="50075"/>
                </a:lnTo>
                <a:lnTo>
                  <a:pt x="624911" y="50436"/>
                </a:lnTo>
                <a:lnTo>
                  <a:pt x="624402" y="50808"/>
                </a:lnTo>
                <a:lnTo>
                  <a:pt x="623898" y="51189"/>
                </a:lnTo>
                <a:lnTo>
                  <a:pt x="623400" y="51580"/>
                </a:lnTo>
                <a:lnTo>
                  <a:pt x="622906" y="51981"/>
                </a:lnTo>
                <a:lnTo>
                  <a:pt x="622417" y="52392"/>
                </a:lnTo>
                <a:lnTo>
                  <a:pt x="621934" y="52813"/>
                </a:lnTo>
                <a:lnTo>
                  <a:pt x="621455" y="53243"/>
                </a:lnTo>
                <a:lnTo>
                  <a:pt x="620982" y="53683"/>
                </a:lnTo>
                <a:lnTo>
                  <a:pt x="620514" y="54133"/>
                </a:lnTo>
                <a:lnTo>
                  <a:pt x="620050" y="54593"/>
                </a:lnTo>
                <a:lnTo>
                  <a:pt x="619592" y="55063"/>
                </a:lnTo>
                <a:lnTo>
                  <a:pt x="619139" y="55542"/>
                </a:lnTo>
                <a:lnTo>
                  <a:pt x="618692" y="56031"/>
                </a:lnTo>
                <a:lnTo>
                  <a:pt x="618253" y="56529"/>
                </a:lnTo>
                <a:lnTo>
                  <a:pt x="617822" y="57035"/>
                </a:lnTo>
                <a:lnTo>
                  <a:pt x="617398" y="57551"/>
                </a:lnTo>
                <a:lnTo>
                  <a:pt x="616983" y="58075"/>
                </a:lnTo>
                <a:lnTo>
                  <a:pt x="616575" y="58608"/>
                </a:lnTo>
                <a:lnTo>
                  <a:pt x="616176" y="59150"/>
                </a:lnTo>
                <a:lnTo>
                  <a:pt x="615784" y="59700"/>
                </a:lnTo>
                <a:lnTo>
                  <a:pt x="615400" y="60260"/>
                </a:lnTo>
                <a:lnTo>
                  <a:pt x="615024" y="60828"/>
                </a:lnTo>
                <a:lnTo>
                  <a:pt x="614655" y="61405"/>
                </a:lnTo>
                <a:lnTo>
                  <a:pt x="614295" y="61991"/>
                </a:lnTo>
                <a:lnTo>
                  <a:pt x="613942" y="62586"/>
                </a:lnTo>
                <a:lnTo>
                  <a:pt x="613597" y="63189"/>
                </a:lnTo>
                <a:lnTo>
                  <a:pt x="613260" y="63802"/>
                </a:lnTo>
                <a:lnTo>
                  <a:pt x="612931" y="64423"/>
                </a:lnTo>
                <a:lnTo>
                  <a:pt x="612610" y="65053"/>
                </a:lnTo>
                <a:lnTo>
                  <a:pt x="612297" y="65692"/>
                </a:lnTo>
                <a:lnTo>
                  <a:pt x="611991" y="66340"/>
                </a:lnTo>
                <a:lnTo>
                  <a:pt x="611693" y="66996"/>
                </a:lnTo>
                <a:lnTo>
                  <a:pt x="611404" y="67662"/>
                </a:lnTo>
                <a:lnTo>
                  <a:pt x="611122" y="68336"/>
                </a:lnTo>
                <a:lnTo>
                  <a:pt x="610847" y="69019"/>
                </a:lnTo>
                <a:lnTo>
                  <a:pt x="610581" y="69711"/>
                </a:lnTo>
                <a:lnTo>
                  <a:pt x="610324" y="70411"/>
                </a:lnTo>
                <a:lnTo>
                  <a:pt x="610078" y="71119"/>
                </a:lnTo>
                <a:lnTo>
                  <a:pt x="609843" y="71836"/>
                </a:lnTo>
                <a:lnTo>
                  <a:pt x="609619" y="72560"/>
                </a:lnTo>
                <a:lnTo>
                  <a:pt x="609406" y="73292"/>
                </a:lnTo>
                <a:lnTo>
                  <a:pt x="609204" y="74032"/>
                </a:lnTo>
                <a:lnTo>
                  <a:pt x="609012" y="74781"/>
                </a:lnTo>
                <a:lnTo>
                  <a:pt x="608832" y="75537"/>
                </a:lnTo>
                <a:lnTo>
                  <a:pt x="608663" y="76301"/>
                </a:lnTo>
                <a:lnTo>
                  <a:pt x="608504" y="77073"/>
                </a:lnTo>
                <a:lnTo>
                  <a:pt x="608356" y="77853"/>
                </a:lnTo>
                <a:lnTo>
                  <a:pt x="608220" y="78641"/>
                </a:lnTo>
                <a:lnTo>
                  <a:pt x="608094" y="79438"/>
                </a:lnTo>
                <a:lnTo>
                  <a:pt x="607979" y="80242"/>
                </a:lnTo>
                <a:lnTo>
                  <a:pt x="607875" y="81054"/>
                </a:lnTo>
                <a:lnTo>
                  <a:pt x="607783" y="81874"/>
                </a:lnTo>
                <a:lnTo>
                  <a:pt x="607701" y="82702"/>
                </a:lnTo>
                <a:lnTo>
                  <a:pt x="607629" y="83538"/>
                </a:lnTo>
                <a:lnTo>
                  <a:pt x="607569" y="84382"/>
                </a:lnTo>
                <a:lnTo>
                  <a:pt x="607520" y="85234"/>
                </a:lnTo>
                <a:lnTo>
                  <a:pt x="607482" y="86095"/>
                </a:lnTo>
                <a:lnTo>
                  <a:pt x="607455" y="86963"/>
                </a:lnTo>
                <a:lnTo>
                  <a:pt x="607438" y="87839"/>
                </a:lnTo>
                <a:lnTo>
                  <a:pt x="607433" y="88723"/>
                </a:lnTo>
                <a:lnTo>
                  <a:pt x="607433" y="92113"/>
                </a:lnTo>
                <a:lnTo>
                  <a:pt x="607438" y="92878"/>
                </a:lnTo>
                <a:lnTo>
                  <a:pt x="607452" y="93637"/>
                </a:lnTo>
                <a:lnTo>
                  <a:pt x="607477" y="94391"/>
                </a:lnTo>
                <a:lnTo>
                  <a:pt x="607511" y="95141"/>
                </a:lnTo>
                <a:lnTo>
                  <a:pt x="607555" y="95885"/>
                </a:lnTo>
                <a:lnTo>
                  <a:pt x="607609" y="96624"/>
                </a:lnTo>
                <a:lnTo>
                  <a:pt x="607673" y="97358"/>
                </a:lnTo>
                <a:lnTo>
                  <a:pt x="607747" y="98087"/>
                </a:lnTo>
                <a:lnTo>
                  <a:pt x="607830" y="98811"/>
                </a:lnTo>
                <a:lnTo>
                  <a:pt x="607923" y="99530"/>
                </a:lnTo>
                <a:lnTo>
                  <a:pt x="608026" y="100244"/>
                </a:lnTo>
                <a:lnTo>
                  <a:pt x="608139" y="100953"/>
                </a:lnTo>
                <a:lnTo>
                  <a:pt x="608262" y="101657"/>
                </a:lnTo>
                <a:lnTo>
                  <a:pt x="608394" y="102356"/>
                </a:lnTo>
                <a:lnTo>
                  <a:pt x="608536" y="103050"/>
                </a:lnTo>
                <a:lnTo>
                  <a:pt x="608688" y="103739"/>
                </a:lnTo>
                <a:lnTo>
                  <a:pt x="608850" y="104422"/>
                </a:lnTo>
                <a:lnTo>
                  <a:pt x="609022" y="105101"/>
                </a:lnTo>
                <a:lnTo>
                  <a:pt x="609204" y="105774"/>
                </a:lnTo>
                <a:lnTo>
                  <a:pt x="609395" y="106443"/>
                </a:lnTo>
                <a:lnTo>
                  <a:pt x="609596" y="107106"/>
                </a:lnTo>
                <a:lnTo>
                  <a:pt x="609807" y="107765"/>
                </a:lnTo>
                <a:lnTo>
                  <a:pt x="610028" y="108418"/>
                </a:lnTo>
                <a:lnTo>
                  <a:pt x="610258" y="109067"/>
                </a:lnTo>
                <a:lnTo>
                  <a:pt x="610498" y="109709"/>
                </a:lnTo>
                <a:lnTo>
                  <a:pt x="610746" y="110344"/>
                </a:lnTo>
                <a:lnTo>
                  <a:pt x="611003" y="110971"/>
                </a:lnTo>
                <a:lnTo>
                  <a:pt x="611268" y="111592"/>
                </a:lnTo>
                <a:lnTo>
                  <a:pt x="611542" y="112205"/>
                </a:lnTo>
                <a:lnTo>
                  <a:pt x="611825" y="112811"/>
                </a:lnTo>
                <a:lnTo>
                  <a:pt x="612116" y="113409"/>
                </a:lnTo>
                <a:lnTo>
                  <a:pt x="612416" y="114000"/>
                </a:lnTo>
                <a:lnTo>
                  <a:pt x="612724" y="114584"/>
                </a:lnTo>
                <a:lnTo>
                  <a:pt x="613040" y="115161"/>
                </a:lnTo>
                <a:lnTo>
                  <a:pt x="613366" y="115730"/>
                </a:lnTo>
                <a:lnTo>
                  <a:pt x="613699" y="116292"/>
                </a:lnTo>
                <a:lnTo>
                  <a:pt x="614042" y="116847"/>
                </a:lnTo>
                <a:lnTo>
                  <a:pt x="614393" y="117394"/>
                </a:lnTo>
                <a:lnTo>
                  <a:pt x="614752" y="117934"/>
                </a:lnTo>
                <a:lnTo>
                  <a:pt x="615120" y="118467"/>
                </a:lnTo>
                <a:lnTo>
                  <a:pt x="615497" y="118993"/>
                </a:lnTo>
                <a:lnTo>
                  <a:pt x="615882" y="119511"/>
                </a:lnTo>
                <a:lnTo>
                  <a:pt x="616275" y="120022"/>
                </a:lnTo>
                <a:lnTo>
                  <a:pt x="616677" y="120526"/>
                </a:lnTo>
                <a:lnTo>
                  <a:pt x="617088" y="121022"/>
                </a:lnTo>
                <a:lnTo>
                  <a:pt x="617507" y="121512"/>
                </a:lnTo>
                <a:lnTo>
                  <a:pt x="617935" y="121993"/>
                </a:lnTo>
                <a:lnTo>
                  <a:pt x="618372" y="122468"/>
                </a:lnTo>
                <a:lnTo>
                  <a:pt x="618816" y="122934"/>
                </a:lnTo>
                <a:lnTo>
                  <a:pt x="619268" y="123392"/>
                </a:lnTo>
                <a:lnTo>
                  <a:pt x="619726" y="123841"/>
                </a:lnTo>
                <a:lnTo>
                  <a:pt x="620193" y="124281"/>
                </a:lnTo>
                <a:lnTo>
                  <a:pt x="620666" y="124712"/>
                </a:lnTo>
                <a:lnTo>
                  <a:pt x="621147" y="125135"/>
                </a:lnTo>
                <a:lnTo>
                  <a:pt x="621635" y="125548"/>
                </a:lnTo>
                <a:lnTo>
                  <a:pt x="622130" y="125953"/>
                </a:lnTo>
                <a:lnTo>
                  <a:pt x="622633" y="126349"/>
                </a:lnTo>
                <a:lnTo>
                  <a:pt x="623143" y="126736"/>
                </a:lnTo>
                <a:lnTo>
                  <a:pt x="623660" y="127114"/>
                </a:lnTo>
                <a:lnTo>
                  <a:pt x="624184" y="127483"/>
                </a:lnTo>
                <a:lnTo>
                  <a:pt x="624716" y="127844"/>
                </a:lnTo>
                <a:lnTo>
                  <a:pt x="625255" y="128196"/>
                </a:lnTo>
                <a:lnTo>
                  <a:pt x="625801" y="128539"/>
                </a:lnTo>
                <a:lnTo>
                  <a:pt x="626355" y="128873"/>
                </a:lnTo>
                <a:lnTo>
                  <a:pt x="626916" y="129198"/>
                </a:lnTo>
                <a:lnTo>
                  <a:pt x="627484" y="129514"/>
                </a:lnTo>
                <a:lnTo>
                  <a:pt x="628060" y="129822"/>
                </a:lnTo>
                <a:lnTo>
                  <a:pt x="628642" y="130121"/>
                </a:lnTo>
                <a:lnTo>
                  <a:pt x="629232" y="130410"/>
                </a:lnTo>
                <a:lnTo>
                  <a:pt x="629830" y="130692"/>
                </a:lnTo>
                <a:lnTo>
                  <a:pt x="630434" y="130964"/>
                </a:lnTo>
                <a:lnTo>
                  <a:pt x="631046" y="131227"/>
                </a:lnTo>
                <a:lnTo>
                  <a:pt x="631665" y="131481"/>
                </a:lnTo>
                <a:lnTo>
                  <a:pt x="632289" y="131724"/>
                </a:lnTo>
                <a:lnTo>
                  <a:pt x="632920" y="131956"/>
                </a:lnTo>
                <a:lnTo>
                  <a:pt x="633557" y="132177"/>
                </a:lnTo>
                <a:lnTo>
                  <a:pt x="634199" y="132387"/>
                </a:lnTo>
                <a:lnTo>
                  <a:pt x="634848" y="132587"/>
                </a:lnTo>
                <a:lnTo>
                  <a:pt x="635503" y="132776"/>
                </a:lnTo>
                <a:lnTo>
                  <a:pt x="636164" y="132954"/>
                </a:lnTo>
                <a:lnTo>
                  <a:pt x="636831" y="133121"/>
                </a:lnTo>
                <a:lnTo>
                  <a:pt x="637503" y="133278"/>
                </a:lnTo>
                <a:lnTo>
                  <a:pt x="638182" y="133423"/>
                </a:lnTo>
                <a:lnTo>
                  <a:pt x="638867" y="133558"/>
                </a:lnTo>
                <a:lnTo>
                  <a:pt x="639558" y="133682"/>
                </a:lnTo>
                <a:lnTo>
                  <a:pt x="640255" y="133796"/>
                </a:lnTo>
                <a:lnTo>
                  <a:pt x="640958" y="133898"/>
                </a:lnTo>
                <a:lnTo>
                  <a:pt x="641667" y="133990"/>
                </a:lnTo>
                <a:lnTo>
                  <a:pt x="642382" y="134071"/>
                </a:lnTo>
                <a:lnTo>
                  <a:pt x="643103" y="134141"/>
                </a:lnTo>
                <a:lnTo>
                  <a:pt x="643830" y="134200"/>
                </a:lnTo>
                <a:lnTo>
                  <a:pt x="644563" y="134249"/>
                </a:lnTo>
                <a:lnTo>
                  <a:pt x="645302" y="134287"/>
                </a:lnTo>
                <a:lnTo>
                  <a:pt x="646047" y="134314"/>
                </a:lnTo>
                <a:lnTo>
                  <a:pt x="646798" y="134330"/>
                </a:lnTo>
                <a:lnTo>
                  <a:pt x="647556" y="134335"/>
                </a:lnTo>
                <a:lnTo>
                  <a:pt x="648272" y="134331"/>
                </a:lnTo>
                <a:lnTo>
                  <a:pt x="648979" y="134319"/>
                </a:lnTo>
                <a:lnTo>
                  <a:pt x="649679" y="134297"/>
                </a:lnTo>
                <a:lnTo>
                  <a:pt x="650371" y="134268"/>
                </a:lnTo>
                <a:lnTo>
                  <a:pt x="651055" y="134230"/>
                </a:lnTo>
                <a:lnTo>
                  <a:pt x="651731" y="134184"/>
                </a:lnTo>
                <a:lnTo>
                  <a:pt x="652399" y="134129"/>
                </a:lnTo>
                <a:lnTo>
                  <a:pt x="653059" y="134066"/>
                </a:lnTo>
                <a:lnTo>
                  <a:pt x="653711" y="133995"/>
                </a:lnTo>
                <a:lnTo>
                  <a:pt x="654355" y="133915"/>
                </a:lnTo>
                <a:lnTo>
                  <a:pt x="654991" y="133827"/>
                </a:lnTo>
                <a:lnTo>
                  <a:pt x="655619" y="133730"/>
                </a:lnTo>
                <a:lnTo>
                  <a:pt x="656239" y="133625"/>
                </a:lnTo>
                <a:lnTo>
                  <a:pt x="656851" y="133511"/>
                </a:lnTo>
                <a:lnTo>
                  <a:pt x="657455" y="133389"/>
                </a:lnTo>
                <a:lnTo>
                  <a:pt x="658051" y="133259"/>
                </a:lnTo>
                <a:lnTo>
                  <a:pt x="658639" y="133120"/>
                </a:lnTo>
                <a:lnTo>
                  <a:pt x="659219" y="132973"/>
                </a:lnTo>
                <a:lnTo>
                  <a:pt x="659791" y="132817"/>
                </a:lnTo>
                <a:lnTo>
                  <a:pt x="660355" y="132653"/>
                </a:lnTo>
                <a:lnTo>
                  <a:pt x="660911" y="132481"/>
                </a:lnTo>
                <a:lnTo>
                  <a:pt x="661459" y="132300"/>
                </a:lnTo>
                <a:lnTo>
                  <a:pt x="661999" y="132111"/>
                </a:lnTo>
                <a:lnTo>
                  <a:pt x="662531" y="131913"/>
                </a:lnTo>
                <a:lnTo>
                  <a:pt x="663056" y="131709"/>
                </a:lnTo>
                <a:lnTo>
                  <a:pt x="663574" y="131500"/>
                </a:lnTo>
                <a:lnTo>
                  <a:pt x="664085" y="131285"/>
                </a:lnTo>
                <a:lnTo>
                  <a:pt x="664589" y="131066"/>
                </a:lnTo>
                <a:lnTo>
                  <a:pt x="665086" y="130841"/>
                </a:lnTo>
                <a:lnTo>
                  <a:pt x="665576" y="130612"/>
                </a:lnTo>
                <a:lnTo>
                  <a:pt x="666060" y="130377"/>
                </a:lnTo>
                <a:lnTo>
                  <a:pt x="666536" y="130137"/>
                </a:lnTo>
                <a:lnTo>
                  <a:pt x="667006" y="129893"/>
                </a:lnTo>
                <a:lnTo>
                  <a:pt x="667469" y="129643"/>
                </a:lnTo>
                <a:lnTo>
                  <a:pt x="667925" y="129388"/>
                </a:lnTo>
                <a:lnTo>
                  <a:pt x="668374" y="129128"/>
                </a:lnTo>
                <a:lnTo>
                  <a:pt x="668816" y="128863"/>
                </a:lnTo>
                <a:lnTo>
                  <a:pt x="669252" y="128593"/>
                </a:lnTo>
                <a:lnTo>
                  <a:pt x="669680" y="128318"/>
                </a:lnTo>
                <a:lnTo>
                  <a:pt x="670102" y="128038"/>
                </a:lnTo>
                <a:lnTo>
                  <a:pt x="670517" y="127753"/>
                </a:lnTo>
                <a:lnTo>
                  <a:pt x="670925" y="127463"/>
                </a:lnTo>
                <a:lnTo>
                  <a:pt x="671326" y="127168"/>
                </a:lnTo>
                <a:lnTo>
                  <a:pt x="671720" y="126868"/>
                </a:lnTo>
                <a:lnTo>
                  <a:pt x="672107" y="126563"/>
                </a:lnTo>
                <a:lnTo>
                  <a:pt x="672488" y="126252"/>
                </a:lnTo>
                <a:lnTo>
                  <a:pt x="672861" y="125937"/>
                </a:lnTo>
                <a:lnTo>
                  <a:pt x="673228" y="125616"/>
                </a:lnTo>
                <a:lnTo>
                  <a:pt x="673589" y="125293"/>
                </a:lnTo>
                <a:lnTo>
                  <a:pt x="673944" y="124968"/>
                </a:lnTo>
                <a:lnTo>
                  <a:pt x="674294" y="124641"/>
                </a:lnTo>
                <a:lnTo>
                  <a:pt x="674638" y="124314"/>
                </a:lnTo>
                <a:lnTo>
                  <a:pt x="674978" y="123984"/>
                </a:lnTo>
                <a:lnTo>
                  <a:pt x="675312" y="123654"/>
                </a:lnTo>
                <a:lnTo>
                  <a:pt x="675640" y="123322"/>
                </a:lnTo>
                <a:lnTo>
                  <a:pt x="675964" y="122988"/>
                </a:lnTo>
                <a:lnTo>
                  <a:pt x="676282" y="122653"/>
                </a:lnTo>
                <a:lnTo>
                  <a:pt x="676594" y="122317"/>
                </a:lnTo>
                <a:lnTo>
                  <a:pt x="676902" y="121980"/>
                </a:lnTo>
                <a:lnTo>
                  <a:pt x="677204" y="121640"/>
                </a:lnTo>
                <a:lnTo>
                  <a:pt x="677501" y="121300"/>
                </a:lnTo>
                <a:lnTo>
                  <a:pt x="677792" y="120958"/>
                </a:lnTo>
                <a:lnTo>
                  <a:pt x="678078" y="120615"/>
                </a:lnTo>
                <a:lnTo>
                  <a:pt x="678359" y="120270"/>
                </a:lnTo>
                <a:lnTo>
                  <a:pt x="678634" y="119924"/>
                </a:lnTo>
                <a:lnTo>
                  <a:pt x="678904" y="119577"/>
                </a:lnTo>
                <a:lnTo>
                  <a:pt x="679169" y="119228"/>
                </a:lnTo>
                <a:lnTo>
                  <a:pt x="679428" y="118878"/>
                </a:lnTo>
                <a:lnTo>
                  <a:pt x="679683" y="118526"/>
                </a:lnTo>
                <a:lnTo>
                  <a:pt x="679931" y="118173"/>
                </a:lnTo>
                <a:lnTo>
                  <a:pt x="680175" y="117819"/>
                </a:lnTo>
                <a:lnTo>
                  <a:pt x="680413" y="117463"/>
                </a:lnTo>
                <a:lnTo>
                  <a:pt x="671371" y="110278"/>
                </a:lnTo>
                <a:lnTo>
                  <a:pt x="671026" y="110725"/>
                </a:lnTo>
                <a:lnTo>
                  <a:pt x="670675" y="111164"/>
                </a:lnTo>
                <a:lnTo>
                  <a:pt x="670320" y="111596"/>
                </a:lnTo>
                <a:lnTo>
                  <a:pt x="669961" y="112020"/>
                </a:lnTo>
                <a:lnTo>
                  <a:pt x="669596" y="112437"/>
                </a:lnTo>
                <a:lnTo>
                  <a:pt x="669227" y="112846"/>
                </a:lnTo>
                <a:lnTo>
                  <a:pt x="668853" y="113247"/>
                </a:lnTo>
                <a:lnTo>
                  <a:pt x="668474" y="113641"/>
                </a:lnTo>
                <a:lnTo>
                  <a:pt x="668090" y="114028"/>
                </a:lnTo>
                <a:lnTo>
                  <a:pt x="667702" y="114407"/>
                </a:lnTo>
                <a:lnTo>
                  <a:pt x="667309" y="114778"/>
                </a:lnTo>
                <a:lnTo>
                  <a:pt x="666911" y="115142"/>
                </a:lnTo>
                <a:lnTo>
                  <a:pt x="666508" y="115498"/>
                </a:lnTo>
                <a:lnTo>
                  <a:pt x="666101" y="115846"/>
                </a:lnTo>
                <a:lnTo>
                  <a:pt x="665688" y="116187"/>
                </a:lnTo>
                <a:lnTo>
                  <a:pt x="665271" y="116521"/>
                </a:lnTo>
                <a:lnTo>
                  <a:pt x="664850" y="116847"/>
                </a:lnTo>
                <a:lnTo>
                  <a:pt x="664423" y="117165"/>
                </a:lnTo>
                <a:lnTo>
                  <a:pt x="663992" y="117476"/>
                </a:lnTo>
                <a:lnTo>
                  <a:pt x="663556" y="117779"/>
                </a:lnTo>
                <a:lnTo>
                  <a:pt x="663115" y="118074"/>
                </a:lnTo>
                <a:lnTo>
                  <a:pt x="662670" y="118362"/>
                </a:lnTo>
                <a:lnTo>
                  <a:pt x="662219" y="118643"/>
                </a:lnTo>
                <a:lnTo>
                  <a:pt x="661764" y="118916"/>
                </a:lnTo>
                <a:lnTo>
                  <a:pt x="661303" y="119179"/>
                </a:lnTo>
                <a:lnTo>
                  <a:pt x="660832" y="119432"/>
                </a:lnTo>
                <a:lnTo>
                  <a:pt x="660354" y="119673"/>
                </a:lnTo>
                <a:lnTo>
                  <a:pt x="659867" y="119903"/>
                </a:lnTo>
                <a:lnTo>
                  <a:pt x="659372" y="120121"/>
                </a:lnTo>
                <a:lnTo>
                  <a:pt x="658868" y="120329"/>
                </a:lnTo>
                <a:lnTo>
                  <a:pt x="658356" y="120525"/>
                </a:lnTo>
                <a:lnTo>
                  <a:pt x="657835" y="120710"/>
                </a:lnTo>
                <a:lnTo>
                  <a:pt x="657306" y="120884"/>
                </a:lnTo>
                <a:lnTo>
                  <a:pt x="656769" y="121046"/>
                </a:lnTo>
                <a:lnTo>
                  <a:pt x="656223" y="121198"/>
                </a:lnTo>
                <a:lnTo>
                  <a:pt x="655669" y="121338"/>
                </a:lnTo>
                <a:lnTo>
                  <a:pt x="655106" y="121467"/>
                </a:lnTo>
                <a:lnTo>
                  <a:pt x="654535" y="121584"/>
                </a:lnTo>
                <a:lnTo>
                  <a:pt x="653956" y="121691"/>
                </a:lnTo>
                <a:lnTo>
                  <a:pt x="653368" y="121786"/>
                </a:lnTo>
                <a:lnTo>
                  <a:pt x="652772" y="121870"/>
                </a:lnTo>
                <a:lnTo>
                  <a:pt x="652167" y="121943"/>
                </a:lnTo>
                <a:lnTo>
                  <a:pt x="651554" y="122005"/>
                </a:lnTo>
                <a:lnTo>
                  <a:pt x="650933" y="122055"/>
                </a:lnTo>
                <a:lnTo>
                  <a:pt x="650303" y="122095"/>
                </a:lnTo>
                <a:lnTo>
                  <a:pt x="649665" y="122123"/>
                </a:lnTo>
                <a:lnTo>
                  <a:pt x="649018" y="122139"/>
                </a:lnTo>
                <a:lnTo>
                  <a:pt x="648363" y="122145"/>
                </a:lnTo>
                <a:lnTo>
                  <a:pt x="647854" y="122141"/>
                </a:lnTo>
                <a:lnTo>
                  <a:pt x="647350" y="122129"/>
                </a:lnTo>
                <a:lnTo>
                  <a:pt x="646850" y="122108"/>
                </a:lnTo>
                <a:lnTo>
                  <a:pt x="646355" y="122080"/>
                </a:lnTo>
                <a:lnTo>
                  <a:pt x="645864" y="122043"/>
                </a:lnTo>
                <a:lnTo>
                  <a:pt x="645378" y="121999"/>
                </a:lnTo>
                <a:lnTo>
                  <a:pt x="644897" y="121946"/>
                </a:lnTo>
                <a:lnTo>
                  <a:pt x="644421" y="121885"/>
                </a:lnTo>
                <a:lnTo>
                  <a:pt x="643949" y="121816"/>
                </a:lnTo>
                <a:lnTo>
                  <a:pt x="643481" y="121739"/>
                </a:lnTo>
                <a:lnTo>
                  <a:pt x="643019" y="121653"/>
                </a:lnTo>
                <a:lnTo>
                  <a:pt x="642560" y="121560"/>
                </a:lnTo>
                <a:lnTo>
                  <a:pt x="642107" y="121458"/>
                </a:lnTo>
                <a:lnTo>
                  <a:pt x="641658" y="121348"/>
                </a:lnTo>
                <a:lnTo>
                  <a:pt x="641214" y="121231"/>
                </a:lnTo>
                <a:lnTo>
                  <a:pt x="640774" y="121105"/>
                </a:lnTo>
                <a:lnTo>
                  <a:pt x="640339" y="120970"/>
                </a:lnTo>
                <a:lnTo>
                  <a:pt x="639909" y="120828"/>
                </a:lnTo>
                <a:lnTo>
                  <a:pt x="639483" y="120678"/>
                </a:lnTo>
                <a:lnTo>
                  <a:pt x="639062" y="120519"/>
                </a:lnTo>
                <a:lnTo>
                  <a:pt x="638646" y="120353"/>
                </a:lnTo>
                <a:lnTo>
                  <a:pt x="638234" y="120178"/>
                </a:lnTo>
                <a:lnTo>
                  <a:pt x="637827" y="119995"/>
                </a:lnTo>
                <a:lnTo>
                  <a:pt x="637424" y="119804"/>
                </a:lnTo>
                <a:lnTo>
                  <a:pt x="637026" y="119606"/>
                </a:lnTo>
                <a:lnTo>
                  <a:pt x="636634" y="119401"/>
                </a:lnTo>
                <a:lnTo>
                  <a:pt x="636246" y="119191"/>
                </a:lnTo>
                <a:lnTo>
                  <a:pt x="635863" y="118974"/>
                </a:lnTo>
                <a:lnTo>
                  <a:pt x="635486" y="118751"/>
                </a:lnTo>
                <a:lnTo>
                  <a:pt x="635113" y="118522"/>
                </a:lnTo>
                <a:lnTo>
                  <a:pt x="634746" y="118287"/>
                </a:lnTo>
                <a:lnTo>
                  <a:pt x="634383" y="118046"/>
                </a:lnTo>
                <a:lnTo>
                  <a:pt x="634026" y="117798"/>
                </a:lnTo>
                <a:lnTo>
                  <a:pt x="633673" y="117545"/>
                </a:lnTo>
                <a:lnTo>
                  <a:pt x="633326" y="117285"/>
                </a:lnTo>
                <a:lnTo>
                  <a:pt x="632984" y="117019"/>
                </a:lnTo>
                <a:lnTo>
                  <a:pt x="632647" y="116746"/>
                </a:lnTo>
                <a:lnTo>
                  <a:pt x="632314" y="116468"/>
                </a:lnTo>
                <a:lnTo>
                  <a:pt x="631987" y="116184"/>
                </a:lnTo>
                <a:lnTo>
                  <a:pt x="631665" y="115893"/>
                </a:lnTo>
                <a:lnTo>
                  <a:pt x="631348" y="115596"/>
                </a:lnTo>
                <a:lnTo>
                  <a:pt x="631036" y="115293"/>
                </a:lnTo>
                <a:lnTo>
                  <a:pt x="630729" y="114984"/>
                </a:lnTo>
                <a:lnTo>
                  <a:pt x="630427" y="114669"/>
                </a:lnTo>
                <a:lnTo>
                  <a:pt x="630131" y="114347"/>
                </a:lnTo>
                <a:lnTo>
                  <a:pt x="629839" y="114019"/>
                </a:lnTo>
                <a:lnTo>
                  <a:pt x="629552" y="113685"/>
                </a:lnTo>
                <a:lnTo>
                  <a:pt x="629270" y="113345"/>
                </a:lnTo>
                <a:lnTo>
                  <a:pt x="628994" y="113000"/>
                </a:lnTo>
                <a:lnTo>
                  <a:pt x="628723" y="112650"/>
                </a:lnTo>
                <a:lnTo>
                  <a:pt x="628458" y="112295"/>
                </a:lnTo>
                <a:lnTo>
                  <a:pt x="628198" y="111936"/>
                </a:lnTo>
                <a:lnTo>
                  <a:pt x="627944" y="111572"/>
                </a:lnTo>
                <a:lnTo>
                  <a:pt x="627696" y="111204"/>
                </a:lnTo>
                <a:lnTo>
                  <a:pt x="627453" y="110830"/>
                </a:lnTo>
                <a:lnTo>
                  <a:pt x="627216" y="110453"/>
                </a:lnTo>
                <a:lnTo>
                  <a:pt x="626985" y="110070"/>
                </a:lnTo>
                <a:lnTo>
                  <a:pt x="626759" y="109683"/>
                </a:lnTo>
                <a:lnTo>
                  <a:pt x="626538" y="109291"/>
                </a:lnTo>
                <a:lnTo>
                  <a:pt x="626324" y="108895"/>
                </a:lnTo>
                <a:lnTo>
                  <a:pt x="626114" y="108494"/>
                </a:lnTo>
                <a:lnTo>
                  <a:pt x="625911" y="108089"/>
                </a:lnTo>
                <a:lnTo>
                  <a:pt x="625713" y="107679"/>
                </a:lnTo>
                <a:lnTo>
                  <a:pt x="625521" y="107264"/>
                </a:lnTo>
                <a:lnTo>
                  <a:pt x="625334" y="106844"/>
                </a:lnTo>
                <a:lnTo>
                  <a:pt x="625153" y="106420"/>
                </a:lnTo>
                <a:lnTo>
                  <a:pt x="624978" y="105992"/>
                </a:lnTo>
                <a:lnTo>
                  <a:pt x="624808" y="105558"/>
                </a:lnTo>
                <a:lnTo>
                  <a:pt x="624643" y="105120"/>
                </a:lnTo>
                <a:lnTo>
                  <a:pt x="624485" y="104678"/>
                </a:lnTo>
                <a:lnTo>
                  <a:pt x="624332" y="104231"/>
                </a:lnTo>
                <a:lnTo>
                  <a:pt x="624184" y="103779"/>
                </a:lnTo>
                <a:lnTo>
                  <a:pt x="624043" y="103323"/>
                </a:lnTo>
                <a:lnTo>
                  <a:pt x="623907" y="102865"/>
                </a:lnTo>
                <a:lnTo>
                  <a:pt x="623777" y="102405"/>
                </a:lnTo>
                <a:lnTo>
                  <a:pt x="623654" y="101941"/>
                </a:lnTo>
                <a:lnTo>
                  <a:pt x="623536" y="101475"/>
                </a:lnTo>
                <a:lnTo>
                  <a:pt x="623425" y="101006"/>
                </a:lnTo>
                <a:lnTo>
                  <a:pt x="623319" y="100535"/>
                </a:lnTo>
                <a:lnTo>
                  <a:pt x="623220" y="100061"/>
                </a:lnTo>
                <a:lnTo>
                  <a:pt x="623127" y="99584"/>
                </a:lnTo>
                <a:lnTo>
                  <a:pt x="623039" y="99105"/>
                </a:lnTo>
                <a:lnTo>
                  <a:pt x="622958" y="98623"/>
                </a:lnTo>
                <a:lnTo>
                  <a:pt x="622882" y="98138"/>
                </a:lnTo>
                <a:lnTo>
                  <a:pt x="622813" y="97650"/>
                </a:lnTo>
                <a:lnTo>
                  <a:pt x="622750" y="97160"/>
                </a:lnTo>
                <a:lnTo>
                  <a:pt x="622693" y="96668"/>
                </a:lnTo>
                <a:lnTo>
                  <a:pt x="622641" y="96172"/>
                </a:lnTo>
                <a:lnTo>
                  <a:pt x="622596" y="95674"/>
                </a:lnTo>
                <a:lnTo>
                  <a:pt x="622557" y="95174"/>
                </a:lnTo>
                <a:lnTo>
                  <a:pt x="622524" y="94670"/>
                </a:lnTo>
                <a:lnTo>
                  <a:pt x="622497" y="94164"/>
                </a:lnTo>
                <a:lnTo>
                  <a:pt x="622476" y="93655"/>
                </a:lnTo>
                <a:lnTo>
                  <a:pt x="622461" y="93163"/>
                </a:lnTo>
                <a:lnTo>
                  <a:pt x="681543" y="93163"/>
                </a:lnTo>
                <a:lnTo>
                  <a:pt x="681543" y="86472"/>
                </a:lnTo>
                <a:lnTo>
                  <a:pt x="681540" y="85709"/>
                </a:lnTo>
                <a:lnTo>
                  <a:pt x="681529" y="84951"/>
                </a:lnTo>
                <a:lnTo>
                  <a:pt x="681510" y="84197"/>
                </a:lnTo>
                <a:lnTo>
                  <a:pt x="681485" y="83449"/>
                </a:lnTo>
                <a:close/>
                <a:moveTo>
                  <a:pt x="623111" y="79559"/>
                </a:moveTo>
                <a:lnTo>
                  <a:pt x="623202" y="78999"/>
                </a:lnTo>
                <a:lnTo>
                  <a:pt x="623299" y="78446"/>
                </a:lnTo>
                <a:lnTo>
                  <a:pt x="623402" y="77900"/>
                </a:lnTo>
                <a:lnTo>
                  <a:pt x="623511" y="77360"/>
                </a:lnTo>
                <a:lnTo>
                  <a:pt x="623626" y="76826"/>
                </a:lnTo>
                <a:lnTo>
                  <a:pt x="623747" y="76299"/>
                </a:lnTo>
                <a:lnTo>
                  <a:pt x="623873" y="75778"/>
                </a:lnTo>
                <a:lnTo>
                  <a:pt x="624006" y="75264"/>
                </a:lnTo>
                <a:lnTo>
                  <a:pt x="624144" y="74756"/>
                </a:lnTo>
                <a:lnTo>
                  <a:pt x="624288" y="74255"/>
                </a:lnTo>
                <a:lnTo>
                  <a:pt x="624436" y="73760"/>
                </a:lnTo>
                <a:lnTo>
                  <a:pt x="624589" y="73272"/>
                </a:lnTo>
                <a:lnTo>
                  <a:pt x="624747" y="72790"/>
                </a:lnTo>
                <a:lnTo>
                  <a:pt x="624910" y="72314"/>
                </a:lnTo>
                <a:lnTo>
                  <a:pt x="625077" y="71845"/>
                </a:lnTo>
                <a:lnTo>
                  <a:pt x="625250" y="71382"/>
                </a:lnTo>
                <a:lnTo>
                  <a:pt x="625427" y="70926"/>
                </a:lnTo>
                <a:lnTo>
                  <a:pt x="625608" y="70476"/>
                </a:lnTo>
                <a:lnTo>
                  <a:pt x="625795" y="70033"/>
                </a:lnTo>
                <a:lnTo>
                  <a:pt x="625986" y="69596"/>
                </a:lnTo>
                <a:lnTo>
                  <a:pt x="626182" y="69166"/>
                </a:lnTo>
                <a:lnTo>
                  <a:pt x="626383" y="68742"/>
                </a:lnTo>
                <a:lnTo>
                  <a:pt x="626589" y="68324"/>
                </a:lnTo>
                <a:lnTo>
                  <a:pt x="626799" y="67913"/>
                </a:lnTo>
                <a:lnTo>
                  <a:pt x="627014" y="67509"/>
                </a:lnTo>
                <a:lnTo>
                  <a:pt x="627234" y="67110"/>
                </a:lnTo>
                <a:lnTo>
                  <a:pt x="627459" y="66719"/>
                </a:lnTo>
                <a:lnTo>
                  <a:pt x="627688" y="66333"/>
                </a:lnTo>
                <a:lnTo>
                  <a:pt x="627922" y="65954"/>
                </a:lnTo>
                <a:lnTo>
                  <a:pt x="628161" y="65582"/>
                </a:lnTo>
                <a:lnTo>
                  <a:pt x="628405" y="65216"/>
                </a:lnTo>
                <a:lnTo>
                  <a:pt x="628654" y="64857"/>
                </a:lnTo>
                <a:lnTo>
                  <a:pt x="628907" y="64504"/>
                </a:lnTo>
                <a:lnTo>
                  <a:pt x="629165" y="64157"/>
                </a:lnTo>
                <a:lnTo>
                  <a:pt x="629427" y="63818"/>
                </a:lnTo>
                <a:lnTo>
                  <a:pt x="629693" y="63486"/>
                </a:lnTo>
                <a:lnTo>
                  <a:pt x="629963" y="63161"/>
                </a:lnTo>
                <a:lnTo>
                  <a:pt x="630238" y="62844"/>
                </a:lnTo>
                <a:lnTo>
                  <a:pt x="630517" y="62533"/>
                </a:lnTo>
                <a:lnTo>
                  <a:pt x="630799" y="62230"/>
                </a:lnTo>
                <a:lnTo>
                  <a:pt x="631087" y="61934"/>
                </a:lnTo>
                <a:lnTo>
                  <a:pt x="631378" y="61645"/>
                </a:lnTo>
                <a:lnTo>
                  <a:pt x="631674" y="61363"/>
                </a:lnTo>
                <a:lnTo>
                  <a:pt x="631973" y="61088"/>
                </a:lnTo>
                <a:lnTo>
                  <a:pt x="632277" y="60820"/>
                </a:lnTo>
                <a:lnTo>
                  <a:pt x="632586" y="60560"/>
                </a:lnTo>
                <a:lnTo>
                  <a:pt x="632898" y="60306"/>
                </a:lnTo>
                <a:lnTo>
                  <a:pt x="633215" y="60060"/>
                </a:lnTo>
                <a:lnTo>
                  <a:pt x="633535" y="59821"/>
                </a:lnTo>
                <a:lnTo>
                  <a:pt x="633861" y="59589"/>
                </a:lnTo>
                <a:lnTo>
                  <a:pt x="634190" y="59365"/>
                </a:lnTo>
                <a:lnTo>
                  <a:pt x="634523" y="59147"/>
                </a:lnTo>
                <a:lnTo>
                  <a:pt x="634861" y="58937"/>
                </a:lnTo>
                <a:lnTo>
                  <a:pt x="635203" y="58733"/>
                </a:lnTo>
                <a:lnTo>
                  <a:pt x="635549" y="58537"/>
                </a:lnTo>
                <a:lnTo>
                  <a:pt x="635899" y="58348"/>
                </a:lnTo>
                <a:lnTo>
                  <a:pt x="636253" y="58166"/>
                </a:lnTo>
                <a:lnTo>
                  <a:pt x="636611" y="57992"/>
                </a:lnTo>
                <a:lnTo>
                  <a:pt x="636972" y="57825"/>
                </a:lnTo>
                <a:lnTo>
                  <a:pt x="637336" y="57665"/>
                </a:lnTo>
                <a:lnTo>
                  <a:pt x="637702" y="57513"/>
                </a:lnTo>
                <a:lnTo>
                  <a:pt x="638071" y="57368"/>
                </a:lnTo>
                <a:lnTo>
                  <a:pt x="638443" y="57230"/>
                </a:lnTo>
                <a:lnTo>
                  <a:pt x="638818" y="57100"/>
                </a:lnTo>
                <a:lnTo>
                  <a:pt x="639196" y="56978"/>
                </a:lnTo>
                <a:lnTo>
                  <a:pt x="639576" y="56863"/>
                </a:lnTo>
                <a:lnTo>
                  <a:pt x="639959" y="56755"/>
                </a:lnTo>
                <a:lnTo>
                  <a:pt x="640345" y="56655"/>
                </a:lnTo>
                <a:lnTo>
                  <a:pt x="640734" y="56562"/>
                </a:lnTo>
                <a:lnTo>
                  <a:pt x="641126" y="56476"/>
                </a:lnTo>
                <a:lnTo>
                  <a:pt x="641520" y="56398"/>
                </a:lnTo>
                <a:lnTo>
                  <a:pt x="641917" y="56328"/>
                </a:lnTo>
                <a:lnTo>
                  <a:pt x="642317" y="56265"/>
                </a:lnTo>
                <a:lnTo>
                  <a:pt x="642720" y="56209"/>
                </a:lnTo>
                <a:lnTo>
                  <a:pt x="643126" y="56161"/>
                </a:lnTo>
                <a:lnTo>
                  <a:pt x="643534" y="56120"/>
                </a:lnTo>
                <a:lnTo>
                  <a:pt x="643945" y="56086"/>
                </a:lnTo>
                <a:lnTo>
                  <a:pt x="644359" y="56060"/>
                </a:lnTo>
                <a:lnTo>
                  <a:pt x="644776" y="56042"/>
                </a:lnTo>
                <a:lnTo>
                  <a:pt x="645196" y="56031"/>
                </a:lnTo>
                <a:lnTo>
                  <a:pt x="645618" y="56027"/>
                </a:lnTo>
                <a:lnTo>
                  <a:pt x="646252" y="56033"/>
                </a:lnTo>
                <a:lnTo>
                  <a:pt x="646874" y="56051"/>
                </a:lnTo>
                <a:lnTo>
                  <a:pt x="647485" y="56082"/>
                </a:lnTo>
                <a:lnTo>
                  <a:pt x="648085" y="56125"/>
                </a:lnTo>
                <a:lnTo>
                  <a:pt x="648674" y="56181"/>
                </a:lnTo>
                <a:lnTo>
                  <a:pt x="649251" y="56248"/>
                </a:lnTo>
                <a:lnTo>
                  <a:pt x="649817" y="56328"/>
                </a:lnTo>
                <a:lnTo>
                  <a:pt x="650372" y="56420"/>
                </a:lnTo>
                <a:lnTo>
                  <a:pt x="650916" y="56525"/>
                </a:lnTo>
                <a:lnTo>
                  <a:pt x="651449" y="56642"/>
                </a:lnTo>
                <a:lnTo>
                  <a:pt x="651970" y="56771"/>
                </a:lnTo>
                <a:lnTo>
                  <a:pt x="652480" y="56912"/>
                </a:lnTo>
                <a:lnTo>
                  <a:pt x="652979" y="57066"/>
                </a:lnTo>
                <a:lnTo>
                  <a:pt x="653467" y="57232"/>
                </a:lnTo>
                <a:lnTo>
                  <a:pt x="653943" y="57410"/>
                </a:lnTo>
                <a:lnTo>
                  <a:pt x="654409" y="57601"/>
                </a:lnTo>
                <a:lnTo>
                  <a:pt x="654863" y="57804"/>
                </a:lnTo>
                <a:lnTo>
                  <a:pt x="655306" y="58019"/>
                </a:lnTo>
                <a:lnTo>
                  <a:pt x="655737" y="58247"/>
                </a:lnTo>
                <a:lnTo>
                  <a:pt x="656158" y="58487"/>
                </a:lnTo>
                <a:lnTo>
                  <a:pt x="656567" y="58739"/>
                </a:lnTo>
                <a:lnTo>
                  <a:pt x="656965" y="59003"/>
                </a:lnTo>
                <a:lnTo>
                  <a:pt x="657352" y="59280"/>
                </a:lnTo>
                <a:lnTo>
                  <a:pt x="657728" y="59569"/>
                </a:lnTo>
                <a:lnTo>
                  <a:pt x="658094" y="59867"/>
                </a:lnTo>
                <a:lnTo>
                  <a:pt x="658451" y="60172"/>
                </a:lnTo>
                <a:lnTo>
                  <a:pt x="658801" y="60484"/>
                </a:lnTo>
                <a:lnTo>
                  <a:pt x="659142" y="60802"/>
                </a:lnTo>
                <a:lnTo>
                  <a:pt x="659474" y="61128"/>
                </a:lnTo>
                <a:lnTo>
                  <a:pt x="659799" y="61459"/>
                </a:lnTo>
                <a:lnTo>
                  <a:pt x="660115" y="61798"/>
                </a:lnTo>
                <a:lnTo>
                  <a:pt x="660423" y="62143"/>
                </a:lnTo>
                <a:lnTo>
                  <a:pt x="660723" y="62495"/>
                </a:lnTo>
                <a:lnTo>
                  <a:pt x="661014" y="62854"/>
                </a:lnTo>
                <a:lnTo>
                  <a:pt x="661298" y="63219"/>
                </a:lnTo>
                <a:lnTo>
                  <a:pt x="661572" y="63592"/>
                </a:lnTo>
                <a:lnTo>
                  <a:pt x="661839" y="63970"/>
                </a:lnTo>
                <a:lnTo>
                  <a:pt x="662098" y="64356"/>
                </a:lnTo>
                <a:lnTo>
                  <a:pt x="662348" y="64748"/>
                </a:lnTo>
                <a:lnTo>
                  <a:pt x="662589" y="65147"/>
                </a:lnTo>
                <a:lnTo>
                  <a:pt x="662823" y="65553"/>
                </a:lnTo>
                <a:lnTo>
                  <a:pt x="663048" y="65965"/>
                </a:lnTo>
                <a:lnTo>
                  <a:pt x="663265" y="66384"/>
                </a:lnTo>
                <a:lnTo>
                  <a:pt x="663474" y="66810"/>
                </a:lnTo>
                <a:lnTo>
                  <a:pt x="663675" y="67243"/>
                </a:lnTo>
                <a:lnTo>
                  <a:pt x="663867" y="67682"/>
                </a:lnTo>
                <a:lnTo>
                  <a:pt x="664051" y="68128"/>
                </a:lnTo>
                <a:lnTo>
                  <a:pt x="664226" y="68580"/>
                </a:lnTo>
                <a:lnTo>
                  <a:pt x="664395" y="69037"/>
                </a:lnTo>
                <a:lnTo>
                  <a:pt x="664558" y="69495"/>
                </a:lnTo>
                <a:lnTo>
                  <a:pt x="664714" y="69953"/>
                </a:lnTo>
                <a:lnTo>
                  <a:pt x="664864" y="70413"/>
                </a:lnTo>
                <a:lnTo>
                  <a:pt x="665009" y="70874"/>
                </a:lnTo>
                <a:lnTo>
                  <a:pt x="665147" y="71336"/>
                </a:lnTo>
                <a:lnTo>
                  <a:pt x="665280" y="71800"/>
                </a:lnTo>
                <a:lnTo>
                  <a:pt x="665406" y="72264"/>
                </a:lnTo>
                <a:lnTo>
                  <a:pt x="665526" y="72730"/>
                </a:lnTo>
                <a:lnTo>
                  <a:pt x="665641" y="73196"/>
                </a:lnTo>
                <a:lnTo>
                  <a:pt x="665749" y="73664"/>
                </a:lnTo>
                <a:lnTo>
                  <a:pt x="665851" y="74133"/>
                </a:lnTo>
                <a:lnTo>
                  <a:pt x="665947" y="74602"/>
                </a:lnTo>
                <a:lnTo>
                  <a:pt x="666038" y="75073"/>
                </a:lnTo>
                <a:lnTo>
                  <a:pt x="666122" y="75546"/>
                </a:lnTo>
                <a:lnTo>
                  <a:pt x="666200" y="76019"/>
                </a:lnTo>
                <a:lnTo>
                  <a:pt x="666272" y="76493"/>
                </a:lnTo>
                <a:lnTo>
                  <a:pt x="666338" y="76969"/>
                </a:lnTo>
                <a:lnTo>
                  <a:pt x="666398" y="77445"/>
                </a:lnTo>
                <a:lnTo>
                  <a:pt x="666452" y="77923"/>
                </a:lnTo>
                <a:lnTo>
                  <a:pt x="666500" y="78402"/>
                </a:lnTo>
                <a:lnTo>
                  <a:pt x="666542" y="78882"/>
                </a:lnTo>
                <a:lnTo>
                  <a:pt x="666578" y="79363"/>
                </a:lnTo>
                <a:lnTo>
                  <a:pt x="666608" y="79845"/>
                </a:lnTo>
                <a:lnTo>
                  <a:pt x="666608" y="80973"/>
                </a:lnTo>
                <a:lnTo>
                  <a:pt x="622911" y="80973"/>
                </a:lnTo>
                <a:lnTo>
                  <a:pt x="622946" y="80697"/>
                </a:lnTo>
                <a:lnTo>
                  <a:pt x="623025" y="80124"/>
                </a:lnTo>
                <a:lnTo>
                  <a:pt x="623111" y="79559"/>
                </a:lnTo>
                <a:close/>
                <a:moveTo>
                  <a:pt x="695152" y="94651"/>
                </a:moveTo>
                <a:lnTo>
                  <a:pt x="695214" y="95407"/>
                </a:lnTo>
                <a:lnTo>
                  <a:pt x="695285" y="96159"/>
                </a:lnTo>
                <a:lnTo>
                  <a:pt x="695366" y="96905"/>
                </a:lnTo>
                <a:lnTo>
                  <a:pt x="695457" y="97647"/>
                </a:lnTo>
                <a:lnTo>
                  <a:pt x="695557" y="98384"/>
                </a:lnTo>
                <a:lnTo>
                  <a:pt x="695667" y="99117"/>
                </a:lnTo>
                <a:lnTo>
                  <a:pt x="695786" y="99844"/>
                </a:lnTo>
                <a:lnTo>
                  <a:pt x="695914" y="100567"/>
                </a:lnTo>
                <a:lnTo>
                  <a:pt x="696053" y="101285"/>
                </a:lnTo>
                <a:lnTo>
                  <a:pt x="696200" y="101998"/>
                </a:lnTo>
                <a:lnTo>
                  <a:pt x="696358" y="102707"/>
                </a:lnTo>
                <a:lnTo>
                  <a:pt x="696524" y="103411"/>
                </a:lnTo>
                <a:lnTo>
                  <a:pt x="696701" y="104110"/>
                </a:lnTo>
                <a:lnTo>
                  <a:pt x="696886" y="104804"/>
                </a:lnTo>
                <a:lnTo>
                  <a:pt x="697082" y="105493"/>
                </a:lnTo>
                <a:lnTo>
                  <a:pt x="697287" y="106178"/>
                </a:lnTo>
                <a:lnTo>
                  <a:pt x="697501" y="106858"/>
                </a:lnTo>
                <a:lnTo>
                  <a:pt x="697725" y="107533"/>
                </a:lnTo>
                <a:lnTo>
                  <a:pt x="697958" y="108202"/>
                </a:lnTo>
                <a:lnTo>
                  <a:pt x="698200" y="108864"/>
                </a:lnTo>
                <a:lnTo>
                  <a:pt x="698450" y="109519"/>
                </a:lnTo>
                <a:lnTo>
                  <a:pt x="698708" y="110167"/>
                </a:lnTo>
                <a:lnTo>
                  <a:pt x="698976" y="110807"/>
                </a:lnTo>
                <a:lnTo>
                  <a:pt x="699251" y="111441"/>
                </a:lnTo>
                <a:lnTo>
                  <a:pt x="699536" y="112067"/>
                </a:lnTo>
                <a:lnTo>
                  <a:pt x="699829" y="112686"/>
                </a:lnTo>
                <a:lnTo>
                  <a:pt x="700130" y="113298"/>
                </a:lnTo>
                <a:lnTo>
                  <a:pt x="700440" y="113903"/>
                </a:lnTo>
                <a:lnTo>
                  <a:pt x="700759" y="114501"/>
                </a:lnTo>
                <a:lnTo>
                  <a:pt x="701086" y="115091"/>
                </a:lnTo>
                <a:lnTo>
                  <a:pt x="701421" y="115675"/>
                </a:lnTo>
                <a:lnTo>
                  <a:pt x="701765" y="116251"/>
                </a:lnTo>
                <a:lnTo>
                  <a:pt x="702118" y="116820"/>
                </a:lnTo>
                <a:lnTo>
                  <a:pt x="702479" y="117382"/>
                </a:lnTo>
                <a:lnTo>
                  <a:pt x="702849" y="117937"/>
                </a:lnTo>
                <a:lnTo>
                  <a:pt x="703227" y="118484"/>
                </a:lnTo>
                <a:lnTo>
                  <a:pt x="703614" y="119025"/>
                </a:lnTo>
                <a:lnTo>
                  <a:pt x="704010" y="119558"/>
                </a:lnTo>
                <a:lnTo>
                  <a:pt x="704414" y="120085"/>
                </a:lnTo>
                <a:lnTo>
                  <a:pt x="704826" y="120604"/>
                </a:lnTo>
                <a:lnTo>
                  <a:pt x="705247" y="121116"/>
                </a:lnTo>
                <a:lnTo>
                  <a:pt x="705677" y="121620"/>
                </a:lnTo>
                <a:lnTo>
                  <a:pt x="706115" y="122117"/>
                </a:lnTo>
                <a:lnTo>
                  <a:pt x="706560" y="122604"/>
                </a:lnTo>
                <a:lnTo>
                  <a:pt x="707012" y="123082"/>
                </a:lnTo>
                <a:lnTo>
                  <a:pt x="707472" y="123551"/>
                </a:lnTo>
                <a:lnTo>
                  <a:pt x="707940" y="124011"/>
                </a:lnTo>
                <a:lnTo>
                  <a:pt x="708414" y="124461"/>
                </a:lnTo>
                <a:lnTo>
                  <a:pt x="708897" y="124902"/>
                </a:lnTo>
                <a:lnTo>
                  <a:pt x="709386" y="125334"/>
                </a:lnTo>
                <a:lnTo>
                  <a:pt x="709883" y="125756"/>
                </a:lnTo>
                <a:lnTo>
                  <a:pt x="710388" y="126170"/>
                </a:lnTo>
                <a:lnTo>
                  <a:pt x="710900" y="126574"/>
                </a:lnTo>
                <a:lnTo>
                  <a:pt x="711419" y="126969"/>
                </a:lnTo>
                <a:lnTo>
                  <a:pt x="711946" y="127354"/>
                </a:lnTo>
                <a:lnTo>
                  <a:pt x="712480" y="127731"/>
                </a:lnTo>
                <a:lnTo>
                  <a:pt x="713022" y="128098"/>
                </a:lnTo>
                <a:lnTo>
                  <a:pt x="713571" y="128455"/>
                </a:lnTo>
                <a:lnTo>
                  <a:pt x="714127" y="128804"/>
                </a:lnTo>
                <a:lnTo>
                  <a:pt x="714691" y="129143"/>
                </a:lnTo>
                <a:lnTo>
                  <a:pt x="715262" y="129473"/>
                </a:lnTo>
                <a:lnTo>
                  <a:pt x="715841" y="129794"/>
                </a:lnTo>
                <a:lnTo>
                  <a:pt x="716427" y="130106"/>
                </a:lnTo>
                <a:lnTo>
                  <a:pt x="717021" y="130408"/>
                </a:lnTo>
                <a:lnTo>
                  <a:pt x="717622" y="130701"/>
                </a:lnTo>
                <a:lnTo>
                  <a:pt x="718231" y="130985"/>
                </a:lnTo>
                <a:lnTo>
                  <a:pt x="718846" y="131258"/>
                </a:lnTo>
                <a:lnTo>
                  <a:pt x="719468" y="131520"/>
                </a:lnTo>
                <a:lnTo>
                  <a:pt x="720096" y="131770"/>
                </a:lnTo>
                <a:lnTo>
                  <a:pt x="720731" y="132009"/>
                </a:lnTo>
                <a:lnTo>
                  <a:pt x="721372" y="132236"/>
                </a:lnTo>
                <a:lnTo>
                  <a:pt x="722020" y="132451"/>
                </a:lnTo>
                <a:lnTo>
                  <a:pt x="722674" y="132654"/>
                </a:lnTo>
                <a:lnTo>
                  <a:pt x="723335" y="132846"/>
                </a:lnTo>
                <a:lnTo>
                  <a:pt x="724002" y="133027"/>
                </a:lnTo>
                <a:lnTo>
                  <a:pt x="724675" y="133195"/>
                </a:lnTo>
                <a:lnTo>
                  <a:pt x="725355" y="133352"/>
                </a:lnTo>
                <a:lnTo>
                  <a:pt x="726041" y="133498"/>
                </a:lnTo>
                <a:lnTo>
                  <a:pt x="726734" y="133632"/>
                </a:lnTo>
                <a:lnTo>
                  <a:pt x="727433" y="133754"/>
                </a:lnTo>
                <a:lnTo>
                  <a:pt x="728139" y="133864"/>
                </a:lnTo>
                <a:lnTo>
                  <a:pt x="728851" y="133963"/>
                </a:lnTo>
                <a:lnTo>
                  <a:pt x="729570" y="134050"/>
                </a:lnTo>
                <a:lnTo>
                  <a:pt x="730295" y="134126"/>
                </a:lnTo>
                <a:lnTo>
                  <a:pt x="731026" y="134190"/>
                </a:lnTo>
                <a:lnTo>
                  <a:pt x="731764" y="134242"/>
                </a:lnTo>
                <a:lnTo>
                  <a:pt x="732509" y="134283"/>
                </a:lnTo>
                <a:lnTo>
                  <a:pt x="733259" y="134312"/>
                </a:lnTo>
                <a:lnTo>
                  <a:pt x="734017" y="134330"/>
                </a:lnTo>
                <a:lnTo>
                  <a:pt x="734780" y="134335"/>
                </a:lnTo>
                <a:lnTo>
                  <a:pt x="735544" y="134330"/>
                </a:lnTo>
                <a:lnTo>
                  <a:pt x="736301" y="134312"/>
                </a:lnTo>
                <a:lnTo>
                  <a:pt x="737052" y="134283"/>
                </a:lnTo>
                <a:lnTo>
                  <a:pt x="737795" y="134242"/>
                </a:lnTo>
                <a:lnTo>
                  <a:pt x="738533" y="134190"/>
                </a:lnTo>
                <a:lnTo>
                  <a:pt x="739263" y="134126"/>
                </a:lnTo>
                <a:lnTo>
                  <a:pt x="739988" y="134050"/>
                </a:lnTo>
                <a:lnTo>
                  <a:pt x="740705" y="133963"/>
                </a:lnTo>
                <a:lnTo>
                  <a:pt x="741416" y="133864"/>
                </a:lnTo>
                <a:lnTo>
                  <a:pt x="742120" y="133754"/>
                </a:lnTo>
                <a:lnTo>
                  <a:pt x="742818" y="133632"/>
                </a:lnTo>
                <a:lnTo>
                  <a:pt x="743509" y="133498"/>
                </a:lnTo>
                <a:lnTo>
                  <a:pt x="744194" y="133352"/>
                </a:lnTo>
                <a:lnTo>
                  <a:pt x="744872" y="133195"/>
                </a:lnTo>
                <a:lnTo>
                  <a:pt x="745543" y="133027"/>
                </a:lnTo>
                <a:lnTo>
                  <a:pt x="746208" y="132846"/>
                </a:lnTo>
                <a:lnTo>
                  <a:pt x="746866" y="132654"/>
                </a:lnTo>
                <a:lnTo>
                  <a:pt x="747518" y="132451"/>
                </a:lnTo>
                <a:lnTo>
                  <a:pt x="748163" y="132236"/>
                </a:lnTo>
                <a:lnTo>
                  <a:pt x="748802" y="132009"/>
                </a:lnTo>
                <a:lnTo>
                  <a:pt x="749434" y="131770"/>
                </a:lnTo>
                <a:lnTo>
                  <a:pt x="750059" y="131520"/>
                </a:lnTo>
                <a:lnTo>
                  <a:pt x="750678" y="131258"/>
                </a:lnTo>
                <a:lnTo>
                  <a:pt x="751290" y="130985"/>
                </a:lnTo>
                <a:lnTo>
                  <a:pt x="751895" y="130701"/>
                </a:lnTo>
                <a:lnTo>
                  <a:pt x="752493" y="130408"/>
                </a:lnTo>
                <a:lnTo>
                  <a:pt x="753083" y="130106"/>
                </a:lnTo>
                <a:lnTo>
                  <a:pt x="753667" y="129794"/>
                </a:lnTo>
                <a:lnTo>
                  <a:pt x="754243" y="129473"/>
                </a:lnTo>
                <a:lnTo>
                  <a:pt x="754812" y="129143"/>
                </a:lnTo>
                <a:lnTo>
                  <a:pt x="755373" y="128804"/>
                </a:lnTo>
                <a:lnTo>
                  <a:pt x="755927" y="128455"/>
                </a:lnTo>
                <a:lnTo>
                  <a:pt x="756474" y="128098"/>
                </a:lnTo>
                <a:lnTo>
                  <a:pt x="757014" y="127731"/>
                </a:lnTo>
                <a:lnTo>
                  <a:pt x="757546" y="127354"/>
                </a:lnTo>
                <a:lnTo>
                  <a:pt x="758071" y="126969"/>
                </a:lnTo>
                <a:lnTo>
                  <a:pt x="758589" y="126574"/>
                </a:lnTo>
                <a:lnTo>
                  <a:pt x="759099" y="126170"/>
                </a:lnTo>
                <a:lnTo>
                  <a:pt x="759602" y="125756"/>
                </a:lnTo>
                <a:lnTo>
                  <a:pt x="760098" y="125334"/>
                </a:lnTo>
                <a:lnTo>
                  <a:pt x="760587" y="124902"/>
                </a:lnTo>
                <a:lnTo>
                  <a:pt x="761068" y="124461"/>
                </a:lnTo>
                <a:lnTo>
                  <a:pt x="761542" y="124011"/>
                </a:lnTo>
                <a:lnTo>
                  <a:pt x="762009" y="123551"/>
                </a:lnTo>
                <a:lnTo>
                  <a:pt x="762468" y="123082"/>
                </a:lnTo>
                <a:lnTo>
                  <a:pt x="762921" y="122604"/>
                </a:lnTo>
                <a:lnTo>
                  <a:pt x="763365" y="122117"/>
                </a:lnTo>
                <a:lnTo>
                  <a:pt x="763803" y="121620"/>
                </a:lnTo>
                <a:lnTo>
                  <a:pt x="764233" y="121116"/>
                </a:lnTo>
                <a:lnTo>
                  <a:pt x="764654" y="120604"/>
                </a:lnTo>
                <a:lnTo>
                  <a:pt x="765066" y="120085"/>
                </a:lnTo>
                <a:lnTo>
                  <a:pt x="765470" y="119558"/>
                </a:lnTo>
                <a:lnTo>
                  <a:pt x="765866" y="119025"/>
                </a:lnTo>
                <a:lnTo>
                  <a:pt x="766253" y="118484"/>
                </a:lnTo>
                <a:lnTo>
                  <a:pt x="766631" y="117937"/>
                </a:lnTo>
                <a:lnTo>
                  <a:pt x="767001" y="117382"/>
                </a:lnTo>
                <a:lnTo>
                  <a:pt x="767362" y="116820"/>
                </a:lnTo>
                <a:lnTo>
                  <a:pt x="767715" y="116251"/>
                </a:lnTo>
                <a:lnTo>
                  <a:pt x="768059" y="115675"/>
                </a:lnTo>
                <a:lnTo>
                  <a:pt x="768395" y="115091"/>
                </a:lnTo>
                <a:lnTo>
                  <a:pt x="768722" y="114501"/>
                </a:lnTo>
                <a:lnTo>
                  <a:pt x="769040" y="113903"/>
                </a:lnTo>
                <a:lnTo>
                  <a:pt x="769350" y="113298"/>
                </a:lnTo>
                <a:lnTo>
                  <a:pt x="769651" y="112686"/>
                </a:lnTo>
                <a:lnTo>
                  <a:pt x="769944" y="112067"/>
                </a:lnTo>
                <a:lnTo>
                  <a:pt x="770229" y="111441"/>
                </a:lnTo>
                <a:lnTo>
                  <a:pt x="770504" y="110807"/>
                </a:lnTo>
                <a:lnTo>
                  <a:pt x="770772" y="110167"/>
                </a:lnTo>
                <a:lnTo>
                  <a:pt x="771030" y="109519"/>
                </a:lnTo>
                <a:lnTo>
                  <a:pt x="771280" y="108864"/>
                </a:lnTo>
                <a:lnTo>
                  <a:pt x="771522" y="108202"/>
                </a:lnTo>
                <a:lnTo>
                  <a:pt x="771755" y="107533"/>
                </a:lnTo>
                <a:lnTo>
                  <a:pt x="771979" y="106858"/>
                </a:lnTo>
                <a:lnTo>
                  <a:pt x="772193" y="106178"/>
                </a:lnTo>
                <a:lnTo>
                  <a:pt x="772398" y="105493"/>
                </a:lnTo>
                <a:lnTo>
                  <a:pt x="772594" y="104804"/>
                </a:lnTo>
                <a:lnTo>
                  <a:pt x="772779" y="104110"/>
                </a:lnTo>
                <a:lnTo>
                  <a:pt x="772956" y="103411"/>
                </a:lnTo>
                <a:lnTo>
                  <a:pt x="773123" y="102707"/>
                </a:lnTo>
                <a:lnTo>
                  <a:pt x="773280" y="101998"/>
                </a:lnTo>
                <a:lnTo>
                  <a:pt x="773428" y="101285"/>
                </a:lnTo>
                <a:lnTo>
                  <a:pt x="773566" y="100567"/>
                </a:lnTo>
                <a:lnTo>
                  <a:pt x="773694" y="99844"/>
                </a:lnTo>
                <a:lnTo>
                  <a:pt x="773814" y="99117"/>
                </a:lnTo>
                <a:lnTo>
                  <a:pt x="773923" y="98384"/>
                </a:lnTo>
                <a:lnTo>
                  <a:pt x="774023" y="97647"/>
                </a:lnTo>
                <a:lnTo>
                  <a:pt x="774114" y="96905"/>
                </a:lnTo>
                <a:lnTo>
                  <a:pt x="774195" y="96159"/>
                </a:lnTo>
                <a:lnTo>
                  <a:pt x="774266" y="95407"/>
                </a:lnTo>
                <a:lnTo>
                  <a:pt x="774328" y="94651"/>
                </a:lnTo>
                <a:lnTo>
                  <a:pt x="774381" y="93890"/>
                </a:lnTo>
                <a:lnTo>
                  <a:pt x="774423" y="93125"/>
                </a:lnTo>
                <a:lnTo>
                  <a:pt x="774457" y="92354"/>
                </a:lnTo>
                <a:lnTo>
                  <a:pt x="774481" y="91579"/>
                </a:lnTo>
                <a:lnTo>
                  <a:pt x="774495" y="90799"/>
                </a:lnTo>
                <a:lnTo>
                  <a:pt x="774500" y="90014"/>
                </a:lnTo>
                <a:lnTo>
                  <a:pt x="774500" y="88158"/>
                </a:lnTo>
                <a:lnTo>
                  <a:pt x="774495" y="87373"/>
                </a:lnTo>
                <a:lnTo>
                  <a:pt x="774481" y="86593"/>
                </a:lnTo>
                <a:lnTo>
                  <a:pt x="774457" y="85817"/>
                </a:lnTo>
                <a:lnTo>
                  <a:pt x="774423" y="85046"/>
                </a:lnTo>
                <a:lnTo>
                  <a:pt x="774381" y="84280"/>
                </a:lnTo>
                <a:lnTo>
                  <a:pt x="774328" y="83518"/>
                </a:lnTo>
                <a:lnTo>
                  <a:pt x="774266" y="82761"/>
                </a:lnTo>
                <a:lnTo>
                  <a:pt x="774195" y="82009"/>
                </a:lnTo>
                <a:lnTo>
                  <a:pt x="774114" y="81261"/>
                </a:lnTo>
                <a:lnTo>
                  <a:pt x="774023" y="80518"/>
                </a:lnTo>
                <a:lnTo>
                  <a:pt x="773923" y="79779"/>
                </a:lnTo>
                <a:lnTo>
                  <a:pt x="773814" y="79045"/>
                </a:lnTo>
                <a:lnTo>
                  <a:pt x="773694" y="78316"/>
                </a:lnTo>
                <a:lnTo>
                  <a:pt x="773566" y="77591"/>
                </a:lnTo>
                <a:lnTo>
                  <a:pt x="773428" y="76871"/>
                </a:lnTo>
                <a:lnTo>
                  <a:pt x="773280" y="76156"/>
                </a:lnTo>
                <a:lnTo>
                  <a:pt x="773123" y="75445"/>
                </a:lnTo>
                <a:lnTo>
                  <a:pt x="772956" y="74739"/>
                </a:lnTo>
                <a:lnTo>
                  <a:pt x="772779" y="74037"/>
                </a:lnTo>
                <a:lnTo>
                  <a:pt x="772594" y="73340"/>
                </a:lnTo>
                <a:lnTo>
                  <a:pt x="772398" y="72648"/>
                </a:lnTo>
                <a:lnTo>
                  <a:pt x="772193" y="71960"/>
                </a:lnTo>
                <a:lnTo>
                  <a:pt x="771979" y="71277"/>
                </a:lnTo>
                <a:lnTo>
                  <a:pt x="771755" y="70599"/>
                </a:lnTo>
                <a:lnTo>
                  <a:pt x="771522" y="69926"/>
                </a:lnTo>
                <a:lnTo>
                  <a:pt x="771280" y="69261"/>
                </a:lnTo>
                <a:lnTo>
                  <a:pt x="771030" y="68603"/>
                </a:lnTo>
                <a:lnTo>
                  <a:pt x="770772" y="67953"/>
                </a:lnTo>
                <a:lnTo>
                  <a:pt x="770504" y="67309"/>
                </a:lnTo>
                <a:lnTo>
                  <a:pt x="770229" y="66673"/>
                </a:lnTo>
                <a:lnTo>
                  <a:pt x="769944" y="66044"/>
                </a:lnTo>
                <a:lnTo>
                  <a:pt x="769651" y="65423"/>
                </a:lnTo>
                <a:lnTo>
                  <a:pt x="769350" y="64809"/>
                </a:lnTo>
                <a:lnTo>
                  <a:pt x="769040" y="64202"/>
                </a:lnTo>
                <a:lnTo>
                  <a:pt x="768722" y="63602"/>
                </a:lnTo>
                <a:lnTo>
                  <a:pt x="768395" y="63010"/>
                </a:lnTo>
                <a:lnTo>
                  <a:pt x="768059" y="62425"/>
                </a:lnTo>
                <a:lnTo>
                  <a:pt x="767715" y="61847"/>
                </a:lnTo>
                <a:lnTo>
                  <a:pt x="767362" y="61277"/>
                </a:lnTo>
                <a:lnTo>
                  <a:pt x="767001" y="60714"/>
                </a:lnTo>
                <a:lnTo>
                  <a:pt x="766631" y="60158"/>
                </a:lnTo>
                <a:lnTo>
                  <a:pt x="766253" y="59609"/>
                </a:lnTo>
                <a:lnTo>
                  <a:pt x="765866" y="59068"/>
                </a:lnTo>
                <a:lnTo>
                  <a:pt x="765470" y="58534"/>
                </a:lnTo>
                <a:lnTo>
                  <a:pt x="765066" y="58007"/>
                </a:lnTo>
                <a:lnTo>
                  <a:pt x="764654" y="57488"/>
                </a:lnTo>
                <a:lnTo>
                  <a:pt x="764233" y="56976"/>
                </a:lnTo>
                <a:lnTo>
                  <a:pt x="763803" y="56471"/>
                </a:lnTo>
                <a:lnTo>
                  <a:pt x="763365" y="55974"/>
                </a:lnTo>
                <a:lnTo>
                  <a:pt x="762920" y="55487"/>
                </a:lnTo>
                <a:lnTo>
                  <a:pt x="762467" y="55009"/>
                </a:lnTo>
                <a:lnTo>
                  <a:pt x="762007" y="54540"/>
                </a:lnTo>
                <a:lnTo>
                  <a:pt x="761539" y="54081"/>
                </a:lnTo>
                <a:lnTo>
                  <a:pt x="761063" y="53630"/>
                </a:lnTo>
                <a:lnTo>
                  <a:pt x="760580" y="53189"/>
                </a:lnTo>
                <a:lnTo>
                  <a:pt x="760089" y="52757"/>
                </a:lnTo>
                <a:lnTo>
                  <a:pt x="759591" y="52335"/>
                </a:lnTo>
                <a:lnTo>
                  <a:pt x="759085" y="51921"/>
                </a:lnTo>
                <a:lnTo>
                  <a:pt x="758572" y="51517"/>
                </a:lnTo>
                <a:lnTo>
                  <a:pt x="758051" y="51123"/>
                </a:lnTo>
                <a:lnTo>
                  <a:pt x="757522" y="50737"/>
                </a:lnTo>
                <a:lnTo>
                  <a:pt x="756986" y="50361"/>
                </a:lnTo>
                <a:lnTo>
                  <a:pt x="756443" y="49994"/>
                </a:lnTo>
                <a:lnTo>
                  <a:pt x="755891" y="49636"/>
                </a:lnTo>
                <a:lnTo>
                  <a:pt x="755333" y="49287"/>
                </a:lnTo>
                <a:lnTo>
                  <a:pt x="754766" y="48948"/>
                </a:lnTo>
                <a:lnTo>
                  <a:pt x="754192" y="48618"/>
                </a:lnTo>
                <a:lnTo>
                  <a:pt x="753611" y="48297"/>
                </a:lnTo>
                <a:lnTo>
                  <a:pt x="753022" y="47985"/>
                </a:lnTo>
                <a:lnTo>
                  <a:pt x="752425" y="47683"/>
                </a:lnTo>
                <a:lnTo>
                  <a:pt x="751821" y="47390"/>
                </a:lnTo>
                <a:lnTo>
                  <a:pt x="751209" y="47106"/>
                </a:lnTo>
                <a:lnTo>
                  <a:pt x="750590" y="46833"/>
                </a:lnTo>
                <a:lnTo>
                  <a:pt x="749965" y="46571"/>
                </a:lnTo>
                <a:lnTo>
                  <a:pt x="749334" y="46321"/>
                </a:lnTo>
                <a:lnTo>
                  <a:pt x="748696" y="46082"/>
                </a:lnTo>
                <a:lnTo>
                  <a:pt x="748052" y="45856"/>
                </a:lnTo>
                <a:lnTo>
                  <a:pt x="747402" y="45640"/>
                </a:lnTo>
                <a:lnTo>
                  <a:pt x="746746" y="45437"/>
                </a:lnTo>
                <a:lnTo>
                  <a:pt x="746083" y="45245"/>
                </a:lnTo>
                <a:lnTo>
                  <a:pt x="745413" y="45065"/>
                </a:lnTo>
                <a:lnTo>
                  <a:pt x="744738" y="44896"/>
                </a:lnTo>
                <a:lnTo>
                  <a:pt x="744056" y="44739"/>
                </a:lnTo>
                <a:lnTo>
                  <a:pt x="743368" y="44593"/>
                </a:lnTo>
                <a:lnTo>
                  <a:pt x="742674" y="44460"/>
                </a:lnTo>
                <a:lnTo>
                  <a:pt x="741973" y="44338"/>
                </a:lnTo>
                <a:lnTo>
                  <a:pt x="741266" y="44227"/>
                </a:lnTo>
                <a:lnTo>
                  <a:pt x="740553" y="44128"/>
                </a:lnTo>
                <a:lnTo>
                  <a:pt x="739833" y="44041"/>
                </a:lnTo>
                <a:lnTo>
                  <a:pt x="739107" y="43965"/>
                </a:lnTo>
                <a:lnTo>
                  <a:pt x="738375" y="43901"/>
                </a:lnTo>
                <a:lnTo>
                  <a:pt x="737636" y="43849"/>
                </a:lnTo>
                <a:lnTo>
                  <a:pt x="736891" y="43808"/>
                </a:lnTo>
                <a:lnTo>
                  <a:pt x="736140" y="43779"/>
                </a:lnTo>
                <a:lnTo>
                  <a:pt x="735383" y="43762"/>
                </a:lnTo>
                <a:lnTo>
                  <a:pt x="734619" y="43756"/>
                </a:lnTo>
                <a:lnTo>
                  <a:pt x="733862" y="43762"/>
                </a:lnTo>
                <a:lnTo>
                  <a:pt x="733111" y="43779"/>
                </a:lnTo>
                <a:lnTo>
                  <a:pt x="732366" y="43808"/>
                </a:lnTo>
                <a:lnTo>
                  <a:pt x="731627" y="43849"/>
                </a:lnTo>
                <a:lnTo>
                  <a:pt x="730895" y="43901"/>
                </a:lnTo>
                <a:lnTo>
                  <a:pt x="730169" y="43965"/>
                </a:lnTo>
                <a:lnTo>
                  <a:pt x="729449" y="44041"/>
                </a:lnTo>
                <a:lnTo>
                  <a:pt x="728735" y="44128"/>
                </a:lnTo>
                <a:lnTo>
                  <a:pt x="728027" y="44227"/>
                </a:lnTo>
                <a:lnTo>
                  <a:pt x="727325" y="44338"/>
                </a:lnTo>
                <a:lnTo>
                  <a:pt x="726630" y="44460"/>
                </a:lnTo>
                <a:lnTo>
                  <a:pt x="725940" y="44593"/>
                </a:lnTo>
                <a:lnTo>
                  <a:pt x="725257" y="44739"/>
                </a:lnTo>
                <a:lnTo>
                  <a:pt x="724580" y="44896"/>
                </a:lnTo>
                <a:lnTo>
                  <a:pt x="723910" y="45065"/>
                </a:lnTo>
                <a:lnTo>
                  <a:pt x="723245" y="45245"/>
                </a:lnTo>
                <a:lnTo>
                  <a:pt x="722586" y="45437"/>
                </a:lnTo>
                <a:lnTo>
                  <a:pt x="721934" y="45640"/>
                </a:lnTo>
                <a:lnTo>
                  <a:pt x="721288" y="45856"/>
                </a:lnTo>
                <a:lnTo>
                  <a:pt x="720648" y="46082"/>
                </a:lnTo>
                <a:lnTo>
                  <a:pt x="720014" y="46321"/>
                </a:lnTo>
                <a:lnTo>
                  <a:pt x="719387" y="46571"/>
                </a:lnTo>
                <a:lnTo>
                  <a:pt x="718765" y="46833"/>
                </a:lnTo>
                <a:lnTo>
                  <a:pt x="718150" y="47106"/>
                </a:lnTo>
                <a:lnTo>
                  <a:pt x="717542" y="47390"/>
                </a:lnTo>
                <a:lnTo>
                  <a:pt x="716941" y="47683"/>
                </a:lnTo>
                <a:lnTo>
                  <a:pt x="716347" y="47985"/>
                </a:lnTo>
                <a:lnTo>
                  <a:pt x="715762" y="48297"/>
                </a:lnTo>
                <a:lnTo>
                  <a:pt x="715184" y="48618"/>
                </a:lnTo>
                <a:lnTo>
                  <a:pt x="714613" y="48948"/>
                </a:lnTo>
                <a:lnTo>
                  <a:pt x="714050" y="49287"/>
                </a:lnTo>
                <a:lnTo>
                  <a:pt x="713494" y="49636"/>
                </a:lnTo>
                <a:lnTo>
                  <a:pt x="712947" y="49994"/>
                </a:lnTo>
                <a:lnTo>
                  <a:pt x="712406" y="50361"/>
                </a:lnTo>
                <a:lnTo>
                  <a:pt x="711874" y="50737"/>
                </a:lnTo>
                <a:lnTo>
                  <a:pt x="711348" y="51123"/>
                </a:lnTo>
                <a:lnTo>
                  <a:pt x="710831" y="51517"/>
                </a:lnTo>
                <a:lnTo>
                  <a:pt x="710321" y="51921"/>
                </a:lnTo>
                <a:lnTo>
                  <a:pt x="709818" y="52335"/>
                </a:lnTo>
                <a:lnTo>
                  <a:pt x="709323" y="52757"/>
                </a:lnTo>
                <a:lnTo>
                  <a:pt x="708836" y="53189"/>
                </a:lnTo>
                <a:lnTo>
                  <a:pt x="708356" y="53630"/>
                </a:lnTo>
                <a:lnTo>
                  <a:pt x="707884" y="54081"/>
                </a:lnTo>
                <a:lnTo>
                  <a:pt x="707420" y="54540"/>
                </a:lnTo>
                <a:lnTo>
                  <a:pt x="706962" y="55009"/>
                </a:lnTo>
                <a:lnTo>
                  <a:pt x="706513" y="55487"/>
                </a:lnTo>
                <a:lnTo>
                  <a:pt x="706071" y="55974"/>
                </a:lnTo>
                <a:lnTo>
                  <a:pt x="705637" y="56471"/>
                </a:lnTo>
                <a:lnTo>
                  <a:pt x="705210" y="56976"/>
                </a:lnTo>
                <a:lnTo>
                  <a:pt x="704792" y="57488"/>
                </a:lnTo>
                <a:lnTo>
                  <a:pt x="704383" y="58007"/>
                </a:lnTo>
                <a:lnTo>
                  <a:pt x="703982" y="58534"/>
                </a:lnTo>
                <a:lnTo>
                  <a:pt x="703589" y="59068"/>
                </a:lnTo>
                <a:lnTo>
                  <a:pt x="703205" y="59609"/>
                </a:lnTo>
                <a:lnTo>
                  <a:pt x="702829" y="60158"/>
                </a:lnTo>
                <a:lnTo>
                  <a:pt x="702461" y="60714"/>
                </a:lnTo>
                <a:lnTo>
                  <a:pt x="702102" y="61277"/>
                </a:lnTo>
                <a:lnTo>
                  <a:pt x="701752" y="61847"/>
                </a:lnTo>
                <a:lnTo>
                  <a:pt x="701409" y="62425"/>
                </a:lnTo>
                <a:lnTo>
                  <a:pt x="701075" y="63010"/>
                </a:lnTo>
                <a:lnTo>
                  <a:pt x="700750" y="63602"/>
                </a:lnTo>
                <a:lnTo>
                  <a:pt x="700433" y="64202"/>
                </a:lnTo>
                <a:lnTo>
                  <a:pt x="700124" y="64809"/>
                </a:lnTo>
                <a:lnTo>
                  <a:pt x="699824" y="65423"/>
                </a:lnTo>
                <a:lnTo>
                  <a:pt x="699532" y="66044"/>
                </a:lnTo>
                <a:lnTo>
                  <a:pt x="699249" y="66673"/>
                </a:lnTo>
                <a:lnTo>
                  <a:pt x="698974" y="67309"/>
                </a:lnTo>
                <a:lnTo>
                  <a:pt x="698707" y="67953"/>
                </a:lnTo>
                <a:lnTo>
                  <a:pt x="698449" y="68603"/>
                </a:lnTo>
                <a:lnTo>
                  <a:pt x="698199" y="69261"/>
                </a:lnTo>
                <a:lnTo>
                  <a:pt x="697958" y="69926"/>
                </a:lnTo>
                <a:lnTo>
                  <a:pt x="697725" y="70599"/>
                </a:lnTo>
                <a:lnTo>
                  <a:pt x="697501" y="71277"/>
                </a:lnTo>
                <a:lnTo>
                  <a:pt x="697287" y="71960"/>
                </a:lnTo>
                <a:lnTo>
                  <a:pt x="697082" y="72648"/>
                </a:lnTo>
                <a:lnTo>
                  <a:pt x="696886" y="73340"/>
                </a:lnTo>
                <a:lnTo>
                  <a:pt x="696701" y="74037"/>
                </a:lnTo>
                <a:lnTo>
                  <a:pt x="696524" y="74739"/>
                </a:lnTo>
                <a:lnTo>
                  <a:pt x="696358" y="75445"/>
                </a:lnTo>
                <a:lnTo>
                  <a:pt x="696200" y="76156"/>
                </a:lnTo>
                <a:lnTo>
                  <a:pt x="696053" y="76871"/>
                </a:lnTo>
                <a:lnTo>
                  <a:pt x="695914" y="77591"/>
                </a:lnTo>
                <a:lnTo>
                  <a:pt x="695786" y="78316"/>
                </a:lnTo>
                <a:lnTo>
                  <a:pt x="695667" y="79045"/>
                </a:lnTo>
                <a:lnTo>
                  <a:pt x="695557" y="79779"/>
                </a:lnTo>
                <a:lnTo>
                  <a:pt x="695457" y="80518"/>
                </a:lnTo>
                <a:lnTo>
                  <a:pt x="695366" y="81261"/>
                </a:lnTo>
                <a:lnTo>
                  <a:pt x="695285" y="82009"/>
                </a:lnTo>
                <a:lnTo>
                  <a:pt x="695214" y="82761"/>
                </a:lnTo>
                <a:lnTo>
                  <a:pt x="695152" y="83518"/>
                </a:lnTo>
                <a:lnTo>
                  <a:pt x="695099" y="84280"/>
                </a:lnTo>
                <a:lnTo>
                  <a:pt x="695057" y="85046"/>
                </a:lnTo>
                <a:lnTo>
                  <a:pt x="695023" y="85817"/>
                </a:lnTo>
                <a:lnTo>
                  <a:pt x="694999" y="86593"/>
                </a:lnTo>
                <a:lnTo>
                  <a:pt x="694985" y="87373"/>
                </a:lnTo>
                <a:lnTo>
                  <a:pt x="694980" y="88158"/>
                </a:lnTo>
                <a:lnTo>
                  <a:pt x="694980" y="90014"/>
                </a:lnTo>
                <a:lnTo>
                  <a:pt x="694985" y="90799"/>
                </a:lnTo>
                <a:lnTo>
                  <a:pt x="694999" y="91579"/>
                </a:lnTo>
                <a:lnTo>
                  <a:pt x="695023" y="92354"/>
                </a:lnTo>
                <a:lnTo>
                  <a:pt x="695057" y="93125"/>
                </a:lnTo>
                <a:lnTo>
                  <a:pt x="695099" y="93890"/>
                </a:lnTo>
                <a:lnTo>
                  <a:pt x="695152" y="94651"/>
                </a:lnTo>
                <a:close/>
                <a:moveTo>
                  <a:pt x="710011" y="84971"/>
                </a:moveTo>
                <a:lnTo>
                  <a:pt x="710046" y="84449"/>
                </a:lnTo>
                <a:lnTo>
                  <a:pt x="710086" y="83928"/>
                </a:lnTo>
                <a:lnTo>
                  <a:pt x="710131" y="83410"/>
                </a:lnTo>
                <a:lnTo>
                  <a:pt x="710182" y="82895"/>
                </a:lnTo>
                <a:lnTo>
                  <a:pt x="710238" y="82381"/>
                </a:lnTo>
                <a:lnTo>
                  <a:pt x="710299" y="81871"/>
                </a:lnTo>
                <a:lnTo>
                  <a:pt x="710365" y="81362"/>
                </a:lnTo>
                <a:lnTo>
                  <a:pt x="710437" y="80856"/>
                </a:lnTo>
                <a:lnTo>
                  <a:pt x="710515" y="80353"/>
                </a:lnTo>
                <a:lnTo>
                  <a:pt x="710597" y="79851"/>
                </a:lnTo>
                <a:lnTo>
                  <a:pt x="710685" y="79352"/>
                </a:lnTo>
                <a:lnTo>
                  <a:pt x="710778" y="78856"/>
                </a:lnTo>
                <a:lnTo>
                  <a:pt x="710877" y="78362"/>
                </a:lnTo>
                <a:lnTo>
                  <a:pt x="710981" y="77870"/>
                </a:lnTo>
                <a:lnTo>
                  <a:pt x="711090" y="77381"/>
                </a:lnTo>
                <a:lnTo>
                  <a:pt x="711204" y="76894"/>
                </a:lnTo>
                <a:lnTo>
                  <a:pt x="711324" y="76409"/>
                </a:lnTo>
                <a:lnTo>
                  <a:pt x="711449" y="75927"/>
                </a:lnTo>
                <a:lnTo>
                  <a:pt x="711580" y="75448"/>
                </a:lnTo>
                <a:lnTo>
                  <a:pt x="711716" y="74974"/>
                </a:lnTo>
                <a:lnTo>
                  <a:pt x="711857" y="74504"/>
                </a:lnTo>
                <a:lnTo>
                  <a:pt x="712004" y="74039"/>
                </a:lnTo>
                <a:lnTo>
                  <a:pt x="712157" y="73578"/>
                </a:lnTo>
                <a:lnTo>
                  <a:pt x="712315" y="73122"/>
                </a:lnTo>
                <a:lnTo>
                  <a:pt x="712478" y="72670"/>
                </a:lnTo>
                <a:lnTo>
                  <a:pt x="712647" y="72222"/>
                </a:lnTo>
                <a:lnTo>
                  <a:pt x="712821" y="71779"/>
                </a:lnTo>
                <a:lnTo>
                  <a:pt x="713001" y="71341"/>
                </a:lnTo>
                <a:lnTo>
                  <a:pt x="713186" y="70907"/>
                </a:lnTo>
                <a:lnTo>
                  <a:pt x="713377" y="70478"/>
                </a:lnTo>
                <a:lnTo>
                  <a:pt x="713573" y="70053"/>
                </a:lnTo>
                <a:lnTo>
                  <a:pt x="713775" y="69632"/>
                </a:lnTo>
                <a:lnTo>
                  <a:pt x="713982" y="69216"/>
                </a:lnTo>
                <a:lnTo>
                  <a:pt x="714194" y="68805"/>
                </a:lnTo>
                <a:lnTo>
                  <a:pt x="714412" y="68398"/>
                </a:lnTo>
                <a:lnTo>
                  <a:pt x="714636" y="67995"/>
                </a:lnTo>
                <a:lnTo>
                  <a:pt x="714865" y="67597"/>
                </a:lnTo>
                <a:lnTo>
                  <a:pt x="715099" y="67204"/>
                </a:lnTo>
                <a:lnTo>
                  <a:pt x="715339" y="66814"/>
                </a:lnTo>
                <a:lnTo>
                  <a:pt x="715584" y="66430"/>
                </a:lnTo>
                <a:lnTo>
                  <a:pt x="715835" y="66050"/>
                </a:lnTo>
                <a:lnTo>
                  <a:pt x="716091" y="65674"/>
                </a:lnTo>
                <a:lnTo>
                  <a:pt x="716353" y="65304"/>
                </a:lnTo>
                <a:lnTo>
                  <a:pt x="716620" y="64941"/>
                </a:lnTo>
                <a:lnTo>
                  <a:pt x="716892" y="64584"/>
                </a:lnTo>
                <a:lnTo>
                  <a:pt x="717170" y="64233"/>
                </a:lnTo>
                <a:lnTo>
                  <a:pt x="717453" y="63890"/>
                </a:lnTo>
                <a:lnTo>
                  <a:pt x="717741" y="63552"/>
                </a:lnTo>
                <a:lnTo>
                  <a:pt x="718035" y="63222"/>
                </a:lnTo>
                <a:lnTo>
                  <a:pt x="718334" y="62898"/>
                </a:lnTo>
                <a:lnTo>
                  <a:pt x="718638" y="62581"/>
                </a:lnTo>
                <a:lnTo>
                  <a:pt x="718948" y="62270"/>
                </a:lnTo>
                <a:lnTo>
                  <a:pt x="719263" y="61966"/>
                </a:lnTo>
                <a:lnTo>
                  <a:pt x="719583" y="61668"/>
                </a:lnTo>
                <a:lnTo>
                  <a:pt x="719908" y="61377"/>
                </a:lnTo>
                <a:lnTo>
                  <a:pt x="720239" y="61092"/>
                </a:lnTo>
                <a:lnTo>
                  <a:pt x="720576" y="60815"/>
                </a:lnTo>
                <a:lnTo>
                  <a:pt x="720917" y="60543"/>
                </a:lnTo>
                <a:lnTo>
                  <a:pt x="721264" y="60279"/>
                </a:lnTo>
                <a:lnTo>
                  <a:pt x="721616" y="60021"/>
                </a:lnTo>
                <a:lnTo>
                  <a:pt x="721974" y="59769"/>
                </a:lnTo>
                <a:lnTo>
                  <a:pt x="722337" y="59524"/>
                </a:lnTo>
                <a:lnTo>
                  <a:pt x="722705" y="59286"/>
                </a:lnTo>
                <a:lnTo>
                  <a:pt x="723078" y="59054"/>
                </a:lnTo>
                <a:lnTo>
                  <a:pt x="723457" y="58829"/>
                </a:lnTo>
                <a:lnTo>
                  <a:pt x="723841" y="58610"/>
                </a:lnTo>
                <a:lnTo>
                  <a:pt x="724231" y="58399"/>
                </a:lnTo>
                <a:lnTo>
                  <a:pt x="724625" y="58198"/>
                </a:lnTo>
                <a:lnTo>
                  <a:pt x="725025" y="58005"/>
                </a:lnTo>
                <a:lnTo>
                  <a:pt x="725430" y="57821"/>
                </a:lnTo>
                <a:lnTo>
                  <a:pt x="725840" y="57646"/>
                </a:lnTo>
                <a:lnTo>
                  <a:pt x="726256" y="57480"/>
                </a:lnTo>
                <a:lnTo>
                  <a:pt x="726676" y="57323"/>
                </a:lnTo>
                <a:lnTo>
                  <a:pt x="727102" y="57175"/>
                </a:lnTo>
                <a:lnTo>
                  <a:pt x="727533" y="57036"/>
                </a:lnTo>
                <a:lnTo>
                  <a:pt x="727969" y="56906"/>
                </a:lnTo>
                <a:lnTo>
                  <a:pt x="728410" y="56785"/>
                </a:lnTo>
                <a:lnTo>
                  <a:pt x="728857" y="56673"/>
                </a:lnTo>
                <a:lnTo>
                  <a:pt x="729308" y="56570"/>
                </a:lnTo>
                <a:lnTo>
                  <a:pt x="729765" y="56475"/>
                </a:lnTo>
                <a:lnTo>
                  <a:pt x="730227" y="56390"/>
                </a:lnTo>
                <a:lnTo>
                  <a:pt x="730695" y="56314"/>
                </a:lnTo>
                <a:lnTo>
                  <a:pt x="731167" y="56247"/>
                </a:lnTo>
                <a:lnTo>
                  <a:pt x="731645" y="56188"/>
                </a:lnTo>
                <a:lnTo>
                  <a:pt x="732127" y="56139"/>
                </a:lnTo>
                <a:lnTo>
                  <a:pt x="732615" y="56099"/>
                </a:lnTo>
                <a:lnTo>
                  <a:pt x="733108" y="56067"/>
                </a:lnTo>
                <a:lnTo>
                  <a:pt x="733607" y="56045"/>
                </a:lnTo>
                <a:lnTo>
                  <a:pt x="734110" y="56031"/>
                </a:lnTo>
                <a:lnTo>
                  <a:pt x="734619" y="56027"/>
                </a:lnTo>
                <a:lnTo>
                  <a:pt x="735134" y="56031"/>
                </a:lnTo>
                <a:lnTo>
                  <a:pt x="735644" y="56045"/>
                </a:lnTo>
                <a:lnTo>
                  <a:pt x="736148" y="56067"/>
                </a:lnTo>
                <a:lnTo>
                  <a:pt x="736647" y="56099"/>
                </a:lnTo>
                <a:lnTo>
                  <a:pt x="737141" y="56139"/>
                </a:lnTo>
                <a:lnTo>
                  <a:pt x="737629" y="56188"/>
                </a:lnTo>
                <a:lnTo>
                  <a:pt x="738111" y="56247"/>
                </a:lnTo>
                <a:lnTo>
                  <a:pt x="738588" y="56314"/>
                </a:lnTo>
                <a:lnTo>
                  <a:pt x="739060" y="56390"/>
                </a:lnTo>
                <a:lnTo>
                  <a:pt x="739526" y="56475"/>
                </a:lnTo>
                <a:lnTo>
                  <a:pt x="739986" y="56570"/>
                </a:lnTo>
                <a:lnTo>
                  <a:pt x="740442" y="56673"/>
                </a:lnTo>
                <a:lnTo>
                  <a:pt x="740891" y="56785"/>
                </a:lnTo>
                <a:lnTo>
                  <a:pt x="741336" y="56906"/>
                </a:lnTo>
                <a:lnTo>
                  <a:pt x="741774" y="57036"/>
                </a:lnTo>
                <a:lnTo>
                  <a:pt x="742208" y="57175"/>
                </a:lnTo>
                <a:lnTo>
                  <a:pt x="742635" y="57323"/>
                </a:lnTo>
                <a:lnTo>
                  <a:pt x="743058" y="57480"/>
                </a:lnTo>
                <a:lnTo>
                  <a:pt x="743475" y="57646"/>
                </a:lnTo>
                <a:lnTo>
                  <a:pt x="743886" y="57821"/>
                </a:lnTo>
                <a:lnTo>
                  <a:pt x="744292" y="58005"/>
                </a:lnTo>
                <a:lnTo>
                  <a:pt x="744693" y="58198"/>
                </a:lnTo>
                <a:lnTo>
                  <a:pt x="745088" y="58399"/>
                </a:lnTo>
                <a:lnTo>
                  <a:pt x="745477" y="58610"/>
                </a:lnTo>
                <a:lnTo>
                  <a:pt x="745861" y="58829"/>
                </a:lnTo>
                <a:lnTo>
                  <a:pt x="746240" y="59054"/>
                </a:lnTo>
                <a:lnTo>
                  <a:pt x="746614" y="59286"/>
                </a:lnTo>
                <a:lnTo>
                  <a:pt x="746982" y="59524"/>
                </a:lnTo>
                <a:lnTo>
                  <a:pt x="747345" y="59769"/>
                </a:lnTo>
                <a:lnTo>
                  <a:pt x="747702" y="60021"/>
                </a:lnTo>
                <a:lnTo>
                  <a:pt x="748055" y="60279"/>
                </a:lnTo>
                <a:lnTo>
                  <a:pt x="748401" y="60543"/>
                </a:lnTo>
                <a:lnTo>
                  <a:pt x="748743" y="60815"/>
                </a:lnTo>
                <a:lnTo>
                  <a:pt x="749079" y="61092"/>
                </a:lnTo>
                <a:lnTo>
                  <a:pt x="749410" y="61377"/>
                </a:lnTo>
                <a:lnTo>
                  <a:pt x="749736" y="61668"/>
                </a:lnTo>
                <a:lnTo>
                  <a:pt x="750056" y="61966"/>
                </a:lnTo>
                <a:lnTo>
                  <a:pt x="750371" y="62270"/>
                </a:lnTo>
                <a:lnTo>
                  <a:pt x="750680" y="62581"/>
                </a:lnTo>
                <a:lnTo>
                  <a:pt x="750985" y="62898"/>
                </a:lnTo>
                <a:lnTo>
                  <a:pt x="751284" y="63222"/>
                </a:lnTo>
                <a:lnTo>
                  <a:pt x="751577" y="63552"/>
                </a:lnTo>
                <a:lnTo>
                  <a:pt x="751866" y="63890"/>
                </a:lnTo>
                <a:lnTo>
                  <a:pt x="752149" y="64233"/>
                </a:lnTo>
                <a:lnTo>
                  <a:pt x="752426" y="64584"/>
                </a:lnTo>
                <a:lnTo>
                  <a:pt x="752699" y="64941"/>
                </a:lnTo>
                <a:lnTo>
                  <a:pt x="752966" y="65304"/>
                </a:lnTo>
                <a:lnTo>
                  <a:pt x="753227" y="65674"/>
                </a:lnTo>
                <a:lnTo>
                  <a:pt x="753484" y="66050"/>
                </a:lnTo>
                <a:lnTo>
                  <a:pt x="753735" y="66430"/>
                </a:lnTo>
                <a:lnTo>
                  <a:pt x="753980" y="66814"/>
                </a:lnTo>
                <a:lnTo>
                  <a:pt x="754221" y="67204"/>
                </a:lnTo>
                <a:lnTo>
                  <a:pt x="754456" y="67597"/>
                </a:lnTo>
                <a:lnTo>
                  <a:pt x="754685" y="67995"/>
                </a:lnTo>
                <a:lnTo>
                  <a:pt x="754910" y="68398"/>
                </a:lnTo>
                <a:lnTo>
                  <a:pt x="755129" y="68805"/>
                </a:lnTo>
                <a:lnTo>
                  <a:pt x="755343" y="69216"/>
                </a:lnTo>
                <a:lnTo>
                  <a:pt x="755551" y="69632"/>
                </a:lnTo>
                <a:lnTo>
                  <a:pt x="755754" y="70053"/>
                </a:lnTo>
                <a:lnTo>
                  <a:pt x="755952" y="70478"/>
                </a:lnTo>
                <a:lnTo>
                  <a:pt x="756144" y="70907"/>
                </a:lnTo>
                <a:lnTo>
                  <a:pt x="756331" y="71341"/>
                </a:lnTo>
                <a:lnTo>
                  <a:pt x="756513" y="71779"/>
                </a:lnTo>
                <a:lnTo>
                  <a:pt x="756690" y="72222"/>
                </a:lnTo>
                <a:lnTo>
                  <a:pt x="756861" y="72670"/>
                </a:lnTo>
                <a:lnTo>
                  <a:pt x="757027" y="73122"/>
                </a:lnTo>
                <a:lnTo>
                  <a:pt x="757187" y="73578"/>
                </a:lnTo>
                <a:lnTo>
                  <a:pt x="757342" y="74039"/>
                </a:lnTo>
                <a:lnTo>
                  <a:pt x="757492" y="74504"/>
                </a:lnTo>
                <a:lnTo>
                  <a:pt x="757637" y="74974"/>
                </a:lnTo>
                <a:lnTo>
                  <a:pt x="757776" y="75448"/>
                </a:lnTo>
                <a:lnTo>
                  <a:pt x="757910" y="75927"/>
                </a:lnTo>
                <a:lnTo>
                  <a:pt x="758038" y="76409"/>
                </a:lnTo>
                <a:lnTo>
                  <a:pt x="758161" y="76894"/>
                </a:lnTo>
                <a:lnTo>
                  <a:pt x="758279" y="77381"/>
                </a:lnTo>
                <a:lnTo>
                  <a:pt x="758391" y="77870"/>
                </a:lnTo>
                <a:lnTo>
                  <a:pt x="758497" y="78362"/>
                </a:lnTo>
                <a:lnTo>
                  <a:pt x="758598" y="78856"/>
                </a:lnTo>
                <a:lnTo>
                  <a:pt x="758694" y="79352"/>
                </a:lnTo>
                <a:lnTo>
                  <a:pt x="758784" y="79851"/>
                </a:lnTo>
                <a:lnTo>
                  <a:pt x="758869" y="80353"/>
                </a:lnTo>
                <a:lnTo>
                  <a:pt x="758948" y="80856"/>
                </a:lnTo>
                <a:lnTo>
                  <a:pt x="759022" y="81362"/>
                </a:lnTo>
                <a:lnTo>
                  <a:pt x="759090" y="81871"/>
                </a:lnTo>
                <a:lnTo>
                  <a:pt x="759153" y="82381"/>
                </a:lnTo>
                <a:lnTo>
                  <a:pt x="759211" y="82895"/>
                </a:lnTo>
                <a:lnTo>
                  <a:pt x="759263" y="83410"/>
                </a:lnTo>
                <a:lnTo>
                  <a:pt x="759309" y="83928"/>
                </a:lnTo>
                <a:lnTo>
                  <a:pt x="759350" y="84449"/>
                </a:lnTo>
                <a:lnTo>
                  <a:pt x="759385" y="84971"/>
                </a:lnTo>
                <a:lnTo>
                  <a:pt x="759416" y="85496"/>
                </a:lnTo>
                <a:lnTo>
                  <a:pt x="759440" y="86024"/>
                </a:lnTo>
                <a:lnTo>
                  <a:pt x="759459" y="86554"/>
                </a:lnTo>
                <a:lnTo>
                  <a:pt x="759473" y="87086"/>
                </a:lnTo>
                <a:lnTo>
                  <a:pt x="759481" y="87621"/>
                </a:lnTo>
                <a:lnTo>
                  <a:pt x="759484" y="88158"/>
                </a:lnTo>
                <a:lnTo>
                  <a:pt x="759484" y="90014"/>
                </a:lnTo>
                <a:lnTo>
                  <a:pt x="759481" y="90558"/>
                </a:lnTo>
                <a:lnTo>
                  <a:pt x="759473" y="91099"/>
                </a:lnTo>
                <a:lnTo>
                  <a:pt x="759459" y="91637"/>
                </a:lnTo>
                <a:lnTo>
                  <a:pt x="759440" y="92173"/>
                </a:lnTo>
                <a:lnTo>
                  <a:pt x="759416" y="92706"/>
                </a:lnTo>
                <a:lnTo>
                  <a:pt x="759385" y="93236"/>
                </a:lnTo>
                <a:lnTo>
                  <a:pt x="759350" y="93764"/>
                </a:lnTo>
                <a:lnTo>
                  <a:pt x="759309" y="94289"/>
                </a:lnTo>
                <a:lnTo>
                  <a:pt x="759263" y="94811"/>
                </a:lnTo>
                <a:lnTo>
                  <a:pt x="759211" y="95331"/>
                </a:lnTo>
                <a:lnTo>
                  <a:pt x="759153" y="95847"/>
                </a:lnTo>
                <a:lnTo>
                  <a:pt x="759090" y="96362"/>
                </a:lnTo>
                <a:lnTo>
                  <a:pt x="759022" y="96873"/>
                </a:lnTo>
                <a:lnTo>
                  <a:pt x="758948" y="97382"/>
                </a:lnTo>
                <a:lnTo>
                  <a:pt x="758869" y="97889"/>
                </a:lnTo>
                <a:lnTo>
                  <a:pt x="758784" y="98392"/>
                </a:lnTo>
                <a:lnTo>
                  <a:pt x="758694" y="98893"/>
                </a:lnTo>
                <a:lnTo>
                  <a:pt x="758598" y="99392"/>
                </a:lnTo>
                <a:lnTo>
                  <a:pt x="758497" y="99887"/>
                </a:lnTo>
                <a:lnTo>
                  <a:pt x="758391" y="100380"/>
                </a:lnTo>
                <a:lnTo>
                  <a:pt x="758279" y="100871"/>
                </a:lnTo>
                <a:lnTo>
                  <a:pt x="758161" y="101358"/>
                </a:lnTo>
                <a:lnTo>
                  <a:pt x="758038" y="101843"/>
                </a:lnTo>
                <a:lnTo>
                  <a:pt x="757910" y="102326"/>
                </a:lnTo>
                <a:lnTo>
                  <a:pt x="757776" y="102804"/>
                </a:lnTo>
                <a:lnTo>
                  <a:pt x="757637" y="103279"/>
                </a:lnTo>
                <a:lnTo>
                  <a:pt x="757493" y="103748"/>
                </a:lnTo>
                <a:lnTo>
                  <a:pt x="757343" y="104213"/>
                </a:lnTo>
                <a:lnTo>
                  <a:pt x="757189" y="104673"/>
                </a:lnTo>
                <a:lnTo>
                  <a:pt x="757029" y="105129"/>
                </a:lnTo>
                <a:lnTo>
                  <a:pt x="756864" y="105580"/>
                </a:lnTo>
                <a:lnTo>
                  <a:pt x="756694" y="106026"/>
                </a:lnTo>
                <a:lnTo>
                  <a:pt x="756519" y="106468"/>
                </a:lnTo>
                <a:lnTo>
                  <a:pt x="756338" y="106905"/>
                </a:lnTo>
                <a:lnTo>
                  <a:pt x="756153" y="107337"/>
                </a:lnTo>
                <a:lnTo>
                  <a:pt x="755962" y="107765"/>
                </a:lnTo>
                <a:lnTo>
                  <a:pt x="755766" y="108188"/>
                </a:lnTo>
                <a:lnTo>
                  <a:pt x="755565" y="108607"/>
                </a:lnTo>
                <a:lnTo>
                  <a:pt x="755358" y="109021"/>
                </a:lnTo>
                <a:lnTo>
                  <a:pt x="755147" y="109430"/>
                </a:lnTo>
                <a:lnTo>
                  <a:pt x="754930" y="109835"/>
                </a:lnTo>
                <a:lnTo>
                  <a:pt x="754708" y="110235"/>
                </a:lnTo>
                <a:lnTo>
                  <a:pt x="754481" y="110630"/>
                </a:lnTo>
                <a:lnTo>
                  <a:pt x="754249" y="111021"/>
                </a:lnTo>
                <a:lnTo>
                  <a:pt x="754011" y="111407"/>
                </a:lnTo>
                <a:lnTo>
                  <a:pt x="753769" y="111789"/>
                </a:lnTo>
                <a:lnTo>
                  <a:pt x="753521" y="112166"/>
                </a:lnTo>
                <a:lnTo>
                  <a:pt x="753268" y="112538"/>
                </a:lnTo>
                <a:lnTo>
                  <a:pt x="753009" y="112905"/>
                </a:lnTo>
                <a:lnTo>
                  <a:pt x="752745" y="113265"/>
                </a:lnTo>
                <a:lnTo>
                  <a:pt x="752476" y="113619"/>
                </a:lnTo>
                <a:lnTo>
                  <a:pt x="752201" y="113965"/>
                </a:lnTo>
                <a:lnTo>
                  <a:pt x="751921" y="114306"/>
                </a:lnTo>
                <a:lnTo>
                  <a:pt x="751635" y="114640"/>
                </a:lnTo>
                <a:lnTo>
                  <a:pt x="751344" y="114967"/>
                </a:lnTo>
                <a:lnTo>
                  <a:pt x="751048" y="115287"/>
                </a:lnTo>
                <a:lnTo>
                  <a:pt x="750745" y="115601"/>
                </a:lnTo>
                <a:lnTo>
                  <a:pt x="750438" y="115909"/>
                </a:lnTo>
                <a:lnTo>
                  <a:pt x="750125" y="116210"/>
                </a:lnTo>
                <a:lnTo>
                  <a:pt x="749806" y="116504"/>
                </a:lnTo>
                <a:lnTo>
                  <a:pt x="749482" y="116792"/>
                </a:lnTo>
                <a:lnTo>
                  <a:pt x="749153" y="117073"/>
                </a:lnTo>
                <a:lnTo>
                  <a:pt x="748818" y="117347"/>
                </a:lnTo>
                <a:lnTo>
                  <a:pt x="748478" y="117615"/>
                </a:lnTo>
                <a:lnTo>
                  <a:pt x="748132" y="117877"/>
                </a:lnTo>
                <a:lnTo>
                  <a:pt x="747781" y="118131"/>
                </a:lnTo>
                <a:lnTo>
                  <a:pt x="747424" y="118379"/>
                </a:lnTo>
                <a:lnTo>
                  <a:pt x="747062" y="118621"/>
                </a:lnTo>
                <a:lnTo>
                  <a:pt x="746694" y="118856"/>
                </a:lnTo>
                <a:lnTo>
                  <a:pt x="746321" y="119084"/>
                </a:lnTo>
                <a:lnTo>
                  <a:pt x="745942" y="119306"/>
                </a:lnTo>
                <a:lnTo>
                  <a:pt x="745558" y="119521"/>
                </a:lnTo>
                <a:lnTo>
                  <a:pt x="745168" y="119729"/>
                </a:lnTo>
                <a:lnTo>
                  <a:pt x="744774" y="119927"/>
                </a:lnTo>
                <a:lnTo>
                  <a:pt x="744374" y="120117"/>
                </a:lnTo>
                <a:lnTo>
                  <a:pt x="743969" y="120298"/>
                </a:lnTo>
                <a:lnTo>
                  <a:pt x="743559" y="120471"/>
                </a:lnTo>
                <a:lnTo>
                  <a:pt x="743144" y="120634"/>
                </a:lnTo>
                <a:lnTo>
                  <a:pt x="742723" y="120788"/>
                </a:lnTo>
                <a:lnTo>
                  <a:pt x="742297" y="120934"/>
                </a:lnTo>
                <a:lnTo>
                  <a:pt x="741866" y="121071"/>
                </a:lnTo>
                <a:lnTo>
                  <a:pt x="741430" y="121199"/>
                </a:lnTo>
                <a:lnTo>
                  <a:pt x="740989" y="121318"/>
                </a:lnTo>
                <a:lnTo>
                  <a:pt x="740543" y="121429"/>
                </a:lnTo>
                <a:lnTo>
                  <a:pt x="740091" y="121530"/>
                </a:lnTo>
                <a:lnTo>
                  <a:pt x="739634" y="121623"/>
                </a:lnTo>
                <a:lnTo>
                  <a:pt x="739172" y="121707"/>
                </a:lnTo>
                <a:lnTo>
                  <a:pt x="738705" y="121782"/>
                </a:lnTo>
                <a:lnTo>
                  <a:pt x="738232" y="121848"/>
                </a:lnTo>
                <a:lnTo>
                  <a:pt x="737755" y="121905"/>
                </a:lnTo>
                <a:lnTo>
                  <a:pt x="737272" y="121954"/>
                </a:lnTo>
                <a:lnTo>
                  <a:pt x="736784" y="121994"/>
                </a:lnTo>
                <a:lnTo>
                  <a:pt x="736291" y="122025"/>
                </a:lnTo>
                <a:lnTo>
                  <a:pt x="735793" y="122047"/>
                </a:lnTo>
                <a:lnTo>
                  <a:pt x="735289" y="122060"/>
                </a:lnTo>
                <a:lnTo>
                  <a:pt x="734780" y="122064"/>
                </a:lnTo>
                <a:lnTo>
                  <a:pt x="734265" y="122060"/>
                </a:lnTo>
                <a:lnTo>
                  <a:pt x="733755" y="122047"/>
                </a:lnTo>
                <a:lnTo>
                  <a:pt x="733250" y="122025"/>
                </a:lnTo>
                <a:lnTo>
                  <a:pt x="732751" y="121994"/>
                </a:lnTo>
                <a:lnTo>
                  <a:pt x="732257" y="121954"/>
                </a:lnTo>
                <a:lnTo>
                  <a:pt x="731768" y="121905"/>
                </a:lnTo>
                <a:lnTo>
                  <a:pt x="731285" y="121848"/>
                </a:lnTo>
                <a:lnTo>
                  <a:pt x="730807" y="121782"/>
                </a:lnTo>
                <a:lnTo>
                  <a:pt x="730334" y="121707"/>
                </a:lnTo>
                <a:lnTo>
                  <a:pt x="729866" y="121623"/>
                </a:lnTo>
                <a:lnTo>
                  <a:pt x="729404" y="121530"/>
                </a:lnTo>
                <a:lnTo>
                  <a:pt x="728948" y="121429"/>
                </a:lnTo>
                <a:lnTo>
                  <a:pt x="728496" y="121318"/>
                </a:lnTo>
                <a:lnTo>
                  <a:pt x="728050" y="121199"/>
                </a:lnTo>
                <a:lnTo>
                  <a:pt x="727609" y="121071"/>
                </a:lnTo>
                <a:lnTo>
                  <a:pt x="727174" y="120934"/>
                </a:lnTo>
                <a:lnTo>
                  <a:pt x="726744" y="120788"/>
                </a:lnTo>
                <a:lnTo>
                  <a:pt x="726319" y="120634"/>
                </a:lnTo>
                <a:lnTo>
                  <a:pt x="725899" y="120471"/>
                </a:lnTo>
                <a:lnTo>
                  <a:pt x="725485" y="120298"/>
                </a:lnTo>
                <a:lnTo>
                  <a:pt x="725076" y="120117"/>
                </a:lnTo>
                <a:lnTo>
                  <a:pt x="724673" y="119927"/>
                </a:lnTo>
                <a:lnTo>
                  <a:pt x="724275" y="119729"/>
                </a:lnTo>
                <a:lnTo>
                  <a:pt x="723882" y="119521"/>
                </a:lnTo>
                <a:lnTo>
                  <a:pt x="723494" y="119306"/>
                </a:lnTo>
                <a:lnTo>
                  <a:pt x="723112" y="119084"/>
                </a:lnTo>
                <a:lnTo>
                  <a:pt x="722736" y="118856"/>
                </a:lnTo>
                <a:lnTo>
                  <a:pt x="722365" y="118621"/>
                </a:lnTo>
                <a:lnTo>
                  <a:pt x="721999" y="118379"/>
                </a:lnTo>
                <a:lnTo>
                  <a:pt x="721639" y="118131"/>
                </a:lnTo>
                <a:lnTo>
                  <a:pt x="721284" y="117877"/>
                </a:lnTo>
                <a:lnTo>
                  <a:pt x="720935" y="117615"/>
                </a:lnTo>
                <a:lnTo>
                  <a:pt x="720591" y="117347"/>
                </a:lnTo>
                <a:lnTo>
                  <a:pt x="720253" y="117073"/>
                </a:lnTo>
                <a:lnTo>
                  <a:pt x="719920" y="116792"/>
                </a:lnTo>
                <a:lnTo>
                  <a:pt x="719593" y="116504"/>
                </a:lnTo>
                <a:lnTo>
                  <a:pt x="719271" y="116210"/>
                </a:lnTo>
                <a:lnTo>
                  <a:pt x="718955" y="115909"/>
                </a:lnTo>
                <a:lnTo>
                  <a:pt x="718644" y="115601"/>
                </a:lnTo>
                <a:lnTo>
                  <a:pt x="718338" y="115287"/>
                </a:lnTo>
                <a:lnTo>
                  <a:pt x="718038" y="114967"/>
                </a:lnTo>
                <a:lnTo>
                  <a:pt x="717744" y="114640"/>
                </a:lnTo>
                <a:lnTo>
                  <a:pt x="717455" y="114306"/>
                </a:lnTo>
                <a:lnTo>
                  <a:pt x="717171" y="113965"/>
                </a:lnTo>
                <a:lnTo>
                  <a:pt x="716893" y="113619"/>
                </a:lnTo>
                <a:lnTo>
                  <a:pt x="716620" y="113265"/>
                </a:lnTo>
                <a:lnTo>
                  <a:pt x="716353" y="112905"/>
                </a:lnTo>
                <a:lnTo>
                  <a:pt x="716091" y="112538"/>
                </a:lnTo>
                <a:lnTo>
                  <a:pt x="715835" y="112166"/>
                </a:lnTo>
                <a:lnTo>
                  <a:pt x="715584" y="111789"/>
                </a:lnTo>
                <a:lnTo>
                  <a:pt x="715339" y="111407"/>
                </a:lnTo>
                <a:lnTo>
                  <a:pt x="715099" y="111021"/>
                </a:lnTo>
                <a:lnTo>
                  <a:pt x="714865" y="110630"/>
                </a:lnTo>
                <a:lnTo>
                  <a:pt x="714636" y="110235"/>
                </a:lnTo>
                <a:lnTo>
                  <a:pt x="714412" y="109835"/>
                </a:lnTo>
                <a:lnTo>
                  <a:pt x="714194" y="109430"/>
                </a:lnTo>
                <a:lnTo>
                  <a:pt x="713982" y="109021"/>
                </a:lnTo>
                <a:lnTo>
                  <a:pt x="713775" y="108607"/>
                </a:lnTo>
                <a:lnTo>
                  <a:pt x="713573" y="108188"/>
                </a:lnTo>
                <a:lnTo>
                  <a:pt x="713377" y="107765"/>
                </a:lnTo>
                <a:lnTo>
                  <a:pt x="713186" y="107337"/>
                </a:lnTo>
                <a:lnTo>
                  <a:pt x="713001" y="106905"/>
                </a:lnTo>
                <a:lnTo>
                  <a:pt x="712821" y="106468"/>
                </a:lnTo>
                <a:lnTo>
                  <a:pt x="712647" y="106026"/>
                </a:lnTo>
                <a:lnTo>
                  <a:pt x="712478" y="105580"/>
                </a:lnTo>
                <a:lnTo>
                  <a:pt x="712315" y="105129"/>
                </a:lnTo>
                <a:lnTo>
                  <a:pt x="712157" y="104673"/>
                </a:lnTo>
                <a:lnTo>
                  <a:pt x="712004" y="104213"/>
                </a:lnTo>
                <a:lnTo>
                  <a:pt x="711857" y="103748"/>
                </a:lnTo>
                <a:lnTo>
                  <a:pt x="711716" y="103279"/>
                </a:lnTo>
                <a:lnTo>
                  <a:pt x="711580" y="102804"/>
                </a:lnTo>
                <a:lnTo>
                  <a:pt x="711449" y="102326"/>
                </a:lnTo>
                <a:lnTo>
                  <a:pt x="711324" y="101843"/>
                </a:lnTo>
                <a:lnTo>
                  <a:pt x="711204" y="101358"/>
                </a:lnTo>
                <a:lnTo>
                  <a:pt x="711090" y="100871"/>
                </a:lnTo>
                <a:lnTo>
                  <a:pt x="710981" y="100380"/>
                </a:lnTo>
                <a:lnTo>
                  <a:pt x="710877" y="99887"/>
                </a:lnTo>
                <a:lnTo>
                  <a:pt x="710778" y="99392"/>
                </a:lnTo>
                <a:lnTo>
                  <a:pt x="710685" y="98893"/>
                </a:lnTo>
                <a:lnTo>
                  <a:pt x="710597" y="98392"/>
                </a:lnTo>
                <a:lnTo>
                  <a:pt x="710515" y="97889"/>
                </a:lnTo>
                <a:lnTo>
                  <a:pt x="710437" y="97382"/>
                </a:lnTo>
                <a:lnTo>
                  <a:pt x="710365" y="96873"/>
                </a:lnTo>
                <a:lnTo>
                  <a:pt x="710299" y="96362"/>
                </a:lnTo>
                <a:lnTo>
                  <a:pt x="710238" y="95847"/>
                </a:lnTo>
                <a:lnTo>
                  <a:pt x="710182" y="95331"/>
                </a:lnTo>
                <a:lnTo>
                  <a:pt x="710131" y="94811"/>
                </a:lnTo>
                <a:lnTo>
                  <a:pt x="710086" y="94289"/>
                </a:lnTo>
                <a:lnTo>
                  <a:pt x="710046" y="93764"/>
                </a:lnTo>
                <a:lnTo>
                  <a:pt x="710011" y="93236"/>
                </a:lnTo>
                <a:lnTo>
                  <a:pt x="709982" y="92706"/>
                </a:lnTo>
                <a:lnTo>
                  <a:pt x="709958" y="92173"/>
                </a:lnTo>
                <a:lnTo>
                  <a:pt x="709939" y="91637"/>
                </a:lnTo>
                <a:lnTo>
                  <a:pt x="709926" y="91099"/>
                </a:lnTo>
                <a:lnTo>
                  <a:pt x="709918" y="90558"/>
                </a:lnTo>
                <a:lnTo>
                  <a:pt x="709915" y="90014"/>
                </a:lnTo>
                <a:lnTo>
                  <a:pt x="709915" y="88158"/>
                </a:lnTo>
                <a:lnTo>
                  <a:pt x="709918" y="87621"/>
                </a:lnTo>
                <a:lnTo>
                  <a:pt x="709926" y="87086"/>
                </a:lnTo>
                <a:lnTo>
                  <a:pt x="709939" y="86554"/>
                </a:lnTo>
                <a:lnTo>
                  <a:pt x="709958" y="86024"/>
                </a:lnTo>
                <a:lnTo>
                  <a:pt x="709982" y="85496"/>
                </a:lnTo>
                <a:lnTo>
                  <a:pt x="710011" y="84971"/>
                </a:lnTo>
                <a:close/>
                <a:moveTo>
                  <a:pt x="479258" y="132721"/>
                </a:moveTo>
                <a:lnTo>
                  <a:pt x="494274" y="132721"/>
                </a:lnTo>
                <a:lnTo>
                  <a:pt x="494274" y="45370"/>
                </a:lnTo>
                <a:lnTo>
                  <a:pt x="479258" y="45370"/>
                </a:lnTo>
                <a:lnTo>
                  <a:pt x="479258" y="132721"/>
                </a:lnTo>
                <a:close/>
                <a:moveTo>
                  <a:pt x="1178464" y="23793"/>
                </a:moveTo>
                <a:lnTo>
                  <a:pt x="1178514" y="24059"/>
                </a:lnTo>
                <a:lnTo>
                  <a:pt x="1178572" y="24322"/>
                </a:lnTo>
                <a:lnTo>
                  <a:pt x="1178637" y="24582"/>
                </a:lnTo>
                <a:lnTo>
                  <a:pt x="1178710" y="24838"/>
                </a:lnTo>
                <a:lnTo>
                  <a:pt x="1178791" y="25090"/>
                </a:lnTo>
                <a:lnTo>
                  <a:pt x="1178880" y="25339"/>
                </a:lnTo>
                <a:lnTo>
                  <a:pt x="1178976" y="25585"/>
                </a:lnTo>
                <a:lnTo>
                  <a:pt x="1179080" y="25827"/>
                </a:lnTo>
                <a:lnTo>
                  <a:pt x="1179192" y="26065"/>
                </a:lnTo>
                <a:lnTo>
                  <a:pt x="1179312" y="26300"/>
                </a:lnTo>
                <a:lnTo>
                  <a:pt x="1179439" y="26532"/>
                </a:lnTo>
                <a:lnTo>
                  <a:pt x="1179574" y="26760"/>
                </a:lnTo>
                <a:lnTo>
                  <a:pt x="1179716" y="26984"/>
                </a:lnTo>
                <a:lnTo>
                  <a:pt x="1179867" y="27205"/>
                </a:lnTo>
                <a:lnTo>
                  <a:pt x="1180025" y="27422"/>
                </a:lnTo>
                <a:lnTo>
                  <a:pt x="1180191" y="27636"/>
                </a:lnTo>
                <a:lnTo>
                  <a:pt x="1180364" y="27847"/>
                </a:lnTo>
                <a:lnTo>
                  <a:pt x="1180545" y="28054"/>
                </a:lnTo>
                <a:lnTo>
                  <a:pt x="1180734" y="28255"/>
                </a:lnTo>
                <a:lnTo>
                  <a:pt x="1180930" y="28447"/>
                </a:lnTo>
                <a:lnTo>
                  <a:pt x="1181134" y="28631"/>
                </a:lnTo>
                <a:lnTo>
                  <a:pt x="1181345" y="28806"/>
                </a:lnTo>
                <a:lnTo>
                  <a:pt x="1181563" y="28973"/>
                </a:lnTo>
                <a:lnTo>
                  <a:pt x="1181789" y="29131"/>
                </a:lnTo>
                <a:lnTo>
                  <a:pt x="1182022" y="29281"/>
                </a:lnTo>
                <a:lnTo>
                  <a:pt x="1182263" y="29422"/>
                </a:lnTo>
                <a:lnTo>
                  <a:pt x="1182511" y="29554"/>
                </a:lnTo>
                <a:lnTo>
                  <a:pt x="1182767" y="29678"/>
                </a:lnTo>
                <a:lnTo>
                  <a:pt x="1183030" y="29794"/>
                </a:lnTo>
                <a:lnTo>
                  <a:pt x="1183300" y="29901"/>
                </a:lnTo>
                <a:lnTo>
                  <a:pt x="1183578" y="29999"/>
                </a:lnTo>
                <a:lnTo>
                  <a:pt x="1183863" y="30089"/>
                </a:lnTo>
                <a:lnTo>
                  <a:pt x="1184156" y="30170"/>
                </a:lnTo>
                <a:lnTo>
                  <a:pt x="1184456" y="30242"/>
                </a:lnTo>
                <a:lnTo>
                  <a:pt x="1184764" y="30307"/>
                </a:lnTo>
                <a:lnTo>
                  <a:pt x="1185079" y="30362"/>
                </a:lnTo>
                <a:lnTo>
                  <a:pt x="1185401" y="30409"/>
                </a:lnTo>
                <a:lnTo>
                  <a:pt x="1185731" y="30448"/>
                </a:lnTo>
                <a:lnTo>
                  <a:pt x="1186068" y="30478"/>
                </a:lnTo>
                <a:lnTo>
                  <a:pt x="1186413" y="30499"/>
                </a:lnTo>
                <a:lnTo>
                  <a:pt x="1186765" y="30512"/>
                </a:lnTo>
                <a:lnTo>
                  <a:pt x="1187125" y="30516"/>
                </a:lnTo>
                <a:lnTo>
                  <a:pt x="1187478" y="30512"/>
                </a:lnTo>
                <a:lnTo>
                  <a:pt x="1187824" y="30499"/>
                </a:lnTo>
                <a:lnTo>
                  <a:pt x="1188163" y="30478"/>
                </a:lnTo>
                <a:lnTo>
                  <a:pt x="1188496" y="30448"/>
                </a:lnTo>
                <a:lnTo>
                  <a:pt x="1188822" y="30409"/>
                </a:lnTo>
                <a:lnTo>
                  <a:pt x="1189140" y="30362"/>
                </a:lnTo>
                <a:lnTo>
                  <a:pt x="1189452" y="30307"/>
                </a:lnTo>
                <a:lnTo>
                  <a:pt x="1189757" y="30242"/>
                </a:lnTo>
                <a:lnTo>
                  <a:pt x="1190056" y="30170"/>
                </a:lnTo>
                <a:lnTo>
                  <a:pt x="1190347" y="30089"/>
                </a:lnTo>
                <a:lnTo>
                  <a:pt x="1190631" y="29999"/>
                </a:lnTo>
                <a:lnTo>
                  <a:pt x="1190909" y="29901"/>
                </a:lnTo>
                <a:lnTo>
                  <a:pt x="1191180" y="29794"/>
                </a:lnTo>
                <a:lnTo>
                  <a:pt x="1191443" y="29678"/>
                </a:lnTo>
                <a:lnTo>
                  <a:pt x="1191700" y="29554"/>
                </a:lnTo>
                <a:lnTo>
                  <a:pt x="1191951" y="29422"/>
                </a:lnTo>
                <a:lnTo>
                  <a:pt x="1192194" y="29281"/>
                </a:lnTo>
                <a:lnTo>
                  <a:pt x="1192430" y="29131"/>
                </a:lnTo>
                <a:lnTo>
                  <a:pt x="1192660" y="28973"/>
                </a:lnTo>
                <a:lnTo>
                  <a:pt x="1192882" y="28806"/>
                </a:lnTo>
                <a:lnTo>
                  <a:pt x="1193098" y="28631"/>
                </a:lnTo>
                <a:lnTo>
                  <a:pt x="1193307" y="28447"/>
                </a:lnTo>
                <a:lnTo>
                  <a:pt x="1193509" y="28255"/>
                </a:lnTo>
                <a:lnTo>
                  <a:pt x="1193704" y="28054"/>
                </a:lnTo>
                <a:lnTo>
                  <a:pt x="1193892" y="27847"/>
                </a:lnTo>
                <a:lnTo>
                  <a:pt x="1194072" y="27636"/>
                </a:lnTo>
                <a:lnTo>
                  <a:pt x="1194243" y="27422"/>
                </a:lnTo>
                <a:lnTo>
                  <a:pt x="1194407" y="27205"/>
                </a:lnTo>
                <a:lnTo>
                  <a:pt x="1194563" y="26984"/>
                </a:lnTo>
                <a:lnTo>
                  <a:pt x="1194711" y="26760"/>
                </a:lnTo>
                <a:lnTo>
                  <a:pt x="1194851" y="26532"/>
                </a:lnTo>
                <a:lnTo>
                  <a:pt x="1194982" y="26300"/>
                </a:lnTo>
                <a:lnTo>
                  <a:pt x="1195106" y="26065"/>
                </a:lnTo>
                <a:lnTo>
                  <a:pt x="1195222" y="25827"/>
                </a:lnTo>
                <a:lnTo>
                  <a:pt x="1195330" y="25585"/>
                </a:lnTo>
                <a:lnTo>
                  <a:pt x="1195430" y="25339"/>
                </a:lnTo>
                <a:lnTo>
                  <a:pt x="1195522" y="25090"/>
                </a:lnTo>
                <a:lnTo>
                  <a:pt x="1195606" y="24838"/>
                </a:lnTo>
                <a:lnTo>
                  <a:pt x="1195681" y="24582"/>
                </a:lnTo>
                <a:lnTo>
                  <a:pt x="1195749" y="24322"/>
                </a:lnTo>
                <a:lnTo>
                  <a:pt x="1195809" y="24059"/>
                </a:lnTo>
                <a:lnTo>
                  <a:pt x="1195861" y="23793"/>
                </a:lnTo>
                <a:lnTo>
                  <a:pt x="1195905" y="23523"/>
                </a:lnTo>
                <a:lnTo>
                  <a:pt x="1195941" y="23249"/>
                </a:lnTo>
                <a:lnTo>
                  <a:pt x="1195969" y="22972"/>
                </a:lnTo>
                <a:lnTo>
                  <a:pt x="1195989" y="22692"/>
                </a:lnTo>
                <a:lnTo>
                  <a:pt x="1196001" y="22408"/>
                </a:lnTo>
                <a:lnTo>
                  <a:pt x="1196005" y="22120"/>
                </a:lnTo>
                <a:lnTo>
                  <a:pt x="1196001" y="21819"/>
                </a:lnTo>
                <a:lnTo>
                  <a:pt x="1195989" y="21522"/>
                </a:lnTo>
                <a:lnTo>
                  <a:pt x="1195969" y="21230"/>
                </a:lnTo>
                <a:lnTo>
                  <a:pt x="1195941" y="20941"/>
                </a:lnTo>
                <a:lnTo>
                  <a:pt x="1195905" y="20655"/>
                </a:lnTo>
                <a:lnTo>
                  <a:pt x="1195861" y="20374"/>
                </a:lnTo>
                <a:lnTo>
                  <a:pt x="1195809" y="20097"/>
                </a:lnTo>
                <a:lnTo>
                  <a:pt x="1195749" y="19824"/>
                </a:lnTo>
                <a:lnTo>
                  <a:pt x="1195681" y="19554"/>
                </a:lnTo>
                <a:lnTo>
                  <a:pt x="1195606" y="19289"/>
                </a:lnTo>
                <a:lnTo>
                  <a:pt x="1195522" y="19027"/>
                </a:lnTo>
                <a:lnTo>
                  <a:pt x="1195430" y="18770"/>
                </a:lnTo>
                <a:lnTo>
                  <a:pt x="1195330" y="18516"/>
                </a:lnTo>
                <a:lnTo>
                  <a:pt x="1195222" y="18266"/>
                </a:lnTo>
                <a:lnTo>
                  <a:pt x="1195106" y="18021"/>
                </a:lnTo>
                <a:lnTo>
                  <a:pt x="1194982" y="17779"/>
                </a:lnTo>
                <a:lnTo>
                  <a:pt x="1194851" y="17541"/>
                </a:lnTo>
                <a:lnTo>
                  <a:pt x="1194711" y="17307"/>
                </a:lnTo>
                <a:lnTo>
                  <a:pt x="1194563" y="17076"/>
                </a:lnTo>
                <a:lnTo>
                  <a:pt x="1194407" y="16850"/>
                </a:lnTo>
                <a:lnTo>
                  <a:pt x="1194243" y="16628"/>
                </a:lnTo>
                <a:lnTo>
                  <a:pt x="1194072" y="16410"/>
                </a:lnTo>
                <a:lnTo>
                  <a:pt x="1193892" y="16195"/>
                </a:lnTo>
                <a:lnTo>
                  <a:pt x="1193704" y="15985"/>
                </a:lnTo>
                <a:lnTo>
                  <a:pt x="1193509" y="15780"/>
                </a:lnTo>
                <a:lnTo>
                  <a:pt x="1193307" y="15585"/>
                </a:lnTo>
                <a:lnTo>
                  <a:pt x="1193098" y="15398"/>
                </a:lnTo>
                <a:lnTo>
                  <a:pt x="1192882" y="15220"/>
                </a:lnTo>
                <a:lnTo>
                  <a:pt x="1192660" y="15050"/>
                </a:lnTo>
                <a:lnTo>
                  <a:pt x="1192430" y="14890"/>
                </a:lnTo>
                <a:lnTo>
                  <a:pt x="1192194" y="14738"/>
                </a:lnTo>
                <a:lnTo>
                  <a:pt x="1191951" y="14594"/>
                </a:lnTo>
                <a:lnTo>
                  <a:pt x="1191700" y="14460"/>
                </a:lnTo>
                <a:lnTo>
                  <a:pt x="1191443" y="14334"/>
                </a:lnTo>
                <a:lnTo>
                  <a:pt x="1191180" y="14216"/>
                </a:lnTo>
                <a:lnTo>
                  <a:pt x="1190909" y="14108"/>
                </a:lnTo>
                <a:lnTo>
                  <a:pt x="1190631" y="14008"/>
                </a:lnTo>
                <a:lnTo>
                  <a:pt x="1190347" y="13916"/>
                </a:lnTo>
                <a:lnTo>
                  <a:pt x="1190056" y="13834"/>
                </a:lnTo>
                <a:lnTo>
                  <a:pt x="1189757" y="13760"/>
                </a:lnTo>
                <a:lnTo>
                  <a:pt x="1189452" y="13695"/>
                </a:lnTo>
                <a:lnTo>
                  <a:pt x="1189140" y="13638"/>
                </a:lnTo>
                <a:lnTo>
                  <a:pt x="1188822" y="13591"/>
                </a:lnTo>
                <a:lnTo>
                  <a:pt x="1188496" y="13551"/>
                </a:lnTo>
                <a:lnTo>
                  <a:pt x="1188163" y="13521"/>
                </a:lnTo>
                <a:lnTo>
                  <a:pt x="1187824" y="13499"/>
                </a:lnTo>
                <a:lnTo>
                  <a:pt x="1187478" y="13486"/>
                </a:lnTo>
                <a:lnTo>
                  <a:pt x="1187125" y="13482"/>
                </a:lnTo>
                <a:lnTo>
                  <a:pt x="1186765" y="13486"/>
                </a:lnTo>
                <a:lnTo>
                  <a:pt x="1186413" y="13499"/>
                </a:lnTo>
                <a:lnTo>
                  <a:pt x="1186068" y="13521"/>
                </a:lnTo>
                <a:lnTo>
                  <a:pt x="1185731" y="13551"/>
                </a:lnTo>
                <a:lnTo>
                  <a:pt x="1185401" y="13591"/>
                </a:lnTo>
                <a:lnTo>
                  <a:pt x="1185079" y="13638"/>
                </a:lnTo>
                <a:lnTo>
                  <a:pt x="1184764" y="13695"/>
                </a:lnTo>
                <a:lnTo>
                  <a:pt x="1184456" y="13760"/>
                </a:lnTo>
                <a:lnTo>
                  <a:pt x="1184156" y="13834"/>
                </a:lnTo>
                <a:lnTo>
                  <a:pt x="1183863" y="13916"/>
                </a:lnTo>
                <a:lnTo>
                  <a:pt x="1183578" y="14008"/>
                </a:lnTo>
                <a:lnTo>
                  <a:pt x="1183300" y="14108"/>
                </a:lnTo>
                <a:lnTo>
                  <a:pt x="1183030" y="14216"/>
                </a:lnTo>
                <a:lnTo>
                  <a:pt x="1182767" y="14334"/>
                </a:lnTo>
                <a:lnTo>
                  <a:pt x="1182511" y="14460"/>
                </a:lnTo>
                <a:lnTo>
                  <a:pt x="1182263" y="14594"/>
                </a:lnTo>
                <a:lnTo>
                  <a:pt x="1182022" y="14738"/>
                </a:lnTo>
                <a:lnTo>
                  <a:pt x="1181789" y="14890"/>
                </a:lnTo>
                <a:lnTo>
                  <a:pt x="1181563" y="15050"/>
                </a:lnTo>
                <a:lnTo>
                  <a:pt x="1181345" y="15220"/>
                </a:lnTo>
                <a:lnTo>
                  <a:pt x="1181134" y="15398"/>
                </a:lnTo>
                <a:lnTo>
                  <a:pt x="1180930" y="15585"/>
                </a:lnTo>
                <a:lnTo>
                  <a:pt x="1180734" y="15780"/>
                </a:lnTo>
                <a:lnTo>
                  <a:pt x="1180545" y="15985"/>
                </a:lnTo>
                <a:lnTo>
                  <a:pt x="1180364" y="16195"/>
                </a:lnTo>
                <a:lnTo>
                  <a:pt x="1180191" y="16410"/>
                </a:lnTo>
                <a:lnTo>
                  <a:pt x="1180025" y="16628"/>
                </a:lnTo>
                <a:lnTo>
                  <a:pt x="1179867" y="16850"/>
                </a:lnTo>
                <a:lnTo>
                  <a:pt x="1179716" y="17076"/>
                </a:lnTo>
                <a:lnTo>
                  <a:pt x="1179574" y="17307"/>
                </a:lnTo>
                <a:lnTo>
                  <a:pt x="1179439" y="17541"/>
                </a:lnTo>
                <a:lnTo>
                  <a:pt x="1179312" y="17779"/>
                </a:lnTo>
                <a:lnTo>
                  <a:pt x="1179192" y="18021"/>
                </a:lnTo>
                <a:lnTo>
                  <a:pt x="1179080" y="18266"/>
                </a:lnTo>
                <a:lnTo>
                  <a:pt x="1178976" y="18516"/>
                </a:lnTo>
                <a:lnTo>
                  <a:pt x="1178880" y="18770"/>
                </a:lnTo>
                <a:lnTo>
                  <a:pt x="1178791" y="19027"/>
                </a:lnTo>
                <a:lnTo>
                  <a:pt x="1178710" y="19289"/>
                </a:lnTo>
                <a:lnTo>
                  <a:pt x="1178637" y="19554"/>
                </a:lnTo>
                <a:lnTo>
                  <a:pt x="1178572" y="19824"/>
                </a:lnTo>
                <a:lnTo>
                  <a:pt x="1178514" y="20097"/>
                </a:lnTo>
                <a:lnTo>
                  <a:pt x="1178464" y="20374"/>
                </a:lnTo>
                <a:lnTo>
                  <a:pt x="1178421" y="20655"/>
                </a:lnTo>
                <a:lnTo>
                  <a:pt x="1178387" y="20941"/>
                </a:lnTo>
                <a:lnTo>
                  <a:pt x="1178360" y="21230"/>
                </a:lnTo>
                <a:lnTo>
                  <a:pt x="1178340" y="21522"/>
                </a:lnTo>
                <a:lnTo>
                  <a:pt x="1178329" y="21819"/>
                </a:lnTo>
                <a:lnTo>
                  <a:pt x="1178325" y="22120"/>
                </a:lnTo>
                <a:lnTo>
                  <a:pt x="1178329" y="22408"/>
                </a:lnTo>
                <a:lnTo>
                  <a:pt x="1178340" y="22692"/>
                </a:lnTo>
                <a:lnTo>
                  <a:pt x="1178360" y="22972"/>
                </a:lnTo>
                <a:lnTo>
                  <a:pt x="1178387" y="23249"/>
                </a:lnTo>
                <a:lnTo>
                  <a:pt x="1178421" y="23523"/>
                </a:lnTo>
                <a:lnTo>
                  <a:pt x="1178464" y="23793"/>
                </a:lnTo>
                <a:close/>
                <a:moveTo>
                  <a:pt x="1404147" y="23793"/>
                </a:moveTo>
                <a:lnTo>
                  <a:pt x="1404198" y="24059"/>
                </a:lnTo>
                <a:lnTo>
                  <a:pt x="1404255" y="24322"/>
                </a:lnTo>
                <a:lnTo>
                  <a:pt x="1404321" y="24582"/>
                </a:lnTo>
                <a:lnTo>
                  <a:pt x="1404394" y="24838"/>
                </a:lnTo>
                <a:lnTo>
                  <a:pt x="1404475" y="25090"/>
                </a:lnTo>
                <a:lnTo>
                  <a:pt x="1404564" y="25339"/>
                </a:lnTo>
                <a:lnTo>
                  <a:pt x="1404660" y="25585"/>
                </a:lnTo>
                <a:lnTo>
                  <a:pt x="1404764" y="25827"/>
                </a:lnTo>
                <a:lnTo>
                  <a:pt x="1404876" y="26065"/>
                </a:lnTo>
                <a:lnTo>
                  <a:pt x="1404995" y="26300"/>
                </a:lnTo>
                <a:lnTo>
                  <a:pt x="1405123" y="26532"/>
                </a:lnTo>
                <a:lnTo>
                  <a:pt x="1405257" y="26760"/>
                </a:lnTo>
                <a:lnTo>
                  <a:pt x="1405400" y="26984"/>
                </a:lnTo>
                <a:lnTo>
                  <a:pt x="1405550" y="27205"/>
                </a:lnTo>
                <a:lnTo>
                  <a:pt x="1405708" y="27422"/>
                </a:lnTo>
                <a:lnTo>
                  <a:pt x="1405874" y="27636"/>
                </a:lnTo>
                <a:lnTo>
                  <a:pt x="1406048" y="27847"/>
                </a:lnTo>
                <a:lnTo>
                  <a:pt x="1406229" y="28054"/>
                </a:lnTo>
                <a:lnTo>
                  <a:pt x="1406417" y="28255"/>
                </a:lnTo>
                <a:lnTo>
                  <a:pt x="1406614" y="28447"/>
                </a:lnTo>
                <a:lnTo>
                  <a:pt x="1406817" y="28631"/>
                </a:lnTo>
                <a:lnTo>
                  <a:pt x="1407028" y="28806"/>
                </a:lnTo>
                <a:lnTo>
                  <a:pt x="1407247" y="28973"/>
                </a:lnTo>
                <a:lnTo>
                  <a:pt x="1407473" y="29131"/>
                </a:lnTo>
                <a:lnTo>
                  <a:pt x="1407706" y="29281"/>
                </a:lnTo>
                <a:lnTo>
                  <a:pt x="1407947" y="29422"/>
                </a:lnTo>
                <a:lnTo>
                  <a:pt x="1408195" y="29554"/>
                </a:lnTo>
                <a:lnTo>
                  <a:pt x="1408450" y="29678"/>
                </a:lnTo>
                <a:lnTo>
                  <a:pt x="1408713" y="29794"/>
                </a:lnTo>
                <a:lnTo>
                  <a:pt x="1408984" y="29901"/>
                </a:lnTo>
                <a:lnTo>
                  <a:pt x="1409262" y="29999"/>
                </a:lnTo>
                <a:lnTo>
                  <a:pt x="1409547" y="30089"/>
                </a:lnTo>
                <a:lnTo>
                  <a:pt x="1409840" y="30170"/>
                </a:lnTo>
                <a:lnTo>
                  <a:pt x="1410140" y="30242"/>
                </a:lnTo>
                <a:lnTo>
                  <a:pt x="1410447" y="30307"/>
                </a:lnTo>
                <a:lnTo>
                  <a:pt x="1410762" y="30362"/>
                </a:lnTo>
                <a:lnTo>
                  <a:pt x="1411085" y="30409"/>
                </a:lnTo>
                <a:lnTo>
                  <a:pt x="1411415" y="30448"/>
                </a:lnTo>
                <a:lnTo>
                  <a:pt x="1411752" y="30478"/>
                </a:lnTo>
                <a:lnTo>
                  <a:pt x="1412097" y="30499"/>
                </a:lnTo>
                <a:lnTo>
                  <a:pt x="1412449" y="30512"/>
                </a:lnTo>
                <a:lnTo>
                  <a:pt x="1412808" y="30516"/>
                </a:lnTo>
                <a:lnTo>
                  <a:pt x="1413161" y="30512"/>
                </a:lnTo>
                <a:lnTo>
                  <a:pt x="1413508" y="30499"/>
                </a:lnTo>
                <a:lnTo>
                  <a:pt x="1413847" y="30478"/>
                </a:lnTo>
                <a:lnTo>
                  <a:pt x="1414180" y="30448"/>
                </a:lnTo>
                <a:lnTo>
                  <a:pt x="1414505" y="30409"/>
                </a:lnTo>
                <a:lnTo>
                  <a:pt x="1414824" y="30362"/>
                </a:lnTo>
                <a:lnTo>
                  <a:pt x="1415136" y="30307"/>
                </a:lnTo>
                <a:lnTo>
                  <a:pt x="1415441" y="30242"/>
                </a:lnTo>
                <a:lnTo>
                  <a:pt x="1415739" y="30170"/>
                </a:lnTo>
                <a:lnTo>
                  <a:pt x="1416030" y="30089"/>
                </a:lnTo>
                <a:lnTo>
                  <a:pt x="1416315" y="29999"/>
                </a:lnTo>
                <a:lnTo>
                  <a:pt x="1416593" y="29901"/>
                </a:lnTo>
                <a:lnTo>
                  <a:pt x="1416863" y="29794"/>
                </a:lnTo>
                <a:lnTo>
                  <a:pt x="1417127" y="29678"/>
                </a:lnTo>
                <a:lnTo>
                  <a:pt x="1417384" y="29554"/>
                </a:lnTo>
                <a:lnTo>
                  <a:pt x="1417634" y="29422"/>
                </a:lnTo>
                <a:lnTo>
                  <a:pt x="1417877" y="29281"/>
                </a:lnTo>
                <a:lnTo>
                  <a:pt x="1418114" y="29131"/>
                </a:lnTo>
                <a:lnTo>
                  <a:pt x="1418343" y="28973"/>
                </a:lnTo>
                <a:lnTo>
                  <a:pt x="1418566" y="28806"/>
                </a:lnTo>
                <a:lnTo>
                  <a:pt x="1418782" y="28631"/>
                </a:lnTo>
                <a:lnTo>
                  <a:pt x="1418991" y="28447"/>
                </a:lnTo>
                <a:lnTo>
                  <a:pt x="1419193" y="28255"/>
                </a:lnTo>
                <a:lnTo>
                  <a:pt x="1419388" y="28054"/>
                </a:lnTo>
                <a:lnTo>
                  <a:pt x="1419576" y="27847"/>
                </a:lnTo>
                <a:lnTo>
                  <a:pt x="1419755" y="27636"/>
                </a:lnTo>
                <a:lnTo>
                  <a:pt x="1419927" y="27422"/>
                </a:lnTo>
                <a:lnTo>
                  <a:pt x="1420091" y="27205"/>
                </a:lnTo>
                <a:lnTo>
                  <a:pt x="1420247" y="26984"/>
                </a:lnTo>
                <a:lnTo>
                  <a:pt x="1420394" y="26760"/>
                </a:lnTo>
                <a:lnTo>
                  <a:pt x="1420534" y="26532"/>
                </a:lnTo>
                <a:lnTo>
                  <a:pt x="1420666" y="26300"/>
                </a:lnTo>
                <a:lnTo>
                  <a:pt x="1420790" y="26065"/>
                </a:lnTo>
                <a:lnTo>
                  <a:pt x="1420906" y="25827"/>
                </a:lnTo>
                <a:lnTo>
                  <a:pt x="1421014" y="25585"/>
                </a:lnTo>
                <a:lnTo>
                  <a:pt x="1421113" y="25339"/>
                </a:lnTo>
                <a:lnTo>
                  <a:pt x="1421205" y="25090"/>
                </a:lnTo>
                <a:lnTo>
                  <a:pt x="1421289" y="24838"/>
                </a:lnTo>
                <a:lnTo>
                  <a:pt x="1421365" y="24582"/>
                </a:lnTo>
                <a:lnTo>
                  <a:pt x="1421433" y="24322"/>
                </a:lnTo>
                <a:lnTo>
                  <a:pt x="1421493" y="24059"/>
                </a:lnTo>
                <a:lnTo>
                  <a:pt x="1421545" y="23793"/>
                </a:lnTo>
                <a:lnTo>
                  <a:pt x="1421589" y="23523"/>
                </a:lnTo>
                <a:lnTo>
                  <a:pt x="1421625" y="23249"/>
                </a:lnTo>
                <a:lnTo>
                  <a:pt x="1421653" y="22972"/>
                </a:lnTo>
                <a:lnTo>
                  <a:pt x="1421673" y="22692"/>
                </a:lnTo>
                <a:lnTo>
                  <a:pt x="1421685" y="22408"/>
                </a:lnTo>
                <a:lnTo>
                  <a:pt x="1421689" y="22120"/>
                </a:lnTo>
                <a:lnTo>
                  <a:pt x="1421685" y="21819"/>
                </a:lnTo>
                <a:lnTo>
                  <a:pt x="1421673" y="21522"/>
                </a:lnTo>
                <a:lnTo>
                  <a:pt x="1421653" y="21230"/>
                </a:lnTo>
                <a:lnTo>
                  <a:pt x="1421625" y="20941"/>
                </a:lnTo>
                <a:lnTo>
                  <a:pt x="1421589" y="20655"/>
                </a:lnTo>
                <a:lnTo>
                  <a:pt x="1421545" y="20374"/>
                </a:lnTo>
                <a:lnTo>
                  <a:pt x="1421493" y="20097"/>
                </a:lnTo>
                <a:lnTo>
                  <a:pt x="1421433" y="19824"/>
                </a:lnTo>
                <a:lnTo>
                  <a:pt x="1421365" y="19554"/>
                </a:lnTo>
                <a:lnTo>
                  <a:pt x="1421289" y="19289"/>
                </a:lnTo>
                <a:lnTo>
                  <a:pt x="1421205" y="19027"/>
                </a:lnTo>
                <a:lnTo>
                  <a:pt x="1421113" y="18770"/>
                </a:lnTo>
                <a:lnTo>
                  <a:pt x="1421014" y="18516"/>
                </a:lnTo>
                <a:lnTo>
                  <a:pt x="1420906" y="18266"/>
                </a:lnTo>
                <a:lnTo>
                  <a:pt x="1420790" y="18021"/>
                </a:lnTo>
                <a:lnTo>
                  <a:pt x="1420666" y="17779"/>
                </a:lnTo>
                <a:lnTo>
                  <a:pt x="1420534" y="17541"/>
                </a:lnTo>
                <a:lnTo>
                  <a:pt x="1420394" y="17307"/>
                </a:lnTo>
                <a:lnTo>
                  <a:pt x="1420247" y="17076"/>
                </a:lnTo>
                <a:lnTo>
                  <a:pt x="1420091" y="16850"/>
                </a:lnTo>
                <a:lnTo>
                  <a:pt x="1419927" y="16628"/>
                </a:lnTo>
                <a:lnTo>
                  <a:pt x="1419755" y="16410"/>
                </a:lnTo>
                <a:lnTo>
                  <a:pt x="1419576" y="16195"/>
                </a:lnTo>
                <a:lnTo>
                  <a:pt x="1419388" y="15985"/>
                </a:lnTo>
                <a:lnTo>
                  <a:pt x="1419193" y="15780"/>
                </a:lnTo>
                <a:lnTo>
                  <a:pt x="1418991" y="15585"/>
                </a:lnTo>
                <a:lnTo>
                  <a:pt x="1418782" y="15398"/>
                </a:lnTo>
                <a:lnTo>
                  <a:pt x="1418566" y="15220"/>
                </a:lnTo>
                <a:lnTo>
                  <a:pt x="1418343" y="15050"/>
                </a:lnTo>
                <a:lnTo>
                  <a:pt x="1418114" y="14890"/>
                </a:lnTo>
                <a:lnTo>
                  <a:pt x="1417877" y="14738"/>
                </a:lnTo>
                <a:lnTo>
                  <a:pt x="1417634" y="14594"/>
                </a:lnTo>
                <a:lnTo>
                  <a:pt x="1417384" y="14460"/>
                </a:lnTo>
                <a:lnTo>
                  <a:pt x="1417127" y="14334"/>
                </a:lnTo>
                <a:lnTo>
                  <a:pt x="1416863" y="14216"/>
                </a:lnTo>
                <a:lnTo>
                  <a:pt x="1416593" y="14108"/>
                </a:lnTo>
                <a:lnTo>
                  <a:pt x="1416315" y="14008"/>
                </a:lnTo>
                <a:lnTo>
                  <a:pt x="1416030" y="13916"/>
                </a:lnTo>
                <a:lnTo>
                  <a:pt x="1415739" y="13834"/>
                </a:lnTo>
                <a:lnTo>
                  <a:pt x="1415441" y="13760"/>
                </a:lnTo>
                <a:lnTo>
                  <a:pt x="1415136" y="13695"/>
                </a:lnTo>
                <a:lnTo>
                  <a:pt x="1414824" y="13638"/>
                </a:lnTo>
                <a:lnTo>
                  <a:pt x="1414505" y="13591"/>
                </a:lnTo>
                <a:lnTo>
                  <a:pt x="1414180" y="13551"/>
                </a:lnTo>
                <a:lnTo>
                  <a:pt x="1413847" y="13521"/>
                </a:lnTo>
                <a:lnTo>
                  <a:pt x="1413508" y="13499"/>
                </a:lnTo>
                <a:lnTo>
                  <a:pt x="1413161" y="13486"/>
                </a:lnTo>
                <a:lnTo>
                  <a:pt x="1412808" y="13482"/>
                </a:lnTo>
                <a:lnTo>
                  <a:pt x="1412449" y="13486"/>
                </a:lnTo>
                <a:lnTo>
                  <a:pt x="1412097" y="13499"/>
                </a:lnTo>
                <a:lnTo>
                  <a:pt x="1411752" y="13521"/>
                </a:lnTo>
                <a:lnTo>
                  <a:pt x="1411415" y="13551"/>
                </a:lnTo>
                <a:lnTo>
                  <a:pt x="1411085" y="13591"/>
                </a:lnTo>
                <a:lnTo>
                  <a:pt x="1410762" y="13638"/>
                </a:lnTo>
                <a:lnTo>
                  <a:pt x="1410447" y="13695"/>
                </a:lnTo>
                <a:lnTo>
                  <a:pt x="1410140" y="13760"/>
                </a:lnTo>
                <a:lnTo>
                  <a:pt x="1409840" y="13834"/>
                </a:lnTo>
                <a:lnTo>
                  <a:pt x="1409547" y="13916"/>
                </a:lnTo>
                <a:lnTo>
                  <a:pt x="1409262" y="14008"/>
                </a:lnTo>
                <a:lnTo>
                  <a:pt x="1408984" y="14108"/>
                </a:lnTo>
                <a:lnTo>
                  <a:pt x="1408713" y="14216"/>
                </a:lnTo>
                <a:lnTo>
                  <a:pt x="1408450" y="14334"/>
                </a:lnTo>
                <a:lnTo>
                  <a:pt x="1408195" y="14460"/>
                </a:lnTo>
                <a:lnTo>
                  <a:pt x="1407947" y="14594"/>
                </a:lnTo>
                <a:lnTo>
                  <a:pt x="1407706" y="14738"/>
                </a:lnTo>
                <a:lnTo>
                  <a:pt x="1407473" y="14890"/>
                </a:lnTo>
                <a:lnTo>
                  <a:pt x="1407247" y="15050"/>
                </a:lnTo>
                <a:lnTo>
                  <a:pt x="1407028" y="15220"/>
                </a:lnTo>
                <a:lnTo>
                  <a:pt x="1406817" y="15398"/>
                </a:lnTo>
                <a:lnTo>
                  <a:pt x="1406614" y="15585"/>
                </a:lnTo>
                <a:lnTo>
                  <a:pt x="1406417" y="15780"/>
                </a:lnTo>
                <a:lnTo>
                  <a:pt x="1406229" y="15985"/>
                </a:lnTo>
                <a:lnTo>
                  <a:pt x="1406048" y="16195"/>
                </a:lnTo>
                <a:lnTo>
                  <a:pt x="1405874" y="16410"/>
                </a:lnTo>
                <a:lnTo>
                  <a:pt x="1405708" y="16628"/>
                </a:lnTo>
                <a:lnTo>
                  <a:pt x="1405550" y="16850"/>
                </a:lnTo>
                <a:lnTo>
                  <a:pt x="1405400" y="17076"/>
                </a:lnTo>
                <a:lnTo>
                  <a:pt x="1405257" y="17307"/>
                </a:lnTo>
                <a:lnTo>
                  <a:pt x="1405123" y="17541"/>
                </a:lnTo>
                <a:lnTo>
                  <a:pt x="1404995" y="17779"/>
                </a:lnTo>
                <a:lnTo>
                  <a:pt x="1404876" y="18021"/>
                </a:lnTo>
                <a:lnTo>
                  <a:pt x="1404764" y="18266"/>
                </a:lnTo>
                <a:lnTo>
                  <a:pt x="1404660" y="18516"/>
                </a:lnTo>
                <a:lnTo>
                  <a:pt x="1404564" y="18770"/>
                </a:lnTo>
                <a:lnTo>
                  <a:pt x="1404475" y="19027"/>
                </a:lnTo>
                <a:lnTo>
                  <a:pt x="1404394" y="19289"/>
                </a:lnTo>
                <a:lnTo>
                  <a:pt x="1404321" y="19554"/>
                </a:lnTo>
                <a:lnTo>
                  <a:pt x="1404255" y="19824"/>
                </a:lnTo>
                <a:lnTo>
                  <a:pt x="1404198" y="20097"/>
                </a:lnTo>
                <a:lnTo>
                  <a:pt x="1404147" y="20374"/>
                </a:lnTo>
                <a:lnTo>
                  <a:pt x="1404105" y="20655"/>
                </a:lnTo>
                <a:lnTo>
                  <a:pt x="1404070" y="20941"/>
                </a:lnTo>
                <a:lnTo>
                  <a:pt x="1404043" y="21230"/>
                </a:lnTo>
                <a:lnTo>
                  <a:pt x="1404024" y="21522"/>
                </a:lnTo>
                <a:lnTo>
                  <a:pt x="1404013" y="21819"/>
                </a:lnTo>
                <a:lnTo>
                  <a:pt x="1404009" y="22120"/>
                </a:lnTo>
                <a:lnTo>
                  <a:pt x="1404013" y="22408"/>
                </a:lnTo>
                <a:lnTo>
                  <a:pt x="1404024" y="22692"/>
                </a:lnTo>
                <a:lnTo>
                  <a:pt x="1404043" y="22972"/>
                </a:lnTo>
                <a:lnTo>
                  <a:pt x="1404070" y="23249"/>
                </a:lnTo>
                <a:lnTo>
                  <a:pt x="1404105" y="23523"/>
                </a:lnTo>
                <a:lnTo>
                  <a:pt x="1404147" y="23793"/>
                </a:lnTo>
                <a:close/>
                <a:moveTo>
                  <a:pt x="1113523" y="56834"/>
                </a:moveTo>
                <a:lnTo>
                  <a:pt x="1129508" y="56834"/>
                </a:lnTo>
                <a:lnTo>
                  <a:pt x="1129508" y="110987"/>
                </a:lnTo>
                <a:lnTo>
                  <a:pt x="1129512" y="111708"/>
                </a:lnTo>
                <a:lnTo>
                  <a:pt x="1129527" y="112416"/>
                </a:lnTo>
                <a:lnTo>
                  <a:pt x="1129550" y="113112"/>
                </a:lnTo>
                <a:lnTo>
                  <a:pt x="1129583" y="113796"/>
                </a:lnTo>
                <a:lnTo>
                  <a:pt x="1129625" y="114467"/>
                </a:lnTo>
                <a:lnTo>
                  <a:pt x="1129677" y="115125"/>
                </a:lnTo>
                <a:lnTo>
                  <a:pt x="1129738" y="115771"/>
                </a:lnTo>
                <a:lnTo>
                  <a:pt x="1129808" y="116405"/>
                </a:lnTo>
                <a:lnTo>
                  <a:pt x="1129888" y="117026"/>
                </a:lnTo>
                <a:lnTo>
                  <a:pt x="1129977" y="117635"/>
                </a:lnTo>
                <a:lnTo>
                  <a:pt x="1130076" y="118231"/>
                </a:lnTo>
                <a:lnTo>
                  <a:pt x="1130184" y="118814"/>
                </a:lnTo>
                <a:lnTo>
                  <a:pt x="1130301" y="119385"/>
                </a:lnTo>
                <a:lnTo>
                  <a:pt x="1130428" y="119944"/>
                </a:lnTo>
                <a:lnTo>
                  <a:pt x="1130564" y="120490"/>
                </a:lnTo>
                <a:lnTo>
                  <a:pt x="1130710" y="121024"/>
                </a:lnTo>
                <a:lnTo>
                  <a:pt x="1130865" y="121545"/>
                </a:lnTo>
                <a:lnTo>
                  <a:pt x="1131029" y="122054"/>
                </a:lnTo>
                <a:lnTo>
                  <a:pt x="1131203" y="122550"/>
                </a:lnTo>
                <a:lnTo>
                  <a:pt x="1131386" y="123034"/>
                </a:lnTo>
                <a:lnTo>
                  <a:pt x="1131578" y="123505"/>
                </a:lnTo>
                <a:lnTo>
                  <a:pt x="1131780" y="123964"/>
                </a:lnTo>
                <a:lnTo>
                  <a:pt x="1131992" y="124411"/>
                </a:lnTo>
                <a:lnTo>
                  <a:pt x="1132212" y="124844"/>
                </a:lnTo>
                <a:lnTo>
                  <a:pt x="1132441" y="125267"/>
                </a:lnTo>
                <a:lnTo>
                  <a:pt x="1132676" y="125679"/>
                </a:lnTo>
                <a:lnTo>
                  <a:pt x="1132918" y="126081"/>
                </a:lnTo>
                <a:lnTo>
                  <a:pt x="1133166" y="126472"/>
                </a:lnTo>
                <a:lnTo>
                  <a:pt x="1133421" y="126854"/>
                </a:lnTo>
                <a:lnTo>
                  <a:pt x="1133683" y="127225"/>
                </a:lnTo>
                <a:lnTo>
                  <a:pt x="1133951" y="127586"/>
                </a:lnTo>
                <a:lnTo>
                  <a:pt x="1134226" y="127936"/>
                </a:lnTo>
                <a:lnTo>
                  <a:pt x="1134507" y="128277"/>
                </a:lnTo>
                <a:lnTo>
                  <a:pt x="1134795" y="128607"/>
                </a:lnTo>
                <a:lnTo>
                  <a:pt x="1135090" y="128927"/>
                </a:lnTo>
                <a:lnTo>
                  <a:pt x="1135391" y="129237"/>
                </a:lnTo>
                <a:lnTo>
                  <a:pt x="1135699" y="129536"/>
                </a:lnTo>
                <a:lnTo>
                  <a:pt x="1136013" y="129826"/>
                </a:lnTo>
                <a:lnTo>
                  <a:pt x="1136334" y="130105"/>
                </a:lnTo>
                <a:lnTo>
                  <a:pt x="1136661" y="130373"/>
                </a:lnTo>
                <a:lnTo>
                  <a:pt x="1136995" y="130632"/>
                </a:lnTo>
                <a:lnTo>
                  <a:pt x="1137336" y="130880"/>
                </a:lnTo>
                <a:lnTo>
                  <a:pt x="1137683" y="131118"/>
                </a:lnTo>
                <a:lnTo>
                  <a:pt x="1138037" y="131346"/>
                </a:lnTo>
                <a:lnTo>
                  <a:pt x="1138398" y="131564"/>
                </a:lnTo>
                <a:lnTo>
                  <a:pt x="1138765" y="131771"/>
                </a:lnTo>
                <a:lnTo>
                  <a:pt x="1139138" y="131969"/>
                </a:lnTo>
                <a:lnTo>
                  <a:pt x="1139518" y="132156"/>
                </a:lnTo>
                <a:lnTo>
                  <a:pt x="1139903" y="132333"/>
                </a:lnTo>
                <a:lnTo>
                  <a:pt x="1140291" y="132504"/>
                </a:lnTo>
                <a:lnTo>
                  <a:pt x="1140683" y="132666"/>
                </a:lnTo>
                <a:lnTo>
                  <a:pt x="1141077" y="132822"/>
                </a:lnTo>
                <a:lnTo>
                  <a:pt x="1141474" y="132969"/>
                </a:lnTo>
                <a:lnTo>
                  <a:pt x="1141875" y="133109"/>
                </a:lnTo>
                <a:lnTo>
                  <a:pt x="1142278" y="133242"/>
                </a:lnTo>
                <a:lnTo>
                  <a:pt x="1142685" y="133367"/>
                </a:lnTo>
                <a:lnTo>
                  <a:pt x="1143094" y="133484"/>
                </a:lnTo>
                <a:lnTo>
                  <a:pt x="1143507" y="133594"/>
                </a:lnTo>
                <a:lnTo>
                  <a:pt x="1143923" y="133696"/>
                </a:lnTo>
                <a:lnTo>
                  <a:pt x="1144342" y="133790"/>
                </a:lnTo>
                <a:lnTo>
                  <a:pt x="1144764" y="133877"/>
                </a:lnTo>
                <a:lnTo>
                  <a:pt x="1145189" y="133957"/>
                </a:lnTo>
                <a:lnTo>
                  <a:pt x="1145617" y="134029"/>
                </a:lnTo>
                <a:lnTo>
                  <a:pt x="1146049" y="134093"/>
                </a:lnTo>
                <a:lnTo>
                  <a:pt x="1146483" y="134150"/>
                </a:lnTo>
                <a:lnTo>
                  <a:pt x="1146920" y="134199"/>
                </a:lnTo>
                <a:lnTo>
                  <a:pt x="1147361" y="134241"/>
                </a:lnTo>
                <a:lnTo>
                  <a:pt x="1147804" y="134275"/>
                </a:lnTo>
                <a:lnTo>
                  <a:pt x="1148251" y="134301"/>
                </a:lnTo>
                <a:lnTo>
                  <a:pt x="1148701" y="134320"/>
                </a:lnTo>
                <a:lnTo>
                  <a:pt x="1149154" y="134332"/>
                </a:lnTo>
                <a:lnTo>
                  <a:pt x="1149610" y="134335"/>
                </a:lnTo>
                <a:lnTo>
                  <a:pt x="1149944" y="134334"/>
                </a:lnTo>
                <a:lnTo>
                  <a:pt x="1150274" y="134332"/>
                </a:lnTo>
                <a:lnTo>
                  <a:pt x="1150600" y="134327"/>
                </a:lnTo>
                <a:lnTo>
                  <a:pt x="1150923" y="134321"/>
                </a:lnTo>
                <a:lnTo>
                  <a:pt x="1151241" y="134313"/>
                </a:lnTo>
                <a:lnTo>
                  <a:pt x="1151555" y="134303"/>
                </a:lnTo>
                <a:lnTo>
                  <a:pt x="1151865" y="134291"/>
                </a:lnTo>
                <a:lnTo>
                  <a:pt x="1152171" y="134277"/>
                </a:lnTo>
                <a:lnTo>
                  <a:pt x="1152472" y="134262"/>
                </a:lnTo>
                <a:lnTo>
                  <a:pt x="1152770" y="134244"/>
                </a:lnTo>
                <a:lnTo>
                  <a:pt x="1153064" y="134225"/>
                </a:lnTo>
                <a:lnTo>
                  <a:pt x="1153353" y="134204"/>
                </a:lnTo>
                <a:lnTo>
                  <a:pt x="1153639" y="134181"/>
                </a:lnTo>
                <a:lnTo>
                  <a:pt x="1153921" y="134157"/>
                </a:lnTo>
                <a:lnTo>
                  <a:pt x="1154198" y="134130"/>
                </a:lnTo>
                <a:lnTo>
                  <a:pt x="1154471" y="134102"/>
                </a:lnTo>
                <a:lnTo>
                  <a:pt x="1154741" y="134072"/>
                </a:lnTo>
                <a:lnTo>
                  <a:pt x="1155006" y="134040"/>
                </a:lnTo>
                <a:lnTo>
                  <a:pt x="1155267" y="134006"/>
                </a:lnTo>
                <a:lnTo>
                  <a:pt x="1155524" y="133971"/>
                </a:lnTo>
                <a:lnTo>
                  <a:pt x="1155777" y="133934"/>
                </a:lnTo>
                <a:lnTo>
                  <a:pt x="1156026" y="133894"/>
                </a:lnTo>
                <a:lnTo>
                  <a:pt x="1156271" y="133853"/>
                </a:lnTo>
                <a:lnTo>
                  <a:pt x="1156512" y="133811"/>
                </a:lnTo>
                <a:lnTo>
                  <a:pt x="1156749" y="133767"/>
                </a:lnTo>
                <a:lnTo>
                  <a:pt x="1156982" y="133723"/>
                </a:lnTo>
                <a:lnTo>
                  <a:pt x="1157212" y="133679"/>
                </a:lnTo>
                <a:lnTo>
                  <a:pt x="1157437" y="133635"/>
                </a:lnTo>
                <a:lnTo>
                  <a:pt x="1157659" y="133590"/>
                </a:lnTo>
                <a:lnTo>
                  <a:pt x="1157877" y="133546"/>
                </a:lnTo>
                <a:lnTo>
                  <a:pt x="1158091" y="133501"/>
                </a:lnTo>
                <a:lnTo>
                  <a:pt x="1158302" y="133456"/>
                </a:lnTo>
                <a:lnTo>
                  <a:pt x="1158508" y="133411"/>
                </a:lnTo>
                <a:lnTo>
                  <a:pt x="1158711" y="133366"/>
                </a:lnTo>
                <a:lnTo>
                  <a:pt x="1158910" y="133321"/>
                </a:lnTo>
                <a:lnTo>
                  <a:pt x="1159106" y="133276"/>
                </a:lnTo>
                <a:lnTo>
                  <a:pt x="1159297" y="133230"/>
                </a:lnTo>
                <a:lnTo>
                  <a:pt x="1159485" y="133185"/>
                </a:lnTo>
                <a:lnTo>
                  <a:pt x="1159669" y="133139"/>
                </a:lnTo>
                <a:lnTo>
                  <a:pt x="1159849" y="133093"/>
                </a:lnTo>
                <a:lnTo>
                  <a:pt x="1160025" y="133047"/>
                </a:lnTo>
                <a:lnTo>
                  <a:pt x="1160198" y="133001"/>
                </a:lnTo>
                <a:lnTo>
                  <a:pt x="1160367" y="132954"/>
                </a:lnTo>
                <a:lnTo>
                  <a:pt x="1160532" y="132908"/>
                </a:lnTo>
                <a:lnTo>
                  <a:pt x="1160693" y="132861"/>
                </a:lnTo>
                <a:lnTo>
                  <a:pt x="1160850" y="132815"/>
                </a:lnTo>
                <a:lnTo>
                  <a:pt x="1161004" y="132768"/>
                </a:lnTo>
                <a:lnTo>
                  <a:pt x="1161154" y="132721"/>
                </a:lnTo>
                <a:lnTo>
                  <a:pt x="1161073" y="120530"/>
                </a:lnTo>
                <a:lnTo>
                  <a:pt x="1160984" y="120551"/>
                </a:lnTo>
                <a:lnTo>
                  <a:pt x="1160891" y="120572"/>
                </a:lnTo>
                <a:lnTo>
                  <a:pt x="1160795" y="120593"/>
                </a:lnTo>
                <a:lnTo>
                  <a:pt x="1160695" y="120615"/>
                </a:lnTo>
                <a:lnTo>
                  <a:pt x="1160592" y="120637"/>
                </a:lnTo>
                <a:lnTo>
                  <a:pt x="1160486" y="120659"/>
                </a:lnTo>
                <a:lnTo>
                  <a:pt x="1160375" y="120682"/>
                </a:lnTo>
                <a:lnTo>
                  <a:pt x="1160262" y="120705"/>
                </a:lnTo>
                <a:lnTo>
                  <a:pt x="1160144" y="120729"/>
                </a:lnTo>
                <a:lnTo>
                  <a:pt x="1160024" y="120753"/>
                </a:lnTo>
                <a:lnTo>
                  <a:pt x="1159899" y="120778"/>
                </a:lnTo>
                <a:lnTo>
                  <a:pt x="1159772" y="120803"/>
                </a:lnTo>
                <a:lnTo>
                  <a:pt x="1159640" y="120828"/>
                </a:lnTo>
                <a:lnTo>
                  <a:pt x="1159506" y="120854"/>
                </a:lnTo>
                <a:lnTo>
                  <a:pt x="1159367" y="120880"/>
                </a:lnTo>
                <a:lnTo>
                  <a:pt x="1159225" y="120907"/>
                </a:lnTo>
                <a:lnTo>
                  <a:pt x="1159080" y="120934"/>
                </a:lnTo>
                <a:lnTo>
                  <a:pt x="1158931" y="120962"/>
                </a:lnTo>
                <a:lnTo>
                  <a:pt x="1158779" y="120990"/>
                </a:lnTo>
                <a:lnTo>
                  <a:pt x="1158623" y="121018"/>
                </a:lnTo>
                <a:lnTo>
                  <a:pt x="1158464" y="121047"/>
                </a:lnTo>
                <a:lnTo>
                  <a:pt x="1158301" y="121076"/>
                </a:lnTo>
                <a:lnTo>
                  <a:pt x="1158135" y="121106"/>
                </a:lnTo>
                <a:lnTo>
                  <a:pt x="1157965" y="121136"/>
                </a:lnTo>
                <a:lnTo>
                  <a:pt x="1157794" y="121166"/>
                </a:lnTo>
                <a:lnTo>
                  <a:pt x="1157624" y="121194"/>
                </a:lnTo>
                <a:lnTo>
                  <a:pt x="1157454" y="121221"/>
                </a:lnTo>
                <a:lnTo>
                  <a:pt x="1157285" y="121247"/>
                </a:lnTo>
                <a:lnTo>
                  <a:pt x="1157116" y="121272"/>
                </a:lnTo>
                <a:lnTo>
                  <a:pt x="1156949" y="121295"/>
                </a:lnTo>
                <a:lnTo>
                  <a:pt x="1156782" y="121317"/>
                </a:lnTo>
                <a:lnTo>
                  <a:pt x="1156615" y="121338"/>
                </a:lnTo>
                <a:lnTo>
                  <a:pt x="1156450" y="121357"/>
                </a:lnTo>
                <a:lnTo>
                  <a:pt x="1156285" y="121376"/>
                </a:lnTo>
                <a:lnTo>
                  <a:pt x="1156121" y="121393"/>
                </a:lnTo>
                <a:lnTo>
                  <a:pt x="1155957" y="121408"/>
                </a:lnTo>
                <a:lnTo>
                  <a:pt x="1155794" y="121423"/>
                </a:lnTo>
                <a:lnTo>
                  <a:pt x="1155632" y="121436"/>
                </a:lnTo>
                <a:lnTo>
                  <a:pt x="1155471" y="121448"/>
                </a:lnTo>
                <a:lnTo>
                  <a:pt x="1155310" y="121459"/>
                </a:lnTo>
                <a:lnTo>
                  <a:pt x="1155150" y="121468"/>
                </a:lnTo>
                <a:lnTo>
                  <a:pt x="1154991" y="121477"/>
                </a:lnTo>
                <a:lnTo>
                  <a:pt x="1154832" y="121483"/>
                </a:lnTo>
                <a:lnTo>
                  <a:pt x="1154674" y="121489"/>
                </a:lnTo>
                <a:lnTo>
                  <a:pt x="1154517" y="121494"/>
                </a:lnTo>
                <a:lnTo>
                  <a:pt x="1154361" y="121497"/>
                </a:lnTo>
                <a:lnTo>
                  <a:pt x="1154205" y="121499"/>
                </a:lnTo>
                <a:lnTo>
                  <a:pt x="1154050" y="121499"/>
                </a:lnTo>
                <a:lnTo>
                  <a:pt x="1153842" y="121498"/>
                </a:lnTo>
                <a:lnTo>
                  <a:pt x="1153635" y="121494"/>
                </a:lnTo>
                <a:lnTo>
                  <a:pt x="1153429" y="121488"/>
                </a:lnTo>
                <a:lnTo>
                  <a:pt x="1153225" y="121479"/>
                </a:lnTo>
                <a:lnTo>
                  <a:pt x="1153021" y="121468"/>
                </a:lnTo>
                <a:lnTo>
                  <a:pt x="1152819" y="121454"/>
                </a:lnTo>
                <a:lnTo>
                  <a:pt x="1152617" y="121437"/>
                </a:lnTo>
                <a:lnTo>
                  <a:pt x="1152417" y="121418"/>
                </a:lnTo>
                <a:lnTo>
                  <a:pt x="1152218" y="121397"/>
                </a:lnTo>
                <a:lnTo>
                  <a:pt x="1152020" y="121373"/>
                </a:lnTo>
                <a:lnTo>
                  <a:pt x="1151824" y="121347"/>
                </a:lnTo>
                <a:lnTo>
                  <a:pt x="1151628" y="121318"/>
                </a:lnTo>
                <a:lnTo>
                  <a:pt x="1151433" y="121286"/>
                </a:lnTo>
                <a:lnTo>
                  <a:pt x="1151240" y="121252"/>
                </a:lnTo>
                <a:lnTo>
                  <a:pt x="1151048" y="121215"/>
                </a:lnTo>
                <a:lnTo>
                  <a:pt x="1150856" y="121176"/>
                </a:lnTo>
                <a:lnTo>
                  <a:pt x="1150666" y="121135"/>
                </a:lnTo>
                <a:lnTo>
                  <a:pt x="1150477" y="121091"/>
                </a:lnTo>
                <a:lnTo>
                  <a:pt x="1150290" y="121044"/>
                </a:lnTo>
                <a:lnTo>
                  <a:pt x="1150103" y="120995"/>
                </a:lnTo>
                <a:lnTo>
                  <a:pt x="1149917" y="120943"/>
                </a:lnTo>
                <a:lnTo>
                  <a:pt x="1149733" y="120889"/>
                </a:lnTo>
                <a:lnTo>
                  <a:pt x="1149550" y="120832"/>
                </a:lnTo>
                <a:lnTo>
                  <a:pt x="1149367" y="120773"/>
                </a:lnTo>
                <a:lnTo>
                  <a:pt x="1149187" y="120709"/>
                </a:lnTo>
                <a:lnTo>
                  <a:pt x="1149010" y="120641"/>
                </a:lnTo>
                <a:lnTo>
                  <a:pt x="1148835" y="120567"/>
                </a:lnTo>
                <a:lnTo>
                  <a:pt x="1148663" y="120488"/>
                </a:lnTo>
                <a:lnTo>
                  <a:pt x="1148494" y="120403"/>
                </a:lnTo>
                <a:lnTo>
                  <a:pt x="1148328" y="120313"/>
                </a:lnTo>
                <a:lnTo>
                  <a:pt x="1148165" y="120218"/>
                </a:lnTo>
                <a:lnTo>
                  <a:pt x="1148004" y="120118"/>
                </a:lnTo>
                <a:lnTo>
                  <a:pt x="1147846" y="120012"/>
                </a:lnTo>
                <a:lnTo>
                  <a:pt x="1147691" y="119900"/>
                </a:lnTo>
                <a:lnTo>
                  <a:pt x="1147539" y="119784"/>
                </a:lnTo>
                <a:lnTo>
                  <a:pt x="1147390" y="119662"/>
                </a:lnTo>
                <a:lnTo>
                  <a:pt x="1147243" y="119535"/>
                </a:lnTo>
                <a:lnTo>
                  <a:pt x="1147099" y="119402"/>
                </a:lnTo>
                <a:lnTo>
                  <a:pt x="1146958" y="119264"/>
                </a:lnTo>
                <a:lnTo>
                  <a:pt x="1146820" y="119121"/>
                </a:lnTo>
                <a:lnTo>
                  <a:pt x="1146685" y="118972"/>
                </a:lnTo>
                <a:lnTo>
                  <a:pt x="1146552" y="118819"/>
                </a:lnTo>
                <a:lnTo>
                  <a:pt x="1146422" y="118659"/>
                </a:lnTo>
                <a:lnTo>
                  <a:pt x="1146295" y="118495"/>
                </a:lnTo>
                <a:lnTo>
                  <a:pt x="1146171" y="118325"/>
                </a:lnTo>
                <a:lnTo>
                  <a:pt x="1146050" y="118150"/>
                </a:lnTo>
                <a:lnTo>
                  <a:pt x="1145931" y="117969"/>
                </a:lnTo>
                <a:lnTo>
                  <a:pt x="1145815" y="117783"/>
                </a:lnTo>
                <a:lnTo>
                  <a:pt x="1145703" y="117591"/>
                </a:lnTo>
                <a:lnTo>
                  <a:pt x="1145596" y="117391"/>
                </a:lnTo>
                <a:lnTo>
                  <a:pt x="1145494" y="117183"/>
                </a:lnTo>
                <a:lnTo>
                  <a:pt x="1145396" y="116968"/>
                </a:lnTo>
                <a:lnTo>
                  <a:pt x="1145303" y="116746"/>
                </a:lnTo>
                <a:lnTo>
                  <a:pt x="1145215" y="116515"/>
                </a:lnTo>
                <a:lnTo>
                  <a:pt x="1145131" y="116278"/>
                </a:lnTo>
                <a:lnTo>
                  <a:pt x="1145053" y="116032"/>
                </a:lnTo>
                <a:lnTo>
                  <a:pt x="1144979" y="115779"/>
                </a:lnTo>
                <a:lnTo>
                  <a:pt x="1144910" y="115519"/>
                </a:lnTo>
                <a:lnTo>
                  <a:pt x="1144846" y="115251"/>
                </a:lnTo>
                <a:lnTo>
                  <a:pt x="1144786" y="114975"/>
                </a:lnTo>
                <a:lnTo>
                  <a:pt x="1144731" y="114692"/>
                </a:lnTo>
                <a:lnTo>
                  <a:pt x="1144681" y="114401"/>
                </a:lnTo>
                <a:lnTo>
                  <a:pt x="1144636" y="114103"/>
                </a:lnTo>
                <a:lnTo>
                  <a:pt x="1144595" y="113797"/>
                </a:lnTo>
                <a:lnTo>
                  <a:pt x="1144560" y="113484"/>
                </a:lnTo>
                <a:lnTo>
                  <a:pt x="1144529" y="113163"/>
                </a:lnTo>
                <a:lnTo>
                  <a:pt x="1144502" y="112834"/>
                </a:lnTo>
                <a:lnTo>
                  <a:pt x="1144481" y="112498"/>
                </a:lnTo>
                <a:lnTo>
                  <a:pt x="1144464" y="112154"/>
                </a:lnTo>
                <a:lnTo>
                  <a:pt x="1144452" y="111803"/>
                </a:lnTo>
                <a:lnTo>
                  <a:pt x="1144445" y="111444"/>
                </a:lnTo>
                <a:lnTo>
                  <a:pt x="1144443" y="111077"/>
                </a:lnTo>
                <a:lnTo>
                  <a:pt x="1144443" y="56834"/>
                </a:lnTo>
                <a:lnTo>
                  <a:pt x="1160750" y="56834"/>
                </a:lnTo>
                <a:lnTo>
                  <a:pt x="1160750" y="45370"/>
                </a:lnTo>
                <a:lnTo>
                  <a:pt x="1144443" y="45370"/>
                </a:lnTo>
                <a:lnTo>
                  <a:pt x="1144443" y="24058"/>
                </a:lnTo>
                <a:lnTo>
                  <a:pt x="1129508" y="24058"/>
                </a:lnTo>
                <a:lnTo>
                  <a:pt x="1129508" y="45370"/>
                </a:lnTo>
                <a:lnTo>
                  <a:pt x="1113523" y="45370"/>
                </a:lnTo>
                <a:lnTo>
                  <a:pt x="1113523" y="56834"/>
                </a:lnTo>
                <a:close/>
                <a:moveTo>
                  <a:pt x="1327628" y="70351"/>
                </a:moveTo>
                <a:lnTo>
                  <a:pt x="1327832" y="69953"/>
                </a:lnTo>
                <a:lnTo>
                  <a:pt x="1328041" y="69559"/>
                </a:lnTo>
                <a:lnTo>
                  <a:pt x="1328256" y="69169"/>
                </a:lnTo>
                <a:lnTo>
                  <a:pt x="1328475" y="68784"/>
                </a:lnTo>
                <a:lnTo>
                  <a:pt x="1328700" y="68402"/>
                </a:lnTo>
                <a:lnTo>
                  <a:pt x="1328929" y="68024"/>
                </a:lnTo>
                <a:lnTo>
                  <a:pt x="1329164" y="67651"/>
                </a:lnTo>
                <a:lnTo>
                  <a:pt x="1329404" y="67281"/>
                </a:lnTo>
                <a:lnTo>
                  <a:pt x="1329648" y="66916"/>
                </a:lnTo>
                <a:lnTo>
                  <a:pt x="1329898" y="66554"/>
                </a:lnTo>
                <a:lnTo>
                  <a:pt x="1330153" y="66197"/>
                </a:lnTo>
                <a:lnTo>
                  <a:pt x="1330413" y="65844"/>
                </a:lnTo>
                <a:lnTo>
                  <a:pt x="1330678" y="65495"/>
                </a:lnTo>
                <a:lnTo>
                  <a:pt x="1330948" y="65149"/>
                </a:lnTo>
                <a:lnTo>
                  <a:pt x="1331222" y="64809"/>
                </a:lnTo>
                <a:lnTo>
                  <a:pt x="1331502" y="64476"/>
                </a:lnTo>
                <a:lnTo>
                  <a:pt x="1331785" y="64148"/>
                </a:lnTo>
                <a:lnTo>
                  <a:pt x="1332073" y="63826"/>
                </a:lnTo>
                <a:lnTo>
                  <a:pt x="1332366" y="63511"/>
                </a:lnTo>
                <a:lnTo>
                  <a:pt x="1332663" y="63202"/>
                </a:lnTo>
                <a:lnTo>
                  <a:pt x="1332965" y="62899"/>
                </a:lnTo>
                <a:lnTo>
                  <a:pt x="1333271" y="62602"/>
                </a:lnTo>
                <a:lnTo>
                  <a:pt x="1333582" y="62311"/>
                </a:lnTo>
                <a:lnTo>
                  <a:pt x="1333897" y="62027"/>
                </a:lnTo>
                <a:lnTo>
                  <a:pt x="1334216" y="61748"/>
                </a:lnTo>
                <a:lnTo>
                  <a:pt x="1334540" y="61476"/>
                </a:lnTo>
                <a:lnTo>
                  <a:pt x="1334869" y="61210"/>
                </a:lnTo>
                <a:lnTo>
                  <a:pt x="1335202" y="60950"/>
                </a:lnTo>
                <a:lnTo>
                  <a:pt x="1335539" y="60697"/>
                </a:lnTo>
                <a:lnTo>
                  <a:pt x="1335881" y="60449"/>
                </a:lnTo>
                <a:lnTo>
                  <a:pt x="1336228" y="60208"/>
                </a:lnTo>
                <a:lnTo>
                  <a:pt x="1336579" y="59973"/>
                </a:lnTo>
                <a:lnTo>
                  <a:pt x="1336934" y="59744"/>
                </a:lnTo>
                <a:lnTo>
                  <a:pt x="1337294" y="59521"/>
                </a:lnTo>
                <a:lnTo>
                  <a:pt x="1337658" y="59304"/>
                </a:lnTo>
                <a:lnTo>
                  <a:pt x="1338027" y="59094"/>
                </a:lnTo>
                <a:lnTo>
                  <a:pt x="1338401" y="58889"/>
                </a:lnTo>
                <a:lnTo>
                  <a:pt x="1338779" y="58691"/>
                </a:lnTo>
                <a:lnTo>
                  <a:pt x="1339160" y="58500"/>
                </a:lnTo>
                <a:lnTo>
                  <a:pt x="1339546" y="58317"/>
                </a:lnTo>
                <a:lnTo>
                  <a:pt x="1339935" y="58142"/>
                </a:lnTo>
                <a:lnTo>
                  <a:pt x="1340327" y="57976"/>
                </a:lnTo>
                <a:lnTo>
                  <a:pt x="1340723" y="57817"/>
                </a:lnTo>
                <a:lnTo>
                  <a:pt x="1341122" y="57667"/>
                </a:lnTo>
                <a:lnTo>
                  <a:pt x="1341525" y="57524"/>
                </a:lnTo>
                <a:lnTo>
                  <a:pt x="1341931" y="57390"/>
                </a:lnTo>
                <a:lnTo>
                  <a:pt x="1342341" y="57264"/>
                </a:lnTo>
                <a:lnTo>
                  <a:pt x="1342755" y="57146"/>
                </a:lnTo>
                <a:lnTo>
                  <a:pt x="1343172" y="57037"/>
                </a:lnTo>
                <a:lnTo>
                  <a:pt x="1343592" y="56935"/>
                </a:lnTo>
                <a:lnTo>
                  <a:pt x="1344016" y="56842"/>
                </a:lnTo>
                <a:lnTo>
                  <a:pt x="1344443" y="56756"/>
                </a:lnTo>
                <a:lnTo>
                  <a:pt x="1344874" y="56679"/>
                </a:lnTo>
                <a:lnTo>
                  <a:pt x="1345309" y="56610"/>
                </a:lnTo>
                <a:lnTo>
                  <a:pt x="1345747" y="56549"/>
                </a:lnTo>
                <a:lnTo>
                  <a:pt x="1346188" y="56496"/>
                </a:lnTo>
                <a:lnTo>
                  <a:pt x="1346633" y="56451"/>
                </a:lnTo>
                <a:lnTo>
                  <a:pt x="1347081" y="56415"/>
                </a:lnTo>
                <a:lnTo>
                  <a:pt x="1347533" y="56386"/>
                </a:lnTo>
                <a:lnTo>
                  <a:pt x="1347989" y="56366"/>
                </a:lnTo>
                <a:lnTo>
                  <a:pt x="1348448" y="56354"/>
                </a:lnTo>
                <a:lnTo>
                  <a:pt x="1348910" y="56350"/>
                </a:lnTo>
                <a:lnTo>
                  <a:pt x="1349378" y="56353"/>
                </a:lnTo>
                <a:lnTo>
                  <a:pt x="1349840" y="56363"/>
                </a:lnTo>
                <a:lnTo>
                  <a:pt x="1350295" y="56379"/>
                </a:lnTo>
                <a:lnTo>
                  <a:pt x="1350745" y="56402"/>
                </a:lnTo>
                <a:lnTo>
                  <a:pt x="1351188" y="56432"/>
                </a:lnTo>
                <a:lnTo>
                  <a:pt x="1351625" y="56468"/>
                </a:lnTo>
                <a:lnTo>
                  <a:pt x="1352056" y="56511"/>
                </a:lnTo>
                <a:lnTo>
                  <a:pt x="1352480" y="56561"/>
                </a:lnTo>
                <a:lnTo>
                  <a:pt x="1352899" y="56617"/>
                </a:lnTo>
                <a:lnTo>
                  <a:pt x="1353311" y="56679"/>
                </a:lnTo>
                <a:lnTo>
                  <a:pt x="1353717" y="56748"/>
                </a:lnTo>
                <a:lnTo>
                  <a:pt x="1354117" y="56824"/>
                </a:lnTo>
                <a:lnTo>
                  <a:pt x="1354511" y="56906"/>
                </a:lnTo>
                <a:lnTo>
                  <a:pt x="1354899" y="56995"/>
                </a:lnTo>
                <a:lnTo>
                  <a:pt x="1355280" y="57091"/>
                </a:lnTo>
                <a:lnTo>
                  <a:pt x="1355656" y="57193"/>
                </a:lnTo>
                <a:lnTo>
                  <a:pt x="1356025" y="57302"/>
                </a:lnTo>
                <a:lnTo>
                  <a:pt x="1356388" y="57417"/>
                </a:lnTo>
                <a:lnTo>
                  <a:pt x="1356745" y="57539"/>
                </a:lnTo>
                <a:lnTo>
                  <a:pt x="1357095" y="57667"/>
                </a:lnTo>
                <a:lnTo>
                  <a:pt x="1357440" y="57802"/>
                </a:lnTo>
                <a:lnTo>
                  <a:pt x="1357778" y="57944"/>
                </a:lnTo>
                <a:lnTo>
                  <a:pt x="1358110" y="58092"/>
                </a:lnTo>
                <a:lnTo>
                  <a:pt x="1358436" y="58247"/>
                </a:lnTo>
                <a:lnTo>
                  <a:pt x="1358756" y="58409"/>
                </a:lnTo>
                <a:lnTo>
                  <a:pt x="1359069" y="58579"/>
                </a:lnTo>
                <a:lnTo>
                  <a:pt x="1359376" y="58757"/>
                </a:lnTo>
                <a:lnTo>
                  <a:pt x="1359676" y="58942"/>
                </a:lnTo>
                <a:lnTo>
                  <a:pt x="1359970" y="59136"/>
                </a:lnTo>
                <a:lnTo>
                  <a:pt x="1360258" y="59337"/>
                </a:lnTo>
                <a:lnTo>
                  <a:pt x="1360539" y="59546"/>
                </a:lnTo>
                <a:lnTo>
                  <a:pt x="1360813" y="59763"/>
                </a:lnTo>
                <a:lnTo>
                  <a:pt x="1361082" y="59988"/>
                </a:lnTo>
                <a:lnTo>
                  <a:pt x="1361343" y="60220"/>
                </a:lnTo>
                <a:lnTo>
                  <a:pt x="1361598" y="60461"/>
                </a:lnTo>
                <a:lnTo>
                  <a:pt x="1361847" y="60709"/>
                </a:lnTo>
                <a:lnTo>
                  <a:pt x="1362090" y="60965"/>
                </a:lnTo>
                <a:lnTo>
                  <a:pt x="1362325" y="61230"/>
                </a:lnTo>
                <a:lnTo>
                  <a:pt x="1362555" y="61501"/>
                </a:lnTo>
                <a:lnTo>
                  <a:pt x="1362778" y="61781"/>
                </a:lnTo>
                <a:lnTo>
                  <a:pt x="1362994" y="62069"/>
                </a:lnTo>
                <a:lnTo>
                  <a:pt x="1363205" y="62364"/>
                </a:lnTo>
                <a:lnTo>
                  <a:pt x="1363408" y="62668"/>
                </a:lnTo>
                <a:lnTo>
                  <a:pt x="1363605" y="62979"/>
                </a:lnTo>
                <a:lnTo>
                  <a:pt x="1363796" y="63298"/>
                </a:lnTo>
                <a:lnTo>
                  <a:pt x="1363980" y="63625"/>
                </a:lnTo>
                <a:lnTo>
                  <a:pt x="1364158" y="63959"/>
                </a:lnTo>
                <a:lnTo>
                  <a:pt x="1364330" y="64302"/>
                </a:lnTo>
                <a:lnTo>
                  <a:pt x="1364494" y="64653"/>
                </a:lnTo>
                <a:lnTo>
                  <a:pt x="1364652" y="65013"/>
                </a:lnTo>
                <a:lnTo>
                  <a:pt x="1364803" y="65383"/>
                </a:lnTo>
                <a:lnTo>
                  <a:pt x="1364946" y="65763"/>
                </a:lnTo>
                <a:lnTo>
                  <a:pt x="1365083" y="66151"/>
                </a:lnTo>
                <a:lnTo>
                  <a:pt x="1365213" y="66550"/>
                </a:lnTo>
                <a:lnTo>
                  <a:pt x="1365335" y="66957"/>
                </a:lnTo>
                <a:lnTo>
                  <a:pt x="1365451" y="67374"/>
                </a:lnTo>
                <a:lnTo>
                  <a:pt x="1365560" y="67800"/>
                </a:lnTo>
                <a:lnTo>
                  <a:pt x="1365661" y="68236"/>
                </a:lnTo>
                <a:lnTo>
                  <a:pt x="1365756" y="68681"/>
                </a:lnTo>
                <a:lnTo>
                  <a:pt x="1365843" y="69135"/>
                </a:lnTo>
                <a:lnTo>
                  <a:pt x="1365924" y="69599"/>
                </a:lnTo>
                <a:lnTo>
                  <a:pt x="1365998" y="70073"/>
                </a:lnTo>
                <a:lnTo>
                  <a:pt x="1366064" y="70555"/>
                </a:lnTo>
                <a:lnTo>
                  <a:pt x="1366124" y="71047"/>
                </a:lnTo>
                <a:lnTo>
                  <a:pt x="1366176" y="71549"/>
                </a:lnTo>
                <a:lnTo>
                  <a:pt x="1366222" y="72059"/>
                </a:lnTo>
                <a:lnTo>
                  <a:pt x="1366260" y="72580"/>
                </a:lnTo>
                <a:lnTo>
                  <a:pt x="1366292" y="73109"/>
                </a:lnTo>
                <a:lnTo>
                  <a:pt x="1366316" y="73648"/>
                </a:lnTo>
                <a:lnTo>
                  <a:pt x="1366334" y="74197"/>
                </a:lnTo>
                <a:lnTo>
                  <a:pt x="1366344" y="74754"/>
                </a:lnTo>
                <a:lnTo>
                  <a:pt x="1366348" y="75321"/>
                </a:lnTo>
                <a:lnTo>
                  <a:pt x="1366348" y="132721"/>
                </a:lnTo>
                <a:lnTo>
                  <a:pt x="1381364" y="132721"/>
                </a:lnTo>
                <a:lnTo>
                  <a:pt x="1381364" y="75483"/>
                </a:lnTo>
                <a:lnTo>
                  <a:pt x="1381360" y="74768"/>
                </a:lnTo>
                <a:lnTo>
                  <a:pt x="1381350" y="74061"/>
                </a:lnTo>
                <a:lnTo>
                  <a:pt x="1381334" y="73364"/>
                </a:lnTo>
                <a:lnTo>
                  <a:pt x="1381310" y="72676"/>
                </a:lnTo>
                <a:lnTo>
                  <a:pt x="1381280" y="71998"/>
                </a:lnTo>
                <a:lnTo>
                  <a:pt x="1381243" y="71328"/>
                </a:lnTo>
                <a:lnTo>
                  <a:pt x="1381199" y="70667"/>
                </a:lnTo>
                <a:lnTo>
                  <a:pt x="1381149" y="70016"/>
                </a:lnTo>
                <a:lnTo>
                  <a:pt x="1381091" y="69373"/>
                </a:lnTo>
                <a:lnTo>
                  <a:pt x="1381027" y="68740"/>
                </a:lnTo>
                <a:lnTo>
                  <a:pt x="1380957" y="68116"/>
                </a:lnTo>
                <a:lnTo>
                  <a:pt x="1380879" y="67501"/>
                </a:lnTo>
                <a:lnTo>
                  <a:pt x="1380795" y="66895"/>
                </a:lnTo>
                <a:lnTo>
                  <a:pt x="1380704" y="66298"/>
                </a:lnTo>
                <a:lnTo>
                  <a:pt x="1380607" y="65710"/>
                </a:lnTo>
                <a:lnTo>
                  <a:pt x="1380503" y="65131"/>
                </a:lnTo>
                <a:lnTo>
                  <a:pt x="1380392" y="64562"/>
                </a:lnTo>
                <a:lnTo>
                  <a:pt x="1380274" y="64002"/>
                </a:lnTo>
                <a:lnTo>
                  <a:pt x="1380149" y="63450"/>
                </a:lnTo>
                <a:lnTo>
                  <a:pt x="1380018" y="62908"/>
                </a:lnTo>
                <a:lnTo>
                  <a:pt x="1379880" y="62375"/>
                </a:lnTo>
                <a:lnTo>
                  <a:pt x="1379736" y="61851"/>
                </a:lnTo>
                <a:lnTo>
                  <a:pt x="1379584" y="61336"/>
                </a:lnTo>
                <a:lnTo>
                  <a:pt x="1379426" y="60830"/>
                </a:lnTo>
                <a:lnTo>
                  <a:pt x="1379262" y="60333"/>
                </a:lnTo>
                <a:lnTo>
                  <a:pt x="1379091" y="59843"/>
                </a:lnTo>
                <a:lnTo>
                  <a:pt x="1378915" y="59361"/>
                </a:lnTo>
                <a:lnTo>
                  <a:pt x="1378732" y="58887"/>
                </a:lnTo>
                <a:lnTo>
                  <a:pt x="1378544" y="58421"/>
                </a:lnTo>
                <a:lnTo>
                  <a:pt x="1378349" y="57962"/>
                </a:lnTo>
                <a:lnTo>
                  <a:pt x="1378148" y="57511"/>
                </a:lnTo>
                <a:lnTo>
                  <a:pt x="1377942" y="57067"/>
                </a:lnTo>
                <a:lnTo>
                  <a:pt x="1377729" y="56632"/>
                </a:lnTo>
                <a:lnTo>
                  <a:pt x="1377510" y="56204"/>
                </a:lnTo>
                <a:lnTo>
                  <a:pt x="1377286" y="55783"/>
                </a:lnTo>
                <a:lnTo>
                  <a:pt x="1377055" y="55371"/>
                </a:lnTo>
                <a:lnTo>
                  <a:pt x="1376818" y="54966"/>
                </a:lnTo>
                <a:lnTo>
                  <a:pt x="1376575" y="54569"/>
                </a:lnTo>
                <a:lnTo>
                  <a:pt x="1376326" y="54180"/>
                </a:lnTo>
                <a:lnTo>
                  <a:pt x="1376071" y="53798"/>
                </a:lnTo>
                <a:lnTo>
                  <a:pt x="1375811" y="53424"/>
                </a:lnTo>
                <a:lnTo>
                  <a:pt x="1375544" y="53058"/>
                </a:lnTo>
                <a:lnTo>
                  <a:pt x="1375271" y="52699"/>
                </a:lnTo>
                <a:lnTo>
                  <a:pt x="1374992" y="52348"/>
                </a:lnTo>
                <a:lnTo>
                  <a:pt x="1374707" y="52005"/>
                </a:lnTo>
                <a:lnTo>
                  <a:pt x="1374416" y="51669"/>
                </a:lnTo>
                <a:lnTo>
                  <a:pt x="1374119" y="51342"/>
                </a:lnTo>
                <a:lnTo>
                  <a:pt x="1373815" y="51022"/>
                </a:lnTo>
                <a:lnTo>
                  <a:pt x="1373507" y="50709"/>
                </a:lnTo>
                <a:lnTo>
                  <a:pt x="1373193" y="50404"/>
                </a:lnTo>
                <a:lnTo>
                  <a:pt x="1372874" y="50105"/>
                </a:lnTo>
                <a:lnTo>
                  <a:pt x="1372550" y="49814"/>
                </a:lnTo>
                <a:lnTo>
                  <a:pt x="1372220" y="49530"/>
                </a:lnTo>
                <a:lnTo>
                  <a:pt x="1371886" y="49253"/>
                </a:lnTo>
                <a:lnTo>
                  <a:pt x="1371546" y="48983"/>
                </a:lnTo>
                <a:lnTo>
                  <a:pt x="1371201" y="48721"/>
                </a:lnTo>
                <a:lnTo>
                  <a:pt x="1370851" y="48465"/>
                </a:lnTo>
                <a:lnTo>
                  <a:pt x="1370495" y="48217"/>
                </a:lnTo>
                <a:lnTo>
                  <a:pt x="1370135" y="47976"/>
                </a:lnTo>
                <a:lnTo>
                  <a:pt x="1369769" y="47742"/>
                </a:lnTo>
                <a:lnTo>
                  <a:pt x="1369398" y="47515"/>
                </a:lnTo>
                <a:lnTo>
                  <a:pt x="1369022" y="47295"/>
                </a:lnTo>
                <a:lnTo>
                  <a:pt x="1368641" y="47083"/>
                </a:lnTo>
                <a:lnTo>
                  <a:pt x="1368254" y="46877"/>
                </a:lnTo>
                <a:lnTo>
                  <a:pt x="1367862" y="46679"/>
                </a:lnTo>
                <a:lnTo>
                  <a:pt x="1367466" y="46488"/>
                </a:lnTo>
                <a:lnTo>
                  <a:pt x="1367064" y="46304"/>
                </a:lnTo>
                <a:lnTo>
                  <a:pt x="1366656" y="46127"/>
                </a:lnTo>
                <a:lnTo>
                  <a:pt x="1366244" y="45958"/>
                </a:lnTo>
                <a:lnTo>
                  <a:pt x="1365826" y="45795"/>
                </a:lnTo>
                <a:lnTo>
                  <a:pt x="1365403" y="45640"/>
                </a:lnTo>
                <a:lnTo>
                  <a:pt x="1364976" y="45492"/>
                </a:lnTo>
                <a:lnTo>
                  <a:pt x="1364543" y="45350"/>
                </a:lnTo>
                <a:lnTo>
                  <a:pt x="1364105" y="45214"/>
                </a:lnTo>
                <a:lnTo>
                  <a:pt x="1363664" y="45085"/>
                </a:lnTo>
                <a:lnTo>
                  <a:pt x="1363217" y="44961"/>
                </a:lnTo>
                <a:lnTo>
                  <a:pt x="1362767" y="44844"/>
                </a:lnTo>
                <a:lnTo>
                  <a:pt x="1362311" y="44732"/>
                </a:lnTo>
                <a:lnTo>
                  <a:pt x="1361852" y="44627"/>
                </a:lnTo>
                <a:lnTo>
                  <a:pt x="1361388" y="44527"/>
                </a:lnTo>
                <a:lnTo>
                  <a:pt x="1360919" y="44434"/>
                </a:lnTo>
                <a:lnTo>
                  <a:pt x="1360446" y="44346"/>
                </a:lnTo>
                <a:lnTo>
                  <a:pt x="1359968" y="44265"/>
                </a:lnTo>
                <a:lnTo>
                  <a:pt x="1359486" y="44190"/>
                </a:lnTo>
                <a:lnTo>
                  <a:pt x="1358999" y="44120"/>
                </a:lnTo>
                <a:lnTo>
                  <a:pt x="1358508" y="44057"/>
                </a:lnTo>
                <a:lnTo>
                  <a:pt x="1358013" y="44000"/>
                </a:lnTo>
                <a:lnTo>
                  <a:pt x="1357512" y="43949"/>
                </a:lnTo>
                <a:lnTo>
                  <a:pt x="1357008" y="43904"/>
                </a:lnTo>
                <a:lnTo>
                  <a:pt x="1356499" y="43864"/>
                </a:lnTo>
                <a:lnTo>
                  <a:pt x="1355985" y="43831"/>
                </a:lnTo>
                <a:lnTo>
                  <a:pt x="1355467" y="43804"/>
                </a:lnTo>
                <a:lnTo>
                  <a:pt x="1354945" y="43783"/>
                </a:lnTo>
                <a:lnTo>
                  <a:pt x="1354418" y="43768"/>
                </a:lnTo>
                <a:lnTo>
                  <a:pt x="1353886" y="43759"/>
                </a:lnTo>
                <a:lnTo>
                  <a:pt x="1353350" y="43756"/>
                </a:lnTo>
                <a:lnTo>
                  <a:pt x="1352694" y="43761"/>
                </a:lnTo>
                <a:lnTo>
                  <a:pt x="1352042" y="43777"/>
                </a:lnTo>
                <a:lnTo>
                  <a:pt x="1351395" y="43804"/>
                </a:lnTo>
                <a:lnTo>
                  <a:pt x="1350752" y="43842"/>
                </a:lnTo>
                <a:lnTo>
                  <a:pt x="1350115" y="43891"/>
                </a:lnTo>
                <a:lnTo>
                  <a:pt x="1349483" y="43950"/>
                </a:lnTo>
                <a:lnTo>
                  <a:pt x="1348855" y="44020"/>
                </a:lnTo>
                <a:lnTo>
                  <a:pt x="1348233" y="44101"/>
                </a:lnTo>
                <a:lnTo>
                  <a:pt x="1347615" y="44193"/>
                </a:lnTo>
                <a:lnTo>
                  <a:pt x="1347003" y="44295"/>
                </a:lnTo>
                <a:lnTo>
                  <a:pt x="1346395" y="44409"/>
                </a:lnTo>
                <a:lnTo>
                  <a:pt x="1345792" y="44533"/>
                </a:lnTo>
                <a:lnTo>
                  <a:pt x="1345194" y="44668"/>
                </a:lnTo>
                <a:lnTo>
                  <a:pt x="1344601" y="44813"/>
                </a:lnTo>
                <a:lnTo>
                  <a:pt x="1344013" y="44970"/>
                </a:lnTo>
                <a:lnTo>
                  <a:pt x="1343429" y="45137"/>
                </a:lnTo>
                <a:lnTo>
                  <a:pt x="1342851" y="45315"/>
                </a:lnTo>
                <a:lnTo>
                  <a:pt x="1342278" y="45504"/>
                </a:lnTo>
                <a:lnTo>
                  <a:pt x="1341709" y="45704"/>
                </a:lnTo>
                <a:lnTo>
                  <a:pt x="1341145" y="45914"/>
                </a:lnTo>
                <a:lnTo>
                  <a:pt x="1340587" y="46136"/>
                </a:lnTo>
                <a:lnTo>
                  <a:pt x="1340033" y="46368"/>
                </a:lnTo>
                <a:lnTo>
                  <a:pt x="1339484" y="46610"/>
                </a:lnTo>
                <a:lnTo>
                  <a:pt x="1338940" y="46864"/>
                </a:lnTo>
                <a:lnTo>
                  <a:pt x="1338402" y="47127"/>
                </a:lnTo>
                <a:lnTo>
                  <a:pt x="1337869" y="47400"/>
                </a:lnTo>
                <a:lnTo>
                  <a:pt x="1337344" y="47681"/>
                </a:lnTo>
                <a:lnTo>
                  <a:pt x="1336824" y="47971"/>
                </a:lnTo>
                <a:lnTo>
                  <a:pt x="1336311" y="48269"/>
                </a:lnTo>
                <a:lnTo>
                  <a:pt x="1335804" y="48577"/>
                </a:lnTo>
                <a:lnTo>
                  <a:pt x="1335304" y="48893"/>
                </a:lnTo>
                <a:lnTo>
                  <a:pt x="1334809" y="49219"/>
                </a:lnTo>
                <a:lnTo>
                  <a:pt x="1334321" y="49553"/>
                </a:lnTo>
                <a:lnTo>
                  <a:pt x="1333840" y="49896"/>
                </a:lnTo>
                <a:lnTo>
                  <a:pt x="1333364" y="50247"/>
                </a:lnTo>
                <a:lnTo>
                  <a:pt x="1332895" y="50608"/>
                </a:lnTo>
                <a:lnTo>
                  <a:pt x="1332433" y="50977"/>
                </a:lnTo>
                <a:lnTo>
                  <a:pt x="1331976" y="51355"/>
                </a:lnTo>
                <a:lnTo>
                  <a:pt x="1331526" y="51742"/>
                </a:lnTo>
                <a:lnTo>
                  <a:pt x="1331082" y="52138"/>
                </a:lnTo>
                <a:lnTo>
                  <a:pt x="1330645" y="52543"/>
                </a:lnTo>
                <a:lnTo>
                  <a:pt x="1330214" y="52957"/>
                </a:lnTo>
                <a:lnTo>
                  <a:pt x="1329789" y="53379"/>
                </a:lnTo>
                <a:lnTo>
                  <a:pt x="1329370" y="53810"/>
                </a:lnTo>
                <a:lnTo>
                  <a:pt x="1328958" y="54250"/>
                </a:lnTo>
                <a:lnTo>
                  <a:pt x="1328552" y="54699"/>
                </a:lnTo>
                <a:lnTo>
                  <a:pt x="1328152" y="55157"/>
                </a:lnTo>
                <a:lnTo>
                  <a:pt x="1327759" y="55623"/>
                </a:lnTo>
                <a:lnTo>
                  <a:pt x="1327372" y="56098"/>
                </a:lnTo>
                <a:lnTo>
                  <a:pt x="1327261" y="56239"/>
                </a:lnTo>
                <a:lnTo>
                  <a:pt x="1326790" y="45370"/>
                </a:lnTo>
                <a:lnTo>
                  <a:pt x="1312662" y="45370"/>
                </a:lnTo>
                <a:lnTo>
                  <a:pt x="1312662" y="132721"/>
                </a:lnTo>
                <a:lnTo>
                  <a:pt x="1327597" y="132721"/>
                </a:lnTo>
                <a:lnTo>
                  <a:pt x="1327597" y="70412"/>
                </a:lnTo>
                <a:lnTo>
                  <a:pt x="1327628" y="70351"/>
                </a:lnTo>
                <a:close/>
                <a:moveTo>
                  <a:pt x="1047730" y="125676"/>
                </a:moveTo>
                <a:lnTo>
                  <a:pt x="1048137" y="126066"/>
                </a:lnTo>
                <a:lnTo>
                  <a:pt x="1048551" y="126446"/>
                </a:lnTo>
                <a:lnTo>
                  <a:pt x="1048971" y="126818"/>
                </a:lnTo>
                <a:lnTo>
                  <a:pt x="1049399" y="127182"/>
                </a:lnTo>
                <a:lnTo>
                  <a:pt x="1049832" y="127537"/>
                </a:lnTo>
                <a:lnTo>
                  <a:pt x="1050273" y="127883"/>
                </a:lnTo>
                <a:lnTo>
                  <a:pt x="1050721" y="128220"/>
                </a:lnTo>
                <a:lnTo>
                  <a:pt x="1051175" y="128549"/>
                </a:lnTo>
                <a:lnTo>
                  <a:pt x="1051635" y="128869"/>
                </a:lnTo>
                <a:lnTo>
                  <a:pt x="1052103" y="129180"/>
                </a:lnTo>
                <a:lnTo>
                  <a:pt x="1052577" y="129483"/>
                </a:lnTo>
                <a:lnTo>
                  <a:pt x="1053058" y="129776"/>
                </a:lnTo>
                <a:lnTo>
                  <a:pt x="1053546" y="130062"/>
                </a:lnTo>
                <a:lnTo>
                  <a:pt x="1054041" y="130338"/>
                </a:lnTo>
                <a:lnTo>
                  <a:pt x="1054542" y="130606"/>
                </a:lnTo>
                <a:lnTo>
                  <a:pt x="1055050" y="130865"/>
                </a:lnTo>
                <a:lnTo>
                  <a:pt x="1055564" y="131116"/>
                </a:lnTo>
                <a:lnTo>
                  <a:pt x="1056086" y="131357"/>
                </a:lnTo>
                <a:lnTo>
                  <a:pt x="1056614" y="131591"/>
                </a:lnTo>
                <a:lnTo>
                  <a:pt x="1057149" y="131814"/>
                </a:lnTo>
                <a:lnTo>
                  <a:pt x="1057690" y="132029"/>
                </a:lnTo>
                <a:lnTo>
                  <a:pt x="1058239" y="132234"/>
                </a:lnTo>
                <a:lnTo>
                  <a:pt x="1058794" y="132429"/>
                </a:lnTo>
                <a:lnTo>
                  <a:pt x="1059355" y="132615"/>
                </a:lnTo>
                <a:lnTo>
                  <a:pt x="1059924" y="132791"/>
                </a:lnTo>
                <a:lnTo>
                  <a:pt x="1060499" y="132958"/>
                </a:lnTo>
                <a:lnTo>
                  <a:pt x="1061081" y="133115"/>
                </a:lnTo>
                <a:lnTo>
                  <a:pt x="1061670" y="133263"/>
                </a:lnTo>
                <a:lnTo>
                  <a:pt x="1062265" y="133401"/>
                </a:lnTo>
                <a:lnTo>
                  <a:pt x="1062867" y="133530"/>
                </a:lnTo>
                <a:lnTo>
                  <a:pt x="1063476" y="133649"/>
                </a:lnTo>
                <a:lnTo>
                  <a:pt x="1064091" y="133759"/>
                </a:lnTo>
                <a:lnTo>
                  <a:pt x="1064714" y="133859"/>
                </a:lnTo>
                <a:lnTo>
                  <a:pt x="1065343" y="133949"/>
                </a:lnTo>
                <a:lnTo>
                  <a:pt x="1065979" y="134030"/>
                </a:lnTo>
                <a:lnTo>
                  <a:pt x="1066621" y="134102"/>
                </a:lnTo>
                <a:lnTo>
                  <a:pt x="1067270" y="134164"/>
                </a:lnTo>
                <a:lnTo>
                  <a:pt x="1067926" y="134216"/>
                </a:lnTo>
                <a:lnTo>
                  <a:pt x="1068589" y="134259"/>
                </a:lnTo>
                <a:lnTo>
                  <a:pt x="1069258" y="134292"/>
                </a:lnTo>
                <a:lnTo>
                  <a:pt x="1069934" y="134316"/>
                </a:lnTo>
                <a:lnTo>
                  <a:pt x="1070617" y="134331"/>
                </a:lnTo>
                <a:lnTo>
                  <a:pt x="1071307" y="134335"/>
                </a:lnTo>
                <a:lnTo>
                  <a:pt x="1071983" y="134330"/>
                </a:lnTo>
                <a:lnTo>
                  <a:pt x="1072653" y="134312"/>
                </a:lnTo>
                <a:lnTo>
                  <a:pt x="1073316" y="134284"/>
                </a:lnTo>
                <a:lnTo>
                  <a:pt x="1073973" y="134243"/>
                </a:lnTo>
                <a:lnTo>
                  <a:pt x="1074624" y="134192"/>
                </a:lnTo>
                <a:lnTo>
                  <a:pt x="1075268" y="134128"/>
                </a:lnTo>
                <a:lnTo>
                  <a:pt x="1075905" y="134054"/>
                </a:lnTo>
                <a:lnTo>
                  <a:pt x="1076536" y="133968"/>
                </a:lnTo>
                <a:lnTo>
                  <a:pt x="1077161" y="133870"/>
                </a:lnTo>
                <a:lnTo>
                  <a:pt x="1077779" y="133761"/>
                </a:lnTo>
                <a:lnTo>
                  <a:pt x="1078391" y="133640"/>
                </a:lnTo>
                <a:lnTo>
                  <a:pt x="1078996" y="133508"/>
                </a:lnTo>
                <a:lnTo>
                  <a:pt x="1079595" y="133364"/>
                </a:lnTo>
                <a:lnTo>
                  <a:pt x="1080188" y="133209"/>
                </a:lnTo>
                <a:lnTo>
                  <a:pt x="1080774" y="133042"/>
                </a:lnTo>
                <a:lnTo>
                  <a:pt x="1081353" y="132864"/>
                </a:lnTo>
                <a:lnTo>
                  <a:pt x="1081926" y="132675"/>
                </a:lnTo>
                <a:lnTo>
                  <a:pt x="1082493" y="132473"/>
                </a:lnTo>
                <a:lnTo>
                  <a:pt x="1083053" y="132261"/>
                </a:lnTo>
                <a:lnTo>
                  <a:pt x="1083607" y="132037"/>
                </a:lnTo>
                <a:lnTo>
                  <a:pt x="1084154" y="131801"/>
                </a:lnTo>
                <a:lnTo>
                  <a:pt x="1084695" y="131554"/>
                </a:lnTo>
                <a:lnTo>
                  <a:pt x="1085230" y="131295"/>
                </a:lnTo>
                <a:lnTo>
                  <a:pt x="1085757" y="131025"/>
                </a:lnTo>
                <a:lnTo>
                  <a:pt x="1086279" y="130745"/>
                </a:lnTo>
                <a:lnTo>
                  <a:pt x="1086793" y="130455"/>
                </a:lnTo>
                <a:lnTo>
                  <a:pt x="1087301" y="130156"/>
                </a:lnTo>
                <a:lnTo>
                  <a:pt x="1087802" y="129848"/>
                </a:lnTo>
                <a:lnTo>
                  <a:pt x="1088295" y="129531"/>
                </a:lnTo>
                <a:lnTo>
                  <a:pt x="1088782" y="129204"/>
                </a:lnTo>
                <a:lnTo>
                  <a:pt x="1089262" y="128868"/>
                </a:lnTo>
                <a:lnTo>
                  <a:pt x="1089736" y="128523"/>
                </a:lnTo>
                <a:lnTo>
                  <a:pt x="1090202" y="128168"/>
                </a:lnTo>
                <a:lnTo>
                  <a:pt x="1090662" y="127805"/>
                </a:lnTo>
                <a:lnTo>
                  <a:pt x="1091114" y="127432"/>
                </a:lnTo>
                <a:lnTo>
                  <a:pt x="1091560" y="127049"/>
                </a:lnTo>
                <a:lnTo>
                  <a:pt x="1091999" y="126658"/>
                </a:lnTo>
                <a:lnTo>
                  <a:pt x="1092431" y="126257"/>
                </a:lnTo>
                <a:lnTo>
                  <a:pt x="1092856" y="125847"/>
                </a:lnTo>
                <a:lnTo>
                  <a:pt x="1093274" y="125428"/>
                </a:lnTo>
                <a:lnTo>
                  <a:pt x="1093686" y="125000"/>
                </a:lnTo>
                <a:lnTo>
                  <a:pt x="1094090" y="124562"/>
                </a:lnTo>
                <a:lnTo>
                  <a:pt x="1094488" y="124115"/>
                </a:lnTo>
                <a:lnTo>
                  <a:pt x="1094879" y="123659"/>
                </a:lnTo>
                <a:lnTo>
                  <a:pt x="1095263" y="123193"/>
                </a:lnTo>
                <a:lnTo>
                  <a:pt x="1095640" y="122719"/>
                </a:lnTo>
                <a:lnTo>
                  <a:pt x="1096010" y="122235"/>
                </a:lnTo>
                <a:lnTo>
                  <a:pt x="1096374" y="121741"/>
                </a:lnTo>
                <a:lnTo>
                  <a:pt x="1096730" y="121240"/>
                </a:lnTo>
                <a:lnTo>
                  <a:pt x="1097079" y="120731"/>
                </a:lnTo>
                <a:lnTo>
                  <a:pt x="1097421" y="120214"/>
                </a:lnTo>
                <a:lnTo>
                  <a:pt x="1097756" y="119691"/>
                </a:lnTo>
                <a:lnTo>
                  <a:pt x="1098084" y="119159"/>
                </a:lnTo>
                <a:lnTo>
                  <a:pt x="1098404" y="118621"/>
                </a:lnTo>
                <a:lnTo>
                  <a:pt x="1098718" y="118075"/>
                </a:lnTo>
                <a:lnTo>
                  <a:pt x="1099024" y="117521"/>
                </a:lnTo>
                <a:lnTo>
                  <a:pt x="1099323" y="116960"/>
                </a:lnTo>
                <a:lnTo>
                  <a:pt x="1099615" y="116392"/>
                </a:lnTo>
                <a:lnTo>
                  <a:pt x="1099900" y="115816"/>
                </a:lnTo>
                <a:lnTo>
                  <a:pt x="1100178" y="115233"/>
                </a:lnTo>
                <a:lnTo>
                  <a:pt x="1100449" y="114642"/>
                </a:lnTo>
                <a:lnTo>
                  <a:pt x="1100712" y="114044"/>
                </a:lnTo>
                <a:lnTo>
                  <a:pt x="1100968" y="113438"/>
                </a:lnTo>
                <a:lnTo>
                  <a:pt x="1101217" y="112825"/>
                </a:lnTo>
                <a:lnTo>
                  <a:pt x="1101459" y="112205"/>
                </a:lnTo>
                <a:lnTo>
                  <a:pt x="1101694" y="111577"/>
                </a:lnTo>
                <a:lnTo>
                  <a:pt x="1101922" y="110942"/>
                </a:lnTo>
                <a:lnTo>
                  <a:pt x="1102142" y="110299"/>
                </a:lnTo>
                <a:lnTo>
                  <a:pt x="1102356" y="109649"/>
                </a:lnTo>
                <a:lnTo>
                  <a:pt x="1102562" y="108991"/>
                </a:lnTo>
                <a:lnTo>
                  <a:pt x="1102761" y="108326"/>
                </a:lnTo>
                <a:lnTo>
                  <a:pt x="1102953" y="107654"/>
                </a:lnTo>
                <a:lnTo>
                  <a:pt x="1103138" y="106975"/>
                </a:lnTo>
                <a:lnTo>
                  <a:pt x="1103314" y="106292"/>
                </a:lnTo>
                <a:lnTo>
                  <a:pt x="1103483" y="105604"/>
                </a:lnTo>
                <a:lnTo>
                  <a:pt x="1103644" y="104910"/>
                </a:lnTo>
                <a:lnTo>
                  <a:pt x="1103797" y="104212"/>
                </a:lnTo>
                <a:lnTo>
                  <a:pt x="1103942" y="103509"/>
                </a:lnTo>
                <a:lnTo>
                  <a:pt x="1104079" y="102801"/>
                </a:lnTo>
                <a:lnTo>
                  <a:pt x="1104209" y="102088"/>
                </a:lnTo>
                <a:lnTo>
                  <a:pt x="1104331" y="101370"/>
                </a:lnTo>
                <a:lnTo>
                  <a:pt x="1104444" y="100648"/>
                </a:lnTo>
                <a:lnTo>
                  <a:pt x="1104550" y="99920"/>
                </a:lnTo>
                <a:lnTo>
                  <a:pt x="1104648" y="99187"/>
                </a:lnTo>
                <a:lnTo>
                  <a:pt x="1104739" y="98450"/>
                </a:lnTo>
                <a:lnTo>
                  <a:pt x="1104821" y="97708"/>
                </a:lnTo>
                <a:lnTo>
                  <a:pt x="1104896" y="96960"/>
                </a:lnTo>
                <a:lnTo>
                  <a:pt x="1104962" y="96208"/>
                </a:lnTo>
                <a:lnTo>
                  <a:pt x="1105021" y="95451"/>
                </a:lnTo>
                <a:lnTo>
                  <a:pt x="1105072" y="94689"/>
                </a:lnTo>
                <a:lnTo>
                  <a:pt x="1105115" y="93922"/>
                </a:lnTo>
                <a:lnTo>
                  <a:pt x="1105151" y="93151"/>
                </a:lnTo>
                <a:lnTo>
                  <a:pt x="1105178" y="92374"/>
                </a:lnTo>
                <a:lnTo>
                  <a:pt x="1105198" y="91592"/>
                </a:lnTo>
                <a:lnTo>
                  <a:pt x="1105210" y="90806"/>
                </a:lnTo>
                <a:lnTo>
                  <a:pt x="1105214" y="90014"/>
                </a:lnTo>
                <a:lnTo>
                  <a:pt x="1105214" y="88319"/>
                </a:lnTo>
                <a:lnTo>
                  <a:pt x="1105210" y="87488"/>
                </a:lnTo>
                <a:lnTo>
                  <a:pt x="1105198" y="86663"/>
                </a:lnTo>
                <a:lnTo>
                  <a:pt x="1105179" y="85845"/>
                </a:lnTo>
                <a:lnTo>
                  <a:pt x="1105152" y="85033"/>
                </a:lnTo>
                <a:lnTo>
                  <a:pt x="1105117" y="84227"/>
                </a:lnTo>
                <a:lnTo>
                  <a:pt x="1105075" y="83427"/>
                </a:lnTo>
                <a:lnTo>
                  <a:pt x="1105025" y="82634"/>
                </a:lnTo>
                <a:lnTo>
                  <a:pt x="1104967" y="81847"/>
                </a:lnTo>
                <a:lnTo>
                  <a:pt x="1104901" y="81067"/>
                </a:lnTo>
                <a:lnTo>
                  <a:pt x="1104828" y="80292"/>
                </a:lnTo>
                <a:lnTo>
                  <a:pt x="1104747" y="79524"/>
                </a:lnTo>
                <a:lnTo>
                  <a:pt x="1104658" y="78763"/>
                </a:lnTo>
                <a:lnTo>
                  <a:pt x="1104562" y="78007"/>
                </a:lnTo>
                <a:lnTo>
                  <a:pt x="1104458" y="77258"/>
                </a:lnTo>
                <a:lnTo>
                  <a:pt x="1104346" y="76515"/>
                </a:lnTo>
                <a:lnTo>
                  <a:pt x="1104227" y="75779"/>
                </a:lnTo>
                <a:lnTo>
                  <a:pt x="1104100" y="75049"/>
                </a:lnTo>
                <a:lnTo>
                  <a:pt x="1103965" y="74325"/>
                </a:lnTo>
                <a:lnTo>
                  <a:pt x="1103822" y="73607"/>
                </a:lnTo>
                <a:lnTo>
                  <a:pt x="1103672" y="72896"/>
                </a:lnTo>
                <a:lnTo>
                  <a:pt x="1103514" y="72191"/>
                </a:lnTo>
                <a:lnTo>
                  <a:pt x="1103348" y="71493"/>
                </a:lnTo>
                <a:lnTo>
                  <a:pt x="1103175" y="70800"/>
                </a:lnTo>
                <a:lnTo>
                  <a:pt x="1102993" y="70114"/>
                </a:lnTo>
                <a:lnTo>
                  <a:pt x="1102805" y="69435"/>
                </a:lnTo>
                <a:lnTo>
                  <a:pt x="1102609" y="68765"/>
                </a:lnTo>
                <a:lnTo>
                  <a:pt x="1102405" y="68102"/>
                </a:lnTo>
                <a:lnTo>
                  <a:pt x="1102194" y="67447"/>
                </a:lnTo>
                <a:lnTo>
                  <a:pt x="1101976" y="66800"/>
                </a:lnTo>
                <a:lnTo>
                  <a:pt x="1101750" y="66161"/>
                </a:lnTo>
                <a:lnTo>
                  <a:pt x="1101516" y="65530"/>
                </a:lnTo>
                <a:lnTo>
                  <a:pt x="1101276" y="64907"/>
                </a:lnTo>
                <a:lnTo>
                  <a:pt x="1101028" y="64292"/>
                </a:lnTo>
                <a:lnTo>
                  <a:pt x="1100772" y="63685"/>
                </a:lnTo>
                <a:lnTo>
                  <a:pt x="1100509" y="63086"/>
                </a:lnTo>
                <a:lnTo>
                  <a:pt x="1100239" y="62495"/>
                </a:lnTo>
                <a:lnTo>
                  <a:pt x="1099961" y="61912"/>
                </a:lnTo>
                <a:lnTo>
                  <a:pt x="1099675" y="61337"/>
                </a:lnTo>
                <a:lnTo>
                  <a:pt x="1099383" y="60770"/>
                </a:lnTo>
                <a:lnTo>
                  <a:pt x="1099082" y="60211"/>
                </a:lnTo>
                <a:lnTo>
                  <a:pt x="1098775" y="59660"/>
                </a:lnTo>
                <a:lnTo>
                  <a:pt x="1098460" y="59117"/>
                </a:lnTo>
                <a:lnTo>
                  <a:pt x="1098137" y="58582"/>
                </a:lnTo>
                <a:lnTo>
                  <a:pt x="1097808" y="58055"/>
                </a:lnTo>
                <a:lnTo>
                  <a:pt x="1097470" y="57536"/>
                </a:lnTo>
                <a:lnTo>
                  <a:pt x="1097126" y="57025"/>
                </a:lnTo>
                <a:lnTo>
                  <a:pt x="1096773" y="56522"/>
                </a:lnTo>
                <a:lnTo>
                  <a:pt x="1096414" y="56027"/>
                </a:lnTo>
                <a:lnTo>
                  <a:pt x="1096047" y="55540"/>
                </a:lnTo>
                <a:lnTo>
                  <a:pt x="1095673" y="55063"/>
                </a:lnTo>
                <a:lnTo>
                  <a:pt x="1095293" y="54596"/>
                </a:lnTo>
                <a:lnTo>
                  <a:pt x="1094905" y="54138"/>
                </a:lnTo>
                <a:lnTo>
                  <a:pt x="1094510" y="53689"/>
                </a:lnTo>
                <a:lnTo>
                  <a:pt x="1094108" y="53249"/>
                </a:lnTo>
                <a:lnTo>
                  <a:pt x="1093699" y="52819"/>
                </a:lnTo>
                <a:lnTo>
                  <a:pt x="1093283" y="52398"/>
                </a:lnTo>
                <a:lnTo>
                  <a:pt x="1092861" y="51987"/>
                </a:lnTo>
                <a:lnTo>
                  <a:pt x="1092431" y="51585"/>
                </a:lnTo>
                <a:lnTo>
                  <a:pt x="1091994" y="51193"/>
                </a:lnTo>
                <a:lnTo>
                  <a:pt x="1091550" y="50810"/>
                </a:lnTo>
                <a:lnTo>
                  <a:pt x="1091099" y="50436"/>
                </a:lnTo>
                <a:lnTo>
                  <a:pt x="1090641" y="50072"/>
                </a:lnTo>
                <a:lnTo>
                  <a:pt x="1090176" y="49717"/>
                </a:lnTo>
                <a:lnTo>
                  <a:pt x="1089704" y="49371"/>
                </a:lnTo>
                <a:lnTo>
                  <a:pt x="1089225" y="49035"/>
                </a:lnTo>
                <a:lnTo>
                  <a:pt x="1088739" y="48708"/>
                </a:lnTo>
                <a:lnTo>
                  <a:pt x="1088247" y="48391"/>
                </a:lnTo>
                <a:lnTo>
                  <a:pt x="1087747" y="48083"/>
                </a:lnTo>
                <a:lnTo>
                  <a:pt x="1087240" y="47784"/>
                </a:lnTo>
                <a:lnTo>
                  <a:pt x="1086726" y="47495"/>
                </a:lnTo>
                <a:lnTo>
                  <a:pt x="1086205" y="47215"/>
                </a:lnTo>
                <a:lnTo>
                  <a:pt x="1085677" y="46945"/>
                </a:lnTo>
                <a:lnTo>
                  <a:pt x="1085142" y="46685"/>
                </a:lnTo>
                <a:lnTo>
                  <a:pt x="1084601" y="46435"/>
                </a:lnTo>
                <a:lnTo>
                  <a:pt x="1084053" y="46197"/>
                </a:lnTo>
                <a:lnTo>
                  <a:pt x="1083499" y="45970"/>
                </a:lnTo>
                <a:lnTo>
                  <a:pt x="1082939" y="45754"/>
                </a:lnTo>
                <a:lnTo>
                  <a:pt x="1082372" y="45550"/>
                </a:lnTo>
                <a:lnTo>
                  <a:pt x="1081798" y="45356"/>
                </a:lnTo>
                <a:lnTo>
                  <a:pt x="1081219" y="45173"/>
                </a:lnTo>
                <a:lnTo>
                  <a:pt x="1080632" y="45002"/>
                </a:lnTo>
                <a:lnTo>
                  <a:pt x="1080040" y="44841"/>
                </a:lnTo>
                <a:lnTo>
                  <a:pt x="1079440" y="44691"/>
                </a:lnTo>
                <a:lnTo>
                  <a:pt x="1078835" y="44553"/>
                </a:lnTo>
                <a:lnTo>
                  <a:pt x="1078223" y="44426"/>
                </a:lnTo>
                <a:lnTo>
                  <a:pt x="1077604" y="44309"/>
                </a:lnTo>
                <a:lnTo>
                  <a:pt x="1076979" y="44204"/>
                </a:lnTo>
                <a:lnTo>
                  <a:pt x="1076348" y="44110"/>
                </a:lnTo>
                <a:lnTo>
                  <a:pt x="1075710" y="44027"/>
                </a:lnTo>
                <a:lnTo>
                  <a:pt x="1075066" y="43955"/>
                </a:lnTo>
                <a:lnTo>
                  <a:pt x="1074415" y="43894"/>
                </a:lnTo>
                <a:lnTo>
                  <a:pt x="1073758" y="43844"/>
                </a:lnTo>
                <a:lnTo>
                  <a:pt x="1073094" y="43806"/>
                </a:lnTo>
                <a:lnTo>
                  <a:pt x="1072424" y="43778"/>
                </a:lnTo>
                <a:lnTo>
                  <a:pt x="1071748" y="43761"/>
                </a:lnTo>
                <a:lnTo>
                  <a:pt x="1071065" y="43756"/>
                </a:lnTo>
                <a:lnTo>
                  <a:pt x="1070382" y="43761"/>
                </a:lnTo>
                <a:lnTo>
                  <a:pt x="1069706" y="43776"/>
                </a:lnTo>
                <a:lnTo>
                  <a:pt x="1069036" y="43801"/>
                </a:lnTo>
                <a:lnTo>
                  <a:pt x="1068374" y="43835"/>
                </a:lnTo>
                <a:lnTo>
                  <a:pt x="1067718" y="43880"/>
                </a:lnTo>
                <a:lnTo>
                  <a:pt x="1067068" y="43935"/>
                </a:lnTo>
                <a:lnTo>
                  <a:pt x="1066426" y="44000"/>
                </a:lnTo>
                <a:lnTo>
                  <a:pt x="1065790" y="44074"/>
                </a:lnTo>
                <a:lnTo>
                  <a:pt x="1065161" y="44159"/>
                </a:lnTo>
                <a:lnTo>
                  <a:pt x="1064539" y="44253"/>
                </a:lnTo>
                <a:lnTo>
                  <a:pt x="1063923" y="44358"/>
                </a:lnTo>
                <a:lnTo>
                  <a:pt x="1063314" y="44472"/>
                </a:lnTo>
                <a:lnTo>
                  <a:pt x="1062712" y="44597"/>
                </a:lnTo>
                <a:lnTo>
                  <a:pt x="1062117" y="44731"/>
                </a:lnTo>
                <a:lnTo>
                  <a:pt x="1061528" y="44875"/>
                </a:lnTo>
                <a:lnTo>
                  <a:pt x="1060946" y="45030"/>
                </a:lnTo>
                <a:lnTo>
                  <a:pt x="1060371" y="45194"/>
                </a:lnTo>
                <a:lnTo>
                  <a:pt x="1059803" y="45368"/>
                </a:lnTo>
                <a:lnTo>
                  <a:pt x="1059241" y="45552"/>
                </a:lnTo>
                <a:lnTo>
                  <a:pt x="1058686" y="45746"/>
                </a:lnTo>
                <a:lnTo>
                  <a:pt x="1058138" y="45950"/>
                </a:lnTo>
                <a:lnTo>
                  <a:pt x="1057596" y="46164"/>
                </a:lnTo>
                <a:lnTo>
                  <a:pt x="1057061" y="46388"/>
                </a:lnTo>
                <a:lnTo>
                  <a:pt x="1056533" y="46622"/>
                </a:lnTo>
                <a:lnTo>
                  <a:pt x="1056012" y="46865"/>
                </a:lnTo>
                <a:lnTo>
                  <a:pt x="1055497" y="47117"/>
                </a:lnTo>
                <a:lnTo>
                  <a:pt x="1054988" y="47379"/>
                </a:lnTo>
                <a:lnTo>
                  <a:pt x="1054487" y="47649"/>
                </a:lnTo>
                <a:lnTo>
                  <a:pt x="1053992" y="47928"/>
                </a:lnTo>
                <a:lnTo>
                  <a:pt x="1053503" y="48216"/>
                </a:lnTo>
                <a:lnTo>
                  <a:pt x="1053021" y="48513"/>
                </a:lnTo>
                <a:lnTo>
                  <a:pt x="1052546" y="48819"/>
                </a:lnTo>
                <a:lnTo>
                  <a:pt x="1052077" y="49135"/>
                </a:lnTo>
                <a:lnTo>
                  <a:pt x="1051615" y="49459"/>
                </a:lnTo>
                <a:lnTo>
                  <a:pt x="1051159" y="49792"/>
                </a:lnTo>
                <a:lnTo>
                  <a:pt x="1050710" y="50134"/>
                </a:lnTo>
                <a:lnTo>
                  <a:pt x="1050268" y="50485"/>
                </a:lnTo>
                <a:lnTo>
                  <a:pt x="1049832" y="50844"/>
                </a:lnTo>
                <a:lnTo>
                  <a:pt x="1049403" y="51213"/>
                </a:lnTo>
                <a:lnTo>
                  <a:pt x="1048980" y="51591"/>
                </a:lnTo>
                <a:lnTo>
                  <a:pt x="1048564" y="51978"/>
                </a:lnTo>
                <a:lnTo>
                  <a:pt x="1048155" y="52374"/>
                </a:lnTo>
                <a:lnTo>
                  <a:pt x="1047752" y="52779"/>
                </a:lnTo>
                <a:lnTo>
                  <a:pt x="1047356" y="53192"/>
                </a:lnTo>
                <a:lnTo>
                  <a:pt x="1046966" y="53615"/>
                </a:lnTo>
                <a:lnTo>
                  <a:pt x="1046583" y="54047"/>
                </a:lnTo>
                <a:lnTo>
                  <a:pt x="1046206" y="54487"/>
                </a:lnTo>
                <a:lnTo>
                  <a:pt x="1045836" y="54937"/>
                </a:lnTo>
                <a:lnTo>
                  <a:pt x="1045808" y="54973"/>
                </a:lnTo>
                <a:lnTo>
                  <a:pt x="1045069" y="45370"/>
                </a:lnTo>
                <a:lnTo>
                  <a:pt x="1031345" y="45370"/>
                </a:lnTo>
                <a:lnTo>
                  <a:pt x="1031345" y="166305"/>
                </a:lnTo>
                <a:lnTo>
                  <a:pt x="1046361" y="166305"/>
                </a:lnTo>
                <a:lnTo>
                  <a:pt x="1046361" y="124245"/>
                </a:lnTo>
                <a:lnTo>
                  <a:pt x="1046549" y="124455"/>
                </a:lnTo>
                <a:lnTo>
                  <a:pt x="1046936" y="124871"/>
                </a:lnTo>
                <a:lnTo>
                  <a:pt x="1047330" y="125278"/>
                </a:lnTo>
                <a:lnTo>
                  <a:pt x="1047730" y="125676"/>
                </a:lnTo>
                <a:close/>
                <a:moveTo>
                  <a:pt x="1047199" y="66986"/>
                </a:moveTo>
                <a:lnTo>
                  <a:pt x="1047397" y="66678"/>
                </a:lnTo>
                <a:lnTo>
                  <a:pt x="1047600" y="66373"/>
                </a:lnTo>
                <a:lnTo>
                  <a:pt x="1047806" y="66072"/>
                </a:lnTo>
                <a:lnTo>
                  <a:pt x="1048016" y="65773"/>
                </a:lnTo>
                <a:lnTo>
                  <a:pt x="1048230" y="65477"/>
                </a:lnTo>
                <a:lnTo>
                  <a:pt x="1048447" y="65185"/>
                </a:lnTo>
                <a:lnTo>
                  <a:pt x="1048669" y="64895"/>
                </a:lnTo>
                <a:lnTo>
                  <a:pt x="1048894" y="64609"/>
                </a:lnTo>
                <a:lnTo>
                  <a:pt x="1049123" y="64326"/>
                </a:lnTo>
                <a:lnTo>
                  <a:pt x="1049356" y="64046"/>
                </a:lnTo>
                <a:lnTo>
                  <a:pt x="1049592" y="63768"/>
                </a:lnTo>
                <a:lnTo>
                  <a:pt x="1049832" y="63494"/>
                </a:lnTo>
                <a:lnTo>
                  <a:pt x="1050077" y="63224"/>
                </a:lnTo>
                <a:lnTo>
                  <a:pt x="1050326" y="62959"/>
                </a:lnTo>
                <a:lnTo>
                  <a:pt x="1050579" y="62698"/>
                </a:lnTo>
                <a:lnTo>
                  <a:pt x="1050836" y="62442"/>
                </a:lnTo>
                <a:lnTo>
                  <a:pt x="1051098" y="62190"/>
                </a:lnTo>
                <a:lnTo>
                  <a:pt x="1051364" y="61943"/>
                </a:lnTo>
                <a:lnTo>
                  <a:pt x="1051634" y="61700"/>
                </a:lnTo>
                <a:lnTo>
                  <a:pt x="1051909" y="61463"/>
                </a:lnTo>
                <a:lnTo>
                  <a:pt x="1052188" y="61230"/>
                </a:lnTo>
                <a:lnTo>
                  <a:pt x="1052472" y="61001"/>
                </a:lnTo>
                <a:lnTo>
                  <a:pt x="1052759" y="60777"/>
                </a:lnTo>
                <a:lnTo>
                  <a:pt x="1053052" y="60558"/>
                </a:lnTo>
                <a:lnTo>
                  <a:pt x="1053348" y="60343"/>
                </a:lnTo>
                <a:lnTo>
                  <a:pt x="1053649" y="60133"/>
                </a:lnTo>
                <a:lnTo>
                  <a:pt x="1053954" y="59928"/>
                </a:lnTo>
                <a:lnTo>
                  <a:pt x="1054264" y="59727"/>
                </a:lnTo>
                <a:lnTo>
                  <a:pt x="1054578" y="59531"/>
                </a:lnTo>
                <a:lnTo>
                  <a:pt x="1054896" y="59339"/>
                </a:lnTo>
                <a:lnTo>
                  <a:pt x="1055218" y="59152"/>
                </a:lnTo>
                <a:lnTo>
                  <a:pt x="1055545" y="58970"/>
                </a:lnTo>
                <a:lnTo>
                  <a:pt x="1055877" y="58793"/>
                </a:lnTo>
                <a:lnTo>
                  <a:pt x="1056212" y="58620"/>
                </a:lnTo>
                <a:lnTo>
                  <a:pt x="1056552" y="58451"/>
                </a:lnTo>
                <a:lnTo>
                  <a:pt x="1056896" y="58287"/>
                </a:lnTo>
                <a:lnTo>
                  <a:pt x="1057245" y="58129"/>
                </a:lnTo>
                <a:lnTo>
                  <a:pt x="1057600" y="57978"/>
                </a:lnTo>
                <a:lnTo>
                  <a:pt x="1057959" y="57833"/>
                </a:lnTo>
                <a:lnTo>
                  <a:pt x="1058324" y="57695"/>
                </a:lnTo>
                <a:lnTo>
                  <a:pt x="1058694" y="57564"/>
                </a:lnTo>
                <a:lnTo>
                  <a:pt x="1059069" y="57440"/>
                </a:lnTo>
                <a:lnTo>
                  <a:pt x="1059449" y="57322"/>
                </a:lnTo>
                <a:lnTo>
                  <a:pt x="1059834" y="57211"/>
                </a:lnTo>
                <a:lnTo>
                  <a:pt x="1060225" y="57107"/>
                </a:lnTo>
                <a:lnTo>
                  <a:pt x="1060620" y="57009"/>
                </a:lnTo>
                <a:lnTo>
                  <a:pt x="1061021" y="56918"/>
                </a:lnTo>
                <a:lnTo>
                  <a:pt x="1061427" y="56834"/>
                </a:lnTo>
                <a:lnTo>
                  <a:pt x="1061839" y="56757"/>
                </a:lnTo>
                <a:lnTo>
                  <a:pt x="1062255" y="56686"/>
                </a:lnTo>
                <a:lnTo>
                  <a:pt x="1062677" y="56622"/>
                </a:lnTo>
                <a:lnTo>
                  <a:pt x="1063104" y="56565"/>
                </a:lnTo>
                <a:lnTo>
                  <a:pt x="1063536" y="56515"/>
                </a:lnTo>
                <a:lnTo>
                  <a:pt x="1063973" y="56471"/>
                </a:lnTo>
                <a:lnTo>
                  <a:pt x="1064415" y="56434"/>
                </a:lnTo>
                <a:lnTo>
                  <a:pt x="1064863" y="56404"/>
                </a:lnTo>
                <a:lnTo>
                  <a:pt x="1065316" y="56380"/>
                </a:lnTo>
                <a:lnTo>
                  <a:pt x="1065774" y="56363"/>
                </a:lnTo>
                <a:lnTo>
                  <a:pt x="1066237" y="56353"/>
                </a:lnTo>
                <a:lnTo>
                  <a:pt x="1066705" y="56350"/>
                </a:lnTo>
                <a:lnTo>
                  <a:pt x="1067213" y="56354"/>
                </a:lnTo>
                <a:lnTo>
                  <a:pt x="1067716" y="56367"/>
                </a:lnTo>
                <a:lnTo>
                  <a:pt x="1068213" y="56390"/>
                </a:lnTo>
                <a:lnTo>
                  <a:pt x="1068703" y="56420"/>
                </a:lnTo>
                <a:lnTo>
                  <a:pt x="1069188" y="56460"/>
                </a:lnTo>
                <a:lnTo>
                  <a:pt x="1069667" y="56509"/>
                </a:lnTo>
                <a:lnTo>
                  <a:pt x="1070140" y="56566"/>
                </a:lnTo>
                <a:lnTo>
                  <a:pt x="1070607" y="56632"/>
                </a:lnTo>
                <a:lnTo>
                  <a:pt x="1071068" y="56707"/>
                </a:lnTo>
                <a:lnTo>
                  <a:pt x="1071524" y="56791"/>
                </a:lnTo>
                <a:lnTo>
                  <a:pt x="1071973" y="56884"/>
                </a:lnTo>
                <a:lnTo>
                  <a:pt x="1072417" y="56986"/>
                </a:lnTo>
                <a:lnTo>
                  <a:pt x="1072855" y="57096"/>
                </a:lnTo>
                <a:lnTo>
                  <a:pt x="1073286" y="57215"/>
                </a:lnTo>
                <a:lnTo>
                  <a:pt x="1073712" y="57343"/>
                </a:lnTo>
                <a:lnTo>
                  <a:pt x="1074132" y="57480"/>
                </a:lnTo>
                <a:lnTo>
                  <a:pt x="1074546" y="57626"/>
                </a:lnTo>
                <a:lnTo>
                  <a:pt x="1074955" y="57780"/>
                </a:lnTo>
                <a:lnTo>
                  <a:pt x="1075357" y="57944"/>
                </a:lnTo>
                <a:lnTo>
                  <a:pt x="1075754" y="58116"/>
                </a:lnTo>
                <a:lnTo>
                  <a:pt x="1076144" y="58297"/>
                </a:lnTo>
                <a:lnTo>
                  <a:pt x="1076529" y="58487"/>
                </a:lnTo>
                <a:lnTo>
                  <a:pt x="1076908" y="58685"/>
                </a:lnTo>
                <a:lnTo>
                  <a:pt x="1077281" y="58893"/>
                </a:lnTo>
                <a:lnTo>
                  <a:pt x="1077648" y="59108"/>
                </a:lnTo>
                <a:lnTo>
                  <a:pt x="1078010" y="59330"/>
                </a:lnTo>
                <a:lnTo>
                  <a:pt x="1078366" y="59558"/>
                </a:lnTo>
                <a:lnTo>
                  <a:pt x="1078717" y="59792"/>
                </a:lnTo>
                <a:lnTo>
                  <a:pt x="1079063" y="60033"/>
                </a:lnTo>
                <a:lnTo>
                  <a:pt x="1079402" y="60280"/>
                </a:lnTo>
                <a:lnTo>
                  <a:pt x="1079737" y="60534"/>
                </a:lnTo>
                <a:lnTo>
                  <a:pt x="1080066" y="60794"/>
                </a:lnTo>
                <a:lnTo>
                  <a:pt x="1080390" y="61061"/>
                </a:lnTo>
                <a:lnTo>
                  <a:pt x="1080708" y="61334"/>
                </a:lnTo>
                <a:lnTo>
                  <a:pt x="1081020" y="61614"/>
                </a:lnTo>
                <a:lnTo>
                  <a:pt x="1081327" y="61900"/>
                </a:lnTo>
                <a:lnTo>
                  <a:pt x="1081629" y="62193"/>
                </a:lnTo>
                <a:lnTo>
                  <a:pt x="1081925" y="62491"/>
                </a:lnTo>
                <a:lnTo>
                  <a:pt x="1082216" y="62797"/>
                </a:lnTo>
                <a:lnTo>
                  <a:pt x="1082501" y="63109"/>
                </a:lnTo>
                <a:lnTo>
                  <a:pt x="1082781" y="63427"/>
                </a:lnTo>
                <a:lnTo>
                  <a:pt x="1083056" y="63752"/>
                </a:lnTo>
                <a:lnTo>
                  <a:pt x="1083324" y="64083"/>
                </a:lnTo>
                <a:lnTo>
                  <a:pt x="1083588" y="64421"/>
                </a:lnTo>
                <a:lnTo>
                  <a:pt x="1083846" y="64765"/>
                </a:lnTo>
                <a:lnTo>
                  <a:pt x="1084098" y="65115"/>
                </a:lnTo>
                <a:lnTo>
                  <a:pt x="1084345" y="65472"/>
                </a:lnTo>
                <a:lnTo>
                  <a:pt x="1084587" y="65836"/>
                </a:lnTo>
                <a:lnTo>
                  <a:pt x="1084823" y="66205"/>
                </a:lnTo>
                <a:lnTo>
                  <a:pt x="1085054" y="66578"/>
                </a:lnTo>
                <a:lnTo>
                  <a:pt x="1085280" y="66957"/>
                </a:lnTo>
                <a:lnTo>
                  <a:pt x="1085501" y="67340"/>
                </a:lnTo>
                <a:lnTo>
                  <a:pt x="1085716" y="67728"/>
                </a:lnTo>
                <a:lnTo>
                  <a:pt x="1085927" y="68121"/>
                </a:lnTo>
                <a:lnTo>
                  <a:pt x="1086132" y="68519"/>
                </a:lnTo>
                <a:lnTo>
                  <a:pt x="1086332" y="68921"/>
                </a:lnTo>
                <a:lnTo>
                  <a:pt x="1086526" y="69328"/>
                </a:lnTo>
                <a:lnTo>
                  <a:pt x="1086716" y="69740"/>
                </a:lnTo>
                <a:lnTo>
                  <a:pt x="1086900" y="70157"/>
                </a:lnTo>
                <a:lnTo>
                  <a:pt x="1087079" y="70579"/>
                </a:lnTo>
                <a:lnTo>
                  <a:pt x="1087253" y="71005"/>
                </a:lnTo>
                <a:lnTo>
                  <a:pt x="1087422" y="71436"/>
                </a:lnTo>
                <a:lnTo>
                  <a:pt x="1087586" y="71871"/>
                </a:lnTo>
                <a:lnTo>
                  <a:pt x="1087744" y="72312"/>
                </a:lnTo>
                <a:lnTo>
                  <a:pt x="1087898" y="72757"/>
                </a:lnTo>
                <a:lnTo>
                  <a:pt x="1088046" y="73207"/>
                </a:lnTo>
                <a:lnTo>
                  <a:pt x="1088189" y="73662"/>
                </a:lnTo>
                <a:lnTo>
                  <a:pt x="1088326" y="74122"/>
                </a:lnTo>
                <a:lnTo>
                  <a:pt x="1088459" y="74586"/>
                </a:lnTo>
                <a:lnTo>
                  <a:pt x="1088586" y="75055"/>
                </a:lnTo>
                <a:lnTo>
                  <a:pt x="1088708" y="75529"/>
                </a:lnTo>
                <a:lnTo>
                  <a:pt x="1088825" y="76008"/>
                </a:lnTo>
                <a:lnTo>
                  <a:pt x="1088937" y="76490"/>
                </a:lnTo>
                <a:lnTo>
                  <a:pt x="1089044" y="76975"/>
                </a:lnTo>
                <a:lnTo>
                  <a:pt x="1089147" y="77463"/>
                </a:lnTo>
                <a:lnTo>
                  <a:pt x="1089245" y="77953"/>
                </a:lnTo>
                <a:lnTo>
                  <a:pt x="1089338" y="78446"/>
                </a:lnTo>
                <a:lnTo>
                  <a:pt x="1089426" y="78942"/>
                </a:lnTo>
                <a:lnTo>
                  <a:pt x="1089509" y="79440"/>
                </a:lnTo>
                <a:lnTo>
                  <a:pt x="1089588" y="79941"/>
                </a:lnTo>
                <a:lnTo>
                  <a:pt x="1089662" y="80445"/>
                </a:lnTo>
                <a:lnTo>
                  <a:pt x="1089731" y="80951"/>
                </a:lnTo>
                <a:lnTo>
                  <a:pt x="1089795" y="81460"/>
                </a:lnTo>
                <a:lnTo>
                  <a:pt x="1089855" y="81972"/>
                </a:lnTo>
                <a:lnTo>
                  <a:pt x="1089909" y="82486"/>
                </a:lnTo>
                <a:lnTo>
                  <a:pt x="1089959" y="83003"/>
                </a:lnTo>
                <a:lnTo>
                  <a:pt x="1090005" y="83523"/>
                </a:lnTo>
                <a:lnTo>
                  <a:pt x="1090045" y="84045"/>
                </a:lnTo>
                <a:lnTo>
                  <a:pt x="1090081" y="84570"/>
                </a:lnTo>
                <a:lnTo>
                  <a:pt x="1090112" y="85097"/>
                </a:lnTo>
                <a:lnTo>
                  <a:pt x="1090138" y="85628"/>
                </a:lnTo>
                <a:lnTo>
                  <a:pt x="1090160" y="86161"/>
                </a:lnTo>
                <a:lnTo>
                  <a:pt x="1090176" y="86696"/>
                </a:lnTo>
                <a:lnTo>
                  <a:pt x="1090188" y="87234"/>
                </a:lnTo>
                <a:lnTo>
                  <a:pt x="1090195" y="87775"/>
                </a:lnTo>
                <a:lnTo>
                  <a:pt x="1090198" y="88319"/>
                </a:lnTo>
                <a:lnTo>
                  <a:pt x="1090198" y="90014"/>
                </a:lnTo>
                <a:lnTo>
                  <a:pt x="1090195" y="90558"/>
                </a:lnTo>
                <a:lnTo>
                  <a:pt x="1090188" y="91099"/>
                </a:lnTo>
                <a:lnTo>
                  <a:pt x="1090176" y="91637"/>
                </a:lnTo>
                <a:lnTo>
                  <a:pt x="1090160" y="92173"/>
                </a:lnTo>
                <a:lnTo>
                  <a:pt x="1090138" y="92706"/>
                </a:lnTo>
                <a:lnTo>
                  <a:pt x="1090112" y="93236"/>
                </a:lnTo>
                <a:lnTo>
                  <a:pt x="1090081" y="93764"/>
                </a:lnTo>
                <a:lnTo>
                  <a:pt x="1090045" y="94289"/>
                </a:lnTo>
                <a:lnTo>
                  <a:pt x="1090005" y="94811"/>
                </a:lnTo>
                <a:lnTo>
                  <a:pt x="1089959" y="95331"/>
                </a:lnTo>
                <a:lnTo>
                  <a:pt x="1089909" y="95847"/>
                </a:lnTo>
                <a:lnTo>
                  <a:pt x="1089855" y="96362"/>
                </a:lnTo>
                <a:lnTo>
                  <a:pt x="1089795" y="96873"/>
                </a:lnTo>
                <a:lnTo>
                  <a:pt x="1089731" y="97382"/>
                </a:lnTo>
                <a:lnTo>
                  <a:pt x="1089662" y="97889"/>
                </a:lnTo>
                <a:lnTo>
                  <a:pt x="1089588" y="98392"/>
                </a:lnTo>
                <a:lnTo>
                  <a:pt x="1089509" y="98893"/>
                </a:lnTo>
                <a:lnTo>
                  <a:pt x="1089426" y="99392"/>
                </a:lnTo>
                <a:lnTo>
                  <a:pt x="1089338" y="99887"/>
                </a:lnTo>
                <a:lnTo>
                  <a:pt x="1089245" y="100380"/>
                </a:lnTo>
                <a:lnTo>
                  <a:pt x="1089147" y="100871"/>
                </a:lnTo>
                <a:lnTo>
                  <a:pt x="1089044" y="101358"/>
                </a:lnTo>
                <a:lnTo>
                  <a:pt x="1088937" y="101843"/>
                </a:lnTo>
                <a:lnTo>
                  <a:pt x="1088825" y="102326"/>
                </a:lnTo>
                <a:lnTo>
                  <a:pt x="1088708" y="102804"/>
                </a:lnTo>
                <a:lnTo>
                  <a:pt x="1088586" y="103279"/>
                </a:lnTo>
                <a:lnTo>
                  <a:pt x="1088459" y="103748"/>
                </a:lnTo>
                <a:lnTo>
                  <a:pt x="1088326" y="104213"/>
                </a:lnTo>
                <a:lnTo>
                  <a:pt x="1088189" y="104673"/>
                </a:lnTo>
                <a:lnTo>
                  <a:pt x="1088046" y="105129"/>
                </a:lnTo>
                <a:lnTo>
                  <a:pt x="1087898" y="105580"/>
                </a:lnTo>
                <a:lnTo>
                  <a:pt x="1087744" y="106026"/>
                </a:lnTo>
                <a:lnTo>
                  <a:pt x="1087586" y="106468"/>
                </a:lnTo>
                <a:lnTo>
                  <a:pt x="1087422" y="106905"/>
                </a:lnTo>
                <a:lnTo>
                  <a:pt x="1087253" y="107337"/>
                </a:lnTo>
                <a:lnTo>
                  <a:pt x="1087079" y="107765"/>
                </a:lnTo>
                <a:lnTo>
                  <a:pt x="1086900" y="108188"/>
                </a:lnTo>
                <a:lnTo>
                  <a:pt x="1086716" y="108607"/>
                </a:lnTo>
                <a:lnTo>
                  <a:pt x="1086526" y="109021"/>
                </a:lnTo>
                <a:lnTo>
                  <a:pt x="1086332" y="109430"/>
                </a:lnTo>
                <a:lnTo>
                  <a:pt x="1086132" y="109835"/>
                </a:lnTo>
                <a:lnTo>
                  <a:pt x="1085927" y="110235"/>
                </a:lnTo>
                <a:lnTo>
                  <a:pt x="1085716" y="110630"/>
                </a:lnTo>
                <a:lnTo>
                  <a:pt x="1085501" y="111021"/>
                </a:lnTo>
                <a:lnTo>
                  <a:pt x="1085280" y="111407"/>
                </a:lnTo>
                <a:lnTo>
                  <a:pt x="1085054" y="111789"/>
                </a:lnTo>
                <a:lnTo>
                  <a:pt x="1084823" y="112166"/>
                </a:lnTo>
                <a:lnTo>
                  <a:pt x="1084587" y="112538"/>
                </a:lnTo>
                <a:lnTo>
                  <a:pt x="1084345" y="112905"/>
                </a:lnTo>
                <a:lnTo>
                  <a:pt x="1084099" y="113265"/>
                </a:lnTo>
                <a:lnTo>
                  <a:pt x="1083846" y="113619"/>
                </a:lnTo>
                <a:lnTo>
                  <a:pt x="1083589" y="113965"/>
                </a:lnTo>
                <a:lnTo>
                  <a:pt x="1083326" y="114306"/>
                </a:lnTo>
                <a:lnTo>
                  <a:pt x="1083058" y="114640"/>
                </a:lnTo>
                <a:lnTo>
                  <a:pt x="1082785" y="114967"/>
                </a:lnTo>
                <a:lnTo>
                  <a:pt x="1082506" y="115287"/>
                </a:lnTo>
                <a:lnTo>
                  <a:pt x="1082222" y="115601"/>
                </a:lnTo>
                <a:lnTo>
                  <a:pt x="1081932" y="115909"/>
                </a:lnTo>
                <a:lnTo>
                  <a:pt x="1081638" y="116210"/>
                </a:lnTo>
                <a:lnTo>
                  <a:pt x="1081338" y="116504"/>
                </a:lnTo>
                <a:lnTo>
                  <a:pt x="1081032" y="116792"/>
                </a:lnTo>
                <a:lnTo>
                  <a:pt x="1080721" y="117073"/>
                </a:lnTo>
                <a:lnTo>
                  <a:pt x="1080405" y="117347"/>
                </a:lnTo>
                <a:lnTo>
                  <a:pt x="1080084" y="117615"/>
                </a:lnTo>
                <a:lnTo>
                  <a:pt x="1079757" y="117877"/>
                </a:lnTo>
                <a:lnTo>
                  <a:pt x="1079425" y="118131"/>
                </a:lnTo>
                <a:lnTo>
                  <a:pt x="1079088" y="118379"/>
                </a:lnTo>
                <a:lnTo>
                  <a:pt x="1078745" y="118621"/>
                </a:lnTo>
                <a:lnTo>
                  <a:pt x="1078397" y="118856"/>
                </a:lnTo>
                <a:lnTo>
                  <a:pt x="1078044" y="119084"/>
                </a:lnTo>
                <a:lnTo>
                  <a:pt x="1077685" y="119306"/>
                </a:lnTo>
                <a:lnTo>
                  <a:pt x="1077321" y="119521"/>
                </a:lnTo>
                <a:lnTo>
                  <a:pt x="1076952" y="119729"/>
                </a:lnTo>
                <a:lnTo>
                  <a:pt x="1076576" y="119927"/>
                </a:lnTo>
                <a:lnTo>
                  <a:pt x="1076195" y="120117"/>
                </a:lnTo>
                <a:lnTo>
                  <a:pt x="1075809" y="120298"/>
                </a:lnTo>
                <a:lnTo>
                  <a:pt x="1075416" y="120471"/>
                </a:lnTo>
                <a:lnTo>
                  <a:pt x="1075018" y="120634"/>
                </a:lnTo>
                <a:lnTo>
                  <a:pt x="1074614" y="120788"/>
                </a:lnTo>
                <a:lnTo>
                  <a:pt x="1074204" y="120934"/>
                </a:lnTo>
                <a:lnTo>
                  <a:pt x="1073789" y="121071"/>
                </a:lnTo>
                <a:lnTo>
                  <a:pt x="1073367" y="121199"/>
                </a:lnTo>
                <a:lnTo>
                  <a:pt x="1072940" y="121318"/>
                </a:lnTo>
                <a:lnTo>
                  <a:pt x="1072508" y="121429"/>
                </a:lnTo>
                <a:lnTo>
                  <a:pt x="1072069" y="121530"/>
                </a:lnTo>
                <a:lnTo>
                  <a:pt x="1071625" y="121623"/>
                </a:lnTo>
                <a:lnTo>
                  <a:pt x="1071175" y="121707"/>
                </a:lnTo>
                <a:lnTo>
                  <a:pt x="1070719" y="121782"/>
                </a:lnTo>
                <a:lnTo>
                  <a:pt x="1070258" y="121848"/>
                </a:lnTo>
                <a:lnTo>
                  <a:pt x="1069791" y="121905"/>
                </a:lnTo>
                <a:lnTo>
                  <a:pt x="1069318" y="121954"/>
                </a:lnTo>
                <a:lnTo>
                  <a:pt x="1068839" y="121994"/>
                </a:lnTo>
                <a:lnTo>
                  <a:pt x="1068354" y="122025"/>
                </a:lnTo>
                <a:lnTo>
                  <a:pt x="1067864" y="122047"/>
                </a:lnTo>
                <a:lnTo>
                  <a:pt x="1067368" y="122060"/>
                </a:lnTo>
                <a:lnTo>
                  <a:pt x="1066867" y="122064"/>
                </a:lnTo>
                <a:lnTo>
                  <a:pt x="1066259" y="122059"/>
                </a:lnTo>
                <a:lnTo>
                  <a:pt x="1065660" y="122043"/>
                </a:lnTo>
                <a:lnTo>
                  <a:pt x="1065069" y="122017"/>
                </a:lnTo>
                <a:lnTo>
                  <a:pt x="1064487" y="121980"/>
                </a:lnTo>
                <a:lnTo>
                  <a:pt x="1063914" y="121933"/>
                </a:lnTo>
                <a:lnTo>
                  <a:pt x="1063350" y="121875"/>
                </a:lnTo>
                <a:lnTo>
                  <a:pt x="1062794" y="121807"/>
                </a:lnTo>
                <a:lnTo>
                  <a:pt x="1062247" y="121728"/>
                </a:lnTo>
                <a:lnTo>
                  <a:pt x="1061709" y="121639"/>
                </a:lnTo>
                <a:lnTo>
                  <a:pt x="1061179" y="121539"/>
                </a:lnTo>
                <a:lnTo>
                  <a:pt x="1060658" y="121428"/>
                </a:lnTo>
                <a:lnTo>
                  <a:pt x="1060146" y="121307"/>
                </a:lnTo>
                <a:lnTo>
                  <a:pt x="1059642" y="121176"/>
                </a:lnTo>
                <a:lnTo>
                  <a:pt x="1059147" y="121034"/>
                </a:lnTo>
                <a:lnTo>
                  <a:pt x="1058661" y="120882"/>
                </a:lnTo>
                <a:lnTo>
                  <a:pt x="1058184" y="120719"/>
                </a:lnTo>
                <a:lnTo>
                  <a:pt x="1057715" y="120545"/>
                </a:lnTo>
                <a:lnTo>
                  <a:pt x="1057255" y="120361"/>
                </a:lnTo>
                <a:lnTo>
                  <a:pt x="1056803" y="120167"/>
                </a:lnTo>
                <a:lnTo>
                  <a:pt x="1056360" y="119962"/>
                </a:lnTo>
                <a:lnTo>
                  <a:pt x="1055926" y="119746"/>
                </a:lnTo>
                <a:lnTo>
                  <a:pt x="1055501" y="119520"/>
                </a:lnTo>
                <a:lnTo>
                  <a:pt x="1055084" y="119284"/>
                </a:lnTo>
                <a:lnTo>
                  <a:pt x="1054676" y="119037"/>
                </a:lnTo>
                <a:lnTo>
                  <a:pt x="1054276" y="118781"/>
                </a:lnTo>
                <a:lnTo>
                  <a:pt x="1053882" y="118519"/>
                </a:lnTo>
                <a:lnTo>
                  <a:pt x="1053496" y="118250"/>
                </a:lnTo>
                <a:lnTo>
                  <a:pt x="1053116" y="117974"/>
                </a:lnTo>
                <a:lnTo>
                  <a:pt x="1052742" y="117691"/>
                </a:lnTo>
                <a:lnTo>
                  <a:pt x="1052375" y="117402"/>
                </a:lnTo>
                <a:lnTo>
                  <a:pt x="1052016" y="117106"/>
                </a:lnTo>
                <a:lnTo>
                  <a:pt x="1051662" y="116803"/>
                </a:lnTo>
                <a:lnTo>
                  <a:pt x="1051316" y="116494"/>
                </a:lnTo>
                <a:lnTo>
                  <a:pt x="1050976" y="116178"/>
                </a:lnTo>
                <a:lnTo>
                  <a:pt x="1050643" y="115855"/>
                </a:lnTo>
                <a:lnTo>
                  <a:pt x="1050317" y="115525"/>
                </a:lnTo>
                <a:lnTo>
                  <a:pt x="1049997" y="115189"/>
                </a:lnTo>
                <a:lnTo>
                  <a:pt x="1049684" y="114846"/>
                </a:lnTo>
                <a:lnTo>
                  <a:pt x="1049378" y="114496"/>
                </a:lnTo>
                <a:lnTo>
                  <a:pt x="1049079" y="114139"/>
                </a:lnTo>
                <a:lnTo>
                  <a:pt x="1048786" y="113776"/>
                </a:lnTo>
                <a:lnTo>
                  <a:pt x="1048500" y="113406"/>
                </a:lnTo>
                <a:lnTo>
                  <a:pt x="1048221" y="113029"/>
                </a:lnTo>
                <a:lnTo>
                  <a:pt x="1047949" y="112646"/>
                </a:lnTo>
                <a:lnTo>
                  <a:pt x="1047683" y="112256"/>
                </a:lnTo>
                <a:lnTo>
                  <a:pt x="1047424" y="111859"/>
                </a:lnTo>
                <a:lnTo>
                  <a:pt x="1047172" y="111455"/>
                </a:lnTo>
                <a:lnTo>
                  <a:pt x="1046926" y="111045"/>
                </a:lnTo>
                <a:lnTo>
                  <a:pt x="1046686" y="110630"/>
                </a:lnTo>
                <a:lnTo>
                  <a:pt x="1046451" y="110212"/>
                </a:lnTo>
                <a:lnTo>
                  <a:pt x="1046361" y="110049"/>
                </a:lnTo>
                <a:lnTo>
                  <a:pt x="1046361" y="68394"/>
                </a:lnTo>
                <a:lnTo>
                  <a:pt x="1046442" y="68249"/>
                </a:lnTo>
                <a:lnTo>
                  <a:pt x="1046625" y="67928"/>
                </a:lnTo>
                <a:lnTo>
                  <a:pt x="1046813" y="67611"/>
                </a:lnTo>
                <a:lnTo>
                  <a:pt x="1047004" y="67297"/>
                </a:lnTo>
                <a:lnTo>
                  <a:pt x="1047199" y="66986"/>
                </a:lnTo>
                <a:close/>
                <a:moveTo>
                  <a:pt x="1214637" y="94651"/>
                </a:moveTo>
                <a:lnTo>
                  <a:pt x="1214699" y="95407"/>
                </a:lnTo>
                <a:lnTo>
                  <a:pt x="1214770" y="96159"/>
                </a:lnTo>
                <a:lnTo>
                  <a:pt x="1214851" y="96905"/>
                </a:lnTo>
                <a:lnTo>
                  <a:pt x="1214942" y="97647"/>
                </a:lnTo>
                <a:lnTo>
                  <a:pt x="1215042" y="98384"/>
                </a:lnTo>
                <a:lnTo>
                  <a:pt x="1215151" y="99117"/>
                </a:lnTo>
                <a:lnTo>
                  <a:pt x="1215271" y="99844"/>
                </a:lnTo>
                <a:lnTo>
                  <a:pt x="1215399" y="100567"/>
                </a:lnTo>
                <a:lnTo>
                  <a:pt x="1215537" y="101285"/>
                </a:lnTo>
                <a:lnTo>
                  <a:pt x="1215685" y="101998"/>
                </a:lnTo>
                <a:lnTo>
                  <a:pt x="1215842" y="102707"/>
                </a:lnTo>
                <a:lnTo>
                  <a:pt x="1216009" y="103411"/>
                </a:lnTo>
                <a:lnTo>
                  <a:pt x="1216186" y="104110"/>
                </a:lnTo>
                <a:lnTo>
                  <a:pt x="1216371" y="104804"/>
                </a:lnTo>
                <a:lnTo>
                  <a:pt x="1216567" y="105493"/>
                </a:lnTo>
                <a:lnTo>
                  <a:pt x="1216772" y="106178"/>
                </a:lnTo>
                <a:lnTo>
                  <a:pt x="1216986" y="106858"/>
                </a:lnTo>
                <a:lnTo>
                  <a:pt x="1217210" y="107533"/>
                </a:lnTo>
                <a:lnTo>
                  <a:pt x="1217443" y="108202"/>
                </a:lnTo>
                <a:lnTo>
                  <a:pt x="1217685" y="108864"/>
                </a:lnTo>
                <a:lnTo>
                  <a:pt x="1217935" y="109519"/>
                </a:lnTo>
                <a:lnTo>
                  <a:pt x="1218193" y="110167"/>
                </a:lnTo>
                <a:lnTo>
                  <a:pt x="1218461" y="110807"/>
                </a:lnTo>
                <a:lnTo>
                  <a:pt x="1218736" y="111441"/>
                </a:lnTo>
                <a:lnTo>
                  <a:pt x="1219021" y="112067"/>
                </a:lnTo>
                <a:lnTo>
                  <a:pt x="1219314" y="112686"/>
                </a:lnTo>
                <a:lnTo>
                  <a:pt x="1219615" y="113298"/>
                </a:lnTo>
                <a:lnTo>
                  <a:pt x="1219925" y="113903"/>
                </a:lnTo>
                <a:lnTo>
                  <a:pt x="1220243" y="114501"/>
                </a:lnTo>
                <a:lnTo>
                  <a:pt x="1220570" y="115091"/>
                </a:lnTo>
                <a:lnTo>
                  <a:pt x="1220906" y="115675"/>
                </a:lnTo>
                <a:lnTo>
                  <a:pt x="1221250" y="116251"/>
                </a:lnTo>
                <a:lnTo>
                  <a:pt x="1221603" y="116820"/>
                </a:lnTo>
                <a:lnTo>
                  <a:pt x="1221964" y="117382"/>
                </a:lnTo>
                <a:lnTo>
                  <a:pt x="1222334" y="117937"/>
                </a:lnTo>
                <a:lnTo>
                  <a:pt x="1222712" y="118484"/>
                </a:lnTo>
                <a:lnTo>
                  <a:pt x="1223099" y="119025"/>
                </a:lnTo>
                <a:lnTo>
                  <a:pt x="1223495" y="119558"/>
                </a:lnTo>
                <a:lnTo>
                  <a:pt x="1223899" y="120085"/>
                </a:lnTo>
                <a:lnTo>
                  <a:pt x="1224311" y="120604"/>
                </a:lnTo>
                <a:lnTo>
                  <a:pt x="1224732" y="121116"/>
                </a:lnTo>
                <a:lnTo>
                  <a:pt x="1225162" y="121620"/>
                </a:lnTo>
                <a:lnTo>
                  <a:pt x="1225600" y="122117"/>
                </a:lnTo>
                <a:lnTo>
                  <a:pt x="1226045" y="122604"/>
                </a:lnTo>
                <a:lnTo>
                  <a:pt x="1226497" y="123082"/>
                </a:lnTo>
                <a:lnTo>
                  <a:pt x="1226957" y="123551"/>
                </a:lnTo>
                <a:lnTo>
                  <a:pt x="1227425" y="124011"/>
                </a:lnTo>
                <a:lnTo>
                  <a:pt x="1227899" y="124461"/>
                </a:lnTo>
                <a:lnTo>
                  <a:pt x="1228381" y="124902"/>
                </a:lnTo>
                <a:lnTo>
                  <a:pt x="1228871" y="125334"/>
                </a:lnTo>
                <a:lnTo>
                  <a:pt x="1229368" y="125756"/>
                </a:lnTo>
                <a:lnTo>
                  <a:pt x="1229873" y="126170"/>
                </a:lnTo>
                <a:lnTo>
                  <a:pt x="1230385" y="126574"/>
                </a:lnTo>
                <a:lnTo>
                  <a:pt x="1230904" y="126969"/>
                </a:lnTo>
                <a:lnTo>
                  <a:pt x="1231431" y="127354"/>
                </a:lnTo>
                <a:lnTo>
                  <a:pt x="1231965" y="127731"/>
                </a:lnTo>
                <a:lnTo>
                  <a:pt x="1232507" y="128098"/>
                </a:lnTo>
                <a:lnTo>
                  <a:pt x="1233056" y="128455"/>
                </a:lnTo>
                <a:lnTo>
                  <a:pt x="1233612" y="128804"/>
                </a:lnTo>
                <a:lnTo>
                  <a:pt x="1234176" y="129143"/>
                </a:lnTo>
                <a:lnTo>
                  <a:pt x="1234747" y="129473"/>
                </a:lnTo>
                <a:lnTo>
                  <a:pt x="1235326" y="129794"/>
                </a:lnTo>
                <a:lnTo>
                  <a:pt x="1235912" y="130106"/>
                </a:lnTo>
                <a:lnTo>
                  <a:pt x="1236506" y="130408"/>
                </a:lnTo>
                <a:lnTo>
                  <a:pt x="1237107" y="130701"/>
                </a:lnTo>
                <a:lnTo>
                  <a:pt x="1237716" y="130985"/>
                </a:lnTo>
                <a:lnTo>
                  <a:pt x="1238331" y="131258"/>
                </a:lnTo>
                <a:lnTo>
                  <a:pt x="1238953" y="131520"/>
                </a:lnTo>
                <a:lnTo>
                  <a:pt x="1239581" y="131770"/>
                </a:lnTo>
                <a:lnTo>
                  <a:pt x="1240216" y="132009"/>
                </a:lnTo>
                <a:lnTo>
                  <a:pt x="1240857" y="132236"/>
                </a:lnTo>
                <a:lnTo>
                  <a:pt x="1241505" y="132451"/>
                </a:lnTo>
                <a:lnTo>
                  <a:pt x="1242159" y="132654"/>
                </a:lnTo>
                <a:lnTo>
                  <a:pt x="1242820" y="132846"/>
                </a:lnTo>
                <a:lnTo>
                  <a:pt x="1243487" y="133027"/>
                </a:lnTo>
                <a:lnTo>
                  <a:pt x="1244160" y="133195"/>
                </a:lnTo>
                <a:lnTo>
                  <a:pt x="1244840" y="133352"/>
                </a:lnTo>
                <a:lnTo>
                  <a:pt x="1245526" y="133498"/>
                </a:lnTo>
                <a:lnTo>
                  <a:pt x="1246219" y="133632"/>
                </a:lnTo>
                <a:lnTo>
                  <a:pt x="1246918" y="133754"/>
                </a:lnTo>
                <a:lnTo>
                  <a:pt x="1247624" y="133864"/>
                </a:lnTo>
                <a:lnTo>
                  <a:pt x="1248336" y="133963"/>
                </a:lnTo>
                <a:lnTo>
                  <a:pt x="1249055" y="134050"/>
                </a:lnTo>
                <a:lnTo>
                  <a:pt x="1249780" y="134126"/>
                </a:lnTo>
                <a:lnTo>
                  <a:pt x="1250511" y="134190"/>
                </a:lnTo>
                <a:lnTo>
                  <a:pt x="1251249" y="134242"/>
                </a:lnTo>
                <a:lnTo>
                  <a:pt x="1251994" y="134283"/>
                </a:lnTo>
                <a:lnTo>
                  <a:pt x="1252744" y="134312"/>
                </a:lnTo>
                <a:lnTo>
                  <a:pt x="1253502" y="134330"/>
                </a:lnTo>
                <a:lnTo>
                  <a:pt x="1254265" y="134335"/>
                </a:lnTo>
                <a:lnTo>
                  <a:pt x="1255029" y="134330"/>
                </a:lnTo>
                <a:lnTo>
                  <a:pt x="1255786" y="134312"/>
                </a:lnTo>
                <a:lnTo>
                  <a:pt x="1256536" y="134283"/>
                </a:lnTo>
                <a:lnTo>
                  <a:pt x="1257280" y="134242"/>
                </a:lnTo>
                <a:lnTo>
                  <a:pt x="1258018" y="134190"/>
                </a:lnTo>
                <a:lnTo>
                  <a:pt x="1258748" y="134126"/>
                </a:lnTo>
                <a:lnTo>
                  <a:pt x="1259473" y="134050"/>
                </a:lnTo>
                <a:lnTo>
                  <a:pt x="1260190" y="133963"/>
                </a:lnTo>
                <a:lnTo>
                  <a:pt x="1260901" y="133864"/>
                </a:lnTo>
                <a:lnTo>
                  <a:pt x="1261605" y="133754"/>
                </a:lnTo>
                <a:lnTo>
                  <a:pt x="1262303" y="133632"/>
                </a:lnTo>
                <a:lnTo>
                  <a:pt x="1262994" y="133498"/>
                </a:lnTo>
                <a:lnTo>
                  <a:pt x="1263679" y="133352"/>
                </a:lnTo>
                <a:lnTo>
                  <a:pt x="1264357" y="133195"/>
                </a:lnTo>
                <a:lnTo>
                  <a:pt x="1265028" y="133027"/>
                </a:lnTo>
                <a:lnTo>
                  <a:pt x="1265693" y="132846"/>
                </a:lnTo>
                <a:lnTo>
                  <a:pt x="1266351" y="132654"/>
                </a:lnTo>
                <a:lnTo>
                  <a:pt x="1267003" y="132451"/>
                </a:lnTo>
                <a:lnTo>
                  <a:pt x="1267648" y="132236"/>
                </a:lnTo>
                <a:lnTo>
                  <a:pt x="1268287" y="132009"/>
                </a:lnTo>
                <a:lnTo>
                  <a:pt x="1268919" y="131770"/>
                </a:lnTo>
                <a:lnTo>
                  <a:pt x="1269544" y="131520"/>
                </a:lnTo>
                <a:lnTo>
                  <a:pt x="1270163" y="131258"/>
                </a:lnTo>
                <a:lnTo>
                  <a:pt x="1270775" y="130985"/>
                </a:lnTo>
                <a:lnTo>
                  <a:pt x="1271380" y="130701"/>
                </a:lnTo>
                <a:lnTo>
                  <a:pt x="1271978" y="130408"/>
                </a:lnTo>
                <a:lnTo>
                  <a:pt x="1272568" y="130106"/>
                </a:lnTo>
                <a:lnTo>
                  <a:pt x="1273152" y="129794"/>
                </a:lnTo>
                <a:lnTo>
                  <a:pt x="1273728" y="129473"/>
                </a:lnTo>
                <a:lnTo>
                  <a:pt x="1274297" y="129143"/>
                </a:lnTo>
                <a:lnTo>
                  <a:pt x="1274858" y="128804"/>
                </a:lnTo>
                <a:lnTo>
                  <a:pt x="1275412" y="128455"/>
                </a:lnTo>
                <a:lnTo>
                  <a:pt x="1275959" y="128098"/>
                </a:lnTo>
                <a:lnTo>
                  <a:pt x="1276499" y="127731"/>
                </a:lnTo>
                <a:lnTo>
                  <a:pt x="1277031" y="127354"/>
                </a:lnTo>
                <a:lnTo>
                  <a:pt x="1277556" y="126969"/>
                </a:lnTo>
                <a:lnTo>
                  <a:pt x="1278074" y="126574"/>
                </a:lnTo>
                <a:lnTo>
                  <a:pt x="1278584" y="126170"/>
                </a:lnTo>
                <a:lnTo>
                  <a:pt x="1279087" y="125756"/>
                </a:lnTo>
                <a:lnTo>
                  <a:pt x="1279583" y="125334"/>
                </a:lnTo>
                <a:lnTo>
                  <a:pt x="1280072" y="124902"/>
                </a:lnTo>
                <a:lnTo>
                  <a:pt x="1280553" y="124461"/>
                </a:lnTo>
                <a:lnTo>
                  <a:pt x="1281027" y="124011"/>
                </a:lnTo>
                <a:lnTo>
                  <a:pt x="1281494" y="123551"/>
                </a:lnTo>
                <a:lnTo>
                  <a:pt x="1281953" y="123082"/>
                </a:lnTo>
                <a:lnTo>
                  <a:pt x="1282405" y="122604"/>
                </a:lnTo>
                <a:lnTo>
                  <a:pt x="1282850" y="122117"/>
                </a:lnTo>
                <a:lnTo>
                  <a:pt x="1283288" y="121620"/>
                </a:lnTo>
                <a:lnTo>
                  <a:pt x="1283718" y="121116"/>
                </a:lnTo>
                <a:lnTo>
                  <a:pt x="1284139" y="120604"/>
                </a:lnTo>
                <a:lnTo>
                  <a:pt x="1284551" y="120085"/>
                </a:lnTo>
                <a:lnTo>
                  <a:pt x="1284955" y="119558"/>
                </a:lnTo>
                <a:lnTo>
                  <a:pt x="1285351" y="119025"/>
                </a:lnTo>
                <a:lnTo>
                  <a:pt x="1285738" y="118484"/>
                </a:lnTo>
                <a:lnTo>
                  <a:pt x="1286116" y="117937"/>
                </a:lnTo>
                <a:lnTo>
                  <a:pt x="1286486" y="117382"/>
                </a:lnTo>
                <a:lnTo>
                  <a:pt x="1286847" y="116820"/>
                </a:lnTo>
                <a:lnTo>
                  <a:pt x="1287200" y="116251"/>
                </a:lnTo>
                <a:lnTo>
                  <a:pt x="1287544" y="115675"/>
                </a:lnTo>
                <a:lnTo>
                  <a:pt x="1287879" y="115091"/>
                </a:lnTo>
                <a:lnTo>
                  <a:pt x="1288206" y="114501"/>
                </a:lnTo>
                <a:lnTo>
                  <a:pt x="1288525" y="113903"/>
                </a:lnTo>
                <a:lnTo>
                  <a:pt x="1288835" y="113298"/>
                </a:lnTo>
                <a:lnTo>
                  <a:pt x="1289136" y="112686"/>
                </a:lnTo>
                <a:lnTo>
                  <a:pt x="1289429" y="112067"/>
                </a:lnTo>
                <a:lnTo>
                  <a:pt x="1289714" y="111441"/>
                </a:lnTo>
                <a:lnTo>
                  <a:pt x="1289989" y="110807"/>
                </a:lnTo>
                <a:lnTo>
                  <a:pt x="1290256" y="110167"/>
                </a:lnTo>
                <a:lnTo>
                  <a:pt x="1290515" y="109519"/>
                </a:lnTo>
                <a:lnTo>
                  <a:pt x="1290765" y="108864"/>
                </a:lnTo>
                <a:lnTo>
                  <a:pt x="1291007" y="108202"/>
                </a:lnTo>
                <a:lnTo>
                  <a:pt x="1291240" y="107533"/>
                </a:lnTo>
                <a:lnTo>
                  <a:pt x="1291464" y="106858"/>
                </a:lnTo>
                <a:lnTo>
                  <a:pt x="1291678" y="106178"/>
                </a:lnTo>
                <a:lnTo>
                  <a:pt x="1291883" y="105493"/>
                </a:lnTo>
                <a:lnTo>
                  <a:pt x="1292079" y="104804"/>
                </a:lnTo>
                <a:lnTo>
                  <a:pt x="1292264" y="104110"/>
                </a:lnTo>
                <a:lnTo>
                  <a:pt x="1292441" y="103411"/>
                </a:lnTo>
                <a:lnTo>
                  <a:pt x="1292607" y="102707"/>
                </a:lnTo>
                <a:lnTo>
                  <a:pt x="1292765" y="101998"/>
                </a:lnTo>
                <a:lnTo>
                  <a:pt x="1292912" y="101285"/>
                </a:lnTo>
                <a:lnTo>
                  <a:pt x="1293051" y="100567"/>
                </a:lnTo>
                <a:lnTo>
                  <a:pt x="1293179" y="99844"/>
                </a:lnTo>
                <a:lnTo>
                  <a:pt x="1293298" y="99117"/>
                </a:lnTo>
                <a:lnTo>
                  <a:pt x="1293408" y="98384"/>
                </a:lnTo>
                <a:lnTo>
                  <a:pt x="1293508" y="97647"/>
                </a:lnTo>
                <a:lnTo>
                  <a:pt x="1293599" y="96905"/>
                </a:lnTo>
                <a:lnTo>
                  <a:pt x="1293680" y="96159"/>
                </a:lnTo>
                <a:lnTo>
                  <a:pt x="1293751" y="95407"/>
                </a:lnTo>
                <a:lnTo>
                  <a:pt x="1293813" y="94651"/>
                </a:lnTo>
                <a:lnTo>
                  <a:pt x="1293866" y="93890"/>
                </a:lnTo>
                <a:lnTo>
                  <a:pt x="1293908" y="93125"/>
                </a:lnTo>
                <a:lnTo>
                  <a:pt x="1293942" y="92354"/>
                </a:lnTo>
                <a:lnTo>
                  <a:pt x="1293966" y="91579"/>
                </a:lnTo>
                <a:lnTo>
                  <a:pt x="1293980" y="90799"/>
                </a:lnTo>
                <a:lnTo>
                  <a:pt x="1293985" y="90014"/>
                </a:lnTo>
                <a:lnTo>
                  <a:pt x="1293985" y="88158"/>
                </a:lnTo>
                <a:lnTo>
                  <a:pt x="1293980" y="87373"/>
                </a:lnTo>
                <a:lnTo>
                  <a:pt x="1293966" y="86593"/>
                </a:lnTo>
                <a:lnTo>
                  <a:pt x="1293942" y="85817"/>
                </a:lnTo>
                <a:lnTo>
                  <a:pt x="1293908" y="85046"/>
                </a:lnTo>
                <a:lnTo>
                  <a:pt x="1293866" y="84280"/>
                </a:lnTo>
                <a:lnTo>
                  <a:pt x="1293813" y="83518"/>
                </a:lnTo>
                <a:lnTo>
                  <a:pt x="1293751" y="82761"/>
                </a:lnTo>
                <a:lnTo>
                  <a:pt x="1293680" y="82009"/>
                </a:lnTo>
                <a:lnTo>
                  <a:pt x="1293599" y="81261"/>
                </a:lnTo>
                <a:lnTo>
                  <a:pt x="1293508" y="80518"/>
                </a:lnTo>
                <a:lnTo>
                  <a:pt x="1293408" y="79779"/>
                </a:lnTo>
                <a:lnTo>
                  <a:pt x="1293298" y="79045"/>
                </a:lnTo>
                <a:lnTo>
                  <a:pt x="1293179" y="78316"/>
                </a:lnTo>
                <a:lnTo>
                  <a:pt x="1293051" y="77591"/>
                </a:lnTo>
                <a:lnTo>
                  <a:pt x="1292912" y="76871"/>
                </a:lnTo>
                <a:lnTo>
                  <a:pt x="1292765" y="76156"/>
                </a:lnTo>
                <a:lnTo>
                  <a:pt x="1292607" y="75445"/>
                </a:lnTo>
                <a:lnTo>
                  <a:pt x="1292441" y="74739"/>
                </a:lnTo>
                <a:lnTo>
                  <a:pt x="1292264" y="74037"/>
                </a:lnTo>
                <a:lnTo>
                  <a:pt x="1292079" y="73340"/>
                </a:lnTo>
                <a:lnTo>
                  <a:pt x="1291883" y="72648"/>
                </a:lnTo>
                <a:lnTo>
                  <a:pt x="1291678" y="71960"/>
                </a:lnTo>
                <a:lnTo>
                  <a:pt x="1291464" y="71277"/>
                </a:lnTo>
                <a:lnTo>
                  <a:pt x="1291240" y="70599"/>
                </a:lnTo>
                <a:lnTo>
                  <a:pt x="1291007" y="69926"/>
                </a:lnTo>
                <a:lnTo>
                  <a:pt x="1290765" y="69261"/>
                </a:lnTo>
                <a:lnTo>
                  <a:pt x="1290515" y="68603"/>
                </a:lnTo>
                <a:lnTo>
                  <a:pt x="1290256" y="67953"/>
                </a:lnTo>
                <a:lnTo>
                  <a:pt x="1289989" y="67309"/>
                </a:lnTo>
                <a:lnTo>
                  <a:pt x="1289714" y="66673"/>
                </a:lnTo>
                <a:lnTo>
                  <a:pt x="1289429" y="66044"/>
                </a:lnTo>
                <a:lnTo>
                  <a:pt x="1289136" y="65423"/>
                </a:lnTo>
                <a:lnTo>
                  <a:pt x="1288835" y="64809"/>
                </a:lnTo>
                <a:lnTo>
                  <a:pt x="1288525" y="64202"/>
                </a:lnTo>
                <a:lnTo>
                  <a:pt x="1288206" y="63602"/>
                </a:lnTo>
                <a:lnTo>
                  <a:pt x="1287879" y="63010"/>
                </a:lnTo>
                <a:lnTo>
                  <a:pt x="1287544" y="62425"/>
                </a:lnTo>
                <a:lnTo>
                  <a:pt x="1287200" y="61847"/>
                </a:lnTo>
                <a:lnTo>
                  <a:pt x="1286847" y="61277"/>
                </a:lnTo>
                <a:lnTo>
                  <a:pt x="1286486" y="60714"/>
                </a:lnTo>
                <a:lnTo>
                  <a:pt x="1286116" y="60158"/>
                </a:lnTo>
                <a:lnTo>
                  <a:pt x="1285738" y="59609"/>
                </a:lnTo>
                <a:lnTo>
                  <a:pt x="1285351" y="59068"/>
                </a:lnTo>
                <a:lnTo>
                  <a:pt x="1284955" y="58534"/>
                </a:lnTo>
                <a:lnTo>
                  <a:pt x="1284551" y="58007"/>
                </a:lnTo>
                <a:lnTo>
                  <a:pt x="1284139" y="57488"/>
                </a:lnTo>
                <a:lnTo>
                  <a:pt x="1283718" y="56976"/>
                </a:lnTo>
                <a:lnTo>
                  <a:pt x="1283288" y="56471"/>
                </a:lnTo>
                <a:lnTo>
                  <a:pt x="1282850" y="55974"/>
                </a:lnTo>
                <a:lnTo>
                  <a:pt x="1282405" y="55487"/>
                </a:lnTo>
                <a:lnTo>
                  <a:pt x="1281952" y="55009"/>
                </a:lnTo>
                <a:lnTo>
                  <a:pt x="1281492" y="54540"/>
                </a:lnTo>
                <a:lnTo>
                  <a:pt x="1281024" y="54081"/>
                </a:lnTo>
                <a:lnTo>
                  <a:pt x="1280548" y="53630"/>
                </a:lnTo>
                <a:lnTo>
                  <a:pt x="1280065" y="53189"/>
                </a:lnTo>
                <a:lnTo>
                  <a:pt x="1279574" y="52757"/>
                </a:lnTo>
                <a:lnTo>
                  <a:pt x="1279076" y="52335"/>
                </a:lnTo>
                <a:lnTo>
                  <a:pt x="1278570" y="51921"/>
                </a:lnTo>
                <a:lnTo>
                  <a:pt x="1278057" y="51517"/>
                </a:lnTo>
                <a:lnTo>
                  <a:pt x="1277536" y="51123"/>
                </a:lnTo>
                <a:lnTo>
                  <a:pt x="1277007" y="50737"/>
                </a:lnTo>
                <a:lnTo>
                  <a:pt x="1276471" y="50361"/>
                </a:lnTo>
                <a:lnTo>
                  <a:pt x="1275928" y="49994"/>
                </a:lnTo>
                <a:lnTo>
                  <a:pt x="1275376" y="49636"/>
                </a:lnTo>
                <a:lnTo>
                  <a:pt x="1274818" y="49287"/>
                </a:lnTo>
                <a:lnTo>
                  <a:pt x="1274251" y="48948"/>
                </a:lnTo>
                <a:lnTo>
                  <a:pt x="1273677" y="48618"/>
                </a:lnTo>
                <a:lnTo>
                  <a:pt x="1273096" y="48297"/>
                </a:lnTo>
                <a:lnTo>
                  <a:pt x="1272507" y="47985"/>
                </a:lnTo>
                <a:lnTo>
                  <a:pt x="1271910" y="47683"/>
                </a:lnTo>
                <a:lnTo>
                  <a:pt x="1271306" y="47390"/>
                </a:lnTo>
                <a:lnTo>
                  <a:pt x="1270694" y="47106"/>
                </a:lnTo>
                <a:lnTo>
                  <a:pt x="1270075" y="46833"/>
                </a:lnTo>
                <a:lnTo>
                  <a:pt x="1269450" y="46571"/>
                </a:lnTo>
                <a:lnTo>
                  <a:pt x="1268819" y="46321"/>
                </a:lnTo>
                <a:lnTo>
                  <a:pt x="1268181" y="46082"/>
                </a:lnTo>
                <a:lnTo>
                  <a:pt x="1267537" y="45856"/>
                </a:lnTo>
                <a:lnTo>
                  <a:pt x="1266887" y="45640"/>
                </a:lnTo>
                <a:lnTo>
                  <a:pt x="1266230" y="45437"/>
                </a:lnTo>
                <a:lnTo>
                  <a:pt x="1265568" y="45245"/>
                </a:lnTo>
                <a:lnTo>
                  <a:pt x="1264898" y="45065"/>
                </a:lnTo>
                <a:lnTo>
                  <a:pt x="1264223" y="44896"/>
                </a:lnTo>
                <a:lnTo>
                  <a:pt x="1263541" y="44739"/>
                </a:lnTo>
                <a:lnTo>
                  <a:pt x="1262853" y="44593"/>
                </a:lnTo>
                <a:lnTo>
                  <a:pt x="1262159" y="44460"/>
                </a:lnTo>
                <a:lnTo>
                  <a:pt x="1261458" y="44338"/>
                </a:lnTo>
                <a:lnTo>
                  <a:pt x="1260751" y="44227"/>
                </a:lnTo>
                <a:lnTo>
                  <a:pt x="1260038" y="44128"/>
                </a:lnTo>
                <a:lnTo>
                  <a:pt x="1259318" y="44041"/>
                </a:lnTo>
                <a:lnTo>
                  <a:pt x="1258592" y="43965"/>
                </a:lnTo>
                <a:lnTo>
                  <a:pt x="1257860" y="43901"/>
                </a:lnTo>
                <a:lnTo>
                  <a:pt x="1257121" y="43849"/>
                </a:lnTo>
                <a:lnTo>
                  <a:pt x="1256376" y="43808"/>
                </a:lnTo>
                <a:lnTo>
                  <a:pt x="1255625" y="43779"/>
                </a:lnTo>
                <a:lnTo>
                  <a:pt x="1254868" y="43762"/>
                </a:lnTo>
                <a:lnTo>
                  <a:pt x="1254104" y="43756"/>
                </a:lnTo>
                <a:lnTo>
                  <a:pt x="1253347" y="43762"/>
                </a:lnTo>
                <a:lnTo>
                  <a:pt x="1252596" y="43779"/>
                </a:lnTo>
                <a:lnTo>
                  <a:pt x="1251851" y="43808"/>
                </a:lnTo>
                <a:lnTo>
                  <a:pt x="1251112" y="43849"/>
                </a:lnTo>
                <a:lnTo>
                  <a:pt x="1250380" y="43901"/>
                </a:lnTo>
                <a:lnTo>
                  <a:pt x="1249654" y="43965"/>
                </a:lnTo>
                <a:lnTo>
                  <a:pt x="1248933" y="44041"/>
                </a:lnTo>
                <a:lnTo>
                  <a:pt x="1248220" y="44128"/>
                </a:lnTo>
                <a:lnTo>
                  <a:pt x="1247512" y="44227"/>
                </a:lnTo>
                <a:lnTo>
                  <a:pt x="1246810" y="44338"/>
                </a:lnTo>
                <a:lnTo>
                  <a:pt x="1246115" y="44460"/>
                </a:lnTo>
                <a:lnTo>
                  <a:pt x="1245425" y="44593"/>
                </a:lnTo>
                <a:lnTo>
                  <a:pt x="1244742" y="44739"/>
                </a:lnTo>
                <a:lnTo>
                  <a:pt x="1244065" y="44896"/>
                </a:lnTo>
                <a:lnTo>
                  <a:pt x="1243394" y="45065"/>
                </a:lnTo>
                <a:lnTo>
                  <a:pt x="1242730" y="45245"/>
                </a:lnTo>
                <a:lnTo>
                  <a:pt x="1242071" y="45437"/>
                </a:lnTo>
                <a:lnTo>
                  <a:pt x="1241419" y="45640"/>
                </a:lnTo>
                <a:lnTo>
                  <a:pt x="1240773" y="45856"/>
                </a:lnTo>
                <a:lnTo>
                  <a:pt x="1240133" y="46082"/>
                </a:lnTo>
                <a:lnTo>
                  <a:pt x="1239499" y="46321"/>
                </a:lnTo>
                <a:lnTo>
                  <a:pt x="1238872" y="46571"/>
                </a:lnTo>
                <a:lnTo>
                  <a:pt x="1238250" y="46833"/>
                </a:lnTo>
                <a:lnTo>
                  <a:pt x="1237635" y="47106"/>
                </a:lnTo>
                <a:lnTo>
                  <a:pt x="1237026" y="47390"/>
                </a:lnTo>
                <a:lnTo>
                  <a:pt x="1236426" y="47683"/>
                </a:lnTo>
                <a:lnTo>
                  <a:pt x="1235832" y="47985"/>
                </a:lnTo>
                <a:lnTo>
                  <a:pt x="1235247" y="48297"/>
                </a:lnTo>
                <a:lnTo>
                  <a:pt x="1234668" y="48618"/>
                </a:lnTo>
                <a:lnTo>
                  <a:pt x="1234098" y="48948"/>
                </a:lnTo>
                <a:lnTo>
                  <a:pt x="1233535" y="49287"/>
                </a:lnTo>
                <a:lnTo>
                  <a:pt x="1232979" y="49636"/>
                </a:lnTo>
                <a:lnTo>
                  <a:pt x="1232432" y="49994"/>
                </a:lnTo>
                <a:lnTo>
                  <a:pt x="1231891" y="50361"/>
                </a:lnTo>
                <a:lnTo>
                  <a:pt x="1231359" y="50737"/>
                </a:lnTo>
                <a:lnTo>
                  <a:pt x="1230833" y="51123"/>
                </a:lnTo>
                <a:lnTo>
                  <a:pt x="1230316" y="51517"/>
                </a:lnTo>
                <a:lnTo>
                  <a:pt x="1229806" y="51921"/>
                </a:lnTo>
                <a:lnTo>
                  <a:pt x="1229303" y="52335"/>
                </a:lnTo>
                <a:lnTo>
                  <a:pt x="1228808" y="52757"/>
                </a:lnTo>
                <a:lnTo>
                  <a:pt x="1228321" y="53189"/>
                </a:lnTo>
                <a:lnTo>
                  <a:pt x="1227841" y="53630"/>
                </a:lnTo>
                <a:lnTo>
                  <a:pt x="1227369" y="54081"/>
                </a:lnTo>
                <a:lnTo>
                  <a:pt x="1226904" y="54540"/>
                </a:lnTo>
                <a:lnTo>
                  <a:pt x="1226447" y="55009"/>
                </a:lnTo>
                <a:lnTo>
                  <a:pt x="1225998" y="55487"/>
                </a:lnTo>
                <a:lnTo>
                  <a:pt x="1225556" y="55974"/>
                </a:lnTo>
                <a:lnTo>
                  <a:pt x="1225122" y="56471"/>
                </a:lnTo>
                <a:lnTo>
                  <a:pt x="1224695" y="56976"/>
                </a:lnTo>
                <a:lnTo>
                  <a:pt x="1224277" y="57488"/>
                </a:lnTo>
                <a:lnTo>
                  <a:pt x="1223868" y="58007"/>
                </a:lnTo>
                <a:lnTo>
                  <a:pt x="1223467" y="58534"/>
                </a:lnTo>
                <a:lnTo>
                  <a:pt x="1223074" y="59068"/>
                </a:lnTo>
                <a:lnTo>
                  <a:pt x="1222690" y="59609"/>
                </a:lnTo>
                <a:lnTo>
                  <a:pt x="1222314" y="60158"/>
                </a:lnTo>
                <a:lnTo>
                  <a:pt x="1221946" y="60714"/>
                </a:lnTo>
                <a:lnTo>
                  <a:pt x="1221587" y="61277"/>
                </a:lnTo>
                <a:lnTo>
                  <a:pt x="1221237" y="61847"/>
                </a:lnTo>
                <a:lnTo>
                  <a:pt x="1220894" y="62425"/>
                </a:lnTo>
                <a:lnTo>
                  <a:pt x="1220560" y="63010"/>
                </a:lnTo>
                <a:lnTo>
                  <a:pt x="1220235" y="63602"/>
                </a:lnTo>
                <a:lnTo>
                  <a:pt x="1219918" y="64202"/>
                </a:lnTo>
                <a:lnTo>
                  <a:pt x="1219609" y="64809"/>
                </a:lnTo>
                <a:lnTo>
                  <a:pt x="1219309" y="65423"/>
                </a:lnTo>
                <a:lnTo>
                  <a:pt x="1219017" y="66044"/>
                </a:lnTo>
                <a:lnTo>
                  <a:pt x="1218734" y="66673"/>
                </a:lnTo>
                <a:lnTo>
                  <a:pt x="1218459" y="67309"/>
                </a:lnTo>
                <a:lnTo>
                  <a:pt x="1218192" y="67953"/>
                </a:lnTo>
                <a:lnTo>
                  <a:pt x="1217934" y="68603"/>
                </a:lnTo>
                <a:lnTo>
                  <a:pt x="1217684" y="69261"/>
                </a:lnTo>
                <a:lnTo>
                  <a:pt x="1217443" y="69926"/>
                </a:lnTo>
                <a:lnTo>
                  <a:pt x="1217210" y="70599"/>
                </a:lnTo>
                <a:lnTo>
                  <a:pt x="1216986" y="71277"/>
                </a:lnTo>
                <a:lnTo>
                  <a:pt x="1216772" y="71960"/>
                </a:lnTo>
                <a:lnTo>
                  <a:pt x="1216567" y="72648"/>
                </a:lnTo>
                <a:lnTo>
                  <a:pt x="1216371" y="73340"/>
                </a:lnTo>
                <a:lnTo>
                  <a:pt x="1216186" y="74037"/>
                </a:lnTo>
                <a:lnTo>
                  <a:pt x="1216009" y="74739"/>
                </a:lnTo>
                <a:lnTo>
                  <a:pt x="1215842" y="75445"/>
                </a:lnTo>
                <a:lnTo>
                  <a:pt x="1215685" y="76156"/>
                </a:lnTo>
                <a:lnTo>
                  <a:pt x="1215537" y="76871"/>
                </a:lnTo>
                <a:lnTo>
                  <a:pt x="1215399" y="77591"/>
                </a:lnTo>
                <a:lnTo>
                  <a:pt x="1215271" y="78316"/>
                </a:lnTo>
                <a:lnTo>
                  <a:pt x="1215151" y="79045"/>
                </a:lnTo>
                <a:lnTo>
                  <a:pt x="1215042" y="79779"/>
                </a:lnTo>
                <a:lnTo>
                  <a:pt x="1214942" y="80518"/>
                </a:lnTo>
                <a:lnTo>
                  <a:pt x="1214851" y="81261"/>
                </a:lnTo>
                <a:lnTo>
                  <a:pt x="1214770" y="82009"/>
                </a:lnTo>
                <a:lnTo>
                  <a:pt x="1214699" y="82761"/>
                </a:lnTo>
                <a:lnTo>
                  <a:pt x="1214637" y="83518"/>
                </a:lnTo>
                <a:lnTo>
                  <a:pt x="1214584" y="84280"/>
                </a:lnTo>
                <a:lnTo>
                  <a:pt x="1214541" y="85046"/>
                </a:lnTo>
                <a:lnTo>
                  <a:pt x="1214508" y="85817"/>
                </a:lnTo>
                <a:lnTo>
                  <a:pt x="1214484" y="86593"/>
                </a:lnTo>
                <a:lnTo>
                  <a:pt x="1214470" y="87373"/>
                </a:lnTo>
                <a:lnTo>
                  <a:pt x="1214465" y="88158"/>
                </a:lnTo>
                <a:lnTo>
                  <a:pt x="1214465" y="90014"/>
                </a:lnTo>
                <a:lnTo>
                  <a:pt x="1214470" y="90799"/>
                </a:lnTo>
                <a:lnTo>
                  <a:pt x="1214484" y="91579"/>
                </a:lnTo>
                <a:lnTo>
                  <a:pt x="1214508" y="92354"/>
                </a:lnTo>
                <a:lnTo>
                  <a:pt x="1214541" y="93125"/>
                </a:lnTo>
                <a:lnTo>
                  <a:pt x="1214584" y="93890"/>
                </a:lnTo>
                <a:lnTo>
                  <a:pt x="1214637" y="94651"/>
                </a:lnTo>
                <a:close/>
                <a:moveTo>
                  <a:pt x="1229496" y="84971"/>
                </a:moveTo>
                <a:lnTo>
                  <a:pt x="1229531" y="84449"/>
                </a:lnTo>
                <a:lnTo>
                  <a:pt x="1229571" y="83928"/>
                </a:lnTo>
                <a:lnTo>
                  <a:pt x="1229616" y="83410"/>
                </a:lnTo>
                <a:lnTo>
                  <a:pt x="1229667" y="82895"/>
                </a:lnTo>
                <a:lnTo>
                  <a:pt x="1229723" y="82381"/>
                </a:lnTo>
                <a:lnTo>
                  <a:pt x="1229784" y="81871"/>
                </a:lnTo>
                <a:lnTo>
                  <a:pt x="1229850" y="81362"/>
                </a:lnTo>
                <a:lnTo>
                  <a:pt x="1229922" y="80856"/>
                </a:lnTo>
                <a:lnTo>
                  <a:pt x="1230000" y="80353"/>
                </a:lnTo>
                <a:lnTo>
                  <a:pt x="1230082" y="79851"/>
                </a:lnTo>
                <a:lnTo>
                  <a:pt x="1230170" y="79352"/>
                </a:lnTo>
                <a:lnTo>
                  <a:pt x="1230263" y="78856"/>
                </a:lnTo>
                <a:lnTo>
                  <a:pt x="1230362" y="78362"/>
                </a:lnTo>
                <a:lnTo>
                  <a:pt x="1230466" y="77870"/>
                </a:lnTo>
                <a:lnTo>
                  <a:pt x="1230575" y="77381"/>
                </a:lnTo>
                <a:lnTo>
                  <a:pt x="1230689" y="76894"/>
                </a:lnTo>
                <a:lnTo>
                  <a:pt x="1230809" y="76409"/>
                </a:lnTo>
                <a:lnTo>
                  <a:pt x="1230934" y="75927"/>
                </a:lnTo>
                <a:lnTo>
                  <a:pt x="1231065" y="75448"/>
                </a:lnTo>
                <a:lnTo>
                  <a:pt x="1231201" y="74974"/>
                </a:lnTo>
                <a:lnTo>
                  <a:pt x="1231342" y="74504"/>
                </a:lnTo>
                <a:lnTo>
                  <a:pt x="1231489" y="74039"/>
                </a:lnTo>
                <a:lnTo>
                  <a:pt x="1231642" y="73578"/>
                </a:lnTo>
                <a:lnTo>
                  <a:pt x="1231800" y="73122"/>
                </a:lnTo>
                <a:lnTo>
                  <a:pt x="1231963" y="72670"/>
                </a:lnTo>
                <a:lnTo>
                  <a:pt x="1232132" y="72222"/>
                </a:lnTo>
                <a:lnTo>
                  <a:pt x="1232306" y="71779"/>
                </a:lnTo>
                <a:lnTo>
                  <a:pt x="1232486" y="71341"/>
                </a:lnTo>
                <a:lnTo>
                  <a:pt x="1232671" y="70907"/>
                </a:lnTo>
                <a:lnTo>
                  <a:pt x="1232862" y="70478"/>
                </a:lnTo>
                <a:lnTo>
                  <a:pt x="1233058" y="70053"/>
                </a:lnTo>
                <a:lnTo>
                  <a:pt x="1233259" y="69632"/>
                </a:lnTo>
                <a:lnTo>
                  <a:pt x="1233467" y="69216"/>
                </a:lnTo>
                <a:lnTo>
                  <a:pt x="1233679" y="68805"/>
                </a:lnTo>
                <a:lnTo>
                  <a:pt x="1233897" y="68398"/>
                </a:lnTo>
                <a:lnTo>
                  <a:pt x="1234121" y="67995"/>
                </a:lnTo>
                <a:lnTo>
                  <a:pt x="1234350" y="67597"/>
                </a:lnTo>
                <a:lnTo>
                  <a:pt x="1234584" y="67204"/>
                </a:lnTo>
                <a:lnTo>
                  <a:pt x="1234824" y="66814"/>
                </a:lnTo>
                <a:lnTo>
                  <a:pt x="1235069" y="66430"/>
                </a:lnTo>
                <a:lnTo>
                  <a:pt x="1235320" y="66050"/>
                </a:lnTo>
                <a:lnTo>
                  <a:pt x="1235576" y="65674"/>
                </a:lnTo>
                <a:lnTo>
                  <a:pt x="1235838" y="65304"/>
                </a:lnTo>
                <a:lnTo>
                  <a:pt x="1236105" y="64941"/>
                </a:lnTo>
                <a:lnTo>
                  <a:pt x="1236377" y="64584"/>
                </a:lnTo>
                <a:lnTo>
                  <a:pt x="1236655" y="64233"/>
                </a:lnTo>
                <a:lnTo>
                  <a:pt x="1236938" y="63890"/>
                </a:lnTo>
                <a:lnTo>
                  <a:pt x="1237226" y="63552"/>
                </a:lnTo>
                <a:lnTo>
                  <a:pt x="1237520" y="63222"/>
                </a:lnTo>
                <a:lnTo>
                  <a:pt x="1237819" y="62898"/>
                </a:lnTo>
                <a:lnTo>
                  <a:pt x="1238123" y="62581"/>
                </a:lnTo>
                <a:lnTo>
                  <a:pt x="1238433" y="62270"/>
                </a:lnTo>
                <a:lnTo>
                  <a:pt x="1238748" y="61966"/>
                </a:lnTo>
                <a:lnTo>
                  <a:pt x="1239068" y="61668"/>
                </a:lnTo>
                <a:lnTo>
                  <a:pt x="1239393" y="61377"/>
                </a:lnTo>
                <a:lnTo>
                  <a:pt x="1239724" y="61092"/>
                </a:lnTo>
                <a:lnTo>
                  <a:pt x="1240061" y="60815"/>
                </a:lnTo>
                <a:lnTo>
                  <a:pt x="1240402" y="60543"/>
                </a:lnTo>
                <a:lnTo>
                  <a:pt x="1240749" y="60279"/>
                </a:lnTo>
                <a:lnTo>
                  <a:pt x="1241101" y="60021"/>
                </a:lnTo>
                <a:lnTo>
                  <a:pt x="1241459" y="59769"/>
                </a:lnTo>
                <a:lnTo>
                  <a:pt x="1241822" y="59524"/>
                </a:lnTo>
                <a:lnTo>
                  <a:pt x="1242190" y="59286"/>
                </a:lnTo>
                <a:lnTo>
                  <a:pt x="1242563" y="59054"/>
                </a:lnTo>
                <a:lnTo>
                  <a:pt x="1242942" y="58829"/>
                </a:lnTo>
                <a:lnTo>
                  <a:pt x="1243326" y="58610"/>
                </a:lnTo>
                <a:lnTo>
                  <a:pt x="1243716" y="58399"/>
                </a:lnTo>
                <a:lnTo>
                  <a:pt x="1244110" y="58198"/>
                </a:lnTo>
                <a:lnTo>
                  <a:pt x="1244510" y="58005"/>
                </a:lnTo>
                <a:lnTo>
                  <a:pt x="1244915" y="57821"/>
                </a:lnTo>
                <a:lnTo>
                  <a:pt x="1245325" y="57646"/>
                </a:lnTo>
                <a:lnTo>
                  <a:pt x="1245741" y="57480"/>
                </a:lnTo>
                <a:lnTo>
                  <a:pt x="1246161" y="57323"/>
                </a:lnTo>
                <a:lnTo>
                  <a:pt x="1246587" y="57175"/>
                </a:lnTo>
                <a:lnTo>
                  <a:pt x="1247018" y="57036"/>
                </a:lnTo>
                <a:lnTo>
                  <a:pt x="1247454" y="56906"/>
                </a:lnTo>
                <a:lnTo>
                  <a:pt x="1247895" y="56785"/>
                </a:lnTo>
                <a:lnTo>
                  <a:pt x="1248342" y="56673"/>
                </a:lnTo>
                <a:lnTo>
                  <a:pt x="1248793" y="56570"/>
                </a:lnTo>
                <a:lnTo>
                  <a:pt x="1249250" y="56475"/>
                </a:lnTo>
                <a:lnTo>
                  <a:pt x="1249712" y="56390"/>
                </a:lnTo>
                <a:lnTo>
                  <a:pt x="1250179" y="56314"/>
                </a:lnTo>
                <a:lnTo>
                  <a:pt x="1250652" y="56247"/>
                </a:lnTo>
                <a:lnTo>
                  <a:pt x="1251129" y="56188"/>
                </a:lnTo>
                <a:lnTo>
                  <a:pt x="1251612" y="56139"/>
                </a:lnTo>
                <a:lnTo>
                  <a:pt x="1252100" y="56099"/>
                </a:lnTo>
                <a:lnTo>
                  <a:pt x="1252593" y="56067"/>
                </a:lnTo>
                <a:lnTo>
                  <a:pt x="1253092" y="56045"/>
                </a:lnTo>
                <a:lnTo>
                  <a:pt x="1253595" y="56031"/>
                </a:lnTo>
                <a:lnTo>
                  <a:pt x="1254104" y="56027"/>
                </a:lnTo>
                <a:lnTo>
                  <a:pt x="1254619" y="56031"/>
                </a:lnTo>
                <a:lnTo>
                  <a:pt x="1255129" y="56045"/>
                </a:lnTo>
                <a:lnTo>
                  <a:pt x="1255633" y="56067"/>
                </a:lnTo>
                <a:lnTo>
                  <a:pt x="1256132" y="56099"/>
                </a:lnTo>
                <a:lnTo>
                  <a:pt x="1256626" y="56139"/>
                </a:lnTo>
                <a:lnTo>
                  <a:pt x="1257114" y="56188"/>
                </a:lnTo>
                <a:lnTo>
                  <a:pt x="1257596" y="56247"/>
                </a:lnTo>
                <a:lnTo>
                  <a:pt x="1258073" y="56314"/>
                </a:lnTo>
                <a:lnTo>
                  <a:pt x="1258545" y="56390"/>
                </a:lnTo>
                <a:lnTo>
                  <a:pt x="1259011" y="56475"/>
                </a:lnTo>
                <a:lnTo>
                  <a:pt x="1259471" y="56570"/>
                </a:lnTo>
                <a:lnTo>
                  <a:pt x="1259927" y="56673"/>
                </a:lnTo>
                <a:lnTo>
                  <a:pt x="1260376" y="56785"/>
                </a:lnTo>
                <a:lnTo>
                  <a:pt x="1260820" y="56906"/>
                </a:lnTo>
                <a:lnTo>
                  <a:pt x="1261259" y="57036"/>
                </a:lnTo>
                <a:lnTo>
                  <a:pt x="1261693" y="57175"/>
                </a:lnTo>
                <a:lnTo>
                  <a:pt x="1262120" y="57323"/>
                </a:lnTo>
                <a:lnTo>
                  <a:pt x="1262543" y="57480"/>
                </a:lnTo>
                <a:lnTo>
                  <a:pt x="1262960" y="57646"/>
                </a:lnTo>
                <a:lnTo>
                  <a:pt x="1263371" y="57821"/>
                </a:lnTo>
                <a:lnTo>
                  <a:pt x="1263777" y="58005"/>
                </a:lnTo>
                <a:lnTo>
                  <a:pt x="1264177" y="58198"/>
                </a:lnTo>
                <a:lnTo>
                  <a:pt x="1264573" y="58399"/>
                </a:lnTo>
                <a:lnTo>
                  <a:pt x="1264962" y="58610"/>
                </a:lnTo>
                <a:lnTo>
                  <a:pt x="1265346" y="58829"/>
                </a:lnTo>
                <a:lnTo>
                  <a:pt x="1265725" y="59054"/>
                </a:lnTo>
                <a:lnTo>
                  <a:pt x="1266099" y="59286"/>
                </a:lnTo>
                <a:lnTo>
                  <a:pt x="1266467" y="59524"/>
                </a:lnTo>
                <a:lnTo>
                  <a:pt x="1266830" y="59769"/>
                </a:lnTo>
                <a:lnTo>
                  <a:pt x="1267187" y="60021"/>
                </a:lnTo>
                <a:lnTo>
                  <a:pt x="1267539" y="60279"/>
                </a:lnTo>
                <a:lnTo>
                  <a:pt x="1267886" y="60543"/>
                </a:lnTo>
                <a:lnTo>
                  <a:pt x="1268228" y="60815"/>
                </a:lnTo>
                <a:lnTo>
                  <a:pt x="1268564" y="61092"/>
                </a:lnTo>
                <a:lnTo>
                  <a:pt x="1268895" y="61377"/>
                </a:lnTo>
                <a:lnTo>
                  <a:pt x="1269221" y="61668"/>
                </a:lnTo>
                <a:lnTo>
                  <a:pt x="1269541" y="61966"/>
                </a:lnTo>
                <a:lnTo>
                  <a:pt x="1269856" y="62270"/>
                </a:lnTo>
                <a:lnTo>
                  <a:pt x="1270165" y="62581"/>
                </a:lnTo>
                <a:lnTo>
                  <a:pt x="1270470" y="62898"/>
                </a:lnTo>
                <a:lnTo>
                  <a:pt x="1270769" y="63222"/>
                </a:lnTo>
                <a:lnTo>
                  <a:pt x="1271062" y="63552"/>
                </a:lnTo>
                <a:lnTo>
                  <a:pt x="1271351" y="63890"/>
                </a:lnTo>
                <a:lnTo>
                  <a:pt x="1271634" y="64233"/>
                </a:lnTo>
                <a:lnTo>
                  <a:pt x="1271911" y="64584"/>
                </a:lnTo>
                <a:lnTo>
                  <a:pt x="1272184" y="64941"/>
                </a:lnTo>
                <a:lnTo>
                  <a:pt x="1272451" y="65304"/>
                </a:lnTo>
                <a:lnTo>
                  <a:pt x="1272712" y="65674"/>
                </a:lnTo>
                <a:lnTo>
                  <a:pt x="1272969" y="66050"/>
                </a:lnTo>
                <a:lnTo>
                  <a:pt x="1273220" y="66430"/>
                </a:lnTo>
                <a:lnTo>
                  <a:pt x="1273465" y="66814"/>
                </a:lnTo>
                <a:lnTo>
                  <a:pt x="1273706" y="67204"/>
                </a:lnTo>
                <a:lnTo>
                  <a:pt x="1273941" y="67597"/>
                </a:lnTo>
                <a:lnTo>
                  <a:pt x="1274170" y="67995"/>
                </a:lnTo>
                <a:lnTo>
                  <a:pt x="1274395" y="68398"/>
                </a:lnTo>
                <a:lnTo>
                  <a:pt x="1274614" y="68805"/>
                </a:lnTo>
                <a:lnTo>
                  <a:pt x="1274828" y="69216"/>
                </a:lnTo>
                <a:lnTo>
                  <a:pt x="1275036" y="69632"/>
                </a:lnTo>
                <a:lnTo>
                  <a:pt x="1275239" y="70053"/>
                </a:lnTo>
                <a:lnTo>
                  <a:pt x="1275437" y="70478"/>
                </a:lnTo>
                <a:lnTo>
                  <a:pt x="1275629" y="70907"/>
                </a:lnTo>
                <a:lnTo>
                  <a:pt x="1275816" y="71341"/>
                </a:lnTo>
                <a:lnTo>
                  <a:pt x="1275998" y="71779"/>
                </a:lnTo>
                <a:lnTo>
                  <a:pt x="1276175" y="72222"/>
                </a:lnTo>
                <a:lnTo>
                  <a:pt x="1276346" y="72670"/>
                </a:lnTo>
                <a:lnTo>
                  <a:pt x="1276512" y="73122"/>
                </a:lnTo>
                <a:lnTo>
                  <a:pt x="1276672" y="73578"/>
                </a:lnTo>
                <a:lnTo>
                  <a:pt x="1276827" y="74039"/>
                </a:lnTo>
                <a:lnTo>
                  <a:pt x="1276977" y="74504"/>
                </a:lnTo>
                <a:lnTo>
                  <a:pt x="1277122" y="74974"/>
                </a:lnTo>
                <a:lnTo>
                  <a:pt x="1277261" y="75448"/>
                </a:lnTo>
                <a:lnTo>
                  <a:pt x="1277395" y="75927"/>
                </a:lnTo>
                <a:lnTo>
                  <a:pt x="1277523" y="76409"/>
                </a:lnTo>
                <a:lnTo>
                  <a:pt x="1277646" y="76894"/>
                </a:lnTo>
                <a:lnTo>
                  <a:pt x="1277764" y="77381"/>
                </a:lnTo>
                <a:lnTo>
                  <a:pt x="1277876" y="77870"/>
                </a:lnTo>
                <a:lnTo>
                  <a:pt x="1277982" y="78362"/>
                </a:lnTo>
                <a:lnTo>
                  <a:pt x="1278083" y="78856"/>
                </a:lnTo>
                <a:lnTo>
                  <a:pt x="1278179" y="79352"/>
                </a:lnTo>
                <a:lnTo>
                  <a:pt x="1278269" y="79851"/>
                </a:lnTo>
                <a:lnTo>
                  <a:pt x="1278354" y="80353"/>
                </a:lnTo>
                <a:lnTo>
                  <a:pt x="1278433" y="80856"/>
                </a:lnTo>
                <a:lnTo>
                  <a:pt x="1278507" y="81362"/>
                </a:lnTo>
                <a:lnTo>
                  <a:pt x="1278575" y="81871"/>
                </a:lnTo>
                <a:lnTo>
                  <a:pt x="1278638" y="82381"/>
                </a:lnTo>
                <a:lnTo>
                  <a:pt x="1278696" y="82895"/>
                </a:lnTo>
                <a:lnTo>
                  <a:pt x="1278747" y="83410"/>
                </a:lnTo>
                <a:lnTo>
                  <a:pt x="1278794" y="83928"/>
                </a:lnTo>
                <a:lnTo>
                  <a:pt x="1278835" y="84449"/>
                </a:lnTo>
                <a:lnTo>
                  <a:pt x="1278870" y="84971"/>
                </a:lnTo>
                <a:lnTo>
                  <a:pt x="1278900" y="85496"/>
                </a:lnTo>
                <a:lnTo>
                  <a:pt x="1278925" y="86024"/>
                </a:lnTo>
                <a:lnTo>
                  <a:pt x="1278944" y="86554"/>
                </a:lnTo>
                <a:lnTo>
                  <a:pt x="1278958" y="87086"/>
                </a:lnTo>
                <a:lnTo>
                  <a:pt x="1278966" y="87621"/>
                </a:lnTo>
                <a:lnTo>
                  <a:pt x="1278969" y="88158"/>
                </a:lnTo>
                <a:lnTo>
                  <a:pt x="1278969" y="90014"/>
                </a:lnTo>
                <a:lnTo>
                  <a:pt x="1278966" y="90558"/>
                </a:lnTo>
                <a:lnTo>
                  <a:pt x="1278958" y="91099"/>
                </a:lnTo>
                <a:lnTo>
                  <a:pt x="1278944" y="91637"/>
                </a:lnTo>
                <a:lnTo>
                  <a:pt x="1278925" y="92173"/>
                </a:lnTo>
                <a:lnTo>
                  <a:pt x="1278900" y="92706"/>
                </a:lnTo>
                <a:lnTo>
                  <a:pt x="1278870" y="93236"/>
                </a:lnTo>
                <a:lnTo>
                  <a:pt x="1278835" y="93764"/>
                </a:lnTo>
                <a:lnTo>
                  <a:pt x="1278794" y="94289"/>
                </a:lnTo>
                <a:lnTo>
                  <a:pt x="1278747" y="94811"/>
                </a:lnTo>
                <a:lnTo>
                  <a:pt x="1278696" y="95331"/>
                </a:lnTo>
                <a:lnTo>
                  <a:pt x="1278638" y="95847"/>
                </a:lnTo>
                <a:lnTo>
                  <a:pt x="1278575" y="96362"/>
                </a:lnTo>
                <a:lnTo>
                  <a:pt x="1278507" y="96873"/>
                </a:lnTo>
                <a:lnTo>
                  <a:pt x="1278433" y="97382"/>
                </a:lnTo>
                <a:lnTo>
                  <a:pt x="1278354" y="97889"/>
                </a:lnTo>
                <a:lnTo>
                  <a:pt x="1278269" y="98392"/>
                </a:lnTo>
                <a:lnTo>
                  <a:pt x="1278179" y="98893"/>
                </a:lnTo>
                <a:lnTo>
                  <a:pt x="1278083" y="99392"/>
                </a:lnTo>
                <a:lnTo>
                  <a:pt x="1277982" y="99887"/>
                </a:lnTo>
                <a:lnTo>
                  <a:pt x="1277876" y="100380"/>
                </a:lnTo>
                <a:lnTo>
                  <a:pt x="1277764" y="100871"/>
                </a:lnTo>
                <a:lnTo>
                  <a:pt x="1277646" y="101358"/>
                </a:lnTo>
                <a:lnTo>
                  <a:pt x="1277523" y="101843"/>
                </a:lnTo>
                <a:lnTo>
                  <a:pt x="1277395" y="102326"/>
                </a:lnTo>
                <a:lnTo>
                  <a:pt x="1277261" y="102804"/>
                </a:lnTo>
                <a:lnTo>
                  <a:pt x="1277122" y="103279"/>
                </a:lnTo>
                <a:lnTo>
                  <a:pt x="1276978" y="103748"/>
                </a:lnTo>
                <a:lnTo>
                  <a:pt x="1276828" y="104213"/>
                </a:lnTo>
                <a:lnTo>
                  <a:pt x="1276674" y="104673"/>
                </a:lnTo>
                <a:lnTo>
                  <a:pt x="1276514" y="105129"/>
                </a:lnTo>
                <a:lnTo>
                  <a:pt x="1276349" y="105580"/>
                </a:lnTo>
                <a:lnTo>
                  <a:pt x="1276179" y="106026"/>
                </a:lnTo>
                <a:lnTo>
                  <a:pt x="1276004" y="106468"/>
                </a:lnTo>
                <a:lnTo>
                  <a:pt x="1275823" y="106905"/>
                </a:lnTo>
                <a:lnTo>
                  <a:pt x="1275638" y="107337"/>
                </a:lnTo>
                <a:lnTo>
                  <a:pt x="1275447" y="107765"/>
                </a:lnTo>
                <a:lnTo>
                  <a:pt x="1275251" y="108188"/>
                </a:lnTo>
                <a:lnTo>
                  <a:pt x="1275050" y="108607"/>
                </a:lnTo>
                <a:lnTo>
                  <a:pt x="1274843" y="109021"/>
                </a:lnTo>
                <a:lnTo>
                  <a:pt x="1274632" y="109430"/>
                </a:lnTo>
                <a:lnTo>
                  <a:pt x="1274415" y="109835"/>
                </a:lnTo>
                <a:lnTo>
                  <a:pt x="1274193" y="110235"/>
                </a:lnTo>
                <a:lnTo>
                  <a:pt x="1273966" y="110630"/>
                </a:lnTo>
                <a:lnTo>
                  <a:pt x="1273734" y="111021"/>
                </a:lnTo>
                <a:lnTo>
                  <a:pt x="1273496" y="111407"/>
                </a:lnTo>
                <a:lnTo>
                  <a:pt x="1273253" y="111789"/>
                </a:lnTo>
                <a:lnTo>
                  <a:pt x="1273006" y="112166"/>
                </a:lnTo>
                <a:lnTo>
                  <a:pt x="1272753" y="112538"/>
                </a:lnTo>
                <a:lnTo>
                  <a:pt x="1272494" y="112905"/>
                </a:lnTo>
                <a:lnTo>
                  <a:pt x="1272230" y="113265"/>
                </a:lnTo>
                <a:lnTo>
                  <a:pt x="1271961" y="113619"/>
                </a:lnTo>
                <a:lnTo>
                  <a:pt x="1271686" y="113965"/>
                </a:lnTo>
                <a:lnTo>
                  <a:pt x="1271406" y="114306"/>
                </a:lnTo>
                <a:lnTo>
                  <a:pt x="1271120" y="114640"/>
                </a:lnTo>
                <a:lnTo>
                  <a:pt x="1270829" y="114967"/>
                </a:lnTo>
                <a:lnTo>
                  <a:pt x="1270532" y="115287"/>
                </a:lnTo>
                <a:lnTo>
                  <a:pt x="1270230" y="115601"/>
                </a:lnTo>
                <a:lnTo>
                  <a:pt x="1269923" y="115909"/>
                </a:lnTo>
                <a:lnTo>
                  <a:pt x="1269610" y="116210"/>
                </a:lnTo>
                <a:lnTo>
                  <a:pt x="1269291" y="116504"/>
                </a:lnTo>
                <a:lnTo>
                  <a:pt x="1268967" y="116792"/>
                </a:lnTo>
                <a:lnTo>
                  <a:pt x="1268638" y="117073"/>
                </a:lnTo>
                <a:lnTo>
                  <a:pt x="1268303" y="117347"/>
                </a:lnTo>
                <a:lnTo>
                  <a:pt x="1267963" y="117615"/>
                </a:lnTo>
                <a:lnTo>
                  <a:pt x="1267617" y="117877"/>
                </a:lnTo>
                <a:lnTo>
                  <a:pt x="1267265" y="118131"/>
                </a:lnTo>
                <a:lnTo>
                  <a:pt x="1266909" y="118379"/>
                </a:lnTo>
                <a:lnTo>
                  <a:pt x="1266546" y="118621"/>
                </a:lnTo>
                <a:lnTo>
                  <a:pt x="1266179" y="118856"/>
                </a:lnTo>
                <a:lnTo>
                  <a:pt x="1265806" y="119084"/>
                </a:lnTo>
                <a:lnTo>
                  <a:pt x="1265427" y="119306"/>
                </a:lnTo>
                <a:lnTo>
                  <a:pt x="1265043" y="119521"/>
                </a:lnTo>
                <a:lnTo>
                  <a:pt x="1264653" y="119729"/>
                </a:lnTo>
                <a:lnTo>
                  <a:pt x="1264259" y="119927"/>
                </a:lnTo>
                <a:lnTo>
                  <a:pt x="1263859" y="120117"/>
                </a:lnTo>
                <a:lnTo>
                  <a:pt x="1263454" y="120298"/>
                </a:lnTo>
                <a:lnTo>
                  <a:pt x="1263044" y="120471"/>
                </a:lnTo>
                <a:lnTo>
                  <a:pt x="1262628" y="120634"/>
                </a:lnTo>
                <a:lnTo>
                  <a:pt x="1262208" y="120788"/>
                </a:lnTo>
                <a:lnTo>
                  <a:pt x="1261782" y="120934"/>
                </a:lnTo>
                <a:lnTo>
                  <a:pt x="1261351" y="121071"/>
                </a:lnTo>
                <a:lnTo>
                  <a:pt x="1260915" y="121199"/>
                </a:lnTo>
                <a:lnTo>
                  <a:pt x="1260474" y="121318"/>
                </a:lnTo>
                <a:lnTo>
                  <a:pt x="1260027" y="121429"/>
                </a:lnTo>
                <a:lnTo>
                  <a:pt x="1259576" y="121530"/>
                </a:lnTo>
                <a:lnTo>
                  <a:pt x="1259119" y="121623"/>
                </a:lnTo>
                <a:lnTo>
                  <a:pt x="1258657" y="121707"/>
                </a:lnTo>
                <a:lnTo>
                  <a:pt x="1258190" y="121782"/>
                </a:lnTo>
                <a:lnTo>
                  <a:pt x="1257717" y="121848"/>
                </a:lnTo>
                <a:lnTo>
                  <a:pt x="1257240" y="121905"/>
                </a:lnTo>
                <a:lnTo>
                  <a:pt x="1256757" y="121954"/>
                </a:lnTo>
                <a:lnTo>
                  <a:pt x="1256269" y="121994"/>
                </a:lnTo>
                <a:lnTo>
                  <a:pt x="1255776" y="122025"/>
                </a:lnTo>
                <a:lnTo>
                  <a:pt x="1255278" y="122047"/>
                </a:lnTo>
                <a:lnTo>
                  <a:pt x="1254774" y="122060"/>
                </a:lnTo>
                <a:lnTo>
                  <a:pt x="1254265" y="122064"/>
                </a:lnTo>
                <a:lnTo>
                  <a:pt x="1253750" y="122060"/>
                </a:lnTo>
                <a:lnTo>
                  <a:pt x="1253240" y="122047"/>
                </a:lnTo>
                <a:lnTo>
                  <a:pt x="1252735" y="122025"/>
                </a:lnTo>
                <a:lnTo>
                  <a:pt x="1252236" y="121994"/>
                </a:lnTo>
                <a:lnTo>
                  <a:pt x="1251742" y="121954"/>
                </a:lnTo>
                <a:lnTo>
                  <a:pt x="1251253" y="121905"/>
                </a:lnTo>
                <a:lnTo>
                  <a:pt x="1250770" y="121848"/>
                </a:lnTo>
                <a:lnTo>
                  <a:pt x="1250292" y="121782"/>
                </a:lnTo>
                <a:lnTo>
                  <a:pt x="1249819" y="121707"/>
                </a:lnTo>
                <a:lnTo>
                  <a:pt x="1249351" y="121623"/>
                </a:lnTo>
                <a:lnTo>
                  <a:pt x="1248889" y="121530"/>
                </a:lnTo>
                <a:lnTo>
                  <a:pt x="1248433" y="121429"/>
                </a:lnTo>
                <a:lnTo>
                  <a:pt x="1247981" y="121318"/>
                </a:lnTo>
                <a:lnTo>
                  <a:pt x="1247535" y="121199"/>
                </a:lnTo>
                <a:lnTo>
                  <a:pt x="1247094" y="121071"/>
                </a:lnTo>
                <a:lnTo>
                  <a:pt x="1246659" y="120934"/>
                </a:lnTo>
                <a:lnTo>
                  <a:pt x="1246229" y="120788"/>
                </a:lnTo>
                <a:lnTo>
                  <a:pt x="1245804" y="120634"/>
                </a:lnTo>
                <a:lnTo>
                  <a:pt x="1245384" y="120471"/>
                </a:lnTo>
                <a:lnTo>
                  <a:pt x="1244970" y="120298"/>
                </a:lnTo>
                <a:lnTo>
                  <a:pt x="1244561" y="120117"/>
                </a:lnTo>
                <a:lnTo>
                  <a:pt x="1244158" y="119927"/>
                </a:lnTo>
                <a:lnTo>
                  <a:pt x="1243760" y="119729"/>
                </a:lnTo>
                <a:lnTo>
                  <a:pt x="1243367" y="119521"/>
                </a:lnTo>
                <a:lnTo>
                  <a:pt x="1242979" y="119306"/>
                </a:lnTo>
                <a:lnTo>
                  <a:pt x="1242597" y="119084"/>
                </a:lnTo>
                <a:lnTo>
                  <a:pt x="1242221" y="118856"/>
                </a:lnTo>
                <a:lnTo>
                  <a:pt x="1241850" y="118621"/>
                </a:lnTo>
                <a:lnTo>
                  <a:pt x="1241484" y="118379"/>
                </a:lnTo>
                <a:lnTo>
                  <a:pt x="1241124" y="118131"/>
                </a:lnTo>
                <a:lnTo>
                  <a:pt x="1240769" y="117877"/>
                </a:lnTo>
                <a:lnTo>
                  <a:pt x="1240420" y="117615"/>
                </a:lnTo>
                <a:lnTo>
                  <a:pt x="1240076" y="117347"/>
                </a:lnTo>
                <a:lnTo>
                  <a:pt x="1239738" y="117073"/>
                </a:lnTo>
                <a:lnTo>
                  <a:pt x="1239405" y="116792"/>
                </a:lnTo>
                <a:lnTo>
                  <a:pt x="1239078" y="116504"/>
                </a:lnTo>
                <a:lnTo>
                  <a:pt x="1238756" y="116210"/>
                </a:lnTo>
                <a:lnTo>
                  <a:pt x="1238440" y="115909"/>
                </a:lnTo>
                <a:lnTo>
                  <a:pt x="1238129" y="115601"/>
                </a:lnTo>
                <a:lnTo>
                  <a:pt x="1237823" y="115287"/>
                </a:lnTo>
                <a:lnTo>
                  <a:pt x="1237523" y="114967"/>
                </a:lnTo>
                <a:lnTo>
                  <a:pt x="1237229" y="114640"/>
                </a:lnTo>
                <a:lnTo>
                  <a:pt x="1236940" y="114306"/>
                </a:lnTo>
                <a:lnTo>
                  <a:pt x="1236656" y="113965"/>
                </a:lnTo>
                <a:lnTo>
                  <a:pt x="1236378" y="113619"/>
                </a:lnTo>
                <a:lnTo>
                  <a:pt x="1236105" y="113265"/>
                </a:lnTo>
                <a:lnTo>
                  <a:pt x="1235838" y="112905"/>
                </a:lnTo>
                <a:lnTo>
                  <a:pt x="1235576" y="112538"/>
                </a:lnTo>
                <a:lnTo>
                  <a:pt x="1235320" y="112166"/>
                </a:lnTo>
                <a:lnTo>
                  <a:pt x="1235069" y="111789"/>
                </a:lnTo>
                <a:lnTo>
                  <a:pt x="1234824" y="111407"/>
                </a:lnTo>
                <a:lnTo>
                  <a:pt x="1234584" y="111021"/>
                </a:lnTo>
                <a:lnTo>
                  <a:pt x="1234350" y="110630"/>
                </a:lnTo>
                <a:lnTo>
                  <a:pt x="1234121" y="110235"/>
                </a:lnTo>
                <a:lnTo>
                  <a:pt x="1233897" y="109835"/>
                </a:lnTo>
                <a:lnTo>
                  <a:pt x="1233679" y="109430"/>
                </a:lnTo>
                <a:lnTo>
                  <a:pt x="1233467" y="109021"/>
                </a:lnTo>
                <a:lnTo>
                  <a:pt x="1233259" y="108607"/>
                </a:lnTo>
                <a:lnTo>
                  <a:pt x="1233058" y="108188"/>
                </a:lnTo>
                <a:lnTo>
                  <a:pt x="1232862" y="107765"/>
                </a:lnTo>
                <a:lnTo>
                  <a:pt x="1232671" y="107337"/>
                </a:lnTo>
                <a:lnTo>
                  <a:pt x="1232486" y="106905"/>
                </a:lnTo>
                <a:lnTo>
                  <a:pt x="1232306" y="106468"/>
                </a:lnTo>
                <a:lnTo>
                  <a:pt x="1232132" y="106026"/>
                </a:lnTo>
                <a:lnTo>
                  <a:pt x="1231963" y="105580"/>
                </a:lnTo>
                <a:lnTo>
                  <a:pt x="1231800" y="105129"/>
                </a:lnTo>
                <a:lnTo>
                  <a:pt x="1231642" y="104673"/>
                </a:lnTo>
                <a:lnTo>
                  <a:pt x="1231489" y="104213"/>
                </a:lnTo>
                <a:lnTo>
                  <a:pt x="1231342" y="103748"/>
                </a:lnTo>
                <a:lnTo>
                  <a:pt x="1231201" y="103279"/>
                </a:lnTo>
                <a:lnTo>
                  <a:pt x="1231065" y="102804"/>
                </a:lnTo>
                <a:lnTo>
                  <a:pt x="1230934" y="102326"/>
                </a:lnTo>
                <a:lnTo>
                  <a:pt x="1230809" y="101843"/>
                </a:lnTo>
                <a:lnTo>
                  <a:pt x="1230689" y="101358"/>
                </a:lnTo>
                <a:lnTo>
                  <a:pt x="1230575" y="100871"/>
                </a:lnTo>
                <a:lnTo>
                  <a:pt x="1230466" y="100380"/>
                </a:lnTo>
                <a:lnTo>
                  <a:pt x="1230362" y="99887"/>
                </a:lnTo>
                <a:lnTo>
                  <a:pt x="1230263" y="99392"/>
                </a:lnTo>
                <a:lnTo>
                  <a:pt x="1230170" y="98893"/>
                </a:lnTo>
                <a:lnTo>
                  <a:pt x="1230082" y="98392"/>
                </a:lnTo>
                <a:lnTo>
                  <a:pt x="1230000" y="97889"/>
                </a:lnTo>
                <a:lnTo>
                  <a:pt x="1229922" y="97382"/>
                </a:lnTo>
                <a:lnTo>
                  <a:pt x="1229850" y="96873"/>
                </a:lnTo>
                <a:lnTo>
                  <a:pt x="1229784" y="96362"/>
                </a:lnTo>
                <a:lnTo>
                  <a:pt x="1229723" y="95847"/>
                </a:lnTo>
                <a:lnTo>
                  <a:pt x="1229667" y="95331"/>
                </a:lnTo>
                <a:lnTo>
                  <a:pt x="1229616" y="94811"/>
                </a:lnTo>
                <a:lnTo>
                  <a:pt x="1229571" y="94289"/>
                </a:lnTo>
                <a:lnTo>
                  <a:pt x="1229531" y="93764"/>
                </a:lnTo>
                <a:lnTo>
                  <a:pt x="1229496" y="93236"/>
                </a:lnTo>
                <a:lnTo>
                  <a:pt x="1229467" y="92706"/>
                </a:lnTo>
                <a:lnTo>
                  <a:pt x="1229443" y="92173"/>
                </a:lnTo>
                <a:lnTo>
                  <a:pt x="1229424" y="91637"/>
                </a:lnTo>
                <a:lnTo>
                  <a:pt x="1229411" y="91099"/>
                </a:lnTo>
                <a:lnTo>
                  <a:pt x="1229403" y="90558"/>
                </a:lnTo>
                <a:lnTo>
                  <a:pt x="1229400" y="90014"/>
                </a:lnTo>
                <a:lnTo>
                  <a:pt x="1229400" y="88158"/>
                </a:lnTo>
                <a:lnTo>
                  <a:pt x="1229403" y="87621"/>
                </a:lnTo>
                <a:lnTo>
                  <a:pt x="1229411" y="87086"/>
                </a:lnTo>
                <a:lnTo>
                  <a:pt x="1229424" y="86554"/>
                </a:lnTo>
                <a:lnTo>
                  <a:pt x="1229443" y="86024"/>
                </a:lnTo>
                <a:lnTo>
                  <a:pt x="1229467" y="85496"/>
                </a:lnTo>
                <a:lnTo>
                  <a:pt x="1229496" y="84971"/>
                </a:lnTo>
                <a:close/>
                <a:moveTo>
                  <a:pt x="1179455" y="132721"/>
                </a:moveTo>
                <a:lnTo>
                  <a:pt x="1194471" y="132721"/>
                </a:lnTo>
                <a:lnTo>
                  <a:pt x="1194471" y="45370"/>
                </a:lnTo>
                <a:lnTo>
                  <a:pt x="1179455" y="45370"/>
                </a:lnTo>
                <a:lnTo>
                  <a:pt x="1179455" y="132721"/>
                </a:lnTo>
                <a:close/>
                <a:moveTo>
                  <a:pt x="1405139" y="132721"/>
                </a:moveTo>
                <a:lnTo>
                  <a:pt x="1420155" y="132721"/>
                </a:lnTo>
                <a:lnTo>
                  <a:pt x="1420155" y="45370"/>
                </a:lnTo>
                <a:lnTo>
                  <a:pt x="1405139" y="45370"/>
                </a:lnTo>
                <a:lnTo>
                  <a:pt x="1405139" y="132721"/>
                </a:lnTo>
                <a:close/>
                <a:moveTo>
                  <a:pt x="1458232" y="45370"/>
                </a:moveTo>
                <a:lnTo>
                  <a:pt x="1444104" y="45370"/>
                </a:lnTo>
                <a:lnTo>
                  <a:pt x="1444104" y="132721"/>
                </a:lnTo>
                <a:lnTo>
                  <a:pt x="1459040" y="132721"/>
                </a:lnTo>
                <a:lnTo>
                  <a:pt x="1459040" y="70412"/>
                </a:lnTo>
                <a:lnTo>
                  <a:pt x="1459070" y="70351"/>
                </a:lnTo>
                <a:lnTo>
                  <a:pt x="1459274" y="69953"/>
                </a:lnTo>
                <a:lnTo>
                  <a:pt x="1459484" y="69559"/>
                </a:lnTo>
                <a:lnTo>
                  <a:pt x="1459698" y="69169"/>
                </a:lnTo>
                <a:lnTo>
                  <a:pt x="1459917" y="68784"/>
                </a:lnTo>
                <a:lnTo>
                  <a:pt x="1460142" y="68402"/>
                </a:lnTo>
                <a:lnTo>
                  <a:pt x="1460372" y="68024"/>
                </a:lnTo>
                <a:lnTo>
                  <a:pt x="1460606" y="67651"/>
                </a:lnTo>
                <a:lnTo>
                  <a:pt x="1460846" y="67281"/>
                </a:lnTo>
                <a:lnTo>
                  <a:pt x="1461091" y="66916"/>
                </a:lnTo>
                <a:lnTo>
                  <a:pt x="1461340" y="66554"/>
                </a:lnTo>
                <a:lnTo>
                  <a:pt x="1461595" y="66197"/>
                </a:lnTo>
                <a:lnTo>
                  <a:pt x="1461855" y="65844"/>
                </a:lnTo>
                <a:lnTo>
                  <a:pt x="1462120" y="65495"/>
                </a:lnTo>
                <a:lnTo>
                  <a:pt x="1462390" y="65149"/>
                </a:lnTo>
                <a:lnTo>
                  <a:pt x="1462665" y="64809"/>
                </a:lnTo>
                <a:lnTo>
                  <a:pt x="1462944" y="64476"/>
                </a:lnTo>
                <a:lnTo>
                  <a:pt x="1463227" y="64148"/>
                </a:lnTo>
                <a:lnTo>
                  <a:pt x="1463516" y="63826"/>
                </a:lnTo>
                <a:lnTo>
                  <a:pt x="1463808" y="63511"/>
                </a:lnTo>
                <a:lnTo>
                  <a:pt x="1464105" y="63202"/>
                </a:lnTo>
                <a:lnTo>
                  <a:pt x="1464407" y="62899"/>
                </a:lnTo>
                <a:lnTo>
                  <a:pt x="1464713" y="62602"/>
                </a:lnTo>
                <a:lnTo>
                  <a:pt x="1465024" y="62311"/>
                </a:lnTo>
                <a:lnTo>
                  <a:pt x="1465339" y="62027"/>
                </a:lnTo>
                <a:lnTo>
                  <a:pt x="1465658" y="61748"/>
                </a:lnTo>
                <a:lnTo>
                  <a:pt x="1465982" y="61476"/>
                </a:lnTo>
                <a:lnTo>
                  <a:pt x="1466311" y="61210"/>
                </a:lnTo>
                <a:lnTo>
                  <a:pt x="1466644" y="60950"/>
                </a:lnTo>
                <a:lnTo>
                  <a:pt x="1466981" y="60697"/>
                </a:lnTo>
                <a:lnTo>
                  <a:pt x="1467323" y="60449"/>
                </a:lnTo>
                <a:lnTo>
                  <a:pt x="1467670" y="60208"/>
                </a:lnTo>
                <a:lnTo>
                  <a:pt x="1468021" y="59973"/>
                </a:lnTo>
                <a:lnTo>
                  <a:pt x="1468376" y="59744"/>
                </a:lnTo>
                <a:lnTo>
                  <a:pt x="1468736" y="59521"/>
                </a:lnTo>
                <a:lnTo>
                  <a:pt x="1469101" y="59304"/>
                </a:lnTo>
                <a:lnTo>
                  <a:pt x="1469469" y="59094"/>
                </a:lnTo>
                <a:lnTo>
                  <a:pt x="1469843" y="58889"/>
                </a:lnTo>
                <a:lnTo>
                  <a:pt x="1470221" y="58691"/>
                </a:lnTo>
                <a:lnTo>
                  <a:pt x="1470603" y="58500"/>
                </a:lnTo>
                <a:lnTo>
                  <a:pt x="1470988" y="58317"/>
                </a:lnTo>
                <a:lnTo>
                  <a:pt x="1471377" y="58142"/>
                </a:lnTo>
                <a:lnTo>
                  <a:pt x="1471769" y="57976"/>
                </a:lnTo>
                <a:lnTo>
                  <a:pt x="1472165" y="57817"/>
                </a:lnTo>
                <a:lnTo>
                  <a:pt x="1472564" y="57667"/>
                </a:lnTo>
                <a:lnTo>
                  <a:pt x="1472967" y="57524"/>
                </a:lnTo>
                <a:lnTo>
                  <a:pt x="1473374" y="57390"/>
                </a:lnTo>
                <a:lnTo>
                  <a:pt x="1473784" y="57264"/>
                </a:lnTo>
                <a:lnTo>
                  <a:pt x="1474197" y="57146"/>
                </a:lnTo>
                <a:lnTo>
                  <a:pt x="1474614" y="57037"/>
                </a:lnTo>
                <a:lnTo>
                  <a:pt x="1475034" y="56935"/>
                </a:lnTo>
                <a:lnTo>
                  <a:pt x="1475458" y="56842"/>
                </a:lnTo>
                <a:lnTo>
                  <a:pt x="1475886" y="56756"/>
                </a:lnTo>
                <a:lnTo>
                  <a:pt x="1476316" y="56679"/>
                </a:lnTo>
                <a:lnTo>
                  <a:pt x="1476751" y="56610"/>
                </a:lnTo>
                <a:lnTo>
                  <a:pt x="1477189" y="56549"/>
                </a:lnTo>
                <a:lnTo>
                  <a:pt x="1477630" y="56496"/>
                </a:lnTo>
                <a:lnTo>
                  <a:pt x="1478075" y="56451"/>
                </a:lnTo>
                <a:lnTo>
                  <a:pt x="1478524" y="56415"/>
                </a:lnTo>
                <a:lnTo>
                  <a:pt x="1478975" y="56386"/>
                </a:lnTo>
                <a:lnTo>
                  <a:pt x="1479431" y="56366"/>
                </a:lnTo>
                <a:lnTo>
                  <a:pt x="1479890" y="56354"/>
                </a:lnTo>
                <a:lnTo>
                  <a:pt x="1480352" y="56350"/>
                </a:lnTo>
                <a:lnTo>
                  <a:pt x="1480820" y="56353"/>
                </a:lnTo>
                <a:lnTo>
                  <a:pt x="1481282" y="56363"/>
                </a:lnTo>
                <a:lnTo>
                  <a:pt x="1481737" y="56379"/>
                </a:lnTo>
                <a:lnTo>
                  <a:pt x="1482187" y="56402"/>
                </a:lnTo>
                <a:lnTo>
                  <a:pt x="1482630" y="56432"/>
                </a:lnTo>
                <a:lnTo>
                  <a:pt x="1483067" y="56468"/>
                </a:lnTo>
                <a:lnTo>
                  <a:pt x="1483498" y="56511"/>
                </a:lnTo>
                <a:lnTo>
                  <a:pt x="1483922" y="56561"/>
                </a:lnTo>
                <a:lnTo>
                  <a:pt x="1484341" y="56617"/>
                </a:lnTo>
                <a:lnTo>
                  <a:pt x="1484753" y="56679"/>
                </a:lnTo>
                <a:lnTo>
                  <a:pt x="1485159" y="56748"/>
                </a:lnTo>
                <a:lnTo>
                  <a:pt x="1485559" y="56824"/>
                </a:lnTo>
                <a:lnTo>
                  <a:pt x="1485953" y="56906"/>
                </a:lnTo>
                <a:lnTo>
                  <a:pt x="1486341" y="56995"/>
                </a:lnTo>
                <a:lnTo>
                  <a:pt x="1486722" y="57091"/>
                </a:lnTo>
                <a:lnTo>
                  <a:pt x="1487098" y="57193"/>
                </a:lnTo>
                <a:lnTo>
                  <a:pt x="1487467" y="57302"/>
                </a:lnTo>
                <a:lnTo>
                  <a:pt x="1487830" y="57417"/>
                </a:lnTo>
                <a:lnTo>
                  <a:pt x="1488187" y="57539"/>
                </a:lnTo>
                <a:lnTo>
                  <a:pt x="1488537" y="57667"/>
                </a:lnTo>
                <a:lnTo>
                  <a:pt x="1488882" y="57802"/>
                </a:lnTo>
                <a:lnTo>
                  <a:pt x="1489220" y="57944"/>
                </a:lnTo>
                <a:lnTo>
                  <a:pt x="1489553" y="58092"/>
                </a:lnTo>
                <a:lnTo>
                  <a:pt x="1489879" y="58247"/>
                </a:lnTo>
                <a:lnTo>
                  <a:pt x="1490198" y="58409"/>
                </a:lnTo>
                <a:lnTo>
                  <a:pt x="1490511" y="58579"/>
                </a:lnTo>
                <a:lnTo>
                  <a:pt x="1490818" y="58757"/>
                </a:lnTo>
                <a:lnTo>
                  <a:pt x="1491119" y="58942"/>
                </a:lnTo>
                <a:lnTo>
                  <a:pt x="1491413" y="59136"/>
                </a:lnTo>
                <a:lnTo>
                  <a:pt x="1491700" y="59337"/>
                </a:lnTo>
                <a:lnTo>
                  <a:pt x="1491981" y="59546"/>
                </a:lnTo>
                <a:lnTo>
                  <a:pt x="1492256" y="59763"/>
                </a:lnTo>
                <a:lnTo>
                  <a:pt x="1492524" y="59988"/>
                </a:lnTo>
                <a:lnTo>
                  <a:pt x="1492785" y="60220"/>
                </a:lnTo>
                <a:lnTo>
                  <a:pt x="1493041" y="60461"/>
                </a:lnTo>
                <a:lnTo>
                  <a:pt x="1493289" y="60709"/>
                </a:lnTo>
                <a:lnTo>
                  <a:pt x="1493532" y="60965"/>
                </a:lnTo>
                <a:lnTo>
                  <a:pt x="1493768" y="61230"/>
                </a:lnTo>
                <a:lnTo>
                  <a:pt x="1493997" y="61501"/>
                </a:lnTo>
                <a:lnTo>
                  <a:pt x="1494220" y="61781"/>
                </a:lnTo>
                <a:lnTo>
                  <a:pt x="1494437" y="62069"/>
                </a:lnTo>
                <a:lnTo>
                  <a:pt x="1494647" y="62364"/>
                </a:lnTo>
                <a:lnTo>
                  <a:pt x="1494850" y="62668"/>
                </a:lnTo>
                <a:lnTo>
                  <a:pt x="1495047" y="62979"/>
                </a:lnTo>
                <a:lnTo>
                  <a:pt x="1495238" y="63298"/>
                </a:lnTo>
                <a:lnTo>
                  <a:pt x="1495423" y="63625"/>
                </a:lnTo>
                <a:lnTo>
                  <a:pt x="1495600" y="63959"/>
                </a:lnTo>
                <a:lnTo>
                  <a:pt x="1495772" y="64302"/>
                </a:lnTo>
                <a:lnTo>
                  <a:pt x="1495937" y="64653"/>
                </a:lnTo>
                <a:lnTo>
                  <a:pt x="1496094" y="65013"/>
                </a:lnTo>
                <a:lnTo>
                  <a:pt x="1496245" y="65383"/>
                </a:lnTo>
                <a:lnTo>
                  <a:pt x="1496389" y="65763"/>
                </a:lnTo>
                <a:lnTo>
                  <a:pt x="1496525" y="66151"/>
                </a:lnTo>
                <a:lnTo>
                  <a:pt x="1496655" y="66550"/>
                </a:lnTo>
                <a:lnTo>
                  <a:pt x="1496777" y="66957"/>
                </a:lnTo>
                <a:lnTo>
                  <a:pt x="1496893" y="67374"/>
                </a:lnTo>
                <a:lnTo>
                  <a:pt x="1497002" y="67800"/>
                </a:lnTo>
                <a:lnTo>
                  <a:pt x="1497103" y="68236"/>
                </a:lnTo>
                <a:lnTo>
                  <a:pt x="1497198" y="68681"/>
                </a:lnTo>
                <a:lnTo>
                  <a:pt x="1497286" y="69135"/>
                </a:lnTo>
                <a:lnTo>
                  <a:pt x="1497366" y="69599"/>
                </a:lnTo>
                <a:lnTo>
                  <a:pt x="1497440" y="70073"/>
                </a:lnTo>
                <a:lnTo>
                  <a:pt x="1497506" y="70555"/>
                </a:lnTo>
                <a:lnTo>
                  <a:pt x="1497566" y="71047"/>
                </a:lnTo>
                <a:lnTo>
                  <a:pt x="1497618" y="71549"/>
                </a:lnTo>
                <a:lnTo>
                  <a:pt x="1497664" y="72059"/>
                </a:lnTo>
                <a:lnTo>
                  <a:pt x="1497702" y="72580"/>
                </a:lnTo>
                <a:lnTo>
                  <a:pt x="1497734" y="73109"/>
                </a:lnTo>
                <a:lnTo>
                  <a:pt x="1497759" y="73648"/>
                </a:lnTo>
                <a:lnTo>
                  <a:pt x="1497776" y="74197"/>
                </a:lnTo>
                <a:lnTo>
                  <a:pt x="1497787" y="74754"/>
                </a:lnTo>
                <a:lnTo>
                  <a:pt x="1497790" y="75321"/>
                </a:lnTo>
                <a:lnTo>
                  <a:pt x="1497790" y="132721"/>
                </a:lnTo>
                <a:lnTo>
                  <a:pt x="1512806" y="132721"/>
                </a:lnTo>
                <a:lnTo>
                  <a:pt x="1512806" y="75483"/>
                </a:lnTo>
                <a:lnTo>
                  <a:pt x="1512803" y="74768"/>
                </a:lnTo>
                <a:lnTo>
                  <a:pt x="1512792" y="74061"/>
                </a:lnTo>
                <a:lnTo>
                  <a:pt x="1512776" y="73364"/>
                </a:lnTo>
                <a:lnTo>
                  <a:pt x="1512752" y="72676"/>
                </a:lnTo>
                <a:lnTo>
                  <a:pt x="1512722" y="71998"/>
                </a:lnTo>
                <a:lnTo>
                  <a:pt x="1512685" y="71328"/>
                </a:lnTo>
                <a:lnTo>
                  <a:pt x="1512641" y="70667"/>
                </a:lnTo>
                <a:lnTo>
                  <a:pt x="1512591" y="70016"/>
                </a:lnTo>
                <a:lnTo>
                  <a:pt x="1512533" y="69373"/>
                </a:lnTo>
                <a:lnTo>
                  <a:pt x="1512470" y="68740"/>
                </a:lnTo>
                <a:lnTo>
                  <a:pt x="1512399" y="68116"/>
                </a:lnTo>
                <a:lnTo>
                  <a:pt x="1512322" y="67501"/>
                </a:lnTo>
                <a:lnTo>
                  <a:pt x="1512237" y="66895"/>
                </a:lnTo>
                <a:lnTo>
                  <a:pt x="1512147" y="66298"/>
                </a:lnTo>
                <a:lnTo>
                  <a:pt x="1512049" y="65710"/>
                </a:lnTo>
                <a:lnTo>
                  <a:pt x="1511945" y="65131"/>
                </a:lnTo>
                <a:lnTo>
                  <a:pt x="1511834" y="64562"/>
                </a:lnTo>
                <a:lnTo>
                  <a:pt x="1511716" y="64002"/>
                </a:lnTo>
                <a:lnTo>
                  <a:pt x="1511592" y="63450"/>
                </a:lnTo>
                <a:lnTo>
                  <a:pt x="1511460" y="62908"/>
                </a:lnTo>
                <a:lnTo>
                  <a:pt x="1511323" y="62375"/>
                </a:lnTo>
                <a:lnTo>
                  <a:pt x="1511178" y="61851"/>
                </a:lnTo>
                <a:lnTo>
                  <a:pt x="1511027" y="61336"/>
                </a:lnTo>
                <a:lnTo>
                  <a:pt x="1510868" y="60830"/>
                </a:lnTo>
                <a:lnTo>
                  <a:pt x="1510704" y="60333"/>
                </a:lnTo>
                <a:lnTo>
                  <a:pt x="1510533" y="59843"/>
                </a:lnTo>
                <a:lnTo>
                  <a:pt x="1510357" y="59361"/>
                </a:lnTo>
                <a:lnTo>
                  <a:pt x="1510174" y="58887"/>
                </a:lnTo>
                <a:lnTo>
                  <a:pt x="1509986" y="58421"/>
                </a:lnTo>
                <a:lnTo>
                  <a:pt x="1509791" y="57962"/>
                </a:lnTo>
                <a:lnTo>
                  <a:pt x="1509591" y="57511"/>
                </a:lnTo>
                <a:lnTo>
                  <a:pt x="1509384" y="57067"/>
                </a:lnTo>
                <a:lnTo>
                  <a:pt x="1509171" y="56632"/>
                </a:lnTo>
                <a:lnTo>
                  <a:pt x="1508952" y="56204"/>
                </a:lnTo>
                <a:lnTo>
                  <a:pt x="1508728" y="55783"/>
                </a:lnTo>
                <a:lnTo>
                  <a:pt x="1508497" y="55371"/>
                </a:lnTo>
                <a:lnTo>
                  <a:pt x="1508260" y="54966"/>
                </a:lnTo>
                <a:lnTo>
                  <a:pt x="1508017" y="54569"/>
                </a:lnTo>
                <a:lnTo>
                  <a:pt x="1507768" y="54180"/>
                </a:lnTo>
                <a:lnTo>
                  <a:pt x="1507514" y="53798"/>
                </a:lnTo>
                <a:lnTo>
                  <a:pt x="1507253" y="53424"/>
                </a:lnTo>
                <a:lnTo>
                  <a:pt x="1506986" y="53058"/>
                </a:lnTo>
                <a:lnTo>
                  <a:pt x="1506713" y="52699"/>
                </a:lnTo>
                <a:lnTo>
                  <a:pt x="1506434" y="52348"/>
                </a:lnTo>
                <a:lnTo>
                  <a:pt x="1506149" y="52005"/>
                </a:lnTo>
                <a:lnTo>
                  <a:pt x="1505858" y="51669"/>
                </a:lnTo>
                <a:lnTo>
                  <a:pt x="1505561" y="51342"/>
                </a:lnTo>
                <a:lnTo>
                  <a:pt x="1505258" y="51022"/>
                </a:lnTo>
                <a:lnTo>
                  <a:pt x="1504949" y="50709"/>
                </a:lnTo>
                <a:lnTo>
                  <a:pt x="1504635" y="50404"/>
                </a:lnTo>
                <a:lnTo>
                  <a:pt x="1504316" y="50105"/>
                </a:lnTo>
                <a:lnTo>
                  <a:pt x="1503992" y="49814"/>
                </a:lnTo>
                <a:lnTo>
                  <a:pt x="1503662" y="49530"/>
                </a:lnTo>
                <a:lnTo>
                  <a:pt x="1503328" y="49253"/>
                </a:lnTo>
                <a:lnTo>
                  <a:pt x="1502988" y="48983"/>
                </a:lnTo>
                <a:lnTo>
                  <a:pt x="1502643" y="48721"/>
                </a:lnTo>
                <a:lnTo>
                  <a:pt x="1502293" y="48465"/>
                </a:lnTo>
                <a:lnTo>
                  <a:pt x="1501937" y="48217"/>
                </a:lnTo>
                <a:lnTo>
                  <a:pt x="1501577" y="47976"/>
                </a:lnTo>
                <a:lnTo>
                  <a:pt x="1501211" y="47742"/>
                </a:lnTo>
                <a:lnTo>
                  <a:pt x="1500840" y="47515"/>
                </a:lnTo>
                <a:lnTo>
                  <a:pt x="1500464" y="47295"/>
                </a:lnTo>
                <a:lnTo>
                  <a:pt x="1500083" y="47083"/>
                </a:lnTo>
                <a:lnTo>
                  <a:pt x="1499696" y="46877"/>
                </a:lnTo>
                <a:lnTo>
                  <a:pt x="1499305" y="46679"/>
                </a:lnTo>
                <a:lnTo>
                  <a:pt x="1498908" y="46488"/>
                </a:lnTo>
                <a:lnTo>
                  <a:pt x="1498506" y="46304"/>
                </a:lnTo>
                <a:lnTo>
                  <a:pt x="1498098" y="46127"/>
                </a:lnTo>
                <a:lnTo>
                  <a:pt x="1497686" y="45958"/>
                </a:lnTo>
                <a:lnTo>
                  <a:pt x="1497268" y="45795"/>
                </a:lnTo>
                <a:lnTo>
                  <a:pt x="1496846" y="45640"/>
                </a:lnTo>
                <a:lnTo>
                  <a:pt x="1496418" y="45492"/>
                </a:lnTo>
                <a:lnTo>
                  <a:pt x="1495985" y="45350"/>
                </a:lnTo>
                <a:lnTo>
                  <a:pt x="1495548" y="45214"/>
                </a:lnTo>
                <a:lnTo>
                  <a:pt x="1495106" y="45085"/>
                </a:lnTo>
                <a:lnTo>
                  <a:pt x="1494660" y="44961"/>
                </a:lnTo>
                <a:lnTo>
                  <a:pt x="1494209" y="44844"/>
                </a:lnTo>
                <a:lnTo>
                  <a:pt x="1493754" y="44732"/>
                </a:lnTo>
                <a:lnTo>
                  <a:pt x="1493294" y="44627"/>
                </a:lnTo>
                <a:lnTo>
                  <a:pt x="1492830" y="44527"/>
                </a:lnTo>
                <a:lnTo>
                  <a:pt x="1492361" y="44434"/>
                </a:lnTo>
                <a:lnTo>
                  <a:pt x="1491888" y="44346"/>
                </a:lnTo>
                <a:lnTo>
                  <a:pt x="1491410" y="44265"/>
                </a:lnTo>
                <a:lnTo>
                  <a:pt x="1490928" y="44190"/>
                </a:lnTo>
                <a:lnTo>
                  <a:pt x="1490441" y="44120"/>
                </a:lnTo>
                <a:lnTo>
                  <a:pt x="1489950" y="44057"/>
                </a:lnTo>
                <a:lnTo>
                  <a:pt x="1489455" y="44000"/>
                </a:lnTo>
                <a:lnTo>
                  <a:pt x="1488955" y="43949"/>
                </a:lnTo>
                <a:lnTo>
                  <a:pt x="1488450" y="43904"/>
                </a:lnTo>
                <a:lnTo>
                  <a:pt x="1487941" y="43864"/>
                </a:lnTo>
                <a:lnTo>
                  <a:pt x="1487427" y="43831"/>
                </a:lnTo>
                <a:lnTo>
                  <a:pt x="1486909" y="43804"/>
                </a:lnTo>
                <a:lnTo>
                  <a:pt x="1486387" y="43783"/>
                </a:lnTo>
                <a:lnTo>
                  <a:pt x="1485860" y="43768"/>
                </a:lnTo>
                <a:lnTo>
                  <a:pt x="1485328" y="43759"/>
                </a:lnTo>
                <a:lnTo>
                  <a:pt x="1484792" y="43756"/>
                </a:lnTo>
                <a:lnTo>
                  <a:pt x="1484136" y="43761"/>
                </a:lnTo>
                <a:lnTo>
                  <a:pt x="1483484" y="43777"/>
                </a:lnTo>
                <a:lnTo>
                  <a:pt x="1482837" y="43804"/>
                </a:lnTo>
                <a:lnTo>
                  <a:pt x="1482195" y="43842"/>
                </a:lnTo>
                <a:lnTo>
                  <a:pt x="1481557" y="43891"/>
                </a:lnTo>
                <a:lnTo>
                  <a:pt x="1480925" y="43950"/>
                </a:lnTo>
                <a:lnTo>
                  <a:pt x="1480298" y="44020"/>
                </a:lnTo>
                <a:lnTo>
                  <a:pt x="1479675" y="44101"/>
                </a:lnTo>
                <a:lnTo>
                  <a:pt x="1479057" y="44193"/>
                </a:lnTo>
                <a:lnTo>
                  <a:pt x="1478445" y="44295"/>
                </a:lnTo>
                <a:lnTo>
                  <a:pt x="1477837" y="44409"/>
                </a:lnTo>
                <a:lnTo>
                  <a:pt x="1477234" y="44533"/>
                </a:lnTo>
                <a:lnTo>
                  <a:pt x="1476636" y="44668"/>
                </a:lnTo>
                <a:lnTo>
                  <a:pt x="1476043" y="44813"/>
                </a:lnTo>
                <a:lnTo>
                  <a:pt x="1475455" y="44970"/>
                </a:lnTo>
                <a:lnTo>
                  <a:pt x="1474872" y="45137"/>
                </a:lnTo>
                <a:lnTo>
                  <a:pt x="1474293" y="45315"/>
                </a:lnTo>
                <a:lnTo>
                  <a:pt x="1473720" y="45504"/>
                </a:lnTo>
                <a:lnTo>
                  <a:pt x="1473151" y="45704"/>
                </a:lnTo>
                <a:lnTo>
                  <a:pt x="1472588" y="45914"/>
                </a:lnTo>
                <a:lnTo>
                  <a:pt x="1472029" y="46136"/>
                </a:lnTo>
                <a:lnTo>
                  <a:pt x="1471475" y="46368"/>
                </a:lnTo>
                <a:lnTo>
                  <a:pt x="1470926" y="46610"/>
                </a:lnTo>
                <a:lnTo>
                  <a:pt x="1470382" y="46864"/>
                </a:lnTo>
                <a:lnTo>
                  <a:pt x="1469844" y="47127"/>
                </a:lnTo>
                <a:lnTo>
                  <a:pt x="1469312" y="47400"/>
                </a:lnTo>
                <a:lnTo>
                  <a:pt x="1468786" y="47681"/>
                </a:lnTo>
                <a:lnTo>
                  <a:pt x="1468266" y="47971"/>
                </a:lnTo>
                <a:lnTo>
                  <a:pt x="1467753" y="48269"/>
                </a:lnTo>
                <a:lnTo>
                  <a:pt x="1467246" y="48577"/>
                </a:lnTo>
                <a:lnTo>
                  <a:pt x="1466746" y="48893"/>
                </a:lnTo>
                <a:lnTo>
                  <a:pt x="1466251" y="49219"/>
                </a:lnTo>
                <a:lnTo>
                  <a:pt x="1465763" y="49553"/>
                </a:lnTo>
                <a:lnTo>
                  <a:pt x="1465282" y="49896"/>
                </a:lnTo>
                <a:lnTo>
                  <a:pt x="1464806" y="50247"/>
                </a:lnTo>
                <a:lnTo>
                  <a:pt x="1464337" y="50608"/>
                </a:lnTo>
                <a:lnTo>
                  <a:pt x="1463875" y="50977"/>
                </a:lnTo>
                <a:lnTo>
                  <a:pt x="1463418" y="51355"/>
                </a:lnTo>
                <a:lnTo>
                  <a:pt x="1462968" y="51742"/>
                </a:lnTo>
                <a:lnTo>
                  <a:pt x="1462524" y="52138"/>
                </a:lnTo>
                <a:lnTo>
                  <a:pt x="1462087" y="52543"/>
                </a:lnTo>
                <a:lnTo>
                  <a:pt x="1461656" y="52957"/>
                </a:lnTo>
                <a:lnTo>
                  <a:pt x="1461231" y="53379"/>
                </a:lnTo>
                <a:lnTo>
                  <a:pt x="1460812" y="53810"/>
                </a:lnTo>
                <a:lnTo>
                  <a:pt x="1460400" y="54250"/>
                </a:lnTo>
                <a:lnTo>
                  <a:pt x="1459994" y="54699"/>
                </a:lnTo>
                <a:lnTo>
                  <a:pt x="1459594" y="55157"/>
                </a:lnTo>
                <a:lnTo>
                  <a:pt x="1459201" y="55623"/>
                </a:lnTo>
                <a:lnTo>
                  <a:pt x="1458814" y="56098"/>
                </a:lnTo>
                <a:lnTo>
                  <a:pt x="1458703" y="56239"/>
                </a:lnTo>
                <a:lnTo>
                  <a:pt x="1458232" y="45370"/>
                </a:lnTo>
                <a:close/>
                <a:moveTo>
                  <a:pt x="1933417" y="132721"/>
                </a:moveTo>
                <a:lnTo>
                  <a:pt x="1944618" y="101882"/>
                </a:lnTo>
                <a:lnTo>
                  <a:pt x="1993720" y="101882"/>
                </a:lnTo>
                <a:lnTo>
                  <a:pt x="2004944" y="132721"/>
                </a:lnTo>
                <a:lnTo>
                  <a:pt x="2020929" y="132721"/>
                </a:lnTo>
                <a:lnTo>
                  <a:pt x="1975962" y="15177"/>
                </a:lnTo>
                <a:lnTo>
                  <a:pt x="1972571" y="15177"/>
                </a:lnTo>
                <a:lnTo>
                  <a:pt x="1965709" y="15177"/>
                </a:lnTo>
                <a:lnTo>
                  <a:pt x="1962319" y="15177"/>
                </a:lnTo>
                <a:lnTo>
                  <a:pt x="1917513" y="132721"/>
                </a:lnTo>
                <a:lnTo>
                  <a:pt x="1933417" y="132721"/>
                </a:lnTo>
                <a:close/>
                <a:moveTo>
                  <a:pt x="1989078" y="89126"/>
                </a:moveTo>
                <a:lnTo>
                  <a:pt x="1949250" y="89126"/>
                </a:lnTo>
                <a:lnTo>
                  <a:pt x="1969144" y="34352"/>
                </a:lnTo>
                <a:lnTo>
                  <a:pt x="1989078" y="89126"/>
                </a:lnTo>
                <a:close/>
                <a:moveTo>
                  <a:pt x="1718853" y="62483"/>
                </a:moveTo>
                <a:lnTo>
                  <a:pt x="1719228" y="62184"/>
                </a:lnTo>
                <a:lnTo>
                  <a:pt x="1719598" y="61884"/>
                </a:lnTo>
                <a:lnTo>
                  <a:pt x="1719965" y="61584"/>
                </a:lnTo>
                <a:lnTo>
                  <a:pt x="1720327" y="61283"/>
                </a:lnTo>
                <a:lnTo>
                  <a:pt x="1720685" y="60981"/>
                </a:lnTo>
                <a:lnTo>
                  <a:pt x="1721040" y="60679"/>
                </a:lnTo>
                <a:lnTo>
                  <a:pt x="1721390" y="60376"/>
                </a:lnTo>
                <a:lnTo>
                  <a:pt x="1721736" y="60073"/>
                </a:lnTo>
                <a:lnTo>
                  <a:pt x="1722078" y="59769"/>
                </a:lnTo>
                <a:lnTo>
                  <a:pt x="1722416" y="59465"/>
                </a:lnTo>
                <a:lnTo>
                  <a:pt x="1722750" y="59160"/>
                </a:lnTo>
                <a:lnTo>
                  <a:pt x="1723080" y="58854"/>
                </a:lnTo>
                <a:lnTo>
                  <a:pt x="1723406" y="58548"/>
                </a:lnTo>
                <a:lnTo>
                  <a:pt x="1723727" y="58242"/>
                </a:lnTo>
                <a:lnTo>
                  <a:pt x="1724045" y="57935"/>
                </a:lnTo>
                <a:lnTo>
                  <a:pt x="1724359" y="57627"/>
                </a:lnTo>
                <a:lnTo>
                  <a:pt x="1724668" y="57319"/>
                </a:lnTo>
                <a:lnTo>
                  <a:pt x="1724974" y="57010"/>
                </a:lnTo>
                <a:lnTo>
                  <a:pt x="1725275" y="56700"/>
                </a:lnTo>
                <a:lnTo>
                  <a:pt x="1725572" y="56389"/>
                </a:lnTo>
                <a:lnTo>
                  <a:pt x="1725863" y="56076"/>
                </a:lnTo>
                <a:lnTo>
                  <a:pt x="1726149" y="55759"/>
                </a:lnTo>
                <a:lnTo>
                  <a:pt x="1726429" y="55440"/>
                </a:lnTo>
                <a:lnTo>
                  <a:pt x="1726704" y="55119"/>
                </a:lnTo>
                <a:lnTo>
                  <a:pt x="1726973" y="54794"/>
                </a:lnTo>
                <a:lnTo>
                  <a:pt x="1727237" y="54467"/>
                </a:lnTo>
                <a:lnTo>
                  <a:pt x="1727495" y="54138"/>
                </a:lnTo>
                <a:lnTo>
                  <a:pt x="1727748" y="53806"/>
                </a:lnTo>
                <a:lnTo>
                  <a:pt x="1727996" y="53471"/>
                </a:lnTo>
                <a:lnTo>
                  <a:pt x="1728237" y="53133"/>
                </a:lnTo>
                <a:lnTo>
                  <a:pt x="1728474" y="52793"/>
                </a:lnTo>
                <a:lnTo>
                  <a:pt x="1728705" y="52450"/>
                </a:lnTo>
                <a:lnTo>
                  <a:pt x="1728931" y="52104"/>
                </a:lnTo>
                <a:lnTo>
                  <a:pt x="1729151" y="51756"/>
                </a:lnTo>
                <a:lnTo>
                  <a:pt x="1729365" y="51405"/>
                </a:lnTo>
                <a:lnTo>
                  <a:pt x="1729575" y="51051"/>
                </a:lnTo>
                <a:lnTo>
                  <a:pt x="1729778" y="50695"/>
                </a:lnTo>
                <a:lnTo>
                  <a:pt x="1729977" y="50336"/>
                </a:lnTo>
                <a:lnTo>
                  <a:pt x="1730169" y="49974"/>
                </a:lnTo>
                <a:lnTo>
                  <a:pt x="1730357" y="49610"/>
                </a:lnTo>
                <a:lnTo>
                  <a:pt x="1730539" y="49243"/>
                </a:lnTo>
                <a:lnTo>
                  <a:pt x="1730715" y="48874"/>
                </a:lnTo>
                <a:lnTo>
                  <a:pt x="1730886" y="48501"/>
                </a:lnTo>
                <a:lnTo>
                  <a:pt x="1731050" y="48126"/>
                </a:lnTo>
                <a:lnTo>
                  <a:pt x="1731208" y="47746"/>
                </a:lnTo>
                <a:lnTo>
                  <a:pt x="1731359" y="47362"/>
                </a:lnTo>
                <a:lnTo>
                  <a:pt x="1731503" y="46974"/>
                </a:lnTo>
                <a:lnTo>
                  <a:pt x="1731639" y="46582"/>
                </a:lnTo>
                <a:lnTo>
                  <a:pt x="1731769" y="46186"/>
                </a:lnTo>
                <a:lnTo>
                  <a:pt x="1731891" y="45786"/>
                </a:lnTo>
                <a:lnTo>
                  <a:pt x="1732007" y="45382"/>
                </a:lnTo>
                <a:lnTo>
                  <a:pt x="1732116" y="44974"/>
                </a:lnTo>
                <a:lnTo>
                  <a:pt x="1732217" y="44562"/>
                </a:lnTo>
                <a:lnTo>
                  <a:pt x="1732312" y="44145"/>
                </a:lnTo>
                <a:lnTo>
                  <a:pt x="1732400" y="43725"/>
                </a:lnTo>
                <a:lnTo>
                  <a:pt x="1732480" y="43300"/>
                </a:lnTo>
                <a:lnTo>
                  <a:pt x="1732554" y="42872"/>
                </a:lnTo>
                <a:lnTo>
                  <a:pt x="1732620" y="42439"/>
                </a:lnTo>
                <a:lnTo>
                  <a:pt x="1732680" y="42003"/>
                </a:lnTo>
                <a:lnTo>
                  <a:pt x="1732732" y="41562"/>
                </a:lnTo>
                <a:lnTo>
                  <a:pt x="1732778" y="41117"/>
                </a:lnTo>
                <a:lnTo>
                  <a:pt x="1732816" y="40668"/>
                </a:lnTo>
                <a:lnTo>
                  <a:pt x="1732848" y="40215"/>
                </a:lnTo>
                <a:lnTo>
                  <a:pt x="1732873" y="39758"/>
                </a:lnTo>
                <a:lnTo>
                  <a:pt x="1732890" y="39297"/>
                </a:lnTo>
                <a:lnTo>
                  <a:pt x="1732901" y="38831"/>
                </a:lnTo>
                <a:lnTo>
                  <a:pt x="1732904" y="38362"/>
                </a:lnTo>
                <a:lnTo>
                  <a:pt x="1732898" y="37805"/>
                </a:lnTo>
                <a:lnTo>
                  <a:pt x="1732881" y="37252"/>
                </a:lnTo>
                <a:lnTo>
                  <a:pt x="1732851" y="36703"/>
                </a:lnTo>
                <a:lnTo>
                  <a:pt x="1732810" y="36158"/>
                </a:lnTo>
                <a:lnTo>
                  <a:pt x="1732757" y="35616"/>
                </a:lnTo>
                <a:lnTo>
                  <a:pt x="1732692" y="35079"/>
                </a:lnTo>
                <a:lnTo>
                  <a:pt x="1732616" y="34545"/>
                </a:lnTo>
                <a:lnTo>
                  <a:pt x="1732527" y="34014"/>
                </a:lnTo>
                <a:lnTo>
                  <a:pt x="1732427" y="33488"/>
                </a:lnTo>
                <a:lnTo>
                  <a:pt x="1732315" y="32965"/>
                </a:lnTo>
                <a:lnTo>
                  <a:pt x="1732192" y="32446"/>
                </a:lnTo>
                <a:lnTo>
                  <a:pt x="1732056" y="31931"/>
                </a:lnTo>
                <a:lnTo>
                  <a:pt x="1731909" y="31420"/>
                </a:lnTo>
                <a:lnTo>
                  <a:pt x="1731750" y="30913"/>
                </a:lnTo>
                <a:lnTo>
                  <a:pt x="1731580" y="30409"/>
                </a:lnTo>
                <a:lnTo>
                  <a:pt x="1731397" y="29909"/>
                </a:lnTo>
                <a:lnTo>
                  <a:pt x="1731203" y="29413"/>
                </a:lnTo>
                <a:lnTo>
                  <a:pt x="1730997" y="28920"/>
                </a:lnTo>
                <a:lnTo>
                  <a:pt x="1730779" y="28432"/>
                </a:lnTo>
                <a:lnTo>
                  <a:pt x="1730549" y="27947"/>
                </a:lnTo>
                <a:lnTo>
                  <a:pt x="1730308" y="27466"/>
                </a:lnTo>
                <a:lnTo>
                  <a:pt x="1730055" y="26989"/>
                </a:lnTo>
                <a:lnTo>
                  <a:pt x="1729790" y="26515"/>
                </a:lnTo>
                <a:lnTo>
                  <a:pt x="1729513" y="26046"/>
                </a:lnTo>
                <a:lnTo>
                  <a:pt x="1729226" y="25581"/>
                </a:lnTo>
                <a:lnTo>
                  <a:pt x="1728928" y="25125"/>
                </a:lnTo>
                <a:lnTo>
                  <a:pt x="1728621" y="24676"/>
                </a:lnTo>
                <a:lnTo>
                  <a:pt x="1728304" y="24234"/>
                </a:lnTo>
                <a:lnTo>
                  <a:pt x="1727976" y="23800"/>
                </a:lnTo>
                <a:lnTo>
                  <a:pt x="1727639" y="23374"/>
                </a:lnTo>
                <a:lnTo>
                  <a:pt x="1727292" y="22955"/>
                </a:lnTo>
                <a:lnTo>
                  <a:pt x="1726935" y="22544"/>
                </a:lnTo>
                <a:lnTo>
                  <a:pt x="1726567" y="22141"/>
                </a:lnTo>
                <a:lnTo>
                  <a:pt x="1726190" y="21745"/>
                </a:lnTo>
                <a:lnTo>
                  <a:pt x="1725803" y="21356"/>
                </a:lnTo>
                <a:lnTo>
                  <a:pt x="1725406" y="20975"/>
                </a:lnTo>
                <a:lnTo>
                  <a:pt x="1724999" y="20602"/>
                </a:lnTo>
                <a:lnTo>
                  <a:pt x="1724582" y="20236"/>
                </a:lnTo>
                <a:lnTo>
                  <a:pt x="1724156" y="19878"/>
                </a:lnTo>
                <a:lnTo>
                  <a:pt x="1723719" y="19528"/>
                </a:lnTo>
                <a:lnTo>
                  <a:pt x="1723272" y="19185"/>
                </a:lnTo>
                <a:lnTo>
                  <a:pt x="1722815" y="18849"/>
                </a:lnTo>
                <a:lnTo>
                  <a:pt x="1722349" y="18522"/>
                </a:lnTo>
                <a:lnTo>
                  <a:pt x="1721872" y="18201"/>
                </a:lnTo>
                <a:lnTo>
                  <a:pt x="1721385" y="17889"/>
                </a:lnTo>
                <a:lnTo>
                  <a:pt x="1720889" y="17584"/>
                </a:lnTo>
                <a:lnTo>
                  <a:pt x="1720383" y="17286"/>
                </a:lnTo>
                <a:lnTo>
                  <a:pt x="1719866" y="16996"/>
                </a:lnTo>
                <a:lnTo>
                  <a:pt x="1719341" y="16716"/>
                </a:lnTo>
                <a:lnTo>
                  <a:pt x="1718807" y="16448"/>
                </a:lnTo>
                <a:lnTo>
                  <a:pt x="1718265" y="16192"/>
                </a:lnTo>
                <a:lnTo>
                  <a:pt x="1717714" y="15947"/>
                </a:lnTo>
                <a:lnTo>
                  <a:pt x="1717156" y="15715"/>
                </a:lnTo>
                <a:lnTo>
                  <a:pt x="1716589" y="15494"/>
                </a:lnTo>
                <a:lnTo>
                  <a:pt x="1716014" y="15285"/>
                </a:lnTo>
                <a:lnTo>
                  <a:pt x="1715430" y="15089"/>
                </a:lnTo>
                <a:lnTo>
                  <a:pt x="1714839" y="14904"/>
                </a:lnTo>
                <a:lnTo>
                  <a:pt x="1714239" y="14731"/>
                </a:lnTo>
                <a:lnTo>
                  <a:pt x="1713631" y="14570"/>
                </a:lnTo>
                <a:lnTo>
                  <a:pt x="1713014" y="14421"/>
                </a:lnTo>
                <a:lnTo>
                  <a:pt x="1712389" y="14284"/>
                </a:lnTo>
                <a:lnTo>
                  <a:pt x="1711756" y="14159"/>
                </a:lnTo>
                <a:lnTo>
                  <a:pt x="1711115" y="14046"/>
                </a:lnTo>
                <a:lnTo>
                  <a:pt x="1710466" y="13944"/>
                </a:lnTo>
                <a:lnTo>
                  <a:pt x="1709808" y="13855"/>
                </a:lnTo>
                <a:lnTo>
                  <a:pt x="1709142" y="13777"/>
                </a:lnTo>
                <a:lnTo>
                  <a:pt x="1708467" y="13712"/>
                </a:lnTo>
                <a:lnTo>
                  <a:pt x="1707785" y="13658"/>
                </a:lnTo>
                <a:lnTo>
                  <a:pt x="1707094" y="13616"/>
                </a:lnTo>
                <a:lnTo>
                  <a:pt x="1706395" y="13587"/>
                </a:lnTo>
                <a:lnTo>
                  <a:pt x="1705687" y="13569"/>
                </a:lnTo>
                <a:lnTo>
                  <a:pt x="1704971" y="13563"/>
                </a:lnTo>
                <a:lnTo>
                  <a:pt x="1704235" y="13568"/>
                </a:lnTo>
                <a:lnTo>
                  <a:pt x="1703507" y="13586"/>
                </a:lnTo>
                <a:lnTo>
                  <a:pt x="1702787" y="13614"/>
                </a:lnTo>
                <a:lnTo>
                  <a:pt x="1702074" y="13655"/>
                </a:lnTo>
                <a:lnTo>
                  <a:pt x="1701369" y="13706"/>
                </a:lnTo>
                <a:lnTo>
                  <a:pt x="1700672" y="13770"/>
                </a:lnTo>
                <a:lnTo>
                  <a:pt x="1699983" y="13844"/>
                </a:lnTo>
                <a:lnTo>
                  <a:pt x="1699302" y="13931"/>
                </a:lnTo>
                <a:lnTo>
                  <a:pt x="1698629" y="14029"/>
                </a:lnTo>
                <a:lnTo>
                  <a:pt x="1697964" y="14138"/>
                </a:lnTo>
                <a:lnTo>
                  <a:pt x="1697306" y="14259"/>
                </a:lnTo>
                <a:lnTo>
                  <a:pt x="1696656" y="14391"/>
                </a:lnTo>
                <a:lnTo>
                  <a:pt x="1696014" y="14535"/>
                </a:lnTo>
                <a:lnTo>
                  <a:pt x="1695380" y="14690"/>
                </a:lnTo>
                <a:lnTo>
                  <a:pt x="1694754" y="14857"/>
                </a:lnTo>
                <a:lnTo>
                  <a:pt x="1694136" y="15035"/>
                </a:lnTo>
                <a:lnTo>
                  <a:pt x="1693525" y="15225"/>
                </a:lnTo>
                <a:lnTo>
                  <a:pt x="1692922" y="15426"/>
                </a:lnTo>
                <a:lnTo>
                  <a:pt x="1692328" y="15639"/>
                </a:lnTo>
                <a:lnTo>
                  <a:pt x="1691741" y="15863"/>
                </a:lnTo>
                <a:lnTo>
                  <a:pt x="1691161" y="16099"/>
                </a:lnTo>
                <a:lnTo>
                  <a:pt x="1690590" y="16346"/>
                </a:lnTo>
                <a:lnTo>
                  <a:pt x="1690027" y="16605"/>
                </a:lnTo>
                <a:lnTo>
                  <a:pt x="1689471" y="16875"/>
                </a:lnTo>
                <a:lnTo>
                  <a:pt x="1688925" y="17156"/>
                </a:lnTo>
                <a:lnTo>
                  <a:pt x="1688388" y="17448"/>
                </a:lnTo>
                <a:lnTo>
                  <a:pt x="1687862" y="17751"/>
                </a:lnTo>
                <a:lnTo>
                  <a:pt x="1687346" y="18063"/>
                </a:lnTo>
                <a:lnTo>
                  <a:pt x="1686841" y="18387"/>
                </a:lnTo>
                <a:lnTo>
                  <a:pt x="1686345" y="18721"/>
                </a:lnTo>
                <a:lnTo>
                  <a:pt x="1685860" y="19065"/>
                </a:lnTo>
                <a:lnTo>
                  <a:pt x="1685385" y="19420"/>
                </a:lnTo>
                <a:lnTo>
                  <a:pt x="1684921" y="19786"/>
                </a:lnTo>
                <a:lnTo>
                  <a:pt x="1684466" y="20162"/>
                </a:lnTo>
                <a:lnTo>
                  <a:pt x="1684022" y="20548"/>
                </a:lnTo>
                <a:lnTo>
                  <a:pt x="1683588" y="20945"/>
                </a:lnTo>
                <a:lnTo>
                  <a:pt x="1683164" y="21353"/>
                </a:lnTo>
                <a:lnTo>
                  <a:pt x="1682751" y="21771"/>
                </a:lnTo>
                <a:lnTo>
                  <a:pt x="1682347" y="22199"/>
                </a:lnTo>
                <a:lnTo>
                  <a:pt x="1681954" y="22638"/>
                </a:lnTo>
                <a:lnTo>
                  <a:pt x="1681571" y="23088"/>
                </a:lnTo>
                <a:lnTo>
                  <a:pt x="1681199" y="23548"/>
                </a:lnTo>
                <a:lnTo>
                  <a:pt x="1680836" y="24019"/>
                </a:lnTo>
                <a:lnTo>
                  <a:pt x="1680484" y="24500"/>
                </a:lnTo>
                <a:lnTo>
                  <a:pt x="1680142" y="24992"/>
                </a:lnTo>
                <a:lnTo>
                  <a:pt x="1679811" y="25494"/>
                </a:lnTo>
                <a:lnTo>
                  <a:pt x="1679489" y="26007"/>
                </a:lnTo>
                <a:lnTo>
                  <a:pt x="1679178" y="26530"/>
                </a:lnTo>
                <a:lnTo>
                  <a:pt x="1678878" y="27063"/>
                </a:lnTo>
                <a:lnTo>
                  <a:pt x="1678591" y="27607"/>
                </a:lnTo>
                <a:lnTo>
                  <a:pt x="1678317" y="28160"/>
                </a:lnTo>
                <a:lnTo>
                  <a:pt x="1678056" y="28723"/>
                </a:lnTo>
                <a:lnTo>
                  <a:pt x="1677807" y="29296"/>
                </a:lnTo>
                <a:lnTo>
                  <a:pt x="1677571" y="29879"/>
                </a:lnTo>
                <a:lnTo>
                  <a:pt x="1677348" y="30472"/>
                </a:lnTo>
                <a:lnTo>
                  <a:pt x="1677137" y="31075"/>
                </a:lnTo>
                <a:lnTo>
                  <a:pt x="1676940" y="31688"/>
                </a:lnTo>
                <a:lnTo>
                  <a:pt x="1676755" y="32311"/>
                </a:lnTo>
                <a:lnTo>
                  <a:pt x="1676583" y="32944"/>
                </a:lnTo>
                <a:lnTo>
                  <a:pt x="1676423" y="33587"/>
                </a:lnTo>
                <a:lnTo>
                  <a:pt x="1676276" y="34240"/>
                </a:lnTo>
                <a:lnTo>
                  <a:pt x="1676142" y="34903"/>
                </a:lnTo>
                <a:lnTo>
                  <a:pt x="1676021" y="35575"/>
                </a:lnTo>
                <a:lnTo>
                  <a:pt x="1675913" y="36258"/>
                </a:lnTo>
                <a:lnTo>
                  <a:pt x="1675817" y="36951"/>
                </a:lnTo>
                <a:lnTo>
                  <a:pt x="1675734" y="37653"/>
                </a:lnTo>
                <a:lnTo>
                  <a:pt x="1675664" y="38366"/>
                </a:lnTo>
                <a:lnTo>
                  <a:pt x="1675607" y="39088"/>
                </a:lnTo>
                <a:lnTo>
                  <a:pt x="1675562" y="39821"/>
                </a:lnTo>
                <a:lnTo>
                  <a:pt x="1675530" y="40563"/>
                </a:lnTo>
                <a:lnTo>
                  <a:pt x="1675511" y="41316"/>
                </a:lnTo>
                <a:lnTo>
                  <a:pt x="1675505" y="42078"/>
                </a:lnTo>
                <a:lnTo>
                  <a:pt x="1675509" y="42576"/>
                </a:lnTo>
                <a:lnTo>
                  <a:pt x="1675524" y="43072"/>
                </a:lnTo>
                <a:lnTo>
                  <a:pt x="1675547" y="43567"/>
                </a:lnTo>
                <a:lnTo>
                  <a:pt x="1675580" y="44060"/>
                </a:lnTo>
                <a:lnTo>
                  <a:pt x="1675622" y="44552"/>
                </a:lnTo>
                <a:lnTo>
                  <a:pt x="1675674" y="45042"/>
                </a:lnTo>
                <a:lnTo>
                  <a:pt x="1675735" y="45532"/>
                </a:lnTo>
                <a:lnTo>
                  <a:pt x="1675805" y="46019"/>
                </a:lnTo>
                <a:lnTo>
                  <a:pt x="1675885" y="46506"/>
                </a:lnTo>
                <a:lnTo>
                  <a:pt x="1675974" y="46991"/>
                </a:lnTo>
                <a:lnTo>
                  <a:pt x="1676073" y="47474"/>
                </a:lnTo>
                <a:lnTo>
                  <a:pt x="1676181" y="47956"/>
                </a:lnTo>
                <a:lnTo>
                  <a:pt x="1676298" y="48437"/>
                </a:lnTo>
                <a:lnTo>
                  <a:pt x="1676425" y="48916"/>
                </a:lnTo>
                <a:lnTo>
                  <a:pt x="1676561" y="49394"/>
                </a:lnTo>
                <a:lnTo>
                  <a:pt x="1676707" y="49871"/>
                </a:lnTo>
                <a:lnTo>
                  <a:pt x="1676862" y="50346"/>
                </a:lnTo>
                <a:lnTo>
                  <a:pt x="1677026" y="50820"/>
                </a:lnTo>
                <a:lnTo>
                  <a:pt x="1677200" y="51292"/>
                </a:lnTo>
                <a:lnTo>
                  <a:pt x="1677383" y="51763"/>
                </a:lnTo>
                <a:lnTo>
                  <a:pt x="1677575" y="52233"/>
                </a:lnTo>
                <a:lnTo>
                  <a:pt x="1677777" y="52701"/>
                </a:lnTo>
                <a:lnTo>
                  <a:pt x="1677989" y="53167"/>
                </a:lnTo>
                <a:lnTo>
                  <a:pt x="1678209" y="53633"/>
                </a:lnTo>
                <a:lnTo>
                  <a:pt x="1678438" y="54098"/>
                </a:lnTo>
                <a:lnTo>
                  <a:pt x="1678674" y="54564"/>
                </a:lnTo>
                <a:lnTo>
                  <a:pt x="1678918" y="55032"/>
                </a:lnTo>
                <a:lnTo>
                  <a:pt x="1679168" y="55501"/>
                </a:lnTo>
                <a:lnTo>
                  <a:pt x="1679425" y="55971"/>
                </a:lnTo>
                <a:lnTo>
                  <a:pt x="1679690" y="56442"/>
                </a:lnTo>
                <a:lnTo>
                  <a:pt x="1679962" y="56915"/>
                </a:lnTo>
                <a:lnTo>
                  <a:pt x="1680241" y="57389"/>
                </a:lnTo>
                <a:lnTo>
                  <a:pt x="1680527" y="57864"/>
                </a:lnTo>
                <a:lnTo>
                  <a:pt x="1680820" y="58340"/>
                </a:lnTo>
                <a:lnTo>
                  <a:pt x="1681121" y="58818"/>
                </a:lnTo>
                <a:lnTo>
                  <a:pt x="1681428" y="59297"/>
                </a:lnTo>
                <a:lnTo>
                  <a:pt x="1681743" y="59777"/>
                </a:lnTo>
                <a:lnTo>
                  <a:pt x="1682065" y="60259"/>
                </a:lnTo>
                <a:lnTo>
                  <a:pt x="1682394" y="60742"/>
                </a:lnTo>
                <a:lnTo>
                  <a:pt x="1682730" y="61226"/>
                </a:lnTo>
                <a:lnTo>
                  <a:pt x="1683073" y="61711"/>
                </a:lnTo>
                <a:lnTo>
                  <a:pt x="1683424" y="62198"/>
                </a:lnTo>
                <a:lnTo>
                  <a:pt x="1683782" y="62686"/>
                </a:lnTo>
                <a:lnTo>
                  <a:pt x="1684146" y="63175"/>
                </a:lnTo>
                <a:lnTo>
                  <a:pt x="1684518" y="63665"/>
                </a:lnTo>
                <a:lnTo>
                  <a:pt x="1684897" y="64157"/>
                </a:lnTo>
                <a:lnTo>
                  <a:pt x="1685283" y="64650"/>
                </a:lnTo>
                <a:lnTo>
                  <a:pt x="1685677" y="65144"/>
                </a:lnTo>
                <a:lnTo>
                  <a:pt x="1686076" y="65641"/>
                </a:lnTo>
                <a:lnTo>
                  <a:pt x="1686480" y="66142"/>
                </a:lnTo>
                <a:lnTo>
                  <a:pt x="1686888" y="66647"/>
                </a:lnTo>
                <a:lnTo>
                  <a:pt x="1687300" y="67156"/>
                </a:lnTo>
                <a:lnTo>
                  <a:pt x="1687717" y="67669"/>
                </a:lnTo>
                <a:lnTo>
                  <a:pt x="1688139" y="68186"/>
                </a:lnTo>
                <a:lnTo>
                  <a:pt x="1688565" y="68707"/>
                </a:lnTo>
                <a:lnTo>
                  <a:pt x="1688781" y="68970"/>
                </a:lnTo>
                <a:lnTo>
                  <a:pt x="1688468" y="69193"/>
                </a:lnTo>
                <a:lnTo>
                  <a:pt x="1687888" y="69609"/>
                </a:lnTo>
                <a:lnTo>
                  <a:pt x="1687314" y="70025"/>
                </a:lnTo>
                <a:lnTo>
                  <a:pt x="1686746" y="70440"/>
                </a:lnTo>
                <a:lnTo>
                  <a:pt x="1686184" y="70856"/>
                </a:lnTo>
                <a:lnTo>
                  <a:pt x="1685627" y="71271"/>
                </a:lnTo>
                <a:lnTo>
                  <a:pt x="1685076" y="71686"/>
                </a:lnTo>
                <a:lnTo>
                  <a:pt x="1684531" y="72100"/>
                </a:lnTo>
                <a:lnTo>
                  <a:pt x="1683992" y="72514"/>
                </a:lnTo>
                <a:lnTo>
                  <a:pt x="1683458" y="72928"/>
                </a:lnTo>
                <a:lnTo>
                  <a:pt x="1682930" y="73342"/>
                </a:lnTo>
                <a:lnTo>
                  <a:pt x="1682408" y="73755"/>
                </a:lnTo>
                <a:lnTo>
                  <a:pt x="1681891" y="74168"/>
                </a:lnTo>
                <a:lnTo>
                  <a:pt x="1681381" y="74581"/>
                </a:lnTo>
                <a:lnTo>
                  <a:pt x="1680876" y="74994"/>
                </a:lnTo>
                <a:lnTo>
                  <a:pt x="1680377" y="75406"/>
                </a:lnTo>
                <a:lnTo>
                  <a:pt x="1679883" y="75818"/>
                </a:lnTo>
                <a:lnTo>
                  <a:pt x="1679396" y="76230"/>
                </a:lnTo>
                <a:lnTo>
                  <a:pt x="1678914" y="76641"/>
                </a:lnTo>
                <a:lnTo>
                  <a:pt x="1678437" y="77052"/>
                </a:lnTo>
                <a:lnTo>
                  <a:pt x="1677967" y="77463"/>
                </a:lnTo>
                <a:lnTo>
                  <a:pt x="1677504" y="77875"/>
                </a:lnTo>
                <a:lnTo>
                  <a:pt x="1677049" y="78290"/>
                </a:lnTo>
                <a:lnTo>
                  <a:pt x="1676602" y="78706"/>
                </a:lnTo>
                <a:lnTo>
                  <a:pt x="1676164" y="79126"/>
                </a:lnTo>
                <a:lnTo>
                  <a:pt x="1675734" y="79548"/>
                </a:lnTo>
                <a:lnTo>
                  <a:pt x="1675313" y="79972"/>
                </a:lnTo>
                <a:lnTo>
                  <a:pt x="1674900" y="80399"/>
                </a:lnTo>
                <a:lnTo>
                  <a:pt x="1674496" y="80829"/>
                </a:lnTo>
                <a:lnTo>
                  <a:pt x="1674100" y="81261"/>
                </a:lnTo>
                <a:lnTo>
                  <a:pt x="1673712" y="81696"/>
                </a:lnTo>
                <a:lnTo>
                  <a:pt x="1673333" y="82133"/>
                </a:lnTo>
                <a:lnTo>
                  <a:pt x="1672962" y="82573"/>
                </a:lnTo>
                <a:lnTo>
                  <a:pt x="1672599" y="83015"/>
                </a:lnTo>
                <a:lnTo>
                  <a:pt x="1672245" y="83460"/>
                </a:lnTo>
                <a:lnTo>
                  <a:pt x="1671900" y="83907"/>
                </a:lnTo>
                <a:lnTo>
                  <a:pt x="1671562" y="84357"/>
                </a:lnTo>
                <a:lnTo>
                  <a:pt x="1671234" y="84809"/>
                </a:lnTo>
                <a:lnTo>
                  <a:pt x="1670913" y="85264"/>
                </a:lnTo>
                <a:lnTo>
                  <a:pt x="1670601" y="85721"/>
                </a:lnTo>
                <a:lnTo>
                  <a:pt x="1670298" y="86181"/>
                </a:lnTo>
                <a:lnTo>
                  <a:pt x="1670003" y="86644"/>
                </a:lnTo>
                <a:lnTo>
                  <a:pt x="1669716" y="87109"/>
                </a:lnTo>
                <a:lnTo>
                  <a:pt x="1669437" y="87576"/>
                </a:lnTo>
                <a:lnTo>
                  <a:pt x="1669167" y="88047"/>
                </a:lnTo>
                <a:lnTo>
                  <a:pt x="1668907" y="88521"/>
                </a:lnTo>
                <a:lnTo>
                  <a:pt x="1668658" y="89001"/>
                </a:lnTo>
                <a:lnTo>
                  <a:pt x="1668420" y="89488"/>
                </a:lnTo>
                <a:lnTo>
                  <a:pt x="1668193" y="89981"/>
                </a:lnTo>
                <a:lnTo>
                  <a:pt x="1667977" y="90479"/>
                </a:lnTo>
                <a:lnTo>
                  <a:pt x="1667772" y="90985"/>
                </a:lnTo>
                <a:lnTo>
                  <a:pt x="1667579" y="91496"/>
                </a:lnTo>
                <a:lnTo>
                  <a:pt x="1667396" y="92013"/>
                </a:lnTo>
                <a:lnTo>
                  <a:pt x="1667224" y="92537"/>
                </a:lnTo>
                <a:lnTo>
                  <a:pt x="1667064" y="93067"/>
                </a:lnTo>
                <a:lnTo>
                  <a:pt x="1666914" y="93603"/>
                </a:lnTo>
                <a:lnTo>
                  <a:pt x="1666776" y="94145"/>
                </a:lnTo>
                <a:lnTo>
                  <a:pt x="1666648" y="94693"/>
                </a:lnTo>
                <a:lnTo>
                  <a:pt x="1666532" y="95248"/>
                </a:lnTo>
                <a:lnTo>
                  <a:pt x="1666427" y="95808"/>
                </a:lnTo>
                <a:lnTo>
                  <a:pt x="1666333" y="96375"/>
                </a:lnTo>
                <a:lnTo>
                  <a:pt x="1666250" y="96948"/>
                </a:lnTo>
                <a:lnTo>
                  <a:pt x="1666178" y="97527"/>
                </a:lnTo>
                <a:lnTo>
                  <a:pt x="1666117" y="98113"/>
                </a:lnTo>
                <a:lnTo>
                  <a:pt x="1666067" y="98704"/>
                </a:lnTo>
                <a:lnTo>
                  <a:pt x="1666028" y="99302"/>
                </a:lnTo>
                <a:lnTo>
                  <a:pt x="1666001" y="99906"/>
                </a:lnTo>
                <a:lnTo>
                  <a:pt x="1665984" y="100516"/>
                </a:lnTo>
                <a:lnTo>
                  <a:pt x="1665979" y="101132"/>
                </a:lnTo>
                <a:lnTo>
                  <a:pt x="1665987" y="101937"/>
                </a:lnTo>
                <a:lnTo>
                  <a:pt x="1666011" y="102733"/>
                </a:lnTo>
                <a:lnTo>
                  <a:pt x="1666051" y="103522"/>
                </a:lnTo>
                <a:lnTo>
                  <a:pt x="1666106" y="104304"/>
                </a:lnTo>
                <a:lnTo>
                  <a:pt x="1666178" y="105077"/>
                </a:lnTo>
                <a:lnTo>
                  <a:pt x="1666266" y="105844"/>
                </a:lnTo>
                <a:lnTo>
                  <a:pt x="1666370" y="106602"/>
                </a:lnTo>
                <a:lnTo>
                  <a:pt x="1666490" y="107353"/>
                </a:lnTo>
                <a:lnTo>
                  <a:pt x="1666626" y="108097"/>
                </a:lnTo>
                <a:lnTo>
                  <a:pt x="1666777" y="108833"/>
                </a:lnTo>
                <a:lnTo>
                  <a:pt x="1666945" y="109561"/>
                </a:lnTo>
                <a:lnTo>
                  <a:pt x="1667129" y="110282"/>
                </a:lnTo>
                <a:lnTo>
                  <a:pt x="1667329" y="110995"/>
                </a:lnTo>
                <a:lnTo>
                  <a:pt x="1667544" y="111701"/>
                </a:lnTo>
                <a:lnTo>
                  <a:pt x="1667776" y="112399"/>
                </a:lnTo>
                <a:lnTo>
                  <a:pt x="1668024" y="113090"/>
                </a:lnTo>
                <a:lnTo>
                  <a:pt x="1668287" y="113772"/>
                </a:lnTo>
                <a:lnTo>
                  <a:pt x="1668567" y="114448"/>
                </a:lnTo>
                <a:lnTo>
                  <a:pt x="1668863" y="115116"/>
                </a:lnTo>
                <a:lnTo>
                  <a:pt x="1669174" y="115776"/>
                </a:lnTo>
                <a:lnTo>
                  <a:pt x="1669502" y="116428"/>
                </a:lnTo>
                <a:lnTo>
                  <a:pt x="1669845" y="117073"/>
                </a:lnTo>
                <a:lnTo>
                  <a:pt x="1670205" y="117711"/>
                </a:lnTo>
                <a:lnTo>
                  <a:pt x="1670580" y="118341"/>
                </a:lnTo>
                <a:lnTo>
                  <a:pt x="1670970" y="118961"/>
                </a:lnTo>
                <a:lnTo>
                  <a:pt x="1671374" y="119570"/>
                </a:lnTo>
                <a:lnTo>
                  <a:pt x="1671792" y="120168"/>
                </a:lnTo>
                <a:lnTo>
                  <a:pt x="1672223" y="120755"/>
                </a:lnTo>
                <a:lnTo>
                  <a:pt x="1672668" y="121331"/>
                </a:lnTo>
                <a:lnTo>
                  <a:pt x="1673126" y="121895"/>
                </a:lnTo>
                <a:lnTo>
                  <a:pt x="1673598" y="122448"/>
                </a:lnTo>
                <a:lnTo>
                  <a:pt x="1674083" y="122990"/>
                </a:lnTo>
                <a:lnTo>
                  <a:pt x="1674582" y="123521"/>
                </a:lnTo>
                <a:lnTo>
                  <a:pt x="1675095" y="124040"/>
                </a:lnTo>
                <a:lnTo>
                  <a:pt x="1675621" y="124549"/>
                </a:lnTo>
                <a:lnTo>
                  <a:pt x="1676161" y="125046"/>
                </a:lnTo>
                <a:lnTo>
                  <a:pt x="1676714" y="125531"/>
                </a:lnTo>
                <a:lnTo>
                  <a:pt x="1677281" y="126006"/>
                </a:lnTo>
                <a:lnTo>
                  <a:pt x="1677862" y="126469"/>
                </a:lnTo>
                <a:lnTo>
                  <a:pt x="1678456" y="126922"/>
                </a:lnTo>
                <a:lnTo>
                  <a:pt x="1679064" y="127363"/>
                </a:lnTo>
                <a:lnTo>
                  <a:pt x="1679685" y="127792"/>
                </a:lnTo>
                <a:lnTo>
                  <a:pt x="1680320" y="128211"/>
                </a:lnTo>
                <a:lnTo>
                  <a:pt x="1680969" y="128618"/>
                </a:lnTo>
                <a:lnTo>
                  <a:pt x="1681631" y="129014"/>
                </a:lnTo>
                <a:lnTo>
                  <a:pt x="1682307" y="129399"/>
                </a:lnTo>
                <a:lnTo>
                  <a:pt x="1682996" y="129772"/>
                </a:lnTo>
                <a:lnTo>
                  <a:pt x="1683699" y="130135"/>
                </a:lnTo>
                <a:lnTo>
                  <a:pt x="1684414" y="130484"/>
                </a:lnTo>
                <a:lnTo>
                  <a:pt x="1685141" y="130819"/>
                </a:lnTo>
                <a:lnTo>
                  <a:pt x="1685878" y="131138"/>
                </a:lnTo>
                <a:lnTo>
                  <a:pt x="1686627" y="131443"/>
                </a:lnTo>
                <a:lnTo>
                  <a:pt x="1687386" y="131733"/>
                </a:lnTo>
                <a:lnTo>
                  <a:pt x="1688157" y="132008"/>
                </a:lnTo>
                <a:lnTo>
                  <a:pt x="1688938" y="132268"/>
                </a:lnTo>
                <a:lnTo>
                  <a:pt x="1689731" y="132513"/>
                </a:lnTo>
                <a:lnTo>
                  <a:pt x="1690535" y="132744"/>
                </a:lnTo>
                <a:lnTo>
                  <a:pt x="1691350" y="132959"/>
                </a:lnTo>
                <a:lnTo>
                  <a:pt x="1692176" y="133160"/>
                </a:lnTo>
                <a:lnTo>
                  <a:pt x="1693013" y="133346"/>
                </a:lnTo>
                <a:lnTo>
                  <a:pt x="1693861" y="133517"/>
                </a:lnTo>
                <a:lnTo>
                  <a:pt x="1694721" y="133673"/>
                </a:lnTo>
                <a:lnTo>
                  <a:pt x="1695591" y="133814"/>
                </a:lnTo>
                <a:lnTo>
                  <a:pt x="1696472" y="133940"/>
                </a:lnTo>
                <a:lnTo>
                  <a:pt x="1697365" y="134052"/>
                </a:lnTo>
                <a:lnTo>
                  <a:pt x="1698268" y="134148"/>
                </a:lnTo>
                <a:lnTo>
                  <a:pt x="1699183" y="134230"/>
                </a:lnTo>
                <a:lnTo>
                  <a:pt x="1700108" y="134297"/>
                </a:lnTo>
                <a:lnTo>
                  <a:pt x="1701045" y="134349"/>
                </a:lnTo>
                <a:lnTo>
                  <a:pt x="1701993" y="134386"/>
                </a:lnTo>
                <a:lnTo>
                  <a:pt x="1702952" y="134409"/>
                </a:lnTo>
                <a:lnTo>
                  <a:pt x="1703922" y="134416"/>
                </a:lnTo>
                <a:lnTo>
                  <a:pt x="1704662" y="134410"/>
                </a:lnTo>
                <a:lnTo>
                  <a:pt x="1705402" y="134393"/>
                </a:lnTo>
                <a:lnTo>
                  <a:pt x="1706141" y="134365"/>
                </a:lnTo>
                <a:lnTo>
                  <a:pt x="1706881" y="134325"/>
                </a:lnTo>
                <a:lnTo>
                  <a:pt x="1707620" y="134274"/>
                </a:lnTo>
                <a:lnTo>
                  <a:pt x="1708360" y="134211"/>
                </a:lnTo>
                <a:lnTo>
                  <a:pt x="1709099" y="134137"/>
                </a:lnTo>
                <a:lnTo>
                  <a:pt x="1709838" y="134052"/>
                </a:lnTo>
                <a:lnTo>
                  <a:pt x="1710576" y="133956"/>
                </a:lnTo>
                <a:lnTo>
                  <a:pt x="1711315" y="133848"/>
                </a:lnTo>
                <a:lnTo>
                  <a:pt x="1712054" y="133728"/>
                </a:lnTo>
                <a:lnTo>
                  <a:pt x="1712792" y="133597"/>
                </a:lnTo>
                <a:lnTo>
                  <a:pt x="1713530" y="133455"/>
                </a:lnTo>
                <a:lnTo>
                  <a:pt x="1714269" y="133302"/>
                </a:lnTo>
                <a:lnTo>
                  <a:pt x="1715007" y="133137"/>
                </a:lnTo>
                <a:lnTo>
                  <a:pt x="1715744" y="132961"/>
                </a:lnTo>
                <a:lnTo>
                  <a:pt x="1716482" y="132773"/>
                </a:lnTo>
                <a:lnTo>
                  <a:pt x="1717220" y="132574"/>
                </a:lnTo>
                <a:lnTo>
                  <a:pt x="1717957" y="132364"/>
                </a:lnTo>
                <a:lnTo>
                  <a:pt x="1718694" y="132142"/>
                </a:lnTo>
                <a:lnTo>
                  <a:pt x="1719432" y="131909"/>
                </a:lnTo>
                <a:lnTo>
                  <a:pt x="1720169" y="131664"/>
                </a:lnTo>
                <a:lnTo>
                  <a:pt x="1720905" y="131409"/>
                </a:lnTo>
                <a:lnTo>
                  <a:pt x="1721642" y="131141"/>
                </a:lnTo>
                <a:lnTo>
                  <a:pt x="1722374" y="130863"/>
                </a:lnTo>
                <a:lnTo>
                  <a:pt x="1723096" y="130573"/>
                </a:lnTo>
                <a:lnTo>
                  <a:pt x="1723809" y="130272"/>
                </a:lnTo>
                <a:lnTo>
                  <a:pt x="1724511" y="129959"/>
                </a:lnTo>
                <a:lnTo>
                  <a:pt x="1725205" y="129635"/>
                </a:lnTo>
                <a:lnTo>
                  <a:pt x="1725888" y="129300"/>
                </a:lnTo>
                <a:lnTo>
                  <a:pt x="1726562" y="128953"/>
                </a:lnTo>
                <a:lnTo>
                  <a:pt x="1727226" y="128595"/>
                </a:lnTo>
                <a:lnTo>
                  <a:pt x="1727881" y="128225"/>
                </a:lnTo>
                <a:lnTo>
                  <a:pt x="1728525" y="127845"/>
                </a:lnTo>
                <a:lnTo>
                  <a:pt x="1729160" y="127452"/>
                </a:lnTo>
                <a:lnTo>
                  <a:pt x="1729786" y="127049"/>
                </a:lnTo>
                <a:lnTo>
                  <a:pt x="1730402" y="126634"/>
                </a:lnTo>
                <a:lnTo>
                  <a:pt x="1731008" y="126208"/>
                </a:lnTo>
                <a:lnTo>
                  <a:pt x="1731604" y="125770"/>
                </a:lnTo>
                <a:lnTo>
                  <a:pt x="1732191" y="125321"/>
                </a:lnTo>
                <a:lnTo>
                  <a:pt x="1732768" y="124861"/>
                </a:lnTo>
                <a:lnTo>
                  <a:pt x="1733335" y="124389"/>
                </a:lnTo>
                <a:lnTo>
                  <a:pt x="1733893" y="123906"/>
                </a:lnTo>
                <a:lnTo>
                  <a:pt x="1734309" y="123531"/>
                </a:lnTo>
                <a:lnTo>
                  <a:pt x="1742107" y="132882"/>
                </a:lnTo>
                <a:lnTo>
                  <a:pt x="1760029" y="132882"/>
                </a:lnTo>
                <a:lnTo>
                  <a:pt x="1743235" y="112710"/>
                </a:lnTo>
                <a:lnTo>
                  <a:pt x="1743288" y="112639"/>
                </a:lnTo>
                <a:lnTo>
                  <a:pt x="1743623" y="112174"/>
                </a:lnTo>
                <a:lnTo>
                  <a:pt x="1743952" y="111705"/>
                </a:lnTo>
                <a:lnTo>
                  <a:pt x="1744275" y="111233"/>
                </a:lnTo>
                <a:lnTo>
                  <a:pt x="1744592" y="110756"/>
                </a:lnTo>
                <a:lnTo>
                  <a:pt x="1744903" y="110276"/>
                </a:lnTo>
                <a:lnTo>
                  <a:pt x="1745208" y="109792"/>
                </a:lnTo>
                <a:lnTo>
                  <a:pt x="1745507" y="109304"/>
                </a:lnTo>
                <a:lnTo>
                  <a:pt x="1745800" y="108813"/>
                </a:lnTo>
                <a:lnTo>
                  <a:pt x="1746086" y="108317"/>
                </a:lnTo>
                <a:lnTo>
                  <a:pt x="1746367" y="107818"/>
                </a:lnTo>
                <a:lnTo>
                  <a:pt x="1746642" y="107315"/>
                </a:lnTo>
                <a:lnTo>
                  <a:pt x="1746911" y="106809"/>
                </a:lnTo>
                <a:lnTo>
                  <a:pt x="1747174" y="106298"/>
                </a:lnTo>
                <a:lnTo>
                  <a:pt x="1747431" y="105784"/>
                </a:lnTo>
                <a:lnTo>
                  <a:pt x="1747682" y="105267"/>
                </a:lnTo>
                <a:lnTo>
                  <a:pt x="1747928" y="104746"/>
                </a:lnTo>
                <a:lnTo>
                  <a:pt x="1748168" y="104221"/>
                </a:lnTo>
                <a:lnTo>
                  <a:pt x="1748402" y="103693"/>
                </a:lnTo>
                <a:lnTo>
                  <a:pt x="1748630" y="103162"/>
                </a:lnTo>
                <a:lnTo>
                  <a:pt x="1748853" y="102627"/>
                </a:lnTo>
                <a:lnTo>
                  <a:pt x="1749070" y="102088"/>
                </a:lnTo>
                <a:lnTo>
                  <a:pt x="1749281" y="101546"/>
                </a:lnTo>
                <a:lnTo>
                  <a:pt x="1749486" y="101000"/>
                </a:lnTo>
                <a:lnTo>
                  <a:pt x="1749686" y="100451"/>
                </a:lnTo>
                <a:lnTo>
                  <a:pt x="1749880" y="99899"/>
                </a:lnTo>
                <a:lnTo>
                  <a:pt x="1750068" y="99343"/>
                </a:lnTo>
                <a:lnTo>
                  <a:pt x="1750250" y="98783"/>
                </a:lnTo>
                <a:lnTo>
                  <a:pt x="1750427" y="98220"/>
                </a:lnTo>
                <a:lnTo>
                  <a:pt x="1750598" y="97653"/>
                </a:lnTo>
                <a:lnTo>
                  <a:pt x="1750763" y="97083"/>
                </a:lnTo>
                <a:lnTo>
                  <a:pt x="1750923" y="96510"/>
                </a:lnTo>
                <a:lnTo>
                  <a:pt x="1751076" y="95933"/>
                </a:lnTo>
                <a:lnTo>
                  <a:pt x="1751224" y="95352"/>
                </a:lnTo>
                <a:lnTo>
                  <a:pt x="1751366" y="94768"/>
                </a:lnTo>
                <a:lnTo>
                  <a:pt x="1751503" y="94180"/>
                </a:lnTo>
                <a:lnTo>
                  <a:pt x="1751634" y="93589"/>
                </a:lnTo>
                <a:lnTo>
                  <a:pt x="1751759" y="92995"/>
                </a:lnTo>
                <a:lnTo>
                  <a:pt x="1751879" y="92397"/>
                </a:lnTo>
                <a:lnTo>
                  <a:pt x="1751993" y="91797"/>
                </a:lnTo>
                <a:lnTo>
                  <a:pt x="1752102" y="91193"/>
                </a:lnTo>
                <a:lnTo>
                  <a:pt x="1752206" y="90586"/>
                </a:lnTo>
                <a:lnTo>
                  <a:pt x="1752305" y="89976"/>
                </a:lnTo>
                <a:lnTo>
                  <a:pt x="1752398" y="89363"/>
                </a:lnTo>
                <a:lnTo>
                  <a:pt x="1752486" y="88747"/>
                </a:lnTo>
                <a:lnTo>
                  <a:pt x="1752568" y="88128"/>
                </a:lnTo>
                <a:lnTo>
                  <a:pt x="1752645" y="87506"/>
                </a:lnTo>
                <a:lnTo>
                  <a:pt x="1752717" y="86881"/>
                </a:lnTo>
                <a:lnTo>
                  <a:pt x="1752784" y="86252"/>
                </a:lnTo>
                <a:lnTo>
                  <a:pt x="1752845" y="85621"/>
                </a:lnTo>
                <a:lnTo>
                  <a:pt x="1752901" y="84986"/>
                </a:lnTo>
                <a:lnTo>
                  <a:pt x="1752952" y="84348"/>
                </a:lnTo>
                <a:lnTo>
                  <a:pt x="1752997" y="83708"/>
                </a:lnTo>
                <a:lnTo>
                  <a:pt x="1753037" y="83064"/>
                </a:lnTo>
                <a:lnTo>
                  <a:pt x="1753072" y="82417"/>
                </a:lnTo>
                <a:lnTo>
                  <a:pt x="1753101" y="81767"/>
                </a:lnTo>
                <a:lnTo>
                  <a:pt x="1753125" y="81113"/>
                </a:lnTo>
                <a:lnTo>
                  <a:pt x="1753143" y="80457"/>
                </a:lnTo>
                <a:lnTo>
                  <a:pt x="1753157" y="79798"/>
                </a:lnTo>
                <a:lnTo>
                  <a:pt x="1753165" y="79135"/>
                </a:lnTo>
                <a:lnTo>
                  <a:pt x="1753167" y="78470"/>
                </a:lnTo>
                <a:lnTo>
                  <a:pt x="1739766" y="78470"/>
                </a:lnTo>
                <a:lnTo>
                  <a:pt x="1739761" y="79282"/>
                </a:lnTo>
                <a:lnTo>
                  <a:pt x="1739745" y="80089"/>
                </a:lnTo>
                <a:lnTo>
                  <a:pt x="1739719" y="80889"/>
                </a:lnTo>
                <a:lnTo>
                  <a:pt x="1739682" y="81684"/>
                </a:lnTo>
                <a:lnTo>
                  <a:pt x="1739635" y="82472"/>
                </a:lnTo>
                <a:lnTo>
                  <a:pt x="1739577" y="83254"/>
                </a:lnTo>
                <a:lnTo>
                  <a:pt x="1739509" y="84031"/>
                </a:lnTo>
                <a:lnTo>
                  <a:pt x="1739430" y="84801"/>
                </a:lnTo>
                <a:lnTo>
                  <a:pt x="1739340" y="85565"/>
                </a:lnTo>
                <a:lnTo>
                  <a:pt x="1739241" y="86323"/>
                </a:lnTo>
                <a:lnTo>
                  <a:pt x="1739130" y="87075"/>
                </a:lnTo>
                <a:lnTo>
                  <a:pt x="1739009" y="87821"/>
                </a:lnTo>
                <a:lnTo>
                  <a:pt x="1738878" y="88561"/>
                </a:lnTo>
                <a:lnTo>
                  <a:pt x="1738736" y="89295"/>
                </a:lnTo>
                <a:lnTo>
                  <a:pt x="1738584" y="90023"/>
                </a:lnTo>
                <a:lnTo>
                  <a:pt x="1738421" y="90745"/>
                </a:lnTo>
                <a:lnTo>
                  <a:pt x="1738247" y="91461"/>
                </a:lnTo>
                <a:lnTo>
                  <a:pt x="1738063" y="92171"/>
                </a:lnTo>
                <a:lnTo>
                  <a:pt x="1737869" y="92875"/>
                </a:lnTo>
                <a:lnTo>
                  <a:pt x="1737664" y="93573"/>
                </a:lnTo>
                <a:lnTo>
                  <a:pt x="1737448" y="94265"/>
                </a:lnTo>
                <a:lnTo>
                  <a:pt x="1737222" y="94950"/>
                </a:lnTo>
                <a:lnTo>
                  <a:pt x="1736986" y="95630"/>
                </a:lnTo>
                <a:lnTo>
                  <a:pt x="1736739" y="96304"/>
                </a:lnTo>
                <a:lnTo>
                  <a:pt x="1736483" y="96970"/>
                </a:lnTo>
                <a:lnTo>
                  <a:pt x="1736220" y="97629"/>
                </a:lnTo>
                <a:lnTo>
                  <a:pt x="1735950" y="98280"/>
                </a:lnTo>
                <a:lnTo>
                  <a:pt x="1735672" y="98923"/>
                </a:lnTo>
                <a:lnTo>
                  <a:pt x="1735388" y="99559"/>
                </a:lnTo>
                <a:lnTo>
                  <a:pt x="1735096" y="100186"/>
                </a:lnTo>
                <a:lnTo>
                  <a:pt x="1734798" y="100806"/>
                </a:lnTo>
                <a:lnTo>
                  <a:pt x="1734492" y="101417"/>
                </a:lnTo>
                <a:lnTo>
                  <a:pt x="1734239" y="101905"/>
                </a:lnTo>
                <a:lnTo>
                  <a:pt x="1708114" y="70527"/>
                </a:lnTo>
                <a:lnTo>
                  <a:pt x="1716919" y="63971"/>
                </a:lnTo>
                <a:lnTo>
                  <a:pt x="1717314" y="63675"/>
                </a:lnTo>
                <a:lnTo>
                  <a:pt x="1717705" y="63378"/>
                </a:lnTo>
                <a:lnTo>
                  <a:pt x="1718092" y="63080"/>
                </a:lnTo>
                <a:lnTo>
                  <a:pt x="1718475" y="62782"/>
                </a:lnTo>
                <a:lnTo>
                  <a:pt x="1718853" y="62483"/>
                </a:lnTo>
                <a:close/>
                <a:moveTo>
                  <a:pt x="1698572" y="58956"/>
                </a:moveTo>
                <a:lnTo>
                  <a:pt x="1698295" y="58599"/>
                </a:lnTo>
                <a:lnTo>
                  <a:pt x="1698022" y="58243"/>
                </a:lnTo>
                <a:lnTo>
                  <a:pt x="1697752" y="57888"/>
                </a:lnTo>
                <a:lnTo>
                  <a:pt x="1697485" y="57536"/>
                </a:lnTo>
                <a:lnTo>
                  <a:pt x="1697221" y="57185"/>
                </a:lnTo>
                <a:lnTo>
                  <a:pt x="1696961" y="56835"/>
                </a:lnTo>
                <a:lnTo>
                  <a:pt x="1696706" y="56487"/>
                </a:lnTo>
                <a:lnTo>
                  <a:pt x="1696456" y="56139"/>
                </a:lnTo>
                <a:lnTo>
                  <a:pt x="1696210" y="55793"/>
                </a:lnTo>
                <a:lnTo>
                  <a:pt x="1695969" y="55448"/>
                </a:lnTo>
                <a:lnTo>
                  <a:pt x="1695733" y="55104"/>
                </a:lnTo>
                <a:lnTo>
                  <a:pt x="1695501" y="54761"/>
                </a:lnTo>
                <a:lnTo>
                  <a:pt x="1695275" y="54419"/>
                </a:lnTo>
                <a:lnTo>
                  <a:pt x="1695053" y="54078"/>
                </a:lnTo>
                <a:lnTo>
                  <a:pt x="1694836" y="53739"/>
                </a:lnTo>
                <a:lnTo>
                  <a:pt x="1694623" y="53400"/>
                </a:lnTo>
                <a:lnTo>
                  <a:pt x="1694416" y="53063"/>
                </a:lnTo>
                <a:lnTo>
                  <a:pt x="1694213" y="52727"/>
                </a:lnTo>
                <a:lnTo>
                  <a:pt x="1694015" y="52392"/>
                </a:lnTo>
                <a:lnTo>
                  <a:pt x="1693822" y="52058"/>
                </a:lnTo>
                <a:lnTo>
                  <a:pt x="1693633" y="51725"/>
                </a:lnTo>
                <a:lnTo>
                  <a:pt x="1693449" y="51394"/>
                </a:lnTo>
                <a:lnTo>
                  <a:pt x="1693271" y="51063"/>
                </a:lnTo>
                <a:lnTo>
                  <a:pt x="1693096" y="50734"/>
                </a:lnTo>
                <a:lnTo>
                  <a:pt x="1692927" y="50406"/>
                </a:lnTo>
                <a:lnTo>
                  <a:pt x="1692762" y="50079"/>
                </a:lnTo>
                <a:lnTo>
                  <a:pt x="1692602" y="49753"/>
                </a:lnTo>
                <a:lnTo>
                  <a:pt x="1692447" y="49428"/>
                </a:lnTo>
                <a:lnTo>
                  <a:pt x="1692297" y="49104"/>
                </a:lnTo>
                <a:lnTo>
                  <a:pt x="1692152" y="48782"/>
                </a:lnTo>
                <a:lnTo>
                  <a:pt x="1692013" y="48460"/>
                </a:lnTo>
                <a:lnTo>
                  <a:pt x="1691880" y="48139"/>
                </a:lnTo>
                <a:lnTo>
                  <a:pt x="1691754" y="47818"/>
                </a:lnTo>
                <a:lnTo>
                  <a:pt x="1691634" y="47499"/>
                </a:lnTo>
                <a:lnTo>
                  <a:pt x="1691520" y="47180"/>
                </a:lnTo>
                <a:lnTo>
                  <a:pt x="1691412" y="46863"/>
                </a:lnTo>
                <a:lnTo>
                  <a:pt x="1691310" y="46546"/>
                </a:lnTo>
                <a:lnTo>
                  <a:pt x="1691214" y="46230"/>
                </a:lnTo>
                <a:lnTo>
                  <a:pt x="1691125" y="45915"/>
                </a:lnTo>
                <a:lnTo>
                  <a:pt x="1691042" y="45600"/>
                </a:lnTo>
                <a:lnTo>
                  <a:pt x="1690965" y="45287"/>
                </a:lnTo>
                <a:lnTo>
                  <a:pt x="1690894" y="44974"/>
                </a:lnTo>
                <a:lnTo>
                  <a:pt x="1690829" y="44662"/>
                </a:lnTo>
                <a:lnTo>
                  <a:pt x="1690770" y="44351"/>
                </a:lnTo>
                <a:lnTo>
                  <a:pt x="1690718" y="44041"/>
                </a:lnTo>
                <a:lnTo>
                  <a:pt x="1690672" y="43731"/>
                </a:lnTo>
                <a:lnTo>
                  <a:pt x="1690632" y="43423"/>
                </a:lnTo>
                <a:lnTo>
                  <a:pt x="1690598" y="43115"/>
                </a:lnTo>
                <a:lnTo>
                  <a:pt x="1690570" y="42808"/>
                </a:lnTo>
                <a:lnTo>
                  <a:pt x="1690548" y="42502"/>
                </a:lnTo>
                <a:lnTo>
                  <a:pt x="1690533" y="42197"/>
                </a:lnTo>
                <a:lnTo>
                  <a:pt x="1690524" y="41892"/>
                </a:lnTo>
                <a:lnTo>
                  <a:pt x="1690521" y="41589"/>
                </a:lnTo>
                <a:lnTo>
                  <a:pt x="1690523" y="41233"/>
                </a:lnTo>
                <a:lnTo>
                  <a:pt x="1690532" y="40880"/>
                </a:lnTo>
                <a:lnTo>
                  <a:pt x="1690546" y="40529"/>
                </a:lnTo>
                <a:lnTo>
                  <a:pt x="1690565" y="40181"/>
                </a:lnTo>
                <a:lnTo>
                  <a:pt x="1690591" y="39835"/>
                </a:lnTo>
                <a:lnTo>
                  <a:pt x="1690622" y="39491"/>
                </a:lnTo>
                <a:lnTo>
                  <a:pt x="1690658" y="39150"/>
                </a:lnTo>
                <a:lnTo>
                  <a:pt x="1690700" y="38811"/>
                </a:lnTo>
                <a:lnTo>
                  <a:pt x="1690748" y="38474"/>
                </a:lnTo>
                <a:lnTo>
                  <a:pt x="1690801" y="38140"/>
                </a:lnTo>
                <a:lnTo>
                  <a:pt x="1690860" y="37808"/>
                </a:lnTo>
                <a:lnTo>
                  <a:pt x="1690924" y="37479"/>
                </a:lnTo>
                <a:lnTo>
                  <a:pt x="1690994" y="37152"/>
                </a:lnTo>
                <a:lnTo>
                  <a:pt x="1691070" y="36827"/>
                </a:lnTo>
                <a:lnTo>
                  <a:pt x="1691151" y="36505"/>
                </a:lnTo>
                <a:lnTo>
                  <a:pt x="1691238" y="36185"/>
                </a:lnTo>
                <a:lnTo>
                  <a:pt x="1691331" y="35868"/>
                </a:lnTo>
                <a:lnTo>
                  <a:pt x="1691429" y="35553"/>
                </a:lnTo>
                <a:lnTo>
                  <a:pt x="1691533" y="35240"/>
                </a:lnTo>
                <a:lnTo>
                  <a:pt x="1691642" y="34930"/>
                </a:lnTo>
                <a:lnTo>
                  <a:pt x="1691757" y="34622"/>
                </a:lnTo>
                <a:lnTo>
                  <a:pt x="1691877" y="34316"/>
                </a:lnTo>
                <a:lnTo>
                  <a:pt x="1692003" y="34013"/>
                </a:lnTo>
                <a:lnTo>
                  <a:pt x="1692135" y="33712"/>
                </a:lnTo>
                <a:lnTo>
                  <a:pt x="1692273" y="33415"/>
                </a:lnTo>
                <a:lnTo>
                  <a:pt x="1692416" y="33123"/>
                </a:lnTo>
                <a:lnTo>
                  <a:pt x="1692564" y="32836"/>
                </a:lnTo>
                <a:lnTo>
                  <a:pt x="1692718" y="32553"/>
                </a:lnTo>
                <a:lnTo>
                  <a:pt x="1692878" y="32276"/>
                </a:lnTo>
                <a:lnTo>
                  <a:pt x="1693043" y="32003"/>
                </a:lnTo>
                <a:lnTo>
                  <a:pt x="1693214" y="31736"/>
                </a:lnTo>
                <a:lnTo>
                  <a:pt x="1693391" y="31473"/>
                </a:lnTo>
                <a:lnTo>
                  <a:pt x="1693573" y="31215"/>
                </a:lnTo>
                <a:lnTo>
                  <a:pt x="1693761" y="30962"/>
                </a:lnTo>
                <a:lnTo>
                  <a:pt x="1693954" y="30714"/>
                </a:lnTo>
                <a:lnTo>
                  <a:pt x="1694153" y="30471"/>
                </a:lnTo>
                <a:lnTo>
                  <a:pt x="1694358" y="30232"/>
                </a:lnTo>
                <a:lnTo>
                  <a:pt x="1694568" y="29999"/>
                </a:lnTo>
                <a:lnTo>
                  <a:pt x="1694784" y="29771"/>
                </a:lnTo>
                <a:lnTo>
                  <a:pt x="1695006" y="29547"/>
                </a:lnTo>
                <a:lnTo>
                  <a:pt x="1695233" y="29328"/>
                </a:lnTo>
                <a:lnTo>
                  <a:pt x="1695465" y="29115"/>
                </a:lnTo>
                <a:lnTo>
                  <a:pt x="1695704" y="28906"/>
                </a:lnTo>
                <a:lnTo>
                  <a:pt x="1695948" y="28702"/>
                </a:lnTo>
                <a:lnTo>
                  <a:pt x="1696197" y="28503"/>
                </a:lnTo>
                <a:lnTo>
                  <a:pt x="1696452" y="28309"/>
                </a:lnTo>
                <a:lnTo>
                  <a:pt x="1696713" y="28120"/>
                </a:lnTo>
                <a:lnTo>
                  <a:pt x="1696979" y="27935"/>
                </a:lnTo>
                <a:lnTo>
                  <a:pt x="1697251" y="27757"/>
                </a:lnTo>
                <a:lnTo>
                  <a:pt x="1697527" y="27587"/>
                </a:lnTo>
                <a:lnTo>
                  <a:pt x="1697809" y="27424"/>
                </a:lnTo>
                <a:lnTo>
                  <a:pt x="1698096" y="27268"/>
                </a:lnTo>
                <a:lnTo>
                  <a:pt x="1698388" y="27121"/>
                </a:lnTo>
                <a:lnTo>
                  <a:pt x="1698684" y="26980"/>
                </a:lnTo>
                <a:lnTo>
                  <a:pt x="1698986" y="26848"/>
                </a:lnTo>
                <a:lnTo>
                  <a:pt x="1699293" y="26723"/>
                </a:lnTo>
                <a:lnTo>
                  <a:pt x="1699605" y="26605"/>
                </a:lnTo>
                <a:lnTo>
                  <a:pt x="1699922" y="26496"/>
                </a:lnTo>
                <a:lnTo>
                  <a:pt x="1700244" y="26393"/>
                </a:lnTo>
                <a:lnTo>
                  <a:pt x="1700572" y="26299"/>
                </a:lnTo>
                <a:lnTo>
                  <a:pt x="1700904" y="26211"/>
                </a:lnTo>
                <a:lnTo>
                  <a:pt x="1701241" y="26132"/>
                </a:lnTo>
                <a:lnTo>
                  <a:pt x="1701583" y="26060"/>
                </a:lnTo>
                <a:lnTo>
                  <a:pt x="1701931" y="25995"/>
                </a:lnTo>
                <a:lnTo>
                  <a:pt x="1702283" y="25939"/>
                </a:lnTo>
                <a:lnTo>
                  <a:pt x="1702640" y="25889"/>
                </a:lnTo>
                <a:lnTo>
                  <a:pt x="1703003" y="25848"/>
                </a:lnTo>
                <a:lnTo>
                  <a:pt x="1703370" y="25814"/>
                </a:lnTo>
                <a:lnTo>
                  <a:pt x="1703743" y="25787"/>
                </a:lnTo>
                <a:lnTo>
                  <a:pt x="1704120" y="25768"/>
                </a:lnTo>
                <a:lnTo>
                  <a:pt x="1704503" y="25757"/>
                </a:lnTo>
                <a:lnTo>
                  <a:pt x="1704891" y="25753"/>
                </a:lnTo>
                <a:lnTo>
                  <a:pt x="1705450" y="25760"/>
                </a:lnTo>
                <a:lnTo>
                  <a:pt x="1706000" y="25780"/>
                </a:lnTo>
                <a:lnTo>
                  <a:pt x="1706538" y="25814"/>
                </a:lnTo>
                <a:lnTo>
                  <a:pt x="1707066" y="25862"/>
                </a:lnTo>
                <a:lnTo>
                  <a:pt x="1707583" y="25923"/>
                </a:lnTo>
                <a:lnTo>
                  <a:pt x="1708090" y="25998"/>
                </a:lnTo>
                <a:lnTo>
                  <a:pt x="1708585" y="26087"/>
                </a:lnTo>
                <a:lnTo>
                  <a:pt x="1709071" y="26189"/>
                </a:lnTo>
                <a:lnTo>
                  <a:pt x="1709545" y="26304"/>
                </a:lnTo>
                <a:lnTo>
                  <a:pt x="1710009" y="26434"/>
                </a:lnTo>
                <a:lnTo>
                  <a:pt x="1710462" y="26577"/>
                </a:lnTo>
                <a:lnTo>
                  <a:pt x="1710905" y="26733"/>
                </a:lnTo>
                <a:lnTo>
                  <a:pt x="1711337" y="26903"/>
                </a:lnTo>
                <a:lnTo>
                  <a:pt x="1711758" y="27087"/>
                </a:lnTo>
                <a:lnTo>
                  <a:pt x="1712169" y="27284"/>
                </a:lnTo>
                <a:lnTo>
                  <a:pt x="1712569" y="27495"/>
                </a:lnTo>
                <a:lnTo>
                  <a:pt x="1712958" y="27720"/>
                </a:lnTo>
                <a:lnTo>
                  <a:pt x="1713337" y="27958"/>
                </a:lnTo>
                <a:lnTo>
                  <a:pt x="1713705" y="28210"/>
                </a:lnTo>
                <a:lnTo>
                  <a:pt x="1714063" y="28476"/>
                </a:lnTo>
                <a:lnTo>
                  <a:pt x="1714409" y="28755"/>
                </a:lnTo>
                <a:lnTo>
                  <a:pt x="1714745" y="29047"/>
                </a:lnTo>
                <a:lnTo>
                  <a:pt x="1715071" y="29354"/>
                </a:lnTo>
                <a:lnTo>
                  <a:pt x="1715386" y="29673"/>
                </a:lnTo>
                <a:lnTo>
                  <a:pt x="1715689" y="30001"/>
                </a:lnTo>
                <a:lnTo>
                  <a:pt x="1715979" y="30332"/>
                </a:lnTo>
                <a:lnTo>
                  <a:pt x="1716256" y="30666"/>
                </a:lnTo>
                <a:lnTo>
                  <a:pt x="1716520" y="31003"/>
                </a:lnTo>
                <a:lnTo>
                  <a:pt x="1716772" y="31343"/>
                </a:lnTo>
                <a:lnTo>
                  <a:pt x="1717010" y="31686"/>
                </a:lnTo>
                <a:lnTo>
                  <a:pt x="1717236" y="32031"/>
                </a:lnTo>
                <a:lnTo>
                  <a:pt x="1717449" y="32380"/>
                </a:lnTo>
                <a:lnTo>
                  <a:pt x="1717649" y="32731"/>
                </a:lnTo>
                <a:lnTo>
                  <a:pt x="1717836" y="33086"/>
                </a:lnTo>
                <a:lnTo>
                  <a:pt x="1718010" y="33444"/>
                </a:lnTo>
                <a:lnTo>
                  <a:pt x="1718171" y="33804"/>
                </a:lnTo>
                <a:lnTo>
                  <a:pt x="1718319" y="34167"/>
                </a:lnTo>
                <a:lnTo>
                  <a:pt x="1718454" y="34534"/>
                </a:lnTo>
                <a:lnTo>
                  <a:pt x="1718577" y="34903"/>
                </a:lnTo>
                <a:lnTo>
                  <a:pt x="1718687" y="35275"/>
                </a:lnTo>
                <a:lnTo>
                  <a:pt x="1718783" y="35650"/>
                </a:lnTo>
                <a:lnTo>
                  <a:pt x="1718867" y="36029"/>
                </a:lnTo>
                <a:lnTo>
                  <a:pt x="1718938" y="36410"/>
                </a:lnTo>
                <a:lnTo>
                  <a:pt x="1718996" y="36794"/>
                </a:lnTo>
                <a:lnTo>
                  <a:pt x="1719041" y="37181"/>
                </a:lnTo>
                <a:lnTo>
                  <a:pt x="1719073" y="37571"/>
                </a:lnTo>
                <a:lnTo>
                  <a:pt x="1719093" y="37964"/>
                </a:lnTo>
                <a:lnTo>
                  <a:pt x="1719099" y="38360"/>
                </a:lnTo>
                <a:lnTo>
                  <a:pt x="1719094" y="38867"/>
                </a:lnTo>
                <a:lnTo>
                  <a:pt x="1719080" y="39365"/>
                </a:lnTo>
                <a:lnTo>
                  <a:pt x="1719056" y="39854"/>
                </a:lnTo>
                <a:lnTo>
                  <a:pt x="1719022" y="40334"/>
                </a:lnTo>
                <a:lnTo>
                  <a:pt x="1718978" y="40804"/>
                </a:lnTo>
                <a:lnTo>
                  <a:pt x="1718925" y="41266"/>
                </a:lnTo>
                <a:lnTo>
                  <a:pt x="1718862" y="41718"/>
                </a:lnTo>
                <a:lnTo>
                  <a:pt x="1718790" y="42162"/>
                </a:lnTo>
                <a:lnTo>
                  <a:pt x="1718708" y="42596"/>
                </a:lnTo>
                <a:lnTo>
                  <a:pt x="1718616" y="43021"/>
                </a:lnTo>
                <a:lnTo>
                  <a:pt x="1718514" y="43437"/>
                </a:lnTo>
                <a:lnTo>
                  <a:pt x="1718403" y="43844"/>
                </a:lnTo>
                <a:lnTo>
                  <a:pt x="1718282" y="44242"/>
                </a:lnTo>
                <a:lnTo>
                  <a:pt x="1718151" y="44631"/>
                </a:lnTo>
                <a:lnTo>
                  <a:pt x="1718011" y="45010"/>
                </a:lnTo>
                <a:lnTo>
                  <a:pt x="1717861" y="45381"/>
                </a:lnTo>
                <a:lnTo>
                  <a:pt x="1717702" y="45742"/>
                </a:lnTo>
                <a:lnTo>
                  <a:pt x="1717533" y="46095"/>
                </a:lnTo>
                <a:lnTo>
                  <a:pt x="1717354" y="46438"/>
                </a:lnTo>
                <a:lnTo>
                  <a:pt x="1717165" y="46772"/>
                </a:lnTo>
                <a:lnTo>
                  <a:pt x="1716967" y="47097"/>
                </a:lnTo>
                <a:lnTo>
                  <a:pt x="1716759" y="47413"/>
                </a:lnTo>
                <a:lnTo>
                  <a:pt x="1716541" y="47719"/>
                </a:lnTo>
                <a:lnTo>
                  <a:pt x="1716314" y="48017"/>
                </a:lnTo>
                <a:lnTo>
                  <a:pt x="1716078" y="48310"/>
                </a:lnTo>
                <a:lnTo>
                  <a:pt x="1715834" y="48602"/>
                </a:lnTo>
                <a:lnTo>
                  <a:pt x="1715582" y="48895"/>
                </a:lnTo>
                <a:lnTo>
                  <a:pt x="1715322" y="49187"/>
                </a:lnTo>
                <a:lnTo>
                  <a:pt x="1715054" y="49479"/>
                </a:lnTo>
                <a:lnTo>
                  <a:pt x="1714778" y="49772"/>
                </a:lnTo>
                <a:lnTo>
                  <a:pt x="1714494" y="50063"/>
                </a:lnTo>
                <a:lnTo>
                  <a:pt x="1714202" y="50355"/>
                </a:lnTo>
                <a:lnTo>
                  <a:pt x="1713902" y="50647"/>
                </a:lnTo>
                <a:lnTo>
                  <a:pt x="1713594" y="50938"/>
                </a:lnTo>
                <a:lnTo>
                  <a:pt x="1713278" y="51230"/>
                </a:lnTo>
                <a:lnTo>
                  <a:pt x="1712954" y="51521"/>
                </a:lnTo>
                <a:lnTo>
                  <a:pt x="1712622" y="51812"/>
                </a:lnTo>
                <a:lnTo>
                  <a:pt x="1712282" y="52103"/>
                </a:lnTo>
                <a:lnTo>
                  <a:pt x="1711934" y="52394"/>
                </a:lnTo>
                <a:lnTo>
                  <a:pt x="1711578" y="52685"/>
                </a:lnTo>
                <a:lnTo>
                  <a:pt x="1711214" y="52975"/>
                </a:lnTo>
                <a:lnTo>
                  <a:pt x="1710842" y="53266"/>
                </a:lnTo>
                <a:lnTo>
                  <a:pt x="1710462" y="53556"/>
                </a:lnTo>
                <a:lnTo>
                  <a:pt x="1710074" y="53846"/>
                </a:lnTo>
                <a:lnTo>
                  <a:pt x="1709678" y="54136"/>
                </a:lnTo>
                <a:lnTo>
                  <a:pt x="1709274" y="54426"/>
                </a:lnTo>
                <a:lnTo>
                  <a:pt x="1708863" y="54716"/>
                </a:lnTo>
                <a:lnTo>
                  <a:pt x="1708443" y="55005"/>
                </a:lnTo>
                <a:lnTo>
                  <a:pt x="1700123" y="60924"/>
                </a:lnTo>
                <a:lnTo>
                  <a:pt x="1699999" y="60770"/>
                </a:lnTo>
                <a:lnTo>
                  <a:pt x="1699707" y="60404"/>
                </a:lnTo>
                <a:lnTo>
                  <a:pt x="1699419" y="60039"/>
                </a:lnTo>
                <a:lnTo>
                  <a:pt x="1699133" y="59677"/>
                </a:lnTo>
                <a:lnTo>
                  <a:pt x="1698851" y="59316"/>
                </a:lnTo>
                <a:lnTo>
                  <a:pt x="1698572" y="58956"/>
                </a:lnTo>
                <a:close/>
                <a:moveTo>
                  <a:pt x="1725087" y="113692"/>
                </a:moveTo>
                <a:lnTo>
                  <a:pt x="1724624" y="114096"/>
                </a:lnTo>
                <a:lnTo>
                  <a:pt x="1724156" y="114490"/>
                </a:lnTo>
                <a:lnTo>
                  <a:pt x="1723683" y="114874"/>
                </a:lnTo>
                <a:lnTo>
                  <a:pt x="1723206" y="115250"/>
                </a:lnTo>
                <a:lnTo>
                  <a:pt x="1722725" y="115616"/>
                </a:lnTo>
                <a:lnTo>
                  <a:pt x="1722238" y="115973"/>
                </a:lnTo>
                <a:lnTo>
                  <a:pt x="1721748" y="116320"/>
                </a:lnTo>
                <a:lnTo>
                  <a:pt x="1721252" y="116658"/>
                </a:lnTo>
                <a:lnTo>
                  <a:pt x="1720752" y="116988"/>
                </a:lnTo>
                <a:lnTo>
                  <a:pt x="1720247" y="117307"/>
                </a:lnTo>
                <a:lnTo>
                  <a:pt x="1719738" y="117618"/>
                </a:lnTo>
                <a:lnTo>
                  <a:pt x="1719224" y="117919"/>
                </a:lnTo>
                <a:lnTo>
                  <a:pt x="1718705" y="118211"/>
                </a:lnTo>
                <a:lnTo>
                  <a:pt x="1718182" y="118494"/>
                </a:lnTo>
                <a:lnTo>
                  <a:pt x="1717654" y="118768"/>
                </a:lnTo>
                <a:lnTo>
                  <a:pt x="1717121" y="119032"/>
                </a:lnTo>
                <a:lnTo>
                  <a:pt x="1716586" y="119286"/>
                </a:lnTo>
                <a:lnTo>
                  <a:pt x="1716049" y="119529"/>
                </a:lnTo>
                <a:lnTo>
                  <a:pt x="1715511" y="119762"/>
                </a:lnTo>
                <a:lnTo>
                  <a:pt x="1714972" y="119983"/>
                </a:lnTo>
                <a:lnTo>
                  <a:pt x="1714431" y="120194"/>
                </a:lnTo>
                <a:lnTo>
                  <a:pt x="1713890" y="120394"/>
                </a:lnTo>
                <a:lnTo>
                  <a:pt x="1713347" y="120583"/>
                </a:lnTo>
                <a:lnTo>
                  <a:pt x="1712802" y="120761"/>
                </a:lnTo>
                <a:lnTo>
                  <a:pt x="1712257" y="120929"/>
                </a:lnTo>
                <a:lnTo>
                  <a:pt x="1711710" y="121086"/>
                </a:lnTo>
                <a:lnTo>
                  <a:pt x="1711162" y="121232"/>
                </a:lnTo>
                <a:lnTo>
                  <a:pt x="1710612" y="121367"/>
                </a:lnTo>
                <a:lnTo>
                  <a:pt x="1710062" y="121491"/>
                </a:lnTo>
                <a:lnTo>
                  <a:pt x="1709510" y="121605"/>
                </a:lnTo>
                <a:lnTo>
                  <a:pt x="1708957" y="121707"/>
                </a:lnTo>
                <a:lnTo>
                  <a:pt x="1708402" y="121799"/>
                </a:lnTo>
                <a:lnTo>
                  <a:pt x="1707847" y="121880"/>
                </a:lnTo>
                <a:lnTo>
                  <a:pt x="1707290" y="121950"/>
                </a:lnTo>
                <a:lnTo>
                  <a:pt x="1706732" y="122010"/>
                </a:lnTo>
                <a:lnTo>
                  <a:pt x="1706172" y="122059"/>
                </a:lnTo>
                <a:lnTo>
                  <a:pt x="1705612" y="122096"/>
                </a:lnTo>
                <a:lnTo>
                  <a:pt x="1705050" y="122123"/>
                </a:lnTo>
                <a:lnTo>
                  <a:pt x="1704486" y="122140"/>
                </a:lnTo>
                <a:lnTo>
                  <a:pt x="1703922" y="122145"/>
                </a:lnTo>
                <a:lnTo>
                  <a:pt x="1703281" y="122140"/>
                </a:lnTo>
                <a:lnTo>
                  <a:pt x="1702648" y="122125"/>
                </a:lnTo>
                <a:lnTo>
                  <a:pt x="1702025" y="122100"/>
                </a:lnTo>
                <a:lnTo>
                  <a:pt x="1701411" y="122065"/>
                </a:lnTo>
                <a:lnTo>
                  <a:pt x="1700807" y="122021"/>
                </a:lnTo>
                <a:lnTo>
                  <a:pt x="1700211" y="121966"/>
                </a:lnTo>
                <a:lnTo>
                  <a:pt x="1699624" y="121901"/>
                </a:lnTo>
                <a:lnTo>
                  <a:pt x="1699047" y="121826"/>
                </a:lnTo>
                <a:lnTo>
                  <a:pt x="1698478" y="121742"/>
                </a:lnTo>
                <a:lnTo>
                  <a:pt x="1697919" y="121647"/>
                </a:lnTo>
                <a:lnTo>
                  <a:pt x="1697369" y="121542"/>
                </a:lnTo>
                <a:lnTo>
                  <a:pt x="1696828" y="121428"/>
                </a:lnTo>
                <a:lnTo>
                  <a:pt x="1696296" y="121303"/>
                </a:lnTo>
                <a:lnTo>
                  <a:pt x="1695773" y="121169"/>
                </a:lnTo>
                <a:lnTo>
                  <a:pt x="1695259" y="121025"/>
                </a:lnTo>
                <a:lnTo>
                  <a:pt x="1694754" y="120870"/>
                </a:lnTo>
                <a:lnTo>
                  <a:pt x="1694259" y="120706"/>
                </a:lnTo>
                <a:lnTo>
                  <a:pt x="1693773" y="120532"/>
                </a:lnTo>
                <a:lnTo>
                  <a:pt x="1693295" y="120347"/>
                </a:lnTo>
                <a:lnTo>
                  <a:pt x="1692827" y="120153"/>
                </a:lnTo>
                <a:lnTo>
                  <a:pt x="1692368" y="119949"/>
                </a:lnTo>
                <a:lnTo>
                  <a:pt x="1691918" y="119735"/>
                </a:lnTo>
                <a:lnTo>
                  <a:pt x="1691477" y="119511"/>
                </a:lnTo>
                <a:lnTo>
                  <a:pt x="1691045" y="119277"/>
                </a:lnTo>
                <a:lnTo>
                  <a:pt x="1690623" y="119034"/>
                </a:lnTo>
                <a:lnTo>
                  <a:pt x="1690209" y="118785"/>
                </a:lnTo>
                <a:lnTo>
                  <a:pt x="1689805" y="118530"/>
                </a:lnTo>
                <a:lnTo>
                  <a:pt x="1689409" y="118268"/>
                </a:lnTo>
                <a:lnTo>
                  <a:pt x="1689023" y="117999"/>
                </a:lnTo>
                <a:lnTo>
                  <a:pt x="1688646" y="117724"/>
                </a:lnTo>
                <a:lnTo>
                  <a:pt x="1688278" y="117442"/>
                </a:lnTo>
                <a:lnTo>
                  <a:pt x="1687919" y="117154"/>
                </a:lnTo>
                <a:lnTo>
                  <a:pt x="1687570" y="116858"/>
                </a:lnTo>
                <a:lnTo>
                  <a:pt x="1687229" y="116557"/>
                </a:lnTo>
                <a:lnTo>
                  <a:pt x="1686897" y="116249"/>
                </a:lnTo>
                <a:lnTo>
                  <a:pt x="1686575" y="115934"/>
                </a:lnTo>
                <a:lnTo>
                  <a:pt x="1686262" y="115612"/>
                </a:lnTo>
                <a:lnTo>
                  <a:pt x="1685957" y="115285"/>
                </a:lnTo>
                <a:lnTo>
                  <a:pt x="1685662" y="114950"/>
                </a:lnTo>
                <a:lnTo>
                  <a:pt x="1685376" y="114609"/>
                </a:lnTo>
                <a:lnTo>
                  <a:pt x="1685099" y="114261"/>
                </a:lnTo>
                <a:lnTo>
                  <a:pt x="1684832" y="113907"/>
                </a:lnTo>
                <a:lnTo>
                  <a:pt x="1684573" y="113546"/>
                </a:lnTo>
                <a:lnTo>
                  <a:pt x="1684323" y="113178"/>
                </a:lnTo>
                <a:lnTo>
                  <a:pt x="1684083" y="112804"/>
                </a:lnTo>
                <a:lnTo>
                  <a:pt x="1683852" y="112424"/>
                </a:lnTo>
                <a:lnTo>
                  <a:pt x="1683629" y="112036"/>
                </a:lnTo>
                <a:lnTo>
                  <a:pt x="1683416" y="111643"/>
                </a:lnTo>
                <a:lnTo>
                  <a:pt x="1683212" y="111244"/>
                </a:lnTo>
                <a:lnTo>
                  <a:pt x="1683017" y="110841"/>
                </a:lnTo>
                <a:lnTo>
                  <a:pt x="1682830" y="110435"/>
                </a:lnTo>
                <a:lnTo>
                  <a:pt x="1682652" y="110026"/>
                </a:lnTo>
                <a:lnTo>
                  <a:pt x="1682482" y="109614"/>
                </a:lnTo>
                <a:lnTo>
                  <a:pt x="1682321" y="109198"/>
                </a:lnTo>
                <a:lnTo>
                  <a:pt x="1682169" y="108779"/>
                </a:lnTo>
                <a:lnTo>
                  <a:pt x="1682026" y="108356"/>
                </a:lnTo>
                <a:lnTo>
                  <a:pt x="1681891" y="107930"/>
                </a:lnTo>
                <a:lnTo>
                  <a:pt x="1681765" y="107501"/>
                </a:lnTo>
                <a:lnTo>
                  <a:pt x="1681648" y="107068"/>
                </a:lnTo>
                <a:lnTo>
                  <a:pt x="1681539" y="106632"/>
                </a:lnTo>
                <a:lnTo>
                  <a:pt x="1681439" y="106193"/>
                </a:lnTo>
                <a:lnTo>
                  <a:pt x="1681348" y="105750"/>
                </a:lnTo>
                <a:lnTo>
                  <a:pt x="1681266" y="105304"/>
                </a:lnTo>
                <a:lnTo>
                  <a:pt x="1681192" y="104854"/>
                </a:lnTo>
                <a:lnTo>
                  <a:pt x="1681127" y="104402"/>
                </a:lnTo>
                <a:lnTo>
                  <a:pt x="1681070" y="103945"/>
                </a:lnTo>
                <a:lnTo>
                  <a:pt x="1681022" y="103486"/>
                </a:lnTo>
                <a:lnTo>
                  <a:pt x="1680983" y="103023"/>
                </a:lnTo>
                <a:lnTo>
                  <a:pt x="1680953" y="102557"/>
                </a:lnTo>
                <a:lnTo>
                  <a:pt x="1680931" y="102087"/>
                </a:lnTo>
                <a:lnTo>
                  <a:pt x="1680918" y="101614"/>
                </a:lnTo>
                <a:lnTo>
                  <a:pt x="1680914" y="101137"/>
                </a:lnTo>
                <a:lnTo>
                  <a:pt x="1680915" y="100987"/>
                </a:lnTo>
                <a:lnTo>
                  <a:pt x="1680919" y="100833"/>
                </a:lnTo>
                <a:lnTo>
                  <a:pt x="1680926" y="100674"/>
                </a:lnTo>
                <a:lnTo>
                  <a:pt x="1680935" y="100511"/>
                </a:lnTo>
                <a:lnTo>
                  <a:pt x="1680947" y="100344"/>
                </a:lnTo>
                <a:lnTo>
                  <a:pt x="1680962" y="100173"/>
                </a:lnTo>
                <a:lnTo>
                  <a:pt x="1680979" y="99997"/>
                </a:lnTo>
                <a:lnTo>
                  <a:pt x="1680999" y="99817"/>
                </a:lnTo>
                <a:lnTo>
                  <a:pt x="1681022" y="99633"/>
                </a:lnTo>
                <a:lnTo>
                  <a:pt x="1681047" y="99445"/>
                </a:lnTo>
                <a:lnTo>
                  <a:pt x="1681075" y="99253"/>
                </a:lnTo>
                <a:lnTo>
                  <a:pt x="1681105" y="99056"/>
                </a:lnTo>
                <a:lnTo>
                  <a:pt x="1681139" y="98855"/>
                </a:lnTo>
                <a:lnTo>
                  <a:pt x="1681175" y="98650"/>
                </a:lnTo>
                <a:lnTo>
                  <a:pt x="1681213" y="98441"/>
                </a:lnTo>
                <a:lnTo>
                  <a:pt x="1681255" y="98228"/>
                </a:lnTo>
                <a:lnTo>
                  <a:pt x="1681299" y="98010"/>
                </a:lnTo>
                <a:lnTo>
                  <a:pt x="1681345" y="97788"/>
                </a:lnTo>
                <a:lnTo>
                  <a:pt x="1681394" y="97562"/>
                </a:lnTo>
                <a:lnTo>
                  <a:pt x="1681446" y="97332"/>
                </a:lnTo>
                <a:lnTo>
                  <a:pt x="1681501" y="97098"/>
                </a:lnTo>
                <a:lnTo>
                  <a:pt x="1681558" y="96859"/>
                </a:lnTo>
                <a:lnTo>
                  <a:pt x="1681618" y="96616"/>
                </a:lnTo>
                <a:lnTo>
                  <a:pt x="1681681" y="96369"/>
                </a:lnTo>
                <a:lnTo>
                  <a:pt x="1681748" y="96119"/>
                </a:lnTo>
                <a:lnTo>
                  <a:pt x="1681822" y="95865"/>
                </a:lnTo>
                <a:lnTo>
                  <a:pt x="1681902" y="95608"/>
                </a:lnTo>
                <a:lnTo>
                  <a:pt x="1681989" y="95348"/>
                </a:lnTo>
                <a:lnTo>
                  <a:pt x="1682083" y="95085"/>
                </a:lnTo>
                <a:lnTo>
                  <a:pt x="1682183" y="94819"/>
                </a:lnTo>
                <a:lnTo>
                  <a:pt x="1682289" y="94550"/>
                </a:lnTo>
                <a:lnTo>
                  <a:pt x="1682403" y="94278"/>
                </a:lnTo>
                <a:lnTo>
                  <a:pt x="1682523" y="94002"/>
                </a:lnTo>
                <a:lnTo>
                  <a:pt x="1682649" y="93724"/>
                </a:lnTo>
                <a:lnTo>
                  <a:pt x="1682782" y="93442"/>
                </a:lnTo>
                <a:lnTo>
                  <a:pt x="1682922" y="93158"/>
                </a:lnTo>
                <a:lnTo>
                  <a:pt x="1683068" y="92870"/>
                </a:lnTo>
                <a:lnTo>
                  <a:pt x="1683221" y="92579"/>
                </a:lnTo>
                <a:lnTo>
                  <a:pt x="1683380" y="92286"/>
                </a:lnTo>
                <a:lnTo>
                  <a:pt x="1683546" y="91989"/>
                </a:lnTo>
                <a:lnTo>
                  <a:pt x="1683719" y="91689"/>
                </a:lnTo>
                <a:lnTo>
                  <a:pt x="1683898" y="91386"/>
                </a:lnTo>
                <a:lnTo>
                  <a:pt x="1684084" y="91079"/>
                </a:lnTo>
                <a:lnTo>
                  <a:pt x="1684276" y="90770"/>
                </a:lnTo>
                <a:lnTo>
                  <a:pt x="1684475" y="90458"/>
                </a:lnTo>
                <a:lnTo>
                  <a:pt x="1684681" y="90142"/>
                </a:lnTo>
                <a:lnTo>
                  <a:pt x="1684893" y="89824"/>
                </a:lnTo>
                <a:lnTo>
                  <a:pt x="1685112" y="89502"/>
                </a:lnTo>
                <a:lnTo>
                  <a:pt x="1685339" y="89178"/>
                </a:lnTo>
                <a:lnTo>
                  <a:pt x="1685578" y="88853"/>
                </a:lnTo>
                <a:lnTo>
                  <a:pt x="1685827" y="88526"/>
                </a:lnTo>
                <a:lnTo>
                  <a:pt x="1686087" y="88198"/>
                </a:lnTo>
                <a:lnTo>
                  <a:pt x="1686358" y="87868"/>
                </a:lnTo>
                <a:lnTo>
                  <a:pt x="1686641" y="87537"/>
                </a:lnTo>
                <a:lnTo>
                  <a:pt x="1686934" y="87205"/>
                </a:lnTo>
                <a:lnTo>
                  <a:pt x="1687238" y="86871"/>
                </a:lnTo>
                <a:lnTo>
                  <a:pt x="1687553" y="86536"/>
                </a:lnTo>
                <a:lnTo>
                  <a:pt x="1687878" y="86199"/>
                </a:lnTo>
                <a:lnTo>
                  <a:pt x="1688215" y="85861"/>
                </a:lnTo>
                <a:lnTo>
                  <a:pt x="1688563" y="85522"/>
                </a:lnTo>
                <a:lnTo>
                  <a:pt x="1688922" y="85181"/>
                </a:lnTo>
                <a:lnTo>
                  <a:pt x="1689291" y="84839"/>
                </a:lnTo>
                <a:lnTo>
                  <a:pt x="1689672" y="84495"/>
                </a:lnTo>
                <a:lnTo>
                  <a:pt x="1690063" y="84150"/>
                </a:lnTo>
                <a:lnTo>
                  <a:pt x="1690466" y="83804"/>
                </a:lnTo>
                <a:lnTo>
                  <a:pt x="1690879" y="83456"/>
                </a:lnTo>
                <a:lnTo>
                  <a:pt x="1691303" y="83107"/>
                </a:lnTo>
                <a:lnTo>
                  <a:pt x="1691738" y="82757"/>
                </a:lnTo>
                <a:lnTo>
                  <a:pt x="1692184" y="82405"/>
                </a:lnTo>
                <a:lnTo>
                  <a:pt x="1692641" y="82052"/>
                </a:lnTo>
                <a:lnTo>
                  <a:pt x="1693109" y="81697"/>
                </a:lnTo>
                <a:lnTo>
                  <a:pt x="1693588" y="81341"/>
                </a:lnTo>
                <a:lnTo>
                  <a:pt x="1697003" y="78799"/>
                </a:lnTo>
                <a:lnTo>
                  <a:pt x="1725666" y="113168"/>
                </a:lnTo>
                <a:lnTo>
                  <a:pt x="1725545" y="113280"/>
                </a:lnTo>
                <a:lnTo>
                  <a:pt x="1725087" y="113692"/>
                </a:lnTo>
                <a:close/>
                <a:moveTo>
                  <a:pt x="1887157" y="124260"/>
                </a:moveTo>
                <a:lnTo>
                  <a:pt x="1887747" y="123751"/>
                </a:lnTo>
                <a:lnTo>
                  <a:pt x="1888329" y="123229"/>
                </a:lnTo>
                <a:lnTo>
                  <a:pt x="1888903" y="122695"/>
                </a:lnTo>
                <a:lnTo>
                  <a:pt x="1889468" y="122149"/>
                </a:lnTo>
                <a:lnTo>
                  <a:pt x="1890025" y="121591"/>
                </a:lnTo>
                <a:lnTo>
                  <a:pt x="1890572" y="121021"/>
                </a:lnTo>
                <a:lnTo>
                  <a:pt x="1891112" y="120439"/>
                </a:lnTo>
                <a:lnTo>
                  <a:pt x="1891643" y="119845"/>
                </a:lnTo>
                <a:lnTo>
                  <a:pt x="1892165" y="119239"/>
                </a:lnTo>
                <a:lnTo>
                  <a:pt x="1892678" y="118621"/>
                </a:lnTo>
                <a:lnTo>
                  <a:pt x="1893181" y="117992"/>
                </a:lnTo>
                <a:lnTo>
                  <a:pt x="1893674" y="117353"/>
                </a:lnTo>
                <a:lnTo>
                  <a:pt x="1894156" y="116702"/>
                </a:lnTo>
                <a:lnTo>
                  <a:pt x="1894629" y="116041"/>
                </a:lnTo>
                <a:lnTo>
                  <a:pt x="1895091" y="115369"/>
                </a:lnTo>
                <a:lnTo>
                  <a:pt x="1895544" y="114685"/>
                </a:lnTo>
                <a:lnTo>
                  <a:pt x="1895986" y="113991"/>
                </a:lnTo>
                <a:lnTo>
                  <a:pt x="1896418" y="113286"/>
                </a:lnTo>
                <a:lnTo>
                  <a:pt x="1896841" y="112570"/>
                </a:lnTo>
                <a:lnTo>
                  <a:pt x="1897253" y="111843"/>
                </a:lnTo>
                <a:lnTo>
                  <a:pt x="1897655" y="111105"/>
                </a:lnTo>
                <a:lnTo>
                  <a:pt x="1898047" y="110356"/>
                </a:lnTo>
                <a:lnTo>
                  <a:pt x="1898428" y="109597"/>
                </a:lnTo>
                <a:lnTo>
                  <a:pt x="1898800" y="108826"/>
                </a:lnTo>
                <a:lnTo>
                  <a:pt x="1899162" y="108044"/>
                </a:lnTo>
                <a:lnTo>
                  <a:pt x="1899513" y="107252"/>
                </a:lnTo>
                <a:lnTo>
                  <a:pt x="1899855" y="106448"/>
                </a:lnTo>
                <a:lnTo>
                  <a:pt x="1900186" y="105634"/>
                </a:lnTo>
                <a:lnTo>
                  <a:pt x="1900507" y="104808"/>
                </a:lnTo>
                <a:lnTo>
                  <a:pt x="1900818" y="103972"/>
                </a:lnTo>
                <a:lnTo>
                  <a:pt x="1901119" y="103125"/>
                </a:lnTo>
                <a:lnTo>
                  <a:pt x="1901410" y="102266"/>
                </a:lnTo>
                <a:lnTo>
                  <a:pt x="1901691" y="101397"/>
                </a:lnTo>
                <a:lnTo>
                  <a:pt x="1901961" y="100518"/>
                </a:lnTo>
                <a:lnTo>
                  <a:pt x="1902220" y="99629"/>
                </a:lnTo>
                <a:lnTo>
                  <a:pt x="1902467" y="98731"/>
                </a:lnTo>
                <a:lnTo>
                  <a:pt x="1902703" y="97823"/>
                </a:lnTo>
                <a:lnTo>
                  <a:pt x="1902927" y="96905"/>
                </a:lnTo>
                <a:lnTo>
                  <a:pt x="1903139" y="95978"/>
                </a:lnTo>
                <a:lnTo>
                  <a:pt x="1903340" y="95042"/>
                </a:lnTo>
                <a:lnTo>
                  <a:pt x="1903530" y="94096"/>
                </a:lnTo>
                <a:lnTo>
                  <a:pt x="1903708" y="93140"/>
                </a:lnTo>
                <a:lnTo>
                  <a:pt x="1903875" y="92175"/>
                </a:lnTo>
                <a:lnTo>
                  <a:pt x="1904030" y="91200"/>
                </a:lnTo>
                <a:lnTo>
                  <a:pt x="1904174" y="90216"/>
                </a:lnTo>
                <a:lnTo>
                  <a:pt x="1904306" y="89222"/>
                </a:lnTo>
                <a:lnTo>
                  <a:pt x="1904426" y="88219"/>
                </a:lnTo>
                <a:lnTo>
                  <a:pt x="1904536" y="87206"/>
                </a:lnTo>
                <a:lnTo>
                  <a:pt x="1904633" y="86184"/>
                </a:lnTo>
                <a:lnTo>
                  <a:pt x="1904720" y="85152"/>
                </a:lnTo>
                <a:lnTo>
                  <a:pt x="1904794" y="84111"/>
                </a:lnTo>
                <a:lnTo>
                  <a:pt x="1904857" y="83060"/>
                </a:lnTo>
                <a:lnTo>
                  <a:pt x="1904909" y="82000"/>
                </a:lnTo>
                <a:lnTo>
                  <a:pt x="1904949" y="80930"/>
                </a:lnTo>
                <a:lnTo>
                  <a:pt x="1904978" y="79850"/>
                </a:lnTo>
                <a:lnTo>
                  <a:pt x="1904995" y="78761"/>
                </a:lnTo>
                <a:lnTo>
                  <a:pt x="1905001" y="77663"/>
                </a:lnTo>
                <a:lnTo>
                  <a:pt x="1905001" y="70235"/>
                </a:lnTo>
                <a:lnTo>
                  <a:pt x="1904995" y="69137"/>
                </a:lnTo>
                <a:lnTo>
                  <a:pt x="1904978" y="68048"/>
                </a:lnTo>
                <a:lnTo>
                  <a:pt x="1904949" y="66969"/>
                </a:lnTo>
                <a:lnTo>
                  <a:pt x="1904908" y="65900"/>
                </a:lnTo>
                <a:lnTo>
                  <a:pt x="1904856" y="64840"/>
                </a:lnTo>
                <a:lnTo>
                  <a:pt x="1904792" y="63790"/>
                </a:lnTo>
                <a:lnTo>
                  <a:pt x="1904716" y="62749"/>
                </a:lnTo>
                <a:lnTo>
                  <a:pt x="1904629" y="61718"/>
                </a:lnTo>
                <a:lnTo>
                  <a:pt x="1904530" y="60697"/>
                </a:lnTo>
                <a:lnTo>
                  <a:pt x="1904419" y="59686"/>
                </a:lnTo>
                <a:lnTo>
                  <a:pt x="1904297" y="58684"/>
                </a:lnTo>
                <a:lnTo>
                  <a:pt x="1904164" y="57692"/>
                </a:lnTo>
                <a:lnTo>
                  <a:pt x="1904018" y="56710"/>
                </a:lnTo>
                <a:lnTo>
                  <a:pt x="1903861" y="55737"/>
                </a:lnTo>
                <a:lnTo>
                  <a:pt x="1903692" y="54774"/>
                </a:lnTo>
                <a:lnTo>
                  <a:pt x="1903512" y="53820"/>
                </a:lnTo>
                <a:lnTo>
                  <a:pt x="1903320" y="52877"/>
                </a:lnTo>
                <a:lnTo>
                  <a:pt x="1903117" y="51942"/>
                </a:lnTo>
                <a:lnTo>
                  <a:pt x="1902901" y="51018"/>
                </a:lnTo>
                <a:lnTo>
                  <a:pt x="1902675" y="50103"/>
                </a:lnTo>
                <a:lnTo>
                  <a:pt x="1902436" y="49198"/>
                </a:lnTo>
                <a:lnTo>
                  <a:pt x="1902186" y="48303"/>
                </a:lnTo>
                <a:lnTo>
                  <a:pt x="1901924" y="47417"/>
                </a:lnTo>
                <a:lnTo>
                  <a:pt x="1901651" y="46541"/>
                </a:lnTo>
                <a:lnTo>
                  <a:pt x="1901367" y="45675"/>
                </a:lnTo>
                <a:lnTo>
                  <a:pt x="1901073" y="44820"/>
                </a:lnTo>
                <a:lnTo>
                  <a:pt x="1900768" y="43975"/>
                </a:lnTo>
                <a:lnTo>
                  <a:pt x="1900454" y="43141"/>
                </a:lnTo>
                <a:lnTo>
                  <a:pt x="1900130" y="42318"/>
                </a:lnTo>
                <a:lnTo>
                  <a:pt x="1899797" y="41506"/>
                </a:lnTo>
                <a:lnTo>
                  <a:pt x="1899453" y="40704"/>
                </a:lnTo>
                <a:lnTo>
                  <a:pt x="1899099" y="39912"/>
                </a:lnTo>
                <a:lnTo>
                  <a:pt x="1898735" y="39132"/>
                </a:lnTo>
                <a:lnTo>
                  <a:pt x="1898361" y="38362"/>
                </a:lnTo>
                <a:lnTo>
                  <a:pt x="1897978" y="37602"/>
                </a:lnTo>
                <a:lnTo>
                  <a:pt x="1897584" y="36853"/>
                </a:lnTo>
                <a:lnTo>
                  <a:pt x="1897180" y="36115"/>
                </a:lnTo>
                <a:lnTo>
                  <a:pt x="1896767" y="35388"/>
                </a:lnTo>
                <a:lnTo>
                  <a:pt x="1896343" y="34671"/>
                </a:lnTo>
                <a:lnTo>
                  <a:pt x="1895910" y="33965"/>
                </a:lnTo>
                <a:lnTo>
                  <a:pt x="1895467" y="33270"/>
                </a:lnTo>
                <a:lnTo>
                  <a:pt x="1895013" y="32585"/>
                </a:lnTo>
                <a:lnTo>
                  <a:pt x="1894550" y="31911"/>
                </a:lnTo>
                <a:lnTo>
                  <a:pt x="1894077" y="31247"/>
                </a:lnTo>
                <a:lnTo>
                  <a:pt x="1893594" y="30594"/>
                </a:lnTo>
                <a:lnTo>
                  <a:pt x="1893100" y="29952"/>
                </a:lnTo>
                <a:lnTo>
                  <a:pt x="1892597" y="29321"/>
                </a:lnTo>
                <a:lnTo>
                  <a:pt x="1892084" y="28700"/>
                </a:lnTo>
                <a:lnTo>
                  <a:pt x="1891562" y="28090"/>
                </a:lnTo>
                <a:lnTo>
                  <a:pt x="1891031" y="27493"/>
                </a:lnTo>
                <a:lnTo>
                  <a:pt x="1890491" y="26908"/>
                </a:lnTo>
                <a:lnTo>
                  <a:pt x="1889943" y="26335"/>
                </a:lnTo>
                <a:lnTo>
                  <a:pt x="1889386" y="25774"/>
                </a:lnTo>
                <a:lnTo>
                  <a:pt x="1888820" y="25226"/>
                </a:lnTo>
                <a:lnTo>
                  <a:pt x="1888245" y="24689"/>
                </a:lnTo>
                <a:lnTo>
                  <a:pt x="1887662" y="24165"/>
                </a:lnTo>
                <a:lnTo>
                  <a:pt x="1887070" y="23653"/>
                </a:lnTo>
                <a:lnTo>
                  <a:pt x="1886470" y="23154"/>
                </a:lnTo>
                <a:lnTo>
                  <a:pt x="1885860" y="22666"/>
                </a:lnTo>
                <a:lnTo>
                  <a:pt x="1885242" y="22191"/>
                </a:lnTo>
                <a:lnTo>
                  <a:pt x="1884616" y="21728"/>
                </a:lnTo>
                <a:lnTo>
                  <a:pt x="1883980" y="21277"/>
                </a:lnTo>
                <a:lnTo>
                  <a:pt x="1883336" y="20838"/>
                </a:lnTo>
                <a:lnTo>
                  <a:pt x="1882684" y="20411"/>
                </a:lnTo>
                <a:lnTo>
                  <a:pt x="1882022" y="19997"/>
                </a:lnTo>
                <a:lnTo>
                  <a:pt x="1881352" y="19595"/>
                </a:lnTo>
                <a:lnTo>
                  <a:pt x="1880673" y="19205"/>
                </a:lnTo>
                <a:lnTo>
                  <a:pt x="1879986" y="18827"/>
                </a:lnTo>
                <a:lnTo>
                  <a:pt x="1879290" y="18461"/>
                </a:lnTo>
                <a:lnTo>
                  <a:pt x="1878585" y="18108"/>
                </a:lnTo>
                <a:lnTo>
                  <a:pt x="1877871" y="17767"/>
                </a:lnTo>
                <a:lnTo>
                  <a:pt x="1877149" y="17438"/>
                </a:lnTo>
                <a:lnTo>
                  <a:pt x="1876419" y="17122"/>
                </a:lnTo>
                <a:lnTo>
                  <a:pt x="1875682" y="16819"/>
                </a:lnTo>
                <a:lnTo>
                  <a:pt x="1874938" y="16530"/>
                </a:lnTo>
                <a:lnTo>
                  <a:pt x="1874187" y="16254"/>
                </a:lnTo>
                <a:lnTo>
                  <a:pt x="1873429" y="15991"/>
                </a:lnTo>
                <a:lnTo>
                  <a:pt x="1872664" y="15742"/>
                </a:lnTo>
                <a:lnTo>
                  <a:pt x="1871891" y="15507"/>
                </a:lnTo>
                <a:lnTo>
                  <a:pt x="1871112" y="15285"/>
                </a:lnTo>
                <a:lnTo>
                  <a:pt x="1870326" y="15076"/>
                </a:lnTo>
                <a:lnTo>
                  <a:pt x="1869533" y="14881"/>
                </a:lnTo>
                <a:lnTo>
                  <a:pt x="1868733" y="14700"/>
                </a:lnTo>
                <a:lnTo>
                  <a:pt x="1867926" y="14531"/>
                </a:lnTo>
                <a:lnTo>
                  <a:pt x="1867112" y="14377"/>
                </a:lnTo>
                <a:lnTo>
                  <a:pt x="1866290" y="14235"/>
                </a:lnTo>
                <a:lnTo>
                  <a:pt x="1865462" y="14108"/>
                </a:lnTo>
                <a:lnTo>
                  <a:pt x="1864627" y="13993"/>
                </a:lnTo>
                <a:lnTo>
                  <a:pt x="1863785" y="13892"/>
                </a:lnTo>
                <a:lnTo>
                  <a:pt x="1862936" y="13805"/>
                </a:lnTo>
                <a:lnTo>
                  <a:pt x="1862079" y="13731"/>
                </a:lnTo>
                <a:lnTo>
                  <a:pt x="1861216" y="13670"/>
                </a:lnTo>
                <a:lnTo>
                  <a:pt x="1860346" y="13623"/>
                </a:lnTo>
                <a:lnTo>
                  <a:pt x="1859469" y="13590"/>
                </a:lnTo>
                <a:lnTo>
                  <a:pt x="1858584" y="13569"/>
                </a:lnTo>
                <a:lnTo>
                  <a:pt x="1857693" y="13563"/>
                </a:lnTo>
                <a:lnTo>
                  <a:pt x="1856828" y="13569"/>
                </a:lnTo>
                <a:lnTo>
                  <a:pt x="1855969" y="13590"/>
                </a:lnTo>
                <a:lnTo>
                  <a:pt x="1855117" y="13623"/>
                </a:lnTo>
                <a:lnTo>
                  <a:pt x="1854270" y="13670"/>
                </a:lnTo>
                <a:lnTo>
                  <a:pt x="1853429" y="13731"/>
                </a:lnTo>
                <a:lnTo>
                  <a:pt x="1852594" y="13805"/>
                </a:lnTo>
                <a:lnTo>
                  <a:pt x="1851766" y="13892"/>
                </a:lnTo>
                <a:lnTo>
                  <a:pt x="1850943" y="13993"/>
                </a:lnTo>
                <a:lnTo>
                  <a:pt x="1850127" y="14108"/>
                </a:lnTo>
                <a:lnTo>
                  <a:pt x="1849316" y="14235"/>
                </a:lnTo>
                <a:lnTo>
                  <a:pt x="1848511" y="14377"/>
                </a:lnTo>
                <a:lnTo>
                  <a:pt x="1847713" y="14531"/>
                </a:lnTo>
                <a:lnTo>
                  <a:pt x="1846920" y="14700"/>
                </a:lnTo>
                <a:lnTo>
                  <a:pt x="1846134" y="14881"/>
                </a:lnTo>
                <a:lnTo>
                  <a:pt x="1845353" y="15076"/>
                </a:lnTo>
                <a:lnTo>
                  <a:pt x="1844579" y="15285"/>
                </a:lnTo>
                <a:lnTo>
                  <a:pt x="1843811" y="15507"/>
                </a:lnTo>
                <a:lnTo>
                  <a:pt x="1843048" y="15742"/>
                </a:lnTo>
                <a:lnTo>
                  <a:pt x="1842292" y="15991"/>
                </a:lnTo>
                <a:lnTo>
                  <a:pt x="1841541" y="16254"/>
                </a:lnTo>
                <a:lnTo>
                  <a:pt x="1840797" y="16530"/>
                </a:lnTo>
                <a:lnTo>
                  <a:pt x="1840059" y="16819"/>
                </a:lnTo>
                <a:lnTo>
                  <a:pt x="1839327" y="17122"/>
                </a:lnTo>
                <a:lnTo>
                  <a:pt x="1838600" y="17438"/>
                </a:lnTo>
                <a:lnTo>
                  <a:pt x="1837881" y="17767"/>
                </a:lnTo>
                <a:lnTo>
                  <a:pt x="1837171" y="18108"/>
                </a:lnTo>
                <a:lnTo>
                  <a:pt x="1836468" y="18461"/>
                </a:lnTo>
                <a:lnTo>
                  <a:pt x="1835774" y="18827"/>
                </a:lnTo>
                <a:lnTo>
                  <a:pt x="1835088" y="19205"/>
                </a:lnTo>
                <a:lnTo>
                  <a:pt x="1834410" y="19595"/>
                </a:lnTo>
                <a:lnTo>
                  <a:pt x="1833741" y="19997"/>
                </a:lnTo>
                <a:lnTo>
                  <a:pt x="1833079" y="20411"/>
                </a:lnTo>
                <a:lnTo>
                  <a:pt x="1832426" y="20838"/>
                </a:lnTo>
                <a:lnTo>
                  <a:pt x="1831782" y="21277"/>
                </a:lnTo>
                <a:lnTo>
                  <a:pt x="1831145" y="21728"/>
                </a:lnTo>
                <a:lnTo>
                  <a:pt x="1830517" y="22191"/>
                </a:lnTo>
                <a:lnTo>
                  <a:pt x="1829897" y="22666"/>
                </a:lnTo>
                <a:lnTo>
                  <a:pt x="1829286" y="23154"/>
                </a:lnTo>
                <a:lnTo>
                  <a:pt x="1828683" y="23653"/>
                </a:lnTo>
                <a:lnTo>
                  <a:pt x="1828087" y="24165"/>
                </a:lnTo>
                <a:lnTo>
                  <a:pt x="1827501" y="24689"/>
                </a:lnTo>
                <a:lnTo>
                  <a:pt x="1826922" y="25226"/>
                </a:lnTo>
                <a:lnTo>
                  <a:pt x="1826352" y="25774"/>
                </a:lnTo>
                <a:lnTo>
                  <a:pt x="1825790" y="26335"/>
                </a:lnTo>
                <a:lnTo>
                  <a:pt x="1825236" y="26908"/>
                </a:lnTo>
                <a:lnTo>
                  <a:pt x="1824691" y="27493"/>
                </a:lnTo>
                <a:lnTo>
                  <a:pt x="1824154" y="28090"/>
                </a:lnTo>
                <a:lnTo>
                  <a:pt x="1823625" y="28700"/>
                </a:lnTo>
                <a:lnTo>
                  <a:pt x="1823105" y="29321"/>
                </a:lnTo>
                <a:lnTo>
                  <a:pt x="1822595" y="29952"/>
                </a:lnTo>
                <a:lnTo>
                  <a:pt x="1822095" y="30594"/>
                </a:lnTo>
                <a:lnTo>
                  <a:pt x="1821606" y="31247"/>
                </a:lnTo>
                <a:lnTo>
                  <a:pt x="1821126" y="31911"/>
                </a:lnTo>
                <a:lnTo>
                  <a:pt x="1820656" y="32585"/>
                </a:lnTo>
                <a:lnTo>
                  <a:pt x="1820195" y="33270"/>
                </a:lnTo>
                <a:lnTo>
                  <a:pt x="1819745" y="33965"/>
                </a:lnTo>
                <a:lnTo>
                  <a:pt x="1819305" y="34671"/>
                </a:lnTo>
                <a:lnTo>
                  <a:pt x="1818875" y="35388"/>
                </a:lnTo>
                <a:lnTo>
                  <a:pt x="1818455" y="36115"/>
                </a:lnTo>
                <a:lnTo>
                  <a:pt x="1818044" y="36853"/>
                </a:lnTo>
                <a:lnTo>
                  <a:pt x="1817644" y="37602"/>
                </a:lnTo>
                <a:lnTo>
                  <a:pt x="1817254" y="38362"/>
                </a:lnTo>
                <a:lnTo>
                  <a:pt x="1816873" y="39132"/>
                </a:lnTo>
                <a:lnTo>
                  <a:pt x="1816503" y="39912"/>
                </a:lnTo>
                <a:lnTo>
                  <a:pt x="1816142" y="40704"/>
                </a:lnTo>
                <a:lnTo>
                  <a:pt x="1815792" y="41506"/>
                </a:lnTo>
                <a:lnTo>
                  <a:pt x="1815451" y="42318"/>
                </a:lnTo>
                <a:lnTo>
                  <a:pt x="1815120" y="43141"/>
                </a:lnTo>
                <a:lnTo>
                  <a:pt x="1814799" y="43975"/>
                </a:lnTo>
                <a:lnTo>
                  <a:pt x="1814489" y="44820"/>
                </a:lnTo>
                <a:lnTo>
                  <a:pt x="1814188" y="45675"/>
                </a:lnTo>
                <a:lnTo>
                  <a:pt x="1813897" y="46541"/>
                </a:lnTo>
                <a:lnTo>
                  <a:pt x="1813617" y="47417"/>
                </a:lnTo>
                <a:lnTo>
                  <a:pt x="1813349" y="48303"/>
                </a:lnTo>
                <a:lnTo>
                  <a:pt x="1813093" y="49198"/>
                </a:lnTo>
                <a:lnTo>
                  <a:pt x="1812849" y="50103"/>
                </a:lnTo>
                <a:lnTo>
                  <a:pt x="1812616" y="51018"/>
                </a:lnTo>
                <a:lnTo>
                  <a:pt x="1812396" y="51942"/>
                </a:lnTo>
                <a:lnTo>
                  <a:pt x="1812187" y="52877"/>
                </a:lnTo>
                <a:lnTo>
                  <a:pt x="1811991" y="53820"/>
                </a:lnTo>
                <a:lnTo>
                  <a:pt x="1811806" y="54774"/>
                </a:lnTo>
                <a:lnTo>
                  <a:pt x="1811633" y="55737"/>
                </a:lnTo>
                <a:lnTo>
                  <a:pt x="1811473" y="56710"/>
                </a:lnTo>
                <a:lnTo>
                  <a:pt x="1811324" y="57692"/>
                </a:lnTo>
                <a:lnTo>
                  <a:pt x="1811187" y="58684"/>
                </a:lnTo>
                <a:lnTo>
                  <a:pt x="1811062" y="59686"/>
                </a:lnTo>
                <a:lnTo>
                  <a:pt x="1810948" y="60697"/>
                </a:lnTo>
                <a:lnTo>
                  <a:pt x="1810847" y="61718"/>
                </a:lnTo>
                <a:lnTo>
                  <a:pt x="1810758" y="62749"/>
                </a:lnTo>
                <a:lnTo>
                  <a:pt x="1810680" y="63790"/>
                </a:lnTo>
                <a:lnTo>
                  <a:pt x="1810615" y="64840"/>
                </a:lnTo>
                <a:lnTo>
                  <a:pt x="1810561" y="65900"/>
                </a:lnTo>
                <a:lnTo>
                  <a:pt x="1810519" y="66969"/>
                </a:lnTo>
                <a:lnTo>
                  <a:pt x="1810490" y="68048"/>
                </a:lnTo>
                <a:lnTo>
                  <a:pt x="1810472" y="69137"/>
                </a:lnTo>
                <a:lnTo>
                  <a:pt x="1810466" y="70235"/>
                </a:lnTo>
                <a:lnTo>
                  <a:pt x="1810466" y="77663"/>
                </a:lnTo>
                <a:lnTo>
                  <a:pt x="1810472" y="78761"/>
                </a:lnTo>
                <a:lnTo>
                  <a:pt x="1810490" y="79850"/>
                </a:lnTo>
                <a:lnTo>
                  <a:pt x="1810520" y="80930"/>
                </a:lnTo>
                <a:lnTo>
                  <a:pt x="1810562" y="82000"/>
                </a:lnTo>
                <a:lnTo>
                  <a:pt x="1810617" y="83060"/>
                </a:lnTo>
                <a:lnTo>
                  <a:pt x="1810683" y="84111"/>
                </a:lnTo>
                <a:lnTo>
                  <a:pt x="1810761" y="85152"/>
                </a:lnTo>
                <a:lnTo>
                  <a:pt x="1810852" y="86184"/>
                </a:lnTo>
                <a:lnTo>
                  <a:pt x="1810954" y="87206"/>
                </a:lnTo>
                <a:lnTo>
                  <a:pt x="1811069" y="88219"/>
                </a:lnTo>
                <a:lnTo>
                  <a:pt x="1811195" y="89222"/>
                </a:lnTo>
                <a:lnTo>
                  <a:pt x="1811334" y="90216"/>
                </a:lnTo>
                <a:lnTo>
                  <a:pt x="1811484" y="91200"/>
                </a:lnTo>
                <a:lnTo>
                  <a:pt x="1811647" y="92175"/>
                </a:lnTo>
                <a:lnTo>
                  <a:pt x="1811822" y="93140"/>
                </a:lnTo>
                <a:lnTo>
                  <a:pt x="1812009" y="94096"/>
                </a:lnTo>
                <a:lnTo>
                  <a:pt x="1812208" y="95042"/>
                </a:lnTo>
                <a:lnTo>
                  <a:pt x="1812419" y="95978"/>
                </a:lnTo>
                <a:lnTo>
                  <a:pt x="1812642" y="96905"/>
                </a:lnTo>
                <a:lnTo>
                  <a:pt x="1812877" y="97823"/>
                </a:lnTo>
                <a:lnTo>
                  <a:pt x="1813124" y="98731"/>
                </a:lnTo>
                <a:lnTo>
                  <a:pt x="1813383" y="99629"/>
                </a:lnTo>
                <a:lnTo>
                  <a:pt x="1813654" y="100518"/>
                </a:lnTo>
                <a:lnTo>
                  <a:pt x="1813937" y="101397"/>
                </a:lnTo>
                <a:lnTo>
                  <a:pt x="1814232" y="102266"/>
                </a:lnTo>
                <a:lnTo>
                  <a:pt x="1814536" y="103125"/>
                </a:lnTo>
                <a:lnTo>
                  <a:pt x="1814850" y="103972"/>
                </a:lnTo>
                <a:lnTo>
                  <a:pt x="1815174" y="104808"/>
                </a:lnTo>
                <a:lnTo>
                  <a:pt x="1815508" y="105634"/>
                </a:lnTo>
                <a:lnTo>
                  <a:pt x="1815852" y="106448"/>
                </a:lnTo>
                <a:lnTo>
                  <a:pt x="1816206" y="107252"/>
                </a:lnTo>
                <a:lnTo>
                  <a:pt x="1816570" y="108044"/>
                </a:lnTo>
                <a:lnTo>
                  <a:pt x="1816944" y="108826"/>
                </a:lnTo>
                <a:lnTo>
                  <a:pt x="1817328" y="109597"/>
                </a:lnTo>
                <a:lnTo>
                  <a:pt x="1817721" y="110356"/>
                </a:lnTo>
                <a:lnTo>
                  <a:pt x="1818125" y="111105"/>
                </a:lnTo>
                <a:lnTo>
                  <a:pt x="1818539" y="111843"/>
                </a:lnTo>
                <a:lnTo>
                  <a:pt x="1818962" y="112570"/>
                </a:lnTo>
                <a:lnTo>
                  <a:pt x="1819396" y="113286"/>
                </a:lnTo>
                <a:lnTo>
                  <a:pt x="1819840" y="113991"/>
                </a:lnTo>
                <a:lnTo>
                  <a:pt x="1820293" y="114685"/>
                </a:lnTo>
                <a:lnTo>
                  <a:pt x="1820756" y="115369"/>
                </a:lnTo>
                <a:lnTo>
                  <a:pt x="1821230" y="116041"/>
                </a:lnTo>
                <a:lnTo>
                  <a:pt x="1821713" y="116702"/>
                </a:lnTo>
                <a:lnTo>
                  <a:pt x="1822206" y="117353"/>
                </a:lnTo>
                <a:lnTo>
                  <a:pt x="1822710" y="117992"/>
                </a:lnTo>
                <a:lnTo>
                  <a:pt x="1823223" y="118621"/>
                </a:lnTo>
                <a:lnTo>
                  <a:pt x="1823746" y="119239"/>
                </a:lnTo>
                <a:lnTo>
                  <a:pt x="1824278" y="119845"/>
                </a:lnTo>
                <a:lnTo>
                  <a:pt x="1824818" y="120439"/>
                </a:lnTo>
                <a:lnTo>
                  <a:pt x="1825367" y="121021"/>
                </a:lnTo>
                <a:lnTo>
                  <a:pt x="1825923" y="121591"/>
                </a:lnTo>
                <a:lnTo>
                  <a:pt x="1826488" y="122149"/>
                </a:lnTo>
                <a:lnTo>
                  <a:pt x="1827061" y="122695"/>
                </a:lnTo>
                <a:lnTo>
                  <a:pt x="1827642" y="123229"/>
                </a:lnTo>
                <a:lnTo>
                  <a:pt x="1828231" y="123751"/>
                </a:lnTo>
                <a:lnTo>
                  <a:pt x="1828828" y="124260"/>
                </a:lnTo>
                <a:lnTo>
                  <a:pt x="1829434" y="124758"/>
                </a:lnTo>
                <a:lnTo>
                  <a:pt x="1830047" y="125244"/>
                </a:lnTo>
                <a:lnTo>
                  <a:pt x="1830669" y="125717"/>
                </a:lnTo>
                <a:lnTo>
                  <a:pt x="1831298" y="126179"/>
                </a:lnTo>
                <a:lnTo>
                  <a:pt x="1831936" y="126628"/>
                </a:lnTo>
                <a:lnTo>
                  <a:pt x="1832582" y="127066"/>
                </a:lnTo>
                <a:lnTo>
                  <a:pt x="1833236" y="127491"/>
                </a:lnTo>
                <a:lnTo>
                  <a:pt x="1833899" y="127905"/>
                </a:lnTo>
                <a:lnTo>
                  <a:pt x="1834569" y="128306"/>
                </a:lnTo>
                <a:lnTo>
                  <a:pt x="1835247" y="128695"/>
                </a:lnTo>
                <a:lnTo>
                  <a:pt x="1835934" y="129072"/>
                </a:lnTo>
                <a:lnTo>
                  <a:pt x="1836629" y="129437"/>
                </a:lnTo>
                <a:lnTo>
                  <a:pt x="1837332" y="129790"/>
                </a:lnTo>
                <a:lnTo>
                  <a:pt x="1838043" y="130131"/>
                </a:lnTo>
                <a:lnTo>
                  <a:pt x="1838762" y="130460"/>
                </a:lnTo>
                <a:lnTo>
                  <a:pt x="1839488" y="130776"/>
                </a:lnTo>
                <a:lnTo>
                  <a:pt x="1840220" y="131079"/>
                </a:lnTo>
                <a:lnTo>
                  <a:pt x="1840959" y="131368"/>
                </a:lnTo>
                <a:lnTo>
                  <a:pt x="1841703" y="131644"/>
                </a:lnTo>
                <a:lnTo>
                  <a:pt x="1842453" y="131907"/>
                </a:lnTo>
                <a:lnTo>
                  <a:pt x="1843210" y="132156"/>
                </a:lnTo>
                <a:lnTo>
                  <a:pt x="1843972" y="132391"/>
                </a:lnTo>
                <a:lnTo>
                  <a:pt x="1844740" y="132613"/>
                </a:lnTo>
                <a:lnTo>
                  <a:pt x="1845515" y="132822"/>
                </a:lnTo>
                <a:lnTo>
                  <a:pt x="1846295" y="133017"/>
                </a:lnTo>
                <a:lnTo>
                  <a:pt x="1847082" y="133198"/>
                </a:lnTo>
                <a:lnTo>
                  <a:pt x="1847874" y="133367"/>
                </a:lnTo>
                <a:lnTo>
                  <a:pt x="1848673" y="133521"/>
                </a:lnTo>
                <a:lnTo>
                  <a:pt x="1849477" y="133663"/>
                </a:lnTo>
                <a:lnTo>
                  <a:pt x="1850288" y="133790"/>
                </a:lnTo>
                <a:lnTo>
                  <a:pt x="1851105" y="133905"/>
                </a:lnTo>
                <a:lnTo>
                  <a:pt x="1851927" y="134006"/>
                </a:lnTo>
                <a:lnTo>
                  <a:pt x="1852756" y="134093"/>
                </a:lnTo>
                <a:lnTo>
                  <a:pt x="1853591" y="134167"/>
                </a:lnTo>
                <a:lnTo>
                  <a:pt x="1854431" y="134228"/>
                </a:lnTo>
                <a:lnTo>
                  <a:pt x="1855278" y="134275"/>
                </a:lnTo>
                <a:lnTo>
                  <a:pt x="1856131" y="134308"/>
                </a:lnTo>
                <a:lnTo>
                  <a:pt x="1856990" y="134329"/>
                </a:lnTo>
                <a:lnTo>
                  <a:pt x="1857855" y="134335"/>
                </a:lnTo>
                <a:lnTo>
                  <a:pt x="1858746" y="134329"/>
                </a:lnTo>
                <a:lnTo>
                  <a:pt x="1859630" y="134308"/>
                </a:lnTo>
                <a:lnTo>
                  <a:pt x="1860507" y="134275"/>
                </a:lnTo>
                <a:lnTo>
                  <a:pt x="1861376" y="134228"/>
                </a:lnTo>
                <a:lnTo>
                  <a:pt x="1862239" y="134167"/>
                </a:lnTo>
                <a:lnTo>
                  <a:pt x="1863094" y="134093"/>
                </a:lnTo>
                <a:lnTo>
                  <a:pt x="1863943" y="134006"/>
                </a:lnTo>
                <a:lnTo>
                  <a:pt x="1864784" y="133905"/>
                </a:lnTo>
                <a:lnTo>
                  <a:pt x="1865618" y="133790"/>
                </a:lnTo>
                <a:lnTo>
                  <a:pt x="1866445" y="133663"/>
                </a:lnTo>
                <a:lnTo>
                  <a:pt x="1867264" y="133521"/>
                </a:lnTo>
                <a:lnTo>
                  <a:pt x="1868077" y="133367"/>
                </a:lnTo>
                <a:lnTo>
                  <a:pt x="1868882" y="133198"/>
                </a:lnTo>
                <a:lnTo>
                  <a:pt x="1869681" y="133017"/>
                </a:lnTo>
                <a:lnTo>
                  <a:pt x="1870130" y="132906"/>
                </a:lnTo>
                <a:lnTo>
                  <a:pt x="1894910" y="152580"/>
                </a:lnTo>
                <a:lnTo>
                  <a:pt x="1905405" y="142893"/>
                </a:lnTo>
                <a:lnTo>
                  <a:pt x="1884492" y="126332"/>
                </a:lnTo>
                <a:lnTo>
                  <a:pt x="1884708" y="126179"/>
                </a:lnTo>
                <a:lnTo>
                  <a:pt x="1885333" y="125717"/>
                </a:lnTo>
                <a:lnTo>
                  <a:pt x="1885950" y="125244"/>
                </a:lnTo>
                <a:lnTo>
                  <a:pt x="1886557" y="124758"/>
                </a:lnTo>
                <a:lnTo>
                  <a:pt x="1887157" y="124260"/>
                </a:lnTo>
                <a:close/>
                <a:moveTo>
                  <a:pt x="1889450" y="82797"/>
                </a:moveTo>
                <a:lnTo>
                  <a:pt x="1889403" y="83622"/>
                </a:lnTo>
                <a:lnTo>
                  <a:pt x="1889348" y="84439"/>
                </a:lnTo>
                <a:lnTo>
                  <a:pt x="1889286" y="85248"/>
                </a:lnTo>
                <a:lnTo>
                  <a:pt x="1889217" y="86048"/>
                </a:lnTo>
                <a:lnTo>
                  <a:pt x="1889141" y="86840"/>
                </a:lnTo>
                <a:lnTo>
                  <a:pt x="1889057" y="87623"/>
                </a:lnTo>
                <a:lnTo>
                  <a:pt x="1888966" y="88397"/>
                </a:lnTo>
                <a:lnTo>
                  <a:pt x="1888867" y="89163"/>
                </a:lnTo>
                <a:lnTo>
                  <a:pt x="1888762" y="89920"/>
                </a:lnTo>
                <a:lnTo>
                  <a:pt x="1888649" y="90669"/>
                </a:lnTo>
                <a:lnTo>
                  <a:pt x="1888528" y="91409"/>
                </a:lnTo>
                <a:lnTo>
                  <a:pt x="1888401" y="92141"/>
                </a:lnTo>
                <a:lnTo>
                  <a:pt x="1888266" y="92864"/>
                </a:lnTo>
                <a:lnTo>
                  <a:pt x="1888124" y="93579"/>
                </a:lnTo>
                <a:lnTo>
                  <a:pt x="1887975" y="94285"/>
                </a:lnTo>
                <a:lnTo>
                  <a:pt x="1887818" y="94982"/>
                </a:lnTo>
                <a:lnTo>
                  <a:pt x="1887654" y="95671"/>
                </a:lnTo>
                <a:lnTo>
                  <a:pt x="1887483" y="96352"/>
                </a:lnTo>
                <a:lnTo>
                  <a:pt x="1887304" y="97023"/>
                </a:lnTo>
                <a:lnTo>
                  <a:pt x="1887119" y="97686"/>
                </a:lnTo>
                <a:lnTo>
                  <a:pt x="1886927" y="98340"/>
                </a:lnTo>
                <a:lnTo>
                  <a:pt x="1886728" y="98984"/>
                </a:lnTo>
                <a:lnTo>
                  <a:pt x="1886522" y="99620"/>
                </a:lnTo>
                <a:lnTo>
                  <a:pt x="1886310" y="100247"/>
                </a:lnTo>
                <a:lnTo>
                  <a:pt x="1886090" y="100865"/>
                </a:lnTo>
                <a:lnTo>
                  <a:pt x="1885864" y="101474"/>
                </a:lnTo>
                <a:lnTo>
                  <a:pt x="1885630" y="102073"/>
                </a:lnTo>
                <a:lnTo>
                  <a:pt x="1885390" y="102664"/>
                </a:lnTo>
                <a:lnTo>
                  <a:pt x="1885143" y="103246"/>
                </a:lnTo>
                <a:lnTo>
                  <a:pt x="1884889" y="103819"/>
                </a:lnTo>
                <a:lnTo>
                  <a:pt x="1884628" y="104383"/>
                </a:lnTo>
                <a:lnTo>
                  <a:pt x="1884361" y="104938"/>
                </a:lnTo>
                <a:lnTo>
                  <a:pt x="1884086" y="105484"/>
                </a:lnTo>
                <a:lnTo>
                  <a:pt x="1883805" y="106021"/>
                </a:lnTo>
                <a:lnTo>
                  <a:pt x="1883517" y="106550"/>
                </a:lnTo>
                <a:lnTo>
                  <a:pt x="1883222" y="107069"/>
                </a:lnTo>
                <a:lnTo>
                  <a:pt x="1882920" y="107579"/>
                </a:lnTo>
                <a:lnTo>
                  <a:pt x="1882611" y="108080"/>
                </a:lnTo>
                <a:lnTo>
                  <a:pt x="1882295" y="108572"/>
                </a:lnTo>
                <a:lnTo>
                  <a:pt x="1881972" y="109056"/>
                </a:lnTo>
                <a:lnTo>
                  <a:pt x="1881643" y="109530"/>
                </a:lnTo>
                <a:lnTo>
                  <a:pt x="1881307" y="109995"/>
                </a:lnTo>
                <a:lnTo>
                  <a:pt x="1880964" y="110451"/>
                </a:lnTo>
                <a:lnTo>
                  <a:pt x="1880615" y="110898"/>
                </a:lnTo>
                <a:lnTo>
                  <a:pt x="1880259" y="111335"/>
                </a:lnTo>
                <a:lnTo>
                  <a:pt x="1879897" y="111763"/>
                </a:lnTo>
                <a:lnTo>
                  <a:pt x="1879529" y="112182"/>
                </a:lnTo>
                <a:lnTo>
                  <a:pt x="1879155" y="112591"/>
                </a:lnTo>
                <a:lnTo>
                  <a:pt x="1878774" y="112991"/>
                </a:lnTo>
                <a:lnTo>
                  <a:pt x="1878387" y="113381"/>
                </a:lnTo>
                <a:lnTo>
                  <a:pt x="1877994" y="113762"/>
                </a:lnTo>
                <a:lnTo>
                  <a:pt x="1877594" y="114134"/>
                </a:lnTo>
                <a:lnTo>
                  <a:pt x="1877188" y="114496"/>
                </a:lnTo>
                <a:lnTo>
                  <a:pt x="1876776" y="114849"/>
                </a:lnTo>
                <a:lnTo>
                  <a:pt x="1876357" y="115192"/>
                </a:lnTo>
                <a:lnTo>
                  <a:pt x="1875932" y="115527"/>
                </a:lnTo>
                <a:lnTo>
                  <a:pt x="1875501" y="115851"/>
                </a:lnTo>
                <a:lnTo>
                  <a:pt x="1875064" y="116167"/>
                </a:lnTo>
                <a:lnTo>
                  <a:pt x="1874620" y="116472"/>
                </a:lnTo>
                <a:lnTo>
                  <a:pt x="1874170" y="116769"/>
                </a:lnTo>
                <a:lnTo>
                  <a:pt x="1873713" y="117056"/>
                </a:lnTo>
                <a:lnTo>
                  <a:pt x="1873251" y="117334"/>
                </a:lnTo>
                <a:lnTo>
                  <a:pt x="1872781" y="117602"/>
                </a:lnTo>
                <a:lnTo>
                  <a:pt x="1872306" y="117861"/>
                </a:lnTo>
                <a:lnTo>
                  <a:pt x="1871825" y="118111"/>
                </a:lnTo>
                <a:lnTo>
                  <a:pt x="1871337" y="118351"/>
                </a:lnTo>
                <a:lnTo>
                  <a:pt x="1870842" y="118581"/>
                </a:lnTo>
                <a:lnTo>
                  <a:pt x="1870343" y="118802"/>
                </a:lnTo>
                <a:lnTo>
                  <a:pt x="1869837" y="119013"/>
                </a:lnTo>
                <a:lnTo>
                  <a:pt x="1869325" y="119214"/>
                </a:lnTo>
                <a:lnTo>
                  <a:pt x="1868807" y="119405"/>
                </a:lnTo>
                <a:lnTo>
                  <a:pt x="1868284" y="119587"/>
                </a:lnTo>
                <a:lnTo>
                  <a:pt x="1867755" y="119759"/>
                </a:lnTo>
                <a:lnTo>
                  <a:pt x="1867219" y="119920"/>
                </a:lnTo>
                <a:lnTo>
                  <a:pt x="1866678" y="120073"/>
                </a:lnTo>
                <a:lnTo>
                  <a:pt x="1866131" y="120215"/>
                </a:lnTo>
                <a:lnTo>
                  <a:pt x="1865578" y="120347"/>
                </a:lnTo>
                <a:lnTo>
                  <a:pt x="1865019" y="120470"/>
                </a:lnTo>
                <a:lnTo>
                  <a:pt x="1864455" y="120583"/>
                </a:lnTo>
                <a:lnTo>
                  <a:pt x="1863884" y="120686"/>
                </a:lnTo>
                <a:lnTo>
                  <a:pt x="1863308" y="120779"/>
                </a:lnTo>
                <a:lnTo>
                  <a:pt x="1862725" y="120862"/>
                </a:lnTo>
                <a:lnTo>
                  <a:pt x="1862137" y="120936"/>
                </a:lnTo>
                <a:lnTo>
                  <a:pt x="1861543" y="121000"/>
                </a:lnTo>
                <a:lnTo>
                  <a:pt x="1860943" y="121054"/>
                </a:lnTo>
                <a:lnTo>
                  <a:pt x="1860337" y="121098"/>
                </a:lnTo>
                <a:lnTo>
                  <a:pt x="1859725" y="121132"/>
                </a:lnTo>
                <a:lnTo>
                  <a:pt x="1859108" y="121157"/>
                </a:lnTo>
                <a:lnTo>
                  <a:pt x="1858484" y="121171"/>
                </a:lnTo>
                <a:lnTo>
                  <a:pt x="1857855" y="121176"/>
                </a:lnTo>
                <a:lnTo>
                  <a:pt x="1857258" y="121171"/>
                </a:lnTo>
                <a:lnTo>
                  <a:pt x="1856666" y="121157"/>
                </a:lnTo>
                <a:lnTo>
                  <a:pt x="1856079" y="121132"/>
                </a:lnTo>
                <a:lnTo>
                  <a:pt x="1855495" y="121098"/>
                </a:lnTo>
                <a:lnTo>
                  <a:pt x="1854917" y="121054"/>
                </a:lnTo>
                <a:lnTo>
                  <a:pt x="1854343" y="121000"/>
                </a:lnTo>
                <a:lnTo>
                  <a:pt x="1853773" y="120936"/>
                </a:lnTo>
                <a:lnTo>
                  <a:pt x="1853208" y="120862"/>
                </a:lnTo>
                <a:lnTo>
                  <a:pt x="1852647" y="120779"/>
                </a:lnTo>
                <a:lnTo>
                  <a:pt x="1852091" y="120686"/>
                </a:lnTo>
                <a:lnTo>
                  <a:pt x="1851540" y="120583"/>
                </a:lnTo>
                <a:lnTo>
                  <a:pt x="1850992" y="120470"/>
                </a:lnTo>
                <a:lnTo>
                  <a:pt x="1850450" y="120347"/>
                </a:lnTo>
                <a:lnTo>
                  <a:pt x="1849912" y="120215"/>
                </a:lnTo>
                <a:lnTo>
                  <a:pt x="1849378" y="120073"/>
                </a:lnTo>
                <a:lnTo>
                  <a:pt x="1848849" y="119920"/>
                </a:lnTo>
                <a:lnTo>
                  <a:pt x="1848324" y="119759"/>
                </a:lnTo>
                <a:lnTo>
                  <a:pt x="1847804" y="119587"/>
                </a:lnTo>
                <a:lnTo>
                  <a:pt x="1847288" y="119405"/>
                </a:lnTo>
                <a:lnTo>
                  <a:pt x="1846777" y="119214"/>
                </a:lnTo>
                <a:lnTo>
                  <a:pt x="1846270" y="119013"/>
                </a:lnTo>
                <a:lnTo>
                  <a:pt x="1845767" y="118802"/>
                </a:lnTo>
                <a:lnTo>
                  <a:pt x="1845270" y="118581"/>
                </a:lnTo>
                <a:lnTo>
                  <a:pt x="1844776" y="118351"/>
                </a:lnTo>
                <a:lnTo>
                  <a:pt x="1844288" y="118111"/>
                </a:lnTo>
                <a:lnTo>
                  <a:pt x="1843806" y="117861"/>
                </a:lnTo>
                <a:lnTo>
                  <a:pt x="1843329" y="117602"/>
                </a:lnTo>
                <a:lnTo>
                  <a:pt x="1842858" y="117334"/>
                </a:lnTo>
                <a:lnTo>
                  <a:pt x="1842393" y="117056"/>
                </a:lnTo>
                <a:lnTo>
                  <a:pt x="1841933" y="116769"/>
                </a:lnTo>
                <a:lnTo>
                  <a:pt x="1841479" y="116472"/>
                </a:lnTo>
                <a:lnTo>
                  <a:pt x="1841031" y="116167"/>
                </a:lnTo>
                <a:lnTo>
                  <a:pt x="1840589" y="115851"/>
                </a:lnTo>
                <a:lnTo>
                  <a:pt x="1840152" y="115527"/>
                </a:lnTo>
                <a:lnTo>
                  <a:pt x="1839722" y="115192"/>
                </a:lnTo>
                <a:lnTo>
                  <a:pt x="1839297" y="114849"/>
                </a:lnTo>
                <a:lnTo>
                  <a:pt x="1838877" y="114496"/>
                </a:lnTo>
                <a:lnTo>
                  <a:pt x="1838464" y="114134"/>
                </a:lnTo>
                <a:lnTo>
                  <a:pt x="1838056" y="113762"/>
                </a:lnTo>
                <a:lnTo>
                  <a:pt x="1837654" y="113381"/>
                </a:lnTo>
                <a:lnTo>
                  <a:pt x="1837258" y="112991"/>
                </a:lnTo>
                <a:lnTo>
                  <a:pt x="1836867" y="112591"/>
                </a:lnTo>
                <a:lnTo>
                  <a:pt x="1836482" y="112182"/>
                </a:lnTo>
                <a:lnTo>
                  <a:pt x="1836103" y="111763"/>
                </a:lnTo>
                <a:lnTo>
                  <a:pt x="1835730" y="111335"/>
                </a:lnTo>
                <a:lnTo>
                  <a:pt x="1835362" y="110898"/>
                </a:lnTo>
                <a:lnTo>
                  <a:pt x="1835001" y="110451"/>
                </a:lnTo>
                <a:lnTo>
                  <a:pt x="1834645" y="109995"/>
                </a:lnTo>
                <a:lnTo>
                  <a:pt x="1834295" y="109530"/>
                </a:lnTo>
                <a:lnTo>
                  <a:pt x="1833952" y="109056"/>
                </a:lnTo>
                <a:lnTo>
                  <a:pt x="1833616" y="108572"/>
                </a:lnTo>
                <a:lnTo>
                  <a:pt x="1833287" y="108080"/>
                </a:lnTo>
                <a:lnTo>
                  <a:pt x="1832964" y="107579"/>
                </a:lnTo>
                <a:lnTo>
                  <a:pt x="1832649" y="107069"/>
                </a:lnTo>
                <a:lnTo>
                  <a:pt x="1832340" y="106550"/>
                </a:lnTo>
                <a:lnTo>
                  <a:pt x="1832039" y="106021"/>
                </a:lnTo>
                <a:lnTo>
                  <a:pt x="1831744" y="105484"/>
                </a:lnTo>
                <a:lnTo>
                  <a:pt x="1831456" y="104938"/>
                </a:lnTo>
                <a:lnTo>
                  <a:pt x="1831175" y="104383"/>
                </a:lnTo>
                <a:lnTo>
                  <a:pt x="1830901" y="103819"/>
                </a:lnTo>
                <a:lnTo>
                  <a:pt x="1830633" y="103246"/>
                </a:lnTo>
                <a:lnTo>
                  <a:pt x="1830373" y="102664"/>
                </a:lnTo>
                <a:lnTo>
                  <a:pt x="1830119" y="102073"/>
                </a:lnTo>
                <a:lnTo>
                  <a:pt x="1829873" y="101474"/>
                </a:lnTo>
                <a:lnTo>
                  <a:pt x="1829633" y="100865"/>
                </a:lnTo>
                <a:lnTo>
                  <a:pt x="1829400" y="100247"/>
                </a:lnTo>
                <a:lnTo>
                  <a:pt x="1829174" y="99620"/>
                </a:lnTo>
                <a:lnTo>
                  <a:pt x="1828954" y="98984"/>
                </a:lnTo>
                <a:lnTo>
                  <a:pt x="1828742" y="98340"/>
                </a:lnTo>
                <a:lnTo>
                  <a:pt x="1828536" y="97686"/>
                </a:lnTo>
                <a:lnTo>
                  <a:pt x="1828338" y="97023"/>
                </a:lnTo>
                <a:lnTo>
                  <a:pt x="1828146" y="96352"/>
                </a:lnTo>
                <a:lnTo>
                  <a:pt x="1827961" y="95671"/>
                </a:lnTo>
                <a:lnTo>
                  <a:pt x="1827785" y="94982"/>
                </a:lnTo>
                <a:lnTo>
                  <a:pt x="1827616" y="94285"/>
                </a:lnTo>
                <a:lnTo>
                  <a:pt x="1827455" y="93579"/>
                </a:lnTo>
                <a:lnTo>
                  <a:pt x="1827302" y="92864"/>
                </a:lnTo>
                <a:lnTo>
                  <a:pt x="1827157" y="92141"/>
                </a:lnTo>
                <a:lnTo>
                  <a:pt x="1827020" y="91409"/>
                </a:lnTo>
                <a:lnTo>
                  <a:pt x="1826890" y="90669"/>
                </a:lnTo>
                <a:lnTo>
                  <a:pt x="1826768" y="89920"/>
                </a:lnTo>
                <a:lnTo>
                  <a:pt x="1826655" y="89163"/>
                </a:lnTo>
                <a:lnTo>
                  <a:pt x="1826549" y="88397"/>
                </a:lnTo>
                <a:lnTo>
                  <a:pt x="1826450" y="87623"/>
                </a:lnTo>
                <a:lnTo>
                  <a:pt x="1826360" y="86840"/>
                </a:lnTo>
                <a:lnTo>
                  <a:pt x="1826278" y="86048"/>
                </a:lnTo>
                <a:lnTo>
                  <a:pt x="1826203" y="85248"/>
                </a:lnTo>
                <a:lnTo>
                  <a:pt x="1826137" y="84439"/>
                </a:lnTo>
                <a:lnTo>
                  <a:pt x="1826078" y="83622"/>
                </a:lnTo>
                <a:lnTo>
                  <a:pt x="1826027" y="82797"/>
                </a:lnTo>
                <a:lnTo>
                  <a:pt x="1825983" y="81962"/>
                </a:lnTo>
                <a:lnTo>
                  <a:pt x="1825948" y="81119"/>
                </a:lnTo>
                <a:lnTo>
                  <a:pt x="1825921" y="80268"/>
                </a:lnTo>
                <a:lnTo>
                  <a:pt x="1825901" y="79408"/>
                </a:lnTo>
                <a:lnTo>
                  <a:pt x="1825889" y="78540"/>
                </a:lnTo>
                <a:lnTo>
                  <a:pt x="1825885" y="77663"/>
                </a:lnTo>
                <a:lnTo>
                  <a:pt x="1825885" y="70074"/>
                </a:lnTo>
                <a:lnTo>
                  <a:pt x="1825889" y="69204"/>
                </a:lnTo>
                <a:lnTo>
                  <a:pt x="1825901" y="68342"/>
                </a:lnTo>
                <a:lnTo>
                  <a:pt x="1825921" y="67488"/>
                </a:lnTo>
                <a:lnTo>
                  <a:pt x="1825948" y="66643"/>
                </a:lnTo>
                <a:lnTo>
                  <a:pt x="1825983" y="65806"/>
                </a:lnTo>
                <a:lnTo>
                  <a:pt x="1826027" y="64978"/>
                </a:lnTo>
                <a:lnTo>
                  <a:pt x="1826078" y="64158"/>
                </a:lnTo>
                <a:lnTo>
                  <a:pt x="1826137" y="63346"/>
                </a:lnTo>
                <a:lnTo>
                  <a:pt x="1826203" y="62543"/>
                </a:lnTo>
                <a:lnTo>
                  <a:pt x="1826278" y="61749"/>
                </a:lnTo>
                <a:lnTo>
                  <a:pt x="1826360" y="60962"/>
                </a:lnTo>
                <a:lnTo>
                  <a:pt x="1826450" y="60184"/>
                </a:lnTo>
                <a:lnTo>
                  <a:pt x="1826549" y="59415"/>
                </a:lnTo>
                <a:lnTo>
                  <a:pt x="1826655" y="58654"/>
                </a:lnTo>
                <a:lnTo>
                  <a:pt x="1826768" y="57901"/>
                </a:lnTo>
                <a:lnTo>
                  <a:pt x="1826890" y="57157"/>
                </a:lnTo>
                <a:lnTo>
                  <a:pt x="1827020" y="56421"/>
                </a:lnTo>
                <a:lnTo>
                  <a:pt x="1827157" y="55694"/>
                </a:lnTo>
                <a:lnTo>
                  <a:pt x="1827302" y="54975"/>
                </a:lnTo>
                <a:lnTo>
                  <a:pt x="1827455" y="54264"/>
                </a:lnTo>
                <a:lnTo>
                  <a:pt x="1827616" y="53562"/>
                </a:lnTo>
                <a:lnTo>
                  <a:pt x="1827785" y="52868"/>
                </a:lnTo>
                <a:lnTo>
                  <a:pt x="1827961" y="52183"/>
                </a:lnTo>
                <a:lnTo>
                  <a:pt x="1828146" y="51506"/>
                </a:lnTo>
                <a:lnTo>
                  <a:pt x="1828338" y="50838"/>
                </a:lnTo>
                <a:lnTo>
                  <a:pt x="1828536" y="50178"/>
                </a:lnTo>
                <a:lnTo>
                  <a:pt x="1828741" y="49528"/>
                </a:lnTo>
                <a:lnTo>
                  <a:pt x="1828953" y="48887"/>
                </a:lnTo>
                <a:lnTo>
                  <a:pt x="1829172" y="48254"/>
                </a:lnTo>
                <a:lnTo>
                  <a:pt x="1829397" y="47631"/>
                </a:lnTo>
                <a:lnTo>
                  <a:pt x="1829629" y="47016"/>
                </a:lnTo>
                <a:lnTo>
                  <a:pt x="1829868" y="46411"/>
                </a:lnTo>
                <a:lnTo>
                  <a:pt x="1830114" y="45814"/>
                </a:lnTo>
                <a:lnTo>
                  <a:pt x="1830366" y="45227"/>
                </a:lnTo>
                <a:lnTo>
                  <a:pt x="1830625" y="44648"/>
                </a:lnTo>
                <a:lnTo>
                  <a:pt x="1830891" y="44079"/>
                </a:lnTo>
                <a:lnTo>
                  <a:pt x="1831163" y="43518"/>
                </a:lnTo>
                <a:lnTo>
                  <a:pt x="1831442" y="42966"/>
                </a:lnTo>
                <a:lnTo>
                  <a:pt x="1831728" y="42424"/>
                </a:lnTo>
                <a:lnTo>
                  <a:pt x="1832021" y="41890"/>
                </a:lnTo>
                <a:lnTo>
                  <a:pt x="1832320" y="41365"/>
                </a:lnTo>
                <a:lnTo>
                  <a:pt x="1832626" y="40850"/>
                </a:lnTo>
                <a:lnTo>
                  <a:pt x="1832939" y="40343"/>
                </a:lnTo>
                <a:lnTo>
                  <a:pt x="1833259" y="39845"/>
                </a:lnTo>
                <a:lnTo>
                  <a:pt x="1833585" y="39356"/>
                </a:lnTo>
                <a:lnTo>
                  <a:pt x="1833918" y="38876"/>
                </a:lnTo>
                <a:lnTo>
                  <a:pt x="1834258" y="38405"/>
                </a:lnTo>
                <a:lnTo>
                  <a:pt x="1834604" y="37943"/>
                </a:lnTo>
                <a:lnTo>
                  <a:pt x="1834957" y="37490"/>
                </a:lnTo>
                <a:lnTo>
                  <a:pt x="1835315" y="37047"/>
                </a:lnTo>
                <a:lnTo>
                  <a:pt x="1835680" y="36612"/>
                </a:lnTo>
                <a:lnTo>
                  <a:pt x="1836050" y="36187"/>
                </a:lnTo>
                <a:lnTo>
                  <a:pt x="1836425" y="35772"/>
                </a:lnTo>
                <a:lnTo>
                  <a:pt x="1836807" y="35365"/>
                </a:lnTo>
                <a:lnTo>
                  <a:pt x="1837194" y="34968"/>
                </a:lnTo>
                <a:lnTo>
                  <a:pt x="1837587" y="34580"/>
                </a:lnTo>
                <a:lnTo>
                  <a:pt x="1837985" y="34201"/>
                </a:lnTo>
                <a:lnTo>
                  <a:pt x="1838390" y="33831"/>
                </a:lnTo>
                <a:lnTo>
                  <a:pt x="1838800" y="33471"/>
                </a:lnTo>
                <a:lnTo>
                  <a:pt x="1839216" y="33120"/>
                </a:lnTo>
                <a:lnTo>
                  <a:pt x="1839638" y="32778"/>
                </a:lnTo>
                <a:lnTo>
                  <a:pt x="1840065" y="32445"/>
                </a:lnTo>
                <a:lnTo>
                  <a:pt x="1840498" y="32122"/>
                </a:lnTo>
                <a:lnTo>
                  <a:pt x="1840937" y="31808"/>
                </a:lnTo>
                <a:lnTo>
                  <a:pt x="1841382" y="31503"/>
                </a:lnTo>
                <a:lnTo>
                  <a:pt x="1841832" y="31207"/>
                </a:lnTo>
                <a:lnTo>
                  <a:pt x="1842288" y="30921"/>
                </a:lnTo>
                <a:lnTo>
                  <a:pt x="1842750" y="30644"/>
                </a:lnTo>
                <a:lnTo>
                  <a:pt x="1843218" y="30376"/>
                </a:lnTo>
                <a:lnTo>
                  <a:pt x="1843691" y="30117"/>
                </a:lnTo>
                <a:lnTo>
                  <a:pt x="1844170" y="29868"/>
                </a:lnTo>
                <a:lnTo>
                  <a:pt x="1844655" y="29628"/>
                </a:lnTo>
                <a:lnTo>
                  <a:pt x="1845145" y="29397"/>
                </a:lnTo>
                <a:lnTo>
                  <a:pt x="1845640" y="29177"/>
                </a:lnTo>
                <a:lnTo>
                  <a:pt x="1846139" y="28966"/>
                </a:lnTo>
                <a:lnTo>
                  <a:pt x="1846643" y="28765"/>
                </a:lnTo>
                <a:lnTo>
                  <a:pt x="1847152" y="28573"/>
                </a:lnTo>
                <a:lnTo>
                  <a:pt x="1847665" y="28392"/>
                </a:lnTo>
                <a:lnTo>
                  <a:pt x="1848183" y="28220"/>
                </a:lnTo>
                <a:lnTo>
                  <a:pt x="1848705" y="28058"/>
                </a:lnTo>
                <a:lnTo>
                  <a:pt x="1849232" y="27906"/>
                </a:lnTo>
                <a:lnTo>
                  <a:pt x="1849764" y="27764"/>
                </a:lnTo>
                <a:lnTo>
                  <a:pt x="1850300" y="27632"/>
                </a:lnTo>
                <a:lnTo>
                  <a:pt x="1850841" y="27509"/>
                </a:lnTo>
                <a:lnTo>
                  <a:pt x="1851387" y="27396"/>
                </a:lnTo>
                <a:lnTo>
                  <a:pt x="1851937" y="27293"/>
                </a:lnTo>
                <a:lnTo>
                  <a:pt x="1852492" y="27200"/>
                </a:lnTo>
                <a:lnTo>
                  <a:pt x="1853051" y="27116"/>
                </a:lnTo>
                <a:lnTo>
                  <a:pt x="1853615" y="27043"/>
                </a:lnTo>
                <a:lnTo>
                  <a:pt x="1854184" y="26979"/>
                </a:lnTo>
                <a:lnTo>
                  <a:pt x="1854757" y="26925"/>
                </a:lnTo>
                <a:lnTo>
                  <a:pt x="1855335" y="26881"/>
                </a:lnTo>
                <a:lnTo>
                  <a:pt x="1855918" y="26847"/>
                </a:lnTo>
                <a:lnTo>
                  <a:pt x="1856505" y="26822"/>
                </a:lnTo>
                <a:lnTo>
                  <a:pt x="1857097" y="26807"/>
                </a:lnTo>
                <a:lnTo>
                  <a:pt x="1857693" y="26802"/>
                </a:lnTo>
                <a:lnTo>
                  <a:pt x="1858323" y="26807"/>
                </a:lnTo>
                <a:lnTo>
                  <a:pt x="1858946" y="26822"/>
                </a:lnTo>
                <a:lnTo>
                  <a:pt x="1859564" y="26847"/>
                </a:lnTo>
                <a:lnTo>
                  <a:pt x="1860176" y="26881"/>
                </a:lnTo>
                <a:lnTo>
                  <a:pt x="1860781" y="26925"/>
                </a:lnTo>
                <a:lnTo>
                  <a:pt x="1861381" y="26979"/>
                </a:lnTo>
                <a:lnTo>
                  <a:pt x="1861976" y="27043"/>
                </a:lnTo>
                <a:lnTo>
                  <a:pt x="1862564" y="27116"/>
                </a:lnTo>
                <a:lnTo>
                  <a:pt x="1863146" y="27200"/>
                </a:lnTo>
                <a:lnTo>
                  <a:pt x="1863723" y="27293"/>
                </a:lnTo>
                <a:lnTo>
                  <a:pt x="1864293" y="27396"/>
                </a:lnTo>
                <a:lnTo>
                  <a:pt x="1864858" y="27509"/>
                </a:lnTo>
                <a:lnTo>
                  <a:pt x="1865417" y="27632"/>
                </a:lnTo>
                <a:lnTo>
                  <a:pt x="1865970" y="27764"/>
                </a:lnTo>
                <a:lnTo>
                  <a:pt x="1866517" y="27906"/>
                </a:lnTo>
                <a:lnTo>
                  <a:pt x="1867058" y="28058"/>
                </a:lnTo>
                <a:lnTo>
                  <a:pt x="1867593" y="28220"/>
                </a:lnTo>
                <a:lnTo>
                  <a:pt x="1868122" y="28392"/>
                </a:lnTo>
                <a:lnTo>
                  <a:pt x="1868646" y="28573"/>
                </a:lnTo>
                <a:lnTo>
                  <a:pt x="1869164" y="28765"/>
                </a:lnTo>
                <a:lnTo>
                  <a:pt x="1869675" y="28966"/>
                </a:lnTo>
                <a:lnTo>
                  <a:pt x="1870181" y="29177"/>
                </a:lnTo>
                <a:lnTo>
                  <a:pt x="1870681" y="29397"/>
                </a:lnTo>
                <a:lnTo>
                  <a:pt x="1871175" y="29628"/>
                </a:lnTo>
                <a:lnTo>
                  <a:pt x="1871663" y="29868"/>
                </a:lnTo>
                <a:lnTo>
                  <a:pt x="1872145" y="30117"/>
                </a:lnTo>
                <a:lnTo>
                  <a:pt x="1872621" y="30376"/>
                </a:lnTo>
                <a:lnTo>
                  <a:pt x="1873090" y="30644"/>
                </a:lnTo>
                <a:lnTo>
                  <a:pt x="1873554" y="30921"/>
                </a:lnTo>
                <a:lnTo>
                  <a:pt x="1874011" y="31207"/>
                </a:lnTo>
                <a:lnTo>
                  <a:pt x="1874462" y="31503"/>
                </a:lnTo>
                <a:lnTo>
                  <a:pt x="1874907" y="31808"/>
                </a:lnTo>
                <a:lnTo>
                  <a:pt x="1875345" y="32122"/>
                </a:lnTo>
                <a:lnTo>
                  <a:pt x="1875778" y="32445"/>
                </a:lnTo>
                <a:lnTo>
                  <a:pt x="1876204" y="32778"/>
                </a:lnTo>
                <a:lnTo>
                  <a:pt x="1876624" y="33120"/>
                </a:lnTo>
                <a:lnTo>
                  <a:pt x="1877038" y="33471"/>
                </a:lnTo>
                <a:lnTo>
                  <a:pt x="1877446" y="33831"/>
                </a:lnTo>
                <a:lnTo>
                  <a:pt x="1877848" y="34201"/>
                </a:lnTo>
                <a:lnTo>
                  <a:pt x="1878243" y="34580"/>
                </a:lnTo>
                <a:lnTo>
                  <a:pt x="1878633" y="34968"/>
                </a:lnTo>
                <a:lnTo>
                  <a:pt x="1879016" y="35365"/>
                </a:lnTo>
                <a:lnTo>
                  <a:pt x="1879393" y="35772"/>
                </a:lnTo>
                <a:lnTo>
                  <a:pt x="1879764" y="36187"/>
                </a:lnTo>
                <a:lnTo>
                  <a:pt x="1880129" y="36612"/>
                </a:lnTo>
                <a:lnTo>
                  <a:pt x="1880487" y="37047"/>
                </a:lnTo>
                <a:lnTo>
                  <a:pt x="1880839" y="37490"/>
                </a:lnTo>
                <a:lnTo>
                  <a:pt x="1881186" y="37943"/>
                </a:lnTo>
                <a:lnTo>
                  <a:pt x="1881525" y="38405"/>
                </a:lnTo>
                <a:lnTo>
                  <a:pt x="1881858" y="38876"/>
                </a:lnTo>
                <a:lnTo>
                  <a:pt x="1882184" y="39356"/>
                </a:lnTo>
                <a:lnTo>
                  <a:pt x="1882503" y="39845"/>
                </a:lnTo>
                <a:lnTo>
                  <a:pt x="1882815" y="40343"/>
                </a:lnTo>
                <a:lnTo>
                  <a:pt x="1883121" y="40850"/>
                </a:lnTo>
                <a:lnTo>
                  <a:pt x="1883419" y="41365"/>
                </a:lnTo>
                <a:lnTo>
                  <a:pt x="1883711" y="41890"/>
                </a:lnTo>
                <a:lnTo>
                  <a:pt x="1883995" y="42424"/>
                </a:lnTo>
                <a:lnTo>
                  <a:pt x="1884273" y="42966"/>
                </a:lnTo>
                <a:lnTo>
                  <a:pt x="1884544" y="43518"/>
                </a:lnTo>
                <a:lnTo>
                  <a:pt x="1884808" y="44079"/>
                </a:lnTo>
                <a:lnTo>
                  <a:pt x="1885066" y="44648"/>
                </a:lnTo>
                <a:lnTo>
                  <a:pt x="1885316" y="45227"/>
                </a:lnTo>
                <a:lnTo>
                  <a:pt x="1885560" y="45814"/>
                </a:lnTo>
                <a:lnTo>
                  <a:pt x="1885796" y="46411"/>
                </a:lnTo>
                <a:lnTo>
                  <a:pt x="1886026" y="47016"/>
                </a:lnTo>
                <a:lnTo>
                  <a:pt x="1886249" y="47631"/>
                </a:lnTo>
                <a:lnTo>
                  <a:pt x="1886465" y="48254"/>
                </a:lnTo>
                <a:lnTo>
                  <a:pt x="1886674" y="48887"/>
                </a:lnTo>
                <a:lnTo>
                  <a:pt x="1886877" y="49528"/>
                </a:lnTo>
                <a:lnTo>
                  <a:pt x="1887072" y="50178"/>
                </a:lnTo>
                <a:lnTo>
                  <a:pt x="1887261" y="50838"/>
                </a:lnTo>
                <a:lnTo>
                  <a:pt x="1887442" y="51506"/>
                </a:lnTo>
                <a:lnTo>
                  <a:pt x="1887617" y="52183"/>
                </a:lnTo>
                <a:lnTo>
                  <a:pt x="1887784" y="52868"/>
                </a:lnTo>
                <a:lnTo>
                  <a:pt x="1887944" y="53562"/>
                </a:lnTo>
                <a:lnTo>
                  <a:pt x="1888096" y="54264"/>
                </a:lnTo>
                <a:lnTo>
                  <a:pt x="1888241" y="54975"/>
                </a:lnTo>
                <a:lnTo>
                  <a:pt x="1888378" y="55694"/>
                </a:lnTo>
                <a:lnTo>
                  <a:pt x="1888508" y="56421"/>
                </a:lnTo>
                <a:lnTo>
                  <a:pt x="1888631" y="57157"/>
                </a:lnTo>
                <a:lnTo>
                  <a:pt x="1888746" y="57901"/>
                </a:lnTo>
                <a:lnTo>
                  <a:pt x="1888854" y="58654"/>
                </a:lnTo>
                <a:lnTo>
                  <a:pt x="1888954" y="59415"/>
                </a:lnTo>
                <a:lnTo>
                  <a:pt x="1889047" y="60184"/>
                </a:lnTo>
                <a:lnTo>
                  <a:pt x="1889132" y="60962"/>
                </a:lnTo>
                <a:lnTo>
                  <a:pt x="1889210" y="61749"/>
                </a:lnTo>
                <a:lnTo>
                  <a:pt x="1889281" y="62543"/>
                </a:lnTo>
                <a:lnTo>
                  <a:pt x="1889344" y="63346"/>
                </a:lnTo>
                <a:lnTo>
                  <a:pt x="1889400" y="64158"/>
                </a:lnTo>
                <a:lnTo>
                  <a:pt x="1889448" y="64978"/>
                </a:lnTo>
                <a:lnTo>
                  <a:pt x="1889489" y="65806"/>
                </a:lnTo>
                <a:lnTo>
                  <a:pt x="1889522" y="66643"/>
                </a:lnTo>
                <a:lnTo>
                  <a:pt x="1889548" y="67488"/>
                </a:lnTo>
                <a:lnTo>
                  <a:pt x="1889567" y="68342"/>
                </a:lnTo>
                <a:lnTo>
                  <a:pt x="1889578" y="69204"/>
                </a:lnTo>
                <a:lnTo>
                  <a:pt x="1889582" y="70074"/>
                </a:lnTo>
                <a:lnTo>
                  <a:pt x="1889582" y="77663"/>
                </a:lnTo>
                <a:lnTo>
                  <a:pt x="1889578" y="78540"/>
                </a:lnTo>
                <a:lnTo>
                  <a:pt x="1889567" y="79408"/>
                </a:lnTo>
                <a:lnTo>
                  <a:pt x="1889549" y="80268"/>
                </a:lnTo>
                <a:lnTo>
                  <a:pt x="1889523" y="81119"/>
                </a:lnTo>
                <a:lnTo>
                  <a:pt x="1889491" y="81962"/>
                </a:lnTo>
                <a:lnTo>
                  <a:pt x="1889450" y="82797"/>
                </a:lnTo>
                <a:close/>
                <a:moveTo>
                  <a:pt x="1590086" y="53615"/>
                </a:moveTo>
                <a:lnTo>
                  <a:pt x="1589704" y="53192"/>
                </a:lnTo>
                <a:lnTo>
                  <a:pt x="1589315" y="52779"/>
                </a:lnTo>
                <a:lnTo>
                  <a:pt x="1588920" y="52374"/>
                </a:lnTo>
                <a:lnTo>
                  <a:pt x="1588518" y="51978"/>
                </a:lnTo>
                <a:lnTo>
                  <a:pt x="1588109" y="51591"/>
                </a:lnTo>
                <a:lnTo>
                  <a:pt x="1587695" y="51213"/>
                </a:lnTo>
                <a:lnTo>
                  <a:pt x="1587274" y="50844"/>
                </a:lnTo>
                <a:lnTo>
                  <a:pt x="1586846" y="50485"/>
                </a:lnTo>
                <a:lnTo>
                  <a:pt x="1586412" y="50134"/>
                </a:lnTo>
                <a:lnTo>
                  <a:pt x="1585971" y="49792"/>
                </a:lnTo>
                <a:lnTo>
                  <a:pt x="1585524" y="49459"/>
                </a:lnTo>
                <a:lnTo>
                  <a:pt x="1585071" y="49135"/>
                </a:lnTo>
                <a:lnTo>
                  <a:pt x="1584611" y="48819"/>
                </a:lnTo>
                <a:lnTo>
                  <a:pt x="1584145" y="48513"/>
                </a:lnTo>
                <a:lnTo>
                  <a:pt x="1583672" y="48216"/>
                </a:lnTo>
                <a:lnTo>
                  <a:pt x="1583193" y="47928"/>
                </a:lnTo>
                <a:lnTo>
                  <a:pt x="1582707" y="47649"/>
                </a:lnTo>
                <a:lnTo>
                  <a:pt x="1582215" y="47379"/>
                </a:lnTo>
                <a:lnTo>
                  <a:pt x="1581717" y="47117"/>
                </a:lnTo>
                <a:lnTo>
                  <a:pt x="1581212" y="46865"/>
                </a:lnTo>
                <a:lnTo>
                  <a:pt x="1580700" y="46622"/>
                </a:lnTo>
                <a:lnTo>
                  <a:pt x="1580182" y="46388"/>
                </a:lnTo>
                <a:lnTo>
                  <a:pt x="1579657" y="46164"/>
                </a:lnTo>
                <a:lnTo>
                  <a:pt x="1579124" y="45950"/>
                </a:lnTo>
                <a:lnTo>
                  <a:pt x="1578584" y="45746"/>
                </a:lnTo>
                <a:lnTo>
                  <a:pt x="1578038" y="45552"/>
                </a:lnTo>
                <a:lnTo>
                  <a:pt x="1577484" y="45368"/>
                </a:lnTo>
                <a:lnTo>
                  <a:pt x="1576922" y="45194"/>
                </a:lnTo>
                <a:lnTo>
                  <a:pt x="1576354" y="45030"/>
                </a:lnTo>
                <a:lnTo>
                  <a:pt x="1575779" y="44875"/>
                </a:lnTo>
                <a:lnTo>
                  <a:pt x="1575196" y="44731"/>
                </a:lnTo>
                <a:lnTo>
                  <a:pt x="1574607" y="44597"/>
                </a:lnTo>
                <a:lnTo>
                  <a:pt x="1574010" y="44472"/>
                </a:lnTo>
                <a:lnTo>
                  <a:pt x="1573406" y="44358"/>
                </a:lnTo>
                <a:lnTo>
                  <a:pt x="1572794" y="44253"/>
                </a:lnTo>
                <a:lnTo>
                  <a:pt x="1572176" y="44159"/>
                </a:lnTo>
                <a:lnTo>
                  <a:pt x="1571551" y="44074"/>
                </a:lnTo>
                <a:lnTo>
                  <a:pt x="1570918" y="44000"/>
                </a:lnTo>
                <a:lnTo>
                  <a:pt x="1570278" y="43935"/>
                </a:lnTo>
                <a:lnTo>
                  <a:pt x="1569632" y="43880"/>
                </a:lnTo>
                <a:lnTo>
                  <a:pt x="1568977" y="43835"/>
                </a:lnTo>
                <a:lnTo>
                  <a:pt x="1568316" y="43801"/>
                </a:lnTo>
                <a:lnTo>
                  <a:pt x="1567648" y="43776"/>
                </a:lnTo>
                <a:lnTo>
                  <a:pt x="1566972" y="43761"/>
                </a:lnTo>
                <a:lnTo>
                  <a:pt x="1566290" y="43756"/>
                </a:lnTo>
                <a:lnTo>
                  <a:pt x="1565627" y="43761"/>
                </a:lnTo>
                <a:lnTo>
                  <a:pt x="1564969" y="43778"/>
                </a:lnTo>
                <a:lnTo>
                  <a:pt x="1564317" y="43806"/>
                </a:lnTo>
                <a:lnTo>
                  <a:pt x="1563671" y="43844"/>
                </a:lnTo>
                <a:lnTo>
                  <a:pt x="1563030" y="43894"/>
                </a:lnTo>
                <a:lnTo>
                  <a:pt x="1562395" y="43955"/>
                </a:lnTo>
                <a:lnTo>
                  <a:pt x="1561765" y="44027"/>
                </a:lnTo>
                <a:lnTo>
                  <a:pt x="1561141" y="44110"/>
                </a:lnTo>
                <a:lnTo>
                  <a:pt x="1560523" y="44204"/>
                </a:lnTo>
                <a:lnTo>
                  <a:pt x="1559910" y="44309"/>
                </a:lnTo>
                <a:lnTo>
                  <a:pt x="1559303" y="44426"/>
                </a:lnTo>
                <a:lnTo>
                  <a:pt x="1558701" y="44553"/>
                </a:lnTo>
                <a:lnTo>
                  <a:pt x="1558105" y="44691"/>
                </a:lnTo>
                <a:lnTo>
                  <a:pt x="1557515" y="44841"/>
                </a:lnTo>
                <a:lnTo>
                  <a:pt x="1556930" y="45002"/>
                </a:lnTo>
                <a:lnTo>
                  <a:pt x="1556351" y="45173"/>
                </a:lnTo>
                <a:lnTo>
                  <a:pt x="1555777" y="45356"/>
                </a:lnTo>
                <a:lnTo>
                  <a:pt x="1555210" y="45550"/>
                </a:lnTo>
                <a:lnTo>
                  <a:pt x="1554647" y="45754"/>
                </a:lnTo>
                <a:lnTo>
                  <a:pt x="1554091" y="45970"/>
                </a:lnTo>
                <a:lnTo>
                  <a:pt x="1553539" y="46197"/>
                </a:lnTo>
                <a:lnTo>
                  <a:pt x="1552994" y="46435"/>
                </a:lnTo>
                <a:lnTo>
                  <a:pt x="1552454" y="46685"/>
                </a:lnTo>
                <a:lnTo>
                  <a:pt x="1551920" y="46945"/>
                </a:lnTo>
                <a:lnTo>
                  <a:pt x="1551392" y="47215"/>
                </a:lnTo>
                <a:lnTo>
                  <a:pt x="1550870" y="47495"/>
                </a:lnTo>
                <a:lnTo>
                  <a:pt x="1550355" y="47784"/>
                </a:lnTo>
                <a:lnTo>
                  <a:pt x="1549847" y="48083"/>
                </a:lnTo>
                <a:lnTo>
                  <a:pt x="1549345" y="48391"/>
                </a:lnTo>
                <a:lnTo>
                  <a:pt x="1548850" y="48708"/>
                </a:lnTo>
                <a:lnTo>
                  <a:pt x="1548361" y="49035"/>
                </a:lnTo>
                <a:lnTo>
                  <a:pt x="1547879" y="49371"/>
                </a:lnTo>
                <a:lnTo>
                  <a:pt x="1547403" y="49717"/>
                </a:lnTo>
                <a:lnTo>
                  <a:pt x="1546934" y="50072"/>
                </a:lnTo>
                <a:lnTo>
                  <a:pt x="1546472" y="50436"/>
                </a:lnTo>
                <a:lnTo>
                  <a:pt x="1546016" y="50810"/>
                </a:lnTo>
                <a:lnTo>
                  <a:pt x="1545567" y="51193"/>
                </a:lnTo>
                <a:lnTo>
                  <a:pt x="1545125" y="51585"/>
                </a:lnTo>
                <a:lnTo>
                  <a:pt x="1544689" y="51987"/>
                </a:lnTo>
                <a:lnTo>
                  <a:pt x="1544259" y="52398"/>
                </a:lnTo>
                <a:lnTo>
                  <a:pt x="1543837" y="52819"/>
                </a:lnTo>
                <a:lnTo>
                  <a:pt x="1543420" y="53249"/>
                </a:lnTo>
                <a:lnTo>
                  <a:pt x="1543011" y="53689"/>
                </a:lnTo>
                <a:lnTo>
                  <a:pt x="1542608" y="54138"/>
                </a:lnTo>
                <a:lnTo>
                  <a:pt x="1542211" y="54596"/>
                </a:lnTo>
                <a:lnTo>
                  <a:pt x="1541822" y="55063"/>
                </a:lnTo>
                <a:lnTo>
                  <a:pt x="1541438" y="55540"/>
                </a:lnTo>
                <a:lnTo>
                  <a:pt x="1541062" y="56027"/>
                </a:lnTo>
                <a:lnTo>
                  <a:pt x="1540692" y="56522"/>
                </a:lnTo>
                <a:lnTo>
                  <a:pt x="1540329" y="57025"/>
                </a:lnTo>
                <a:lnTo>
                  <a:pt x="1539974" y="57536"/>
                </a:lnTo>
                <a:lnTo>
                  <a:pt x="1539626" y="58055"/>
                </a:lnTo>
                <a:lnTo>
                  <a:pt x="1539286" y="58582"/>
                </a:lnTo>
                <a:lnTo>
                  <a:pt x="1538952" y="59117"/>
                </a:lnTo>
                <a:lnTo>
                  <a:pt x="1538626" y="59660"/>
                </a:lnTo>
                <a:lnTo>
                  <a:pt x="1538308" y="60211"/>
                </a:lnTo>
                <a:lnTo>
                  <a:pt x="1537996" y="60770"/>
                </a:lnTo>
                <a:lnTo>
                  <a:pt x="1537692" y="61337"/>
                </a:lnTo>
                <a:lnTo>
                  <a:pt x="1537395" y="61912"/>
                </a:lnTo>
                <a:lnTo>
                  <a:pt x="1537106" y="62495"/>
                </a:lnTo>
                <a:lnTo>
                  <a:pt x="1536824" y="63086"/>
                </a:lnTo>
                <a:lnTo>
                  <a:pt x="1536549" y="63685"/>
                </a:lnTo>
                <a:lnTo>
                  <a:pt x="1536281" y="64292"/>
                </a:lnTo>
                <a:lnTo>
                  <a:pt x="1536020" y="64907"/>
                </a:lnTo>
                <a:lnTo>
                  <a:pt x="1535767" y="65530"/>
                </a:lnTo>
                <a:lnTo>
                  <a:pt x="1535521" y="66161"/>
                </a:lnTo>
                <a:lnTo>
                  <a:pt x="1535283" y="66800"/>
                </a:lnTo>
                <a:lnTo>
                  <a:pt x="1535052" y="67447"/>
                </a:lnTo>
                <a:lnTo>
                  <a:pt x="1534828" y="68102"/>
                </a:lnTo>
                <a:lnTo>
                  <a:pt x="1534611" y="68765"/>
                </a:lnTo>
                <a:lnTo>
                  <a:pt x="1534402" y="69435"/>
                </a:lnTo>
                <a:lnTo>
                  <a:pt x="1534199" y="70114"/>
                </a:lnTo>
                <a:lnTo>
                  <a:pt x="1534005" y="70800"/>
                </a:lnTo>
                <a:lnTo>
                  <a:pt x="1533819" y="71493"/>
                </a:lnTo>
                <a:lnTo>
                  <a:pt x="1533641" y="72191"/>
                </a:lnTo>
                <a:lnTo>
                  <a:pt x="1533472" y="72896"/>
                </a:lnTo>
                <a:lnTo>
                  <a:pt x="1533311" y="73607"/>
                </a:lnTo>
                <a:lnTo>
                  <a:pt x="1533158" y="74325"/>
                </a:lnTo>
                <a:lnTo>
                  <a:pt x="1533013" y="75049"/>
                </a:lnTo>
                <a:lnTo>
                  <a:pt x="1532876" y="75779"/>
                </a:lnTo>
                <a:lnTo>
                  <a:pt x="1532748" y="76515"/>
                </a:lnTo>
                <a:lnTo>
                  <a:pt x="1532628" y="77258"/>
                </a:lnTo>
                <a:lnTo>
                  <a:pt x="1532517" y="78007"/>
                </a:lnTo>
                <a:lnTo>
                  <a:pt x="1532413" y="78763"/>
                </a:lnTo>
                <a:lnTo>
                  <a:pt x="1532318" y="79524"/>
                </a:lnTo>
                <a:lnTo>
                  <a:pt x="1532231" y="80292"/>
                </a:lnTo>
                <a:lnTo>
                  <a:pt x="1532153" y="81067"/>
                </a:lnTo>
                <a:lnTo>
                  <a:pt x="1532083" y="81847"/>
                </a:lnTo>
                <a:lnTo>
                  <a:pt x="1532021" y="82634"/>
                </a:lnTo>
                <a:lnTo>
                  <a:pt x="1531967" y="83427"/>
                </a:lnTo>
                <a:lnTo>
                  <a:pt x="1531921" y="84227"/>
                </a:lnTo>
                <a:lnTo>
                  <a:pt x="1531884" y="85033"/>
                </a:lnTo>
                <a:lnTo>
                  <a:pt x="1531855" y="85845"/>
                </a:lnTo>
                <a:lnTo>
                  <a:pt x="1531834" y="86663"/>
                </a:lnTo>
                <a:lnTo>
                  <a:pt x="1531822" y="87488"/>
                </a:lnTo>
                <a:lnTo>
                  <a:pt x="1531818" y="88319"/>
                </a:lnTo>
                <a:lnTo>
                  <a:pt x="1531818" y="90014"/>
                </a:lnTo>
                <a:lnTo>
                  <a:pt x="1531822" y="90806"/>
                </a:lnTo>
                <a:lnTo>
                  <a:pt x="1531834" y="91592"/>
                </a:lnTo>
                <a:lnTo>
                  <a:pt x="1531855" y="92374"/>
                </a:lnTo>
                <a:lnTo>
                  <a:pt x="1531884" y="93151"/>
                </a:lnTo>
                <a:lnTo>
                  <a:pt x="1531921" y="93922"/>
                </a:lnTo>
                <a:lnTo>
                  <a:pt x="1531967" y="94689"/>
                </a:lnTo>
                <a:lnTo>
                  <a:pt x="1532021" y="95451"/>
                </a:lnTo>
                <a:lnTo>
                  <a:pt x="1532083" y="96208"/>
                </a:lnTo>
                <a:lnTo>
                  <a:pt x="1532153" y="96960"/>
                </a:lnTo>
                <a:lnTo>
                  <a:pt x="1532231" y="97708"/>
                </a:lnTo>
                <a:lnTo>
                  <a:pt x="1532318" y="98450"/>
                </a:lnTo>
                <a:lnTo>
                  <a:pt x="1532413" y="99187"/>
                </a:lnTo>
                <a:lnTo>
                  <a:pt x="1532517" y="99920"/>
                </a:lnTo>
                <a:lnTo>
                  <a:pt x="1532628" y="100648"/>
                </a:lnTo>
                <a:lnTo>
                  <a:pt x="1532748" y="101370"/>
                </a:lnTo>
                <a:lnTo>
                  <a:pt x="1532876" y="102088"/>
                </a:lnTo>
                <a:lnTo>
                  <a:pt x="1533013" y="102801"/>
                </a:lnTo>
                <a:lnTo>
                  <a:pt x="1533158" y="103509"/>
                </a:lnTo>
                <a:lnTo>
                  <a:pt x="1533311" y="104212"/>
                </a:lnTo>
                <a:lnTo>
                  <a:pt x="1533472" y="104910"/>
                </a:lnTo>
                <a:lnTo>
                  <a:pt x="1533641" y="105604"/>
                </a:lnTo>
                <a:lnTo>
                  <a:pt x="1533819" y="106292"/>
                </a:lnTo>
                <a:lnTo>
                  <a:pt x="1534005" y="106975"/>
                </a:lnTo>
                <a:lnTo>
                  <a:pt x="1534199" y="107654"/>
                </a:lnTo>
                <a:lnTo>
                  <a:pt x="1534402" y="108326"/>
                </a:lnTo>
                <a:lnTo>
                  <a:pt x="1534611" y="108991"/>
                </a:lnTo>
                <a:lnTo>
                  <a:pt x="1534828" y="109649"/>
                </a:lnTo>
                <a:lnTo>
                  <a:pt x="1535053" y="110299"/>
                </a:lnTo>
                <a:lnTo>
                  <a:pt x="1535285" y="110942"/>
                </a:lnTo>
                <a:lnTo>
                  <a:pt x="1535524" y="111577"/>
                </a:lnTo>
                <a:lnTo>
                  <a:pt x="1535771" y="112205"/>
                </a:lnTo>
                <a:lnTo>
                  <a:pt x="1536025" y="112825"/>
                </a:lnTo>
                <a:lnTo>
                  <a:pt x="1536286" y="113438"/>
                </a:lnTo>
                <a:lnTo>
                  <a:pt x="1536556" y="114044"/>
                </a:lnTo>
                <a:lnTo>
                  <a:pt x="1536832" y="114642"/>
                </a:lnTo>
                <a:lnTo>
                  <a:pt x="1537116" y="115233"/>
                </a:lnTo>
                <a:lnTo>
                  <a:pt x="1537407" y="115816"/>
                </a:lnTo>
                <a:lnTo>
                  <a:pt x="1537706" y="116392"/>
                </a:lnTo>
                <a:lnTo>
                  <a:pt x="1538012" y="116960"/>
                </a:lnTo>
                <a:lnTo>
                  <a:pt x="1538326" y="117521"/>
                </a:lnTo>
                <a:lnTo>
                  <a:pt x="1538647" y="118075"/>
                </a:lnTo>
                <a:lnTo>
                  <a:pt x="1538975" y="118621"/>
                </a:lnTo>
                <a:lnTo>
                  <a:pt x="1539311" y="119159"/>
                </a:lnTo>
                <a:lnTo>
                  <a:pt x="1539654" y="119691"/>
                </a:lnTo>
                <a:lnTo>
                  <a:pt x="1540005" y="120214"/>
                </a:lnTo>
                <a:lnTo>
                  <a:pt x="1540363" y="120731"/>
                </a:lnTo>
                <a:lnTo>
                  <a:pt x="1540729" y="121240"/>
                </a:lnTo>
                <a:lnTo>
                  <a:pt x="1541102" y="121741"/>
                </a:lnTo>
                <a:lnTo>
                  <a:pt x="1541482" y="122235"/>
                </a:lnTo>
                <a:lnTo>
                  <a:pt x="1541868" y="122719"/>
                </a:lnTo>
                <a:lnTo>
                  <a:pt x="1542261" y="123193"/>
                </a:lnTo>
                <a:lnTo>
                  <a:pt x="1542659" y="123659"/>
                </a:lnTo>
                <a:lnTo>
                  <a:pt x="1543064" y="124115"/>
                </a:lnTo>
                <a:lnTo>
                  <a:pt x="1543476" y="124562"/>
                </a:lnTo>
                <a:lnTo>
                  <a:pt x="1543894" y="125000"/>
                </a:lnTo>
                <a:lnTo>
                  <a:pt x="1544318" y="125428"/>
                </a:lnTo>
                <a:lnTo>
                  <a:pt x="1544748" y="125847"/>
                </a:lnTo>
                <a:lnTo>
                  <a:pt x="1545185" y="126257"/>
                </a:lnTo>
                <a:lnTo>
                  <a:pt x="1545628" y="126658"/>
                </a:lnTo>
                <a:lnTo>
                  <a:pt x="1546077" y="127049"/>
                </a:lnTo>
                <a:lnTo>
                  <a:pt x="1546533" y="127432"/>
                </a:lnTo>
                <a:lnTo>
                  <a:pt x="1546994" y="127805"/>
                </a:lnTo>
                <a:lnTo>
                  <a:pt x="1547463" y="128168"/>
                </a:lnTo>
                <a:lnTo>
                  <a:pt x="1547937" y="128523"/>
                </a:lnTo>
                <a:lnTo>
                  <a:pt x="1548418" y="128868"/>
                </a:lnTo>
                <a:lnTo>
                  <a:pt x="1548905" y="129204"/>
                </a:lnTo>
                <a:lnTo>
                  <a:pt x="1549398" y="129531"/>
                </a:lnTo>
                <a:lnTo>
                  <a:pt x="1549898" y="129848"/>
                </a:lnTo>
                <a:lnTo>
                  <a:pt x="1550404" y="130156"/>
                </a:lnTo>
                <a:lnTo>
                  <a:pt x="1550917" y="130455"/>
                </a:lnTo>
                <a:lnTo>
                  <a:pt x="1551435" y="130745"/>
                </a:lnTo>
                <a:lnTo>
                  <a:pt x="1551960" y="131025"/>
                </a:lnTo>
                <a:lnTo>
                  <a:pt x="1552491" y="131295"/>
                </a:lnTo>
                <a:lnTo>
                  <a:pt x="1553027" y="131554"/>
                </a:lnTo>
                <a:lnTo>
                  <a:pt x="1553568" y="131801"/>
                </a:lnTo>
                <a:lnTo>
                  <a:pt x="1554114" y="132037"/>
                </a:lnTo>
                <a:lnTo>
                  <a:pt x="1554666" y="132261"/>
                </a:lnTo>
                <a:lnTo>
                  <a:pt x="1555222" y="132473"/>
                </a:lnTo>
                <a:lnTo>
                  <a:pt x="1555784" y="132675"/>
                </a:lnTo>
                <a:lnTo>
                  <a:pt x="1556351" y="132864"/>
                </a:lnTo>
                <a:lnTo>
                  <a:pt x="1556923" y="133042"/>
                </a:lnTo>
                <a:lnTo>
                  <a:pt x="1557501" y="133209"/>
                </a:lnTo>
                <a:lnTo>
                  <a:pt x="1558083" y="133364"/>
                </a:lnTo>
                <a:lnTo>
                  <a:pt x="1558671" y="133508"/>
                </a:lnTo>
                <a:lnTo>
                  <a:pt x="1559264" y="133640"/>
                </a:lnTo>
                <a:lnTo>
                  <a:pt x="1559862" y="133761"/>
                </a:lnTo>
                <a:lnTo>
                  <a:pt x="1560465" y="133870"/>
                </a:lnTo>
                <a:lnTo>
                  <a:pt x="1561074" y="133968"/>
                </a:lnTo>
                <a:lnTo>
                  <a:pt x="1561687" y="134054"/>
                </a:lnTo>
                <a:lnTo>
                  <a:pt x="1562306" y="134128"/>
                </a:lnTo>
                <a:lnTo>
                  <a:pt x="1562930" y="134192"/>
                </a:lnTo>
                <a:lnTo>
                  <a:pt x="1563560" y="134243"/>
                </a:lnTo>
                <a:lnTo>
                  <a:pt x="1564194" y="134284"/>
                </a:lnTo>
                <a:lnTo>
                  <a:pt x="1564834" y="134312"/>
                </a:lnTo>
                <a:lnTo>
                  <a:pt x="1565478" y="134330"/>
                </a:lnTo>
                <a:lnTo>
                  <a:pt x="1566128" y="134335"/>
                </a:lnTo>
                <a:lnTo>
                  <a:pt x="1566818" y="134330"/>
                </a:lnTo>
                <a:lnTo>
                  <a:pt x="1567500" y="134315"/>
                </a:lnTo>
                <a:lnTo>
                  <a:pt x="1568174" y="134291"/>
                </a:lnTo>
                <a:lnTo>
                  <a:pt x="1568842" y="134256"/>
                </a:lnTo>
                <a:lnTo>
                  <a:pt x="1569502" y="134211"/>
                </a:lnTo>
                <a:lnTo>
                  <a:pt x="1570155" y="134156"/>
                </a:lnTo>
                <a:lnTo>
                  <a:pt x="1570800" y="134092"/>
                </a:lnTo>
                <a:lnTo>
                  <a:pt x="1571439" y="134017"/>
                </a:lnTo>
                <a:lnTo>
                  <a:pt x="1572070" y="133932"/>
                </a:lnTo>
                <a:lnTo>
                  <a:pt x="1572693" y="133838"/>
                </a:lnTo>
                <a:lnTo>
                  <a:pt x="1573310" y="133733"/>
                </a:lnTo>
                <a:lnTo>
                  <a:pt x="1573919" y="133619"/>
                </a:lnTo>
                <a:lnTo>
                  <a:pt x="1574521" y="133494"/>
                </a:lnTo>
                <a:lnTo>
                  <a:pt x="1575115" y="133360"/>
                </a:lnTo>
                <a:lnTo>
                  <a:pt x="1575702" y="133216"/>
                </a:lnTo>
                <a:lnTo>
                  <a:pt x="1576282" y="133062"/>
                </a:lnTo>
                <a:lnTo>
                  <a:pt x="1576855" y="132897"/>
                </a:lnTo>
                <a:lnTo>
                  <a:pt x="1577421" y="132723"/>
                </a:lnTo>
                <a:lnTo>
                  <a:pt x="1577979" y="132539"/>
                </a:lnTo>
                <a:lnTo>
                  <a:pt x="1578529" y="132345"/>
                </a:lnTo>
                <a:lnTo>
                  <a:pt x="1579073" y="132141"/>
                </a:lnTo>
                <a:lnTo>
                  <a:pt x="1579609" y="131927"/>
                </a:lnTo>
                <a:lnTo>
                  <a:pt x="1580138" y="131703"/>
                </a:lnTo>
                <a:lnTo>
                  <a:pt x="1580660" y="131469"/>
                </a:lnTo>
                <a:lnTo>
                  <a:pt x="1581175" y="131226"/>
                </a:lnTo>
                <a:lnTo>
                  <a:pt x="1581683" y="130974"/>
                </a:lnTo>
                <a:lnTo>
                  <a:pt x="1582184" y="130713"/>
                </a:lnTo>
                <a:lnTo>
                  <a:pt x="1582679" y="130443"/>
                </a:lnTo>
                <a:lnTo>
                  <a:pt x="1583168" y="130165"/>
                </a:lnTo>
                <a:lnTo>
                  <a:pt x="1583649" y="129878"/>
                </a:lnTo>
                <a:lnTo>
                  <a:pt x="1584125" y="129581"/>
                </a:lnTo>
                <a:lnTo>
                  <a:pt x="1584593" y="129276"/>
                </a:lnTo>
                <a:lnTo>
                  <a:pt x="1585055" y="128962"/>
                </a:lnTo>
                <a:lnTo>
                  <a:pt x="1585511" y="128640"/>
                </a:lnTo>
                <a:lnTo>
                  <a:pt x="1585960" y="128308"/>
                </a:lnTo>
                <a:lnTo>
                  <a:pt x="1586402" y="127968"/>
                </a:lnTo>
                <a:lnTo>
                  <a:pt x="1586837" y="127619"/>
                </a:lnTo>
                <a:lnTo>
                  <a:pt x="1587267" y="127260"/>
                </a:lnTo>
                <a:lnTo>
                  <a:pt x="1587689" y="126894"/>
                </a:lnTo>
                <a:lnTo>
                  <a:pt x="1588105" y="126518"/>
                </a:lnTo>
                <a:lnTo>
                  <a:pt x="1588514" y="126133"/>
                </a:lnTo>
                <a:lnTo>
                  <a:pt x="1588917" y="125740"/>
                </a:lnTo>
                <a:lnTo>
                  <a:pt x="1589313" y="125338"/>
                </a:lnTo>
                <a:lnTo>
                  <a:pt x="1589703" y="124927"/>
                </a:lnTo>
                <a:lnTo>
                  <a:pt x="1590086" y="124507"/>
                </a:lnTo>
                <a:lnTo>
                  <a:pt x="1590462" y="124078"/>
                </a:lnTo>
                <a:lnTo>
                  <a:pt x="1590590" y="123927"/>
                </a:lnTo>
                <a:lnTo>
                  <a:pt x="1590590" y="131591"/>
                </a:lnTo>
                <a:lnTo>
                  <a:pt x="1590585" y="132219"/>
                </a:lnTo>
                <a:lnTo>
                  <a:pt x="1590570" y="132839"/>
                </a:lnTo>
                <a:lnTo>
                  <a:pt x="1590545" y="133450"/>
                </a:lnTo>
                <a:lnTo>
                  <a:pt x="1590510" y="134054"/>
                </a:lnTo>
                <a:lnTo>
                  <a:pt x="1590465" y="134649"/>
                </a:lnTo>
                <a:lnTo>
                  <a:pt x="1590411" y="135236"/>
                </a:lnTo>
                <a:lnTo>
                  <a:pt x="1590346" y="135815"/>
                </a:lnTo>
                <a:lnTo>
                  <a:pt x="1590271" y="136385"/>
                </a:lnTo>
                <a:lnTo>
                  <a:pt x="1590187" y="136947"/>
                </a:lnTo>
                <a:lnTo>
                  <a:pt x="1590092" y="137501"/>
                </a:lnTo>
                <a:lnTo>
                  <a:pt x="1589988" y="138046"/>
                </a:lnTo>
                <a:lnTo>
                  <a:pt x="1589873" y="138584"/>
                </a:lnTo>
                <a:lnTo>
                  <a:pt x="1589749" y="139113"/>
                </a:lnTo>
                <a:lnTo>
                  <a:pt x="1589614" y="139634"/>
                </a:lnTo>
                <a:lnTo>
                  <a:pt x="1589470" y="140146"/>
                </a:lnTo>
                <a:lnTo>
                  <a:pt x="1589316" y="140650"/>
                </a:lnTo>
                <a:lnTo>
                  <a:pt x="1589152" y="141146"/>
                </a:lnTo>
                <a:lnTo>
                  <a:pt x="1588978" y="141634"/>
                </a:lnTo>
                <a:lnTo>
                  <a:pt x="1588793" y="142113"/>
                </a:lnTo>
                <a:lnTo>
                  <a:pt x="1588599" y="142584"/>
                </a:lnTo>
                <a:lnTo>
                  <a:pt x="1588395" y="143047"/>
                </a:lnTo>
                <a:lnTo>
                  <a:pt x="1588181" y="143502"/>
                </a:lnTo>
                <a:lnTo>
                  <a:pt x="1587958" y="143948"/>
                </a:lnTo>
                <a:lnTo>
                  <a:pt x="1587724" y="144386"/>
                </a:lnTo>
                <a:lnTo>
                  <a:pt x="1587481" y="144816"/>
                </a:lnTo>
                <a:lnTo>
                  <a:pt x="1587230" y="145236"/>
                </a:lnTo>
                <a:lnTo>
                  <a:pt x="1586971" y="145648"/>
                </a:lnTo>
                <a:lnTo>
                  <a:pt x="1586705" y="146051"/>
                </a:lnTo>
                <a:lnTo>
                  <a:pt x="1586430" y="146446"/>
                </a:lnTo>
                <a:lnTo>
                  <a:pt x="1586147" y="146831"/>
                </a:lnTo>
                <a:lnTo>
                  <a:pt x="1585856" y="147207"/>
                </a:lnTo>
                <a:lnTo>
                  <a:pt x="1585557" y="147575"/>
                </a:lnTo>
                <a:lnTo>
                  <a:pt x="1585251" y="147934"/>
                </a:lnTo>
                <a:lnTo>
                  <a:pt x="1584936" y="148284"/>
                </a:lnTo>
                <a:lnTo>
                  <a:pt x="1584613" y="148625"/>
                </a:lnTo>
                <a:lnTo>
                  <a:pt x="1584283" y="148958"/>
                </a:lnTo>
                <a:lnTo>
                  <a:pt x="1583944" y="149281"/>
                </a:lnTo>
                <a:lnTo>
                  <a:pt x="1583597" y="149596"/>
                </a:lnTo>
                <a:lnTo>
                  <a:pt x="1583243" y="149902"/>
                </a:lnTo>
                <a:lnTo>
                  <a:pt x="1582880" y="150199"/>
                </a:lnTo>
                <a:lnTo>
                  <a:pt x="1582509" y="150487"/>
                </a:lnTo>
                <a:lnTo>
                  <a:pt x="1582131" y="150766"/>
                </a:lnTo>
                <a:lnTo>
                  <a:pt x="1581744" y="151037"/>
                </a:lnTo>
                <a:lnTo>
                  <a:pt x="1581349" y="151299"/>
                </a:lnTo>
                <a:lnTo>
                  <a:pt x="1580947" y="151552"/>
                </a:lnTo>
                <a:lnTo>
                  <a:pt x="1580536" y="151796"/>
                </a:lnTo>
                <a:lnTo>
                  <a:pt x="1580118" y="152031"/>
                </a:lnTo>
                <a:lnTo>
                  <a:pt x="1579691" y="152257"/>
                </a:lnTo>
                <a:lnTo>
                  <a:pt x="1579257" y="152475"/>
                </a:lnTo>
                <a:lnTo>
                  <a:pt x="1578816" y="152683"/>
                </a:lnTo>
                <a:lnTo>
                  <a:pt x="1578369" y="152882"/>
                </a:lnTo>
                <a:lnTo>
                  <a:pt x="1577915" y="153072"/>
                </a:lnTo>
                <a:lnTo>
                  <a:pt x="1577454" y="153252"/>
                </a:lnTo>
                <a:lnTo>
                  <a:pt x="1576987" y="153423"/>
                </a:lnTo>
                <a:lnTo>
                  <a:pt x="1576512" y="153585"/>
                </a:lnTo>
                <a:lnTo>
                  <a:pt x="1576031" y="153738"/>
                </a:lnTo>
                <a:lnTo>
                  <a:pt x="1575544" y="153881"/>
                </a:lnTo>
                <a:lnTo>
                  <a:pt x="1575049" y="154015"/>
                </a:lnTo>
                <a:lnTo>
                  <a:pt x="1574548" y="154140"/>
                </a:lnTo>
                <a:lnTo>
                  <a:pt x="1574040" y="154256"/>
                </a:lnTo>
                <a:lnTo>
                  <a:pt x="1573525" y="154362"/>
                </a:lnTo>
                <a:lnTo>
                  <a:pt x="1573004" y="154459"/>
                </a:lnTo>
                <a:lnTo>
                  <a:pt x="1572476" y="154547"/>
                </a:lnTo>
                <a:lnTo>
                  <a:pt x="1571941" y="154626"/>
                </a:lnTo>
                <a:lnTo>
                  <a:pt x="1571399" y="154695"/>
                </a:lnTo>
                <a:lnTo>
                  <a:pt x="1570851" y="154755"/>
                </a:lnTo>
                <a:lnTo>
                  <a:pt x="1570296" y="154806"/>
                </a:lnTo>
                <a:lnTo>
                  <a:pt x="1569734" y="154848"/>
                </a:lnTo>
                <a:lnTo>
                  <a:pt x="1569166" y="154880"/>
                </a:lnTo>
                <a:lnTo>
                  <a:pt x="1568591" y="154903"/>
                </a:lnTo>
                <a:lnTo>
                  <a:pt x="1568009" y="154917"/>
                </a:lnTo>
                <a:lnTo>
                  <a:pt x="1567420" y="154922"/>
                </a:lnTo>
                <a:lnTo>
                  <a:pt x="1566929" y="154917"/>
                </a:lnTo>
                <a:lnTo>
                  <a:pt x="1566437" y="154904"/>
                </a:lnTo>
                <a:lnTo>
                  <a:pt x="1565945" y="154881"/>
                </a:lnTo>
                <a:lnTo>
                  <a:pt x="1565452" y="154850"/>
                </a:lnTo>
                <a:lnTo>
                  <a:pt x="1564959" y="154809"/>
                </a:lnTo>
                <a:lnTo>
                  <a:pt x="1564466" y="154760"/>
                </a:lnTo>
                <a:lnTo>
                  <a:pt x="1563972" y="154702"/>
                </a:lnTo>
                <a:lnTo>
                  <a:pt x="1563478" y="154635"/>
                </a:lnTo>
                <a:lnTo>
                  <a:pt x="1562983" y="154558"/>
                </a:lnTo>
                <a:lnTo>
                  <a:pt x="1562488" y="154473"/>
                </a:lnTo>
                <a:lnTo>
                  <a:pt x="1561992" y="154379"/>
                </a:lnTo>
                <a:lnTo>
                  <a:pt x="1561496" y="154276"/>
                </a:lnTo>
                <a:lnTo>
                  <a:pt x="1561000" y="154164"/>
                </a:lnTo>
                <a:lnTo>
                  <a:pt x="1560503" y="154043"/>
                </a:lnTo>
                <a:lnTo>
                  <a:pt x="1560006" y="153912"/>
                </a:lnTo>
                <a:lnTo>
                  <a:pt x="1559508" y="153773"/>
                </a:lnTo>
                <a:lnTo>
                  <a:pt x="1559010" y="153625"/>
                </a:lnTo>
                <a:lnTo>
                  <a:pt x="1558512" y="153468"/>
                </a:lnTo>
                <a:lnTo>
                  <a:pt x="1558013" y="153302"/>
                </a:lnTo>
                <a:lnTo>
                  <a:pt x="1557514" y="153128"/>
                </a:lnTo>
                <a:lnTo>
                  <a:pt x="1557014" y="152944"/>
                </a:lnTo>
                <a:lnTo>
                  <a:pt x="1556514" y="152751"/>
                </a:lnTo>
                <a:lnTo>
                  <a:pt x="1556013" y="152549"/>
                </a:lnTo>
                <a:lnTo>
                  <a:pt x="1555512" y="152338"/>
                </a:lnTo>
                <a:lnTo>
                  <a:pt x="1555012" y="152116"/>
                </a:lnTo>
                <a:lnTo>
                  <a:pt x="1554514" y="151880"/>
                </a:lnTo>
                <a:lnTo>
                  <a:pt x="1554017" y="151629"/>
                </a:lnTo>
                <a:lnTo>
                  <a:pt x="1553522" y="151365"/>
                </a:lnTo>
                <a:lnTo>
                  <a:pt x="1553029" y="151087"/>
                </a:lnTo>
                <a:lnTo>
                  <a:pt x="1552538" y="150794"/>
                </a:lnTo>
                <a:lnTo>
                  <a:pt x="1552049" y="150488"/>
                </a:lnTo>
                <a:lnTo>
                  <a:pt x="1551561" y="150167"/>
                </a:lnTo>
                <a:lnTo>
                  <a:pt x="1551075" y="149833"/>
                </a:lnTo>
                <a:lnTo>
                  <a:pt x="1550591" y="149485"/>
                </a:lnTo>
                <a:lnTo>
                  <a:pt x="1550109" y="149122"/>
                </a:lnTo>
                <a:lnTo>
                  <a:pt x="1549629" y="148746"/>
                </a:lnTo>
                <a:lnTo>
                  <a:pt x="1549151" y="148355"/>
                </a:lnTo>
                <a:lnTo>
                  <a:pt x="1548674" y="147951"/>
                </a:lnTo>
                <a:lnTo>
                  <a:pt x="1548199" y="147532"/>
                </a:lnTo>
                <a:lnTo>
                  <a:pt x="1547726" y="147100"/>
                </a:lnTo>
                <a:lnTo>
                  <a:pt x="1547255" y="146653"/>
                </a:lnTo>
                <a:lnTo>
                  <a:pt x="1546786" y="146193"/>
                </a:lnTo>
                <a:lnTo>
                  <a:pt x="1546318" y="145718"/>
                </a:lnTo>
                <a:lnTo>
                  <a:pt x="1545853" y="145229"/>
                </a:lnTo>
                <a:lnTo>
                  <a:pt x="1545389" y="144727"/>
                </a:lnTo>
                <a:lnTo>
                  <a:pt x="1544927" y="144210"/>
                </a:lnTo>
                <a:lnTo>
                  <a:pt x="1544467" y="143680"/>
                </a:lnTo>
                <a:lnTo>
                  <a:pt x="1544008" y="143135"/>
                </a:lnTo>
                <a:lnTo>
                  <a:pt x="1536177" y="152015"/>
                </a:lnTo>
                <a:lnTo>
                  <a:pt x="1536510" y="152482"/>
                </a:lnTo>
                <a:lnTo>
                  <a:pt x="1536850" y="152941"/>
                </a:lnTo>
                <a:lnTo>
                  <a:pt x="1537196" y="153392"/>
                </a:lnTo>
                <a:lnTo>
                  <a:pt x="1537549" y="153835"/>
                </a:lnTo>
                <a:lnTo>
                  <a:pt x="1537908" y="154270"/>
                </a:lnTo>
                <a:lnTo>
                  <a:pt x="1538274" y="154697"/>
                </a:lnTo>
                <a:lnTo>
                  <a:pt x="1538646" y="155116"/>
                </a:lnTo>
                <a:lnTo>
                  <a:pt x="1539025" y="155527"/>
                </a:lnTo>
                <a:lnTo>
                  <a:pt x="1539411" y="155930"/>
                </a:lnTo>
                <a:lnTo>
                  <a:pt x="1539803" y="156325"/>
                </a:lnTo>
                <a:lnTo>
                  <a:pt x="1540202" y="156712"/>
                </a:lnTo>
                <a:lnTo>
                  <a:pt x="1540607" y="157091"/>
                </a:lnTo>
                <a:lnTo>
                  <a:pt x="1541019" y="157462"/>
                </a:lnTo>
                <a:lnTo>
                  <a:pt x="1541438" y="157825"/>
                </a:lnTo>
                <a:lnTo>
                  <a:pt x="1541863" y="158180"/>
                </a:lnTo>
                <a:lnTo>
                  <a:pt x="1542295" y="158528"/>
                </a:lnTo>
                <a:lnTo>
                  <a:pt x="1542733" y="158867"/>
                </a:lnTo>
                <a:lnTo>
                  <a:pt x="1543178" y="159198"/>
                </a:lnTo>
                <a:lnTo>
                  <a:pt x="1543630" y="159521"/>
                </a:lnTo>
                <a:lnTo>
                  <a:pt x="1544088" y="159836"/>
                </a:lnTo>
                <a:lnTo>
                  <a:pt x="1544553" y="160143"/>
                </a:lnTo>
                <a:lnTo>
                  <a:pt x="1545024" y="160442"/>
                </a:lnTo>
                <a:lnTo>
                  <a:pt x="1545502" y="160734"/>
                </a:lnTo>
                <a:lnTo>
                  <a:pt x="1545986" y="161017"/>
                </a:lnTo>
                <a:lnTo>
                  <a:pt x="1546474" y="161293"/>
                </a:lnTo>
                <a:lnTo>
                  <a:pt x="1546963" y="161562"/>
                </a:lnTo>
                <a:lnTo>
                  <a:pt x="1547453" y="161824"/>
                </a:lnTo>
                <a:lnTo>
                  <a:pt x="1547944" y="162080"/>
                </a:lnTo>
                <a:lnTo>
                  <a:pt x="1548435" y="162329"/>
                </a:lnTo>
                <a:lnTo>
                  <a:pt x="1548928" y="162571"/>
                </a:lnTo>
                <a:lnTo>
                  <a:pt x="1549421" y="162806"/>
                </a:lnTo>
                <a:lnTo>
                  <a:pt x="1549915" y="163035"/>
                </a:lnTo>
                <a:lnTo>
                  <a:pt x="1550410" y="163257"/>
                </a:lnTo>
                <a:lnTo>
                  <a:pt x="1550906" y="163472"/>
                </a:lnTo>
                <a:lnTo>
                  <a:pt x="1551402" y="163681"/>
                </a:lnTo>
                <a:lnTo>
                  <a:pt x="1551900" y="163883"/>
                </a:lnTo>
                <a:lnTo>
                  <a:pt x="1552398" y="164078"/>
                </a:lnTo>
                <a:lnTo>
                  <a:pt x="1552897" y="164266"/>
                </a:lnTo>
                <a:lnTo>
                  <a:pt x="1553397" y="164448"/>
                </a:lnTo>
                <a:lnTo>
                  <a:pt x="1553898" y="164623"/>
                </a:lnTo>
                <a:lnTo>
                  <a:pt x="1554399" y="164791"/>
                </a:lnTo>
                <a:lnTo>
                  <a:pt x="1554902" y="164952"/>
                </a:lnTo>
                <a:lnTo>
                  <a:pt x="1555405" y="165107"/>
                </a:lnTo>
                <a:lnTo>
                  <a:pt x="1555909" y="165255"/>
                </a:lnTo>
                <a:lnTo>
                  <a:pt x="1556414" y="165396"/>
                </a:lnTo>
                <a:lnTo>
                  <a:pt x="1556920" y="165531"/>
                </a:lnTo>
                <a:lnTo>
                  <a:pt x="1557427" y="165659"/>
                </a:lnTo>
                <a:lnTo>
                  <a:pt x="1557934" y="165780"/>
                </a:lnTo>
                <a:lnTo>
                  <a:pt x="1558439" y="165895"/>
                </a:lnTo>
                <a:lnTo>
                  <a:pt x="1558939" y="166005"/>
                </a:lnTo>
                <a:lnTo>
                  <a:pt x="1559433" y="166111"/>
                </a:lnTo>
                <a:lnTo>
                  <a:pt x="1559922" y="166211"/>
                </a:lnTo>
                <a:lnTo>
                  <a:pt x="1560406" y="166307"/>
                </a:lnTo>
                <a:lnTo>
                  <a:pt x="1560883" y="166398"/>
                </a:lnTo>
                <a:lnTo>
                  <a:pt x="1561356" y="166484"/>
                </a:lnTo>
                <a:lnTo>
                  <a:pt x="1561823" y="166565"/>
                </a:lnTo>
                <a:lnTo>
                  <a:pt x="1562284" y="166641"/>
                </a:lnTo>
                <a:lnTo>
                  <a:pt x="1562740" y="166712"/>
                </a:lnTo>
                <a:lnTo>
                  <a:pt x="1563191" y="166778"/>
                </a:lnTo>
                <a:lnTo>
                  <a:pt x="1563636" y="166839"/>
                </a:lnTo>
                <a:lnTo>
                  <a:pt x="1564075" y="166896"/>
                </a:lnTo>
                <a:lnTo>
                  <a:pt x="1564510" y="166947"/>
                </a:lnTo>
                <a:lnTo>
                  <a:pt x="1564938" y="166994"/>
                </a:lnTo>
                <a:lnTo>
                  <a:pt x="1565361" y="167036"/>
                </a:lnTo>
                <a:lnTo>
                  <a:pt x="1565779" y="167072"/>
                </a:lnTo>
                <a:lnTo>
                  <a:pt x="1566191" y="167104"/>
                </a:lnTo>
                <a:lnTo>
                  <a:pt x="1566598" y="167131"/>
                </a:lnTo>
                <a:lnTo>
                  <a:pt x="1567000" y="167153"/>
                </a:lnTo>
                <a:lnTo>
                  <a:pt x="1567395" y="167171"/>
                </a:lnTo>
                <a:lnTo>
                  <a:pt x="1567786" y="167183"/>
                </a:lnTo>
                <a:lnTo>
                  <a:pt x="1568171" y="167190"/>
                </a:lnTo>
                <a:lnTo>
                  <a:pt x="1568550" y="167193"/>
                </a:lnTo>
                <a:lnTo>
                  <a:pt x="1569454" y="167185"/>
                </a:lnTo>
                <a:lnTo>
                  <a:pt x="1570349" y="167163"/>
                </a:lnTo>
                <a:lnTo>
                  <a:pt x="1571235" y="167126"/>
                </a:lnTo>
                <a:lnTo>
                  <a:pt x="1572112" y="167075"/>
                </a:lnTo>
                <a:lnTo>
                  <a:pt x="1572981" y="167009"/>
                </a:lnTo>
                <a:lnTo>
                  <a:pt x="1573841" y="166928"/>
                </a:lnTo>
                <a:lnTo>
                  <a:pt x="1574691" y="166832"/>
                </a:lnTo>
                <a:lnTo>
                  <a:pt x="1575533" y="166722"/>
                </a:lnTo>
                <a:lnTo>
                  <a:pt x="1576367" y="166597"/>
                </a:lnTo>
                <a:lnTo>
                  <a:pt x="1577191" y="166457"/>
                </a:lnTo>
                <a:lnTo>
                  <a:pt x="1578006" y="166302"/>
                </a:lnTo>
                <a:lnTo>
                  <a:pt x="1578813" y="166133"/>
                </a:lnTo>
                <a:lnTo>
                  <a:pt x="1579611" y="165949"/>
                </a:lnTo>
                <a:lnTo>
                  <a:pt x="1580400" y="165750"/>
                </a:lnTo>
                <a:lnTo>
                  <a:pt x="1581180" y="165537"/>
                </a:lnTo>
                <a:lnTo>
                  <a:pt x="1581952" y="165309"/>
                </a:lnTo>
                <a:lnTo>
                  <a:pt x="1582714" y="165066"/>
                </a:lnTo>
                <a:lnTo>
                  <a:pt x="1583468" y="164809"/>
                </a:lnTo>
                <a:lnTo>
                  <a:pt x="1584213" y="164536"/>
                </a:lnTo>
                <a:lnTo>
                  <a:pt x="1584949" y="164249"/>
                </a:lnTo>
                <a:lnTo>
                  <a:pt x="1585676" y="163948"/>
                </a:lnTo>
                <a:lnTo>
                  <a:pt x="1586394" y="163631"/>
                </a:lnTo>
                <a:lnTo>
                  <a:pt x="1587104" y="163300"/>
                </a:lnTo>
                <a:lnTo>
                  <a:pt x="1587804" y="162954"/>
                </a:lnTo>
                <a:lnTo>
                  <a:pt x="1588494" y="162594"/>
                </a:lnTo>
                <a:lnTo>
                  <a:pt x="1589172" y="162221"/>
                </a:lnTo>
                <a:lnTo>
                  <a:pt x="1589836" y="161833"/>
                </a:lnTo>
                <a:lnTo>
                  <a:pt x="1590488" y="161433"/>
                </a:lnTo>
                <a:lnTo>
                  <a:pt x="1591127" y="161018"/>
                </a:lnTo>
                <a:lnTo>
                  <a:pt x="1591753" y="160590"/>
                </a:lnTo>
                <a:lnTo>
                  <a:pt x="1592366" y="160149"/>
                </a:lnTo>
                <a:lnTo>
                  <a:pt x="1592967" y="159694"/>
                </a:lnTo>
                <a:lnTo>
                  <a:pt x="1593555" y="159225"/>
                </a:lnTo>
                <a:lnTo>
                  <a:pt x="1594130" y="158743"/>
                </a:lnTo>
                <a:lnTo>
                  <a:pt x="1594692" y="158247"/>
                </a:lnTo>
                <a:lnTo>
                  <a:pt x="1595242" y="157737"/>
                </a:lnTo>
                <a:lnTo>
                  <a:pt x="1595779" y="157214"/>
                </a:lnTo>
                <a:lnTo>
                  <a:pt x="1596303" y="156677"/>
                </a:lnTo>
                <a:lnTo>
                  <a:pt x="1596814" y="156127"/>
                </a:lnTo>
                <a:lnTo>
                  <a:pt x="1597313" y="155563"/>
                </a:lnTo>
                <a:lnTo>
                  <a:pt x="1597799" y="154985"/>
                </a:lnTo>
                <a:lnTo>
                  <a:pt x="1598272" y="154394"/>
                </a:lnTo>
                <a:lnTo>
                  <a:pt x="1598732" y="153790"/>
                </a:lnTo>
                <a:lnTo>
                  <a:pt x="1599180" y="153171"/>
                </a:lnTo>
                <a:lnTo>
                  <a:pt x="1599614" y="152539"/>
                </a:lnTo>
                <a:lnTo>
                  <a:pt x="1600037" y="151894"/>
                </a:lnTo>
                <a:lnTo>
                  <a:pt x="1600446" y="151235"/>
                </a:lnTo>
                <a:lnTo>
                  <a:pt x="1600842" y="150562"/>
                </a:lnTo>
                <a:lnTo>
                  <a:pt x="1601224" y="149877"/>
                </a:lnTo>
                <a:lnTo>
                  <a:pt x="1601590" y="149180"/>
                </a:lnTo>
                <a:lnTo>
                  <a:pt x="1601940" y="148471"/>
                </a:lnTo>
                <a:lnTo>
                  <a:pt x="1602273" y="147750"/>
                </a:lnTo>
                <a:lnTo>
                  <a:pt x="1602590" y="147018"/>
                </a:lnTo>
                <a:lnTo>
                  <a:pt x="1602891" y="146273"/>
                </a:lnTo>
                <a:lnTo>
                  <a:pt x="1603175" y="145517"/>
                </a:lnTo>
                <a:lnTo>
                  <a:pt x="1603444" y="144750"/>
                </a:lnTo>
                <a:lnTo>
                  <a:pt x="1603696" y="143970"/>
                </a:lnTo>
                <a:lnTo>
                  <a:pt x="1603931" y="143179"/>
                </a:lnTo>
                <a:lnTo>
                  <a:pt x="1604151" y="142376"/>
                </a:lnTo>
                <a:lnTo>
                  <a:pt x="1604354" y="141561"/>
                </a:lnTo>
                <a:lnTo>
                  <a:pt x="1604541" y="140734"/>
                </a:lnTo>
                <a:lnTo>
                  <a:pt x="1604712" y="139896"/>
                </a:lnTo>
                <a:lnTo>
                  <a:pt x="1604866" y="139045"/>
                </a:lnTo>
                <a:lnTo>
                  <a:pt x="1605005" y="138183"/>
                </a:lnTo>
                <a:lnTo>
                  <a:pt x="1605126" y="137310"/>
                </a:lnTo>
                <a:lnTo>
                  <a:pt x="1605232" y="136424"/>
                </a:lnTo>
                <a:lnTo>
                  <a:pt x="1605322" y="135527"/>
                </a:lnTo>
                <a:lnTo>
                  <a:pt x="1605395" y="134618"/>
                </a:lnTo>
                <a:lnTo>
                  <a:pt x="1605452" y="133697"/>
                </a:lnTo>
                <a:lnTo>
                  <a:pt x="1605492" y="132764"/>
                </a:lnTo>
                <a:lnTo>
                  <a:pt x="1605517" y="131820"/>
                </a:lnTo>
                <a:lnTo>
                  <a:pt x="1605525" y="130864"/>
                </a:lnTo>
                <a:lnTo>
                  <a:pt x="1605525" y="45370"/>
                </a:lnTo>
                <a:lnTo>
                  <a:pt x="1591962" y="45370"/>
                </a:lnTo>
                <a:lnTo>
                  <a:pt x="1591272" y="55035"/>
                </a:lnTo>
                <a:lnTo>
                  <a:pt x="1591195" y="54937"/>
                </a:lnTo>
                <a:lnTo>
                  <a:pt x="1590832" y="54487"/>
                </a:lnTo>
                <a:lnTo>
                  <a:pt x="1590462" y="54047"/>
                </a:lnTo>
                <a:lnTo>
                  <a:pt x="1590086" y="53615"/>
                </a:lnTo>
                <a:close/>
                <a:moveTo>
                  <a:pt x="1589979" y="109765"/>
                </a:moveTo>
                <a:lnTo>
                  <a:pt x="1589742" y="110197"/>
                </a:lnTo>
                <a:lnTo>
                  <a:pt x="1589500" y="110624"/>
                </a:lnTo>
                <a:lnTo>
                  <a:pt x="1589251" y="111044"/>
                </a:lnTo>
                <a:lnTo>
                  <a:pt x="1588995" y="111457"/>
                </a:lnTo>
                <a:lnTo>
                  <a:pt x="1588732" y="111863"/>
                </a:lnTo>
                <a:lnTo>
                  <a:pt x="1588462" y="112262"/>
                </a:lnTo>
                <a:lnTo>
                  <a:pt x="1588185" y="112654"/>
                </a:lnTo>
                <a:lnTo>
                  <a:pt x="1587902" y="113039"/>
                </a:lnTo>
                <a:lnTo>
                  <a:pt x="1587612" y="113417"/>
                </a:lnTo>
                <a:lnTo>
                  <a:pt x="1587314" y="113788"/>
                </a:lnTo>
                <a:lnTo>
                  <a:pt x="1587010" y="114152"/>
                </a:lnTo>
                <a:lnTo>
                  <a:pt x="1586699" y="114509"/>
                </a:lnTo>
                <a:lnTo>
                  <a:pt x="1586382" y="114859"/>
                </a:lnTo>
                <a:lnTo>
                  <a:pt x="1586057" y="115202"/>
                </a:lnTo>
                <a:lnTo>
                  <a:pt x="1585725" y="115538"/>
                </a:lnTo>
                <a:lnTo>
                  <a:pt x="1585387" y="115867"/>
                </a:lnTo>
                <a:lnTo>
                  <a:pt x="1585042" y="116189"/>
                </a:lnTo>
                <a:lnTo>
                  <a:pt x="1584690" y="116504"/>
                </a:lnTo>
                <a:lnTo>
                  <a:pt x="1584331" y="116812"/>
                </a:lnTo>
                <a:lnTo>
                  <a:pt x="1583965" y="117113"/>
                </a:lnTo>
                <a:lnTo>
                  <a:pt x="1583592" y="117407"/>
                </a:lnTo>
                <a:lnTo>
                  <a:pt x="1583212" y="117694"/>
                </a:lnTo>
                <a:lnTo>
                  <a:pt x="1582826" y="117973"/>
                </a:lnTo>
                <a:lnTo>
                  <a:pt x="1582432" y="118246"/>
                </a:lnTo>
                <a:lnTo>
                  <a:pt x="1582032" y="118512"/>
                </a:lnTo>
                <a:lnTo>
                  <a:pt x="1581624" y="118769"/>
                </a:lnTo>
                <a:lnTo>
                  <a:pt x="1581207" y="119015"/>
                </a:lnTo>
                <a:lnTo>
                  <a:pt x="1580781" y="119250"/>
                </a:lnTo>
                <a:lnTo>
                  <a:pt x="1580346" y="119474"/>
                </a:lnTo>
                <a:lnTo>
                  <a:pt x="1579902" y="119687"/>
                </a:lnTo>
                <a:lnTo>
                  <a:pt x="1579449" y="119890"/>
                </a:lnTo>
                <a:lnTo>
                  <a:pt x="1578987" y="120081"/>
                </a:lnTo>
                <a:lnTo>
                  <a:pt x="1578516" y="120261"/>
                </a:lnTo>
                <a:lnTo>
                  <a:pt x="1578036" y="120431"/>
                </a:lnTo>
                <a:lnTo>
                  <a:pt x="1577547" y="120589"/>
                </a:lnTo>
                <a:lnTo>
                  <a:pt x="1577049" y="120737"/>
                </a:lnTo>
                <a:lnTo>
                  <a:pt x="1576543" y="120874"/>
                </a:lnTo>
                <a:lnTo>
                  <a:pt x="1576027" y="120999"/>
                </a:lnTo>
                <a:lnTo>
                  <a:pt x="1575502" y="121114"/>
                </a:lnTo>
                <a:lnTo>
                  <a:pt x="1574968" y="121218"/>
                </a:lnTo>
                <a:lnTo>
                  <a:pt x="1574426" y="121311"/>
                </a:lnTo>
                <a:lnTo>
                  <a:pt x="1573874" y="121393"/>
                </a:lnTo>
                <a:lnTo>
                  <a:pt x="1573313" y="121464"/>
                </a:lnTo>
                <a:lnTo>
                  <a:pt x="1572744" y="121524"/>
                </a:lnTo>
                <a:lnTo>
                  <a:pt x="1572165" y="121573"/>
                </a:lnTo>
                <a:lnTo>
                  <a:pt x="1571578" y="121611"/>
                </a:lnTo>
                <a:lnTo>
                  <a:pt x="1570981" y="121639"/>
                </a:lnTo>
                <a:lnTo>
                  <a:pt x="1570376" y="121655"/>
                </a:lnTo>
                <a:lnTo>
                  <a:pt x="1569761" y="121661"/>
                </a:lnTo>
                <a:lnTo>
                  <a:pt x="1569260" y="121656"/>
                </a:lnTo>
                <a:lnTo>
                  <a:pt x="1568764" y="121644"/>
                </a:lnTo>
                <a:lnTo>
                  <a:pt x="1568274" y="121622"/>
                </a:lnTo>
                <a:lnTo>
                  <a:pt x="1567790" y="121592"/>
                </a:lnTo>
                <a:lnTo>
                  <a:pt x="1567312" y="121554"/>
                </a:lnTo>
                <a:lnTo>
                  <a:pt x="1566840" y="121507"/>
                </a:lnTo>
                <a:lnTo>
                  <a:pt x="1566373" y="121451"/>
                </a:lnTo>
                <a:lnTo>
                  <a:pt x="1565913" y="121387"/>
                </a:lnTo>
                <a:lnTo>
                  <a:pt x="1565459" y="121314"/>
                </a:lnTo>
                <a:lnTo>
                  <a:pt x="1565010" y="121233"/>
                </a:lnTo>
                <a:lnTo>
                  <a:pt x="1564567" y="121143"/>
                </a:lnTo>
                <a:lnTo>
                  <a:pt x="1564130" y="121045"/>
                </a:lnTo>
                <a:lnTo>
                  <a:pt x="1563699" y="120938"/>
                </a:lnTo>
                <a:lnTo>
                  <a:pt x="1563274" y="120823"/>
                </a:lnTo>
                <a:lnTo>
                  <a:pt x="1562855" y="120699"/>
                </a:lnTo>
                <a:lnTo>
                  <a:pt x="1562442" y="120566"/>
                </a:lnTo>
                <a:lnTo>
                  <a:pt x="1562034" y="120425"/>
                </a:lnTo>
                <a:lnTo>
                  <a:pt x="1561633" y="120276"/>
                </a:lnTo>
                <a:lnTo>
                  <a:pt x="1561237" y="120117"/>
                </a:lnTo>
                <a:lnTo>
                  <a:pt x="1560847" y="119951"/>
                </a:lnTo>
                <a:lnTo>
                  <a:pt x="1560463" y="119775"/>
                </a:lnTo>
                <a:lnTo>
                  <a:pt x="1560085" y="119592"/>
                </a:lnTo>
                <a:lnTo>
                  <a:pt x="1559713" y="119399"/>
                </a:lnTo>
                <a:lnTo>
                  <a:pt x="1559347" y="119198"/>
                </a:lnTo>
                <a:lnTo>
                  <a:pt x="1558986" y="118990"/>
                </a:lnTo>
                <a:lnTo>
                  <a:pt x="1558631" y="118775"/>
                </a:lnTo>
                <a:lnTo>
                  <a:pt x="1558282" y="118553"/>
                </a:lnTo>
                <a:lnTo>
                  <a:pt x="1557938" y="118325"/>
                </a:lnTo>
                <a:lnTo>
                  <a:pt x="1557599" y="118090"/>
                </a:lnTo>
                <a:lnTo>
                  <a:pt x="1557266" y="117849"/>
                </a:lnTo>
                <a:lnTo>
                  <a:pt x="1556938" y="117601"/>
                </a:lnTo>
                <a:lnTo>
                  <a:pt x="1556616" y="117346"/>
                </a:lnTo>
                <a:lnTo>
                  <a:pt x="1556299" y="117085"/>
                </a:lnTo>
                <a:lnTo>
                  <a:pt x="1555987" y="116817"/>
                </a:lnTo>
                <a:lnTo>
                  <a:pt x="1555682" y="116543"/>
                </a:lnTo>
                <a:lnTo>
                  <a:pt x="1555381" y="116262"/>
                </a:lnTo>
                <a:lnTo>
                  <a:pt x="1555086" y="115974"/>
                </a:lnTo>
                <a:lnTo>
                  <a:pt x="1554797" y="115680"/>
                </a:lnTo>
                <a:lnTo>
                  <a:pt x="1554513" y="115379"/>
                </a:lnTo>
                <a:lnTo>
                  <a:pt x="1554234" y="115072"/>
                </a:lnTo>
                <a:lnTo>
                  <a:pt x="1553961" y="114758"/>
                </a:lnTo>
                <a:lnTo>
                  <a:pt x="1553693" y="114438"/>
                </a:lnTo>
                <a:lnTo>
                  <a:pt x="1553431" y="114111"/>
                </a:lnTo>
                <a:lnTo>
                  <a:pt x="1553174" y="113777"/>
                </a:lnTo>
                <a:lnTo>
                  <a:pt x="1552923" y="113437"/>
                </a:lnTo>
                <a:lnTo>
                  <a:pt x="1552677" y="113090"/>
                </a:lnTo>
                <a:lnTo>
                  <a:pt x="1552437" y="112737"/>
                </a:lnTo>
                <a:lnTo>
                  <a:pt x="1552202" y="112377"/>
                </a:lnTo>
                <a:lnTo>
                  <a:pt x="1551973" y="112011"/>
                </a:lnTo>
                <a:lnTo>
                  <a:pt x="1551748" y="111641"/>
                </a:lnTo>
                <a:lnTo>
                  <a:pt x="1551529" y="111265"/>
                </a:lnTo>
                <a:lnTo>
                  <a:pt x="1551314" y="110885"/>
                </a:lnTo>
                <a:lnTo>
                  <a:pt x="1551105" y="110501"/>
                </a:lnTo>
                <a:lnTo>
                  <a:pt x="1550901" y="110111"/>
                </a:lnTo>
                <a:lnTo>
                  <a:pt x="1550701" y="109717"/>
                </a:lnTo>
                <a:lnTo>
                  <a:pt x="1550507" y="109318"/>
                </a:lnTo>
                <a:lnTo>
                  <a:pt x="1550318" y="108914"/>
                </a:lnTo>
                <a:lnTo>
                  <a:pt x="1550134" y="108506"/>
                </a:lnTo>
                <a:lnTo>
                  <a:pt x="1549955" y="108092"/>
                </a:lnTo>
                <a:lnTo>
                  <a:pt x="1549780" y="107674"/>
                </a:lnTo>
                <a:lnTo>
                  <a:pt x="1549611" y="107251"/>
                </a:lnTo>
                <a:lnTo>
                  <a:pt x="1549447" y="106824"/>
                </a:lnTo>
                <a:lnTo>
                  <a:pt x="1549289" y="106391"/>
                </a:lnTo>
                <a:lnTo>
                  <a:pt x="1549135" y="105954"/>
                </a:lnTo>
                <a:lnTo>
                  <a:pt x="1548986" y="105512"/>
                </a:lnTo>
                <a:lnTo>
                  <a:pt x="1548842" y="105066"/>
                </a:lnTo>
                <a:lnTo>
                  <a:pt x="1548703" y="104614"/>
                </a:lnTo>
                <a:lnTo>
                  <a:pt x="1548569" y="104158"/>
                </a:lnTo>
                <a:lnTo>
                  <a:pt x="1548441" y="103697"/>
                </a:lnTo>
                <a:lnTo>
                  <a:pt x="1548317" y="103231"/>
                </a:lnTo>
                <a:lnTo>
                  <a:pt x="1548199" y="102761"/>
                </a:lnTo>
                <a:lnTo>
                  <a:pt x="1548085" y="102285"/>
                </a:lnTo>
                <a:lnTo>
                  <a:pt x="1547976" y="101806"/>
                </a:lnTo>
                <a:lnTo>
                  <a:pt x="1547872" y="101324"/>
                </a:lnTo>
                <a:lnTo>
                  <a:pt x="1547773" y="100840"/>
                </a:lnTo>
                <a:lnTo>
                  <a:pt x="1547678" y="100352"/>
                </a:lnTo>
                <a:lnTo>
                  <a:pt x="1547588" y="99862"/>
                </a:lnTo>
                <a:lnTo>
                  <a:pt x="1547502" y="99369"/>
                </a:lnTo>
                <a:lnTo>
                  <a:pt x="1547421" y="98873"/>
                </a:lnTo>
                <a:lnTo>
                  <a:pt x="1547345" y="98374"/>
                </a:lnTo>
                <a:lnTo>
                  <a:pt x="1547273" y="97873"/>
                </a:lnTo>
                <a:lnTo>
                  <a:pt x="1547206" y="97369"/>
                </a:lnTo>
                <a:lnTo>
                  <a:pt x="1547144" y="96862"/>
                </a:lnTo>
                <a:lnTo>
                  <a:pt x="1547086" y="96352"/>
                </a:lnTo>
                <a:lnTo>
                  <a:pt x="1547033" y="95839"/>
                </a:lnTo>
                <a:lnTo>
                  <a:pt x="1546984" y="95324"/>
                </a:lnTo>
                <a:lnTo>
                  <a:pt x="1546940" y="94805"/>
                </a:lnTo>
                <a:lnTo>
                  <a:pt x="1546901" y="94284"/>
                </a:lnTo>
                <a:lnTo>
                  <a:pt x="1546866" y="93760"/>
                </a:lnTo>
                <a:lnTo>
                  <a:pt x="1546836" y="93233"/>
                </a:lnTo>
                <a:lnTo>
                  <a:pt x="1546811" y="92704"/>
                </a:lnTo>
                <a:lnTo>
                  <a:pt x="1546790" y="92172"/>
                </a:lnTo>
                <a:lnTo>
                  <a:pt x="1546774" y="91637"/>
                </a:lnTo>
                <a:lnTo>
                  <a:pt x="1546762" y="91099"/>
                </a:lnTo>
                <a:lnTo>
                  <a:pt x="1546755" y="90558"/>
                </a:lnTo>
                <a:lnTo>
                  <a:pt x="1546753" y="90014"/>
                </a:lnTo>
                <a:lnTo>
                  <a:pt x="1546753" y="88319"/>
                </a:lnTo>
                <a:lnTo>
                  <a:pt x="1546755" y="87775"/>
                </a:lnTo>
                <a:lnTo>
                  <a:pt x="1546762" y="87234"/>
                </a:lnTo>
                <a:lnTo>
                  <a:pt x="1546774" y="86696"/>
                </a:lnTo>
                <a:lnTo>
                  <a:pt x="1546790" y="86161"/>
                </a:lnTo>
                <a:lnTo>
                  <a:pt x="1546811" y="85628"/>
                </a:lnTo>
                <a:lnTo>
                  <a:pt x="1546836" y="85097"/>
                </a:lnTo>
                <a:lnTo>
                  <a:pt x="1546866" y="84570"/>
                </a:lnTo>
                <a:lnTo>
                  <a:pt x="1546901" y="84045"/>
                </a:lnTo>
                <a:lnTo>
                  <a:pt x="1546940" y="83523"/>
                </a:lnTo>
                <a:lnTo>
                  <a:pt x="1546984" y="83003"/>
                </a:lnTo>
                <a:lnTo>
                  <a:pt x="1547033" y="82486"/>
                </a:lnTo>
                <a:lnTo>
                  <a:pt x="1547086" y="81972"/>
                </a:lnTo>
                <a:lnTo>
                  <a:pt x="1547144" y="81460"/>
                </a:lnTo>
                <a:lnTo>
                  <a:pt x="1547206" y="80951"/>
                </a:lnTo>
                <a:lnTo>
                  <a:pt x="1547273" y="80445"/>
                </a:lnTo>
                <a:lnTo>
                  <a:pt x="1547345" y="79941"/>
                </a:lnTo>
                <a:lnTo>
                  <a:pt x="1547421" y="79440"/>
                </a:lnTo>
                <a:lnTo>
                  <a:pt x="1547502" y="78942"/>
                </a:lnTo>
                <a:lnTo>
                  <a:pt x="1547588" y="78446"/>
                </a:lnTo>
                <a:lnTo>
                  <a:pt x="1547678" y="77953"/>
                </a:lnTo>
                <a:lnTo>
                  <a:pt x="1547773" y="77463"/>
                </a:lnTo>
                <a:lnTo>
                  <a:pt x="1547872" y="76975"/>
                </a:lnTo>
                <a:lnTo>
                  <a:pt x="1547976" y="76490"/>
                </a:lnTo>
                <a:lnTo>
                  <a:pt x="1548085" y="76008"/>
                </a:lnTo>
                <a:lnTo>
                  <a:pt x="1548199" y="75529"/>
                </a:lnTo>
                <a:lnTo>
                  <a:pt x="1548317" y="75055"/>
                </a:lnTo>
                <a:lnTo>
                  <a:pt x="1548441" y="74586"/>
                </a:lnTo>
                <a:lnTo>
                  <a:pt x="1548569" y="74122"/>
                </a:lnTo>
                <a:lnTo>
                  <a:pt x="1548703" y="73662"/>
                </a:lnTo>
                <a:lnTo>
                  <a:pt x="1548842" y="73207"/>
                </a:lnTo>
                <a:lnTo>
                  <a:pt x="1548986" y="72757"/>
                </a:lnTo>
                <a:lnTo>
                  <a:pt x="1549135" y="72312"/>
                </a:lnTo>
                <a:lnTo>
                  <a:pt x="1549289" y="71871"/>
                </a:lnTo>
                <a:lnTo>
                  <a:pt x="1549447" y="71436"/>
                </a:lnTo>
                <a:lnTo>
                  <a:pt x="1549611" y="71005"/>
                </a:lnTo>
                <a:lnTo>
                  <a:pt x="1549780" y="70579"/>
                </a:lnTo>
                <a:lnTo>
                  <a:pt x="1549955" y="70157"/>
                </a:lnTo>
                <a:lnTo>
                  <a:pt x="1550134" y="69740"/>
                </a:lnTo>
                <a:lnTo>
                  <a:pt x="1550318" y="69328"/>
                </a:lnTo>
                <a:lnTo>
                  <a:pt x="1550507" y="68921"/>
                </a:lnTo>
                <a:lnTo>
                  <a:pt x="1550701" y="68519"/>
                </a:lnTo>
                <a:lnTo>
                  <a:pt x="1550901" y="68121"/>
                </a:lnTo>
                <a:lnTo>
                  <a:pt x="1551105" y="67728"/>
                </a:lnTo>
                <a:lnTo>
                  <a:pt x="1551314" y="67340"/>
                </a:lnTo>
                <a:lnTo>
                  <a:pt x="1551529" y="66957"/>
                </a:lnTo>
                <a:lnTo>
                  <a:pt x="1551748" y="66578"/>
                </a:lnTo>
                <a:lnTo>
                  <a:pt x="1551973" y="66205"/>
                </a:lnTo>
                <a:lnTo>
                  <a:pt x="1552202" y="65836"/>
                </a:lnTo>
                <a:lnTo>
                  <a:pt x="1552437" y="65472"/>
                </a:lnTo>
                <a:lnTo>
                  <a:pt x="1552678" y="65115"/>
                </a:lnTo>
                <a:lnTo>
                  <a:pt x="1552924" y="64765"/>
                </a:lnTo>
                <a:lnTo>
                  <a:pt x="1553176" y="64421"/>
                </a:lnTo>
                <a:lnTo>
                  <a:pt x="1553433" y="64083"/>
                </a:lnTo>
                <a:lnTo>
                  <a:pt x="1553696" y="63752"/>
                </a:lnTo>
                <a:lnTo>
                  <a:pt x="1553964" y="63427"/>
                </a:lnTo>
                <a:lnTo>
                  <a:pt x="1554239" y="63109"/>
                </a:lnTo>
                <a:lnTo>
                  <a:pt x="1554518" y="62797"/>
                </a:lnTo>
                <a:lnTo>
                  <a:pt x="1554804" y="62491"/>
                </a:lnTo>
                <a:lnTo>
                  <a:pt x="1555095" y="62193"/>
                </a:lnTo>
                <a:lnTo>
                  <a:pt x="1555391" y="61900"/>
                </a:lnTo>
                <a:lnTo>
                  <a:pt x="1555693" y="61614"/>
                </a:lnTo>
                <a:lnTo>
                  <a:pt x="1556001" y="61334"/>
                </a:lnTo>
                <a:lnTo>
                  <a:pt x="1556315" y="61061"/>
                </a:lnTo>
                <a:lnTo>
                  <a:pt x="1556634" y="60794"/>
                </a:lnTo>
                <a:lnTo>
                  <a:pt x="1556958" y="60534"/>
                </a:lnTo>
                <a:lnTo>
                  <a:pt x="1557288" y="60280"/>
                </a:lnTo>
                <a:lnTo>
                  <a:pt x="1557624" y="60033"/>
                </a:lnTo>
                <a:lnTo>
                  <a:pt x="1557966" y="59792"/>
                </a:lnTo>
                <a:lnTo>
                  <a:pt x="1558313" y="59558"/>
                </a:lnTo>
                <a:lnTo>
                  <a:pt x="1558665" y="59330"/>
                </a:lnTo>
                <a:lnTo>
                  <a:pt x="1559024" y="59108"/>
                </a:lnTo>
                <a:lnTo>
                  <a:pt x="1559387" y="58893"/>
                </a:lnTo>
                <a:lnTo>
                  <a:pt x="1559757" y="58685"/>
                </a:lnTo>
                <a:lnTo>
                  <a:pt x="1560133" y="58487"/>
                </a:lnTo>
                <a:lnTo>
                  <a:pt x="1560514" y="58297"/>
                </a:lnTo>
                <a:lnTo>
                  <a:pt x="1560902" y="58116"/>
                </a:lnTo>
                <a:lnTo>
                  <a:pt x="1561296" y="57944"/>
                </a:lnTo>
                <a:lnTo>
                  <a:pt x="1561696" y="57780"/>
                </a:lnTo>
                <a:lnTo>
                  <a:pt x="1562102" y="57626"/>
                </a:lnTo>
                <a:lnTo>
                  <a:pt x="1562513" y="57480"/>
                </a:lnTo>
                <a:lnTo>
                  <a:pt x="1562931" y="57343"/>
                </a:lnTo>
                <a:lnTo>
                  <a:pt x="1563355" y="57215"/>
                </a:lnTo>
                <a:lnTo>
                  <a:pt x="1563785" y="57096"/>
                </a:lnTo>
                <a:lnTo>
                  <a:pt x="1564221" y="56986"/>
                </a:lnTo>
                <a:lnTo>
                  <a:pt x="1564663" y="56884"/>
                </a:lnTo>
                <a:lnTo>
                  <a:pt x="1565111" y="56791"/>
                </a:lnTo>
                <a:lnTo>
                  <a:pt x="1565565" y="56707"/>
                </a:lnTo>
                <a:lnTo>
                  <a:pt x="1566025" y="56632"/>
                </a:lnTo>
                <a:lnTo>
                  <a:pt x="1566491" y="56566"/>
                </a:lnTo>
                <a:lnTo>
                  <a:pt x="1566963" y="56509"/>
                </a:lnTo>
                <a:lnTo>
                  <a:pt x="1567442" y="56460"/>
                </a:lnTo>
                <a:lnTo>
                  <a:pt x="1567926" y="56420"/>
                </a:lnTo>
                <a:lnTo>
                  <a:pt x="1568416" y="56390"/>
                </a:lnTo>
                <a:lnTo>
                  <a:pt x="1568912" y="56367"/>
                </a:lnTo>
                <a:lnTo>
                  <a:pt x="1569414" y="56354"/>
                </a:lnTo>
                <a:lnTo>
                  <a:pt x="1569923" y="56350"/>
                </a:lnTo>
                <a:lnTo>
                  <a:pt x="1570391" y="56353"/>
                </a:lnTo>
                <a:lnTo>
                  <a:pt x="1570854" y="56363"/>
                </a:lnTo>
                <a:lnTo>
                  <a:pt x="1571313" y="56380"/>
                </a:lnTo>
                <a:lnTo>
                  <a:pt x="1571766" y="56404"/>
                </a:lnTo>
                <a:lnTo>
                  <a:pt x="1572214" y="56434"/>
                </a:lnTo>
                <a:lnTo>
                  <a:pt x="1572657" y="56471"/>
                </a:lnTo>
                <a:lnTo>
                  <a:pt x="1573096" y="56515"/>
                </a:lnTo>
                <a:lnTo>
                  <a:pt x="1573529" y="56565"/>
                </a:lnTo>
                <a:lnTo>
                  <a:pt x="1573957" y="56622"/>
                </a:lnTo>
                <a:lnTo>
                  <a:pt x="1574380" y="56686"/>
                </a:lnTo>
                <a:lnTo>
                  <a:pt x="1574798" y="56757"/>
                </a:lnTo>
                <a:lnTo>
                  <a:pt x="1575211" y="56834"/>
                </a:lnTo>
                <a:lnTo>
                  <a:pt x="1575618" y="56918"/>
                </a:lnTo>
                <a:lnTo>
                  <a:pt x="1576021" y="57009"/>
                </a:lnTo>
                <a:lnTo>
                  <a:pt x="1576419" y="57107"/>
                </a:lnTo>
                <a:lnTo>
                  <a:pt x="1576812" y="57211"/>
                </a:lnTo>
                <a:lnTo>
                  <a:pt x="1577199" y="57322"/>
                </a:lnTo>
                <a:lnTo>
                  <a:pt x="1577582" y="57440"/>
                </a:lnTo>
                <a:lnTo>
                  <a:pt x="1577960" y="57564"/>
                </a:lnTo>
                <a:lnTo>
                  <a:pt x="1578332" y="57695"/>
                </a:lnTo>
                <a:lnTo>
                  <a:pt x="1578700" y="57833"/>
                </a:lnTo>
                <a:lnTo>
                  <a:pt x="1579062" y="57978"/>
                </a:lnTo>
                <a:lnTo>
                  <a:pt x="1579419" y="58129"/>
                </a:lnTo>
                <a:lnTo>
                  <a:pt x="1579772" y="58287"/>
                </a:lnTo>
                <a:lnTo>
                  <a:pt x="1580119" y="58451"/>
                </a:lnTo>
                <a:lnTo>
                  <a:pt x="1580462" y="58620"/>
                </a:lnTo>
                <a:lnTo>
                  <a:pt x="1580800" y="58793"/>
                </a:lnTo>
                <a:lnTo>
                  <a:pt x="1581134" y="58970"/>
                </a:lnTo>
                <a:lnTo>
                  <a:pt x="1581463" y="59152"/>
                </a:lnTo>
                <a:lnTo>
                  <a:pt x="1581788" y="59339"/>
                </a:lnTo>
                <a:lnTo>
                  <a:pt x="1582107" y="59531"/>
                </a:lnTo>
                <a:lnTo>
                  <a:pt x="1582422" y="59727"/>
                </a:lnTo>
                <a:lnTo>
                  <a:pt x="1582733" y="59928"/>
                </a:lnTo>
                <a:lnTo>
                  <a:pt x="1583039" y="60133"/>
                </a:lnTo>
                <a:lnTo>
                  <a:pt x="1583340" y="60343"/>
                </a:lnTo>
                <a:lnTo>
                  <a:pt x="1583637" y="60558"/>
                </a:lnTo>
                <a:lnTo>
                  <a:pt x="1583929" y="60777"/>
                </a:lnTo>
                <a:lnTo>
                  <a:pt x="1584216" y="61001"/>
                </a:lnTo>
                <a:lnTo>
                  <a:pt x="1584499" y="61230"/>
                </a:lnTo>
                <a:lnTo>
                  <a:pt x="1584777" y="61463"/>
                </a:lnTo>
                <a:lnTo>
                  <a:pt x="1585051" y="61700"/>
                </a:lnTo>
                <a:lnTo>
                  <a:pt x="1585319" y="61943"/>
                </a:lnTo>
                <a:lnTo>
                  <a:pt x="1585584" y="62190"/>
                </a:lnTo>
                <a:lnTo>
                  <a:pt x="1585843" y="62442"/>
                </a:lnTo>
                <a:lnTo>
                  <a:pt x="1586098" y="62698"/>
                </a:lnTo>
                <a:lnTo>
                  <a:pt x="1586349" y="62959"/>
                </a:lnTo>
                <a:lnTo>
                  <a:pt x="1586595" y="63224"/>
                </a:lnTo>
                <a:lnTo>
                  <a:pt x="1586836" y="63494"/>
                </a:lnTo>
                <a:lnTo>
                  <a:pt x="1587073" y="63768"/>
                </a:lnTo>
                <a:lnTo>
                  <a:pt x="1587306" y="64046"/>
                </a:lnTo>
                <a:lnTo>
                  <a:pt x="1587536" y="64326"/>
                </a:lnTo>
                <a:lnTo>
                  <a:pt x="1587762" y="64609"/>
                </a:lnTo>
                <a:lnTo>
                  <a:pt x="1587984" y="64895"/>
                </a:lnTo>
                <a:lnTo>
                  <a:pt x="1588203" y="65185"/>
                </a:lnTo>
                <a:lnTo>
                  <a:pt x="1588418" y="65477"/>
                </a:lnTo>
                <a:lnTo>
                  <a:pt x="1588630" y="65773"/>
                </a:lnTo>
                <a:lnTo>
                  <a:pt x="1588838" y="66072"/>
                </a:lnTo>
                <a:lnTo>
                  <a:pt x="1589042" y="66373"/>
                </a:lnTo>
                <a:lnTo>
                  <a:pt x="1589242" y="66678"/>
                </a:lnTo>
                <a:lnTo>
                  <a:pt x="1589439" y="66986"/>
                </a:lnTo>
                <a:lnTo>
                  <a:pt x="1589633" y="67297"/>
                </a:lnTo>
                <a:lnTo>
                  <a:pt x="1589822" y="67611"/>
                </a:lnTo>
                <a:lnTo>
                  <a:pt x="1590008" y="67928"/>
                </a:lnTo>
                <a:lnTo>
                  <a:pt x="1590190" y="68249"/>
                </a:lnTo>
                <a:lnTo>
                  <a:pt x="1590369" y="68572"/>
                </a:lnTo>
                <a:lnTo>
                  <a:pt x="1590544" y="68898"/>
                </a:lnTo>
                <a:lnTo>
                  <a:pt x="1590590" y="68986"/>
                </a:lnTo>
                <a:lnTo>
                  <a:pt x="1590590" y="108594"/>
                </a:lnTo>
                <a:lnTo>
                  <a:pt x="1590439" y="108891"/>
                </a:lnTo>
                <a:lnTo>
                  <a:pt x="1590211" y="109330"/>
                </a:lnTo>
                <a:lnTo>
                  <a:pt x="1589979" y="1097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Text (c)Text↔VideoMatching">
            <a:extLst xmlns:a="http://schemas.openxmlformats.org/drawingml/2006/main">
              <a:ext uri="{FF2B5EF4-FFF2-40B4-BE49-F238E27FC236}">
                <a16:creationId xmlns:a16="http://schemas.microsoft.com/office/drawing/2014/main" id="{F82254C2-2248-4867-90C5-E0393ACD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891" y="849448"/>
            <a:ext cx="2056860" cy="170664"/>
          </a:xfrm>
          <a:custGeom xmlns:a="http://schemas.openxmlformats.org/drawingml/2006/main">
            <a:pathLst>
              <a:path w="2056860" h="170664">
                <a:moveTo>
                  <a:pt x="412290" y="132721"/>
                </a:moveTo>
                <a:lnTo>
                  <a:pt x="412290" y="27933"/>
                </a:lnTo>
                <a:lnTo>
                  <a:pt x="450072" y="27933"/>
                </a:lnTo>
                <a:lnTo>
                  <a:pt x="450072" y="15177"/>
                </a:lnTo>
                <a:lnTo>
                  <a:pt x="412290" y="15177"/>
                </a:lnTo>
                <a:lnTo>
                  <a:pt x="396951" y="15177"/>
                </a:lnTo>
                <a:lnTo>
                  <a:pt x="359250" y="15177"/>
                </a:lnTo>
                <a:lnTo>
                  <a:pt x="359250" y="27933"/>
                </a:lnTo>
                <a:lnTo>
                  <a:pt x="396951" y="27933"/>
                </a:lnTo>
                <a:lnTo>
                  <a:pt x="396951" y="132721"/>
                </a:lnTo>
                <a:lnTo>
                  <a:pt x="412290" y="132721"/>
                </a:lnTo>
                <a:close/>
                <a:moveTo>
                  <a:pt x="616179" y="56834"/>
                </a:moveTo>
                <a:lnTo>
                  <a:pt x="632163" y="56834"/>
                </a:lnTo>
                <a:lnTo>
                  <a:pt x="632163" y="110987"/>
                </a:lnTo>
                <a:lnTo>
                  <a:pt x="632168" y="111708"/>
                </a:lnTo>
                <a:lnTo>
                  <a:pt x="632182" y="112416"/>
                </a:lnTo>
                <a:lnTo>
                  <a:pt x="632206" y="113112"/>
                </a:lnTo>
                <a:lnTo>
                  <a:pt x="632238" y="113796"/>
                </a:lnTo>
                <a:lnTo>
                  <a:pt x="632281" y="114467"/>
                </a:lnTo>
                <a:lnTo>
                  <a:pt x="632332" y="115125"/>
                </a:lnTo>
                <a:lnTo>
                  <a:pt x="632393" y="115771"/>
                </a:lnTo>
                <a:lnTo>
                  <a:pt x="632464" y="116405"/>
                </a:lnTo>
                <a:lnTo>
                  <a:pt x="632544" y="117026"/>
                </a:lnTo>
                <a:lnTo>
                  <a:pt x="632633" y="117635"/>
                </a:lnTo>
                <a:lnTo>
                  <a:pt x="632731" y="118231"/>
                </a:lnTo>
                <a:lnTo>
                  <a:pt x="632839" y="118814"/>
                </a:lnTo>
                <a:lnTo>
                  <a:pt x="632957" y="119385"/>
                </a:lnTo>
                <a:lnTo>
                  <a:pt x="633084" y="119944"/>
                </a:lnTo>
                <a:lnTo>
                  <a:pt x="633220" y="120490"/>
                </a:lnTo>
                <a:lnTo>
                  <a:pt x="633365" y="121024"/>
                </a:lnTo>
                <a:lnTo>
                  <a:pt x="633520" y="121545"/>
                </a:lnTo>
                <a:lnTo>
                  <a:pt x="633685" y="122054"/>
                </a:lnTo>
                <a:lnTo>
                  <a:pt x="633858" y="122550"/>
                </a:lnTo>
                <a:lnTo>
                  <a:pt x="634041" y="123034"/>
                </a:lnTo>
                <a:lnTo>
                  <a:pt x="634234" y="123505"/>
                </a:lnTo>
                <a:lnTo>
                  <a:pt x="634436" y="123964"/>
                </a:lnTo>
                <a:lnTo>
                  <a:pt x="634647" y="124411"/>
                </a:lnTo>
                <a:lnTo>
                  <a:pt x="634868" y="124844"/>
                </a:lnTo>
                <a:lnTo>
                  <a:pt x="635096" y="125267"/>
                </a:lnTo>
                <a:lnTo>
                  <a:pt x="635332" y="125679"/>
                </a:lnTo>
                <a:lnTo>
                  <a:pt x="635574" y="126081"/>
                </a:lnTo>
                <a:lnTo>
                  <a:pt x="635822" y="126472"/>
                </a:lnTo>
                <a:lnTo>
                  <a:pt x="636077" y="126854"/>
                </a:lnTo>
                <a:lnTo>
                  <a:pt x="636339" y="127225"/>
                </a:lnTo>
                <a:lnTo>
                  <a:pt x="636607" y="127586"/>
                </a:lnTo>
                <a:lnTo>
                  <a:pt x="636882" y="127936"/>
                </a:lnTo>
                <a:lnTo>
                  <a:pt x="637163" y="128277"/>
                </a:lnTo>
                <a:lnTo>
                  <a:pt x="637451" y="128607"/>
                </a:lnTo>
                <a:lnTo>
                  <a:pt x="637745" y="128927"/>
                </a:lnTo>
                <a:lnTo>
                  <a:pt x="638047" y="129237"/>
                </a:lnTo>
                <a:lnTo>
                  <a:pt x="638354" y="129536"/>
                </a:lnTo>
                <a:lnTo>
                  <a:pt x="638669" y="129826"/>
                </a:lnTo>
                <a:lnTo>
                  <a:pt x="638989" y="130105"/>
                </a:lnTo>
                <a:lnTo>
                  <a:pt x="639317" y="130373"/>
                </a:lnTo>
                <a:lnTo>
                  <a:pt x="639651" y="130632"/>
                </a:lnTo>
                <a:lnTo>
                  <a:pt x="639992" y="130880"/>
                </a:lnTo>
                <a:lnTo>
                  <a:pt x="640339" y="131118"/>
                </a:lnTo>
                <a:lnTo>
                  <a:pt x="640693" y="131346"/>
                </a:lnTo>
                <a:lnTo>
                  <a:pt x="641053" y="131564"/>
                </a:lnTo>
                <a:lnTo>
                  <a:pt x="641420" y="131771"/>
                </a:lnTo>
                <a:lnTo>
                  <a:pt x="641794" y="131969"/>
                </a:lnTo>
                <a:lnTo>
                  <a:pt x="642174" y="132156"/>
                </a:lnTo>
                <a:lnTo>
                  <a:pt x="642559" y="132333"/>
                </a:lnTo>
                <a:lnTo>
                  <a:pt x="642947" y="132504"/>
                </a:lnTo>
                <a:lnTo>
                  <a:pt x="643338" y="132666"/>
                </a:lnTo>
                <a:lnTo>
                  <a:pt x="643732" y="132822"/>
                </a:lnTo>
                <a:lnTo>
                  <a:pt x="644130" y="132969"/>
                </a:lnTo>
                <a:lnTo>
                  <a:pt x="644530" y="133109"/>
                </a:lnTo>
                <a:lnTo>
                  <a:pt x="644934" y="133242"/>
                </a:lnTo>
                <a:lnTo>
                  <a:pt x="645340" y="133367"/>
                </a:lnTo>
                <a:lnTo>
                  <a:pt x="645750" y="133484"/>
                </a:lnTo>
                <a:lnTo>
                  <a:pt x="646163" y="133594"/>
                </a:lnTo>
                <a:lnTo>
                  <a:pt x="646579" y="133696"/>
                </a:lnTo>
                <a:lnTo>
                  <a:pt x="646998" y="133790"/>
                </a:lnTo>
                <a:lnTo>
                  <a:pt x="647420" y="133877"/>
                </a:lnTo>
                <a:lnTo>
                  <a:pt x="647845" y="133957"/>
                </a:lnTo>
                <a:lnTo>
                  <a:pt x="648273" y="134029"/>
                </a:lnTo>
                <a:lnTo>
                  <a:pt x="648704" y="134093"/>
                </a:lnTo>
                <a:lnTo>
                  <a:pt x="649138" y="134150"/>
                </a:lnTo>
                <a:lnTo>
                  <a:pt x="649576" y="134199"/>
                </a:lnTo>
                <a:lnTo>
                  <a:pt x="650016" y="134241"/>
                </a:lnTo>
                <a:lnTo>
                  <a:pt x="650460" y="134275"/>
                </a:lnTo>
                <a:lnTo>
                  <a:pt x="650907" y="134301"/>
                </a:lnTo>
                <a:lnTo>
                  <a:pt x="651356" y="134320"/>
                </a:lnTo>
                <a:lnTo>
                  <a:pt x="651809" y="134332"/>
                </a:lnTo>
                <a:lnTo>
                  <a:pt x="652265" y="134335"/>
                </a:lnTo>
                <a:lnTo>
                  <a:pt x="652600" y="134334"/>
                </a:lnTo>
                <a:lnTo>
                  <a:pt x="652930" y="134332"/>
                </a:lnTo>
                <a:lnTo>
                  <a:pt x="653256" y="134327"/>
                </a:lnTo>
                <a:lnTo>
                  <a:pt x="653578" y="134321"/>
                </a:lnTo>
                <a:lnTo>
                  <a:pt x="653896" y="134313"/>
                </a:lnTo>
                <a:lnTo>
                  <a:pt x="654210" y="134303"/>
                </a:lnTo>
                <a:lnTo>
                  <a:pt x="654520" y="134291"/>
                </a:lnTo>
                <a:lnTo>
                  <a:pt x="654826" y="134277"/>
                </a:lnTo>
                <a:lnTo>
                  <a:pt x="655128" y="134262"/>
                </a:lnTo>
                <a:lnTo>
                  <a:pt x="655426" y="134244"/>
                </a:lnTo>
                <a:lnTo>
                  <a:pt x="655719" y="134225"/>
                </a:lnTo>
                <a:lnTo>
                  <a:pt x="656009" y="134204"/>
                </a:lnTo>
                <a:lnTo>
                  <a:pt x="656295" y="134181"/>
                </a:lnTo>
                <a:lnTo>
                  <a:pt x="656576" y="134157"/>
                </a:lnTo>
                <a:lnTo>
                  <a:pt x="656854" y="134130"/>
                </a:lnTo>
                <a:lnTo>
                  <a:pt x="657127" y="134102"/>
                </a:lnTo>
                <a:lnTo>
                  <a:pt x="657396" y="134072"/>
                </a:lnTo>
                <a:lnTo>
                  <a:pt x="657661" y="134040"/>
                </a:lnTo>
                <a:lnTo>
                  <a:pt x="657923" y="134006"/>
                </a:lnTo>
                <a:lnTo>
                  <a:pt x="658180" y="133971"/>
                </a:lnTo>
                <a:lnTo>
                  <a:pt x="658433" y="133934"/>
                </a:lnTo>
                <a:lnTo>
                  <a:pt x="658682" y="133894"/>
                </a:lnTo>
                <a:lnTo>
                  <a:pt x="658927" y="133853"/>
                </a:lnTo>
                <a:lnTo>
                  <a:pt x="659168" y="133811"/>
                </a:lnTo>
                <a:lnTo>
                  <a:pt x="659405" y="133767"/>
                </a:lnTo>
                <a:lnTo>
                  <a:pt x="659638" y="133723"/>
                </a:lnTo>
                <a:lnTo>
                  <a:pt x="659867" y="133679"/>
                </a:lnTo>
                <a:lnTo>
                  <a:pt x="660093" y="133635"/>
                </a:lnTo>
                <a:lnTo>
                  <a:pt x="660314" y="133590"/>
                </a:lnTo>
                <a:lnTo>
                  <a:pt x="660532" y="133546"/>
                </a:lnTo>
                <a:lnTo>
                  <a:pt x="660747" y="133501"/>
                </a:lnTo>
                <a:lnTo>
                  <a:pt x="660957" y="133456"/>
                </a:lnTo>
                <a:lnTo>
                  <a:pt x="661164" y="133411"/>
                </a:lnTo>
                <a:lnTo>
                  <a:pt x="661367" y="133366"/>
                </a:lnTo>
                <a:lnTo>
                  <a:pt x="661566" y="133321"/>
                </a:lnTo>
                <a:lnTo>
                  <a:pt x="661761" y="133276"/>
                </a:lnTo>
                <a:lnTo>
                  <a:pt x="661953" y="133230"/>
                </a:lnTo>
                <a:lnTo>
                  <a:pt x="662140" y="133185"/>
                </a:lnTo>
                <a:lnTo>
                  <a:pt x="662324" y="133139"/>
                </a:lnTo>
                <a:lnTo>
                  <a:pt x="662504" y="133093"/>
                </a:lnTo>
                <a:lnTo>
                  <a:pt x="662681" y="133047"/>
                </a:lnTo>
                <a:lnTo>
                  <a:pt x="662853" y="133001"/>
                </a:lnTo>
                <a:lnTo>
                  <a:pt x="663022" y="132954"/>
                </a:lnTo>
                <a:lnTo>
                  <a:pt x="663187" y="132908"/>
                </a:lnTo>
                <a:lnTo>
                  <a:pt x="663349" y="132861"/>
                </a:lnTo>
                <a:lnTo>
                  <a:pt x="663506" y="132815"/>
                </a:lnTo>
                <a:lnTo>
                  <a:pt x="663660" y="132768"/>
                </a:lnTo>
                <a:lnTo>
                  <a:pt x="663810" y="132721"/>
                </a:lnTo>
                <a:lnTo>
                  <a:pt x="663729" y="120530"/>
                </a:lnTo>
                <a:lnTo>
                  <a:pt x="663640" y="120551"/>
                </a:lnTo>
                <a:lnTo>
                  <a:pt x="663547" y="120572"/>
                </a:lnTo>
                <a:lnTo>
                  <a:pt x="663451" y="120593"/>
                </a:lnTo>
                <a:lnTo>
                  <a:pt x="663351" y="120615"/>
                </a:lnTo>
                <a:lnTo>
                  <a:pt x="663248" y="120637"/>
                </a:lnTo>
                <a:lnTo>
                  <a:pt x="663141" y="120659"/>
                </a:lnTo>
                <a:lnTo>
                  <a:pt x="663031" y="120682"/>
                </a:lnTo>
                <a:lnTo>
                  <a:pt x="662917" y="120705"/>
                </a:lnTo>
                <a:lnTo>
                  <a:pt x="662800" y="120729"/>
                </a:lnTo>
                <a:lnTo>
                  <a:pt x="662679" y="120753"/>
                </a:lnTo>
                <a:lnTo>
                  <a:pt x="662555" y="120778"/>
                </a:lnTo>
                <a:lnTo>
                  <a:pt x="662427" y="120803"/>
                </a:lnTo>
                <a:lnTo>
                  <a:pt x="662296" y="120828"/>
                </a:lnTo>
                <a:lnTo>
                  <a:pt x="662161" y="120854"/>
                </a:lnTo>
                <a:lnTo>
                  <a:pt x="662023" y="120880"/>
                </a:lnTo>
                <a:lnTo>
                  <a:pt x="661881" y="120907"/>
                </a:lnTo>
                <a:lnTo>
                  <a:pt x="661736" y="120934"/>
                </a:lnTo>
                <a:lnTo>
                  <a:pt x="661587" y="120962"/>
                </a:lnTo>
                <a:lnTo>
                  <a:pt x="661435" y="120990"/>
                </a:lnTo>
                <a:lnTo>
                  <a:pt x="661279" y="121018"/>
                </a:lnTo>
                <a:lnTo>
                  <a:pt x="661120" y="121047"/>
                </a:lnTo>
                <a:lnTo>
                  <a:pt x="660957" y="121076"/>
                </a:lnTo>
                <a:lnTo>
                  <a:pt x="660791" y="121106"/>
                </a:lnTo>
                <a:lnTo>
                  <a:pt x="660621" y="121136"/>
                </a:lnTo>
                <a:lnTo>
                  <a:pt x="660450" y="121166"/>
                </a:lnTo>
                <a:lnTo>
                  <a:pt x="660279" y="121194"/>
                </a:lnTo>
                <a:lnTo>
                  <a:pt x="660109" y="121221"/>
                </a:lnTo>
                <a:lnTo>
                  <a:pt x="659940" y="121247"/>
                </a:lnTo>
                <a:lnTo>
                  <a:pt x="659772" y="121272"/>
                </a:lnTo>
                <a:lnTo>
                  <a:pt x="659604" y="121295"/>
                </a:lnTo>
                <a:lnTo>
                  <a:pt x="659437" y="121317"/>
                </a:lnTo>
                <a:lnTo>
                  <a:pt x="659271" y="121338"/>
                </a:lnTo>
                <a:lnTo>
                  <a:pt x="659105" y="121357"/>
                </a:lnTo>
                <a:lnTo>
                  <a:pt x="658940" y="121376"/>
                </a:lnTo>
                <a:lnTo>
                  <a:pt x="658776" y="121393"/>
                </a:lnTo>
                <a:lnTo>
                  <a:pt x="658613" y="121408"/>
                </a:lnTo>
                <a:lnTo>
                  <a:pt x="658450" y="121423"/>
                </a:lnTo>
                <a:lnTo>
                  <a:pt x="658288" y="121436"/>
                </a:lnTo>
                <a:lnTo>
                  <a:pt x="658126" y="121448"/>
                </a:lnTo>
                <a:lnTo>
                  <a:pt x="657966" y="121459"/>
                </a:lnTo>
                <a:lnTo>
                  <a:pt x="657806" y="121468"/>
                </a:lnTo>
                <a:lnTo>
                  <a:pt x="657646" y="121477"/>
                </a:lnTo>
                <a:lnTo>
                  <a:pt x="657488" y="121483"/>
                </a:lnTo>
                <a:lnTo>
                  <a:pt x="657330" y="121489"/>
                </a:lnTo>
                <a:lnTo>
                  <a:pt x="657173" y="121494"/>
                </a:lnTo>
                <a:lnTo>
                  <a:pt x="657016" y="121497"/>
                </a:lnTo>
                <a:lnTo>
                  <a:pt x="656860" y="121499"/>
                </a:lnTo>
                <a:lnTo>
                  <a:pt x="656705" y="121499"/>
                </a:lnTo>
                <a:lnTo>
                  <a:pt x="656497" y="121498"/>
                </a:lnTo>
                <a:lnTo>
                  <a:pt x="656290" y="121494"/>
                </a:lnTo>
                <a:lnTo>
                  <a:pt x="656085" y="121488"/>
                </a:lnTo>
                <a:lnTo>
                  <a:pt x="655880" y="121479"/>
                </a:lnTo>
                <a:lnTo>
                  <a:pt x="655677" y="121468"/>
                </a:lnTo>
                <a:lnTo>
                  <a:pt x="655474" y="121454"/>
                </a:lnTo>
                <a:lnTo>
                  <a:pt x="655273" y="121437"/>
                </a:lnTo>
                <a:lnTo>
                  <a:pt x="655073" y="121418"/>
                </a:lnTo>
                <a:lnTo>
                  <a:pt x="654874" y="121397"/>
                </a:lnTo>
                <a:lnTo>
                  <a:pt x="654676" y="121373"/>
                </a:lnTo>
                <a:lnTo>
                  <a:pt x="654479" y="121347"/>
                </a:lnTo>
                <a:lnTo>
                  <a:pt x="654283" y="121318"/>
                </a:lnTo>
                <a:lnTo>
                  <a:pt x="654089" y="121286"/>
                </a:lnTo>
                <a:lnTo>
                  <a:pt x="653895" y="121252"/>
                </a:lnTo>
                <a:lnTo>
                  <a:pt x="653703" y="121215"/>
                </a:lnTo>
                <a:lnTo>
                  <a:pt x="653512" y="121176"/>
                </a:lnTo>
                <a:lnTo>
                  <a:pt x="653322" y="121135"/>
                </a:lnTo>
                <a:lnTo>
                  <a:pt x="653133" y="121091"/>
                </a:lnTo>
                <a:lnTo>
                  <a:pt x="652945" y="121044"/>
                </a:lnTo>
                <a:lnTo>
                  <a:pt x="652759" y="120995"/>
                </a:lnTo>
                <a:lnTo>
                  <a:pt x="652573" y="120943"/>
                </a:lnTo>
                <a:lnTo>
                  <a:pt x="652389" y="120889"/>
                </a:lnTo>
                <a:lnTo>
                  <a:pt x="652205" y="120832"/>
                </a:lnTo>
                <a:lnTo>
                  <a:pt x="652023" y="120773"/>
                </a:lnTo>
                <a:lnTo>
                  <a:pt x="651843" y="120709"/>
                </a:lnTo>
                <a:lnTo>
                  <a:pt x="651665" y="120641"/>
                </a:lnTo>
                <a:lnTo>
                  <a:pt x="651491" y="120567"/>
                </a:lnTo>
                <a:lnTo>
                  <a:pt x="651319" y="120488"/>
                </a:lnTo>
                <a:lnTo>
                  <a:pt x="651150" y="120403"/>
                </a:lnTo>
                <a:lnTo>
                  <a:pt x="650984" y="120313"/>
                </a:lnTo>
                <a:lnTo>
                  <a:pt x="650820" y="120218"/>
                </a:lnTo>
                <a:lnTo>
                  <a:pt x="650660" y="120118"/>
                </a:lnTo>
                <a:lnTo>
                  <a:pt x="650502" y="120012"/>
                </a:lnTo>
                <a:lnTo>
                  <a:pt x="650347" y="119900"/>
                </a:lnTo>
                <a:lnTo>
                  <a:pt x="650194" y="119784"/>
                </a:lnTo>
                <a:lnTo>
                  <a:pt x="650045" y="119662"/>
                </a:lnTo>
                <a:lnTo>
                  <a:pt x="649898" y="119535"/>
                </a:lnTo>
                <a:lnTo>
                  <a:pt x="649755" y="119402"/>
                </a:lnTo>
                <a:lnTo>
                  <a:pt x="649614" y="119264"/>
                </a:lnTo>
                <a:lnTo>
                  <a:pt x="649475" y="119121"/>
                </a:lnTo>
                <a:lnTo>
                  <a:pt x="649340" y="118972"/>
                </a:lnTo>
                <a:lnTo>
                  <a:pt x="649208" y="118819"/>
                </a:lnTo>
                <a:lnTo>
                  <a:pt x="649078" y="118659"/>
                </a:lnTo>
                <a:lnTo>
                  <a:pt x="648951" y="118495"/>
                </a:lnTo>
                <a:lnTo>
                  <a:pt x="648827" y="118325"/>
                </a:lnTo>
                <a:lnTo>
                  <a:pt x="648705" y="118150"/>
                </a:lnTo>
                <a:lnTo>
                  <a:pt x="648587" y="117969"/>
                </a:lnTo>
                <a:lnTo>
                  <a:pt x="648471" y="117783"/>
                </a:lnTo>
                <a:lnTo>
                  <a:pt x="648359" y="117591"/>
                </a:lnTo>
                <a:lnTo>
                  <a:pt x="648252" y="117391"/>
                </a:lnTo>
                <a:lnTo>
                  <a:pt x="648149" y="117183"/>
                </a:lnTo>
                <a:lnTo>
                  <a:pt x="648051" y="116968"/>
                </a:lnTo>
                <a:lnTo>
                  <a:pt x="647959" y="116746"/>
                </a:lnTo>
                <a:lnTo>
                  <a:pt x="647870" y="116515"/>
                </a:lnTo>
                <a:lnTo>
                  <a:pt x="647787" y="116278"/>
                </a:lnTo>
                <a:lnTo>
                  <a:pt x="647708" y="116032"/>
                </a:lnTo>
                <a:lnTo>
                  <a:pt x="647635" y="115779"/>
                </a:lnTo>
                <a:lnTo>
                  <a:pt x="647565" y="115519"/>
                </a:lnTo>
                <a:lnTo>
                  <a:pt x="647501" y="115251"/>
                </a:lnTo>
                <a:lnTo>
                  <a:pt x="647442" y="114975"/>
                </a:lnTo>
                <a:lnTo>
                  <a:pt x="647387" y="114692"/>
                </a:lnTo>
                <a:lnTo>
                  <a:pt x="647337" y="114401"/>
                </a:lnTo>
                <a:lnTo>
                  <a:pt x="647291" y="114103"/>
                </a:lnTo>
                <a:lnTo>
                  <a:pt x="647251" y="113797"/>
                </a:lnTo>
                <a:lnTo>
                  <a:pt x="647215" y="113484"/>
                </a:lnTo>
                <a:lnTo>
                  <a:pt x="647184" y="113163"/>
                </a:lnTo>
                <a:lnTo>
                  <a:pt x="647158" y="112834"/>
                </a:lnTo>
                <a:lnTo>
                  <a:pt x="647137" y="112498"/>
                </a:lnTo>
                <a:lnTo>
                  <a:pt x="647120" y="112154"/>
                </a:lnTo>
                <a:lnTo>
                  <a:pt x="647108" y="111803"/>
                </a:lnTo>
                <a:lnTo>
                  <a:pt x="647101" y="111444"/>
                </a:lnTo>
                <a:lnTo>
                  <a:pt x="647098" y="111077"/>
                </a:lnTo>
                <a:lnTo>
                  <a:pt x="647098" y="56834"/>
                </a:lnTo>
                <a:lnTo>
                  <a:pt x="663406" y="56834"/>
                </a:lnTo>
                <a:lnTo>
                  <a:pt x="663406" y="45370"/>
                </a:lnTo>
                <a:lnTo>
                  <a:pt x="647098" y="45370"/>
                </a:lnTo>
                <a:lnTo>
                  <a:pt x="647098" y="24058"/>
                </a:lnTo>
                <a:lnTo>
                  <a:pt x="632163" y="24058"/>
                </a:lnTo>
                <a:lnTo>
                  <a:pt x="632163" y="45370"/>
                </a:lnTo>
                <a:lnTo>
                  <a:pt x="616179" y="45370"/>
                </a:lnTo>
                <a:lnTo>
                  <a:pt x="616179" y="56834"/>
                </a:lnTo>
                <a:close/>
                <a:moveTo>
                  <a:pt x="974811" y="132721"/>
                </a:moveTo>
                <a:lnTo>
                  <a:pt x="976587" y="132721"/>
                </a:lnTo>
                <a:lnTo>
                  <a:pt x="1020101" y="15177"/>
                </a:lnTo>
                <a:lnTo>
                  <a:pt x="1003228" y="15177"/>
                </a:lnTo>
                <a:lnTo>
                  <a:pt x="969568" y="112077"/>
                </a:lnTo>
                <a:lnTo>
                  <a:pt x="936222" y="15177"/>
                </a:lnTo>
                <a:lnTo>
                  <a:pt x="919350" y="15177"/>
                </a:lnTo>
                <a:lnTo>
                  <a:pt x="962783" y="132721"/>
                </a:lnTo>
                <a:lnTo>
                  <a:pt x="964559" y="132721"/>
                </a:lnTo>
                <a:lnTo>
                  <a:pt x="974811" y="132721"/>
                </a:lnTo>
                <a:close/>
                <a:moveTo>
                  <a:pt x="247" y="94327"/>
                </a:moveTo>
                <a:lnTo>
                  <a:pt x="337" y="95725"/>
                </a:lnTo>
                <a:lnTo>
                  <a:pt x="440" y="97110"/>
                </a:lnTo>
                <a:lnTo>
                  <a:pt x="556" y="98484"/>
                </a:lnTo>
                <a:lnTo>
                  <a:pt x="687" y="99846"/>
                </a:lnTo>
                <a:lnTo>
                  <a:pt x="831" y="101197"/>
                </a:lnTo>
                <a:lnTo>
                  <a:pt x="989" y="102535"/>
                </a:lnTo>
                <a:lnTo>
                  <a:pt x="1161" y="103862"/>
                </a:lnTo>
                <a:lnTo>
                  <a:pt x="1346" y="105177"/>
                </a:lnTo>
                <a:lnTo>
                  <a:pt x="1545" y="106480"/>
                </a:lnTo>
                <a:lnTo>
                  <a:pt x="1758" y="107772"/>
                </a:lnTo>
                <a:lnTo>
                  <a:pt x="1985" y="109051"/>
                </a:lnTo>
                <a:lnTo>
                  <a:pt x="2225" y="110319"/>
                </a:lnTo>
                <a:lnTo>
                  <a:pt x="2479" y="111575"/>
                </a:lnTo>
                <a:lnTo>
                  <a:pt x="2747" y="112820"/>
                </a:lnTo>
                <a:lnTo>
                  <a:pt x="3029" y="114052"/>
                </a:lnTo>
                <a:lnTo>
                  <a:pt x="3324" y="115273"/>
                </a:lnTo>
                <a:lnTo>
                  <a:pt x="3633" y="116482"/>
                </a:lnTo>
                <a:lnTo>
                  <a:pt x="3956" y="117680"/>
                </a:lnTo>
                <a:lnTo>
                  <a:pt x="4289" y="118865"/>
                </a:lnTo>
                <a:lnTo>
                  <a:pt x="4630" y="120037"/>
                </a:lnTo>
                <a:lnTo>
                  <a:pt x="4979" y="121198"/>
                </a:lnTo>
                <a:lnTo>
                  <a:pt x="5335" y="122345"/>
                </a:lnTo>
                <a:lnTo>
                  <a:pt x="5699" y="123481"/>
                </a:lnTo>
                <a:lnTo>
                  <a:pt x="6070" y="124603"/>
                </a:lnTo>
                <a:lnTo>
                  <a:pt x="6449" y="125714"/>
                </a:lnTo>
                <a:lnTo>
                  <a:pt x="6835" y="126811"/>
                </a:lnTo>
                <a:lnTo>
                  <a:pt x="7229" y="127897"/>
                </a:lnTo>
                <a:lnTo>
                  <a:pt x="7631" y="128970"/>
                </a:lnTo>
                <a:lnTo>
                  <a:pt x="8040" y="130030"/>
                </a:lnTo>
                <a:lnTo>
                  <a:pt x="8457" y="131078"/>
                </a:lnTo>
                <a:lnTo>
                  <a:pt x="8881" y="132113"/>
                </a:lnTo>
                <a:lnTo>
                  <a:pt x="9313" y="133136"/>
                </a:lnTo>
                <a:lnTo>
                  <a:pt x="9752" y="134146"/>
                </a:lnTo>
                <a:lnTo>
                  <a:pt x="10199" y="135144"/>
                </a:lnTo>
                <a:lnTo>
                  <a:pt x="10653" y="136130"/>
                </a:lnTo>
                <a:lnTo>
                  <a:pt x="11116" y="137103"/>
                </a:lnTo>
                <a:lnTo>
                  <a:pt x="11585" y="138063"/>
                </a:lnTo>
                <a:lnTo>
                  <a:pt x="12062" y="139011"/>
                </a:lnTo>
                <a:lnTo>
                  <a:pt x="12547" y="139947"/>
                </a:lnTo>
                <a:lnTo>
                  <a:pt x="13040" y="140870"/>
                </a:lnTo>
                <a:lnTo>
                  <a:pt x="13540" y="141780"/>
                </a:lnTo>
                <a:lnTo>
                  <a:pt x="14047" y="142678"/>
                </a:lnTo>
                <a:lnTo>
                  <a:pt x="14559" y="143564"/>
                </a:lnTo>
                <a:lnTo>
                  <a:pt x="15074" y="144437"/>
                </a:lnTo>
                <a:lnTo>
                  <a:pt x="15591" y="145297"/>
                </a:lnTo>
                <a:lnTo>
                  <a:pt x="16110" y="146145"/>
                </a:lnTo>
                <a:lnTo>
                  <a:pt x="16632" y="146980"/>
                </a:lnTo>
                <a:lnTo>
                  <a:pt x="17155" y="147802"/>
                </a:lnTo>
                <a:lnTo>
                  <a:pt x="17681" y="148612"/>
                </a:lnTo>
                <a:lnTo>
                  <a:pt x="18209" y="149409"/>
                </a:lnTo>
                <a:lnTo>
                  <a:pt x="18740" y="150193"/>
                </a:lnTo>
                <a:lnTo>
                  <a:pt x="19272" y="150965"/>
                </a:lnTo>
                <a:lnTo>
                  <a:pt x="19807" y="151725"/>
                </a:lnTo>
                <a:lnTo>
                  <a:pt x="20344" y="152471"/>
                </a:lnTo>
                <a:lnTo>
                  <a:pt x="20883" y="153205"/>
                </a:lnTo>
                <a:lnTo>
                  <a:pt x="21425" y="153927"/>
                </a:lnTo>
                <a:lnTo>
                  <a:pt x="21969" y="154636"/>
                </a:lnTo>
                <a:lnTo>
                  <a:pt x="22515" y="155332"/>
                </a:lnTo>
                <a:lnTo>
                  <a:pt x="23063" y="156015"/>
                </a:lnTo>
                <a:lnTo>
                  <a:pt x="23614" y="156686"/>
                </a:lnTo>
                <a:lnTo>
                  <a:pt x="24166" y="157344"/>
                </a:lnTo>
                <a:lnTo>
                  <a:pt x="24721" y="157990"/>
                </a:lnTo>
                <a:lnTo>
                  <a:pt x="25279" y="158623"/>
                </a:lnTo>
                <a:lnTo>
                  <a:pt x="25838" y="159244"/>
                </a:lnTo>
                <a:lnTo>
                  <a:pt x="26400" y="159851"/>
                </a:lnTo>
                <a:lnTo>
                  <a:pt x="26964" y="160447"/>
                </a:lnTo>
                <a:lnTo>
                  <a:pt x="27527" y="161029"/>
                </a:lnTo>
                <a:lnTo>
                  <a:pt x="28087" y="161597"/>
                </a:lnTo>
                <a:lnTo>
                  <a:pt x="28643" y="162152"/>
                </a:lnTo>
                <a:lnTo>
                  <a:pt x="29195" y="162693"/>
                </a:lnTo>
                <a:lnTo>
                  <a:pt x="29744" y="163221"/>
                </a:lnTo>
                <a:lnTo>
                  <a:pt x="30289" y="163735"/>
                </a:lnTo>
                <a:lnTo>
                  <a:pt x="30830" y="164236"/>
                </a:lnTo>
                <a:lnTo>
                  <a:pt x="31368" y="164722"/>
                </a:lnTo>
                <a:lnTo>
                  <a:pt x="31902" y="165196"/>
                </a:lnTo>
                <a:lnTo>
                  <a:pt x="32433" y="165655"/>
                </a:lnTo>
                <a:lnTo>
                  <a:pt x="32960" y="166102"/>
                </a:lnTo>
                <a:lnTo>
                  <a:pt x="33483" y="166534"/>
                </a:lnTo>
                <a:lnTo>
                  <a:pt x="34002" y="166953"/>
                </a:lnTo>
                <a:lnTo>
                  <a:pt x="34518" y="167358"/>
                </a:lnTo>
                <a:lnTo>
                  <a:pt x="35031" y="167750"/>
                </a:lnTo>
                <a:lnTo>
                  <a:pt x="35539" y="168128"/>
                </a:lnTo>
                <a:lnTo>
                  <a:pt x="36044" y="168493"/>
                </a:lnTo>
                <a:lnTo>
                  <a:pt x="36546" y="168844"/>
                </a:lnTo>
                <a:lnTo>
                  <a:pt x="37043" y="169181"/>
                </a:lnTo>
                <a:lnTo>
                  <a:pt x="37537" y="169505"/>
                </a:lnTo>
                <a:lnTo>
                  <a:pt x="38028" y="169815"/>
                </a:lnTo>
                <a:lnTo>
                  <a:pt x="38515" y="170112"/>
                </a:lnTo>
                <a:lnTo>
                  <a:pt x="38998" y="170395"/>
                </a:lnTo>
                <a:lnTo>
                  <a:pt x="39477" y="170664"/>
                </a:lnTo>
                <a:lnTo>
                  <a:pt x="42626" y="161617"/>
                </a:lnTo>
                <a:lnTo>
                  <a:pt x="42229" y="161290"/>
                </a:lnTo>
                <a:lnTo>
                  <a:pt x="41831" y="160952"/>
                </a:lnTo>
                <a:lnTo>
                  <a:pt x="41433" y="160606"/>
                </a:lnTo>
                <a:lnTo>
                  <a:pt x="41035" y="160250"/>
                </a:lnTo>
                <a:lnTo>
                  <a:pt x="40636" y="159885"/>
                </a:lnTo>
                <a:lnTo>
                  <a:pt x="40237" y="159510"/>
                </a:lnTo>
                <a:lnTo>
                  <a:pt x="39837" y="159126"/>
                </a:lnTo>
                <a:lnTo>
                  <a:pt x="39437" y="158733"/>
                </a:lnTo>
                <a:lnTo>
                  <a:pt x="39036" y="158330"/>
                </a:lnTo>
                <a:lnTo>
                  <a:pt x="38635" y="157918"/>
                </a:lnTo>
                <a:lnTo>
                  <a:pt x="38234" y="157496"/>
                </a:lnTo>
                <a:lnTo>
                  <a:pt x="37832" y="157065"/>
                </a:lnTo>
                <a:lnTo>
                  <a:pt x="37430" y="156624"/>
                </a:lnTo>
                <a:lnTo>
                  <a:pt x="37027" y="156174"/>
                </a:lnTo>
                <a:lnTo>
                  <a:pt x="36624" y="155715"/>
                </a:lnTo>
                <a:lnTo>
                  <a:pt x="36221" y="155246"/>
                </a:lnTo>
                <a:lnTo>
                  <a:pt x="35817" y="154768"/>
                </a:lnTo>
                <a:lnTo>
                  <a:pt x="35413" y="154280"/>
                </a:lnTo>
                <a:lnTo>
                  <a:pt x="35008" y="153783"/>
                </a:lnTo>
                <a:lnTo>
                  <a:pt x="34603" y="153277"/>
                </a:lnTo>
                <a:lnTo>
                  <a:pt x="34198" y="152761"/>
                </a:lnTo>
                <a:lnTo>
                  <a:pt x="33792" y="152236"/>
                </a:lnTo>
                <a:lnTo>
                  <a:pt x="33385" y="151702"/>
                </a:lnTo>
                <a:lnTo>
                  <a:pt x="32978" y="151158"/>
                </a:lnTo>
                <a:lnTo>
                  <a:pt x="32573" y="150604"/>
                </a:lnTo>
                <a:lnTo>
                  <a:pt x="32170" y="150041"/>
                </a:lnTo>
                <a:lnTo>
                  <a:pt x="31770" y="149468"/>
                </a:lnTo>
                <a:lnTo>
                  <a:pt x="31373" y="148886"/>
                </a:lnTo>
                <a:lnTo>
                  <a:pt x="30978" y="148294"/>
                </a:lnTo>
                <a:lnTo>
                  <a:pt x="30587" y="147692"/>
                </a:lnTo>
                <a:lnTo>
                  <a:pt x="30198" y="147081"/>
                </a:lnTo>
                <a:lnTo>
                  <a:pt x="29812" y="146460"/>
                </a:lnTo>
                <a:lnTo>
                  <a:pt x="29429" y="145829"/>
                </a:lnTo>
                <a:lnTo>
                  <a:pt x="29048" y="145189"/>
                </a:lnTo>
                <a:lnTo>
                  <a:pt x="28671" y="144538"/>
                </a:lnTo>
                <a:lnTo>
                  <a:pt x="28296" y="143879"/>
                </a:lnTo>
                <a:lnTo>
                  <a:pt x="27924" y="143209"/>
                </a:lnTo>
                <a:lnTo>
                  <a:pt x="27555" y="142530"/>
                </a:lnTo>
                <a:lnTo>
                  <a:pt x="27188" y="141841"/>
                </a:lnTo>
                <a:lnTo>
                  <a:pt x="26825" y="141142"/>
                </a:lnTo>
                <a:lnTo>
                  <a:pt x="26464" y="140434"/>
                </a:lnTo>
                <a:lnTo>
                  <a:pt x="26106" y="139716"/>
                </a:lnTo>
                <a:lnTo>
                  <a:pt x="25751" y="138989"/>
                </a:lnTo>
                <a:lnTo>
                  <a:pt x="25399" y="138252"/>
                </a:lnTo>
                <a:lnTo>
                  <a:pt x="25049" y="137505"/>
                </a:lnTo>
                <a:lnTo>
                  <a:pt x="24702" y="136748"/>
                </a:lnTo>
                <a:lnTo>
                  <a:pt x="24358" y="135982"/>
                </a:lnTo>
                <a:lnTo>
                  <a:pt x="24017" y="135206"/>
                </a:lnTo>
                <a:lnTo>
                  <a:pt x="23680" y="134420"/>
                </a:lnTo>
                <a:lnTo>
                  <a:pt x="23349" y="133624"/>
                </a:lnTo>
                <a:lnTo>
                  <a:pt x="23023" y="132818"/>
                </a:lnTo>
                <a:lnTo>
                  <a:pt x="22702" y="132001"/>
                </a:lnTo>
                <a:lnTo>
                  <a:pt x="22387" y="131175"/>
                </a:lnTo>
                <a:lnTo>
                  <a:pt x="22077" y="130338"/>
                </a:lnTo>
                <a:lnTo>
                  <a:pt x="21773" y="129491"/>
                </a:lnTo>
                <a:lnTo>
                  <a:pt x="21474" y="128633"/>
                </a:lnTo>
                <a:lnTo>
                  <a:pt x="21181" y="127766"/>
                </a:lnTo>
                <a:lnTo>
                  <a:pt x="20893" y="126888"/>
                </a:lnTo>
                <a:lnTo>
                  <a:pt x="20611" y="126000"/>
                </a:lnTo>
                <a:lnTo>
                  <a:pt x="20334" y="125101"/>
                </a:lnTo>
                <a:lnTo>
                  <a:pt x="20063" y="124193"/>
                </a:lnTo>
                <a:lnTo>
                  <a:pt x="19797" y="123274"/>
                </a:lnTo>
                <a:lnTo>
                  <a:pt x="19536" y="122345"/>
                </a:lnTo>
                <a:lnTo>
                  <a:pt x="19281" y="121405"/>
                </a:lnTo>
                <a:lnTo>
                  <a:pt x="19032" y="120456"/>
                </a:lnTo>
                <a:lnTo>
                  <a:pt x="18787" y="119496"/>
                </a:lnTo>
                <a:lnTo>
                  <a:pt x="18549" y="118526"/>
                </a:lnTo>
                <a:lnTo>
                  <a:pt x="18316" y="117546"/>
                </a:lnTo>
                <a:lnTo>
                  <a:pt x="18088" y="116555"/>
                </a:lnTo>
                <a:lnTo>
                  <a:pt x="17866" y="115554"/>
                </a:lnTo>
                <a:lnTo>
                  <a:pt x="17649" y="114543"/>
                </a:lnTo>
                <a:lnTo>
                  <a:pt x="17438" y="113522"/>
                </a:lnTo>
                <a:lnTo>
                  <a:pt x="17234" y="112490"/>
                </a:lnTo>
                <a:lnTo>
                  <a:pt x="17038" y="111448"/>
                </a:lnTo>
                <a:lnTo>
                  <a:pt x="16851" y="110395"/>
                </a:lnTo>
                <a:lnTo>
                  <a:pt x="16673" y="109332"/>
                </a:lnTo>
                <a:lnTo>
                  <a:pt x="16504" y="108258"/>
                </a:lnTo>
                <a:lnTo>
                  <a:pt x="16343" y="107173"/>
                </a:lnTo>
                <a:lnTo>
                  <a:pt x="16191" y="106078"/>
                </a:lnTo>
                <a:lnTo>
                  <a:pt x="16047" y="104973"/>
                </a:lnTo>
                <a:lnTo>
                  <a:pt x="15913" y="103857"/>
                </a:lnTo>
                <a:lnTo>
                  <a:pt x="15787" y="102731"/>
                </a:lnTo>
                <a:lnTo>
                  <a:pt x="15669" y="101594"/>
                </a:lnTo>
                <a:lnTo>
                  <a:pt x="15561" y="100446"/>
                </a:lnTo>
                <a:lnTo>
                  <a:pt x="15461" y="99288"/>
                </a:lnTo>
                <a:lnTo>
                  <a:pt x="15370" y="98120"/>
                </a:lnTo>
                <a:lnTo>
                  <a:pt x="15287" y="96941"/>
                </a:lnTo>
                <a:lnTo>
                  <a:pt x="15213" y="95751"/>
                </a:lnTo>
                <a:lnTo>
                  <a:pt x="15148" y="94551"/>
                </a:lnTo>
                <a:lnTo>
                  <a:pt x="15092" y="93341"/>
                </a:lnTo>
                <a:lnTo>
                  <a:pt x="15044" y="92120"/>
                </a:lnTo>
                <a:lnTo>
                  <a:pt x="15005" y="90888"/>
                </a:lnTo>
                <a:lnTo>
                  <a:pt x="14974" y="89646"/>
                </a:lnTo>
                <a:lnTo>
                  <a:pt x="14952" y="88393"/>
                </a:lnTo>
                <a:lnTo>
                  <a:pt x="14939" y="87130"/>
                </a:lnTo>
                <a:lnTo>
                  <a:pt x="14935" y="85857"/>
                </a:lnTo>
                <a:lnTo>
                  <a:pt x="14935" y="84727"/>
                </a:lnTo>
                <a:lnTo>
                  <a:pt x="14939" y="83453"/>
                </a:lnTo>
                <a:lnTo>
                  <a:pt x="14952" y="82190"/>
                </a:lnTo>
                <a:lnTo>
                  <a:pt x="14974" y="80938"/>
                </a:lnTo>
                <a:lnTo>
                  <a:pt x="15005" y="79696"/>
                </a:lnTo>
                <a:lnTo>
                  <a:pt x="15044" y="78465"/>
                </a:lnTo>
                <a:lnTo>
                  <a:pt x="15092" y="77245"/>
                </a:lnTo>
                <a:lnTo>
                  <a:pt x="15148" y="76036"/>
                </a:lnTo>
                <a:lnTo>
                  <a:pt x="15213" y="74837"/>
                </a:lnTo>
                <a:lnTo>
                  <a:pt x="15287" y="73649"/>
                </a:lnTo>
                <a:lnTo>
                  <a:pt x="15370" y="72471"/>
                </a:lnTo>
                <a:lnTo>
                  <a:pt x="15461" y="71304"/>
                </a:lnTo>
                <a:lnTo>
                  <a:pt x="15561" y="70148"/>
                </a:lnTo>
                <a:lnTo>
                  <a:pt x="15669" y="69002"/>
                </a:lnTo>
                <a:lnTo>
                  <a:pt x="15787" y="67867"/>
                </a:lnTo>
                <a:lnTo>
                  <a:pt x="15913" y="66743"/>
                </a:lnTo>
                <a:lnTo>
                  <a:pt x="16047" y="65629"/>
                </a:lnTo>
                <a:lnTo>
                  <a:pt x="16191" y="64526"/>
                </a:lnTo>
                <a:lnTo>
                  <a:pt x="16343" y="63434"/>
                </a:lnTo>
                <a:lnTo>
                  <a:pt x="16504" y="62352"/>
                </a:lnTo>
                <a:lnTo>
                  <a:pt x="16673" y="61281"/>
                </a:lnTo>
                <a:lnTo>
                  <a:pt x="16851" y="60221"/>
                </a:lnTo>
                <a:lnTo>
                  <a:pt x="17038" y="59171"/>
                </a:lnTo>
                <a:lnTo>
                  <a:pt x="17234" y="58132"/>
                </a:lnTo>
                <a:lnTo>
                  <a:pt x="17438" y="57104"/>
                </a:lnTo>
                <a:lnTo>
                  <a:pt x="17649" y="56086"/>
                </a:lnTo>
                <a:lnTo>
                  <a:pt x="17866" y="55078"/>
                </a:lnTo>
                <a:lnTo>
                  <a:pt x="18088" y="54081"/>
                </a:lnTo>
                <a:lnTo>
                  <a:pt x="18316" y="53094"/>
                </a:lnTo>
                <a:lnTo>
                  <a:pt x="18549" y="52118"/>
                </a:lnTo>
                <a:lnTo>
                  <a:pt x="18787" y="51152"/>
                </a:lnTo>
                <a:lnTo>
                  <a:pt x="19032" y="50196"/>
                </a:lnTo>
                <a:lnTo>
                  <a:pt x="19281" y="49251"/>
                </a:lnTo>
                <a:lnTo>
                  <a:pt x="19536" y="48316"/>
                </a:lnTo>
                <a:lnTo>
                  <a:pt x="19797" y="47391"/>
                </a:lnTo>
                <a:lnTo>
                  <a:pt x="20063" y="46477"/>
                </a:lnTo>
                <a:lnTo>
                  <a:pt x="20334" y="45574"/>
                </a:lnTo>
                <a:lnTo>
                  <a:pt x="20611" y="44680"/>
                </a:lnTo>
                <a:lnTo>
                  <a:pt x="20893" y="43797"/>
                </a:lnTo>
                <a:lnTo>
                  <a:pt x="21181" y="42925"/>
                </a:lnTo>
                <a:lnTo>
                  <a:pt x="21474" y="42062"/>
                </a:lnTo>
                <a:lnTo>
                  <a:pt x="21773" y="41211"/>
                </a:lnTo>
                <a:lnTo>
                  <a:pt x="22077" y="40369"/>
                </a:lnTo>
                <a:lnTo>
                  <a:pt x="22387" y="39538"/>
                </a:lnTo>
                <a:lnTo>
                  <a:pt x="22702" y="38718"/>
                </a:lnTo>
                <a:lnTo>
                  <a:pt x="23023" y="37907"/>
                </a:lnTo>
                <a:lnTo>
                  <a:pt x="23349" y="37108"/>
                </a:lnTo>
                <a:lnTo>
                  <a:pt x="23680" y="36318"/>
                </a:lnTo>
                <a:lnTo>
                  <a:pt x="24017" y="35539"/>
                </a:lnTo>
                <a:lnTo>
                  <a:pt x="24358" y="34770"/>
                </a:lnTo>
                <a:lnTo>
                  <a:pt x="24702" y="34011"/>
                </a:lnTo>
                <a:lnTo>
                  <a:pt x="25049" y="33262"/>
                </a:lnTo>
                <a:lnTo>
                  <a:pt x="25399" y="32523"/>
                </a:lnTo>
                <a:lnTo>
                  <a:pt x="25751" y="31795"/>
                </a:lnTo>
                <a:lnTo>
                  <a:pt x="26106" y="31076"/>
                </a:lnTo>
                <a:lnTo>
                  <a:pt x="26464" y="30368"/>
                </a:lnTo>
                <a:lnTo>
                  <a:pt x="26825" y="29670"/>
                </a:lnTo>
                <a:lnTo>
                  <a:pt x="27188" y="28981"/>
                </a:lnTo>
                <a:lnTo>
                  <a:pt x="27555" y="28303"/>
                </a:lnTo>
                <a:lnTo>
                  <a:pt x="27924" y="27635"/>
                </a:lnTo>
                <a:lnTo>
                  <a:pt x="28296" y="26977"/>
                </a:lnTo>
                <a:lnTo>
                  <a:pt x="28671" y="26329"/>
                </a:lnTo>
                <a:lnTo>
                  <a:pt x="29048" y="25692"/>
                </a:lnTo>
                <a:lnTo>
                  <a:pt x="29429" y="25064"/>
                </a:lnTo>
                <a:lnTo>
                  <a:pt x="29812" y="24446"/>
                </a:lnTo>
                <a:lnTo>
                  <a:pt x="30198" y="23839"/>
                </a:lnTo>
                <a:lnTo>
                  <a:pt x="30587" y="23242"/>
                </a:lnTo>
                <a:lnTo>
                  <a:pt x="30978" y="22654"/>
                </a:lnTo>
                <a:lnTo>
                  <a:pt x="31373" y="22077"/>
                </a:lnTo>
                <a:lnTo>
                  <a:pt x="31770" y="21510"/>
                </a:lnTo>
                <a:lnTo>
                  <a:pt x="32170" y="20953"/>
                </a:lnTo>
                <a:lnTo>
                  <a:pt x="32573" y="20406"/>
                </a:lnTo>
                <a:lnTo>
                  <a:pt x="32978" y="19870"/>
                </a:lnTo>
                <a:lnTo>
                  <a:pt x="33385" y="19343"/>
                </a:lnTo>
                <a:lnTo>
                  <a:pt x="33792" y="18825"/>
                </a:lnTo>
                <a:lnTo>
                  <a:pt x="34198" y="18318"/>
                </a:lnTo>
                <a:lnTo>
                  <a:pt x="34603" y="17819"/>
                </a:lnTo>
                <a:lnTo>
                  <a:pt x="35008" y="17330"/>
                </a:lnTo>
                <a:lnTo>
                  <a:pt x="35413" y="16851"/>
                </a:lnTo>
                <a:lnTo>
                  <a:pt x="35817" y="16381"/>
                </a:lnTo>
                <a:lnTo>
                  <a:pt x="36221" y="15921"/>
                </a:lnTo>
                <a:lnTo>
                  <a:pt x="36624" y="15471"/>
                </a:lnTo>
                <a:lnTo>
                  <a:pt x="37027" y="15029"/>
                </a:lnTo>
                <a:lnTo>
                  <a:pt x="37430" y="14598"/>
                </a:lnTo>
                <a:lnTo>
                  <a:pt x="37832" y="14176"/>
                </a:lnTo>
                <a:lnTo>
                  <a:pt x="38234" y="13763"/>
                </a:lnTo>
                <a:lnTo>
                  <a:pt x="38635" y="13360"/>
                </a:lnTo>
                <a:lnTo>
                  <a:pt x="39036" y="12967"/>
                </a:lnTo>
                <a:lnTo>
                  <a:pt x="39437" y="12583"/>
                </a:lnTo>
                <a:lnTo>
                  <a:pt x="39837" y="12208"/>
                </a:lnTo>
                <a:lnTo>
                  <a:pt x="40237" y="11843"/>
                </a:lnTo>
                <a:lnTo>
                  <a:pt x="40636" y="11488"/>
                </a:lnTo>
                <a:lnTo>
                  <a:pt x="41035" y="11142"/>
                </a:lnTo>
                <a:lnTo>
                  <a:pt x="41433" y="10806"/>
                </a:lnTo>
                <a:lnTo>
                  <a:pt x="41831" y="10479"/>
                </a:lnTo>
                <a:lnTo>
                  <a:pt x="42229" y="10162"/>
                </a:lnTo>
                <a:lnTo>
                  <a:pt x="42626" y="9854"/>
                </a:lnTo>
                <a:lnTo>
                  <a:pt x="39477" y="0"/>
                </a:lnTo>
                <a:lnTo>
                  <a:pt x="38998" y="269"/>
                </a:lnTo>
                <a:lnTo>
                  <a:pt x="38515" y="552"/>
                </a:lnTo>
                <a:lnTo>
                  <a:pt x="38028" y="849"/>
                </a:lnTo>
                <a:lnTo>
                  <a:pt x="37537" y="1159"/>
                </a:lnTo>
                <a:lnTo>
                  <a:pt x="37043" y="1483"/>
                </a:lnTo>
                <a:lnTo>
                  <a:pt x="36546" y="1820"/>
                </a:lnTo>
                <a:lnTo>
                  <a:pt x="36044" y="2171"/>
                </a:lnTo>
                <a:lnTo>
                  <a:pt x="35539" y="2536"/>
                </a:lnTo>
                <a:lnTo>
                  <a:pt x="35031" y="2914"/>
                </a:lnTo>
                <a:lnTo>
                  <a:pt x="34518" y="3306"/>
                </a:lnTo>
                <a:lnTo>
                  <a:pt x="34002" y="3711"/>
                </a:lnTo>
                <a:lnTo>
                  <a:pt x="33483" y="4130"/>
                </a:lnTo>
                <a:lnTo>
                  <a:pt x="32960" y="4562"/>
                </a:lnTo>
                <a:lnTo>
                  <a:pt x="32433" y="5009"/>
                </a:lnTo>
                <a:lnTo>
                  <a:pt x="31902" y="5468"/>
                </a:lnTo>
                <a:lnTo>
                  <a:pt x="31368" y="5942"/>
                </a:lnTo>
                <a:lnTo>
                  <a:pt x="30830" y="6428"/>
                </a:lnTo>
                <a:lnTo>
                  <a:pt x="30289" y="6929"/>
                </a:lnTo>
                <a:lnTo>
                  <a:pt x="29744" y="7443"/>
                </a:lnTo>
                <a:lnTo>
                  <a:pt x="29195" y="7971"/>
                </a:lnTo>
                <a:lnTo>
                  <a:pt x="28643" y="8512"/>
                </a:lnTo>
                <a:lnTo>
                  <a:pt x="28087" y="9067"/>
                </a:lnTo>
                <a:lnTo>
                  <a:pt x="27527" y="9635"/>
                </a:lnTo>
                <a:lnTo>
                  <a:pt x="26964" y="10217"/>
                </a:lnTo>
                <a:lnTo>
                  <a:pt x="26400" y="10813"/>
                </a:lnTo>
                <a:lnTo>
                  <a:pt x="25838" y="11421"/>
                </a:lnTo>
                <a:lnTo>
                  <a:pt x="25279" y="12041"/>
                </a:lnTo>
                <a:lnTo>
                  <a:pt x="24721" y="12675"/>
                </a:lnTo>
                <a:lnTo>
                  <a:pt x="24166" y="13321"/>
                </a:lnTo>
                <a:lnTo>
                  <a:pt x="23614" y="13980"/>
                </a:lnTo>
                <a:lnTo>
                  <a:pt x="23063" y="14652"/>
                </a:lnTo>
                <a:lnTo>
                  <a:pt x="22515" y="15337"/>
                </a:lnTo>
                <a:lnTo>
                  <a:pt x="21969" y="16034"/>
                </a:lnTo>
                <a:lnTo>
                  <a:pt x="21425" y="16744"/>
                </a:lnTo>
                <a:lnTo>
                  <a:pt x="20883" y="17467"/>
                </a:lnTo>
                <a:lnTo>
                  <a:pt x="20344" y="18203"/>
                </a:lnTo>
                <a:lnTo>
                  <a:pt x="19807" y="18951"/>
                </a:lnTo>
                <a:lnTo>
                  <a:pt x="19272" y="19712"/>
                </a:lnTo>
                <a:lnTo>
                  <a:pt x="18740" y="20486"/>
                </a:lnTo>
                <a:lnTo>
                  <a:pt x="18209" y="21273"/>
                </a:lnTo>
                <a:lnTo>
                  <a:pt x="17681" y="22072"/>
                </a:lnTo>
                <a:lnTo>
                  <a:pt x="17155" y="22885"/>
                </a:lnTo>
                <a:lnTo>
                  <a:pt x="16632" y="23710"/>
                </a:lnTo>
                <a:lnTo>
                  <a:pt x="16110" y="24547"/>
                </a:lnTo>
                <a:lnTo>
                  <a:pt x="15591" y="25398"/>
                </a:lnTo>
                <a:lnTo>
                  <a:pt x="15074" y="26261"/>
                </a:lnTo>
                <a:lnTo>
                  <a:pt x="14559" y="27137"/>
                </a:lnTo>
                <a:lnTo>
                  <a:pt x="14047" y="28026"/>
                </a:lnTo>
                <a:lnTo>
                  <a:pt x="13540" y="28927"/>
                </a:lnTo>
                <a:lnTo>
                  <a:pt x="13040" y="29841"/>
                </a:lnTo>
                <a:lnTo>
                  <a:pt x="12547" y="30767"/>
                </a:lnTo>
                <a:lnTo>
                  <a:pt x="12062" y="31704"/>
                </a:lnTo>
                <a:lnTo>
                  <a:pt x="11585" y="32654"/>
                </a:lnTo>
                <a:lnTo>
                  <a:pt x="11116" y="33617"/>
                </a:lnTo>
                <a:lnTo>
                  <a:pt x="10653" y="34591"/>
                </a:lnTo>
                <a:lnTo>
                  <a:pt x="10199" y="35578"/>
                </a:lnTo>
                <a:lnTo>
                  <a:pt x="9752" y="36577"/>
                </a:lnTo>
                <a:lnTo>
                  <a:pt x="9313" y="37588"/>
                </a:lnTo>
                <a:lnTo>
                  <a:pt x="8881" y="38611"/>
                </a:lnTo>
                <a:lnTo>
                  <a:pt x="8457" y="39647"/>
                </a:lnTo>
                <a:lnTo>
                  <a:pt x="8040" y="40695"/>
                </a:lnTo>
                <a:lnTo>
                  <a:pt x="7631" y="41754"/>
                </a:lnTo>
                <a:lnTo>
                  <a:pt x="7229" y="42827"/>
                </a:lnTo>
                <a:lnTo>
                  <a:pt x="6835" y="43911"/>
                </a:lnTo>
                <a:lnTo>
                  <a:pt x="6449" y="45007"/>
                </a:lnTo>
                <a:lnTo>
                  <a:pt x="6070" y="46116"/>
                </a:lnTo>
                <a:lnTo>
                  <a:pt x="5699" y="47237"/>
                </a:lnTo>
                <a:lnTo>
                  <a:pt x="5335" y="48370"/>
                </a:lnTo>
                <a:lnTo>
                  <a:pt x="4979" y="49516"/>
                </a:lnTo>
                <a:lnTo>
                  <a:pt x="4630" y="50673"/>
                </a:lnTo>
                <a:lnTo>
                  <a:pt x="4289" y="51843"/>
                </a:lnTo>
                <a:lnTo>
                  <a:pt x="3956" y="53025"/>
                </a:lnTo>
                <a:lnTo>
                  <a:pt x="3633" y="54219"/>
                </a:lnTo>
                <a:lnTo>
                  <a:pt x="3324" y="55424"/>
                </a:lnTo>
                <a:lnTo>
                  <a:pt x="3029" y="56641"/>
                </a:lnTo>
                <a:lnTo>
                  <a:pt x="2747" y="57870"/>
                </a:lnTo>
                <a:lnTo>
                  <a:pt x="2479" y="59110"/>
                </a:lnTo>
                <a:lnTo>
                  <a:pt x="2225" y="60362"/>
                </a:lnTo>
                <a:lnTo>
                  <a:pt x="1985" y="61626"/>
                </a:lnTo>
                <a:lnTo>
                  <a:pt x="1758" y="62901"/>
                </a:lnTo>
                <a:lnTo>
                  <a:pt x="1545" y="64188"/>
                </a:lnTo>
                <a:lnTo>
                  <a:pt x="1346" y="65487"/>
                </a:lnTo>
                <a:lnTo>
                  <a:pt x="1161" y="66797"/>
                </a:lnTo>
                <a:lnTo>
                  <a:pt x="989" y="68119"/>
                </a:lnTo>
                <a:lnTo>
                  <a:pt x="831" y="69452"/>
                </a:lnTo>
                <a:lnTo>
                  <a:pt x="687" y="70797"/>
                </a:lnTo>
                <a:lnTo>
                  <a:pt x="556" y="72154"/>
                </a:lnTo>
                <a:lnTo>
                  <a:pt x="440" y="73522"/>
                </a:lnTo>
                <a:lnTo>
                  <a:pt x="337" y="74902"/>
                </a:lnTo>
                <a:lnTo>
                  <a:pt x="247" y="76294"/>
                </a:lnTo>
                <a:lnTo>
                  <a:pt x="172" y="77697"/>
                </a:lnTo>
                <a:lnTo>
                  <a:pt x="110" y="79112"/>
                </a:lnTo>
                <a:lnTo>
                  <a:pt x="62" y="80539"/>
                </a:lnTo>
                <a:lnTo>
                  <a:pt x="27" y="81977"/>
                </a:lnTo>
                <a:lnTo>
                  <a:pt x="7" y="83427"/>
                </a:lnTo>
                <a:lnTo>
                  <a:pt x="0" y="84888"/>
                </a:lnTo>
                <a:lnTo>
                  <a:pt x="0" y="85695"/>
                </a:lnTo>
                <a:lnTo>
                  <a:pt x="7" y="87163"/>
                </a:lnTo>
                <a:lnTo>
                  <a:pt x="27" y="88620"/>
                </a:lnTo>
                <a:lnTo>
                  <a:pt x="62" y="90064"/>
                </a:lnTo>
                <a:lnTo>
                  <a:pt x="110" y="91497"/>
                </a:lnTo>
                <a:lnTo>
                  <a:pt x="172" y="92918"/>
                </a:lnTo>
                <a:lnTo>
                  <a:pt x="247" y="94327"/>
                </a:lnTo>
                <a:close/>
                <a:moveTo>
                  <a:pt x="177724" y="76294"/>
                </a:moveTo>
                <a:lnTo>
                  <a:pt x="177635" y="74902"/>
                </a:lnTo>
                <a:lnTo>
                  <a:pt x="177532" y="73522"/>
                </a:lnTo>
                <a:lnTo>
                  <a:pt x="177415" y="72154"/>
                </a:lnTo>
                <a:lnTo>
                  <a:pt x="177285" y="70797"/>
                </a:lnTo>
                <a:lnTo>
                  <a:pt x="177141" y="69452"/>
                </a:lnTo>
                <a:lnTo>
                  <a:pt x="176983" y="68119"/>
                </a:lnTo>
                <a:lnTo>
                  <a:pt x="176811" y="66797"/>
                </a:lnTo>
                <a:lnTo>
                  <a:pt x="176625" y="65487"/>
                </a:lnTo>
                <a:lnTo>
                  <a:pt x="176426" y="64188"/>
                </a:lnTo>
                <a:lnTo>
                  <a:pt x="176213" y="62901"/>
                </a:lnTo>
                <a:lnTo>
                  <a:pt x="175987" y="61626"/>
                </a:lnTo>
                <a:lnTo>
                  <a:pt x="175746" y="60362"/>
                </a:lnTo>
                <a:lnTo>
                  <a:pt x="175492" y="59110"/>
                </a:lnTo>
                <a:lnTo>
                  <a:pt x="175224" y="57870"/>
                </a:lnTo>
                <a:lnTo>
                  <a:pt x="174943" y="56641"/>
                </a:lnTo>
                <a:lnTo>
                  <a:pt x="174648" y="55424"/>
                </a:lnTo>
                <a:lnTo>
                  <a:pt x="174339" y="54219"/>
                </a:lnTo>
                <a:lnTo>
                  <a:pt x="174016" y="53025"/>
                </a:lnTo>
                <a:lnTo>
                  <a:pt x="173682" y="51843"/>
                </a:lnTo>
                <a:lnTo>
                  <a:pt x="173341" y="50673"/>
                </a:lnTo>
                <a:lnTo>
                  <a:pt x="172993" y="49516"/>
                </a:lnTo>
                <a:lnTo>
                  <a:pt x="172637" y="48370"/>
                </a:lnTo>
                <a:lnTo>
                  <a:pt x="172273" y="47237"/>
                </a:lnTo>
                <a:lnTo>
                  <a:pt x="171902" y="46116"/>
                </a:lnTo>
                <a:lnTo>
                  <a:pt x="171523" y="45007"/>
                </a:lnTo>
                <a:lnTo>
                  <a:pt x="171136" y="43911"/>
                </a:lnTo>
                <a:lnTo>
                  <a:pt x="170742" y="42827"/>
                </a:lnTo>
                <a:lnTo>
                  <a:pt x="170341" y="41754"/>
                </a:lnTo>
                <a:lnTo>
                  <a:pt x="169932" y="40695"/>
                </a:lnTo>
                <a:lnTo>
                  <a:pt x="169515" y="39647"/>
                </a:lnTo>
                <a:lnTo>
                  <a:pt x="169091" y="38611"/>
                </a:lnTo>
                <a:lnTo>
                  <a:pt x="168659" y="37588"/>
                </a:lnTo>
                <a:lnTo>
                  <a:pt x="168220" y="36577"/>
                </a:lnTo>
                <a:lnTo>
                  <a:pt x="167773" y="35578"/>
                </a:lnTo>
                <a:lnTo>
                  <a:pt x="167318" y="34591"/>
                </a:lnTo>
                <a:lnTo>
                  <a:pt x="166856" y="33617"/>
                </a:lnTo>
                <a:lnTo>
                  <a:pt x="166386" y="32654"/>
                </a:lnTo>
                <a:lnTo>
                  <a:pt x="165909" y="31704"/>
                </a:lnTo>
                <a:lnTo>
                  <a:pt x="165424" y="30767"/>
                </a:lnTo>
                <a:lnTo>
                  <a:pt x="164932" y="29841"/>
                </a:lnTo>
                <a:lnTo>
                  <a:pt x="164432" y="28927"/>
                </a:lnTo>
                <a:lnTo>
                  <a:pt x="163924" y="28026"/>
                </a:lnTo>
                <a:lnTo>
                  <a:pt x="163412" y="27137"/>
                </a:lnTo>
                <a:lnTo>
                  <a:pt x="162897" y="26261"/>
                </a:lnTo>
                <a:lnTo>
                  <a:pt x="162381" y="25398"/>
                </a:lnTo>
                <a:lnTo>
                  <a:pt x="161861" y="24547"/>
                </a:lnTo>
                <a:lnTo>
                  <a:pt x="161340" y="23710"/>
                </a:lnTo>
                <a:lnTo>
                  <a:pt x="160816" y="22885"/>
                </a:lnTo>
                <a:lnTo>
                  <a:pt x="160290" y="22072"/>
                </a:lnTo>
                <a:lnTo>
                  <a:pt x="159762" y="21273"/>
                </a:lnTo>
                <a:lnTo>
                  <a:pt x="159232" y="20486"/>
                </a:lnTo>
                <a:lnTo>
                  <a:pt x="158699" y="19712"/>
                </a:lnTo>
                <a:lnTo>
                  <a:pt x="158165" y="18951"/>
                </a:lnTo>
                <a:lnTo>
                  <a:pt x="157628" y="18203"/>
                </a:lnTo>
                <a:lnTo>
                  <a:pt x="157088" y="17467"/>
                </a:lnTo>
                <a:lnTo>
                  <a:pt x="156547" y="16744"/>
                </a:lnTo>
                <a:lnTo>
                  <a:pt x="156003" y="16034"/>
                </a:lnTo>
                <a:lnTo>
                  <a:pt x="155457" y="15337"/>
                </a:lnTo>
                <a:lnTo>
                  <a:pt x="154908" y="14652"/>
                </a:lnTo>
                <a:lnTo>
                  <a:pt x="154358" y="13980"/>
                </a:lnTo>
                <a:lnTo>
                  <a:pt x="153805" y="13321"/>
                </a:lnTo>
                <a:lnTo>
                  <a:pt x="153250" y="12675"/>
                </a:lnTo>
                <a:lnTo>
                  <a:pt x="152693" y="12041"/>
                </a:lnTo>
                <a:lnTo>
                  <a:pt x="152133" y="11421"/>
                </a:lnTo>
                <a:lnTo>
                  <a:pt x="151572" y="10813"/>
                </a:lnTo>
                <a:lnTo>
                  <a:pt x="151008" y="10217"/>
                </a:lnTo>
                <a:lnTo>
                  <a:pt x="150444" y="9635"/>
                </a:lnTo>
                <a:lnTo>
                  <a:pt x="149885" y="9067"/>
                </a:lnTo>
                <a:lnTo>
                  <a:pt x="149329" y="8512"/>
                </a:lnTo>
                <a:lnTo>
                  <a:pt x="148776" y="7971"/>
                </a:lnTo>
                <a:lnTo>
                  <a:pt x="148228" y="7443"/>
                </a:lnTo>
                <a:lnTo>
                  <a:pt x="147683" y="6929"/>
                </a:lnTo>
                <a:lnTo>
                  <a:pt x="147141" y="6428"/>
                </a:lnTo>
                <a:lnTo>
                  <a:pt x="146603" y="5942"/>
                </a:lnTo>
                <a:lnTo>
                  <a:pt x="146069" y="5468"/>
                </a:lnTo>
                <a:lnTo>
                  <a:pt x="145539" y="5009"/>
                </a:lnTo>
                <a:lnTo>
                  <a:pt x="145012" y="4562"/>
                </a:lnTo>
                <a:lnTo>
                  <a:pt x="144489" y="4130"/>
                </a:lnTo>
                <a:lnTo>
                  <a:pt x="143969" y="3711"/>
                </a:lnTo>
                <a:lnTo>
                  <a:pt x="143453" y="3306"/>
                </a:lnTo>
                <a:lnTo>
                  <a:pt x="142941" y="2914"/>
                </a:lnTo>
                <a:lnTo>
                  <a:pt x="142432" y="2536"/>
                </a:lnTo>
                <a:lnTo>
                  <a:pt x="141927" y="2171"/>
                </a:lnTo>
                <a:lnTo>
                  <a:pt x="141426" y="1820"/>
                </a:lnTo>
                <a:lnTo>
                  <a:pt x="140928" y="1483"/>
                </a:lnTo>
                <a:lnTo>
                  <a:pt x="140434" y="1159"/>
                </a:lnTo>
                <a:lnTo>
                  <a:pt x="139944" y="849"/>
                </a:lnTo>
                <a:lnTo>
                  <a:pt x="139457" y="552"/>
                </a:lnTo>
                <a:lnTo>
                  <a:pt x="138974" y="269"/>
                </a:lnTo>
                <a:lnTo>
                  <a:pt x="138494" y="0"/>
                </a:lnTo>
                <a:lnTo>
                  <a:pt x="135346" y="9128"/>
                </a:lnTo>
                <a:lnTo>
                  <a:pt x="135703" y="9429"/>
                </a:lnTo>
                <a:lnTo>
                  <a:pt x="136063" y="9740"/>
                </a:lnTo>
                <a:lnTo>
                  <a:pt x="136424" y="10062"/>
                </a:lnTo>
                <a:lnTo>
                  <a:pt x="136787" y="10394"/>
                </a:lnTo>
                <a:lnTo>
                  <a:pt x="137151" y="10736"/>
                </a:lnTo>
                <a:lnTo>
                  <a:pt x="137518" y="11088"/>
                </a:lnTo>
                <a:lnTo>
                  <a:pt x="137886" y="11451"/>
                </a:lnTo>
                <a:lnTo>
                  <a:pt x="138257" y="11824"/>
                </a:lnTo>
                <a:lnTo>
                  <a:pt x="138629" y="12207"/>
                </a:lnTo>
                <a:lnTo>
                  <a:pt x="139003" y="12600"/>
                </a:lnTo>
                <a:lnTo>
                  <a:pt x="139378" y="13004"/>
                </a:lnTo>
                <a:lnTo>
                  <a:pt x="139756" y="13418"/>
                </a:lnTo>
                <a:lnTo>
                  <a:pt x="140135" y="13842"/>
                </a:lnTo>
                <a:lnTo>
                  <a:pt x="140516" y="14276"/>
                </a:lnTo>
                <a:lnTo>
                  <a:pt x="140899" y="14721"/>
                </a:lnTo>
                <a:lnTo>
                  <a:pt x="141284" y="15176"/>
                </a:lnTo>
                <a:lnTo>
                  <a:pt x="141671" y="15641"/>
                </a:lnTo>
                <a:lnTo>
                  <a:pt x="142059" y="16116"/>
                </a:lnTo>
                <a:lnTo>
                  <a:pt x="142449" y="16602"/>
                </a:lnTo>
                <a:lnTo>
                  <a:pt x="142842" y="17098"/>
                </a:lnTo>
                <a:lnTo>
                  <a:pt x="143235" y="17604"/>
                </a:lnTo>
                <a:lnTo>
                  <a:pt x="143631" y="18120"/>
                </a:lnTo>
                <a:lnTo>
                  <a:pt x="144029" y="18647"/>
                </a:lnTo>
                <a:lnTo>
                  <a:pt x="144428" y="19184"/>
                </a:lnTo>
                <a:lnTo>
                  <a:pt x="144827" y="19730"/>
                </a:lnTo>
                <a:lnTo>
                  <a:pt x="145225" y="20288"/>
                </a:lnTo>
                <a:lnTo>
                  <a:pt x="145620" y="20855"/>
                </a:lnTo>
                <a:lnTo>
                  <a:pt x="146014" y="21433"/>
                </a:lnTo>
                <a:lnTo>
                  <a:pt x="146405" y="22020"/>
                </a:lnTo>
                <a:lnTo>
                  <a:pt x="146794" y="22619"/>
                </a:lnTo>
                <a:lnTo>
                  <a:pt x="147182" y="23227"/>
                </a:lnTo>
                <a:lnTo>
                  <a:pt x="147568" y="23845"/>
                </a:lnTo>
                <a:lnTo>
                  <a:pt x="147951" y="24474"/>
                </a:lnTo>
                <a:lnTo>
                  <a:pt x="148333" y="25113"/>
                </a:lnTo>
                <a:lnTo>
                  <a:pt x="148713" y="25763"/>
                </a:lnTo>
                <a:lnTo>
                  <a:pt x="149090" y="26422"/>
                </a:lnTo>
                <a:lnTo>
                  <a:pt x="149466" y="27092"/>
                </a:lnTo>
                <a:lnTo>
                  <a:pt x="149840" y="27772"/>
                </a:lnTo>
                <a:lnTo>
                  <a:pt x="150212" y="28462"/>
                </a:lnTo>
                <a:lnTo>
                  <a:pt x="150582" y="29163"/>
                </a:lnTo>
                <a:lnTo>
                  <a:pt x="150949" y="29873"/>
                </a:lnTo>
                <a:lnTo>
                  <a:pt x="151315" y="30594"/>
                </a:lnTo>
                <a:lnTo>
                  <a:pt x="151679" y="31326"/>
                </a:lnTo>
                <a:lnTo>
                  <a:pt x="152041" y="32067"/>
                </a:lnTo>
                <a:lnTo>
                  <a:pt x="152401" y="32819"/>
                </a:lnTo>
                <a:lnTo>
                  <a:pt x="152760" y="33581"/>
                </a:lnTo>
                <a:lnTo>
                  <a:pt x="153116" y="34353"/>
                </a:lnTo>
                <a:lnTo>
                  <a:pt x="153470" y="35135"/>
                </a:lnTo>
                <a:lnTo>
                  <a:pt x="153820" y="35928"/>
                </a:lnTo>
                <a:lnTo>
                  <a:pt x="154165" y="36731"/>
                </a:lnTo>
                <a:lnTo>
                  <a:pt x="154505" y="37543"/>
                </a:lnTo>
                <a:lnTo>
                  <a:pt x="154839" y="38367"/>
                </a:lnTo>
                <a:lnTo>
                  <a:pt x="155168" y="39200"/>
                </a:lnTo>
                <a:lnTo>
                  <a:pt x="155491" y="40044"/>
                </a:lnTo>
                <a:lnTo>
                  <a:pt x="155808" y="40898"/>
                </a:lnTo>
                <a:lnTo>
                  <a:pt x="156121" y="41762"/>
                </a:lnTo>
                <a:lnTo>
                  <a:pt x="156427" y="42636"/>
                </a:lnTo>
                <a:lnTo>
                  <a:pt x="156729" y="43521"/>
                </a:lnTo>
                <a:lnTo>
                  <a:pt x="157024" y="44416"/>
                </a:lnTo>
                <a:lnTo>
                  <a:pt x="157315" y="45321"/>
                </a:lnTo>
                <a:lnTo>
                  <a:pt x="157600" y="46237"/>
                </a:lnTo>
                <a:lnTo>
                  <a:pt x="157879" y="47162"/>
                </a:lnTo>
                <a:lnTo>
                  <a:pt x="158153" y="48098"/>
                </a:lnTo>
                <a:lnTo>
                  <a:pt x="158421" y="49045"/>
                </a:lnTo>
                <a:lnTo>
                  <a:pt x="158684" y="50001"/>
                </a:lnTo>
                <a:lnTo>
                  <a:pt x="158942" y="50968"/>
                </a:lnTo>
                <a:lnTo>
                  <a:pt x="159194" y="51945"/>
                </a:lnTo>
                <a:lnTo>
                  <a:pt x="159441" y="52932"/>
                </a:lnTo>
                <a:lnTo>
                  <a:pt x="159682" y="53929"/>
                </a:lnTo>
                <a:lnTo>
                  <a:pt x="159917" y="54937"/>
                </a:lnTo>
                <a:lnTo>
                  <a:pt x="160148" y="55955"/>
                </a:lnTo>
                <a:lnTo>
                  <a:pt x="160372" y="56983"/>
                </a:lnTo>
                <a:lnTo>
                  <a:pt x="160590" y="58021"/>
                </a:lnTo>
                <a:lnTo>
                  <a:pt x="160798" y="59070"/>
                </a:lnTo>
                <a:lnTo>
                  <a:pt x="160997" y="60128"/>
                </a:lnTo>
                <a:lnTo>
                  <a:pt x="161186" y="61197"/>
                </a:lnTo>
                <a:lnTo>
                  <a:pt x="161367" y="62277"/>
                </a:lnTo>
                <a:lnTo>
                  <a:pt x="161538" y="63366"/>
                </a:lnTo>
                <a:lnTo>
                  <a:pt x="161700" y="64466"/>
                </a:lnTo>
                <a:lnTo>
                  <a:pt x="161852" y="65575"/>
                </a:lnTo>
                <a:lnTo>
                  <a:pt x="161996" y="66696"/>
                </a:lnTo>
                <a:lnTo>
                  <a:pt x="162130" y="67826"/>
                </a:lnTo>
                <a:lnTo>
                  <a:pt x="162255" y="68967"/>
                </a:lnTo>
                <a:lnTo>
                  <a:pt x="162370" y="70117"/>
                </a:lnTo>
                <a:lnTo>
                  <a:pt x="162477" y="71279"/>
                </a:lnTo>
                <a:lnTo>
                  <a:pt x="162574" y="72450"/>
                </a:lnTo>
                <a:lnTo>
                  <a:pt x="162662" y="73631"/>
                </a:lnTo>
                <a:lnTo>
                  <a:pt x="162740" y="74823"/>
                </a:lnTo>
                <a:lnTo>
                  <a:pt x="162810" y="76025"/>
                </a:lnTo>
                <a:lnTo>
                  <a:pt x="162870" y="77238"/>
                </a:lnTo>
                <a:lnTo>
                  <a:pt x="162921" y="78460"/>
                </a:lnTo>
                <a:lnTo>
                  <a:pt x="162962" y="79693"/>
                </a:lnTo>
                <a:lnTo>
                  <a:pt x="162995" y="80936"/>
                </a:lnTo>
                <a:lnTo>
                  <a:pt x="163018" y="82189"/>
                </a:lnTo>
                <a:lnTo>
                  <a:pt x="163032" y="83453"/>
                </a:lnTo>
                <a:lnTo>
                  <a:pt x="163036" y="84727"/>
                </a:lnTo>
                <a:lnTo>
                  <a:pt x="163036" y="85857"/>
                </a:lnTo>
                <a:lnTo>
                  <a:pt x="163032" y="87130"/>
                </a:lnTo>
                <a:lnTo>
                  <a:pt x="163019" y="88394"/>
                </a:lnTo>
                <a:lnTo>
                  <a:pt x="162997" y="89647"/>
                </a:lnTo>
                <a:lnTo>
                  <a:pt x="162967" y="90890"/>
                </a:lnTo>
                <a:lnTo>
                  <a:pt x="162928" y="92123"/>
                </a:lnTo>
                <a:lnTo>
                  <a:pt x="162880" y="93346"/>
                </a:lnTo>
                <a:lnTo>
                  <a:pt x="162824" y="94558"/>
                </a:lnTo>
                <a:lnTo>
                  <a:pt x="162758" y="95760"/>
                </a:lnTo>
                <a:lnTo>
                  <a:pt x="162685" y="96952"/>
                </a:lnTo>
                <a:lnTo>
                  <a:pt x="162602" y="98134"/>
                </a:lnTo>
                <a:lnTo>
                  <a:pt x="162511" y="99305"/>
                </a:lnTo>
                <a:lnTo>
                  <a:pt x="162411" y="100466"/>
                </a:lnTo>
                <a:lnTo>
                  <a:pt x="162302" y="101617"/>
                </a:lnTo>
                <a:lnTo>
                  <a:pt x="162185" y="102758"/>
                </a:lnTo>
                <a:lnTo>
                  <a:pt x="162059" y="103889"/>
                </a:lnTo>
                <a:lnTo>
                  <a:pt x="161924" y="105009"/>
                </a:lnTo>
                <a:lnTo>
                  <a:pt x="161781" y="106119"/>
                </a:lnTo>
                <a:lnTo>
                  <a:pt x="161629" y="107219"/>
                </a:lnTo>
                <a:lnTo>
                  <a:pt x="161468" y="108308"/>
                </a:lnTo>
                <a:lnTo>
                  <a:pt x="161298" y="109388"/>
                </a:lnTo>
                <a:lnTo>
                  <a:pt x="161120" y="110457"/>
                </a:lnTo>
                <a:lnTo>
                  <a:pt x="160934" y="111516"/>
                </a:lnTo>
                <a:lnTo>
                  <a:pt x="160738" y="112564"/>
                </a:lnTo>
                <a:lnTo>
                  <a:pt x="160534" y="113603"/>
                </a:lnTo>
                <a:lnTo>
                  <a:pt x="160322" y="114631"/>
                </a:lnTo>
                <a:lnTo>
                  <a:pt x="160105" y="115649"/>
                </a:lnTo>
                <a:lnTo>
                  <a:pt x="159883" y="116657"/>
                </a:lnTo>
                <a:lnTo>
                  <a:pt x="159655" y="117654"/>
                </a:lnTo>
                <a:lnTo>
                  <a:pt x="159421" y="118642"/>
                </a:lnTo>
                <a:lnTo>
                  <a:pt x="159182" y="119620"/>
                </a:lnTo>
                <a:lnTo>
                  <a:pt x="158937" y="120587"/>
                </a:lnTo>
                <a:lnTo>
                  <a:pt x="158686" y="121544"/>
                </a:lnTo>
                <a:lnTo>
                  <a:pt x="158430" y="122492"/>
                </a:lnTo>
                <a:lnTo>
                  <a:pt x="158168" y="123429"/>
                </a:lnTo>
                <a:lnTo>
                  <a:pt x="157901" y="124356"/>
                </a:lnTo>
                <a:lnTo>
                  <a:pt x="157628" y="125273"/>
                </a:lnTo>
                <a:lnTo>
                  <a:pt x="157349" y="126180"/>
                </a:lnTo>
                <a:lnTo>
                  <a:pt x="157065" y="127076"/>
                </a:lnTo>
                <a:lnTo>
                  <a:pt x="156775" y="127963"/>
                </a:lnTo>
                <a:lnTo>
                  <a:pt x="156479" y="128840"/>
                </a:lnTo>
                <a:lnTo>
                  <a:pt x="156178" y="129706"/>
                </a:lnTo>
                <a:lnTo>
                  <a:pt x="155872" y="130562"/>
                </a:lnTo>
                <a:lnTo>
                  <a:pt x="155559" y="131409"/>
                </a:lnTo>
                <a:lnTo>
                  <a:pt x="155241" y="132245"/>
                </a:lnTo>
                <a:lnTo>
                  <a:pt x="154918" y="133071"/>
                </a:lnTo>
                <a:lnTo>
                  <a:pt x="154589" y="133887"/>
                </a:lnTo>
                <a:lnTo>
                  <a:pt x="154254" y="134693"/>
                </a:lnTo>
                <a:lnTo>
                  <a:pt x="153914" y="135488"/>
                </a:lnTo>
                <a:lnTo>
                  <a:pt x="153570" y="136274"/>
                </a:lnTo>
                <a:lnTo>
                  <a:pt x="153223" y="137049"/>
                </a:lnTo>
                <a:lnTo>
                  <a:pt x="152873" y="137814"/>
                </a:lnTo>
                <a:lnTo>
                  <a:pt x="152521" y="138569"/>
                </a:lnTo>
                <a:lnTo>
                  <a:pt x="152167" y="139313"/>
                </a:lnTo>
                <a:lnTo>
                  <a:pt x="151810" y="140047"/>
                </a:lnTo>
                <a:lnTo>
                  <a:pt x="151450" y="140770"/>
                </a:lnTo>
                <a:lnTo>
                  <a:pt x="151088" y="141483"/>
                </a:lnTo>
                <a:lnTo>
                  <a:pt x="150724" y="142186"/>
                </a:lnTo>
                <a:lnTo>
                  <a:pt x="150357" y="142878"/>
                </a:lnTo>
                <a:lnTo>
                  <a:pt x="149987" y="143560"/>
                </a:lnTo>
                <a:lnTo>
                  <a:pt x="149615" y="144232"/>
                </a:lnTo>
                <a:lnTo>
                  <a:pt x="149240" y="144893"/>
                </a:lnTo>
                <a:lnTo>
                  <a:pt x="148863" y="145544"/>
                </a:lnTo>
                <a:lnTo>
                  <a:pt x="148484" y="146184"/>
                </a:lnTo>
                <a:lnTo>
                  <a:pt x="148101" y="146814"/>
                </a:lnTo>
                <a:lnTo>
                  <a:pt x="147717" y="147434"/>
                </a:lnTo>
                <a:lnTo>
                  <a:pt x="147329" y="148043"/>
                </a:lnTo>
                <a:lnTo>
                  <a:pt x="146940" y="148642"/>
                </a:lnTo>
                <a:lnTo>
                  <a:pt x="146547" y="149230"/>
                </a:lnTo>
                <a:lnTo>
                  <a:pt x="146152" y="149808"/>
                </a:lnTo>
                <a:lnTo>
                  <a:pt x="145755" y="150376"/>
                </a:lnTo>
                <a:lnTo>
                  <a:pt x="145355" y="150933"/>
                </a:lnTo>
                <a:lnTo>
                  <a:pt x="144953" y="151480"/>
                </a:lnTo>
                <a:lnTo>
                  <a:pt x="144549" y="152017"/>
                </a:lnTo>
                <a:lnTo>
                  <a:pt x="144146" y="152544"/>
                </a:lnTo>
                <a:lnTo>
                  <a:pt x="143743" y="153062"/>
                </a:lnTo>
                <a:lnTo>
                  <a:pt x="143340" y="153569"/>
                </a:lnTo>
                <a:lnTo>
                  <a:pt x="142938" y="154066"/>
                </a:lnTo>
                <a:lnTo>
                  <a:pt x="142536" y="154553"/>
                </a:lnTo>
                <a:lnTo>
                  <a:pt x="142134" y="155030"/>
                </a:lnTo>
                <a:lnTo>
                  <a:pt x="141733" y="155497"/>
                </a:lnTo>
                <a:lnTo>
                  <a:pt x="141331" y="155955"/>
                </a:lnTo>
                <a:lnTo>
                  <a:pt x="140930" y="156402"/>
                </a:lnTo>
                <a:lnTo>
                  <a:pt x="140530" y="156839"/>
                </a:lnTo>
                <a:lnTo>
                  <a:pt x="140129" y="157267"/>
                </a:lnTo>
                <a:lnTo>
                  <a:pt x="139729" y="157684"/>
                </a:lnTo>
                <a:lnTo>
                  <a:pt x="139329" y="158091"/>
                </a:lnTo>
                <a:lnTo>
                  <a:pt x="138930" y="158489"/>
                </a:lnTo>
                <a:lnTo>
                  <a:pt x="138530" y="158876"/>
                </a:lnTo>
                <a:lnTo>
                  <a:pt x="138131" y="159254"/>
                </a:lnTo>
                <a:lnTo>
                  <a:pt x="137733" y="159621"/>
                </a:lnTo>
                <a:lnTo>
                  <a:pt x="137334" y="159979"/>
                </a:lnTo>
                <a:lnTo>
                  <a:pt x="136936" y="160326"/>
                </a:lnTo>
                <a:lnTo>
                  <a:pt x="136538" y="160664"/>
                </a:lnTo>
                <a:lnTo>
                  <a:pt x="136140" y="160992"/>
                </a:lnTo>
                <a:lnTo>
                  <a:pt x="135743" y="161309"/>
                </a:lnTo>
                <a:lnTo>
                  <a:pt x="135346" y="161617"/>
                </a:lnTo>
                <a:lnTo>
                  <a:pt x="138494" y="170664"/>
                </a:lnTo>
                <a:lnTo>
                  <a:pt x="138974" y="170395"/>
                </a:lnTo>
                <a:lnTo>
                  <a:pt x="139457" y="170112"/>
                </a:lnTo>
                <a:lnTo>
                  <a:pt x="139944" y="169815"/>
                </a:lnTo>
                <a:lnTo>
                  <a:pt x="140434" y="169505"/>
                </a:lnTo>
                <a:lnTo>
                  <a:pt x="140928" y="169181"/>
                </a:lnTo>
                <a:lnTo>
                  <a:pt x="141426" y="168844"/>
                </a:lnTo>
                <a:lnTo>
                  <a:pt x="141927" y="168493"/>
                </a:lnTo>
                <a:lnTo>
                  <a:pt x="142432" y="168128"/>
                </a:lnTo>
                <a:lnTo>
                  <a:pt x="142941" y="167750"/>
                </a:lnTo>
                <a:lnTo>
                  <a:pt x="143453" y="167358"/>
                </a:lnTo>
                <a:lnTo>
                  <a:pt x="143969" y="166953"/>
                </a:lnTo>
                <a:lnTo>
                  <a:pt x="144489" y="166534"/>
                </a:lnTo>
                <a:lnTo>
                  <a:pt x="145012" y="166102"/>
                </a:lnTo>
                <a:lnTo>
                  <a:pt x="145539" y="165655"/>
                </a:lnTo>
                <a:lnTo>
                  <a:pt x="146069" y="165196"/>
                </a:lnTo>
                <a:lnTo>
                  <a:pt x="146603" y="164722"/>
                </a:lnTo>
                <a:lnTo>
                  <a:pt x="147141" y="164236"/>
                </a:lnTo>
                <a:lnTo>
                  <a:pt x="147683" y="163735"/>
                </a:lnTo>
                <a:lnTo>
                  <a:pt x="148228" y="163221"/>
                </a:lnTo>
                <a:lnTo>
                  <a:pt x="148776" y="162693"/>
                </a:lnTo>
                <a:lnTo>
                  <a:pt x="149329" y="162152"/>
                </a:lnTo>
                <a:lnTo>
                  <a:pt x="149885" y="161597"/>
                </a:lnTo>
                <a:lnTo>
                  <a:pt x="150444" y="161029"/>
                </a:lnTo>
                <a:lnTo>
                  <a:pt x="151008" y="160447"/>
                </a:lnTo>
                <a:lnTo>
                  <a:pt x="151572" y="159851"/>
                </a:lnTo>
                <a:lnTo>
                  <a:pt x="152133" y="159244"/>
                </a:lnTo>
                <a:lnTo>
                  <a:pt x="152693" y="158623"/>
                </a:lnTo>
                <a:lnTo>
                  <a:pt x="153250" y="157990"/>
                </a:lnTo>
                <a:lnTo>
                  <a:pt x="153805" y="157344"/>
                </a:lnTo>
                <a:lnTo>
                  <a:pt x="154358" y="156686"/>
                </a:lnTo>
                <a:lnTo>
                  <a:pt x="154908" y="156015"/>
                </a:lnTo>
                <a:lnTo>
                  <a:pt x="155457" y="155332"/>
                </a:lnTo>
                <a:lnTo>
                  <a:pt x="156003" y="154636"/>
                </a:lnTo>
                <a:lnTo>
                  <a:pt x="156547" y="153927"/>
                </a:lnTo>
                <a:lnTo>
                  <a:pt x="157088" y="153205"/>
                </a:lnTo>
                <a:lnTo>
                  <a:pt x="157628" y="152471"/>
                </a:lnTo>
                <a:lnTo>
                  <a:pt x="158165" y="151725"/>
                </a:lnTo>
                <a:lnTo>
                  <a:pt x="158699" y="150965"/>
                </a:lnTo>
                <a:lnTo>
                  <a:pt x="159232" y="150193"/>
                </a:lnTo>
                <a:lnTo>
                  <a:pt x="159762" y="149409"/>
                </a:lnTo>
                <a:lnTo>
                  <a:pt x="160290" y="148612"/>
                </a:lnTo>
                <a:lnTo>
                  <a:pt x="160816" y="147802"/>
                </a:lnTo>
                <a:lnTo>
                  <a:pt x="161340" y="146980"/>
                </a:lnTo>
                <a:lnTo>
                  <a:pt x="161861" y="146145"/>
                </a:lnTo>
                <a:lnTo>
                  <a:pt x="162381" y="145297"/>
                </a:lnTo>
                <a:lnTo>
                  <a:pt x="162897" y="144437"/>
                </a:lnTo>
                <a:lnTo>
                  <a:pt x="163412" y="143564"/>
                </a:lnTo>
                <a:lnTo>
                  <a:pt x="163924" y="142678"/>
                </a:lnTo>
                <a:lnTo>
                  <a:pt x="164432" y="141780"/>
                </a:lnTo>
                <a:lnTo>
                  <a:pt x="164932" y="140870"/>
                </a:lnTo>
                <a:lnTo>
                  <a:pt x="165424" y="139947"/>
                </a:lnTo>
                <a:lnTo>
                  <a:pt x="165909" y="139011"/>
                </a:lnTo>
                <a:lnTo>
                  <a:pt x="166386" y="138063"/>
                </a:lnTo>
                <a:lnTo>
                  <a:pt x="166856" y="137103"/>
                </a:lnTo>
                <a:lnTo>
                  <a:pt x="167318" y="136130"/>
                </a:lnTo>
                <a:lnTo>
                  <a:pt x="167773" y="135144"/>
                </a:lnTo>
                <a:lnTo>
                  <a:pt x="168220" y="134146"/>
                </a:lnTo>
                <a:lnTo>
                  <a:pt x="168659" y="133136"/>
                </a:lnTo>
                <a:lnTo>
                  <a:pt x="169091" y="132113"/>
                </a:lnTo>
                <a:lnTo>
                  <a:pt x="169515" y="131078"/>
                </a:lnTo>
                <a:lnTo>
                  <a:pt x="169932" y="130030"/>
                </a:lnTo>
                <a:lnTo>
                  <a:pt x="170341" y="128970"/>
                </a:lnTo>
                <a:lnTo>
                  <a:pt x="170742" y="127897"/>
                </a:lnTo>
                <a:lnTo>
                  <a:pt x="171136" y="126811"/>
                </a:lnTo>
                <a:lnTo>
                  <a:pt x="171523" y="125714"/>
                </a:lnTo>
                <a:lnTo>
                  <a:pt x="171902" y="124603"/>
                </a:lnTo>
                <a:lnTo>
                  <a:pt x="172273" y="123481"/>
                </a:lnTo>
                <a:lnTo>
                  <a:pt x="172637" y="122345"/>
                </a:lnTo>
                <a:lnTo>
                  <a:pt x="172993" y="121198"/>
                </a:lnTo>
                <a:lnTo>
                  <a:pt x="173341" y="120037"/>
                </a:lnTo>
                <a:lnTo>
                  <a:pt x="173682" y="118865"/>
                </a:lnTo>
                <a:lnTo>
                  <a:pt x="174016" y="117680"/>
                </a:lnTo>
                <a:lnTo>
                  <a:pt x="174339" y="116482"/>
                </a:lnTo>
                <a:lnTo>
                  <a:pt x="174648" y="115273"/>
                </a:lnTo>
                <a:lnTo>
                  <a:pt x="174943" y="114052"/>
                </a:lnTo>
                <a:lnTo>
                  <a:pt x="175224" y="112820"/>
                </a:lnTo>
                <a:lnTo>
                  <a:pt x="175492" y="111575"/>
                </a:lnTo>
                <a:lnTo>
                  <a:pt x="175746" y="110319"/>
                </a:lnTo>
                <a:lnTo>
                  <a:pt x="175987" y="109051"/>
                </a:lnTo>
                <a:lnTo>
                  <a:pt x="176213" y="107772"/>
                </a:lnTo>
                <a:lnTo>
                  <a:pt x="176426" y="106480"/>
                </a:lnTo>
                <a:lnTo>
                  <a:pt x="176625" y="105177"/>
                </a:lnTo>
                <a:lnTo>
                  <a:pt x="176811" y="103862"/>
                </a:lnTo>
                <a:lnTo>
                  <a:pt x="176983" y="102535"/>
                </a:lnTo>
                <a:lnTo>
                  <a:pt x="177141" y="101197"/>
                </a:lnTo>
                <a:lnTo>
                  <a:pt x="177285" y="99846"/>
                </a:lnTo>
                <a:lnTo>
                  <a:pt x="177415" y="98484"/>
                </a:lnTo>
                <a:lnTo>
                  <a:pt x="177532" y="97110"/>
                </a:lnTo>
                <a:lnTo>
                  <a:pt x="177635" y="95725"/>
                </a:lnTo>
                <a:lnTo>
                  <a:pt x="177724" y="94327"/>
                </a:lnTo>
                <a:lnTo>
                  <a:pt x="177800" y="92918"/>
                </a:lnTo>
                <a:lnTo>
                  <a:pt x="177862" y="91497"/>
                </a:lnTo>
                <a:lnTo>
                  <a:pt x="177910" y="90064"/>
                </a:lnTo>
                <a:lnTo>
                  <a:pt x="177944" y="88620"/>
                </a:lnTo>
                <a:lnTo>
                  <a:pt x="177965" y="87163"/>
                </a:lnTo>
                <a:lnTo>
                  <a:pt x="177972" y="85695"/>
                </a:lnTo>
                <a:lnTo>
                  <a:pt x="177972" y="84888"/>
                </a:lnTo>
                <a:lnTo>
                  <a:pt x="177965" y="83427"/>
                </a:lnTo>
                <a:lnTo>
                  <a:pt x="177944" y="81977"/>
                </a:lnTo>
                <a:lnTo>
                  <a:pt x="177910" y="80539"/>
                </a:lnTo>
                <a:lnTo>
                  <a:pt x="177862" y="79112"/>
                </a:lnTo>
                <a:lnTo>
                  <a:pt x="177800" y="77697"/>
                </a:lnTo>
                <a:lnTo>
                  <a:pt x="177724" y="76294"/>
                </a:lnTo>
                <a:close/>
                <a:moveTo>
                  <a:pt x="89273" y="121947"/>
                </a:moveTo>
                <a:lnTo>
                  <a:pt x="88739" y="121895"/>
                </a:lnTo>
                <a:lnTo>
                  <a:pt x="88212" y="121834"/>
                </a:lnTo>
                <a:lnTo>
                  <a:pt x="87693" y="121764"/>
                </a:lnTo>
                <a:lnTo>
                  <a:pt x="87183" y="121684"/>
                </a:lnTo>
                <a:lnTo>
                  <a:pt x="86680" y="121595"/>
                </a:lnTo>
                <a:lnTo>
                  <a:pt x="86185" y="121496"/>
                </a:lnTo>
                <a:lnTo>
                  <a:pt x="85699" y="121388"/>
                </a:lnTo>
                <a:lnTo>
                  <a:pt x="85220" y="121271"/>
                </a:lnTo>
                <a:lnTo>
                  <a:pt x="84749" y="121144"/>
                </a:lnTo>
                <a:lnTo>
                  <a:pt x="84286" y="121008"/>
                </a:lnTo>
                <a:lnTo>
                  <a:pt x="83832" y="120862"/>
                </a:lnTo>
                <a:lnTo>
                  <a:pt x="83385" y="120707"/>
                </a:lnTo>
                <a:lnTo>
                  <a:pt x="82946" y="120543"/>
                </a:lnTo>
                <a:lnTo>
                  <a:pt x="82515" y="120369"/>
                </a:lnTo>
                <a:lnTo>
                  <a:pt x="82093" y="120186"/>
                </a:lnTo>
                <a:lnTo>
                  <a:pt x="81678" y="119994"/>
                </a:lnTo>
                <a:lnTo>
                  <a:pt x="81271" y="119792"/>
                </a:lnTo>
                <a:lnTo>
                  <a:pt x="80872" y="119581"/>
                </a:lnTo>
                <a:lnTo>
                  <a:pt x="80481" y="119360"/>
                </a:lnTo>
                <a:lnTo>
                  <a:pt x="80098" y="119131"/>
                </a:lnTo>
                <a:lnTo>
                  <a:pt x="79721" y="118896"/>
                </a:lnTo>
                <a:lnTo>
                  <a:pt x="79351" y="118655"/>
                </a:lnTo>
                <a:lnTo>
                  <a:pt x="78988" y="118408"/>
                </a:lnTo>
                <a:lnTo>
                  <a:pt x="78631" y="118154"/>
                </a:lnTo>
                <a:lnTo>
                  <a:pt x="78281" y="117894"/>
                </a:lnTo>
                <a:lnTo>
                  <a:pt x="77938" y="117628"/>
                </a:lnTo>
                <a:lnTo>
                  <a:pt x="77602" y="117355"/>
                </a:lnTo>
                <a:lnTo>
                  <a:pt x="77272" y="117076"/>
                </a:lnTo>
                <a:lnTo>
                  <a:pt x="76949" y="116791"/>
                </a:lnTo>
                <a:lnTo>
                  <a:pt x="76633" y="116499"/>
                </a:lnTo>
                <a:lnTo>
                  <a:pt x="76324" y="116201"/>
                </a:lnTo>
                <a:lnTo>
                  <a:pt x="76021" y="115897"/>
                </a:lnTo>
                <a:lnTo>
                  <a:pt x="75725" y="115587"/>
                </a:lnTo>
                <a:lnTo>
                  <a:pt x="75436" y="115270"/>
                </a:lnTo>
                <a:lnTo>
                  <a:pt x="75153" y="114947"/>
                </a:lnTo>
                <a:lnTo>
                  <a:pt x="74877" y="114617"/>
                </a:lnTo>
                <a:lnTo>
                  <a:pt x="74608" y="114281"/>
                </a:lnTo>
                <a:lnTo>
                  <a:pt x="74346" y="113939"/>
                </a:lnTo>
                <a:lnTo>
                  <a:pt x="74090" y="113591"/>
                </a:lnTo>
                <a:lnTo>
                  <a:pt x="73841" y="113236"/>
                </a:lnTo>
                <a:lnTo>
                  <a:pt x="73599" y="112875"/>
                </a:lnTo>
                <a:lnTo>
                  <a:pt x="73364" y="112508"/>
                </a:lnTo>
                <a:lnTo>
                  <a:pt x="73135" y="112134"/>
                </a:lnTo>
                <a:lnTo>
                  <a:pt x="72912" y="111756"/>
                </a:lnTo>
                <a:lnTo>
                  <a:pt x="72695" y="111374"/>
                </a:lnTo>
                <a:lnTo>
                  <a:pt x="72483" y="110988"/>
                </a:lnTo>
                <a:lnTo>
                  <a:pt x="72277" y="110598"/>
                </a:lnTo>
                <a:lnTo>
                  <a:pt x="72076" y="110205"/>
                </a:lnTo>
                <a:lnTo>
                  <a:pt x="71881" y="109808"/>
                </a:lnTo>
                <a:lnTo>
                  <a:pt x="71691" y="109408"/>
                </a:lnTo>
                <a:lnTo>
                  <a:pt x="71507" y="109004"/>
                </a:lnTo>
                <a:lnTo>
                  <a:pt x="71328" y="108596"/>
                </a:lnTo>
                <a:lnTo>
                  <a:pt x="71154" y="108185"/>
                </a:lnTo>
                <a:lnTo>
                  <a:pt x="70986" y="107770"/>
                </a:lnTo>
                <a:lnTo>
                  <a:pt x="70824" y="107351"/>
                </a:lnTo>
                <a:lnTo>
                  <a:pt x="70667" y="106929"/>
                </a:lnTo>
                <a:lnTo>
                  <a:pt x="70515" y="106503"/>
                </a:lnTo>
                <a:lnTo>
                  <a:pt x="70369" y="106073"/>
                </a:lnTo>
                <a:lnTo>
                  <a:pt x="70229" y="105640"/>
                </a:lnTo>
                <a:lnTo>
                  <a:pt x="70093" y="105203"/>
                </a:lnTo>
                <a:lnTo>
                  <a:pt x="69964" y="104763"/>
                </a:lnTo>
                <a:lnTo>
                  <a:pt x="69839" y="104319"/>
                </a:lnTo>
                <a:lnTo>
                  <a:pt x="69721" y="103871"/>
                </a:lnTo>
                <a:lnTo>
                  <a:pt x="69607" y="103419"/>
                </a:lnTo>
                <a:lnTo>
                  <a:pt x="69499" y="102964"/>
                </a:lnTo>
                <a:lnTo>
                  <a:pt x="69397" y="102506"/>
                </a:lnTo>
                <a:lnTo>
                  <a:pt x="69300" y="102043"/>
                </a:lnTo>
                <a:lnTo>
                  <a:pt x="69208" y="101579"/>
                </a:lnTo>
                <a:lnTo>
                  <a:pt x="69120" y="101114"/>
                </a:lnTo>
                <a:lnTo>
                  <a:pt x="69035" y="100648"/>
                </a:lnTo>
                <a:lnTo>
                  <a:pt x="68955" y="100182"/>
                </a:lnTo>
                <a:lnTo>
                  <a:pt x="68878" y="99715"/>
                </a:lnTo>
                <a:lnTo>
                  <a:pt x="68806" y="99248"/>
                </a:lnTo>
                <a:lnTo>
                  <a:pt x="68737" y="98780"/>
                </a:lnTo>
                <a:lnTo>
                  <a:pt x="68672" y="98312"/>
                </a:lnTo>
                <a:lnTo>
                  <a:pt x="68611" y="97843"/>
                </a:lnTo>
                <a:lnTo>
                  <a:pt x="68555" y="97373"/>
                </a:lnTo>
                <a:lnTo>
                  <a:pt x="68502" y="96903"/>
                </a:lnTo>
                <a:lnTo>
                  <a:pt x="68453" y="96432"/>
                </a:lnTo>
                <a:lnTo>
                  <a:pt x="68407" y="95961"/>
                </a:lnTo>
                <a:lnTo>
                  <a:pt x="68366" y="95489"/>
                </a:lnTo>
                <a:lnTo>
                  <a:pt x="68329" y="95017"/>
                </a:lnTo>
                <a:lnTo>
                  <a:pt x="68296" y="94544"/>
                </a:lnTo>
                <a:lnTo>
                  <a:pt x="68266" y="94071"/>
                </a:lnTo>
                <a:lnTo>
                  <a:pt x="68241" y="93597"/>
                </a:lnTo>
                <a:lnTo>
                  <a:pt x="68219" y="93122"/>
                </a:lnTo>
                <a:lnTo>
                  <a:pt x="68201" y="92647"/>
                </a:lnTo>
                <a:lnTo>
                  <a:pt x="68188" y="92171"/>
                </a:lnTo>
                <a:lnTo>
                  <a:pt x="68178" y="91695"/>
                </a:lnTo>
                <a:lnTo>
                  <a:pt x="68172" y="91218"/>
                </a:lnTo>
                <a:lnTo>
                  <a:pt x="68170" y="90741"/>
                </a:lnTo>
                <a:lnTo>
                  <a:pt x="68170" y="87350"/>
                </a:lnTo>
                <a:lnTo>
                  <a:pt x="68172" y="86873"/>
                </a:lnTo>
                <a:lnTo>
                  <a:pt x="68178" y="86396"/>
                </a:lnTo>
                <a:lnTo>
                  <a:pt x="68188" y="85920"/>
                </a:lnTo>
                <a:lnTo>
                  <a:pt x="68202" y="85445"/>
                </a:lnTo>
                <a:lnTo>
                  <a:pt x="68221" y="84971"/>
                </a:lnTo>
                <a:lnTo>
                  <a:pt x="68243" y="84497"/>
                </a:lnTo>
                <a:lnTo>
                  <a:pt x="68270" y="84024"/>
                </a:lnTo>
                <a:lnTo>
                  <a:pt x="68300" y="83551"/>
                </a:lnTo>
                <a:lnTo>
                  <a:pt x="68335" y="83080"/>
                </a:lnTo>
                <a:lnTo>
                  <a:pt x="68373" y="82609"/>
                </a:lnTo>
                <a:lnTo>
                  <a:pt x="68416" y="82138"/>
                </a:lnTo>
                <a:lnTo>
                  <a:pt x="68463" y="81669"/>
                </a:lnTo>
                <a:lnTo>
                  <a:pt x="68513" y="81200"/>
                </a:lnTo>
                <a:lnTo>
                  <a:pt x="68568" y="80732"/>
                </a:lnTo>
                <a:lnTo>
                  <a:pt x="68627" y="80264"/>
                </a:lnTo>
                <a:lnTo>
                  <a:pt x="68690" y="79797"/>
                </a:lnTo>
                <a:lnTo>
                  <a:pt x="68757" y="79331"/>
                </a:lnTo>
                <a:lnTo>
                  <a:pt x="68828" y="78866"/>
                </a:lnTo>
                <a:lnTo>
                  <a:pt x="68904" y="78401"/>
                </a:lnTo>
                <a:lnTo>
                  <a:pt x="68983" y="77937"/>
                </a:lnTo>
                <a:lnTo>
                  <a:pt x="69066" y="77474"/>
                </a:lnTo>
                <a:lnTo>
                  <a:pt x="69154" y="77011"/>
                </a:lnTo>
                <a:lnTo>
                  <a:pt x="69245" y="76550"/>
                </a:lnTo>
                <a:lnTo>
                  <a:pt x="69341" y="76088"/>
                </a:lnTo>
                <a:lnTo>
                  <a:pt x="69441" y="75629"/>
                </a:lnTo>
                <a:lnTo>
                  <a:pt x="69546" y="75173"/>
                </a:lnTo>
                <a:lnTo>
                  <a:pt x="69657" y="74721"/>
                </a:lnTo>
                <a:lnTo>
                  <a:pt x="69773" y="74272"/>
                </a:lnTo>
                <a:lnTo>
                  <a:pt x="69895" y="73826"/>
                </a:lnTo>
                <a:lnTo>
                  <a:pt x="70022" y="73384"/>
                </a:lnTo>
                <a:lnTo>
                  <a:pt x="70154" y="72945"/>
                </a:lnTo>
                <a:lnTo>
                  <a:pt x="70291" y="72509"/>
                </a:lnTo>
                <a:lnTo>
                  <a:pt x="70434" y="72077"/>
                </a:lnTo>
                <a:lnTo>
                  <a:pt x="70582" y="71648"/>
                </a:lnTo>
                <a:lnTo>
                  <a:pt x="70736" y="71223"/>
                </a:lnTo>
                <a:lnTo>
                  <a:pt x="70895" y="70801"/>
                </a:lnTo>
                <a:lnTo>
                  <a:pt x="71059" y="70382"/>
                </a:lnTo>
                <a:lnTo>
                  <a:pt x="71228" y="69966"/>
                </a:lnTo>
                <a:lnTo>
                  <a:pt x="71403" y="69554"/>
                </a:lnTo>
                <a:lnTo>
                  <a:pt x="71583" y="69146"/>
                </a:lnTo>
                <a:lnTo>
                  <a:pt x="71768" y="68740"/>
                </a:lnTo>
                <a:lnTo>
                  <a:pt x="71959" y="68338"/>
                </a:lnTo>
                <a:lnTo>
                  <a:pt x="72155" y="67940"/>
                </a:lnTo>
                <a:lnTo>
                  <a:pt x="72357" y="67544"/>
                </a:lnTo>
                <a:lnTo>
                  <a:pt x="72563" y="67153"/>
                </a:lnTo>
                <a:lnTo>
                  <a:pt x="72776" y="66764"/>
                </a:lnTo>
                <a:lnTo>
                  <a:pt x="72993" y="66379"/>
                </a:lnTo>
                <a:lnTo>
                  <a:pt x="73216" y="65997"/>
                </a:lnTo>
                <a:lnTo>
                  <a:pt x="73444" y="65620"/>
                </a:lnTo>
                <a:lnTo>
                  <a:pt x="73680" y="65250"/>
                </a:lnTo>
                <a:lnTo>
                  <a:pt x="73922" y="64886"/>
                </a:lnTo>
                <a:lnTo>
                  <a:pt x="74171" y="64528"/>
                </a:lnTo>
                <a:lnTo>
                  <a:pt x="74427" y="64177"/>
                </a:lnTo>
                <a:lnTo>
                  <a:pt x="74689" y="63832"/>
                </a:lnTo>
                <a:lnTo>
                  <a:pt x="74958" y="63494"/>
                </a:lnTo>
                <a:lnTo>
                  <a:pt x="75234" y="63163"/>
                </a:lnTo>
                <a:lnTo>
                  <a:pt x="75516" y="62837"/>
                </a:lnTo>
                <a:lnTo>
                  <a:pt x="75806" y="62518"/>
                </a:lnTo>
                <a:lnTo>
                  <a:pt x="76102" y="62206"/>
                </a:lnTo>
                <a:lnTo>
                  <a:pt x="76404" y="61900"/>
                </a:lnTo>
                <a:lnTo>
                  <a:pt x="76714" y="61600"/>
                </a:lnTo>
                <a:lnTo>
                  <a:pt x="77030" y="61307"/>
                </a:lnTo>
                <a:lnTo>
                  <a:pt x="77353" y="61021"/>
                </a:lnTo>
                <a:lnTo>
                  <a:pt x="77683" y="60741"/>
                </a:lnTo>
                <a:lnTo>
                  <a:pt x="78019" y="60467"/>
                </a:lnTo>
                <a:lnTo>
                  <a:pt x="78362" y="60200"/>
                </a:lnTo>
                <a:lnTo>
                  <a:pt x="78712" y="59939"/>
                </a:lnTo>
                <a:lnTo>
                  <a:pt x="79069" y="59684"/>
                </a:lnTo>
                <a:lnTo>
                  <a:pt x="79432" y="59436"/>
                </a:lnTo>
                <a:lnTo>
                  <a:pt x="79802" y="59195"/>
                </a:lnTo>
                <a:lnTo>
                  <a:pt x="80179" y="58960"/>
                </a:lnTo>
                <a:lnTo>
                  <a:pt x="80562" y="58731"/>
                </a:lnTo>
                <a:lnTo>
                  <a:pt x="80953" y="58511"/>
                </a:lnTo>
                <a:lnTo>
                  <a:pt x="81351" y="58299"/>
                </a:lnTo>
                <a:lnTo>
                  <a:pt x="81757" y="58097"/>
                </a:lnTo>
                <a:lnTo>
                  <a:pt x="82171" y="57905"/>
                </a:lnTo>
                <a:lnTo>
                  <a:pt x="82593" y="57722"/>
                </a:lnTo>
                <a:lnTo>
                  <a:pt x="83022" y="57548"/>
                </a:lnTo>
                <a:lnTo>
                  <a:pt x="83459" y="57384"/>
                </a:lnTo>
                <a:lnTo>
                  <a:pt x="83903" y="57229"/>
                </a:lnTo>
                <a:lnTo>
                  <a:pt x="84356" y="57083"/>
                </a:lnTo>
                <a:lnTo>
                  <a:pt x="84816" y="56947"/>
                </a:lnTo>
                <a:lnTo>
                  <a:pt x="85284" y="56820"/>
                </a:lnTo>
                <a:lnTo>
                  <a:pt x="85759" y="56703"/>
                </a:lnTo>
                <a:lnTo>
                  <a:pt x="86242" y="56595"/>
                </a:lnTo>
                <a:lnTo>
                  <a:pt x="86733" y="56496"/>
                </a:lnTo>
                <a:lnTo>
                  <a:pt x="87232" y="56407"/>
                </a:lnTo>
                <a:lnTo>
                  <a:pt x="87738" y="56327"/>
                </a:lnTo>
                <a:lnTo>
                  <a:pt x="88252" y="56257"/>
                </a:lnTo>
                <a:lnTo>
                  <a:pt x="88774" y="56196"/>
                </a:lnTo>
                <a:lnTo>
                  <a:pt x="89303" y="56144"/>
                </a:lnTo>
                <a:lnTo>
                  <a:pt x="89840" y="56102"/>
                </a:lnTo>
                <a:lnTo>
                  <a:pt x="90385" y="56069"/>
                </a:lnTo>
                <a:lnTo>
                  <a:pt x="90938" y="56046"/>
                </a:lnTo>
                <a:lnTo>
                  <a:pt x="91498" y="56032"/>
                </a:lnTo>
                <a:lnTo>
                  <a:pt x="92066" y="56027"/>
                </a:lnTo>
                <a:lnTo>
                  <a:pt x="92561" y="56031"/>
                </a:lnTo>
                <a:lnTo>
                  <a:pt x="93051" y="56045"/>
                </a:lnTo>
                <a:lnTo>
                  <a:pt x="93536" y="56068"/>
                </a:lnTo>
                <a:lnTo>
                  <a:pt x="94016" y="56100"/>
                </a:lnTo>
                <a:lnTo>
                  <a:pt x="94491" y="56141"/>
                </a:lnTo>
                <a:lnTo>
                  <a:pt x="94960" y="56191"/>
                </a:lnTo>
                <a:lnTo>
                  <a:pt x="95424" y="56250"/>
                </a:lnTo>
                <a:lnTo>
                  <a:pt x="95883" y="56318"/>
                </a:lnTo>
                <a:lnTo>
                  <a:pt x="96337" y="56396"/>
                </a:lnTo>
                <a:lnTo>
                  <a:pt x="96785" y="56482"/>
                </a:lnTo>
                <a:lnTo>
                  <a:pt x="97229" y="56578"/>
                </a:lnTo>
                <a:lnTo>
                  <a:pt x="97667" y="56683"/>
                </a:lnTo>
                <a:lnTo>
                  <a:pt x="98100" y="56797"/>
                </a:lnTo>
                <a:lnTo>
                  <a:pt x="98528" y="56920"/>
                </a:lnTo>
                <a:lnTo>
                  <a:pt x="98950" y="57052"/>
                </a:lnTo>
                <a:lnTo>
                  <a:pt x="99368" y="57193"/>
                </a:lnTo>
                <a:lnTo>
                  <a:pt x="99780" y="57343"/>
                </a:lnTo>
                <a:lnTo>
                  <a:pt x="100187" y="57503"/>
                </a:lnTo>
                <a:lnTo>
                  <a:pt x="100589" y="57671"/>
                </a:lnTo>
                <a:lnTo>
                  <a:pt x="100986" y="57849"/>
                </a:lnTo>
                <a:lnTo>
                  <a:pt x="101377" y="58036"/>
                </a:lnTo>
                <a:lnTo>
                  <a:pt x="101764" y="58232"/>
                </a:lnTo>
                <a:lnTo>
                  <a:pt x="102145" y="58437"/>
                </a:lnTo>
                <a:lnTo>
                  <a:pt x="102521" y="58651"/>
                </a:lnTo>
                <a:lnTo>
                  <a:pt x="102891" y="58872"/>
                </a:lnTo>
                <a:lnTo>
                  <a:pt x="103255" y="59100"/>
                </a:lnTo>
                <a:lnTo>
                  <a:pt x="103612" y="59334"/>
                </a:lnTo>
                <a:lnTo>
                  <a:pt x="103963" y="59573"/>
                </a:lnTo>
                <a:lnTo>
                  <a:pt x="104307" y="59819"/>
                </a:lnTo>
                <a:lnTo>
                  <a:pt x="104645" y="60071"/>
                </a:lnTo>
                <a:lnTo>
                  <a:pt x="104976" y="60329"/>
                </a:lnTo>
                <a:lnTo>
                  <a:pt x="105301" y="60593"/>
                </a:lnTo>
                <a:lnTo>
                  <a:pt x="105620" y="60863"/>
                </a:lnTo>
                <a:lnTo>
                  <a:pt x="105932" y="61138"/>
                </a:lnTo>
                <a:lnTo>
                  <a:pt x="106238" y="61420"/>
                </a:lnTo>
                <a:lnTo>
                  <a:pt x="106537" y="61708"/>
                </a:lnTo>
                <a:lnTo>
                  <a:pt x="106830" y="62002"/>
                </a:lnTo>
                <a:lnTo>
                  <a:pt x="107116" y="62302"/>
                </a:lnTo>
                <a:lnTo>
                  <a:pt x="107396" y="62608"/>
                </a:lnTo>
                <a:lnTo>
                  <a:pt x="107670" y="62920"/>
                </a:lnTo>
                <a:lnTo>
                  <a:pt x="107937" y="63238"/>
                </a:lnTo>
                <a:lnTo>
                  <a:pt x="108197" y="63563"/>
                </a:lnTo>
                <a:lnTo>
                  <a:pt x="108451" y="63893"/>
                </a:lnTo>
                <a:lnTo>
                  <a:pt x="108699" y="64229"/>
                </a:lnTo>
                <a:lnTo>
                  <a:pt x="108940" y="64571"/>
                </a:lnTo>
                <a:lnTo>
                  <a:pt x="109175" y="64919"/>
                </a:lnTo>
                <a:lnTo>
                  <a:pt x="109403" y="65274"/>
                </a:lnTo>
                <a:lnTo>
                  <a:pt x="109625" y="65634"/>
                </a:lnTo>
                <a:lnTo>
                  <a:pt x="109840" y="65999"/>
                </a:lnTo>
                <a:lnTo>
                  <a:pt x="110047" y="66368"/>
                </a:lnTo>
                <a:lnTo>
                  <a:pt x="110246" y="66740"/>
                </a:lnTo>
                <a:lnTo>
                  <a:pt x="110438" y="67116"/>
                </a:lnTo>
                <a:lnTo>
                  <a:pt x="110622" y="67496"/>
                </a:lnTo>
                <a:lnTo>
                  <a:pt x="110798" y="67879"/>
                </a:lnTo>
                <a:lnTo>
                  <a:pt x="110967" y="68266"/>
                </a:lnTo>
                <a:lnTo>
                  <a:pt x="111127" y="68657"/>
                </a:lnTo>
                <a:lnTo>
                  <a:pt x="111281" y="69051"/>
                </a:lnTo>
                <a:lnTo>
                  <a:pt x="111426" y="69449"/>
                </a:lnTo>
                <a:lnTo>
                  <a:pt x="111564" y="69850"/>
                </a:lnTo>
                <a:lnTo>
                  <a:pt x="111694" y="70256"/>
                </a:lnTo>
                <a:lnTo>
                  <a:pt x="111816" y="70664"/>
                </a:lnTo>
                <a:lnTo>
                  <a:pt x="111931" y="71077"/>
                </a:lnTo>
                <a:lnTo>
                  <a:pt x="112037" y="71493"/>
                </a:lnTo>
                <a:lnTo>
                  <a:pt x="112137" y="71913"/>
                </a:lnTo>
                <a:lnTo>
                  <a:pt x="112228" y="72336"/>
                </a:lnTo>
                <a:lnTo>
                  <a:pt x="112312" y="72763"/>
                </a:lnTo>
                <a:lnTo>
                  <a:pt x="112388" y="73194"/>
                </a:lnTo>
                <a:lnTo>
                  <a:pt x="112456" y="73628"/>
                </a:lnTo>
                <a:lnTo>
                  <a:pt x="112517" y="74066"/>
                </a:lnTo>
                <a:lnTo>
                  <a:pt x="112570" y="74508"/>
                </a:lnTo>
                <a:lnTo>
                  <a:pt x="112615" y="74953"/>
                </a:lnTo>
                <a:lnTo>
                  <a:pt x="112652" y="75402"/>
                </a:lnTo>
                <a:lnTo>
                  <a:pt x="126861" y="75402"/>
                </a:lnTo>
                <a:lnTo>
                  <a:pt x="126820" y="74652"/>
                </a:lnTo>
                <a:lnTo>
                  <a:pt x="126766" y="73908"/>
                </a:lnTo>
                <a:lnTo>
                  <a:pt x="126698" y="73171"/>
                </a:lnTo>
                <a:lnTo>
                  <a:pt x="126615" y="72441"/>
                </a:lnTo>
                <a:lnTo>
                  <a:pt x="126519" y="71717"/>
                </a:lnTo>
                <a:lnTo>
                  <a:pt x="126409" y="71000"/>
                </a:lnTo>
                <a:lnTo>
                  <a:pt x="126286" y="70289"/>
                </a:lnTo>
                <a:lnTo>
                  <a:pt x="126148" y="69585"/>
                </a:lnTo>
                <a:lnTo>
                  <a:pt x="125996" y="68888"/>
                </a:lnTo>
                <a:lnTo>
                  <a:pt x="125831" y="68197"/>
                </a:lnTo>
                <a:lnTo>
                  <a:pt x="125651" y="67512"/>
                </a:lnTo>
                <a:lnTo>
                  <a:pt x="125458" y="66835"/>
                </a:lnTo>
                <a:lnTo>
                  <a:pt x="125251" y="66164"/>
                </a:lnTo>
                <a:lnTo>
                  <a:pt x="125030" y="65499"/>
                </a:lnTo>
                <a:lnTo>
                  <a:pt x="124795" y="64841"/>
                </a:lnTo>
                <a:lnTo>
                  <a:pt x="124547" y="64190"/>
                </a:lnTo>
                <a:lnTo>
                  <a:pt x="124284" y="63545"/>
                </a:lnTo>
                <a:lnTo>
                  <a:pt x="124008" y="62907"/>
                </a:lnTo>
                <a:lnTo>
                  <a:pt x="123717" y="62275"/>
                </a:lnTo>
                <a:lnTo>
                  <a:pt x="123413" y="61650"/>
                </a:lnTo>
                <a:lnTo>
                  <a:pt x="123095" y="61032"/>
                </a:lnTo>
                <a:lnTo>
                  <a:pt x="122763" y="60420"/>
                </a:lnTo>
                <a:lnTo>
                  <a:pt x="122417" y="59814"/>
                </a:lnTo>
                <a:lnTo>
                  <a:pt x="122057" y="59216"/>
                </a:lnTo>
                <a:lnTo>
                  <a:pt x="121685" y="58626"/>
                </a:lnTo>
                <a:lnTo>
                  <a:pt x="121301" y="58046"/>
                </a:lnTo>
                <a:lnTo>
                  <a:pt x="120906" y="57476"/>
                </a:lnTo>
                <a:lnTo>
                  <a:pt x="120500" y="56917"/>
                </a:lnTo>
                <a:lnTo>
                  <a:pt x="120082" y="56368"/>
                </a:lnTo>
                <a:lnTo>
                  <a:pt x="119653" y="55830"/>
                </a:lnTo>
                <a:lnTo>
                  <a:pt x="119213" y="55302"/>
                </a:lnTo>
                <a:lnTo>
                  <a:pt x="118761" y="54785"/>
                </a:lnTo>
                <a:lnTo>
                  <a:pt x="118298" y="54277"/>
                </a:lnTo>
                <a:lnTo>
                  <a:pt x="117823" y="53780"/>
                </a:lnTo>
                <a:lnTo>
                  <a:pt x="117337" y="53294"/>
                </a:lnTo>
                <a:lnTo>
                  <a:pt x="116840" y="52818"/>
                </a:lnTo>
                <a:lnTo>
                  <a:pt x="116332" y="52352"/>
                </a:lnTo>
                <a:lnTo>
                  <a:pt x="115812" y="51897"/>
                </a:lnTo>
                <a:lnTo>
                  <a:pt x="115281" y="51452"/>
                </a:lnTo>
                <a:lnTo>
                  <a:pt x="114738" y="51017"/>
                </a:lnTo>
                <a:lnTo>
                  <a:pt x="114184" y="50593"/>
                </a:lnTo>
                <a:lnTo>
                  <a:pt x="113619" y="50179"/>
                </a:lnTo>
                <a:lnTo>
                  <a:pt x="113042" y="49775"/>
                </a:lnTo>
                <a:lnTo>
                  <a:pt x="112454" y="49382"/>
                </a:lnTo>
                <a:lnTo>
                  <a:pt x="111855" y="49000"/>
                </a:lnTo>
                <a:lnTo>
                  <a:pt x="111244" y="48627"/>
                </a:lnTo>
                <a:lnTo>
                  <a:pt x="110622" y="48265"/>
                </a:lnTo>
                <a:lnTo>
                  <a:pt x="109988" y="47913"/>
                </a:lnTo>
                <a:lnTo>
                  <a:pt x="109345" y="47574"/>
                </a:lnTo>
                <a:lnTo>
                  <a:pt x="108692" y="47249"/>
                </a:lnTo>
                <a:lnTo>
                  <a:pt x="108031" y="46939"/>
                </a:lnTo>
                <a:lnTo>
                  <a:pt x="107360" y="46643"/>
                </a:lnTo>
                <a:lnTo>
                  <a:pt x="106681" y="46362"/>
                </a:lnTo>
                <a:lnTo>
                  <a:pt x="105992" y="46095"/>
                </a:lnTo>
                <a:lnTo>
                  <a:pt x="105295" y="45842"/>
                </a:lnTo>
                <a:lnTo>
                  <a:pt x="104588" y="45604"/>
                </a:lnTo>
                <a:lnTo>
                  <a:pt x="103873" y="45380"/>
                </a:lnTo>
                <a:lnTo>
                  <a:pt x="103149" y="45171"/>
                </a:lnTo>
                <a:lnTo>
                  <a:pt x="102415" y="44976"/>
                </a:lnTo>
                <a:lnTo>
                  <a:pt x="101673" y="44795"/>
                </a:lnTo>
                <a:lnTo>
                  <a:pt x="100922" y="44629"/>
                </a:lnTo>
                <a:lnTo>
                  <a:pt x="100162" y="44478"/>
                </a:lnTo>
                <a:lnTo>
                  <a:pt x="99392" y="44341"/>
                </a:lnTo>
                <a:lnTo>
                  <a:pt x="98614" y="44218"/>
                </a:lnTo>
                <a:lnTo>
                  <a:pt x="97827" y="44110"/>
                </a:lnTo>
                <a:lnTo>
                  <a:pt x="97031" y="44016"/>
                </a:lnTo>
                <a:lnTo>
                  <a:pt x="96226" y="43936"/>
                </a:lnTo>
                <a:lnTo>
                  <a:pt x="95412" y="43871"/>
                </a:lnTo>
                <a:lnTo>
                  <a:pt x="94589" y="43821"/>
                </a:lnTo>
                <a:lnTo>
                  <a:pt x="93757" y="43785"/>
                </a:lnTo>
                <a:lnTo>
                  <a:pt x="92916" y="43763"/>
                </a:lnTo>
                <a:lnTo>
                  <a:pt x="92066" y="43756"/>
                </a:lnTo>
                <a:lnTo>
                  <a:pt x="91250" y="43762"/>
                </a:lnTo>
                <a:lnTo>
                  <a:pt x="90442" y="43780"/>
                </a:lnTo>
                <a:lnTo>
                  <a:pt x="89644" y="43810"/>
                </a:lnTo>
                <a:lnTo>
                  <a:pt x="88854" y="43852"/>
                </a:lnTo>
                <a:lnTo>
                  <a:pt x="88073" y="43907"/>
                </a:lnTo>
                <a:lnTo>
                  <a:pt x="87301" y="43973"/>
                </a:lnTo>
                <a:lnTo>
                  <a:pt x="86537" y="44051"/>
                </a:lnTo>
                <a:lnTo>
                  <a:pt x="85783" y="44142"/>
                </a:lnTo>
                <a:lnTo>
                  <a:pt x="85037" y="44244"/>
                </a:lnTo>
                <a:lnTo>
                  <a:pt x="84300" y="44359"/>
                </a:lnTo>
                <a:lnTo>
                  <a:pt x="83572" y="44485"/>
                </a:lnTo>
                <a:lnTo>
                  <a:pt x="82853" y="44624"/>
                </a:lnTo>
                <a:lnTo>
                  <a:pt x="82142" y="44774"/>
                </a:lnTo>
                <a:lnTo>
                  <a:pt x="81441" y="44937"/>
                </a:lnTo>
                <a:lnTo>
                  <a:pt x="80748" y="45112"/>
                </a:lnTo>
                <a:lnTo>
                  <a:pt x="80064" y="45299"/>
                </a:lnTo>
                <a:lnTo>
                  <a:pt x="79389" y="45498"/>
                </a:lnTo>
                <a:lnTo>
                  <a:pt x="78723" y="45709"/>
                </a:lnTo>
                <a:lnTo>
                  <a:pt x="78066" y="45932"/>
                </a:lnTo>
                <a:lnTo>
                  <a:pt x="77417" y="46167"/>
                </a:lnTo>
                <a:lnTo>
                  <a:pt x="76777" y="46414"/>
                </a:lnTo>
                <a:lnTo>
                  <a:pt x="76146" y="46673"/>
                </a:lnTo>
                <a:lnTo>
                  <a:pt x="75524" y="46944"/>
                </a:lnTo>
                <a:lnTo>
                  <a:pt x="74911" y="47227"/>
                </a:lnTo>
                <a:lnTo>
                  <a:pt x="74306" y="47521"/>
                </a:lnTo>
                <a:lnTo>
                  <a:pt x="73711" y="47824"/>
                </a:lnTo>
                <a:lnTo>
                  <a:pt x="73124" y="48135"/>
                </a:lnTo>
                <a:lnTo>
                  <a:pt x="72545" y="48456"/>
                </a:lnTo>
                <a:lnTo>
                  <a:pt x="71975" y="48786"/>
                </a:lnTo>
                <a:lnTo>
                  <a:pt x="71414" y="49124"/>
                </a:lnTo>
                <a:lnTo>
                  <a:pt x="70862" y="49472"/>
                </a:lnTo>
                <a:lnTo>
                  <a:pt x="70318" y="49829"/>
                </a:lnTo>
                <a:lnTo>
                  <a:pt x="69783" y="50194"/>
                </a:lnTo>
                <a:lnTo>
                  <a:pt x="69257" y="50569"/>
                </a:lnTo>
                <a:lnTo>
                  <a:pt x="68739" y="50952"/>
                </a:lnTo>
                <a:lnTo>
                  <a:pt x="68231" y="51345"/>
                </a:lnTo>
                <a:lnTo>
                  <a:pt x="67730" y="51746"/>
                </a:lnTo>
                <a:lnTo>
                  <a:pt x="67239" y="52156"/>
                </a:lnTo>
                <a:lnTo>
                  <a:pt x="66756" y="52576"/>
                </a:lnTo>
                <a:lnTo>
                  <a:pt x="66282" y="53004"/>
                </a:lnTo>
                <a:lnTo>
                  <a:pt x="65816" y="53441"/>
                </a:lnTo>
                <a:lnTo>
                  <a:pt x="65360" y="53888"/>
                </a:lnTo>
                <a:lnTo>
                  <a:pt x="64911" y="54343"/>
                </a:lnTo>
                <a:lnTo>
                  <a:pt x="64472" y="54807"/>
                </a:lnTo>
                <a:lnTo>
                  <a:pt x="64041" y="55280"/>
                </a:lnTo>
                <a:lnTo>
                  <a:pt x="63619" y="55762"/>
                </a:lnTo>
                <a:lnTo>
                  <a:pt x="63206" y="56253"/>
                </a:lnTo>
                <a:lnTo>
                  <a:pt x="62801" y="56753"/>
                </a:lnTo>
                <a:lnTo>
                  <a:pt x="62405" y="57261"/>
                </a:lnTo>
                <a:lnTo>
                  <a:pt x="62018" y="57775"/>
                </a:lnTo>
                <a:lnTo>
                  <a:pt x="61638" y="58296"/>
                </a:lnTo>
                <a:lnTo>
                  <a:pt x="61268" y="58822"/>
                </a:lnTo>
                <a:lnTo>
                  <a:pt x="60905" y="59355"/>
                </a:lnTo>
                <a:lnTo>
                  <a:pt x="60551" y="59894"/>
                </a:lnTo>
                <a:lnTo>
                  <a:pt x="60205" y="60440"/>
                </a:lnTo>
                <a:lnTo>
                  <a:pt x="59868" y="60992"/>
                </a:lnTo>
                <a:lnTo>
                  <a:pt x="59539" y="61550"/>
                </a:lnTo>
                <a:lnTo>
                  <a:pt x="59219" y="62114"/>
                </a:lnTo>
                <a:lnTo>
                  <a:pt x="58907" y="62685"/>
                </a:lnTo>
                <a:lnTo>
                  <a:pt x="58603" y="63262"/>
                </a:lnTo>
                <a:lnTo>
                  <a:pt x="58308" y="63846"/>
                </a:lnTo>
                <a:lnTo>
                  <a:pt x="58021" y="64435"/>
                </a:lnTo>
                <a:lnTo>
                  <a:pt x="57743" y="65031"/>
                </a:lnTo>
                <a:lnTo>
                  <a:pt x="57473" y="65634"/>
                </a:lnTo>
                <a:lnTo>
                  <a:pt x="57212" y="66242"/>
                </a:lnTo>
                <a:lnTo>
                  <a:pt x="56959" y="66857"/>
                </a:lnTo>
                <a:lnTo>
                  <a:pt x="56714" y="67479"/>
                </a:lnTo>
                <a:lnTo>
                  <a:pt x="56478" y="68106"/>
                </a:lnTo>
                <a:lnTo>
                  <a:pt x="56250" y="68740"/>
                </a:lnTo>
                <a:lnTo>
                  <a:pt x="56030" y="69380"/>
                </a:lnTo>
                <a:lnTo>
                  <a:pt x="55819" y="70027"/>
                </a:lnTo>
                <a:lnTo>
                  <a:pt x="55616" y="70679"/>
                </a:lnTo>
                <a:lnTo>
                  <a:pt x="55422" y="71337"/>
                </a:lnTo>
                <a:lnTo>
                  <a:pt x="55236" y="71998"/>
                </a:lnTo>
                <a:lnTo>
                  <a:pt x="55058" y="72662"/>
                </a:lnTo>
                <a:lnTo>
                  <a:pt x="54889" y="73329"/>
                </a:lnTo>
                <a:lnTo>
                  <a:pt x="54727" y="73999"/>
                </a:lnTo>
                <a:lnTo>
                  <a:pt x="54574" y="74673"/>
                </a:lnTo>
                <a:lnTo>
                  <a:pt x="54430" y="75350"/>
                </a:lnTo>
                <a:lnTo>
                  <a:pt x="54293" y="76030"/>
                </a:lnTo>
                <a:lnTo>
                  <a:pt x="54165" y="76713"/>
                </a:lnTo>
                <a:lnTo>
                  <a:pt x="54045" y="77400"/>
                </a:lnTo>
                <a:lnTo>
                  <a:pt x="53934" y="78090"/>
                </a:lnTo>
                <a:lnTo>
                  <a:pt x="53830" y="78783"/>
                </a:lnTo>
                <a:lnTo>
                  <a:pt x="53735" y="79479"/>
                </a:lnTo>
                <a:lnTo>
                  <a:pt x="53648" y="80178"/>
                </a:lnTo>
                <a:lnTo>
                  <a:pt x="53570" y="80881"/>
                </a:lnTo>
                <a:lnTo>
                  <a:pt x="53499" y="81587"/>
                </a:lnTo>
                <a:lnTo>
                  <a:pt x="53437" y="82296"/>
                </a:lnTo>
                <a:lnTo>
                  <a:pt x="53384" y="83008"/>
                </a:lnTo>
                <a:lnTo>
                  <a:pt x="53338" y="83724"/>
                </a:lnTo>
                <a:lnTo>
                  <a:pt x="53301" y="84443"/>
                </a:lnTo>
                <a:lnTo>
                  <a:pt x="53272" y="85165"/>
                </a:lnTo>
                <a:lnTo>
                  <a:pt x="53251" y="85890"/>
                </a:lnTo>
                <a:lnTo>
                  <a:pt x="53239" y="86619"/>
                </a:lnTo>
                <a:lnTo>
                  <a:pt x="53235" y="87350"/>
                </a:lnTo>
                <a:lnTo>
                  <a:pt x="53235" y="90741"/>
                </a:lnTo>
                <a:lnTo>
                  <a:pt x="53239" y="91473"/>
                </a:lnTo>
                <a:lnTo>
                  <a:pt x="53251" y="92201"/>
                </a:lnTo>
                <a:lnTo>
                  <a:pt x="53272" y="92926"/>
                </a:lnTo>
                <a:lnTo>
                  <a:pt x="53301" y="93648"/>
                </a:lnTo>
                <a:lnTo>
                  <a:pt x="53338" y="94367"/>
                </a:lnTo>
                <a:lnTo>
                  <a:pt x="53384" y="95083"/>
                </a:lnTo>
                <a:lnTo>
                  <a:pt x="53437" y="95795"/>
                </a:lnTo>
                <a:lnTo>
                  <a:pt x="53499" y="96504"/>
                </a:lnTo>
                <a:lnTo>
                  <a:pt x="53570" y="97210"/>
                </a:lnTo>
                <a:lnTo>
                  <a:pt x="53648" y="97913"/>
                </a:lnTo>
                <a:lnTo>
                  <a:pt x="53735" y="98612"/>
                </a:lnTo>
                <a:lnTo>
                  <a:pt x="53830" y="99308"/>
                </a:lnTo>
                <a:lnTo>
                  <a:pt x="53934" y="100001"/>
                </a:lnTo>
                <a:lnTo>
                  <a:pt x="54045" y="100691"/>
                </a:lnTo>
                <a:lnTo>
                  <a:pt x="54165" y="101378"/>
                </a:lnTo>
                <a:lnTo>
                  <a:pt x="54293" y="102061"/>
                </a:lnTo>
                <a:lnTo>
                  <a:pt x="54430" y="102741"/>
                </a:lnTo>
                <a:lnTo>
                  <a:pt x="54574" y="103418"/>
                </a:lnTo>
                <a:lnTo>
                  <a:pt x="54727" y="104092"/>
                </a:lnTo>
                <a:lnTo>
                  <a:pt x="54889" y="104762"/>
                </a:lnTo>
                <a:lnTo>
                  <a:pt x="55058" y="105429"/>
                </a:lnTo>
                <a:lnTo>
                  <a:pt x="55236" y="106093"/>
                </a:lnTo>
                <a:lnTo>
                  <a:pt x="55422" y="106754"/>
                </a:lnTo>
                <a:lnTo>
                  <a:pt x="55616" y="107412"/>
                </a:lnTo>
                <a:lnTo>
                  <a:pt x="55819" y="108065"/>
                </a:lnTo>
                <a:lnTo>
                  <a:pt x="56030" y="108711"/>
                </a:lnTo>
                <a:lnTo>
                  <a:pt x="56250" y="109351"/>
                </a:lnTo>
                <a:lnTo>
                  <a:pt x="56478" y="109985"/>
                </a:lnTo>
                <a:lnTo>
                  <a:pt x="56714" y="110613"/>
                </a:lnTo>
                <a:lnTo>
                  <a:pt x="56959" y="111234"/>
                </a:lnTo>
                <a:lnTo>
                  <a:pt x="57212" y="111849"/>
                </a:lnTo>
                <a:lnTo>
                  <a:pt x="57473" y="112457"/>
                </a:lnTo>
                <a:lnTo>
                  <a:pt x="57743" y="113060"/>
                </a:lnTo>
                <a:lnTo>
                  <a:pt x="58021" y="113656"/>
                </a:lnTo>
                <a:lnTo>
                  <a:pt x="58308" y="114245"/>
                </a:lnTo>
                <a:lnTo>
                  <a:pt x="58603" y="114829"/>
                </a:lnTo>
                <a:lnTo>
                  <a:pt x="58907" y="115406"/>
                </a:lnTo>
                <a:lnTo>
                  <a:pt x="59219" y="115977"/>
                </a:lnTo>
                <a:lnTo>
                  <a:pt x="59539" y="116541"/>
                </a:lnTo>
                <a:lnTo>
                  <a:pt x="59868" y="117099"/>
                </a:lnTo>
                <a:lnTo>
                  <a:pt x="60205" y="117651"/>
                </a:lnTo>
                <a:lnTo>
                  <a:pt x="60551" y="118197"/>
                </a:lnTo>
                <a:lnTo>
                  <a:pt x="60905" y="118736"/>
                </a:lnTo>
                <a:lnTo>
                  <a:pt x="61268" y="119269"/>
                </a:lnTo>
                <a:lnTo>
                  <a:pt x="61638" y="119796"/>
                </a:lnTo>
                <a:lnTo>
                  <a:pt x="62018" y="120316"/>
                </a:lnTo>
                <a:lnTo>
                  <a:pt x="62405" y="120830"/>
                </a:lnTo>
                <a:lnTo>
                  <a:pt x="62801" y="121338"/>
                </a:lnTo>
                <a:lnTo>
                  <a:pt x="63206" y="121838"/>
                </a:lnTo>
                <a:lnTo>
                  <a:pt x="63619" y="122329"/>
                </a:lnTo>
                <a:lnTo>
                  <a:pt x="64041" y="122811"/>
                </a:lnTo>
                <a:lnTo>
                  <a:pt x="64472" y="123284"/>
                </a:lnTo>
                <a:lnTo>
                  <a:pt x="64911" y="123748"/>
                </a:lnTo>
                <a:lnTo>
                  <a:pt x="65360" y="124204"/>
                </a:lnTo>
                <a:lnTo>
                  <a:pt x="65816" y="124650"/>
                </a:lnTo>
                <a:lnTo>
                  <a:pt x="66282" y="125087"/>
                </a:lnTo>
                <a:lnTo>
                  <a:pt x="66756" y="125516"/>
                </a:lnTo>
                <a:lnTo>
                  <a:pt x="67239" y="125935"/>
                </a:lnTo>
                <a:lnTo>
                  <a:pt x="67730" y="126345"/>
                </a:lnTo>
                <a:lnTo>
                  <a:pt x="68231" y="126747"/>
                </a:lnTo>
                <a:lnTo>
                  <a:pt x="68739" y="127139"/>
                </a:lnTo>
                <a:lnTo>
                  <a:pt x="69257" y="127523"/>
                </a:lnTo>
                <a:lnTo>
                  <a:pt x="69783" y="127897"/>
                </a:lnTo>
                <a:lnTo>
                  <a:pt x="70318" y="128263"/>
                </a:lnTo>
                <a:lnTo>
                  <a:pt x="70862" y="128619"/>
                </a:lnTo>
                <a:lnTo>
                  <a:pt x="71414" y="128967"/>
                </a:lnTo>
                <a:lnTo>
                  <a:pt x="71975" y="129305"/>
                </a:lnTo>
                <a:lnTo>
                  <a:pt x="72545" y="129635"/>
                </a:lnTo>
                <a:lnTo>
                  <a:pt x="73124" y="129956"/>
                </a:lnTo>
                <a:lnTo>
                  <a:pt x="73711" y="130267"/>
                </a:lnTo>
                <a:lnTo>
                  <a:pt x="74306" y="130570"/>
                </a:lnTo>
                <a:lnTo>
                  <a:pt x="74911" y="130864"/>
                </a:lnTo>
                <a:lnTo>
                  <a:pt x="75524" y="131147"/>
                </a:lnTo>
                <a:lnTo>
                  <a:pt x="76146" y="131418"/>
                </a:lnTo>
                <a:lnTo>
                  <a:pt x="76777" y="131678"/>
                </a:lnTo>
                <a:lnTo>
                  <a:pt x="77417" y="131925"/>
                </a:lnTo>
                <a:lnTo>
                  <a:pt x="78066" y="132160"/>
                </a:lnTo>
                <a:lnTo>
                  <a:pt x="78723" y="132383"/>
                </a:lnTo>
                <a:lnTo>
                  <a:pt x="79389" y="132594"/>
                </a:lnTo>
                <a:lnTo>
                  <a:pt x="80064" y="132792"/>
                </a:lnTo>
                <a:lnTo>
                  <a:pt x="80748" y="132979"/>
                </a:lnTo>
                <a:lnTo>
                  <a:pt x="81441" y="133154"/>
                </a:lnTo>
                <a:lnTo>
                  <a:pt x="82142" y="133317"/>
                </a:lnTo>
                <a:lnTo>
                  <a:pt x="82853" y="133467"/>
                </a:lnTo>
                <a:lnTo>
                  <a:pt x="83572" y="133606"/>
                </a:lnTo>
                <a:lnTo>
                  <a:pt x="84300" y="133733"/>
                </a:lnTo>
                <a:lnTo>
                  <a:pt x="85037" y="133847"/>
                </a:lnTo>
                <a:lnTo>
                  <a:pt x="85783" y="133950"/>
                </a:lnTo>
                <a:lnTo>
                  <a:pt x="86537" y="134040"/>
                </a:lnTo>
                <a:lnTo>
                  <a:pt x="87301" y="134118"/>
                </a:lnTo>
                <a:lnTo>
                  <a:pt x="88073" y="134185"/>
                </a:lnTo>
                <a:lnTo>
                  <a:pt x="88854" y="134239"/>
                </a:lnTo>
                <a:lnTo>
                  <a:pt x="89644" y="134281"/>
                </a:lnTo>
                <a:lnTo>
                  <a:pt x="90442" y="134311"/>
                </a:lnTo>
                <a:lnTo>
                  <a:pt x="91250" y="134329"/>
                </a:lnTo>
                <a:lnTo>
                  <a:pt x="92066" y="134335"/>
                </a:lnTo>
                <a:lnTo>
                  <a:pt x="92837" y="134328"/>
                </a:lnTo>
                <a:lnTo>
                  <a:pt x="93603" y="134307"/>
                </a:lnTo>
                <a:lnTo>
                  <a:pt x="94363" y="134272"/>
                </a:lnTo>
                <a:lnTo>
                  <a:pt x="95118" y="134222"/>
                </a:lnTo>
                <a:lnTo>
                  <a:pt x="95868" y="134158"/>
                </a:lnTo>
                <a:lnTo>
                  <a:pt x="96612" y="134081"/>
                </a:lnTo>
                <a:lnTo>
                  <a:pt x="97351" y="133989"/>
                </a:lnTo>
                <a:lnTo>
                  <a:pt x="98085" y="133882"/>
                </a:lnTo>
                <a:lnTo>
                  <a:pt x="98813" y="133762"/>
                </a:lnTo>
                <a:lnTo>
                  <a:pt x="99537" y="133628"/>
                </a:lnTo>
                <a:lnTo>
                  <a:pt x="100254" y="133479"/>
                </a:lnTo>
                <a:lnTo>
                  <a:pt x="100967" y="133316"/>
                </a:lnTo>
                <a:lnTo>
                  <a:pt x="101674" y="133139"/>
                </a:lnTo>
                <a:lnTo>
                  <a:pt x="102376" y="132948"/>
                </a:lnTo>
                <a:lnTo>
                  <a:pt x="103072" y="132743"/>
                </a:lnTo>
                <a:lnTo>
                  <a:pt x="103763" y="132523"/>
                </a:lnTo>
                <a:lnTo>
                  <a:pt x="104449" y="132290"/>
                </a:lnTo>
                <a:lnTo>
                  <a:pt x="105129" y="132042"/>
                </a:lnTo>
                <a:lnTo>
                  <a:pt x="105804" y="131780"/>
                </a:lnTo>
                <a:lnTo>
                  <a:pt x="106474" y="131504"/>
                </a:lnTo>
                <a:lnTo>
                  <a:pt x="107139" y="131214"/>
                </a:lnTo>
                <a:lnTo>
                  <a:pt x="107798" y="130910"/>
                </a:lnTo>
                <a:lnTo>
                  <a:pt x="108452" y="130591"/>
                </a:lnTo>
                <a:lnTo>
                  <a:pt x="109100" y="130258"/>
                </a:lnTo>
                <a:lnTo>
                  <a:pt x="109741" y="129914"/>
                </a:lnTo>
                <a:lnTo>
                  <a:pt x="110371" y="129561"/>
                </a:lnTo>
                <a:lnTo>
                  <a:pt x="110992" y="129199"/>
                </a:lnTo>
                <a:lnTo>
                  <a:pt x="111602" y="128828"/>
                </a:lnTo>
                <a:lnTo>
                  <a:pt x="112202" y="128448"/>
                </a:lnTo>
                <a:lnTo>
                  <a:pt x="112791" y="128059"/>
                </a:lnTo>
                <a:lnTo>
                  <a:pt x="113370" y="127661"/>
                </a:lnTo>
                <a:lnTo>
                  <a:pt x="113940" y="127253"/>
                </a:lnTo>
                <a:lnTo>
                  <a:pt x="114498" y="126838"/>
                </a:lnTo>
                <a:lnTo>
                  <a:pt x="115047" y="126413"/>
                </a:lnTo>
                <a:lnTo>
                  <a:pt x="115586" y="125979"/>
                </a:lnTo>
                <a:lnTo>
                  <a:pt x="116114" y="125536"/>
                </a:lnTo>
                <a:lnTo>
                  <a:pt x="116632" y="125084"/>
                </a:lnTo>
                <a:lnTo>
                  <a:pt x="117139" y="124623"/>
                </a:lnTo>
                <a:lnTo>
                  <a:pt x="117637" y="124153"/>
                </a:lnTo>
                <a:lnTo>
                  <a:pt x="118124" y="123674"/>
                </a:lnTo>
                <a:lnTo>
                  <a:pt x="118601" y="123187"/>
                </a:lnTo>
                <a:lnTo>
                  <a:pt x="119068" y="122690"/>
                </a:lnTo>
                <a:lnTo>
                  <a:pt x="119524" y="122184"/>
                </a:lnTo>
                <a:lnTo>
                  <a:pt x="119971" y="121670"/>
                </a:lnTo>
                <a:lnTo>
                  <a:pt x="120407" y="121146"/>
                </a:lnTo>
                <a:lnTo>
                  <a:pt x="120833" y="120613"/>
                </a:lnTo>
                <a:lnTo>
                  <a:pt x="121248" y="120072"/>
                </a:lnTo>
                <a:lnTo>
                  <a:pt x="121654" y="119521"/>
                </a:lnTo>
                <a:lnTo>
                  <a:pt x="122046" y="118964"/>
                </a:lnTo>
                <a:lnTo>
                  <a:pt x="122424" y="118404"/>
                </a:lnTo>
                <a:lnTo>
                  <a:pt x="122786" y="117839"/>
                </a:lnTo>
                <a:lnTo>
                  <a:pt x="123133" y="117271"/>
                </a:lnTo>
                <a:lnTo>
                  <a:pt x="123464" y="116699"/>
                </a:lnTo>
                <a:lnTo>
                  <a:pt x="123781" y="116123"/>
                </a:lnTo>
                <a:lnTo>
                  <a:pt x="124082" y="115543"/>
                </a:lnTo>
                <a:lnTo>
                  <a:pt x="124367" y="114960"/>
                </a:lnTo>
                <a:lnTo>
                  <a:pt x="124638" y="114373"/>
                </a:lnTo>
                <a:lnTo>
                  <a:pt x="124893" y="113782"/>
                </a:lnTo>
                <a:lnTo>
                  <a:pt x="125133" y="113187"/>
                </a:lnTo>
                <a:lnTo>
                  <a:pt x="125357" y="112589"/>
                </a:lnTo>
                <a:lnTo>
                  <a:pt x="125567" y="111986"/>
                </a:lnTo>
                <a:lnTo>
                  <a:pt x="125761" y="111380"/>
                </a:lnTo>
                <a:lnTo>
                  <a:pt x="125939" y="110770"/>
                </a:lnTo>
                <a:lnTo>
                  <a:pt x="126103" y="110157"/>
                </a:lnTo>
                <a:lnTo>
                  <a:pt x="126251" y="109539"/>
                </a:lnTo>
                <a:lnTo>
                  <a:pt x="126384" y="108918"/>
                </a:lnTo>
                <a:lnTo>
                  <a:pt x="126502" y="108293"/>
                </a:lnTo>
                <a:lnTo>
                  <a:pt x="126604" y="107664"/>
                </a:lnTo>
                <a:lnTo>
                  <a:pt x="126691" y="107031"/>
                </a:lnTo>
                <a:lnTo>
                  <a:pt x="126763" y="106395"/>
                </a:lnTo>
                <a:lnTo>
                  <a:pt x="126820" y="105755"/>
                </a:lnTo>
                <a:lnTo>
                  <a:pt x="126861" y="105111"/>
                </a:lnTo>
                <a:lnTo>
                  <a:pt x="112652" y="105111"/>
                </a:lnTo>
                <a:lnTo>
                  <a:pt x="112614" y="105519"/>
                </a:lnTo>
                <a:lnTo>
                  <a:pt x="112568" y="105924"/>
                </a:lnTo>
                <a:lnTo>
                  <a:pt x="112512" y="106325"/>
                </a:lnTo>
                <a:lnTo>
                  <a:pt x="112448" y="106722"/>
                </a:lnTo>
                <a:lnTo>
                  <a:pt x="112376" y="107116"/>
                </a:lnTo>
                <a:lnTo>
                  <a:pt x="112294" y="107505"/>
                </a:lnTo>
                <a:lnTo>
                  <a:pt x="112204" y="107891"/>
                </a:lnTo>
                <a:lnTo>
                  <a:pt x="112105" y="108273"/>
                </a:lnTo>
                <a:lnTo>
                  <a:pt x="111998" y="108651"/>
                </a:lnTo>
                <a:lnTo>
                  <a:pt x="111882" y="109026"/>
                </a:lnTo>
                <a:lnTo>
                  <a:pt x="111757" y="109396"/>
                </a:lnTo>
                <a:lnTo>
                  <a:pt x="111623" y="109763"/>
                </a:lnTo>
                <a:lnTo>
                  <a:pt x="111481" y="110126"/>
                </a:lnTo>
                <a:lnTo>
                  <a:pt x="111330" y="110485"/>
                </a:lnTo>
                <a:lnTo>
                  <a:pt x="111170" y="110841"/>
                </a:lnTo>
                <a:lnTo>
                  <a:pt x="111002" y="111193"/>
                </a:lnTo>
                <a:lnTo>
                  <a:pt x="110825" y="111541"/>
                </a:lnTo>
                <a:lnTo>
                  <a:pt x="110639" y="111885"/>
                </a:lnTo>
                <a:lnTo>
                  <a:pt x="110445" y="112225"/>
                </a:lnTo>
                <a:lnTo>
                  <a:pt x="110242" y="112562"/>
                </a:lnTo>
                <a:lnTo>
                  <a:pt x="110030" y="112894"/>
                </a:lnTo>
                <a:lnTo>
                  <a:pt x="109809" y="113224"/>
                </a:lnTo>
                <a:lnTo>
                  <a:pt x="109580" y="113549"/>
                </a:lnTo>
                <a:lnTo>
                  <a:pt x="109342" y="113870"/>
                </a:lnTo>
                <a:lnTo>
                  <a:pt x="109097" y="114187"/>
                </a:lnTo>
                <a:lnTo>
                  <a:pt x="108847" y="114498"/>
                </a:lnTo>
                <a:lnTo>
                  <a:pt x="108591" y="114803"/>
                </a:lnTo>
                <a:lnTo>
                  <a:pt x="108329" y="115102"/>
                </a:lnTo>
                <a:lnTo>
                  <a:pt x="108061" y="115396"/>
                </a:lnTo>
                <a:lnTo>
                  <a:pt x="107788" y="115684"/>
                </a:lnTo>
                <a:lnTo>
                  <a:pt x="107510" y="115966"/>
                </a:lnTo>
                <a:lnTo>
                  <a:pt x="107226" y="116243"/>
                </a:lnTo>
                <a:lnTo>
                  <a:pt x="106936" y="116513"/>
                </a:lnTo>
                <a:lnTo>
                  <a:pt x="106640" y="116778"/>
                </a:lnTo>
                <a:lnTo>
                  <a:pt x="106339" y="117038"/>
                </a:lnTo>
                <a:lnTo>
                  <a:pt x="106032" y="117291"/>
                </a:lnTo>
                <a:lnTo>
                  <a:pt x="105720" y="117539"/>
                </a:lnTo>
                <a:lnTo>
                  <a:pt x="105402" y="117781"/>
                </a:lnTo>
                <a:lnTo>
                  <a:pt x="105079" y="118017"/>
                </a:lnTo>
                <a:lnTo>
                  <a:pt x="104750" y="118248"/>
                </a:lnTo>
                <a:lnTo>
                  <a:pt x="104415" y="118472"/>
                </a:lnTo>
                <a:lnTo>
                  <a:pt x="104075" y="118691"/>
                </a:lnTo>
                <a:lnTo>
                  <a:pt x="103729" y="118905"/>
                </a:lnTo>
                <a:lnTo>
                  <a:pt x="103377" y="119112"/>
                </a:lnTo>
                <a:lnTo>
                  <a:pt x="103020" y="119314"/>
                </a:lnTo>
                <a:lnTo>
                  <a:pt x="102658" y="119510"/>
                </a:lnTo>
                <a:lnTo>
                  <a:pt x="102289" y="119700"/>
                </a:lnTo>
                <a:lnTo>
                  <a:pt x="101915" y="119885"/>
                </a:lnTo>
                <a:lnTo>
                  <a:pt x="101537" y="120062"/>
                </a:lnTo>
                <a:lnTo>
                  <a:pt x="101156" y="120233"/>
                </a:lnTo>
                <a:lnTo>
                  <a:pt x="100772" y="120395"/>
                </a:lnTo>
                <a:lnTo>
                  <a:pt x="100386" y="120551"/>
                </a:lnTo>
                <a:lnTo>
                  <a:pt x="99997" y="120698"/>
                </a:lnTo>
                <a:lnTo>
                  <a:pt x="99604" y="120838"/>
                </a:lnTo>
                <a:lnTo>
                  <a:pt x="99209" y="120971"/>
                </a:lnTo>
                <a:lnTo>
                  <a:pt x="98812" y="121096"/>
                </a:lnTo>
                <a:lnTo>
                  <a:pt x="98411" y="121213"/>
                </a:lnTo>
                <a:lnTo>
                  <a:pt x="98008" y="121323"/>
                </a:lnTo>
                <a:lnTo>
                  <a:pt x="97601" y="121425"/>
                </a:lnTo>
                <a:lnTo>
                  <a:pt x="97193" y="121519"/>
                </a:lnTo>
                <a:lnTo>
                  <a:pt x="96781" y="121606"/>
                </a:lnTo>
                <a:lnTo>
                  <a:pt x="96366" y="121686"/>
                </a:lnTo>
                <a:lnTo>
                  <a:pt x="95949" y="121758"/>
                </a:lnTo>
                <a:lnTo>
                  <a:pt x="95529" y="121822"/>
                </a:lnTo>
                <a:lnTo>
                  <a:pt x="95106" y="121879"/>
                </a:lnTo>
                <a:lnTo>
                  <a:pt x="94680" y="121928"/>
                </a:lnTo>
                <a:lnTo>
                  <a:pt x="94251" y="121970"/>
                </a:lnTo>
                <a:lnTo>
                  <a:pt x="93820" y="122004"/>
                </a:lnTo>
                <a:lnTo>
                  <a:pt x="93386" y="122030"/>
                </a:lnTo>
                <a:lnTo>
                  <a:pt x="92949" y="122049"/>
                </a:lnTo>
                <a:lnTo>
                  <a:pt x="92509" y="122061"/>
                </a:lnTo>
                <a:lnTo>
                  <a:pt x="92066" y="122064"/>
                </a:lnTo>
                <a:lnTo>
                  <a:pt x="91492" y="122060"/>
                </a:lnTo>
                <a:lnTo>
                  <a:pt x="90925" y="122046"/>
                </a:lnTo>
                <a:lnTo>
                  <a:pt x="90366" y="122022"/>
                </a:lnTo>
                <a:lnTo>
                  <a:pt x="89816" y="121989"/>
                </a:lnTo>
                <a:lnTo>
                  <a:pt x="89273" y="121947"/>
                </a:lnTo>
                <a:close/>
                <a:moveTo>
                  <a:pt x="527378" y="83449"/>
                </a:moveTo>
                <a:lnTo>
                  <a:pt x="527345" y="82705"/>
                </a:lnTo>
                <a:lnTo>
                  <a:pt x="527305" y="81966"/>
                </a:lnTo>
                <a:lnTo>
                  <a:pt x="527257" y="81233"/>
                </a:lnTo>
                <a:lnTo>
                  <a:pt x="527203" y="80504"/>
                </a:lnTo>
                <a:lnTo>
                  <a:pt x="527141" y="79780"/>
                </a:lnTo>
                <a:lnTo>
                  <a:pt x="527071" y="79060"/>
                </a:lnTo>
                <a:lnTo>
                  <a:pt x="526995" y="78346"/>
                </a:lnTo>
                <a:lnTo>
                  <a:pt x="526911" y="77637"/>
                </a:lnTo>
                <a:lnTo>
                  <a:pt x="526820" y="76932"/>
                </a:lnTo>
                <a:lnTo>
                  <a:pt x="526722" y="76233"/>
                </a:lnTo>
                <a:lnTo>
                  <a:pt x="526616" y="75538"/>
                </a:lnTo>
                <a:lnTo>
                  <a:pt x="526503" y="74848"/>
                </a:lnTo>
                <a:lnTo>
                  <a:pt x="526383" y="74163"/>
                </a:lnTo>
                <a:lnTo>
                  <a:pt x="526255" y="73483"/>
                </a:lnTo>
                <a:lnTo>
                  <a:pt x="526120" y="72808"/>
                </a:lnTo>
                <a:lnTo>
                  <a:pt x="525978" y="72138"/>
                </a:lnTo>
                <a:lnTo>
                  <a:pt x="525829" y="71473"/>
                </a:lnTo>
                <a:lnTo>
                  <a:pt x="525672" y="70812"/>
                </a:lnTo>
                <a:lnTo>
                  <a:pt x="525508" y="70157"/>
                </a:lnTo>
                <a:lnTo>
                  <a:pt x="525337" y="69506"/>
                </a:lnTo>
                <a:lnTo>
                  <a:pt x="525158" y="68862"/>
                </a:lnTo>
                <a:lnTo>
                  <a:pt x="524971" y="68224"/>
                </a:lnTo>
                <a:lnTo>
                  <a:pt x="524777" y="67593"/>
                </a:lnTo>
                <a:lnTo>
                  <a:pt x="524574" y="66970"/>
                </a:lnTo>
                <a:lnTo>
                  <a:pt x="524364" y="66353"/>
                </a:lnTo>
                <a:lnTo>
                  <a:pt x="524146" y="65743"/>
                </a:lnTo>
                <a:lnTo>
                  <a:pt x="523920" y="65141"/>
                </a:lnTo>
                <a:lnTo>
                  <a:pt x="523686" y="64545"/>
                </a:lnTo>
                <a:lnTo>
                  <a:pt x="523445" y="63956"/>
                </a:lnTo>
                <a:lnTo>
                  <a:pt x="523195" y="63375"/>
                </a:lnTo>
                <a:lnTo>
                  <a:pt x="522938" y="62800"/>
                </a:lnTo>
                <a:lnTo>
                  <a:pt x="522673" y="62232"/>
                </a:lnTo>
                <a:lnTo>
                  <a:pt x="522400" y="61672"/>
                </a:lnTo>
                <a:lnTo>
                  <a:pt x="522119" y="61118"/>
                </a:lnTo>
                <a:lnTo>
                  <a:pt x="521830" y="60571"/>
                </a:lnTo>
                <a:lnTo>
                  <a:pt x="521534" y="60032"/>
                </a:lnTo>
                <a:lnTo>
                  <a:pt x="521229" y="59499"/>
                </a:lnTo>
                <a:lnTo>
                  <a:pt x="520917" y="58973"/>
                </a:lnTo>
                <a:lnTo>
                  <a:pt x="520597" y="58455"/>
                </a:lnTo>
                <a:lnTo>
                  <a:pt x="520269" y="57943"/>
                </a:lnTo>
                <a:lnTo>
                  <a:pt x="519933" y="57438"/>
                </a:lnTo>
                <a:lnTo>
                  <a:pt x="519589" y="56941"/>
                </a:lnTo>
                <a:lnTo>
                  <a:pt x="519238" y="56450"/>
                </a:lnTo>
                <a:lnTo>
                  <a:pt x="518878" y="55966"/>
                </a:lnTo>
                <a:lnTo>
                  <a:pt x="518511" y="55491"/>
                </a:lnTo>
                <a:lnTo>
                  <a:pt x="518135" y="55024"/>
                </a:lnTo>
                <a:lnTo>
                  <a:pt x="517750" y="54565"/>
                </a:lnTo>
                <a:lnTo>
                  <a:pt x="517357" y="54116"/>
                </a:lnTo>
                <a:lnTo>
                  <a:pt x="516955" y="53676"/>
                </a:lnTo>
                <a:lnTo>
                  <a:pt x="516545" y="53244"/>
                </a:lnTo>
                <a:lnTo>
                  <a:pt x="516126" y="52821"/>
                </a:lnTo>
                <a:lnTo>
                  <a:pt x="515699" y="52407"/>
                </a:lnTo>
                <a:lnTo>
                  <a:pt x="515263" y="52002"/>
                </a:lnTo>
                <a:lnTo>
                  <a:pt x="514818" y="51605"/>
                </a:lnTo>
                <a:lnTo>
                  <a:pt x="514365" y="51218"/>
                </a:lnTo>
                <a:lnTo>
                  <a:pt x="513903" y="50839"/>
                </a:lnTo>
                <a:lnTo>
                  <a:pt x="513433" y="50469"/>
                </a:lnTo>
                <a:lnTo>
                  <a:pt x="512955" y="50107"/>
                </a:lnTo>
                <a:lnTo>
                  <a:pt x="512467" y="49755"/>
                </a:lnTo>
                <a:lnTo>
                  <a:pt x="511972" y="49411"/>
                </a:lnTo>
                <a:lnTo>
                  <a:pt x="511467" y="49077"/>
                </a:lnTo>
                <a:lnTo>
                  <a:pt x="510954" y="48751"/>
                </a:lnTo>
                <a:lnTo>
                  <a:pt x="510433" y="48434"/>
                </a:lnTo>
                <a:lnTo>
                  <a:pt x="509903" y="48125"/>
                </a:lnTo>
                <a:lnTo>
                  <a:pt x="509364" y="47826"/>
                </a:lnTo>
                <a:lnTo>
                  <a:pt x="508817" y="47535"/>
                </a:lnTo>
                <a:lnTo>
                  <a:pt x="508262" y="47253"/>
                </a:lnTo>
                <a:lnTo>
                  <a:pt x="507697" y="46980"/>
                </a:lnTo>
                <a:lnTo>
                  <a:pt x="507124" y="46717"/>
                </a:lnTo>
                <a:lnTo>
                  <a:pt x="506543" y="46465"/>
                </a:lnTo>
                <a:lnTo>
                  <a:pt x="505952" y="46224"/>
                </a:lnTo>
                <a:lnTo>
                  <a:pt x="505353" y="45995"/>
                </a:lnTo>
                <a:lnTo>
                  <a:pt x="504745" y="45777"/>
                </a:lnTo>
                <a:lnTo>
                  <a:pt x="504128" y="45569"/>
                </a:lnTo>
                <a:lnTo>
                  <a:pt x="503502" y="45374"/>
                </a:lnTo>
                <a:lnTo>
                  <a:pt x="502867" y="45189"/>
                </a:lnTo>
                <a:lnTo>
                  <a:pt x="502223" y="45015"/>
                </a:lnTo>
                <a:lnTo>
                  <a:pt x="501571" y="44853"/>
                </a:lnTo>
                <a:lnTo>
                  <a:pt x="500910" y="44702"/>
                </a:lnTo>
                <a:lnTo>
                  <a:pt x="500240" y="44562"/>
                </a:lnTo>
                <a:lnTo>
                  <a:pt x="499561" y="44433"/>
                </a:lnTo>
                <a:lnTo>
                  <a:pt x="498873" y="44316"/>
                </a:lnTo>
                <a:lnTo>
                  <a:pt x="498177" y="44209"/>
                </a:lnTo>
                <a:lnTo>
                  <a:pt x="497471" y="44114"/>
                </a:lnTo>
                <a:lnTo>
                  <a:pt x="496757" y="44030"/>
                </a:lnTo>
                <a:lnTo>
                  <a:pt x="496034" y="43957"/>
                </a:lnTo>
                <a:lnTo>
                  <a:pt x="495302" y="43896"/>
                </a:lnTo>
                <a:lnTo>
                  <a:pt x="494562" y="43845"/>
                </a:lnTo>
                <a:lnTo>
                  <a:pt x="493812" y="43806"/>
                </a:lnTo>
                <a:lnTo>
                  <a:pt x="493054" y="43778"/>
                </a:lnTo>
                <a:lnTo>
                  <a:pt x="492287" y="43761"/>
                </a:lnTo>
                <a:lnTo>
                  <a:pt x="491511" y="43756"/>
                </a:lnTo>
                <a:lnTo>
                  <a:pt x="490900" y="43761"/>
                </a:lnTo>
                <a:lnTo>
                  <a:pt x="490290" y="43777"/>
                </a:lnTo>
                <a:lnTo>
                  <a:pt x="489682" y="43803"/>
                </a:lnTo>
                <a:lnTo>
                  <a:pt x="489076" y="43839"/>
                </a:lnTo>
                <a:lnTo>
                  <a:pt x="488471" y="43886"/>
                </a:lnTo>
                <a:lnTo>
                  <a:pt x="487868" y="43943"/>
                </a:lnTo>
                <a:lnTo>
                  <a:pt x="487267" y="44010"/>
                </a:lnTo>
                <a:lnTo>
                  <a:pt x="486667" y="44088"/>
                </a:lnTo>
                <a:lnTo>
                  <a:pt x="486069" y="44176"/>
                </a:lnTo>
                <a:lnTo>
                  <a:pt x="485473" y="44274"/>
                </a:lnTo>
                <a:lnTo>
                  <a:pt x="484878" y="44383"/>
                </a:lnTo>
                <a:lnTo>
                  <a:pt x="484286" y="44503"/>
                </a:lnTo>
                <a:lnTo>
                  <a:pt x="483694" y="44632"/>
                </a:lnTo>
                <a:lnTo>
                  <a:pt x="483105" y="44772"/>
                </a:lnTo>
                <a:lnTo>
                  <a:pt x="482517" y="44923"/>
                </a:lnTo>
                <a:lnTo>
                  <a:pt x="481931" y="45083"/>
                </a:lnTo>
                <a:lnTo>
                  <a:pt x="481346" y="45255"/>
                </a:lnTo>
                <a:lnTo>
                  <a:pt x="480764" y="45436"/>
                </a:lnTo>
                <a:lnTo>
                  <a:pt x="480183" y="45628"/>
                </a:lnTo>
                <a:lnTo>
                  <a:pt x="479603" y="45830"/>
                </a:lnTo>
                <a:lnTo>
                  <a:pt x="479025" y="46043"/>
                </a:lnTo>
                <a:lnTo>
                  <a:pt x="478449" y="46266"/>
                </a:lnTo>
                <a:lnTo>
                  <a:pt x="477875" y="46499"/>
                </a:lnTo>
                <a:lnTo>
                  <a:pt x="477302" y="46743"/>
                </a:lnTo>
                <a:lnTo>
                  <a:pt x="476733" y="46997"/>
                </a:lnTo>
                <a:lnTo>
                  <a:pt x="476169" y="47260"/>
                </a:lnTo>
                <a:lnTo>
                  <a:pt x="475610" y="47534"/>
                </a:lnTo>
                <a:lnTo>
                  <a:pt x="475055" y="47817"/>
                </a:lnTo>
                <a:lnTo>
                  <a:pt x="474506" y="48110"/>
                </a:lnTo>
                <a:lnTo>
                  <a:pt x="473962" y="48413"/>
                </a:lnTo>
                <a:lnTo>
                  <a:pt x="473423" y="48726"/>
                </a:lnTo>
                <a:lnTo>
                  <a:pt x="472889" y="49048"/>
                </a:lnTo>
                <a:lnTo>
                  <a:pt x="472360" y="49380"/>
                </a:lnTo>
                <a:lnTo>
                  <a:pt x="471836" y="49723"/>
                </a:lnTo>
                <a:lnTo>
                  <a:pt x="471317" y="50075"/>
                </a:lnTo>
                <a:lnTo>
                  <a:pt x="470804" y="50436"/>
                </a:lnTo>
                <a:lnTo>
                  <a:pt x="470295" y="50808"/>
                </a:lnTo>
                <a:lnTo>
                  <a:pt x="469791" y="51189"/>
                </a:lnTo>
                <a:lnTo>
                  <a:pt x="469292" y="51580"/>
                </a:lnTo>
                <a:lnTo>
                  <a:pt x="468799" y="51981"/>
                </a:lnTo>
                <a:lnTo>
                  <a:pt x="468310" y="52392"/>
                </a:lnTo>
                <a:lnTo>
                  <a:pt x="467827" y="52813"/>
                </a:lnTo>
                <a:lnTo>
                  <a:pt x="467348" y="53243"/>
                </a:lnTo>
                <a:lnTo>
                  <a:pt x="466875" y="53683"/>
                </a:lnTo>
                <a:lnTo>
                  <a:pt x="466406" y="54133"/>
                </a:lnTo>
                <a:lnTo>
                  <a:pt x="465943" y="54593"/>
                </a:lnTo>
                <a:lnTo>
                  <a:pt x="465485" y="55063"/>
                </a:lnTo>
                <a:lnTo>
                  <a:pt x="465031" y="55542"/>
                </a:lnTo>
                <a:lnTo>
                  <a:pt x="464584" y="56031"/>
                </a:lnTo>
                <a:lnTo>
                  <a:pt x="464146" y="56529"/>
                </a:lnTo>
                <a:lnTo>
                  <a:pt x="463714" y="57035"/>
                </a:lnTo>
                <a:lnTo>
                  <a:pt x="463291" y="57551"/>
                </a:lnTo>
                <a:lnTo>
                  <a:pt x="462876" y="58075"/>
                </a:lnTo>
                <a:lnTo>
                  <a:pt x="462468" y="58608"/>
                </a:lnTo>
                <a:lnTo>
                  <a:pt x="462068" y="59150"/>
                </a:lnTo>
                <a:lnTo>
                  <a:pt x="461677" y="59700"/>
                </a:lnTo>
                <a:lnTo>
                  <a:pt x="461292" y="60260"/>
                </a:lnTo>
                <a:lnTo>
                  <a:pt x="460916" y="60828"/>
                </a:lnTo>
                <a:lnTo>
                  <a:pt x="460548" y="61405"/>
                </a:lnTo>
                <a:lnTo>
                  <a:pt x="460187" y="61991"/>
                </a:lnTo>
                <a:lnTo>
                  <a:pt x="459835" y="62586"/>
                </a:lnTo>
                <a:lnTo>
                  <a:pt x="459490" y="63189"/>
                </a:lnTo>
                <a:lnTo>
                  <a:pt x="459153" y="63802"/>
                </a:lnTo>
                <a:lnTo>
                  <a:pt x="458824" y="64423"/>
                </a:lnTo>
                <a:lnTo>
                  <a:pt x="458503" y="65053"/>
                </a:lnTo>
                <a:lnTo>
                  <a:pt x="458189" y="65692"/>
                </a:lnTo>
                <a:lnTo>
                  <a:pt x="457884" y="66340"/>
                </a:lnTo>
                <a:lnTo>
                  <a:pt x="457586" y="66996"/>
                </a:lnTo>
                <a:lnTo>
                  <a:pt x="457296" y="67662"/>
                </a:lnTo>
                <a:lnTo>
                  <a:pt x="457014" y="68336"/>
                </a:lnTo>
                <a:lnTo>
                  <a:pt x="456740" y="69019"/>
                </a:lnTo>
                <a:lnTo>
                  <a:pt x="456474" y="69711"/>
                </a:lnTo>
                <a:lnTo>
                  <a:pt x="456217" y="70411"/>
                </a:lnTo>
                <a:lnTo>
                  <a:pt x="455971" y="71119"/>
                </a:lnTo>
                <a:lnTo>
                  <a:pt x="455736" y="71836"/>
                </a:lnTo>
                <a:lnTo>
                  <a:pt x="455512" y="72560"/>
                </a:lnTo>
                <a:lnTo>
                  <a:pt x="455299" y="73292"/>
                </a:lnTo>
                <a:lnTo>
                  <a:pt x="455096" y="74032"/>
                </a:lnTo>
                <a:lnTo>
                  <a:pt x="454905" y="74781"/>
                </a:lnTo>
                <a:lnTo>
                  <a:pt x="454725" y="75537"/>
                </a:lnTo>
                <a:lnTo>
                  <a:pt x="454555" y="76301"/>
                </a:lnTo>
                <a:lnTo>
                  <a:pt x="454397" y="77073"/>
                </a:lnTo>
                <a:lnTo>
                  <a:pt x="454249" y="77853"/>
                </a:lnTo>
                <a:lnTo>
                  <a:pt x="454113" y="78641"/>
                </a:lnTo>
                <a:lnTo>
                  <a:pt x="453987" y="79438"/>
                </a:lnTo>
                <a:lnTo>
                  <a:pt x="453872" y="80242"/>
                </a:lnTo>
                <a:lnTo>
                  <a:pt x="453768" y="81054"/>
                </a:lnTo>
                <a:lnTo>
                  <a:pt x="453675" y="81874"/>
                </a:lnTo>
                <a:lnTo>
                  <a:pt x="453593" y="82702"/>
                </a:lnTo>
                <a:lnTo>
                  <a:pt x="453522" y="83538"/>
                </a:lnTo>
                <a:lnTo>
                  <a:pt x="453462" y="84382"/>
                </a:lnTo>
                <a:lnTo>
                  <a:pt x="453413" y="85234"/>
                </a:lnTo>
                <a:lnTo>
                  <a:pt x="453375" y="86095"/>
                </a:lnTo>
                <a:lnTo>
                  <a:pt x="453347" y="86963"/>
                </a:lnTo>
                <a:lnTo>
                  <a:pt x="453331" y="87839"/>
                </a:lnTo>
                <a:lnTo>
                  <a:pt x="453325" y="88723"/>
                </a:lnTo>
                <a:lnTo>
                  <a:pt x="453325" y="92113"/>
                </a:lnTo>
                <a:lnTo>
                  <a:pt x="453330" y="92878"/>
                </a:lnTo>
                <a:lnTo>
                  <a:pt x="453345" y="93637"/>
                </a:lnTo>
                <a:lnTo>
                  <a:pt x="453370" y="94391"/>
                </a:lnTo>
                <a:lnTo>
                  <a:pt x="453404" y="95141"/>
                </a:lnTo>
                <a:lnTo>
                  <a:pt x="453448" y="95885"/>
                </a:lnTo>
                <a:lnTo>
                  <a:pt x="453502" y="96624"/>
                </a:lnTo>
                <a:lnTo>
                  <a:pt x="453566" y="97358"/>
                </a:lnTo>
                <a:lnTo>
                  <a:pt x="453639" y="98087"/>
                </a:lnTo>
                <a:lnTo>
                  <a:pt x="453723" y="98811"/>
                </a:lnTo>
                <a:lnTo>
                  <a:pt x="453816" y="99530"/>
                </a:lnTo>
                <a:lnTo>
                  <a:pt x="453919" y="100244"/>
                </a:lnTo>
                <a:lnTo>
                  <a:pt x="454032" y="100953"/>
                </a:lnTo>
                <a:lnTo>
                  <a:pt x="454154" y="101657"/>
                </a:lnTo>
                <a:lnTo>
                  <a:pt x="454287" y="102356"/>
                </a:lnTo>
                <a:lnTo>
                  <a:pt x="454429" y="103050"/>
                </a:lnTo>
                <a:lnTo>
                  <a:pt x="454581" y="103739"/>
                </a:lnTo>
                <a:lnTo>
                  <a:pt x="454743" y="104422"/>
                </a:lnTo>
                <a:lnTo>
                  <a:pt x="454915" y="105101"/>
                </a:lnTo>
                <a:lnTo>
                  <a:pt x="455096" y="105774"/>
                </a:lnTo>
                <a:lnTo>
                  <a:pt x="455288" y="106443"/>
                </a:lnTo>
                <a:lnTo>
                  <a:pt x="455489" y="107106"/>
                </a:lnTo>
                <a:lnTo>
                  <a:pt x="455700" y="107765"/>
                </a:lnTo>
                <a:lnTo>
                  <a:pt x="455920" y="108418"/>
                </a:lnTo>
                <a:lnTo>
                  <a:pt x="456151" y="109067"/>
                </a:lnTo>
                <a:lnTo>
                  <a:pt x="456391" y="109709"/>
                </a:lnTo>
                <a:lnTo>
                  <a:pt x="456639" y="110344"/>
                </a:lnTo>
                <a:lnTo>
                  <a:pt x="456896" y="110971"/>
                </a:lnTo>
                <a:lnTo>
                  <a:pt x="457161" y="111592"/>
                </a:lnTo>
                <a:lnTo>
                  <a:pt x="457435" y="112205"/>
                </a:lnTo>
                <a:lnTo>
                  <a:pt x="457718" y="112811"/>
                </a:lnTo>
                <a:lnTo>
                  <a:pt x="458009" y="113409"/>
                </a:lnTo>
                <a:lnTo>
                  <a:pt x="458308" y="114000"/>
                </a:lnTo>
                <a:lnTo>
                  <a:pt x="458616" y="114584"/>
                </a:lnTo>
                <a:lnTo>
                  <a:pt x="458933" y="115161"/>
                </a:lnTo>
                <a:lnTo>
                  <a:pt x="459258" y="115730"/>
                </a:lnTo>
                <a:lnTo>
                  <a:pt x="459592" y="116292"/>
                </a:lnTo>
                <a:lnTo>
                  <a:pt x="459934" y="116847"/>
                </a:lnTo>
                <a:lnTo>
                  <a:pt x="460285" y="117394"/>
                </a:lnTo>
                <a:lnTo>
                  <a:pt x="460645" y="117934"/>
                </a:lnTo>
                <a:lnTo>
                  <a:pt x="461013" y="118467"/>
                </a:lnTo>
                <a:lnTo>
                  <a:pt x="461389" y="118993"/>
                </a:lnTo>
                <a:lnTo>
                  <a:pt x="461774" y="119511"/>
                </a:lnTo>
                <a:lnTo>
                  <a:pt x="462168" y="120022"/>
                </a:lnTo>
                <a:lnTo>
                  <a:pt x="462570" y="120526"/>
                </a:lnTo>
                <a:lnTo>
                  <a:pt x="462981" y="121022"/>
                </a:lnTo>
                <a:lnTo>
                  <a:pt x="463400" y="121512"/>
                </a:lnTo>
                <a:lnTo>
                  <a:pt x="463828" y="121993"/>
                </a:lnTo>
                <a:lnTo>
                  <a:pt x="464264" y="122468"/>
                </a:lnTo>
                <a:lnTo>
                  <a:pt x="464709" y="122934"/>
                </a:lnTo>
                <a:lnTo>
                  <a:pt x="465160" y="123392"/>
                </a:lnTo>
                <a:lnTo>
                  <a:pt x="465619" y="123841"/>
                </a:lnTo>
                <a:lnTo>
                  <a:pt x="466085" y="124281"/>
                </a:lnTo>
                <a:lnTo>
                  <a:pt x="466559" y="124712"/>
                </a:lnTo>
                <a:lnTo>
                  <a:pt x="467039" y="125135"/>
                </a:lnTo>
                <a:lnTo>
                  <a:pt x="467528" y="125548"/>
                </a:lnTo>
                <a:lnTo>
                  <a:pt x="468023" y="125953"/>
                </a:lnTo>
                <a:lnTo>
                  <a:pt x="468525" y="126349"/>
                </a:lnTo>
                <a:lnTo>
                  <a:pt x="469035" y="126736"/>
                </a:lnTo>
                <a:lnTo>
                  <a:pt x="469552" y="127114"/>
                </a:lnTo>
                <a:lnTo>
                  <a:pt x="470077" y="127483"/>
                </a:lnTo>
                <a:lnTo>
                  <a:pt x="470609" y="127844"/>
                </a:lnTo>
                <a:lnTo>
                  <a:pt x="471148" y="128196"/>
                </a:lnTo>
                <a:lnTo>
                  <a:pt x="471694" y="128539"/>
                </a:lnTo>
                <a:lnTo>
                  <a:pt x="472248" y="128873"/>
                </a:lnTo>
                <a:lnTo>
                  <a:pt x="472809" y="129198"/>
                </a:lnTo>
                <a:lnTo>
                  <a:pt x="473377" y="129514"/>
                </a:lnTo>
                <a:lnTo>
                  <a:pt x="473952" y="129822"/>
                </a:lnTo>
                <a:lnTo>
                  <a:pt x="474535" y="130121"/>
                </a:lnTo>
                <a:lnTo>
                  <a:pt x="475125" y="130410"/>
                </a:lnTo>
                <a:lnTo>
                  <a:pt x="475722" y="130692"/>
                </a:lnTo>
                <a:lnTo>
                  <a:pt x="476327" y="130964"/>
                </a:lnTo>
                <a:lnTo>
                  <a:pt x="476939" y="131227"/>
                </a:lnTo>
                <a:lnTo>
                  <a:pt x="477558" y="131481"/>
                </a:lnTo>
                <a:lnTo>
                  <a:pt x="478182" y="131724"/>
                </a:lnTo>
                <a:lnTo>
                  <a:pt x="478813" y="131956"/>
                </a:lnTo>
                <a:lnTo>
                  <a:pt x="479450" y="132177"/>
                </a:lnTo>
                <a:lnTo>
                  <a:pt x="480092" y="132387"/>
                </a:lnTo>
                <a:lnTo>
                  <a:pt x="480741" y="132587"/>
                </a:lnTo>
                <a:lnTo>
                  <a:pt x="481396" y="132776"/>
                </a:lnTo>
                <a:lnTo>
                  <a:pt x="482056" y="132954"/>
                </a:lnTo>
                <a:lnTo>
                  <a:pt x="482723" y="133121"/>
                </a:lnTo>
                <a:lnTo>
                  <a:pt x="483396" y="133278"/>
                </a:lnTo>
                <a:lnTo>
                  <a:pt x="484075" y="133423"/>
                </a:lnTo>
                <a:lnTo>
                  <a:pt x="484760" y="133558"/>
                </a:lnTo>
                <a:lnTo>
                  <a:pt x="485451" y="133682"/>
                </a:lnTo>
                <a:lnTo>
                  <a:pt x="486148" y="133796"/>
                </a:lnTo>
                <a:lnTo>
                  <a:pt x="486851" y="133898"/>
                </a:lnTo>
                <a:lnTo>
                  <a:pt x="487560" y="133990"/>
                </a:lnTo>
                <a:lnTo>
                  <a:pt x="488275" y="134071"/>
                </a:lnTo>
                <a:lnTo>
                  <a:pt x="488996" y="134141"/>
                </a:lnTo>
                <a:lnTo>
                  <a:pt x="489723" y="134200"/>
                </a:lnTo>
                <a:lnTo>
                  <a:pt x="490456" y="134249"/>
                </a:lnTo>
                <a:lnTo>
                  <a:pt x="491195" y="134287"/>
                </a:lnTo>
                <a:lnTo>
                  <a:pt x="491940" y="134314"/>
                </a:lnTo>
                <a:lnTo>
                  <a:pt x="492691" y="134330"/>
                </a:lnTo>
                <a:lnTo>
                  <a:pt x="493448" y="134335"/>
                </a:lnTo>
                <a:lnTo>
                  <a:pt x="494164" y="134331"/>
                </a:lnTo>
                <a:lnTo>
                  <a:pt x="494872" y="134319"/>
                </a:lnTo>
                <a:lnTo>
                  <a:pt x="495572" y="134297"/>
                </a:lnTo>
                <a:lnTo>
                  <a:pt x="496264" y="134268"/>
                </a:lnTo>
                <a:lnTo>
                  <a:pt x="496948" y="134230"/>
                </a:lnTo>
                <a:lnTo>
                  <a:pt x="497624" y="134184"/>
                </a:lnTo>
                <a:lnTo>
                  <a:pt x="498292" y="134129"/>
                </a:lnTo>
                <a:lnTo>
                  <a:pt x="498952" y="134066"/>
                </a:lnTo>
                <a:lnTo>
                  <a:pt x="499603" y="133995"/>
                </a:lnTo>
                <a:lnTo>
                  <a:pt x="500247" y="133915"/>
                </a:lnTo>
                <a:lnTo>
                  <a:pt x="500883" y="133827"/>
                </a:lnTo>
                <a:lnTo>
                  <a:pt x="501511" y="133730"/>
                </a:lnTo>
                <a:lnTo>
                  <a:pt x="502131" y="133625"/>
                </a:lnTo>
                <a:lnTo>
                  <a:pt x="502743" y="133511"/>
                </a:lnTo>
                <a:lnTo>
                  <a:pt x="503347" y="133389"/>
                </a:lnTo>
                <a:lnTo>
                  <a:pt x="503943" y="133259"/>
                </a:lnTo>
                <a:lnTo>
                  <a:pt x="504531" y="133120"/>
                </a:lnTo>
                <a:lnTo>
                  <a:pt x="505111" y="132973"/>
                </a:lnTo>
                <a:lnTo>
                  <a:pt x="505683" y="132817"/>
                </a:lnTo>
                <a:lnTo>
                  <a:pt x="506248" y="132653"/>
                </a:lnTo>
                <a:lnTo>
                  <a:pt x="506804" y="132481"/>
                </a:lnTo>
                <a:lnTo>
                  <a:pt x="507352" y="132300"/>
                </a:lnTo>
                <a:lnTo>
                  <a:pt x="507892" y="132111"/>
                </a:lnTo>
                <a:lnTo>
                  <a:pt x="508424" y="131913"/>
                </a:lnTo>
                <a:lnTo>
                  <a:pt x="508949" y="131709"/>
                </a:lnTo>
                <a:lnTo>
                  <a:pt x="509466" y="131500"/>
                </a:lnTo>
                <a:lnTo>
                  <a:pt x="509977" y="131285"/>
                </a:lnTo>
                <a:lnTo>
                  <a:pt x="510481" y="131066"/>
                </a:lnTo>
                <a:lnTo>
                  <a:pt x="510979" y="130841"/>
                </a:lnTo>
                <a:lnTo>
                  <a:pt x="511469" y="130612"/>
                </a:lnTo>
                <a:lnTo>
                  <a:pt x="511952" y="130377"/>
                </a:lnTo>
                <a:lnTo>
                  <a:pt x="512429" y="130137"/>
                </a:lnTo>
                <a:lnTo>
                  <a:pt x="512899" y="129893"/>
                </a:lnTo>
                <a:lnTo>
                  <a:pt x="513362" y="129643"/>
                </a:lnTo>
                <a:lnTo>
                  <a:pt x="513818" y="129388"/>
                </a:lnTo>
                <a:lnTo>
                  <a:pt x="514267" y="129128"/>
                </a:lnTo>
                <a:lnTo>
                  <a:pt x="514709" y="128863"/>
                </a:lnTo>
                <a:lnTo>
                  <a:pt x="515144" y="128593"/>
                </a:lnTo>
                <a:lnTo>
                  <a:pt x="515573" y="128318"/>
                </a:lnTo>
                <a:lnTo>
                  <a:pt x="515995" y="128038"/>
                </a:lnTo>
                <a:lnTo>
                  <a:pt x="516409" y="127753"/>
                </a:lnTo>
                <a:lnTo>
                  <a:pt x="516817" y="127463"/>
                </a:lnTo>
                <a:lnTo>
                  <a:pt x="517218" y="127168"/>
                </a:lnTo>
                <a:lnTo>
                  <a:pt x="517613" y="126868"/>
                </a:lnTo>
                <a:lnTo>
                  <a:pt x="518000" y="126563"/>
                </a:lnTo>
                <a:lnTo>
                  <a:pt x="518380" y="126252"/>
                </a:lnTo>
                <a:lnTo>
                  <a:pt x="518754" y="125937"/>
                </a:lnTo>
                <a:lnTo>
                  <a:pt x="519121" y="125616"/>
                </a:lnTo>
                <a:lnTo>
                  <a:pt x="519481" y="125293"/>
                </a:lnTo>
                <a:lnTo>
                  <a:pt x="519837" y="124968"/>
                </a:lnTo>
                <a:lnTo>
                  <a:pt x="520187" y="124641"/>
                </a:lnTo>
                <a:lnTo>
                  <a:pt x="520531" y="124314"/>
                </a:lnTo>
                <a:lnTo>
                  <a:pt x="520871" y="123984"/>
                </a:lnTo>
                <a:lnTo>
                  <a:pt x="521205" y="123654"/>
                </a:lnTo>
                <a:lnTo>
                  <a:pt x="521533" y="123322"/>
                </a:lnTo>
                <a:lnTo>
                  <a:pt x="521857" y="122988"/>
                </a:lnTo>
                <a:lnTo>
                  <a:pt x="522175" y="122653"/>
                </a:lnTo>
                <a:lnTo>
                  <a:pt x="522487" y="122317"/>
                </a:lnTo>
                <a:lnTo>
                  <a:pt x="522795" y="121980"/>
                </a:lnTo>
                <a:lnTo>
                  <a:pt x="523097" y="121640"/>
                </a:lnTo>
                <a:lnTo>
                  <a:pt x="523393" y="121300"/>
                </a:lnTo>
                <a:lnTo>
                  <a:pt x="523685" y="120958"/>
                </a:lnTo>
                <a:lnTo>
                  <a:pt x="523971" y="120615"/>
                </a:lnTo>
                <a:lnTo>
                  <a:pt x="524252" y="120270"/>
                </a:lnTo>
                <a:lnTo>
                  <a:pt x="524527" y="119924"/>
                </a:lnTo>
                <a:lnTo>
                  <a:pt x="524797" y="119577"/>
                </a:lnTo>
                <a:lnTo>
                  <a:pt x="525062" y="119228"/>
                </a:lnTo>
                <a:lnTo>
                  <a:pt x="525321" y="118878"/>
                </a:lnTo>
                <a:lnTo>
                  <a:pt x="525575" y="118526"/>
                </a:lnTo>
                <a:lnTo>
                  <a:pt x="525824" y="118173"/>
                </a:lnTo>
                <a:lnTo>
                  <a:pt x="526068" y="117819"/>
                </a:lnTo>
                <a:lnTo>
                  <a:pt x="526306" y="117463"/>
                </a:lnTo>
                <a:lnTo>
                  <a:pt x="517264" y="110278"/>
                </a:lnTo>
                <a:lnTo>
                  <a:pt x="516918" y="110725"/>
                </a:lnTo>
                <a:lnTo>
                  <a:pt x="516568" y="111164"/>
                </a:lnTo>
                <a:lnTo>
                  <a:pt x="516213" y="111596"/>
                </a:lnTo>
                <a:lnTo>
                  <a:pt x="515853" y="112020"/>
                </a:lnTo>
                <a:lnTo>
                  <a:pt x="515489" y="112437"/>
                </a:lnTo>
                <a:lnTo>
                  <a:pt x="515119" y="112846"/>
                </a:lnTo>
                <a:lnTo>
                  <a:pt x="514745" y="113247"/>
                </a:lnTo>
                <a:lnTo>
                  <a:pt x="514367" y="113641"/>
                </a:lnTo>
                <a:lnTo>
                  <a:pt x="513983" y="114028"/>
                </a:lnTo>
                <a:lnTo>
                  <a:pt x="513595" y="114407"/>
                </a:lnTo>
                <a:lnTo>
                  <a:pt x="513201" y="114778"/>
                </a:lnTo>
                <a:lnTo>
                  <a:pt x="512804" y="115142"/>
                </a:lnTo>
                <a:lnTo>
                  <a:pt x="512401" y="115498"/>
                </a:lnTo>
                <a:lnTo>
                  <a:pt x="511993" y="115846"/>
                </a:lnTo>
                <a:lnTo>
                  <a:pt x="511581" y="116187"/>
                </a:lnTo>
                <a:lnTo>
                  <a:pt x="511164" y="116521"/>
                </a:lnTo>
                <a:lnTo>
                  <a:pt x="510743" y="116847"/>
                </a:lnTo>
                <a:lnTo>
                  <a:pt x="510316" y="117165"/>
                </a:lnTo>
                <a:lnTo>
                  <a:pt x="509885" y="117476"/>
                </a:lnTo>
                <a:lnTo>
                  <a:pt x="509449" y="117779"/>
                </a:lnTo>
                <a:lnTo>
                  <a:pt x="509008" y="118074"/>
                </a:lnTo>
                <a:lnTo>
                  <a:pt x="508562" y="118362"/>
                </a:lnTo>
                <a:lnTo>
                  <a:pt x="508112" y="118643"/>
                </a:lnTo>
                <a:lnTo>
                  <a:pt x="507657" y="118916"/>
                </a:lnTo>
                <a:lnTo>
                  <a:pt x="507195" y="119179"/>
                </a:lnTo>
                <a:lnTo>
                  <a:pt x="506725" y="119432"/>
                </a:lnTo>
                <a:lnTo>
                  <a:pt x="506247" y="119673"/>
                </a:lnTo>
                <a:lnTo>
                  <a:pt x="505760" y="119903"/>
                </a:lnTo>
                <a:lnTo>
                  <a:pt x="505264" y="120121"/>
                </a:lnTo>
                <a:lnTo>
                  <a:pt x="504761" y="120329"/>
                </a:lnTo>
                <a:lnTo>
                  <a:pt x="504249" y="120525"/>
                </a:lnTo>
                <a:lnTo>
                  <a:pt x="503728" y="120710"/>
                </a:lnTo>
                <a:lnTo>
                  <a:pt x="503199" y="120884"/>
                </a:lnTo>
                <a:lnTo>
                  <a:pt x="502662" y="121046"/>
                </a:lnTo>
                <a:lnTo>
                  <a:pt x="502116" y="121198"/>
                </a:lnTo>
                <a:lnTo>
                  <a:pt x="501562" y="121338"/>
                </a:lnTo>
                <a:lnTo>
                  <a:pt x="500999" y="121467"/>
                </a:lnTo>
                <a:lnTo>
                  <a:pt x="500428" y="121584"/>
                </a:lnTo>
                <a:lnTo>
                  <a:pt x="499849" y="121691"/>
                </a:lnTo>
                <a:lnTo>
                  <a:pt x="499261" y="121786"/>
                </a:lnTo>
                <a:lnTo>
                  <a:pt x="498665" y="121870"/>
                </a:lnTo>
                <a:lnTo>
                  <a:pt x="498060" y="121943"/>
                </a:lnTo>
                <a:lnTo>
                  <a:pt x="497447" y="122005"/>
                </a:lnTo>
                <a:lnTo>
                  <a:pt x="496826" y="122055"/>
                </a:lnTo>
                <a:lnTo>
                  <a:pt x="496196" y="122095"/>
                </a:lnTo>
                <a:lnTo>
                  <a:pt x="495557" y="122123"/>
                </a:lnTo>
                <a:lnTo>
                  <a:pt x="494911" y="122139"/>
                </a:lnTo>
                <a:lnTo>
                  <a:pt x="494256" y="122145"/>
                </a:lnTo>
                <a:lnTo>
                  <a:pt x="493747" y="122141"/>
                </a:lnTo>
                <a:lnTo>
                  <a:pt x="493242" y="122129"/>
                </a:lnTo>
                <a:lnTo>
                  <a:pt x="492743" y="122108"/>
                </a:lnTo>
                <a:lnTo>
                  <a:pt x="492248" y="122080"/>
                </a:lnTo>
                <a:lnTo>
                  <a:pt x="491757" y="122043"/>
                </a:lnTo>
                <a:lnTo>
                  <a:pt x="491271" y="121999"/>
                </a:lnTo>
                <a:lnTo>
                  <a:pt x="490790" y="121946"/>
                </a:lnTo>
                <a:lnTo>
                  <a:pt x="490313" y="121885"/>
                </a:lnTo>
                <a:lnTo>
                  <a:pt x="489841" y="121816"/>
                </a:lnTo>
                <a:lnTo>
                  <a:pt x="489374" y="121739"/>
                </a:lnTo>
                <a:lnTo>
                  <a:pt x="488911" y="121653"/>
                </a:lnTo>
                <a:lnTo>
                  <a:pt x="488453" y="121560"/>
                </a:lnTo>
                <a:lnTo>
                  <a:pt x="488000" y="121458"/>
                </a:lnTo>
                <a:lnTo>
                  <a:pt x="487551" y="121348"/>
                </a:lnTo>
                <a:lnTo>
                  <a:pt x="487107" y="121231"/>
                </a:lnTo>
                <a:lnTo>
                  <a:pt x="486667" y="121105"/>
                </a:lnTo>
                <a:lnTo>
                  <a:pt x="486232" y="120970"/>
                </a:lnTo>
                <a:lnTo>
                  <a:pt x="485802" y="120828"/>
                </a:lnTo>
                <a:lnTo>
                  <a:pt x="485376" y="120678"/>
                </a:lnTo>
                <a:lnTo>
                  <a:pt x="484955" y="120519"/>
                </a:lnTo>
                <a:lnTo>
                  <a:pt x="484538" y="120353"/>
                </a:lnTo>
                <a:lnTo>
                  <a:pt x="484127" y="120178"/>
                </a:lnTo>
                <a:lnTo>
                  <a:pt x="483719" y="119995"/>
                </a:lnTo>
                <a:lnTo>
                  <a:pt x="483317" y="119804"/>
                </a:lnTo>
                <a:lnTo>
                  <a:pt x="482919" y="119606"/>
                </a:lnTo>
                <a:lnTo>
                  <a:pt x="482526" y="119401"/>
                </a:lnTo>
                <a:lnTo>
                  <a:pt x="482139" y="119191"/>
                </a:lnTo>
                <a:lnTo>
                  <a:pt x="481756" y="118974"/>
                </a:lnTo>
                <a:lnTo>
                  <a:pt x="481378" y="118751"/>
                </a:lnTo>
                <a:lnTo>
                  <a:pt x="481006" y="118522"/>
                </a:lnTo>
                <a:lnTo>
                  <a:pt x="480638" y="118287"/>
                </a:lnTo>
                <a:lnTo>
                  <a:pt x="480276" y="118046"/>
                </a:lnTo>
                <a:lnTo>
                  <a:pt x="479919" y="117798"/>
                </a:lnTo>
                <a:lnTo>
                  <a:pt x="479566" y="117545"/>
                </a:lnTo>
                <a:lnTo>
                  <a:pt x="479219" y="117285"/>
                </a:lnTo>
                <a:lnTo>
                  <a:pt x="478877" y="117019"/>
                </a:lnTo>
                <a:lnTo>
                  <a:pt x="478539" y="116746"/>
                </a:lnTo>
                <a:lnTo>
                  <a:pt x="478207" y="116468"/>
                </a:lnTo>
                <a:lnTo>
                  <a:pt x="477880" y="116184"/>
                </a:lnTo>
                <a:lnTo>
                  <a:pt x="477558" y="115893"/>
                </a:lnTo>
                <a:lnTo>
                  <a:pt x="477241" y="115596"/>
                </a:lnTo>
                <a:lnTo>
                  <a:pt x="476929" y="115293"/>
                </a:lnTo>
                <a:lnTo>
                  <a:pt x="476622" y="114984"/>
                </a:lnTo>
                <a:lnTo>
                  <a:pt x="476320" y="114669"/>
                </a:lnTo>
                <a:lnTo>
                  <a:pt x="476023" y="114347"/>
                </a:lnTo>
                <a:lnTo>
                  <a:pt x="475731" y="114019"/>
                </a:lnTo>
                <a:lnTo>
                  <a:pt x="475445" y="113685"/>
                </a:lnTo>
                <a:lnTo>
                  <a:pt x="475163" y="113345"/>
                </a:lnTo>
                <a:lnTo>
                  <a:pt x="474887" y="113000"/>
                </a:lnTo>
                <a:lnTo>
                  <a:pt x="474616" y="112650"/>
                </a:lnTo>
                <a:lnTo>
                  <a:pt x="474351" y="112295"/>
                </a:lnTo>
                <a:lnTo>
                  <a:pt x="474091" y="111936"/>
                </a:lnTo>
                <a:lnTo>
                  <a:pt x="473837" y="111572"/>
                </a:lnTo>
                <a:lnTo>
                  <a:pt x="473589" y="111204"/>
                </a:lnTo>
                <a:lnTo>
                  <a:pt x="473346" y="110830"/>
                </a:lnTo>
                <a:lnTo>
                  <a:pt x="473109" y="110453"/>
                </a:lnTo>
                <a:lnTo>
                  <a:pt x="472877" y="110070"/>
                </a:lnTo>
                <a:lnTo>
                  <a:pt x="472651" y="109683"/>
                </a:lnTo>
                <a:lnTo>
                  <a:pt x="472431" y="109291"/>
                </a:lnTo>
                <a:lnTo>
                  <a:pt x="472216" y="108895"/>
                </a:lnTo>
                <a:lnTo>
                  <a:pt x="472007" y="108494"/>
                </a:lnTo>
                <a:lnTo>
                  <a:pt x="471804" y="108089"/>
                </a:lnTo>
                <a:lnTo>
                  <a:pt x="471606" y="107679"/>
                </a:lnTo>
                <a:lnTo>
                  <a:pt x="471414" y="107264"/>
                </a:lnTo>
                <a:lnTo>
                  <a:pt x="471227" y="106844"/>
                </a:lnTo>
                <a:lnTo>
                  <a:pt x="471046" y="106420"/>
                </a:lnTo>
                <a:lnTo>
                  <a:pt x="470870" y="105992"/>
                </a:lnTo>
                <a:lnTo>
                  <a:pt x="470700" y="105558"/>
                </a:lnTo>
                <a:lnTo>
                  <a:pt x="470536" y="105120"/>
                </a:lnTo>
                <a:lnTo>
                  <a:pt x="470377" y="104678"/>
                </a:lnTo>
                <a:lnTo>
                  <a:pt x="470224" y="104231"/>
                </a:lnTo>
                <a:lnTo>
                  <a:pt x="470077" y="103779"/>
                </a:lnTo>
                <a:lnTo>
                  <a:pt x="469935" y="103323"/>
                </a:lnTo>
                <a:lnTo>
                  <a:pt x="469800" y="102865"/>
                </a:lnTo>
                <a:lnTo>
                  <a:pt x="469670" y="102405"/>
                </a:lnTo>
                <a:lnTo>
                  <a:pt x="469547" y="101941"/>
                </a:lnTo>
                <a:lnTo>
                  <a:pt x="469429" y="101475"/>
                </a:lnTo>
                <a:lnTo>
                  <a:pt x="469318" y="101006"/>
                </a:lnTo>
                <a:lnTo>
                  <a:pt x="469212" y="100535"/>
                </a:lnTo>
                <a:lnTo>
                  <a:pt x="469113" y="100061"/>
                </a:lnTo>
                <a:lnTo>
                  <a:pt x="469019" y="99584"/>
                </a:lnTo>
                <a:lnTo>
                  <a:pt x="468932" y="99105"/>
                </a:lnTo>
                <a:lnTo>
                  <a:pt x="468851" y="98623"/>
                </a:lnTo>
                <a:lnTo>
                  <a:pt x="468775" y="98138"/>
                </a:lnTo>
                <a:lnTo>
                  <a:pt x="468706" y="97650"/>
                </a:lnTo>
                <a:lnTo>
                  <a:pt x="468643" y="97160"/>
                </a:lnTo>
                <a:lnTo>
                  <a:pt x="468585" y="96668"/>
                </a:lnTo>
                <a:lnTo>
                  <a:pt x="468534" y="96172"/>
                </a:lnTo>
                <a:lnTo>
                  <a:pt x="468489" y="95674"/>
                </a:lnTo>
                <a:lnTo>
                  <a:pt x="468450" y="95174"/>
                </a:lnTo>
                <a:lnTo>
                  <a:pt x="468417" y="94670"/>
                </a:lnTo>
                <a:lnTo>
                  <a:pt x="468389" y="94164"/>
                </a:lnTo>
                <a:lnTo>
                  <a:pt x="468368" y="93655"/>
                </a:lnTo>
                <a:lnTo>
                  <a:pt x="468354" y="93163"/>
                </a:lnTo>
                <a:lnTo>
                  <a:pt x="527436" y="93163"/>
                </a:lnTo>
                <a:lnTo>
                  <a:pt x="527436" y="86472"/>
                </a:lnTo>
                <a:lnTo>
                  <a:pt x="527432" y="85709"/>
                </a:lnTo>
                <a:lnTo>
                  <a:pt x="527421" y="84951"/>
                </a:lnTo>
                <a:lnTo>
                  <a:pt x="527403" y="84197"/>
                </a:lnTo>
                <a:lnTo>
                  <a:pt x="527378" y="83449"/>
                </a:lnTo>
                <a:close/>
                <a:moveTo>
                  <a:pt x="469004" y="79559"/>
                </a:moveTo>
                <a:lnTo>
                  <a:pt x="469095" y="78999"/>
                </a:lnTo>
                <a:lnTo>
                  <a:pt x="469192" y="78446"/>
                </a:lnTo>
                <a:lnTo>
                  <a:pt x="469295" y="77900"/>
                </a:lnTo>
                <a:lnTo>
                  <a:pt x="469404" y="77360"/>
                </a:lnTo>
                <a:lnTo>
                  <a:pt x="469519" y="76826"/>
                </a:lnTo>
                <a:lnTo>
                  <a:pt x="469639" y="76299"/>
                </a:lnTo>
                <a:lnTo>
                  <a:pt x="469766" y="75778"/>
                </a:lnTo>
                <a:lnTo>
                  <a:pt x="469898" y="75264"/>
                </a:lnTo>
                <a:lnTo>
                  <a:pt x="470037" y="74756"/>
                </a:lnTo>
                <a:lnTo>
                  <a:pt x="470180" y="74255"/>
                </a:lnTo>
                <a:lnTo>
                  <a:pt x="470329" y="73760"/>
                </a:lnTo>
                <a:lnTo>
                  <a:pt x="470482" y="73272"/>
                </a:lnTo>
                <a:lnTo>
                  <a:pt x="470640" y="72790"/>
                </a:lnTo>
                <a:lnTo>
                  <a:pt x="470803" y="72314"/>
                </a:lnTo>
                <a:lnTo>
                  <a:pt x="470970" y="71845"/>
                </a:lnTo>
                <a:lnTo>
                  <a:pt x="471142" y="71382"/>
                </a:lnTo>
                <a:lnTo>
                  <a:pt x="471319" y="70926"/>
                </a:lnTo>
                <a:lnTo>
                  <a:pt x="471501" y="70476"/>
                </a:lnTo>
                <a:lnTo>
                  <a:pt x="471688" y="70033"/>
                </a:lnTo>
                <a:lnTo>
                  <a:pt x="471879" y="69596"/>
                </a:lnTo>
                <a:lnTo>
                  <a:pt x="472075" y="69166"/>
                </a:lnTo>
                <a:lnTo>
                  <a:pt x="472276" y="68742"/>
                </a:lnTo>
                <a:lnTo>
                  <a:pt x="472481" y="68324"/>
                </a:lnTo>
                <a:lnTo>
                  <a:pt x="472692" y="67913"/>
                </a:lnTo>
                <a:lnTo>
                  <a:pt x="472907" y="67509"/>
                </a:lnTo>
                <a:lnTo>
                  <a:pt x="473127" y="67110"/>
                </a:lnTo>
                <a:lnTo>
                  <a:pt x="473352" y="66719"/>
                </a:lnTo>
                <a:lnTo>
                  <a:pt x="473581" y="66333"/>
                </a:lnTo>
                <a:lnTo>
                  <a:pt x="473815" y="65954"/>
                </a:lnTo>
                <a:lnTo>
                  <a:pt x="474054" y="65582"/>
                </a:lnTo>
                <a:lnTo>
                  <a:pt x="474298" y="65216"/>
                </a:lnTo>
                <a:lnTo>
                  <a:pt x="474546" y="64857"/>
                </a:lnTo>
                <a:lnTo>
                  <a:pt x="474800" y="64504"/>
                </a:lnTo>
                <a:lnTo>
                  <a:pt x="475057" y="64157"/>
                </a:lnTo>
                <a:lnTo>
                  <a:pt x="475319" y="63818"/>
                </a:lnTo>
                <a:lnTo>
                  <a:pt x="475586" y="63486"/>
                </a:lnTo>
                <a:lnTo>
                  <a:pt x="475856" y="63161"/>
                </a:lnTo>
                <a:lnTo>
                  <a:pt x="476130" y="62844"/>
                </a:lnTo>
                <a:lnTo>
                  <a:pt x="476409" y="62533"/>
                </a:lnTo>
                <a:lnTo>
                  <a:pt x="476692" y="62230"/>
                </a:lnTo>
                <a:lnTo>
                  <a:pt x="476979" y="61934"/>
                </a:lnTo>
                <a:lnTo>
                  <a:pt x="477271" y="61645"/>
                </a:lnTo>
                <a:lnTo>
                  <a:pt x="477566" y="61363"/>
                </a:lnTo>
                <a:lnTo>
                  <a:pt x="477866" y="61088"/>
                </a:lnTo>
                <a:lnTo>
                  <a:pt x="478170" y="60820"/>
                </a:lnTo>
                <a:lnTo>
                  <a:pt x="478478" y="60560"/>
                </a:lnTo>
                <a:lnTo>
                  <a:pt x="478791" y="60306"/>
                </a:lnTo>
                <a:lnTo>
                  <a:pt x="479107" y="60060"/>
                </a:lnTo>
                <a:lnTo>
                  <a:pt x="479428" y="59821"/>
                </a:lnTo>
                <a:lnTo>
                  <a:pt x="479753" y="59589"/>
                </a:lnTo>
                <a:lnTo>
                  <a:pt x="480082" y="59365"/>
                </a:lnTo>
                <a:lnTo>
                  <a:pt x="480416" y="59147"/>
                </a:lnTo>
                <a:lnTo>
                  <a:pt x="480754" y="58937"/>
                </a:lnTo>
                <a:lnTo>
                  <a:pt x="481095" y="58733"/>
                </a:lnTo>
                <a:lnTo>
                  <a:pt x="481441" y="58537"/>
                </a:lnTo>
                <a:lnTo>
                  <a:pt x="481792" y="58348"/>
                </a:lnTo>
                <a:lnTo>
                  <a:pt x="482146" y="58166"/>
                </a:lnTo>
                <a:lnTo>
                  <a:pt x="482504" y="57992"/>
                </a:lnTo>
                <a:lnTo>
                  <a:pt x="482865" y="57825"/>
                </a:lnTo>
                <a:lnTo>
                  <a:pt x="483228" y="57665"/>
                </a:lnTo>
                <a:lnTo>
                  <a:pt x="483595" y="57513"/>
                </a:lnTo>
                <a:lnTo>
                  <a:pt x="483964" y="57368"/>
                </a:lnTo>
                <a:lnTo>
                  <a:pt x="484336" y="57230"/>
                </a:lnTo>
                <a:lnTo>
                  <a:pt x="484711" y="57100"/>
                </a:lnTo>
                <a:lnTo>
                  <a:pt x="485088" y="56978"/>
                </a:lnTo>
                <a:lnTo>
                  <a:pt x="485469" y="56863"/>
                </a:lnTo>
                <a:lnTo>
                  <a:pt x="485852" y="56755"/>
                </a:lnTo>
                <a:lnTo>
                  <a:pt x="486238" y="56655"/>
                </a:lnTo>
                <a:lnTo>
                  <a:pt x="486627" y="56562"/>
                </a:lnTo>
                <a:lnTo>
                  <a:pt x="487018" y="56476"/>
                </a:lnTo>
                <a:lnTo>
                  <a:pt x="487413" y="56398"/>
                </a:lnTo>
                <a:lnTo>
                  <a:pt x="487810" y="56328"/>
                </a:lnTo>
                <a:lnTo>
                  <a:pt x="488210" y="56265"/>
                </a:lnTo>
                <a:lnTo>
                  <a:pt x="488613" y="56209"/>
                </a:lnTo>
                <a:lnTo>
                  <a:pt x="489018" y="56161"/>
                </a:lnTo>
                <a:lnTo>
                  <a:pt x="489427" y="56120"/>
                </a:lnTo>
                <a:lnTo>
                  <a:pt x="489838" y="56086"/>
                </a:lnTo>
                <a:lnTo>
                  <a:pt x="490252" y="56060"/>
                </a:lnTo>
                <a:lnTo>
                  <a:pt x="490669" y="56042"/>
                </a:lnTo>
                <a:lnTo>
                  <a:pt x="491088" y="56031"/>
                </a:lnTo>
                <a:lnTo>
                  <a:pt x="491511" y="56027"/>
                </a:lnTo>
                <a:lnTo>
                  <a:pt x="492144" y="56033"/>
                </a:lnTo>
                <a:lnTo>
                  <a:pt x="492767" y="56051"/>
                </a:lnTo>
                <a:lnTo>
                  <a:pt x="493378" y="56082"/>
                </a:lnTo>
                <a:lnTo>
                  <a:pt x="493978" y="56125"/>
                </a:lnTo>
                <a:lnTo>
                  <a:pt x="494566" y="56181"/>
                </a:lnTo>
                <a:lnTo>
                  <a:pt x="495144" y="56248"/>
                </a:lnTo>
                <a:lnTo>
                  <a:pt x="495710" y="56328"/>
                </a:lnTo>
                <a:lnTo>
                  <a:pt x="496265" y="56420"/>
                </a:lnTo>
                <a:lnTo>
                  <a:pt x="496809" y="56525"/>
                </a:lnTo>
                <a:lnTo>
                  <a:pt x="497341" y="56642"/>
                </a:lnTo>
                <a:lnTo>
                  <a:pt x="497863" y="56771"/>
                </a:lnTo>
                <a:lnTo>
                  <a:pt x="498373" y="56912"/>
                </a:lnTo>
                <a:lnTo>
                  <a:pt x="498872" y="57066"/>
                </a:lnTo>
                <a:lnTo>
                  <a:pt x="499360" y="57232"/>
                </a:lnTo>
                <a:lnTo>
                  <a:pt x="499836" y="57410"/>
                </a:lnTo>
                <a:lnTo>
                  <a:pt x="500302" y="57601"/>
                </a:lnTo>
                <a:lnTo>
                  <a:pt x="500756" y="57804"/>
                </a:lnTo>
                <a:lnTo>
                  <a:pt x="501199" y="58019"/>
                </a:lnTo>
                <a:lnTo>
                  <a:pt x="501630" y="58247"/>
                </a:lnTo>
                <a:lnTo>
                  <a:pt x="502051" y="58487"/>
                </a:lnTo>
                <a:lnTo>
                  <a:pt x="502460" y="58739"/>
                </a:lnTo>
                <a:lnTo>
                  <a:pt x="502858" y="59003"/>
                </a:lnTo>
                <a:lnTo>
                  <a:pt x="503245" y="59280"/>
                </a:lnTo>
                <a:lnTo>
                  <a:pt x="503620" y="59569"/>
                </a:lnTo>
                <a:lnTo>
                  <a:pt x="503986" y="59867"/>
                </a:lnTo>
                <a:lnTo>
                  <a:pt x="504344" y="60172"/>
                </a:lnTo>
                <a:lnTo>
                  <a:pt x="504693" y="60484"/>
                </a:lnTo>
                <a:lnTo>
                  <a:pt x="505034" y="60802"/>
                </a:lnTo>
                <a:lnTo>
                  <a:pt x="505367" y="61128"/>
                </a:lnTo>
                <a:lnTo>
                  <a:pt x="505692" y="61459"/>
                </a:lnTo>
                <a:lnTo>
                  <a:pt x="506008" y="61798"/>
                </a:lnTo>
                <a:lnTo>
                  <a:pt x="506316" y="62143"/>
                </a:lnTo>
                <a:lnTo>
                  <a:pt x="506616" y="62495"/>
                </a:lnTo>
                <a:lnTo>
                  <a:pt x="506907" y="62854"/>
                </a:lnTo>
                <a:lnTo>
                  <a:pt x="507190" y="63219"/>
                </a:lnTo>
                <a:lnTo>
                  <a:pt x="507465" y="63592"/>
                </a:lnTo>
                <a:lnTo>
                  <a:pt x="507732" y="63970"/>
                </a:lnTo>
                <a:lnTo>
                  <a:pt x="507990" y="64356"/>
                </a:lnTo>
                <a:lnTo>
                  <a:pt x="508240" y="64748"/>
                </a:lnTo>
                <a:lnTo>
                  <a:pt x="508482" y="65147"/>
                </a:lnTo>
                <a:lnTo>
                  <a:pt x="508716" y="65553"/>
                </a:lnTo>
                <a:lnTo>
                  <a:pt x="508941" y="65965"/>
                </a:lnTo>
                <a:lnTo>
                  <a:pt x="509158" y="66384"/>
                </a:lnTo>
                <a:lnTo>
                  <a:pt x="509367" y="66810"/>
                </a:lnTo>
                <a:lnTo>
                  <a:pt x="509567" y="67243"/>
                </a:lnTo>
                <a:lnTo>
                  <a:pt x="509760" y="67682"/>
                </a:lnTo>
                <a:lnTo>
                  <a:pt x="509944" y="68128"/>
                </a:lnTo>
                <a:lnTo>
                  <a:pt x="510119" y="68580"/>
                </a:lnTo>
                <a:lnTo>
                  <a:pt x="510288" y="69037"/>
                </a:lnTo>
                <a:lnTo>
                  <a:pt x="510450" y="69495"/>
                </a:lnTo>
                <a:lnTo>
                  <a:pt x="510607" y="69953"/>
                </a:lnTo>
                <a:lnTo>
                  <a:pt x="510757" y="70413"/>
                </a:lnTo>
                <a:lnTo>
                  <a:pt x="510902" y="70874"/>
                </a:lnTo>
                <a:lnTo>
                  <a:pt x="511040" y="71336"/>
                </a:lnTo>
                <a:lnTo>
                  <a:pt x="511172" y="71800"/>
                </a:lnTo>
                <a:lnTo>
                  <a:pt x="511299" y="72264"/>
                </a:lnTo>
                <a:lnTo>
                  <a:pt x="511419" y="72730"/>
                </a:lnTo>
                <a:lnTo>
                  <a:pt x="511533" y="73196"/>
                </a:lnTo>
                <a:lnTo>
                  <a:pt x="511642" y="73664"/>
                </a:lnTo>
                <a:lnTo>
                  <a:pt x="511744" y="74133"/>
                </a:lnTo>
                <a:lnTo>
                  <a:pt x="511840" y="74602"/>
                </a:lnTo>
                <a:lnTo>
                  <a:pt x="511930" y="75073"/>
                </a:lnTo>
                <a:lnTo>
                  <a:pt x="512014" y="75546"/>
                </a:lnTo>
                <a:lnTo>
                  <a:pt x="512093" y="76019"/>
                </a:lnTo>
                <a:lnTo>
                  <a:pt x="512165" y="76493"/>
                </a:lnTo>
                <a:lnTo>
                  <a:pt x="512231" y="76969"/>
                </a:lnTo>
                <a:lnTo>
                  <a:pt x="512291" y="77445"/>
                </a:lnTo>
                <a:lnTo>
                  <a:pt x="512345" y="77923"/>
                </a:lnTo>
                <a:lnTo>
                  <a:pt x="512393" y="78402"/>
                </a:lnTo>
                <a:lnTo>
                  <a:pt x="512435" y="78882"/>
                </a:lnTo>
                <a:lnTo>
                  <a:pt x="512471" y="79363"/>
                </a:lnTo>
                <a:lnTo>
                  <a:pt x="512501" y="79845"/>
                </a:lnTo>
                <a:lnTo>
                  <a:pt x="512501" y="80973"/>
                </a:lnTo>
                <a:lnTo>
                  <a:pt x="468804" y="80973"/>
                </a:lnTo>
                <a:lnTo>
                  <a:pt x="468839" y="80697"/>
                </a:lnTo>
                <a:lnTo>
                  <a:pt x="468918" y="80124"/>
                </a:lnTo>
                <a:lnTo>
                  <a:pt x="469004" y="79559"/>
                </a:lnTo>
                <a:close/>
                <a:moveTo>
                  <a:pt x="594558" y="132721"/>
                </a:moveTo>
                <a:lnTo>
                  <a:pt x="611835" y="132721"/>
                </a:lnTo>
                <a:lnTo>
                  <a:pt x="582368" y="88480"/>
                </a:lnTo>
                <a:lnTo>
                  <a:pt x="610947" y="45370"/>
                </a:lnTo>
                <a:lnTo>
                  <a:pt x="593428" y="45370"/>
                </a:lnTo>
                <a:lnTo>
                  <a:pt x="574053" y="77178"/>
                </a:lnTo>
                <a:lnTo>
                  <a:pt x="554920" y="45370"/>
                </a:lnTo>
                <a:lnTo>
                  <a:pt x="537724" y="45370"/>
                </a:lnTo>
                <a:lnTo>
                  <a:pt x="566222" y="88480"/>
                </a:lnTo>
                <a:lnTo>
                  <a:pt x="536836" y="132721"/>
                </a:lnTo>
                <a:lnTo>
                  <a:pt x="554193" y="132721"/>
                </a:lnTo>
                <a:lnTo>
                  <a:pt x="574376" y="99944"/>
                </a:lnTo>
                <a:lnTo>
                  <a:pt x="594558" y="132721"/>
                </a:lnTo>
                <a:close/>
                <a:moveTo>
                  <a:pt x="865768" y="87206"/>
                </a:moveTo>
                <a:lnTo>
                  <a:pt x="865141" y="86859"/>
                </a:lnTo>
                <a:lnTo>
                  <a:pt x="864515" y="86503"/>
                </a:lnTo>
                <a:lnTo>
                  <a:pt x="863889" y="86139"/>
                </a:lnTo>
                <a:lnTo>
                  <a:pt x="863265" y="85767"/>
                </a:lnTo>
                <a:lnTo>
                  <a:pt x="862641" y="85387"/>
                </a:lnTo>
                <a:lnTo>
                  <a:pt x="862019" y="84999"/>
                </a:lnTo>
                <a:lnTo>
                  <a:pt x="861397" y="84603"/>
                </a:lnTo>
                <a:lnTo>
                  <a:pt x="860776" y="84199"/>
                </a:lnTo>
                <a:lnTo>
                  <a:pt x="860156" y="83787"/>
                </a:lnTo>
                <a:lnTo>
                  <a:pt x="859536" y="83368"/>
                </a:lnTo>
                <a:lnTo>
                  <a:pt x="858918" y="82940"/>
                </a:lnTo>
                <a:lnTo>
                  <a:pt x="858300" y="82504"/>
                </a:lnTo>
                <a:lnTo>
                  <a:pt x="857683" y="82060"/>
                </a:lnTo>
                <a:lnTo>
                  <a:pt x="857067" y="81608"/>
                </a:lnTo>
                <a:lnTo>
                  <a:pt x="856452" y="81149"/>
                </a:lnTo>
                <a:lnTo>
                  <a:pt x="855838" y="80681"/>
                </a:lnTo>
                <a:lnTo>
                  <a:pt x="855224" y="80205"/>
                </a:lnTo>
                <a:lnTo>
                  <a:pt x="854612" y="79721"/>
                </a:lnTo>
                <a:lnTo>
                  <a:pt x="853994" y="79223"/>
                </a:lnTo>
                <a:lnTo>
                  <a:pt x="853365" y="78703"/>
                </a:lnTo>
                <a:lnTo>
                  <a:pt x="852726" y="78162"/>
                </a:lnTo>
                <a:lnTo>
                  <a:pt x="852075" y="77599"/>
                </a:lnTo>
                <a:lnTo>
                  <a:pt x="851414" y="77014"/>
                </a:lnTo>
                <a:lnTo>
                  <a:pt x="850742" y="76409"/>
                </a:lnTo>
                <a:lnTo>
                  <a:pt x="850058" y="75782"/>
                </a:lnTo>
                <a:lnTo>
                  <a:pt x="849364" y="75133"/>
                </a:lnTo>
                <a:lnTo>
                  <a:pt x="848659" y="74463"/>
                </a:lnTo>
                <a:lnTo>
                  <a:pt x="847943" y="73772"/>
                </a:lnTo>
                <a:lnTo>
                  <a:pt x="847216" y="73059"/>
                </a:lnTo>
                <a:lnTo>
                  <a:pt x="846478" y="72324"/>
                </a:lnTo>
                <a:lnTo>
                  <a:pt x="845729" y="71569"/>
                </a:lnTo>
                <a:lnTo>
                  <a:pt x="844969" y="70791"/>
                </a:lnTo>
                <a:lnTo>
                  <a:pt x="844199" y="69993"/>
                </a:lnTo>
                <a:lnTo>
                  <a:pt x="843417" y="69172"/>
                </a:lnTo>
                <a:lnTo>
                  <a:pt x="842624" y="68331"/>
                </a:lnTo>
                <a:lnTo>
                  <a:pt x="841821" y="67468"/>
                </a:lnTo>
                <a:lnTo>
                  <a:pt x="841007" y="66583"/>
                </a:lnTo>
                <a:lnTo>
                  <a:pt x="840181" y="65678"/>
                </a:lnTo>
                <a:lnTo>
                  <a:pt x="839345" y="64750"/>
                </a:lnTo>
                <a:lnTo>
                  <a:pt x="838498" y="63801"/>
                </a:lnTo>
                <a:lnTo>
                  <a:pt x="837639" y="62831"/>
                </a:lnTo>
                <a:lnTo>
                  <a:pt x="836770" y="61839"/>
                </a:lnTo>
                <a:lnTo>
                  <a:pt x="830312" y="61839"/>
                </a:lnTo>
                <a:lnTo>
                  <a:pt x="830784" y="62992"/>
                </a:lnTo>
                <a:lnTo>
                  <a:pt x="831272" y="64135"/>
                </a:lnTo>
                <a:lnTo>
                  <a:pt x="831775" y="65269"/>
                </a:lnTo>
                <a:lnTo>
                  <a:pt x="832294" y="66394"/>
                </a:lnTo>
                <a:lnTo>
                  <a:pt x="832829" y="67510"/>
                </a:lnTo>
                <a:lnTo>
                  <a:pt x="833380" y="68616"/>
                </a:lnTo>
                <a:lnTo>
                  <a:pt x="833946" y="69713"/>
                </a:lnTo>
                <a:lnTo>
                  <a:pt x="834528" y="70801"/>
                </a:lnTo>
                <a:lnTo>
                  <a:pt x="835125" y="71879"/>
                </a:lnTo>
                <a:lnTo>
                  <a:pt x="835739" y="72948"/>
                </a:lnTo>
                <a:lnTo>
                  <a:pt x="836368" y="74008"/>
                </a:lnTo>
                <a:lnTo>
                  <a:pt x="837012" y="75059"/>
                </a:lnTo>
                <a:lnTo>
                  <a:pt x="837673" y="76101"/>
                </a:lnTo>
                <a:lnTo>
                  <a:pt x="838349" y="77133"/>
                </a:lnTo>
                <a:lnTo>
                  <a:pt x="839041" y="78156"/>
                </a:lnTo>
                <a:lnTo>
                  <a:pt x="839748" y="79170"/>
                </a:lnTo>
                <a:lnTo>
                  <a:pt x="840472" y="80174"/>
                </a:lnTo>
                <a:lnTo>
                  <a:pt x="841210" y="81169"/>
                </a:lnTo>
                <a:lnTo>
                  <a:pt x="841965" y="82155"/>
                </a:lnTo>
                <a:lnTo>
                  <a:pt x="842735" y="83132"/>
                </a:lnTo>
                <a:lnTo>
                  <a:pt x="843521" y="84100"/>
                </a:lnTo>
                <a:lnTo>
                  <a:pt x="844323" y="85058"/>
                </a:lnTo>
                <a:lnTo>
                  <a:pt x="845140" y="86007"/>
                </a:lnTo>
                <a:lnTo>
                  <a:pt x="845974" y="86947"/>
                </a:lnTo>
                <a:lnTo>
                  <a:pt x="740620" y="86947"/>
                </a:lnTo>
                <a:lnTo>
                  <a:pt x="741454" y="86007"/>
                </a:lnTo>
                <a:lnTo>
                  <a:pt x="742271" y="85058"/>
                </a:lnTo>
                <a:lnTo>
                  <a:pt x="743073" y="84100"/>
                </a:lnTo>
                <a:lnTo>
                  <a:pt x="743859" y="83132"/>
                </a:lnTo>
                <a:lnTo>
                  <a:pt x="744629" y="82155"/>
                </a:lnTo>
                <a:lnTo>
                  <a:pt x="745384" y="81169"/>
                </a:lnTo>
                <a:lnTo>
                  <a:pt x="746122" y="80174"/>
                </a:lnTo>
                <a:lnTo>
                  <a:pt x="746846" y="79170"/>
                </a:lnTo>
                <a:lnTo>
                  <a:pt x="747553" y="78156"/>
                </a:lnTo>
                <a:lnTo>
                  <a:pt x="748245" y="77133"/>
                </a:lnTo>
                <a:lnTo>
                  <a:pt x="748921" y="76101"/>
                </a:lnTo>
                <a:lnTo>
                  <a:pt x="749581" y="75059"/>
                </a:lnTo>
                <a:lnTo>
                  <a:pt x="750226" y="74008"/>
                </a:lnTo>
                <a:lnTo>
                  <a:pt x="750855" y="72948"/>
                </a:lnTo>
                <a:lnTo>
                  <a:pt x="751469" y="71879"/>
                </a:lnTo>
                <a:lnTo>
                  <a:pt x="752066" y="70801"/>
                </a:lnTo>
                <a:lnTo>
                  <a:pt x="752648" y="69713"/>
                </a:lnTo>
                <a:lnTo>
                  <a:pt x="753214" y="68616"/>
                </a:lnTo>
                <a:lnTo>
                  <a:pt x="753765" y="67510"/>
                </a:lnTo>
                <a:lnTo>
                  <a:pt x="754300" y="66394"/>
                </a:lnTo>
                <a:lnTo>
                  <a:pt x="754819" y="65269"/>
                </a:lnTo>
                <a:lnTo>
                  <a:pt x="755322" y="64135"/>
                </a:lnTo>
                <a:lnTo>
                  <a:pt x="755810" y="62992"/>
                </a:lnTo>
                <a:lnTo>
                  <a:pt x="756282" y="61839"/>
                </a:lnTo>
                <a:lnTo>
                  <a:pt x="749824" y="61839"/>
                </a:lnTo>
                <a:lnTo>
                  <a:pt x="748955" y="62831"/>
                </a:lnTo>
                <a:lnTo>
                  <a:pt x="748096" y="63801"/>
                </a:lnTo>
                <a:lnTo>
                  <a:pt x="747249" y="64750"/>
                </a:lnTo>
                <a:lnTo>
                  <a:pt x="746413" y="65678"/>
                </a:lnTo>
                <a:lnTo>
                  <a:pt x="745587" y="66583"/>
                </a:lnTo>
                <a:lnTo>
                  <a:pt x="744773" y="67468"/>
                </a:lnTo>
                <a:lnTo>
                  <a:pt x="743969" y="68331"/>
                </a:lnTo>
                <a:lnTo>
                  <a:pt x="743177" y="69172"/>
                </a:lnTo>
                <a:lnTo>
                  <a:pt x="742395" y="69993"/>
                </a:lnTo>
                <a:lnTo>
                  <a:pt x="741624" y="70791"/>
                </a:lnTo>
                <a:lnTo>
                  <a:pt x="740865" y="71569"/>
                </a:lnTo>
                <a:lnTo>
                  <a:pt x="740116" y="72324"/>
                </a:lnTo>
                <a:lnTo>
                  <a:pt x="739378" y="73059"/>
                </a:lnTo>
                <a:lnTo>
                  <a:pt x="738651" y="73772"/>
                </a:lnTo>
                <a:lnTo>
                  <a:pt x="737935" y="74463"/>
                </a:lnTo>
                <a:lnTo>
                  <a:pt x="737230" y="75133"/>
                </a:lnTo>
                <a:lnTo>
                  <a:pt x="736536" y="75782"/>
                </a:lnTo>
                <a:lnTo>
                  <a:pt x="735852" y="76409"/>
                </a:lnTo>
                <a:lnTo>
                  <a:pt x="735180" y="77014"/>
                </a:lnTo>
                <a:lnTo>
                  <a:pt x="734519" y="77599"/>
                </a:lnTo>
                <a:lnTo>
                  <a:pt x="733868" y="78162"/>
                </a:lnTo>
                <a:lnTo>
                  <a:pt x="733229" y="78703"/>
                </a:lnTo>
                <a:lnTo>
                  <a:pt x="732600" y="79223"/>
                </a:lnTo>
                <a:lnTo>
                  <a:pt x="731982" y="79721"/>
                </a:lnTo>
                <a:lnTo>
                  <a:pt x="731370" y="80205"/>
                </a:lnTo>
                <a:lnTo>
                  <a:pt x="730756" y="80681"/>
                </a:lnTo>
                <a:lnTo>
                  <a:pt x="730142" y="81149"/>
                </a:lnTo>
                <a:lnTo>
                  <a:pt x="729527" y="81608"/>
                </a:lnTo>
                <a:lnTo>
                  <a:pt x="728911" y="82060"/>
                </a:lnTo>
                <a:lnTo>
                  <a:pt x="728294" y="82504"/>
                </a:lnTo>
                <a:lnTo>
                  <a:pt x="727676" y="82940"/>
                </a:lnTo>
                <a:lnTo>
                  <a:pt x="727058" y="83368"/>
                </a:lnTo>
                <a:lnTo>
                  <a:pt x="726438" y="83787"/>
                </a:lnTo>
                <a:lnTo>
                  <a:pt x="725818" y="84199"/>
                </a:lnTo>
                <a:lnTo>
                  <a:pt x="725197" y="84603"/>
                </a:lnTo>
                <a:lnTo>
                  <a:pt x="724575" y="84999"/>
                </a:lnTo>
                <a:lnTo>
                  <a:pt x="723953" y="85387"/>
                </a:lnTo>
                <a:lnTo>
                  <a:pt x="723329" y="85767"/>
                </a:lnTo>
                <a:lnTo>
                  <a:pt x="722705" y="86139"/>
                </a:lnTo>
                <a:lnTo>
                  <a:pt x="722079" y="86503"/>
                </a:lnTo>
                <a:lnTo>
                  <a:pt x="721453" y="86859"/>
                </a:lnTo>
                <a:lnTo>
                  <a:pt x="720826" y="87206"/>
                </a:lnTo>
                <a:lnTo>
                  <a:pt x="720199" y="87546"/>
                </a:lnTo>
                <a:lnTo>
                  <a:pt x="719570" y="87878"/>
                </a:lnTo>
                <a:lnTo>
                  <a:pt x="718941" y="88202"/>
                </a:lnTo>
                <a:lnTo>
                  <a:pt x="718310" y="88518"/>
                </a:lnTo>
                <a:lnTo>
                  <a:pt x="717679" y="88826"/>
                </a:lnTo>
                <a:lnTo>
                  <a:pt x="717047" y="89126"/>
                </a:lnTo>
                <a:lnTo>
                  <a:pt x="717047" y="92759"/>
                </a:lnTo>
                <a:lnTo>
                  <a:pt x="717679" y="93053"/>
                </a:lnTo>
                <a:lnTo>
                  <a:pt x="718310" y="93355"/>
                </a:lnTo>
                <a:lnTo>
                  <a:pt x="718941" y="93665"/>
                </a:lnTo>
                <a:lnTo>
                  <a:pt x="719570" y="93984"/>
                </a:lnTo>
                <a:lnTo>
                  <a:pt x="720199" y="94311"/>
                </a:lnTo>
                <a:lnTo>
                  <a:pt x="720826" y="94646"/>
                </a:lnTo>
                <a:lnTo>
                  <a:pt x="721453" y="94990"/>
                </a:lnTo>
                <a:lnTo>
                  <a:pt x="722079" y="95343"/>
                </a:lnTo>
                <a:lnTo>
                  <a:pt x="722705" y="95703"/>
                </a:lnTo>
                <a:lnTo>
                  <a:pt x="723329" y="96073"/>
                </a:lnTo>
                <a:lnTo>
                  <a:pt x="723953" y="96450"/>
                </a:lnTo>
                <a:lnTo>
                  <a:pt x="724575" y="96836"/>
                </a:lnTo>
                <a:lnTo>
                  <a:pt x="725197" y="97230"/>
                </a:lnTo>
                <a:lnTo>
                  <a:pt x="725818" y="97633"/>
                </a:lnTo>
                <a:lnTo>
                  <a:pt x="726438" y="98045"/>
                </a:lnTo>
                <a:lnTo>
                  <a:pt x="727058" y="98464"/>
                </a:lnTo>
                <a:lnTo>
                  <a:pt x="727676" y="98892"/>
                </a:lnTo>
                <a:lnTo>
                  <a:pt x="728294" y="99329"/>
                </a:lnTo>
                <a:lnTo>
                  <a:pt x="728911" y="99773"/>
                </a:lnTo>
                <a:lnTo>
                  <a:pt x="729527" y="100227"/>
                </a:lnTo>
                <a:lnTo>
                  <a:pt x="730142" y="100688"/>
                </a:lnTo>
                <a:lnTo>
                  <a:pt x="730756" y="101159"/>
                </a:lnTo>
                <a:lnTo>
                  <a:pt x="731370" y="101637"/>
                </a:lnTo>
                <a:lnTo>
                  <a:pt x="731982" y="102124"/>
                </a:lnTo>
                <a:lnTo>
                  <a:pt x="732600" y="102626"/>
                </a:lnTo>
                <a:lnTo>
                  <a:pt x="733229" y="103148"/>
                </a:lnTo>
                <a:lnTo>
                  <a:pt x="733868" y="103692"/>
                </a:lnTo>
                <a:lnTo>
                  <a:pt x="734519" y="104257"/>
                </a:lnTo>
                <a:lnTo>
                  <a:pt x="735180" y="104842"/>
                </a:lnTo>
                <a:lnTo>
                  <a:pt x="735852" y="105449"/>
                </a:lnTo>
                <a:lnTo>
                  <a:pt x="736536" y="106077"/>
                </a:lnTo>
                <a:lnTo>
                  <a:pt x="737230" y="106726"/>
                </a:lnTo>
                <a:lnTo>
                  <a:pt x="737935" y="107395"/>
                </a:lnTo>
                <a:lnTo>
                  <a:pt x="738651" y="108086"/>
                </a:lnTo>
                <a:lnTo>
                  <a:pt x="739378" y="108798"/>
                </a:lnTo>
                <a:lnTo>
                  <a:pt x="740116" y="109531"/>
                </a:lnTo>
                <a:lnTo>
                  <a:pt x="740865" y="110285"/>
                </a:lnTo>
                <a:lnTo>
                  <a:pt x="741624" y="111060"/>
                </a:lnTo>
                <a:lnTo>
                  <a:pt x="742395" y="111856"/>
                </a:lnTo>
                <a:lnTo>
                  <a:pt x="743177" y="112673"/>
                </a:lnTo>
                <a:lnTo>
                  <a:pt x="743969" y="113511"/>
                </a:lnTo>
                <a:lnTo>
                  <a:pt x="744773" y="114370"/>
                </a:lnTo>
                <a:lnTo>
                  <a:pt x="745587" y="115250"/>
                </a:lnTo>
                <a:lnTo>
                  <a:pt x="746413" y="116151"/>
                </a:lnTo>
                <a:lnTo>
                  <a:pt x="747249" y="117073"/>
                </a:lnTo>
                <a:lnTo>
                  <a:pt x="748096" y="118016"/>
                </a:lnTo>
                <a:lnTo>
                  <a:pt x="748955" y="118980"/>
                </a:lnTo>
                <a:lnTo>
                  <a:pt x="749824" y="119965"/>
                </a:lnTo>
                <a:lnTo>
                  <a:pt x="756282" y="119965"/>
                </a:lnTo>
                <a:lnTo>
                  <a:pt x="755810" y="118813"/>
                </a:lnTo>
                <a:lnTo>
                  <a:pt x="755322" y="117670"/>
                </a:lnTo>
                <a:lnTo>
                  <a:pt x="754819" y="116536"/>
                </a:lnTo>
                <a:lnTo>
                  <a:pt x="754300" y="115411"/>
                </a:lnTo>
                <a:lnTo>
                  <a:pt x="753765" y="114295"/>
                </a:lnTo>
                <a:lnTo>
                  <a:pt x="753214" y="113189"/>
                </a:lnTo>
                <a:lnTo>
                  <a:pt x="752648" y="112092"/>
                </a:lnTo>
                <a:lnTo>
                  <a:pt x="752066" y="111004"/>
                </a:lnTo>
                <a:lnTo>
                  <a:pt x="751469" y="109926"/>
                </a:lnTo>
                <a:lnTo>
                  <a:pt x="750855" y="108856"/>
                </a:lnTo>
                <a:lnTo>
                  <a:pt x="750226" y="107796"/>
                </a:lnTo>
                <a:lnTo>
                  <a:pt x="749581" y="106746"/>
                </a:lnTo>
                <a:lnTo>
                  <a:pt x="748921" y="105704"/>
                </a:lnTo>
                <a:lnTo>
                  <a:pt x="748245" y="104672"/>
                </a:lnTo>
                <a:lnTo>
                  <a:pt x="747553" y="103649"/>
                </a:lnTo>
                <a:lnTo>
                  <a:pt x="746846" y="102635"/>
                </a:lnTo>
                <a:lnTo>
                  <a:pt x="746122" y="101631"/>
                </a:lnTo>
                <a:lnTo>
                  <a:pt x="745384" y="100635"/>
                </a:lnTo>
                <a:lnTo>
                  <a:pt x="744629" y="99649"/>
                </a:lnTo>
                <a:lnTo>
                  <a:pt x="743859" y="98673"/>
                </a:lnTo>
                <a:lnTo>
                  <a:pt x="743073" y="97705"/>
                </a:lnTo>
                <a:lnTo>
                  <a:pt x="742271" y="96747"/>
                </a:lnTo>
                <a:lnTo>
                  <a:pt x="741454" y="95798"/>
                </a:lnTo>
                <a:lnTo>
                  <a:pt x="740620" y="94858"/>
                </a:lnTo>
                <a:lnTo>
                  <a:pt x="845974" y="94858"/>
                </a:lnTo>
                <a:lnTo>
                  <a:pt x="845140" y="95798"/>
                </a:lnTo>
                <a:lnTo>
                  <a:pt x="844323" y="96747"/>
                </a:lnTo>
                <a:lnTo>
                  <a:pt x="843521" y="97705"/>
                </a:lnTo>
                <a:lnTo>
                  <a:pt x="842735" y="98673"/>
                </a:lnTo>
                <a:lnTo>
                  <a:pt x="841965" y="99649"/>
                </a:lnTo>
                <a:lnTo>
                  <a:pt x="841210" y="100635"/>
                </a:lnTo>
                <a:lnTo>
                  <a:pt x="840472" y="101631"/>
                </a:lnTo>
                <a:lnTo>
                  <a:pt x="839748" y="102635"/>
                </a:lnTo>
                <a:lnTo>
                  <a:pt x="839041" y="103649"/>
                </a:lnTo>
                <a:lnTo>
                  <a:pt x="838349" y="104672"/>
                </a:lnTo>
                <a:lnTo>
                  <a:pt x="837673" y="105704"/>
                </a:lnTo>
                <a:lnTo>
                  <a:pt x="837012" y="106746"/>
                </a:lnTo>
                <a:lnTo>
                  <a:pt x="836368" y="107796"/>
                </a:lnTo>
                <a:lnTo>
                  <a:pt x="835739" y="108856"/>
                </a:lnTo>
                <a:lnTo>
                  <a:pt x="835125" y="109926"/>
                </a:lnTo>
                <a:lnTo>
                  <a:pt x="834528" y="111004"/>
                </a:lnTo>
                <a:lnTo>
                  <a:pt x="833946" y="112092"/>
                </a:lnTo>
                <a:lnTo>
                  <a:pt x="833380" y="113189"/>
                </a:lnTo>
                <a:lnTo>
                  <a:pt x="832829" y="114295"/>
                </a:lnTo>
                <a:lnTo>
                  <a:pt x="832294" y="115411"/>
                </a:lnTo>
                <a:lnTo>
                  <a:pt x="831775" y="116536"/>
                </a:lnTo>
                <a:lnTo>
                  <a:pt x="831272" y="117670"/>
                </a:lnTo>
                <a:lnTo>
                  <a:pt x="830784" y="118813"/>
                </a:lnTo>
                <a:lnTo>
                  <a:pt x="830312" y="119965"/>
                </a:lnTo>
                <a:lnTo>
                  <a:pt x="836770" y="119965"/>
                </a:lnTo>
                <a:lnTo>
                  <a:pt x="837639" y="118980"/>
                </a:lnTo>
                <a:lnTo>
                  <a:pt x="838498" y="118016"/>
                </a:lnTo>
                <a:lnTo>
                  <a:pt x="839345" y="117073"/>
                </a:lnTo>
                <a:lnTo>
                  <a:pt x="840181" y="116151"/>
                </a:lnTo>
                <a:lnTo>
                  <a:pt x="841007" y="115250"/>
                </a:lnTo>
                <a:lnTo>
                  <a:pt x="841821" y="114370"/>
                </a:lnTo>
                <a:lnTo>
                  <a:pt x="842624" y="113511"/>
                </a:lnTo>
                <a:lnTo>
                  <a:pt x="843417" y="112673"/>
                </a:lnTo>
                <a:lnTo>
                  <a:pt x="844199" y="111856"/>
                </a:lnTo>
                <a:lnTo>
                  <a:pt x="844969" y="111060"/>
                </a:lnTo>
                <a:lnTo>
                  <a:pt x="845729" y="110285"/>
                </a:lnTo>
                <a:lnTo>
                  <a:pt x="846478" y="109531"/>
                </a:lnTo>
                <a:lnTo>
                  <a:pt x="847216" y="108798"/>
                </a:lnTo>
                <a:lnTo>
                  <a:pt x="847943" y="108086"/>
                </a:lnTo>
                <a:lnTo>
                  <a:pt x="848659" y="107395"/>
                </a:lnTo>
                <a:lnTo>
                  <a:pt x="849364" y="106726"/>
                </a:lnTo>
                <a:lnTo>
                  <a:pt x="850058" y="106077"/>
                </a:lnTo>
                <a:lnTo>
                  <a:pt x="850742" y="105449"/>
                </a:lnTo>
                <a:lnTo>
                  <a:pt x="851414" y="104842"/>
                </a:lnTo>
                <a:lnTo>
                  <a:pt x="852075" y="104257"/>
                </a:lnTo>
                <a:lnTo>
                  <a:pt x="852726" y="103692"/>
                </a:lnTo>
                <a:lnTo>
                  <a:pt x="853365" y="103148"/>
                </a:lnTo>
                <a:lnTo>
                  <a:pt x="853994" y="102626"/>
                </a:lnTo>
                <a:lnTo>
                  <a:pt x="854612" y="102124"/>
                </a:lnTo>
                <a:lnTo>
                  <a:pt x="855224" y="101637"/>
                </a:lnTo>
                <a:lnTo>
                  <a:pt x="855838" y="101159"/>
                </a:lnTo>
                <a:lnTo>
                  <a:pt x="856452" y="100688"/>
                </a:lnTo>
                <a:lnTo>
                  <a:pt x="857067" y="100227"/>
                </a:lnTo>
                <a:lnTo>
                  <a:pt x="857683" y="99773"/>
                </a:lnTo>
                <a:lnTo>
                  <a:pt x="858300" y="99329"/>
                </a:lnTo>
                <a:lnTo>
                  <a:pt x="858918" y="98892"/>
                </a:lnTo>
                <a:lnTo>
                  <a:pt x="859536" y="98464"/>
                </a:lnTo>
                <a:lnTo>
                  <a:pt x="860156" y="98045"/>
                </a:lnTo>
                <a:lnTo>
                  <a:pt x="860776" y="97633"/>
                </a:lnTo>
                <a:lnTo>
                  <a:pt x="861397" y="97230"/>
                </a:lnTo>
                <a:lnTo>
                  <a:pt x="862019" y="96836"/>
                </a:lnTo>
                <a:lnTo>
                  <a:pt x="862641" y="96450"/>
                </a:lnTo>
                <a:lnTo>
                  <a:pt x="863265" y="96073"/>
                </a:lnTo>
                <a:lnTo>
                  <a:pt x="863889" y="95703"/>
                </a:lnTo>
                <a:lnTo>
                  <a:pt x="864515" y="95343"/>
                </a:lnTo>
                <a:lnTo>
                  <a:pt x="865141" y="94990"/>
                </a:lnTo>
                <a:lnTo>
                  <a:pt x="865768" y="94646"/>
                </a:lnTo>
                <a:lnTo>
                  <a:pt x="866395" y="94311"/>
                </a:lnTo>
                <a:lnTo>
                  <a:pt x="867024" y="93984"/>
                </a:lnTo>
                <a:lnTo>
                  <a:pt x="867653" y="93665"/>
                </a:lnTo>
                <a:lnTo>
                  <a:pt x="868284" y="93355"/>
                </a:lnTo>
                <a:lnTo>
                  <a:pt x="868915" y="93053"/>
                </a:lnTo>
                <a:lnTo>
                  <a:pt x="869547" y="92759"/>
                </a:lnTo>
                <a:lnTo>
                  <a:pt x="869547" y="89126"/>
                </a:lnTo>
                <a:lnTo>
                  <a:pt x="868915" y="88826"/>
                </a:lnTo>
                <a:lnTo>
                  <a:pt x="868284" y="88518"/>
                </a:lnTo>
                <a:lnTo>
                  <a:pt x="867653" y="88202"/>
                </a:lnTo>
                <a:lnTo>
                  <a:pt x="867024" y="87878"/>
                </a:lnTo>
                <a:lnTo>
                  <a:pt x="866395" y="87546"/>
                </a:lnTo>
                <a:lnTo>
                  <a:pt x="865768" y="87206"/>
                </a:lnTo>
                <a:close/>
                <a:moveTo>
                  <a:pt x="1033764" y="23793"/>
                </a:moveTo>
                <a:lnTo>
                  <a:pt x="1033814" y="24059"/>
                </a:lnTo>
                <a:lnTo>
                  <a:pt x="1033872" y="24322"/>
                </a:lnTo>
                <a:lnTo>
                  <a:pt x="1033938" y="24582"/>
                </a:lnTo>
                <a:lnTo>
                  <a:pt x="1034011" y="24838"/>
                </a:lnTo>
                <a:lnTo>
                  <a:pt x="1034092" y="25090"/>
                </a:lnTo>
                <a:lnTo>
                  <a:pt x="1034181" y="25339"/>
                </a:lnTo>
                <a:lnTo>
                  <a:pt x="1034277" y="25585"/>
                </a:lnTo>
                <a:lnTo>
                  <a:pt x="1034381" y="25827"/>
                </a:lnTo>
                <a:lnTo>
                  <a:pt x="1034493" y="26065"/>
                </a:lnTo>
                <a:lnTo>
                  <a:pt x="1034612" y="26300"/>
                </a:lnTo>
                <a:lnTo>
                  <a:pt x="1034739" y="26532"/>
                </a:lnTo>
                <a:lnTo>
                  <a:pt x="1034874" y="26760"/>
                </a:lnTo>
                <a:lnTo>
                  <a:pt x="1035017" y="26984"/>
                </a:lnTo>
                <a:lnTo>
                  <a:pt x="1035167" y="27205"/>
                </a:lnTo>
                <a:lnTo>
                  <a:pt x="1035325" y="27422"/>
                </a:lnTo>
                <a:lnTo>
                  <a:pt x="1035491" y="27636"/>
                </a:lnTo>
                <a:lnTo>
                  <a:pt x="1035664" y="27847"/>
                </a:lnTo>
                <a:lnTo>
                  <a:pt x="1035846" y="28054"/>
                </a:lnTo>
                <a:lnTo>
                  <a:pt x="1036034" y="28255"/>
                </a:lnTo>
                <a:lnTo>
                  <a:pt x="1036230" y="28447"/>
                </a:lnTo>
                <a:lnTo>
                  <a:pt x="1036434" y="28631"/>
                </a:lnTo>
                <a:lnTo>
                  <a:pt x="1036645" y="28806"/>
                </a:lnTo>
                <a:lnTo>
                  <a:pt x="1036863" y="28973"/>
                </a:lnTo>
                <a:lnTo>
                  <a:pt x="1037089" y="29131"/>
                </a:lnTo>
                <a:lnTo>
                  <a:pt x="1037323" y="29281"/>
                </a:lnTo>
                <a:lnTo>
                  <a:pt x="1037563" y="29422"/>
                </a:lnTo>
                <a:lnTo>
                  <a:pt x="1037812" y="29554"/>
                </a:lnTo>
                <a:lnTo>
                  <a:pt x="1038067" y="29678"/>
                </a:lnTo>
                <a:lnTo>
                  <a:pt x="1038330" y="29794"/>
                </a:lnTo>
                <a:lnTo>
                  <a:pt x="1038601" y="29901"/>
                </a:lnTo>
                <a:lnTo>
                  <a:pt x="1038878" y="29999"/>
                </a:lnTo>
                <a:lnTo>
                  <a:pt x="1039164" y="30089"/>
                </a:lnTo>
                <a:lnTo>
                  <a:pt x="1039456" y="30170"/>
                </a:lnTo>
                <a:lnTo>
                  <a:pt x="1039757" y="30242"/>
                </a:lnTo>
                <a:lnTo>
                  <a:pt x="1040064" y="30307"/>
                </a:lnTo>
                <a:lnTo>
                  <a:pt x="1040379" y="30362"/>
                </a:lnTo>
                <a:lnTo>
                  <a:pt x="1040702" y="30409"/>
                </a:lnTo>
                <a:lnTo>
                  <a:pt x="1041031" y="30448"/>
                </a:lnTo>
                <a:lnTo>
                  <a:pt x="1041369" y="30478"/>
                </a:lnTo>
                <a:lnTo>
                  <a:pt x="1041713" y="30499"/>
                </a:lnTo>
                <a:lnTo>
                  <a:pt x="1042066" y="30512"/>
                </a:lnTo>
                <a:lnTo>
                  <a:pt x="1042425" y="30516"/>
                </a:lnTo>
                <a:lnTo>
                  <a:pt x="1042778" y="30512"/>
                </a:lnTo>
                <a:lnTo>
                  <a:pt x="1043125" y="30499"/>
                </a:lnTo>
                <a:lnTo>
                  <a:pt x="1043464" y="30478"/>
                </a:lnTo>
                <a:lnTo>
                  <a:pt x="1043796" y="30448"/>
                </a:lnTo>
                <a:lnTo>
                  <a:pt x="1044122" y="30409"/>
                </a:lnTo>
                <a:lnTo>
                  <a:pt x="1044441" y="30362"/>
                </a:lnTo>
                <a:lnTo>
                  <a:pt x="1044753" y="30307"/>
                </a:lnTo>
                <a:lnTo>
                  <a:pt x="1045058" y="30242"/>
                </a:lnTo>
                <a:lnTo>
                  <a:pt x="1045356" y="30170"/>
                </a:lnTo>
                <a:lnTo>
                  <a:pt x="1045647" y="30089"/>
                </a:lnTo>
                <a:lnTo>
                  <a:pt x="1045932" y="29999"/>
                </a:lnTo>
                <a:lnTo>
                  <a:pt x="1046209" y="29901"/>
                </a:lnTo>
                <a:lnTo>
                  <a:pt x="1046480" y="29794"/>
                </a:lnTo>
                <a:lnTo>
                  <a:pt x="1046744" y="29678"/>
                </a:lnTo>
                <a:lnTo>
                  <a:pt x="1047001" y="29554"/>
                </a:lnTo>
                <a:lnTo>
                  <a:pt x="1047251" y="29422"/>
                </a:lnTo>
                <a:lnTo>
                  <a:pt x="1047494" y="29281"/>
                </a:lnTo>
                <a:lnTo>
                  <a:pt x="1047731" y="29131"/>
                </a:lnTo>
                <a:lnTo>
                  <a:pt x="1047960" y="28973"/>
                </a:lnTo>
                <a:lnTo>
                  <a:pt x="1048183" y="28806"/>
                </a:lnTo>
                <a:lnTo>
                  <a:pt x="1048399" y="28631"/>
                </a:lnTo>
                <a:lnTo>
                  <a:pt x="1048607" y="28447"/>
                </a:lnTo>
                <a:lnTo>
                  <a:pt x="1048809" y="28255"/>
                </a:lnTo>
                <a:lnTo>
                  <a:pt x="1049005" y="28054"/>
                </a:lnTo>
                <a:lnTo>
                  <a:pt x="1049192" y="27847"/>
                </a:lnTo>
                <a:lnTo>
                  <a:pt x="1049372" y="27636"/>
                </a:lnTo>
                <a:lnTo>
                  <a:pt x="1049544" y="27422"/>
                </a:lnTo>
                <a:lnTo>
                  <a:pt x="1049708" y="27205"/>
                </a:lnTo>
                <a:lnTo>
                  <a:pt x="1049863" y="26984"/>
                </a:lnTo>
                <a:lnTo>
                  <a:pt x="1050011" y="26760"/>
                </a:lnTo>
                <a:lnTo>
                  <a:pt x="1050151" y="26532"/>
                </a:lnTo>
                <a:lnTo>
                  <a:pt x="1050283" y="26300"/>
                </a:lnTo>
                <a:lnTo>
                  <a:pt x="1050407" y="26065"/>
                </a:lnTo>
                <a:lnTo>
                  <a:pt x="1050523" y="25827"/>
                </a:lnTo>
                <a:lnTo>
                  <a:pt x="1050630" y="25585"/>
                </a:lnTo>
                <a:lnTo>
                  <a:pt x="1050730" y="25339"/>
                </a:lnTo>
                <a:lnTo>
                  <a:pt x="1050822" y="25090"/>
                </a:lnTo>
                <a:lnTo>
                  <a:pt x="1050906" y="24838"/>
                </a:lnTo>
                <a:lnTo>
                  <a:pt x="1050982" y="24582"/>
                </a:lnTo>
                <a:lnTo>
                  <a:pt x="1051050" y="24322"/>
                </a:lnTo>
                <a:lnTo>
                  <a:pt x="1051110" y="24059"/>
                </a:lnTo>
                <a:lnTo>
                  <a:pt x="1051162" y="23793"/>
                </a:lnTo>
                <a:lnTo>
                  <a:pt x="1051206" y="23523"/>
                </a:lnTo>
                <a:lnTo>
                  <a:pt x="1051242" y="23249"/>
                </a:lnTo>
                <a:lnTo>
                  <a:pt x="1051270" y="22972"/>
                </a:lnTo>
                <a:lnTo>
                  <a:pt x="1051289" y="22692"/>
                </a:lnTo>
                <a:lnTo>
                  <a:pt x="1051301" y="22408"/>
                </a:lnTo>
                <a:lnTo>
                  <a:pt x="1051305" y="22120"/>
                </a:lnTo>
                <a:lnTo>
                  <a:pt x="1051301" y="21819"/>
                </a:lnTo>
                <a:lnTo>
                  <a:pt x="1051289" y="21522"/>
                </a:lnTo>
                <a:lnTo>
                  <a:pt x="1051270" y="21230"/>
                </a:lnTo>
                <a:lnTo>
                  <a:pt x="1051242" y="20941"/>
                </a:lnTo>
                <a:lnTo>
                  <a:pt x="1051206" y="20655"/>
                </a:lnTo>
                <a:lnTo>
                  <a:pt x="1051162" y="20374"/>
                </a:lnTo>
                <a:lnTo>
                  <a:pt x="1051110" y="20097"/>
                </a:lnTo>
                <a:lnTo>
                  <a:pt x="1051050" y="19824"/>
                </a:lnTo>
                <a:lnTo>
                  <a:pt x="1050982" y="19554"/>
                </a:lnTo>
                <a:lnTo>
                  <a:pt x="1050906" y="19289"/>
                </a:lnTo>
                <a:lnTo>
                  <a:pt x="1050822" y="19027"/>
                </a:lnTo>
                <a:lnTo>
                  <a:pt x="1050730" y="18770"/>
                </a:lnTo>
                <a:lnTo>
                  <a:pt x="1050630" y="18516"/>
                </a:lnTo>
                <a:lnTo>
                  <a:pt x="1050523" y="18266"/>
                </a:lnTo>
                <a:lnTo>
                  <a:pt x="1050407" y="18021"/>
                </a:lnTo>
                <a:lnTo>
                  <a:pt x="1050283" y="17779"/>
                </a:lnTo>
                <a:lnTo>
                  <a:pt x="1050151" y="17541"/>
                </a:lnTo>
                <a:lnTo>
                  <a:pt x="1050011" y="17307"/>
                </a:lnTo>
                <a:lnTo>
                  <a:pt x="1049863" y="17076"/>
                </a:lnTo>
                <a:lnTo>
                  <a:pt x="1049708" y="16850"/>
                </a:lnTo>
                <a:lnTo>
                  <a:pt x="1049544" y="16628"/>
                </a:lnTo>
                <a:lnTo>
                  <a:pt x="1049372" y="16410"/>
                </a:lnTo>
                <a:lnTo>
                  <a:pt x="1049192" y="16195"/>
                </a:lnTo>
                <a:lnTo>
                  <a:pt x="1049005" y="15985"/>
                </a:lnTo>
                <a:lnTo>
                  <a:pt x="1048809" y="15780"/>
                </a:lnTo>
                <a:lnTo>
                  <a:pt x="1048607" y="15585"/>
                </a:lnTo>
                <a:lnTo>
                  <a:pt x="1048399" y="15398"/>
                </a:lnTo>
                <a:lnTo>
                  <a:pt x="1048183" y="15220"/>
                </a:lnTo>
                <a:lnTo>
                  <a:pt x="1047960" y="15050"/>
                </a:lnTo>
                <a:lnTo>
                  <a:pt x="1047731" y="14890"/>
                </a:lnTo>
                <a:lnTo>
                  <a:pt x="1047494" y="14738"/>
                </a:lnTo>
                <a:lnTo>
                  <a:pt x="1047251" y="14594"/>
                </a:lnTo>
                <a:lnTo>
                  <a:pt x="1047001" y="14460"/>
                </a:lnTo>
                <a:lnTo>
                  <a:pt x="1046744" y="14334"/>
                </a:lnTo>
                <a:lnTo>
                  <a:pt x="1046480" y="14216"/>
                </a:lnTo>
                <a:lnTo>
                  <a:pt x="1046209" y="14108"/>
                </a:lnTo>
                <a:lnTo>
                  <a:pt x="1045932" y="14008"/>
                </a:lnTo>
                <a:lnTo>
                  <a:pt x="1045647" y="13916"/>
                </a:lnTo>
                <a:lnTo>
                  <a:pt x="1045356" y="13834"/>
                </a:lnTo>
                <a:lnTo>
                  <a:pt x="1045058" y="13760"/>
                </a:lnTo>
                <a:lnTo>
                  <a:pt x="1044753" y="13695"/>
                </a:lnTo>
                <a:lnTo>
                  <a:pt x="1044441" y="13638"/>
                </a:lnTo>
                <a:lnTo>
                  <a:pt x="1044122" y="13591"/>
                </a:lnTo>
                <a:lnTo>
                  <a:pt x="1043796" y="13551"/>
                </a:lnTo>
                <a:lnTo>
                  <a:pt x="1043464" y="13521"/>
                </a:lnTo>
                <a:lnTo>
                  <a:pt x="1043125" y="13499"/>
                </a:lnTo>
                <a:lnTo>
                  <a:pt x="1042778" y="13486"/>
                </a:lnTo>
                <a:lnTo>
                  <a:pt x="1042425" y="13482"/>
                </a:lnTo>
                <a:lnTo>
                  <a:pt x="1042066" y="13486"/>
                </a:lnTo>
                <a:lnTo>
                  <a:pt x="1041713" y="13499"/>
                </a:lnTo>
                <a:lnTo>
                  <a:pt x="1041369" y="13521"/>
                </a:lnTo>
                <a:lnTo>
                  <a:pt x="1041031" y="13551"/>
                </a:lnTo>
                <a:lnTo>
                  <a:pt x="1040702" y="13591"/>
                </a:lnTo>
                <a:lnTo>
                  <a:pt x="1040379" y="13638"/>
                </a:lnTo>
                <a:lnTo>
                  <a:pt x="1040064" y="13695"/>
                </a:lnTo>
                <a:lnTo>
                  <a:pt x="1039757" y="13760"/>
                </a:lnTo>
                <a:lnTo>
                  <a:pt x="1039456" y="13834"/>
                </a:lnTo>
                <a:lnTo>
                  <a:pt x="1039164" y="13916"/>
                </a:lnTo>
                <a:lnTo>
                  <a:pt x="1038878" y="14008"/>
                </a:lnTo>
                <a:lnTo>
                  <a:pt x="1038601" y="14108"/>
                </a:lnTo>
                <a:lnTo>
                  <a:pt x="1038330" y="14216"/>
                </a:lnTo>
                <a:lnTo>
                  <a:pt x="1038067" y="14334"/>
                </a:lnTo>
                <a:lnTo>
                  <a:pt x="1037812" y="14460"/>
                </a:lnTo>
                <a:lnTo>
                  <a:pt x="1037563" y="14594"/>
                </a:lnTo>
                <a:lnTo>
                  <a:pt x="1037323" y="14738"/>
                </a:lnTo>
                <a:lnTo>
                  <a:pt x="1037089" y="14890"/>
                </a:lnTo>
                <a:lnTo>
                  <a:pt x="1036863" y="15050"/>
                </a:lnTo>
                <a:lnTo>
                  <a:pt x="1036645" y="15220"/>
                </a:lnTo>
                <a:lnTo>
                  <a:pt x="1036434" y="15398"/>
                </a:lnTo>
                <a:lnTo>
                  <a:pt x="1036230" y="15585"/>
                </a:lnTo>
                <a:lnTo>
                  <a:pt x="1036034" y="15780"/>
                </a:lnTo>
                <a:lnTo>
                  <a:pt x="1035846" y="15985"/>
                </a:lnTo>
                <a:lnTo>
                  <a:pt x="1035664" y="16195"/>
                </a:lnTo>
                <a:lnTo>
                  <a:pt x="1035491" y="16410"/>
                </a:lnTo>
                <a:lnTo>
                  <a:pt x="1035325" y="16628"/>
                </a:lnTo>
                <a:lnTo>
                  <a:pt x="1035167" y="16850"/>
                </a:lnTo>
                <a:lnTo>
                  <a:pt x="1035017" y="17076"/>
                </a:lnTo>
                <a:lnTo>
                  <a:pt x="1034874" y="17307"/>
                </a:lnTo>
                <a:lnTo>
                  <a:pt x="1034739" y="17541"/>
                </a:lnTo>
                <a:lnTo>
                  <a:pt x="1034612" y="17779"/>
                </a:lnTo>
                <a:lnTo>
                  <a:pt x="1034493" y="18021"/>
                </a:lnTo>
                <a:lnTo>
                  <a:pt x="1034381" y="18266"/>
                </a:lnTo>
                <a:lnTo>
                  <a:pt x="1034277" y="18516"/>
                </a:lnTo>
                <a:lnTo>
                  <a:pt x="1034181" y="18770"/>
                </a:lnTo>
                <a:lnTo>
                  <a:pt x="1034092" y="19027"/>
                </a:lnTo>
                <a:lnTo>
                  <a:pt x="1034011" y="19289"/>
                </a:lnTo>
                <a:lnTo>
                  <a:pt x="1033938" y="19554"/>
                </a:lnTo>
                <a:lnTo>
                  <a:pt x="1033872" y="19824"/>
                </a:lnTo>
                <a:lnTo>
                  <a:pt x="1033814" y="20097"/>
                </a:lnTo>
                <a:lnTo>
                  <a:pt x="1033764" y="20374"/>
                </a:lnTo>
                <a:lnTo>
                  <a:pt x="1033722" y="20655"/>
                </a:lnTo>
                <a:lnTo>
                  <a:pt x="1033687" y="20941"/>
                </a:lnTo>
                <a:lnTo>
                  <a:pt x="1033660" y="21230"/>
                </a:lnTo>
                <a:lnTo>
                  <a:pt x="1033641" y="21522"/>
                </a:lnTo>
                <a:lnTo>
                  <a:pt x="1033629" y="21819"/>
                </a:lnTo>
                <a:lnTo>
                  <a:pt x="1033626" y="22120"/>
                </a:lnTo>
                <a:lnTo>
                  <a:pt x="1033629" y="22408"/>
                </a:lnTo>
                <a:lnTo>
                  <a:pt x="1033641" y="22692"/>
                </a:lnTo>
                <a:lnTo>
                  <a:pt x="1033660" y="22972"/>
                </a:lnTo>
                <a:lnTo>
                  <a:pt x="1033687" y="23249"/>
                </a:lnTo>
                <a:lnTo>
                  <a:pt x="1033722" y="23523"/>
                </a:lnTo>
                <a:lnTo>
                  <a:pt x="1033764" y="23793"/>
                </a:lnTo>
                <a:close/>
                <a:moveTo>
                  <a:pt x="1407439" y="132721"/>
                </a:moveTo>
                <a:lnTo>
                  <a:pt x="1407439" y="86866"/>
                </a:lnTo>
                <a:lnTo>
                  <a:pt x="1405940" y="37578"/>
                </a:lnTo>
                <a:lnTo>
                  <a:pt x="1444494" y="132721"/>
                </a:lnTo>
                <a:lnTo>
                  <a:pt x="1456281" y="132721"/>
                </a:lnTo>
                <a:lnTo>
                  <a:pt x="1494911" y="37710"/>
                </a:lnTo>
                <a:lnTo>
                  <a:pt x="1493417" y="86866"/>
                </a:lnTo>
                <a:lnTo>
                  <a:pt x="1493417" y="132721"/>
                </a:lnTo>
                <a:lnTo>
                  <a:pt x="1508917" y="132721"/>
                </a:lnTo>
                <a:lnTo>
                  <a:pt x="1508917" y="15177"/>
                </a:lnTo>
                <a:lnTo>
                  <a:pt x="1504073" y="15177"/>
                </a:lnTo>
                <a:lnTo>
                  <a:pt x="1495596" y="15177"/>
                </a:lnTo>
                <a:lnTo>
                  <a:pt x="1488896" y="15177"/>
                </a:lnTo>
                <a:lnTo>
                  <a:pt x="1450468" y="111004"/>
                </a:lnTo>
                <a:lnTo>
                  <a:pt x="1411960" y="15177"/>
                </a:lnTo>
                <a:lnTo>
                  <a:pt x="1405259" y="15177"/>
                </a:lnTo>
                <a:lnTo>
                  <a:pt x="1396863" y="15177"/>
                </a:lnTo>
                <a:lnTo>
                  <a:pt x="1391939" y="15177"/>
                </a:lnTo>
                <a:lnTo>
                  <a:pt x="1391939" y="132721"/>
                </a:lnTo>
                <a:lnTo>
                  <a:pt x="1407439" y="132721"/>
                </a:lnTo>
                <a:close/>
                <a:moveTo>
                  <a:pt x="1613138" y="56834"/>
                </a:moveTo>
                <a:lnTo>
                  <a:pt x="1629122" y="56834"/>
                </a:lnTo>
                <a:lnTo>
                  <a:pt x="1629122" y="110987"/>
                </a:lnTo>
                <a:lnTo>
                  <a:pt x="1629127" y="111708"/>
                </a:lnTo>
                <a:lnTo>
                  <a:pt x="1629141" y="112416"/>
                </a:lnTo>
                <a:lnTo>
                  <a:pt x="1629164" y="113112"/>
                </a:lnTo>
                <a:lnTo>
                  <a:pt x="1629197" y="113796"/>
                </a:lnTo>
                <a:lnTo>
                  <a:pt x="1629240" y="114467"/>
                </a:lnTo>
                <a:lnTo>
                  <a:pt x="1629291" y="115125"/>
                </a:lnTo>
                <a:lnTo>
                  <a:pt x="1629352" y="115771"/>
                </a:lnTo>
                <a:lnTo>
                  <a:pt x="1629423" y="116405"/>
                </a:lnTo>
                <a:lnTo>
                  <a:pt x="1629503" y="117026"/>
                </a:lnTo>
                <a:lnTo>
                  <a:pt x="1629592" y="117635"/>
                </a:lnTo>
                <a:lnTo>
                  <a:pt x="1629690" y="118231"/>
                </a:lnTo>
                <a:lnTo>
                  <a:pt x="1629798" y="118814"/>
                </a:lnTo>
                <a:lnTo>
                  <a:pt x="1629916" y="119385"/>
                </a:lnTo>
                <a:lnTo>
                  <a:pt x="1630042" y="119944"/>
                </a:lnTo>
                <a:lnTo>
                  <a:pt x="1630179" y="120490"/>
                </a:lnTo>
                <a:lnTo>
                  <a:pt x="1630324" y="121024"/>
                </a:lnTo>
                <a:lnTo>
                  <a:pt x="1630479" y="121545"/>
                </a:lnTo>
                <a:lnTo>
                  <a:pt x="1630643" y="122054"/>
                </a:lnTo>
                <a:lnTo>
                  <a:pt x="1630817" y="122550"/>
                </a:lnTo>
                <a:lnTo>
                  <a:pt x="1631000" y="123034"/>
                </a:lnTo>
                <a:lnTo>
                  <a:pt x="1631193" y="123505"/>
                </a:lnTo>
                <a:lnTo>
                  <a:pt x="1631395" y="123964"/>
                </a:lnTo>
                <a:lnTo>
                  <a:pt x="1631606" y="124411"/>
                </a:lnTo>
                <a:lnTo>
                  <a:pt x="1631827" y="124844"/>
                </a:lnTo>
                <a:lnTo>
                  <a:pt x="1632055" y="125267"/>
                </a:lnTo>
                <a:lnTo>
                  <a:pt x="1632291" y="125679"/>
                </a:lnTo>
                <a:lnTo>
                  <a:pt x="1632532" y="126081"/>
                </a:lnTo>
                <a:lnTo>
                  <a:pt x="1632781" y="126472"/>
                </a:lnTo>
                <a:lnTo>
                  <a:pt x="1633036" y="126854"/>
                </a:lnTo>
                <a:lnTo>
                  <a:pt x="1633297" y="127225"/>
                </a:lnTo>
                <a:lnTo>
                  <a:pt x="1633566" y="127586"/>
                </a:lnTo>
                <a:lnTo>
                  <a:pt x="1633840" y="127936"/>
                </a:lnTo>
                <a:lnTo>
                  <a:pt x="1634122" y="128277"/>
                </a:lnTo>
                <a:lnTo>
                  <a:pt x="1634410" y="128607"/>
                </a:lnTo>
                <a:lnTo>
                  <a:pt x="1634704" y="128927"/>
                </a:lnTo>
                <a:lnTo>
                  <a:pt x="1635005" y="129237"/>
                </a:lnTo>
                <a:lnTo>
                  <a:pt x="1635313" y="129536"/>
                </a:lnTo>
                <a:lnTo>
                  <a:pt x="1635627" y="129826"/>
                </a:lnTo>
                <a:lnTo>
                  <a:pt x="1635948" y="130105"/>
                </a:lnTo>
                <a:lnTo>
                  <a:pt x="1636276" y="130373"/>
                </a:lnTo>
                <a:lnTo>
                  <a:pt x="1636610" y="130632"/>
                </a:lnTo>
                <a:lnTo>
                  <a:pt x="1636951" y="130880"/>
                </a:lnTo>
                <a:lnTo>
                  <a:pt x="1637298" y="131118"/>
                </a:lnTo>
                <a:lnTo>
                  <a:pt x="1637652" y="131346"/>
                </a:lnTo>
                <a:lnTo>
                  <a:pt x="1638012" y="131564"/>
                </a:lnTo>
                <a:lnTo>
                  <a:pt x="1638379" y="131771"/>
                </a:lnTo>
                <a:lnTo>
                  <a:pt x="1638753" y="131969"/>
                </a:lnTo>
                <a:lnTo>
                  <a:pt x="1639133" y="132156"/>
                </a:lnTo>
                <a:lnTo>
                  <a:pt x="1639518" y="132333"/>
                </a:lnTo>
                <a:lnTo>
                  <a:pt x="1639906" y="132504"/>
                </a:lnTo>
                <a:lnTo>
                  <a:pt x="1640297" y="132666"/>
                </a:lnTo>
                <a:lnTo>
                  <a:pt x="1640691" y="132822"/>
                </a:lnTo>
                <a:lnTo>
                  <a:pt x="1641089" y="132969"/>
                </a:lnTo>
                <a:lnTo>
                  <a:pt x="1641489" y="133109"/>
                </a:lnTo>
                <a:lnTo>
                  <a:pt x="1641893" y="133242"/>
                </a:lnTo>
                <a:lnTo>
                  <a:pt x="1642299" y="133367"/>
                </a:lnTo>
                <a:lnTo>
                  <a:pt x="1642709" y="133484"/>
                </a:lnTo>
                <a:lnTo>
                  <a:pt x="1643122" y="133594"/>
                </a:lnTo>
                <a:lnTo>
                  <a:pt x="1643537" y="133696"/>
                </a:lnTo>
                <a:lnTo>
                  <a:pt x="1643956" y="133790"/>
                </a:lnTo>
                <a:lnTo>
                  <a:pt x="1644378" y="133877"/>
                </a:lnTo>
                <a:lnTo>
                  <a:pt x="1644804" y="133957"/>
                </a:lnTo>
                <a:lnTo>
                  <a:pt x="1645232" y="134029"/>
                </a:lnTo>
                <a:lnTo>
                  <a:pt x="1645663" y="134093"/>
                </a:lnTo>
                <a:lnTo>
                  <a:pt x="1646097" y="134150"/>
                </a:lnTo>
                <a:lnTo>
                  <a:pt x="1646535" y="134199"/>
                </a:lnTo>
                <a:lnTo>
                  <a:pt x="1646975" y="134241"/>
                </a:lnTo>
                <a:lnTo>
                  <a:pt x="1647419" y="134275"/>
                </a:lnTo>
                <a:lnTo>
                  <a:pt x="1647866" y="134301"/>
                </a:lnTo>
                <a:lnTo>
                  <a:pt x="1648315" y="134320"/>
                </a:lnTo>
                <a:lnTo>
                  <a:pt x="1648768" y="134332"/>
                </a:lnTo>
                <a:lnTo>
                  <a:pt x="1649224" y="134335"/>
                </a:lnTo>
                <a:lnTo>
                  <a:pt x="1649558" y="134334"/>
                </a:lnTo>
                <a:lnTo>
                  <a:pt x="1649889" y="134332"/>
                </a:lnTo>
                <a:lnTo>
                  <a:pt x="1650215" y="134327"/>
                </a:lnTo>
                <a:lnTo>
                  <a:pt x="1650537" y="134321"/>
                </a:lnTo>
                <a:lnTo>
                  <a:pt x="1650855" y="134313"/>
                </a:lnTo>
                <a:lnTo>
                  <a:pt x="1651169" y="134303"/>
                </a:lnTo>
                <a:lnTo>
                  <a:pt x="1651479" y="134291"/>
                </a:lnTo>
                <a:lnTo>
                  <a:pt x="1651785" y="134277"/>
                </a:lnTo>
                <a:lnTo>
                  <a:pt x="1652087" y="134262"/>
                </a:lnTo>
                <a:lnTo>
                  <a:pt x="1652385" y="134244"/>
                </a:lnTo>
                <a:lnTo>
                  <a:pt x="1652678" y="134225"/>
                </a:lnTo>
                <a:lnTo>
                  <a:pt x="1652968" y="134204"/>
                </a:lnTo>
                <a:lnTo>
                  <a:pt x="1653253" y="134181"/>
                </a:lnTo>
                <a:lnTo>
                  <a:pt x="1653535" y="134157"/>
                </a:lnTo>
                <a:lnTo>
                  <a:pt x="1653812" y="134130"/>
                </a:lnTo>
                <a:lnTo>
                  <a:pt x="1654086" y="134102"/>
                </a:lnTo>
                <a:lnTo>
                  <a:pt x="1654355" y="134072"/>
                </a:lnTo>
                <a:lnTo>
                  <a:pt x="1654620" y="134040"/>
                </a:lnTo>
                <a:lnTo>
                  <a:pt x="1654882" y="134006"/>
                </a:lnTo>
                <a:lnTo>
                  <a:pt x="1655139" y="133971"/>
                </a:lnTo>
                <a:lnTo>
                  <a:pt x="1655392" y="133934"/>
                </a:lnTo>
                <a:lnTo>
                  <a:pt x="1655641" y="133894"/>
                </a:lnTo>
                <a:lnTo>
                  <a:pt x="1655886" y="133853"/>
                </a:lnTo>
                <a:lnTo>
                  <a:pt x="1656127" y="133811"/>
                </a:lnTo>
                <a:lnTo>
                  <a:pt x="1656363" y="133767"/>
                </a:lnTo>
                <a:lnTo>
                  <a:pt x="1656597" y="133723"/>
                </a:lnTo>
                <a:lnTo>
                  <a:pt x="1656826" y="133679"/>
                </a:lnTo>
                <a:lnTo>
                  <a:pt x="1657052" y="133635"/>
                </a:lnTo>
                <a:lnTo>
                  <a:pt x="1657273" y="133590"/>
                </a:lnTo>
                <a:lnTo>
                  <a:pt x="1657491" y="133546"/>
                </a:lnTo>
                <a:lnTo>
                  <a:pt x="1657706" y="133501"/>
                </a:lnTo>
                <a:lnTo>
                  <a:pt x="1657916" y="133456"/>
                </a:lnTo>
                <a:lnTo>
                  <a:pt x="1658123" y="133411"/>
                </a:lnTo>
                <a:lnTo>
                  <a:pt x="1658326" y="133366"/>
                </a:lnTo>
                <a:lnTo>
                  <a:pt x="1658525" y="133321"/>
                </a:lnTo>
                <a:lnTo>
                  <a:pt x="1658720" y="133276"/>
                </a:lnTo>
                <a:lnTo>
                  <a:pt x="1658911" y="133230"/>
                </a:lnTo>
                <a:lnTo>
                  <a:pt x="1659099" y="133185"/>
                </a:lnTo>
                <a:lnTo>
                  <a:pt x="1659283" y="133139"/>
                </a:lnTo>
                <a:lnTo>
                  <a:pt x="1659463" y="133093"/>
                </a:lnTo>
                <a:lnTo>
                  <a:pt x="1659640" y="133047"/>
                </a:lnTo>
                <a:lnTo>
                  <a:pt x="1659812" y="133001"/>
                </a:lnTo>
                <a:lnTo>
                  <a:pt x="1659981" y="132954"/>
                </a:lnTo>
                <a:lnTo>
                  <a:pt x="1660146" y="132908"/>
                </a:lnTo>
                <a:lnTo>
                  <a:pt x="1660307" y="132861"/>
                </a:lnTo>
                <a:lnTo>
                  <a:pt x="1660465" y="132815"/>
                </a:lnTo>
                <a:lnTo>
                  <a:pt x="1660619" y="132768"/>
                </a:lnTo>
                <a:lnTo>
                  <a:pt x="1660769" y="132721"/>
                </a:lnTo>
                <a:lnTo>
                  <a:pt x="1660688" y="120530"/>
                </a:lnTo>
                <a:lnTo>
                  <a:pt x="1660599" y="120551"/>
                </a:lnTo>
                <a:lnTo>
                  <a:pt x="1660506" y="120572"/>
                </a:lnTo>
                <a:lnTo>
                  <a:pt x="1660410" y="120593"/>
                </a:lnTo>
                <a:lnTo>
                  <a:pt x="1660310" y="120615"/>
                </a:lnTo>
                <a:lnTo>
                  <a:pt x="1660207" y="120637"/>
                </a:lnTo>
                <a:lnTo>
                  <a:pt x="1660100" y="120659"/>
                </a:lnTo>
                <a:lnTo>
                  <a:pt x="1659990" y="120682"/>
                </a:lnTo>
                <a:lnTo>
                  <a:pt x="1659876" y="120705"/>
                </a:lnTo>
                <a:lnTo>
                  <a:pt x="1659759" y="120729"/>
                </a:lnTo>
                <a:lnTo>
                  <a:pt x="1659638" y="120753"/>
                </a:lnTo>
                <a:lnTo>
                  <a:pt x="1659514" y="120778"/>
                </a:lnTo>
                <a:lnTo>
                  <a:pt x="1659386" y="120803"/>
                </a:lnTo>
                <a:lnTo>
                  <a:pt x="1659255" y="120828"/>
                </a:lnTo>
                <a:lnTo>
                  <a:pt x="1659120" y="120854"/>
                </a:lnTo>
                <a:lnTo>
                  <a:pt x="1658982" y="120880"/>
                </a:lnTo>
                <a:lnTo>
                  <a:pt x="1658840" y="120907"/>
                </a:lnTo>
                <a:lnTo>
                  <a:pt x="1658695" y="120934"/>
                </a:lnTo>
                <a:lnTo>
                  <a:pt x="1658546" y="120962"/>
                </a:lnTo>
                <a:lnTo>
                  <a:pt x="1658394" y="120990"/>
                </a:lnTo>
                <a:lnTo>
                  <a:pt x="1658238" y="121018"/>
                </a:lnTo>
                <a:lnTo>
                  <a:pt x="1658079" y="121047"/>
                </a:lnTo>
                <a:lnTo>
                  <a:pt x="1657916" y="121076"/>
                </a:lnTo>
                <a:lnTo>
                  <a:pt x="1657749" y="121106"/>
                </a:lnTo>
                <a:lnTo>
                  <a:pt x="1657580" y="121136"/>
                </a:lnTo>
                <a:lnTo>
                  <a:pt x="1657408" y="121166"/>
                </a:lnTo>
                <a:lnTo>
                  <a:pt x="1657238" y="121194"/>
                </a:lnTo>
                <a:lnTo>
                  <a:pt x="1657068" y="121221"/>
                </a:lnTo>
                <a:lnTo>
                  <a:pt x="1656899" y="121247"/>
                </a:lnTo>
                <a:lnTo>
                  <a:pt x="1656731" y="121272"/>
                </a:lnTo>
                <a:lnTo>
                  <a:pt x="1656563" y="121295"/>
                </a:lnTo>
                <a:lnTo>
                  <a:pt x="1656396" y="121317"/>
                </a:lnTo>
                <a:lnTo>
                  <a:pt x="1656230" y="121338"/>
                </a:lnTo>
                <a:lnTo>
                  <a:pt x="1656064" y="121357"/>
                </a:lnTo>
                <a:lnTo>
                  <a:pt x="1655899" y="121376"/>
                </a:lnTo>
                <a:lnTo>
                  <a:pt x="1655735" y="121393"/>
                </a:lnTo>
                <a:lnTo>
                  <a:pt x="1655571" y="121408"/>
                </a:lnTo>
                <a:lnTo>
                  <a:pt x="1655409" y="121423"/>
                </a:lnTo>
                <a:lnTo>
                  <a:pt x="1655247" y="121436"/>
                </a:lnTo>
                <a:lnTo>
                  <a:pt x="1655085" y="121448"/>
                </a:lnTo>
                <a:lnTo>
                  <a:pt x="1654925" y="121459"/>
                </a:lnTo>
                <a:lnTo>
                  <a:pt x="1654765" y="121468"/>
                </a:lnTo>
                <a:lnTo>
                  <a:pt x="1654605" y="121477"/>
                </a:lnTo>
                <a:lnTo>
                  <a:pt x="1654447" y="121483"/>
                </a:lnTo>
                <a:lnTo>
                  <a:pt x="1654289" y="121489"/>
                </a:lnTo>
                <a:lnTo>
                  <a:pt x="1654132" y="121494"/>
                </a:lnTo>
                <a:lnTo>
                  <a:pt x="1653975" y="121497"/>
                </a:lnTo>
                <a:lnTo>
                  <a:pt x="1653819" y="121499"/>
                </a:lnTo>
                <a:lnTo>
                  <a:pt x="1653664" y="121499"/>
                </a:lnTo>
                <a:lnTo>
                  <a:pt x="1653456" y="121498"/>
                </a:lnTo>
                <a:lnTo>
                  <a:pt x="1653249" y="121494"/>
                </a:lnTo>
                <a:lnTo>
                  <a:pt x="1653044" y="121488"/>
                </a:lnTo>
                <a:lnTo>
                  <a:pt x="1652839" y="121479"/>
                </a:lnTo>
                <a:lnTo>
                  <a:pt x="1652635" y="121468"/>
                </a:lnTo>
                <a:lnTo>
                  <a:pt x="1652433" y="121454"/>
                </a:lnTo>
                <a:lnTo>
                  <a:pt x="1652232" y="121437"/>
                </a:lnTo>
                <a:lnTo>
                  <a:pt x="1652032" y="121418"/>
                </a:lnTo>
                <a:lnTo>
                  <a:pt x="1651833" y="121397"/>
                </a:lnTo>
                <a:lnTo>
                  <a:pt x="1651635" y="121373"/>
                </a:lnTo>
                <a:lnTo>
                  <a:pt x="1651438" y="121347"/>
                </a:lnTo>
                <a:lnTo>
                  <a:pt x="1651242" y="121318"/>
                </a:lnTo>
                <a:lnTo>
                  <a:pt x="1651048" y="121286"/>
                </a:lnTo>
                <a:lnTo>
                  <a:pt x="1650854" y="121252"/>
                </a:lnTo>
                <a:lnTo>
                  <a:pt x="1650662" y="121215"/>
                </a:lnTo>
                <a:lnTo>
                  <a:pt x="1650471" y="121176"/>
                </a:lnTo>
                <a:lnTo>
                  <a:pt x="1650281" y="121135"/>
                </a:lnTo>
                <a:lnTo>
                  <a:pt x="1650092" y="121091"/>
                </a:lnTo>
                <a:lnTo>
                  <a:pt x="1649904" y="121044"/>
                </a:lnTo>
                <a:lnTo>
                  <a:pt x="1649717" y="120995"/>
                </a:lnTo>
                <a:lnTo>
                  <a:pt x="1649532" y="120943"/>
                </a:lnTo>
                <a:lnTo>
                  <a:pt x="1649347" y="120889"/>
                </a:lnTo>
                <a:lnTo>
                  <a:pt x="1649164" y="120832"/>
                </a:lnTo>
                <a:lnTo>
                  <a:pt x="1648982" y="120773"/>
                </a:lnTo>
                <a:lnTo>
                  <a:pt x="1648802" y="120709"/>
                </a:lnTo>
                <a:lnTo>
                  <a:pt x="1648624" y="120641"/>
                </a:lnTo>
                <a:lnTo>
                  <a:pt x="1648450" y="120567"/>
                </a:lnTo>
                <a:lnTo>
                  <a:pt x="1648278" y="120488"/>
                </a:lnTo>
                <a:lnTo>
                  <a:pt x="1648109" y="120403"/>
                </a:lnTo>
                <a:lnTo>
                  <a:pt x="1647942" y="120313"/>
                </a:lnTo>
                <a:lnTo>
                  <a:pt x="1647779" y="120218"/>
                </a:lnTo>
                <a:lnTo>
                  <a:pt x="1647618" y="120118"/>
                </a:lnTo>
                <a:lnTo>
                  <a:pt x="1647461" y="120012"/>
                </a:lnTo>
                <a:lnTo>
                  <a:pt x="1647306" y="119900"/>
                </a:lnTo>
                <a:lnTo>
                  <a:pt x="1647153" y="119784"/>
                </a:lnTo>
                <a:lnTo>
                  <a:pt x="1647004" y="119662"/>
                </a:lnTo>
                <a:lnTo>
                  <a:pt x="1646857" y="119535"/>
                </a:lnTo>
                <a:lnTo>
                  <a:pt x="1646714" y="119402"/>
                </a:lnTo>
                <a:lnTo>
                  <a:pt x="1646573" y="119264"/>
                </a:lnTo>
                <a:lnTo>
                  <a:pt x="1646434" y="119121"/>
                </a:lnTo>
                <a:lnTo>
                  <a:pt x="1646299" y="118972"/>
                </a:lnTo>
                <a:lnTo>
                  <a:pt x="1646166" y="118819"/>
                </a:lnTo>
                <a:lnTo>
                  <a:pt x="1646037" y="118659"/>
                </a:lnTo>
                <a:lnTo>
                  <a:pt x="1645910" y="118495"/>
                </a:lnTo>
                <a:lnTo>
                  <a:pt x="1645785" y="118325"/>
                </a:lnTo>
                <a:lnTo>
                  <a:pt x="1645664" y="118150"/>
                </a:lnTo>
                <a:lnTo>
                  <a:pt x="1645545" y="117969"/>
                </a:lnTo>
                <a:lnTo>
                  <a:pt x="1645430" y="117783"/>
                </a:lnTo>
                <a:lnTo>
                  <a:pt x="1645318" y="117591"/>
                </a:lnTo>
                <a:lnTo>
                  <a:pt x="1645211" y="117391"/>
                </a:lnTo>
                <a:lnTo>
                  <a:pt x="1645108" y="117183"/>
                </a:lnTo>
                <a:lnTo>
                  <a:pt x="1645010" y="116968"/>
                </a:lnTo>
                <a:lnTo>
                  <a:pt x="1644917" y="116746"/>
                </a:lnTo>
                <a:lnTo>
                  <a:pt x="1644829" y="116515"/>
                </a:lnTo>
                <a:lnTo>
                  <a:pt x="1644746" y="116278"/>
                </a:lnTo>
                <a:lnTo>
                  <a:pt x="1644667" y="116032"/>
                </a:lnTo>
                <a:lnTo>
                  <a:pt x="1644593" y="115779"/>
                </a:lnTo>
                <a:lnTo>
                  <a:pt x="1644524" y="115519"/>
                </a:lnTo>
                <a:lnTo>
                  <a:pt x="1644460" y="115251"/>
                </a:lnTo>
                <a:lnTo>
                  <a:pt x="1644400" y="114975"/>
                </a:lnTo>
                <a:lnTo>
                  <a:pt x="1644346" y="114692"/>
                </a:lnTo>
                <a:lnTo>
                  <a:pt x="1644296" y="114401"/>
                </a:lnTo>
                <a:lnTo>
                  <a:pt x="1644250" y="114103"/>
                </a:lnTo>
                <a:lnTo>
                  <a:pt x="1644210" y="113797"/>
                </a:lnTo>
                <a:lnTo>
                  <a:pt x="1644174" y="113484"/>
                </a:lnTo>
                <a:lnTo>
                  <a:pt x="1644143" y="113163"/>
                </a:lnTo>
                <a:lnTo>
                  <a:pt x="1644117" y="112834"/>
                </a:lnTo>
                <a:lnTo>
                  <a:pt x="1644095" y="112498"/>
                </a:lnTo>
                <a:lnTo>
                  <a:pt x="1644079" y="112154"/>
                </a:lnTo>
                <a:lnTo>
                  <a:pt x="1644067" y="111803"/>
                </a:lnTo>
                <a:lnTo>
                  <a:pt x="1644060" y="111444"/>
                </a:lnTo>
                <a:lnTo>
                  <a:pt x="1644057" y="111077"/>
                </a:lnTo>
                <a:lnTo>
                  <a:pt x="1644057" y="56834"/>
                </a:lnTo>
                <a:lnTo>
                  <a:pt x="1660365" y="56834"/>
                </a:lnTo>
                <a:lnTo>
                  <a:pt x="1660365" y="45370"/>
                </a:lnTo>
                <a:lnTo>
                  <a:pt x="1644057" y="45370"/>
                </a:lnTo>
                <a:lnTo>
                  <a:pt x="1644057" y="24058"/>
                </a:lnTo>
                <a:lnTo>
                  <a:pt x="1629122" y="24058"/>
                </a:lnTo>
                <a:lnTo>
                  <a:pt x="1629122" y="45370"/>
                </a:lnTo>
                <a:lnTo>
                  <a:pt x="1613138" y="45370"/>
                </a:lnTo>
                <a:lnTo>
                  <a:pt x="1613138" y="56834"/>
                </a:lnTo>
                <a:close/>
                <a:moveTo>
                  <a:pt x="1130071" y="132721"/>
                </a:moveTo>
                <a:lnTo>
                  <a:pt x="1143795" y="132721"/>
                </a:lnTo>
                <a:lnTo>
                  <a:pt x="1143795" y="8719"/>
                </a:lnTo>
                <a:lnTo>
                  <a:pt x="1128780" y="8719"/>
                </a:lnTo>
                <a:lnTo>
                  <a:pt x="1128780" y="54102"/>
                </a:lnTo>
                <a:lnTo>
                  <a:pt x="1128733" y="54047"/>
                </a:lnTo>
                <a:lnTo>
                  <a:pt x="1128357" y="53615"/>
                </a:lnTo>
                <a:lnTo>
                  <a:pt x="1127975" y="53192"/>
                </a:lnTo>
                <a:lnTo>
                  <a:pt x="1127586" y="52779"/>
                </a:lnTo>
                <a:lnTo>
                  <a:pt x="1127190" y="52374"/>
                </a:lnTo>
                <a:lnTo>
                  <a:pt x="1126788" y="51978"/>
                </a:lnTo>
                <a:lnTo>
                  <a:pt x="1126380" y="51591"/>
                </a:lnTo>
                <a:lnTo>
                  <a:pt x="1125965" y="51213"/>
                </a:lnTo>
                <a:lnTo>
                  <a:pt x="1125544" y="50844"/>
                </a:lnTo>
                <a:lnTo>
                  <a:pt x="1125117" y="50485"/>
                </a:lnTo>
                <a:lnTo>
                  <a:pt x="1124683" y="50134"/>
                </a:lnTo>
                <a:lnTo>
                  <a:pt x="1124242" y="49792"/>
                </a:lnTo>
                <a:lnTo>
                  <a:pt x="1123795" y="49459"/>
                </a:lnTo>
                <a:lnTo>
                  <a:pt x="1123342" y="49135"/>
                </a:lnTo>
                <a:lnTo>
                  <a:pt x="1122882" y="48819"/>
                </a:lnTo>
                <a:lnTo>
                  <a:pt x="1122416" y="48513"/>
                </a:lnTo>
                <a:lnTo>
                  <a:pt x="1121943" y="48216"/>
                </a:lnTo>
                <a:lnTo>
                  <a:pt x="1121464" y="47928"/>
                </a:lnTo>
                <a:lnTo>
                  <a:pt x="1120978" y="47649"/>
                </a:lnTo>
                <a:lnTo>
                  <a:pt x="1120486" y="47379"/>
                </a:lnTo>
                <a:lnTo>
                  <a:pt x="1119987" y="47117"/>
                </a:lnTo>
                <a:lnTo>
                  <a:pt x="1119482" y="46865"/>
                </a:lnTo>
                <a:lnTo>
                  <a:pt x="1118971" y="46622"/>
                </a:lnTo>
                <a:lnTo>
                  <a:pt x="1118453" y="46388"/>
                </a:lnTo>
                <a:lnTo>
                  <a:pt x="1117927" y="46164"/>
                </a:lnTo>
                <a:lnTo>
                  <a:pt x="1117395" y="45950"/>
                </a:lnTo>
                <a:lnTo>
                  <a:pt x="1116855" y="45746"/>
                </a:lnTo>
                <a:lnTo>
                  <a:pt x="1116308" y="45552"/>
                </a:lnTo>
                <a:lnTo>
                  <a:pt x="1115754" y="45368"/>
                </a:lnTo>
                <a:lnTo>
                  <a:pt x="1115193" y="45194"/>
                </a:lnTo>
                <a:lnTo>
                  <a:pt x="1114625" y="45030"/>
                </a:lnTo>
                <a:lnTo>
                  <a:pt x="1114049" y="44875"/>
                </a:lnTo>
                <a:lnTo>
                  <a:pt x="1113467" y="44731"/>
                </a:lnTo>
                <a:lnTo>
                  <a:pt x="1112877" y="44597"/>
                </a:lnTo>
                <a:lnTo>
                  <a:pt x="1112280" y="44472"/>
                </a:lnTo>
                <a:lnTo>
                  <a:pt x="1111676" y="44358"/>
                </a:lnTo>
                <a:lnTo>
                  <a:pt x="1111065" y="44253"/>
                </a:lnTo>
                <a:lnTo>
                  <a:pt x="1110447" y="44159"/>
                </a:lnTo>
                <a:lnTo>
                  <a:pt x="1109821" y="44074"/>
                </a:lnTo>
                <a:lnTo>
                  <a:pt x="1109189" y="44000"/>
                </a:lnTo>
                <a:lnTo>
                  <a:pt x="1108549" y="43935"/>
                </a:lnTo>
                <a:lnTo>
                  <a:pt x="1107902" y="43880"/>
                </a:lnTo>
                <a:lnTo>
                  <a:pt x="1107248" y="43835"/>
                </a:lnTo>
                <a:lnTo>
                  <a:pt x="1106587" y="43801"/>
                </a:lnTo>
                <a:lnTo>
                  <a:pt x="1105919" y="43776"/>
                </a:lnTo>
                <a:lnTo>
                  <a:pt x="1105243" y="43761"/>
                </a:lnTo>
                <a:lnTo>
                  <a:pt x="1104561" y="43756"/>
                </a:lnTo>
                <a:lnTo>
                  <a:pt x="1103911" y="43761"/>
                </a:lnTo>
                <a:lnTo>
                  <a:pt x="1103266" y="43778"/>
                </a:lnTo>
                <a:lnTo>
                  <a:pt x="1102626" y="43806"/>
                </a:lnTo>
                <a:lnTo>
                  <a:pt x="1101992" y="43844"/>
                </a:lnTo>
                <a:lnTo>
                  <a:pt x="1101362" y="43894"/>
                </a:lnTo>
                <a:lnTo>
                  <a:pt x="1100738" y="43955"/>
                </a:lnTo>
                <a:lnTo>
                  <a:pt x="1100120" y="44027"/>
                </a:lnTo>
                <a:lnTo>
                  <a:pt x="1099506" y="44110"/>
                </a:lnTo>
                <a:lnTo>
                  <a:pt x="1098897" y="44204"/>
                </a:lnTo>
                <a:lnTo>
                  <a:pt x="1098294" y="44309"/>
                </a:lnTo>
                <a:lnTo>
                  <a:pt x="1097696" y="44426"/>
                </a:lnTo>
                <a:lnTo>
                  <a:pt x="1097103" y="44553"/>
                </a:lnTo>
                <a:lnTo>
                  <a:pt x="1096515" y="44691"/>
                </a:lnTo>
                <a:lnTo>
                  <a:pt x="1095933" y="44841"/>
                </a:lnTo>
                <a:lnTo>
                  <a:pt x="1095355" y="45002"/>
                </a:lnTo>
                <a:lnTo>
                  <a:pt x="1094783" y="45173"/>
                </a:lnTo>
                <a:lnTo>
                  <a:pt x="1094216" y="45356"/>
                </a:lnTo>
                <a:lnTo>
                  <a:pt x="1093654" y="45550"/>
                </a:lnTo>
                <a:lnTo>
                  <a:pt x="1093098" y="45754"/>
                </a:lnTo>
                <a:lnTo>
                  <a:pt x="1092546" y="45970"/>
                </a:lnTo>
                <a:lnTo>
                  <a:pt x="1092000" y="46197"/>
                </a:lnTo>
                <a:lnTo>
                  <a:pt x="1091459" y="46435"/>
                </a:lnTo>
                <a:lnTo>
                  <a:pt x="1090923" y="46685"/>
                </a:lnTo>
                <a:lnTo>
                  <a:pt x="1090392" y="46945"/>
                </a:lnTo>
                <a:lnTo>
                  <a:pt x="1089867" y="47215"/>
                </a:lnTo>
                <a:lnTo>
                  <a:pt x="1089348" y="47495"/>
                </a:lnTo>
                <a:lnTo>
                  <a:pt x="1088836" y="47784"/>
                </a:lnTo>
                <a:lnTo>
                  <a:pt x="1088329" y="48083"/>
                </a:lnTo>
                <a:lnTo>
                  <a:pt x="1087829" y="48391"/>
                </a:lnTo>
                <a:lnTo>
                  <a:pt x="1087335" y="48708"/>
                </a:lnTo>
                <a:lnTo>
                  <a:pt x="1086847" y="49035"/>
                </a:lnTo>
                <a:lnTo>
                  <a:pt x="1086365" y="49371"/>
                </a:lnTo>
                <a:lnTo>
                  <a:pt x="1085889" y="49717"/>
                </a:lnTo>
                <a:lnTo>
                  <a:pt x="1085420" y="50072"/>
                </a:lnTo>
                <a:lnTo>
                  <a:pt x="1084956" y="50436"/>
                </a:lnTo>
                <a:lnTo>
                  <a:pt x="1084499" y="50810"/>
                </a:lnTo>
                <a:lnTo>
                  <a:pt x="1084048" y="51193"/>
                </a:lnTo>
                <a:lnTo>
                  <a:pt x="1083603" y="51585"/>
                </a:lnTo>
                <a:lnTo>
                  <a:pt x="1083164" y="51987"/>
                </a:lnTo>
                <a:lnTo>
                  <a:pt x="1082732" y="52398"/>
                </a:lnTo>
                <a:lnTo>
                  <a:pt x="1082306" y="52819"/>
                </a:lnTo>
                <a:lnTo>
                  <a:pt x="1081885" y="53249"/>
                </a:lnTo>
                <a:lnTo>
                  <a:pt x="1081471" y="53689"/>
                </a:lnTo>
                <a:lnTo>
                  <a:pt x="1081064" y="54138"/>
                </a:lnTo>
                <a:lnTo>
                  <a:pt x="1080662" y="54596"/>
                </a:lnTo>
                <a:lnTo>
                  <a:pt x="1080266" y="55063"/>
                </a:lnTo>
                <a:lnTo>
                  <a:pt x="1079877" y="55540"/>
                </a:lnTo>
                <a:lnTo>
                  <a:pt x="1079494" y="56027"/>
                </a:lnTo>
                <a:lnTo>
                  <a:pt x="1079117" y="56522"/>
                </a:lnTo>
                <a:lnTo>
                  <a:pt x="1078748" y="57025"/>
                </a:lnTo>
                <a:lnTo>
                  <a:pt x="1078386" y="57536"/>
                </a:lnTo>
                <a:lnTo>
                  <a:pt x="1078032" y="58055"/>
                </a:lnTo>
                <a:lnTo>
                  <a:pt x="1077684" y="58582"/>
                </a:lnTo>
                <a:lnTo>
                  <a:pt x="1077344" y="59117"/>
                </a:lnTo>
                <a:lnTo>
                  <a:pt x="1077012" y="59660"/>
                </a:lnTo>
                <a:lnTo>
                  <a:pt x="1076686" y="60211"/>
                </a:lnTo>
                <a:lnTo>
                  <a:pt x="1076368" y="60770"/>
                </a:lnTo>
                <a:lnTo>
                  <a:pt x="1076057" y="61337"/>
                </a:lnTo>
                <a:lnTo>
                  <a:pt x="1075754" y="61912"/>
                </a:lnTo>
                <a:lnTo>
                  <a:pt x="1075457" y="62495"/>
                </a:lnTo>
                <a:lnTo>
                  <a:pt x="1075168" y="63086"/>
                </a:lnTo>
                <a:lnTo>
                  <a:pt x="1074887" y="63685"/>
                </a:lnTo>
                <a:lnTo>
                  <a:pt x="1074612" y="64292"/>
                </a:lnTo>
                <a:lnTo>
                  <a:pt x="1074345" y="64907"/>
                </a:lnTo>
                <a:lnTo>
                  <a:pt x="1074085" y="65530"/>
                </a:lnTo>
                <a:lnTo>
                  <a:pt x="1073833" y="66161"/>
                </a:lnTo>
                <a:lnTo>
                  <a:pt x="1073587" y="66800"/>
                </a:lnTo>
                <a:lnTo>
                  <a:pt x="1073349" y="67447"/>
                </a:lnTo>
                <a:lnTo>
                  <a:pt x="1073119" y="68102"/>
                </a:lnTo>
                <a:lnTo>
                  <a:pt x="1072895" y="68765"/>
                </a:lnTo>
                <a:lnTo>
                  <a:pt x="1072679" y="69435"/>
                </a:lnTo>
                <a:lnTo>
                  <a:pt x="1072470" y="70114"/>
                </a:lnTo>
                <a:lnTo>
                  <a:pt x="1072269" y="70800"/>
                </a:lnTo>
                <a:lnTo>
                  <a:pt x="1072077" y="71493"/>
                </a:lnTo>
                <a:lnTo>
                  <a:pt x="1071893" y="72191"/>
                </a:lnTo>
                <a:lnTo>
                  <a:pt x="1071718" y="72896"/>
                </a:lnTo>
                <a:lnTo>
                  <a:pt x="1071551" y="73607"/>
                </a:lnTo>
                <a:lnTo>
                  <a:pt x="1071393" y="74325"/>
                </a:lnTo>
                <a:lnTo>
                  <a:pt x="1071243" y="75049"/>
                </a:lnTo>
                <a:lnTo>
                  <a:pt x="1071102" y="75779"/>
                </a:lnTo>
                <a:lnTo>
                  <a:pt x="1070970" y="76515"/>
                </a:lnTo>
                <a:lnTo>
                  <a:pt x="1070846" y="77258"/>
                </a:lnTo>
                <a:lnTo>
                  <a:pt x="1070730" y="78007"/>
                </a:lnTo>
                <a:lnTo>
                  <a:pt x="1070623" y="78763"/>
                </a:lnTo>
                <a:lnTo>
                  <a:pt x="1070525" y="79524"/>
                </a:lnTo>
                <a:lnTo>
                  <a:pt x="1070435" y="80292"/>
                </a:lnTo>
                <a:lnTo>
                  <a:pt x="1070354" y="81067"/>
                </a:lnTo>
                <a:lnTo>
                  <a:pt x="1070282" y="81847"/>
                </a:lnTo>
                <a:lnTo>
                  <a:pt x="1070217" y="82634"/>
                </a:lnTo>
                <a:lnTo>
                  <a:pt x="1070162" y="83427"/>
                </a:lnTo>
                <a:lnTo>
                  <a:pt x="1070115" y="84227"/>
                </a:lnTo>
                <a:lnTo>
                  <a:pt x="1070076" y="85033"/>
                </a:lnTo>
                <a:lnTo>
                  <a:pt x="1070046" y="85845"/>
                </a:lnTo>
                <a:lnTo>
                  <a:pt x="1070025" y="86663"/>
                </a:lnTo>
                <a:lnTo>
                  <a:pt x="1070012" y="87488"/>
                </a:lnTo>
                <a:lnTo>
                  <a:pt x="1070008" y="88319"/>
                </a:lnTo>
                <a:lnTo>
                  <a:pt x="1070008" y="90014"/>
                </a:lnTo>
                <a:lnTo>
                  <a:pt x="1070012" y="90806"/>
                </a:lnTo>
                <a:lnTo>
                  <a:pt x="1070025" y="91592"/>
                </a:lnTo>
                <a:lnTo>
                  <a:pt x="1070046" y="92374"/>
                </a:lnTo>
                <a:lnTo>
                  <a:pt x="1070076" y="93151"/>
                </a:lnTo>
                <a:lnTo>
                  <a:pt x="1070115" y="93922"/>
                </a:lnTo>
                <a:lnTo>
                  <a:pt x="1070162" y="94689"/>
                </a:lnTo>
                <a:lnTo>
                  <a:pt x="1070217" y="95451"/>
                </a:lnTo>
                <a:lnTo>
                  <a:pt x="1070282" y="96208"/>
                </a:lnTo>
                <a:lnTo>
                  <a:pt x="1070354" y="96960"/>
                </a:lnTo>
                <a:lnTo>
                  <a:pt x="1070435" y="97708"/>
                </a:lnTo>
                <a:lnTo>
                  <a:pt x="1070525" y="98450"/>
                </a:lnTo>
                <a:lnTo>
                  <a:pt x="1070623" y="99187"/>
                </a:lnTo>
                <a:lnTo>
                  <a:pt x="1070730" y="99920"/>
                </a:lnTo>
                <a:lnTo>
                  <a:pt x="1070846" y="100648"/>
                </a:lnTo>
                <a:lnTo>
                  <a:pt x="1070970" y="101370"/>
                </a:lnTo>
                <a:lnTo>
                  <a:pt x="1071102" y="102088"/>
                </a:lnTo>
                <a:lnTo>
                  <a:pt x="1071243" y="102801"/>
                </a:lnTo>
                <a:lnTo>
                  <a:pt x="1071393" y="103509"/>
                </a:lnTo>
                <a:lnTo>
                  <a:pt x="1071551" y="104212"/>
                </a:lnTo>
                <a:lnTo>
                  <a:pt x="1071718" y="104910"/>
                </a:lnTo>
                <a:lnTo>
                  <a:pt x="1071893" y="105604"/>
                </a:lnTo>
                <a:lnTo>
                  <a:pt x="1072077" y="106292"/>
                </a:lnTo>
                <a:lnTo>
                  <a:pt x="1072269" y="106975"/>
                </a:lnTo>
                <a:lnTo>
                  <a:pt x="1072470" y="107654"/>
                </a:lnTo>
                <a:lnTo>
                  <a:pt x="1072679" y="108326"/>
                </a:lnTo>
                <a:lnTo>
                  <a:pt x="1072895" y="108991"/>
                </a:lnTo>
                <a:lnTo>
                  <a:pt x="1073119" y="109649"/>
                </a:lnTo>
                <a:lnTo>
                  <a:pt x="1073349" y="110299"/>
                </a:lnTo>
                <a:lnTo>
                  <a:pt x="1073587" y="110942"/>
                </a:lnTo>
                <a:lnTo>
                  <a:pt x="1073833" y="111577"/>
                </a:lnTo>
                <a:lnTo>
                  <a:pt x="1074085" y="112205"/>
                </a:lnTo>
                <a:lnTo>
                  <a:pt x="1074345" y="112825"/>
                </a:lnTo>
                <a:lnTo>
                  <a:pt x="1074612" y="113438"/>
                </a:lnTo>
                <a:lnTo>
                  <a:pt x="1074887" y="114044"/>
                </a:lnTo>
                <a:lnTo>
                  <a:pt x="1075168" y="114642"/>
                </a:lnTo>
                <a:lnTo>
                  <a:pt x="1075457" y="115233"/>
                </a:lnTo>
                <a:lnTo>
                  <a:pt x="1075754" y="115816"/>
                </a:lnTo>
                <a:lnTo>
                  <a:pt x="1076057" y="116392"/>
                </a:lnTo>
                <a:lnTo>
                  <a:pt x="1076368" y="116960"/>
                </a:lnTo>
                <a:lnTo>
                  <a:pt x="1076686" y="117521"/>
                </a:lnTo>
                <a:lnTo>
                  <a:pt x="1077012" y="118075"/>
                </a:lnTo>
                <a:lnTo>
                  <a:pt x="1077344" y="118621"/>
                </a:lnTo>
                <a:lnTo>
                  <a:pt x="1077684" y="119159"/>
                </a:lnTo>
                <a:lnTo>
                  <a:pt x="1078032" y="119691"/>
                </a:lnTo>
                <a:lnTo>
                  <a:pt x="1078386" y="120214"/>
                </a:lnTo>
                <a:lnTo>
                  <a:pt x="1078748" y="120731"/>
                </a:lnTo>
                <a:lnTo>
                  <a:pt x="1079117" y="121240"/>
                </a:lnTo>
                <a:lnTo>
                  <a:pt x="1079494" y="121741"/>
                </a:lnTo>
                <a:lnTo>
                  <a:pt x="1079877" y="122235"/>
                </a:lnTo>
                <a:lnTo>
                  <a:pt x="1080266" y="122719"/>
                </a:lnTo>
                <a:lnTo>
                  <a:pt x="1080662" y="123193"/>
                </a:lnTo>
                <a:lnTo>
                  <a:pt x="1081064" y="123659"/>
                </a:lnTo>
                <a:lnTo>
                  <a:pt x="1081471" y="124115"/>
                </a:lnTo>
                <a:lnTo>
                  <a:pt x="1081885" y="124562"/>
                </a:lnTo>
                <a:lnTo>
                  <a:pt x="1082306" y="125000"/>
                </a:lnTo>
                <a:lnTo>
                  <a:pt x="1082732" y="125428"/>
                </a:lnTo>
                <a:lnTo>
                  <a:pt x="1083164" y="125847"/>
                </a:lnTo>
                <a:lnTo>
                  <a:pt x="1083603" y="126257"/>
                </a:lnTo>
                <a:lnTo>
                  <a:pt x="1084048" y="126658"/>
                </a:lnTo>
                <a:lnTo>
                  <a:pt x="1084499" y="127049"/>
                </a:lnTo>
                <a:lnTo>
                  <a:pt x="1084956" y="127432"/>
                </a:lnTo>
                <a:lnTo>
                  <a:pt x="1085420" y="127805"/>
                </a:lnTo>
                <a:lnTo>
                  <a:pt x="1085889" y="128168"/>
                </a:lnTo>
                <a:lnTo>
                  <a:pt x="1086365" y="128523"/>
                </a:lnTo>
                <a:lnTo>
                  <a:pt x="1086847" y="128868"/>
                </a:lnTo>
                <a:lnTo>
                  <a:pt x="1087335" y="129204"/>
                </a:lnTo>
                <a:lnTo>
                  <a:pt x="1087829" y="129531"/>
                </a:lnTo>
                <a:lnTo>
                  <a:pt x="1088329" y="129848"/>
                </a:lnTo>
                <a:lnTo>
                  <a:pt x="1088836" y="130156"/>
                </a:lnTo>
                <a:lnTo>
                  <a:pt x="1089348" y="130455"/>
                </a:lnTo>
                <a:lnTo>
                  <a:pt x="1089867" y="130745"/>
                </a:lnTo>
                <a:lnTo>
                  <a:pt x="1090392" y="131025"/>
                </a:lnTo>
                <a:lnTo>
                  <a:pt x="1090923" y="131295"/>
                </a:lnTo>
                <a:lnTo>
                  <a:pt x="1091458" y="131554"/>
                </a:lnTo>
                <a:lnTo>
                  <a:pt x="1091997" y="131801"/>
                </a:lnTo>
                <a:lnTo>
                  <a:pt x="1092542" y="132037"/>
                </a:lnTo>
                <a:lnTo>
                  <a:pt x="1093091" y="132261"/>
                </a:lnTo>
                <a:lnTo>
                  <a:pt x="1093644" y="132473"/>
                </a:lnTo>
                <a:lnTo>
                  <a:pt x="1094202" y="132675"/>
                </a:lnTo>
                <a:lnTo>
                  <a:pt x="1094765" y="132864"/>
                </a:lnTo>
                <a:lnTo>
                  <a:pt x="1095333" y="133042"/>
                </a:lnTo>
                <a:lnTo>
                  <a:pt x="1095905" y="133209"/>
                </a:lnTo>
                <a:lnTo>
                  <a:pt x="1096481" y="133364"/>
                </a:lnTo>
                <a:lnTo>
                  <a:pt x="1097063" y="133508"/>
                </a:lnTo>
                <a:lnTo>
                  <a:pt x="1097649" y="133640"/>
                </a:lnTo>
                <a:lnTo>
                  <a:pt x="1098239" y="133761"/>
                </a:lnTo>
                <a:lnTo>
                  <a:pt x="1098834" y="133870"/>
                </a:lnTo>
                <a:lnTo>
                  <a:pt x="1099434" y="133968"/>
                </a:lnTo>
                <a:lnTo>
                  <a:pt x="1100039" y="134054"/>
                </a:lnTo>
                <a:lnTo>
                  <a:pt x="1100648" y="134128"/>
                </a:lnTo>
                <a:lnTo>
                  <a:pt x="1101261" y="134192"/>
                </a:lnTo>
                <a:lnTo>
                  <a:pt x="1101880" y="134243"/>
                </a:lnTo>
                <a:lnTo>
                  <a:pt x="1102503" y="134284"/>
                </a:lnTo>
                <a:lnTo>
                  <a:pt x="1103130" y="134312"/>
                </a:lnTo>
                <a:lnTo>
                  <a:pt x="1103762" y="134330"/>
                </a:lnTo>
                <a:lnTo>
                  <a:pt x="1104399" y="134335"/>
                </a:lnTo>
                <a:lnTo>
                  <a:pt x="1105088" y="134330"/>
                </a:lnTo>
                <a:lnTo>
                  <a:pt x="1105770" y="134315"/>
                </a:lnTo>
                <a:lnTo>
                  <a:pt x="1106445" y="134291"/>
                </a:lnTo>
                <a:lnTo>
                  <a:pt x="1107113" y="134256"/>
                </a:lnTo>
                <a:lnTo>
                  <a:pt x="1107773" y="134211"/>
                </a:lnTo>
                <a:lnTo>
                  <a:pt x="1108425" y="134156"/>
                </a:lnTo>
                <a:lnTo>
                  <a:pt x="1109071" y="134092"/>
                </a:lnTo>
                <a:lnTo>
                  <a:pt x="1109709" y="134017"/>
                </a:lnTo>
                <a:lnTo>
                  <a:pt x="1110340" y="133932"/>
                </a:lnTo>
                <a:lnTo>
                  <a:pt x="1110964" y="133838"/>
                </a:lnTo>
                <a:lnTo>
                  <a:pt x="1111580" y="133733"/>
                </a:lnTo>
                <a:lnTo>
                  <a:pt x="1112190" y="133619"/>
                </a:lnTo>
                <a:lnTo>
                  <a:pt x="1112791" y="133494"/>
                </a:lnTo>
                <a:lnTo>
                  <a:pt x="1113386" y="133360"/>
                </a:lnTo>
                <a:lnTo>
                  <a:pt x="1113973" y="133216"/>
                </a:lnTo>
                <a:lnTo>
                  <a:pt x="1114553" y="133062"/>
                </a:lnTo>
                <a:lnTo>
                  <a:pt x="1115126" y="132897"/>
                </a:lnTo>
                <a:lnTo>
                  <a:pt x="1115691" y="132723"/>
                </a:lnTo>
                <a:lnTo>
                  <a:pt x="1116249" y="132539"/>
                </a:lnTo>
                <a:lnTo>
                  <a:pt x="1116800" y="132345"/>
                </a:lnTo>
                <a:lnTo>
                  <a:pt x="1117344" y="132141"/>
                </a:lnTo>
                <a:lnTo>
                  <a:pt x="1117880" y="131927"/>
                </a:lnTo>
                <a:lnTo>
                  <a:pt x="1118409" y="131703"/>
                </a:lnTo>
                <a:lnTo>
                  <a:pt x="1118931" y="131469"/>
                </a:lnTo>
                <a:lnTo>
                  <a:pt x="1119445" y="131226"/>
                </a:lnTo>
                <a:lnTo>
                  <a:pt x="1119953" y="130974"/>
                </a:lnTo>
                <a:lnTo>
                  <a:pt x="1120455" y="130713"/>
                </a:lnTo>
                <a:lnTo>
                  <a:pt x="1120950" y="130443"/>
                </a:lnTo>
                <a:lnTo>
                  <a:pt x="1121438" y="130165"/>
                </a:lnTo>
                <a:lnTo>
                  <a:pt x="1121920" y="129878"/>
                </a:lnTo>
                <a:lnTo>
                  <a:pt x="1122395" y="129581"/>
                </a:lnTo>
                <a:lnTo>
                  <a:pt x="1122864" y="129276"/>
                </a:lnTo>
                <a:lnTo>
                  <a:pt x="1123326" y="128962"/>
                </a:lnTo>
                <a:lnTo>
                  <a:pt x="1123781" y="128640"/>
                </a:lnTo>
                <a:lnTo>
                  <a:pt x="1124230" y="128308"/>
                </a:lnTo>
                <a:lnTo>
                  <a:pt x="1124672" y="127968"/>
                </a:lnTo>
                <a:lnTo>
                  <a:pt x="1125108" y="127619"/>
                </a:lnTo>
                <a:lnTo>
                  <a:pt x="1125537" y="127260"/>
                </a:lnTo>
                <a:lnTo>
                  <a:pt x="1125960" y="126894"/>
                </a:lnTo>
                <a:lnTo>
                  <a:pt x="1126376" y="126518"/>
                </a:lnTo>
                <a:lnTo>
                  <a:pt x="1126785" y="126133"/>
                </a:lnTo>
                <a:lnTo>
                  <a:pt x="1127188" y="125740"/>
                </a:lnTo>
                <a:lnTo>
                  <a:pt x="1127584" y="125338"/>
                </a:lnTo>
                <a:lnTo>
                  <a:pt x="1127973" y="124927"/>
                </a:lnTo>
                <a:lnTo>
                  <a:pt x="1128356" y="124507"/>
                </a:lnTo>
                <a:lnTo>
                  <a:pt x="1128733" y="124078"/>
                </a:lnTo>
                <a:lnTo>
                  <a:pt x="1129103" y="123641"/>
                </a:lnTo>
                <a:lnTo>
                  <a:pt x="1129356" y="123330"/>
                </a:lnTo>
                <a:lnTo>
                  <a:pt x="1130071" y="132721"/>
                </a:lnTo>
                <a:close/>
                <a:moveTo>
                  <a:pt x="1128053" y="110197"/>
                </a:moveTo>
                <a:lnTo>
                  <a:pt x="1127808" y="110624"/>
                </a:lnTo>
                <a:lnTo>
                  <a:pt x="1127556" y="111044"/>
                </a:lnTo>
                <a:lnTo>
                  <a:pt x="1127297" y="111457"/>
                </a:lnTo>
                <a:lnTo>
                  <a:pt x="1127032" y="111863"/>
                </a:lnTo>
                <a:lnTo>
                  <a:pt x="1126760" y="112262"/>
                </a:lnTo>
                <a:lnTo>
                  <a:pt x="1126481" y="112654"/>
                </a:lnTo>
                <a:lnTo>
                  <a:pt x="1126196" y="113039"/>
                </a:lnTo>
                <a:lnTo>
                  <a:pt x="1125905" y="113417"/>
                </a:lnTo>
                <a:lnTo>
                  <a:pt x="1125607" y="113788"/>
                </a:lnTo>
                <a:lnTo>
                  <a:pt x="1125302" y="114152"/>
                </a:lnTo>
                <a:lnTo>
                  <a:pt x="1124990" y="114509"/>
                </a:lnTo>
                <a:lnTo>
                  <a:pt x="1124672" y="114859"/>
                </a:lnTo>
                <a:lnTo>
                  <a:pt x="1124348" y="115202"/>
                </a:lnTo>
                <a:lnTo>
                  <a:pt x="1124017" y="115538"/>
                </a:lnTo>
                <a:lnTo>
                  <a:pt x="1123679" y="115867"/>
                </a:lnTo>
                <a:lnTo>
                  <a:pt x="1123335" y="116189"/>
                </a:lnTo>
                <a:lnTo>
                  <a:pt x="1122984" y="116504"/>
                </a:lnTo>
                <a:lnTo>
                  <a:pt x="1122626" y="116812"/>
                </a:lnTo>
                <a:lnTo>
                  <a:pt x="1122262" y="117113"/>
                </a:lnTo>
                <a:lnTo>
                  <a:pt x="1121892" y="117407"/>
                </a:lnTo>
                <a:lnTo>
                  <a:pt x="1121515" y="117694"/>
                </a:lnTo>
                <a:lnTo>
                  <a:pt x="1121131" y="117973"/>
                </a:lnTo>
                <a:lnTo>
                  <a:pt x="1120740" y="118246"/>
                </a:lnTo>
                <a:lnTo>
                  <a:pt x="1120343" y="118512"/>
                </a:lnTo>
                <a:lnTo>
                  <a:pt x="1119938" y="118769"/>
                </a:lnTo>
                <a:lnTo>
                  <a:pt x="1119525" y="119015"/>
                </a:lnTo>
                <a:lnTo>
                  <a:pt x="1119101" y="119250"/>
                </a:lnTo>
                <a:lnTo>
                  <a:pt x="1118669" y="119474"/>
                </a:lnTo>
                <a:lnTo>
                  <a:pt x="1118228" y="119687"/>
                </a:lnTo>
                <a:lnTo>
                  <a:pt x="1117778" y="119890"/>
                </a:lnTo>
                <a:lnTo>
                  <a:pt x="1117318" y="120081"/>
                </a:lnTo>
                <a:lnTo>
                  <a:pt x="1116849" y="120261"/>
                </a:lnTo>
                <a:lnTo>
                  <a:pt x="1116372" y="120431"/>
                </a:lnTo>
                <a:lnTo>
                  <a:pt x="1115885" y="120589"/>
                </a:lnTo>
                <a:lnTo>
                  <a:pt x="1115389" y="120737"/>
                </a:lnTo>
                <a:lnTo>
                  <a:pt x="1114884" y="120874"/>
                </a:lnTo>
                <a:lnTo>
                  <a:pt x="1114370" y="120999"/>
                </a:lnTo>
                <a:lnTo>
                  <a:pt x="1113846" y="121114"/>
                </a:lnTo>
                <a:lnTo>
                  <a:pt x="1113314" y="121218"/>
                </a:lnTo>
                <a:lnTo>
                  <a:pt x="1112773" y="121311"/>
                </a:lnTo>
                <a:lnTo>
                  <a:pt x="1112222" y="121393"/>
                </a:lnTo>
                <a:lnTo>
                  <a:pt x="1111662" y="121464"/>
                </a:lnTo>
                <a:lnTo>
                  <a:pt x="1111093" y="121524"/>
                </a:lnTo>
                <a:lnTo>
                  <a:pt x="1110516" y="121573"/>
                </a:lnTo>
                <a:lnTo>
                  <a:pt x="1109928" y="121611"/>
                </a:lnTo>
                <a:lnTo>
                  <a:pt x="1109332" y="121639"/>
                </a:lnTo>
                <a:lnTo>
                  <a:pt x="1108727" y="121655"/>
                </a:lnTo>
                <a:lnTo>
                  <a:pt x="1108113" y="121661"/>
                </a:lnTo>
                <a:lnTo>
                  <a:pt x="1107611" y="121656"/>
                </a:lnTo>
                <a:lnTo>
                  <a:pt x="1107115" y="121644"/>
                </a:lnTo>
                <a:lnTo>
                  <a:pt x="1106625" y="121622"/>
                </a:lnTo>
                <a:lnTo>
                  <a:pt x="1106141" y="121592"/>
                </a:lnTo>
                <a:lnTo>
                  <a:pt x="1105663" y="121554"/>
                </a:lnTo>
                <a:lnTo>
                  <a:pt x="1105191" y="121507"/>
                </a:lnTo>
                <a:lnTo>
                  <a:pt x="1104725" y="121451"/>
                </a:lnTo>
                <a:lnTo>
                  <a:pt x="1104265" y="121387"/>
                </a:lnTo>
                <a:lnTo>
                  <a:pt x="1103810" y="121314"/>
                </a:lnTo>
                <a:lnTo>
                  <a:pt x="1103361" y="121233"/>
                </a:lnTo>
                <a:lnTo>
                  <a:pt x="1102919" y="121143"/>
                </a:lnTo>
                <a:lnTo>
                  <a:pt x="1102482" y="121045"/>
                </a:lnTo>
                <a:lnTo>
                  <a:pt x="1102051" y="120938"/>
                </a:lnTo>
                <a:lnTo>
                  <a:pt x="1101626" y="120823"/>
                </a:lnTo>
                <a:lnTo>
                  <a:pt x="1101206" y="120699"/>
                </a:lnTo>
                <a:lnTo>
                  <a:pt x="1100793" y="120566"/>
                </a:lnTo>
                <a:lnTo>
                  <a:pt x="1100386" y="120425"/>
                </a:lnTo>
                <a:lnTo>
                  <a:pt x="1099984" y="120276"/>
                </a:lnTo>
                <a:lnTo>
                  <a:pt x="1099588" y="120117"/>
                </a:lnTo>
                <a:lnTo>
                  <a:pt x="1099199" y="119951"/>
                </a:lnTo>
                <a:lnTo>
                  <a:pt x="1098815" y="119775"/>
                </a:lnTo>
                <a:lnTo>
                  <a:pt x="1098437" y="119592"/>
                </a:lnTo>
                <a:lnTo>
                  <a:pt x="1098065" y="119399"/>
                </a:lnTo>
                <a:lnTo>
                  <a:pt x="1097698" y="119198"/>
                </a:lnTo>
                <a:lnTo>
                  <a:pt x="1097338" y="118990"/>
                </a:lnTo>
                <a:lnTo>
                  <a:pt x="1096983" y="118775"/>
                </a:lnTo>
                <a:lnTo>
                  <a:pt x="1096633" y="118553"/>
                </a:lnTo>
                <a:lnTo>
                  <a:pt x="1096288" y="118325"/>
                </a:lnTo>
                <a:lnTo>
                  <a:pt x="1095949" y="118090"/>
                </a:lnTo>
                <a:lnTo>
                  <a:pt x="1095615" y="117849"/>
                </a:lnTo>
                <a:lnTo>
                  <a:pt x="1095286" y="117601"/>
                </a:lnTo>
                <a:lnTo>
                  <a:pt x="1094963" y="117346"/>
                </a:lnTo>
                <a:lnTo>
                  <a:pt x="1094645" y="117085"/>
                </a:lnTo>
                <a:lnTo>
                  <a:pt x="1094332" y="116817"/>
                </a:lnTo>
                <a:lnTo>
                  <a:pt x="1094025" y="116543"/>
                </a:lnTo>
                <a:lnTo>
                  <a:pt x="1093722" y="116262"/>
                </a:lnTo>
                <a:lnTo>
                  <a:pt x="1093426" y="115974"/>
                </a:lnTo>
                <a:lnTo>
                  <a:pt x="1093134" y="115680"/>
                </a:lnTo>
                <a:lnTo>
                  <a:pt x="1092848" y="115379"/>
                </a:lnTo>
                <a:lnTo>
                  <a:pt x="1092568" y="115072"/>
                </a:lnTo>
                <a:lnTo>
                  <a:pt x="1092292" y="114758"/>
                </a:lnTo>
                <a:lnTo>
                  <a:pt x="1092022" y="114438"/>
                </a:lnTo>
                <a:lnTo>
                  <a:pt x="1091757" y="114111"/>
                </a:lnTo>
                <a:lnTo>
                  <a:pt x="1091498" y="113777"/>
                </a:lnTo>
                <a:lnTo>
                  <a:pt x="1091244" y="113437"/>
                </a:lnTo>
                <a:lnTo>
                  <a:pt x="1090995" y="113090"/>
                </a:lnTo>
                <a:lnTo>
                  <a:pt x="1090752" y="112737"/>
                </a:lnTo>
                <a:lnTo>
                  <a:pt x="1090513" y="112377"/>
                </a:lnTo>
                <a:lnTo>
                  <a:pt x="1090281" y="112011"/>
                </a:lnTo>
                <a:lnTo>
                  <a:pt x="1090053" y="111641"/>
                </a:lnTo>
                <a:lnTo>
                  <a:pt x="1089830" y="111265"/>
                </a:lnTo>
                <a:lnTo>
                  <a:pt x="1089613" y="110885"/>
                </a:lnTo>
                <a:lnTo>
                  <a:pt x="1089401" y="110501"/>
                </a:lnTo>
                <a:lnTo>
                  <a:pt x="1089194" y="110111"/>
                </a:lnTo>
                <a:lnTo>
                  <a:pt x="1088992" y="109717"/>
                </a:lnTo>
                <a:lnTo>
                  <a:pt x="1088796" y="109318"/>
                </a:lnTo>
                <a:lnTo>
                  <a:pt x="1088604" y="108914"/>
                </a:lnTo>
                <a:lnTo>
                  <a:pt x="1088418" y="108506"/>
                </a:lnTo>
                <a:lnTo>
                  <a:pt x="1088237" y="108092"/>
                </a:lnTo>
                <a:lnTo>
                  <a:pt x="1088061" y="107674"/>
                </a:lnTo>
                <a:lnTo>
                  <a:pt x="1087891" y="107251"/>
                </a:lnTo>
                <a:lnTo>
                  <a:pt x="1087725" y="106824"/>
                </a:lnTo>
                <a:lnTo>
                  <a:pt x="1087565" y="106391"/>
                </a:lnTo>
                <a:lnTo>
                  <a:pt x="1087410" y="105954"/>
                </a:lnTo>
                <a:lnTo>
                  <a:pt x="1087260" y="105512"/>
                </a:lnTo>
                <a:lnTo>
                  <a:pt x="1087115" y="105066"/>
                </a:lnTo>
                <a:lnTo>
                  <a:pt x="1086976" y="104614"/>
                </a:lnTo>
                <a:lnTo>
                  <a:pt x="1086841" y="104158"/>
                </a:lnTo>
                <a:lnTo>
                  <a:pt x="1086712" y="103697"/>
                </a:lnTo>
                <a:lnTo>
                  <a:pt x="1086588" y="103231"/>
                </a:lnTo>
                <a:lnTo>
                  <a:pt x="1086469" y="102761"/>
                </a:lnTo>
                <a:lnTo>
                  <a:pt x="1086356" y="102285"/>
                </a:lnTo>
                <a:lnTo>
                  <a:pt x="1086247" y="101806"/>
                </a:lnTo>
                <a:lnTo>
                  <a:pt x="1086143" y="101324"/>
                </a:lnTo>
                <a:lnTo>
                  <a:pt x="1086044" y="100840"/>
                </a:lnTo>
                <a:lnTo>
                  <a:pt x="1085949" y="100352"/>
                </a:lnTo>
                <a:lnTo>
                  <a:pt x="1085859" y="99862"/>
                </a:lnTo>
                <a:lnTo>
                  <a:pt x="1085773" y="99369"/>
                </a:lnTo>
                <a:lnTo>
                  <a:pt x="1085692" y="98873"/>
                </a:lnTo>
                <a:lnTo>
                  <a:pt x="1085616" y="98374"/>
                </a:lnTo>
                <a:lnTo>
                  <a:pt x="1085544" y="97873"/>
                </a:lnTo>
                <a:lnTo>
                  <a:pt x="1085477" y="97369"/>
                </a:lnTo>
                <a:lnTo>
                  <a:pt x="1085415" y="96862"/>
                </a:lnTo>
                <a:lnTo>
                  <a:pt x="1085357" y="96352"/>
                </a:lnTo>
                <a:lnTo>
                  <a:pt x="1085304" y="95839"/>
                </a:lnTo>
                <a:lnTo>
                  <a:pt x="1085255" y="95324"/>
                </a:lnTo>
                <a:lnTo>
                  <a:pt x="1085211" y="94805"/>
                </a:lnTo>
                <a:lnTo>
                  <a:pt x="1085172" y="94284"/>
                </a:lnTo>
                <a:lnTo>
                  <a:pt x="1085137" y="93760"/>
                </a:lnTo>
                <a:lnTo>
                  <a:pt x="1085107" y="93233"/>
                </a:lnTo>
                <a:lnTo>
                  <a:pt x="1085082" y="92704"/>
                </a:lnTo>
                <a:lnTo>
                  <a:pt x="1085061" y="92172"/>
                </a:lnTo>
                <a:lnTo>
                  <a:pt x="1085045" y="91637"/>
                </a:lnTo>
                <a:lnTo>
                  <a:pt x="1085033" y="91099"/>
                </a:lnTo>
                <a:lnTo>
                  <a:pt x="1085026" y="90558"/>
                </a:lnTo>
                <a:lnTo>
                  <a:pt x="1085024" y="90014"/>
                </a:lnTo>
                <a:lnTo>
                  <a:pt x="1085024" y="88319"/>
                </a:lnTo>
                <a:lnTo>
                  <a:pt x="1085026" y="87775"/>
                </a:lnTo>
                <a:lnTo>
                  <a:pt x="1085033" y="87234"/>
                </a:lnTo>
                <a:lnTo>
                  <a:pt x="1085045" y="86696"/>
                </a:lnTo>
                <a:lnTo>
                  <a:pt x="1085061" y="86161"/>
                </a:lnTo>
                <a:lnTo>
                  <a:pt x="1085082" y="85628"/>
                </a:lnTo>
                <a:lnTo>
                  <a:pt x="1085107" y="85097"/>
                </a:lnTo>
                <a:lnTo>
                  <a:pt x="1085137" y="84570"/>
                </a:lnTo>
                <a:lnTo>
                  <a:pt x="1085172" y="84045"/>
                </a:lnTo>
                <a:lnTo>
                  <a:pt x="1085211" y="83523"/>
                </a:lnTo>
                <a:lnTo>
                  <a:pt x="1085255" y="83003"/>
                </a:lnTo>
                <a:lnTo>
                  <a:pt x="1085304" y="82486"/>
                </a:lnTo>
                <a:lnTo>
                  <a:pt x="1085357" y="81972"/>
                </a:lnTo>
                <a:lnTo>
                  <a:pt x="1085415" y="81460"/>
                </a:lnTo>
                <a:lnTo>
                  <a:pt x="1085477" y="80951"/>
                </a:lnTo>
                <a:lnTo>
                  <a:pt x="1085544" y="80445"/>
                </a:lnTo>
                <a:lnTo>
                  <a:pt x="1085616" y="79941"/>
                </a:lnTo>
                <a:lnTo>
                  <a:pt x="1085692" y="79440"/>
                </a:lnTo>
                <a:lnTo>
                  <a:pt x="1085773" y="78942"/>
                </a:lnTo>
                <a:lnTo>
                  <a:pt x="1085859" y="78446"/>
                </a:lnTo>
                <a:lnTo>
                  <a:pt x="1085949" y="77953"/>
                </a:lnTo>
                <a:lnTo>
                  <a:pt x="1086044" y="77463"/>
                </a:lnTo>
                <a:lnTo>
                  <a:pt x="1086143" y="76975"/>
                </a:lnTo>
                <a:lnTo>
                  <a:pt x="1086247" y="76490"/>
                </a:lnTo>
                <a:lnTo>
                  <a:pt x="1086356" y="76008"/>
                </a:lnTo>
                <a:lnTo>
                  <a:pt x="1086469" y="75529"/>
                </a:lnTo>
                <a:lnTo>
                  <a:pt x="1086588" y="75055"/>
                </a:lnTo>
                <a:lnTo>
                  <a:pt x="1086712" y="74586"/>
                </a:lnTo>
                <a:lnTo>
                  <a:pt x="1086841" y="74122"/>
                </a:lnTo>
                <a:lnTo>
                  <a:pt x="1086976" y="73662"/>
                </a:lnTo>
                <a:lnTo>
                  <a:pt x="1087115" y="73207"/>
                </a:lnTo>
                <a:lnTo>
                  <a:pt x="1087260" y="72757"/>
                </a:lnTo>
                <a:lnTo>
                  <a:pt x="1087410" y="72312"/>
                </a:lnTo>
                <a:lnTo>
                  <a:pt x="1087565" y="71871"/>
                </a:lnTo>
                <a:lnTo>
                  <a:pt x="1087725" y="71436"/>
                </a:lnTo>
                <a:lnTo>
                  <a:pt x="1087891" y="71005"/>
                </a:lnTo>
                <a:lnTo>
                  <a:pt x="1088061" y="70579"/>
                </a:lnTo>
                <a:lnTo>
                  <a:pt x="1088237" y="70157"/>
                </a:lnTo>
                <a:lnTo>
                  <a:pt x="1088418" y="69740"/>
                </a:lnTo>
                <a:lnTo>
                  <a:pt x="1088604" y="69328"/>
                </a:lnTo>
                <a:lnTo>
                  <a:pt x="1088796" y="68921"/>
                </a:lnTo>
                <a:lnTo>
                  <a:pt x="1088992" y="68519"/>
                </a:lnTo>
                <a:lnTo>
                  <a:pt x="1089194" y="68121"/>
                </a:lnTo>
                <a:lnTo>
                  <a:pt x="1089401" y="67728"/>
                </a:lnTo>
                <a:lnTo>
                  <a:pt x="1089613" y="67340"/>
                </a:lnTo>
                <a:lnTo>
                  <a:pt x="1089830" y="66957"/>
                </a:lnTo>
                <a:lnTo>
                  <a:pt x="1090053" y="66578"/>
                </a:lnTo>
                <a:lnTo>
                  <a:pt x="1090281" y="66205"/>
                </a:lnTo>
                <a:lnTo>
                  <a:pt x="1090513" y="65836"/>
                </a:lnTo>
                <a:lnTo>
                  <a:pt x="1090752" y="65472"/>
                </a:lnTo>
                <a:lnTo>
                  <a:pt x="1090995" y="65115"/>
                </a:lnTo>
                <a:lnTo>
                  <a:pt x="1091244" y="64765"/>
                </a:lnTo>
                <a:lnTo>
                  <a:pt x="1091499" y="64421"/>
                </a:lnTo>
                <a:lnTo>
                  <a:pt x="1091759" y="64083"/>
                </a:lnTo>
                <a:lnTo>
                  <a:pt x="1092025" y="63752"/>
                </a:lnTo>
                <a:lnTo>
                  <a:pt x="1092296" y="63427"/>
                </a:lnTo>
                <a:lnTo>
                  <a:pt x="1092572" y="63109"/>
                </a:lnTo>
                <a:lnTo>
                  <a:pt x="1092854" y="62797"/>
                </a:lnTo>
                <a:lnTo>
                  <a:pt x="1093141" y="62491"/>
                </a:lnTo>
                <a:lnTo>
                  <a:pt x="1093434" y="62193"/>
                </a:lnTo>
                <a:lnTo>
                  <a:pt x="1093733" y="61900"/>
                </a:lnTo>
                <a:lnTo>
                  <a:pt x="1094036" y="61614"/>
                </a:lnTo>
                <a:lnTo>
                  <a:pt x="1094346" y="61334"/>
                </a:lnTo>
                <a:lnTo>
                  <a:pt x="1094660" y="61061"/>
                </a:lnTo>
                <a:lnTo>
                  <a:pt x="1094981" y="60794"/>
                </a:lnTo>
                <a:lnTo>
                  <a:pt x="1095306" y="60534"/>
                </a:lnTo>
                <a:lnTo>
                  <a:pt x="1095637" y="60280"/>
                </a:lnTo>
                <a:lnTo>
                  <a:pt x="1095974" y="60033"/>
                </a:lnTo>
                <a:lnTo>
                  <a:pt x="1096316" y="59792"/>
                </a:lnTo>
                <a:lnTo>
                  <a:pt x="1096663" y="59558"/>
                </a:lnTo>
                <a:lnTo>
                  <a:pt x="1097016" y="59330"/>
                </a:lnTo>
                <a:lnTo>
                  <a:pt x="1097375" y="59108"/>
                </a:lnTo>
                <a:lnTo>
                  <a:pt x="1097739" y="58893"/>
                </a:lnTo>
                <a:lnTo>
                  <a:pt x="1098108" y="58685"/>
                </a:lnTo>
                <a:lnTo>
                  <a:pt x="1098484" y="58487"/>
                </a:lnTo>
                <a:lnTo>
                  <a:pt x="1098866" y="58297"/>
                </a:lnTo>
                <a:lnTo>
                  <a:pt x="1099254" y="58116"/>
                </a:lnTo>
                <a:lnTo>
                  <a:pt x="1099647" y="57944"/>
                </a:lnTo>
                <a:lnTo>
                  <a:pt x="1100047" y="57780"/>
                </a:lnTo>
                <a:lnTo>
                  <a:pt x="1100453" y="57626"/>
                </a:lnTo>
                <a:lnTo>
                  <a:pt x="1100865" y="57480"/>
                </a:lnTo>
                <a:lnTo>
                  <a:pt x="1101283" y="57343"/>
                </a:lnTo>
                <a:lnTo>
                  <a:pt x="1101707" y="57215"/>
                </a:lnTo>
                <a:lnTo>
                  <a:pt x="1102137" y="57096"/>
                </a:lnTo>
                <a:lnTo>
                  <a:pt x="1102573" y="56986"/>
                </a:lnTo>
                <a:lnTo>
                  <a:pt x="1103015" y="56884"/>
                </a:lnTo>
                <a:lnTo>
                  <a:pt x="1103463" y="56791"/>
                </a:lnTo>
                <a:lnTo>
                  <a:pt x="1103917" y="56707"/>
                </a:lnTo>
                <a:lnTo>
                  <a:pt x="1104377" y="56632"/>
                </a:lnTo>
                <a:lnTo>
                  <a:pt x="1104843" y="56566"/>
                </a:lnTo>
                <a:lnTo>
                  <a:pt x="1105315" y="56509"/>
                </a:lnTo>
                <a:lnTo>
                  <a:pt x="1105793" y="56460"/>
                </a:lnTo>
                <a:lnTo>
                  <a:pt x="1106277" y="56420"/>
                </a:lnTo>
                <a:lnTo>
                  <a:pt x="1106767" y="56390"/>
                </a:lnTo>
                <a:lnTo>
                  <a:pt x="1107264" y="56367"/>
                </a:lnTo>
                <a:lnTo>
                  <a:pt x="1107766" y="56354"/>
                </a:lnTo>
                <a:lnTo>
                  <a:pt x="1108274" y="56350"/>
                </a:lnTo>
                <a:lnTo>
                  <a:pt x="1108742" y="56353"/>
                </a:lnTo>
                <a:lnTo>
                  <a:pt x="1109206" y="56363"/>
                </a:lnTo>
                <a:lnTo>
                  <a:pt x="1109664" y="56380"/>
                </a:lnTo>
                <a:lnTo>
                  <a:pt x="1110116" y="56404"/>
                </a:lnTo>
                <a:lnTo>
                  <a:pt x="1110564" y="56434"/>
                </a:lnTo>
                <a:lnTo>
                  <a:pt x="1111006" y="56471"/>
                </a:lnTo>
                <a:lnTo>
                  <a:pt x="1111444" y="56515"/>
                </a:lnTo>
                <a:lnTo>
                  <a:pt x="1111876" y="56565"/>
                </a:lnTo>
                <a:lnTo>
                  <a:pt x="1112302" y="56622"/>
                </a:lnTo>
                <a:lnTo>
                  <a:pt x="1112724" y="56686"/>
                </a:lnTo>
                <a:lnTo>
                  <a:pt x="1113141" y="56757"/>
                </a:lnTo>
                <a:lnTo>
                  <a:pt x="1113552" y="56834"/>
                </a:lnTo>
                <a:lnTo>
                  <a:pt x="1113958" y="56918"/>
                </a:lnTo>
                <a:lnTo>
                  <a:pt x="1114359" y="57009"/>
                </a:lnTo>
                <a:lnTo>
                  <a:pt x="1114755" y="57107"/>
                </a:lnTo>
                <a:lnTo>
                  <a:pt x="1115145" y="57211"/>
                </a:lnTo>
                <a:lnTo>
                  <a:pt x="1115531" y="57322"/>
                </a:lnTo>
                <a:lnTo>
                  <a:pt x="1115911" y="57440"/>
                </a:lnTo>
                <a:lnTo>
                  <a:pt x="1116286" y="57564"/>
                </a:lnTo>
                <a:lnTo>
                  <a:pt x="1116656" y="57695"/>
                </a:lnTo>
                <a:lnTo>
                  <a:pt x="1117020" y="57833"/>
                </a:lnTo>
                <a:lnTo>
                  <a:pt x="1117380" y="57978"/>
                </a:lnTo>
                <a:lnTo>
                  <a:pt x="1117734" y="58129"/>
                </a:lnTo>
                <a:lnTo>
                  <a:pt x="1118083" y="58287"/>
                </a:lnTo>
                <a:lnTo>
                  <a:pt x="1118427" y="58451"/>
                </a:lnTo>
                <a:lnTo>
                  <a:pt x="1118767" y="58620"/>
                </a:lnTo>
                <a:lnTo>
                  <a:pt x="1119102" y="58793"/>
                </a:lnTo>
                <a:lnTo>
                  <a:pt x="1119433" y="58970"/>
                </a:lnTo>
                <a:lnTo>
                  <a:pt x="1119759" y="59152"/>
                </a:lnTo>
                <a:lnTo>
                  <a:pt x="1120081" y="59339"/>
                </a:lnTo>
                <a:lnTo>
                  <a:pt x="1120398" y="59531"/>
                </a:lnTo>
                <a:lnTo>
                  <a:pt x="1120711" y="59727"/>
                </a:lnTo>
                <a:lnTo>
                  <a:pt x="1121019" y="59928"/>
                </a:lnTo>
                <a:lnTo>
                  <a:pt x="1121323" y="60133"/>
                </a:lnTo>
                <a:lnTo>
                  <a:pt x="1121623" y="60343"/>
                </a:lnTo>
                <a:lnTo>
                  <a:pt x="1121918" y="60558"/>
                </a:lnTo>
                <a:lnTo>
                  <a:pt x="1122208" y="60777"/>
                </a:lnTo>
                <a:lnTo>
                  <a:pt x="1122494" y="61001"/>
                </a:lnTo>
                <a:lnTo>
                  <a:pt x="1122775" y="61230"/>
                </a:lnTo>
                <a:lnTo>
                  <a:pt x="1123052" y="61463"/>
                </a:lnTo>
                <a:lnTo>
                  <a:pt x="1123325" y="61700"/>
                </a:lnTo>
                <a:lnTo>
                  <a:pt x="1123593" y="61943"/>
                </a:lnTo>
                <a:lnTo>
                  <a:pt x="1123856" y="62190"/>
                </a:lnTo>
                <a:lnTo>
                  <a:pt x="1124115" y="62442"/>
                </a:lnTo>
                <a:lnTo>
                  <a:pt x="1124370" y="62698"/>
                </a:lnTo>
                <a:lnTo>
                  <a:pt x="1124620" y="62959"/>
                </a:lnTo>
                <a:lnTo>
                  <a:pt x="1124865" y="63224"/>
                </a:lnTo>
                <a:lnTo>
                  <a:pt x="1125106" y="63494"/>
                </a:lnTo>
                <a:lnTo>
                  <a:pt x="1125343" y="63768"/>
                </a:lnTo>
                <a:lnTo>
                  <a:pt x="1125577" y="64046"/>
                </a:lnTo>
                <a:lnTo>
                  <a:pt x="1125806" y="64326"/>
                </a:lnTo>
                <a:lnTo>
                  <a:pt x="1126033" y="64609"/>
                </a:lnTo>
                <a:lnTo>
                  <a:pt x="1126255" y="64895"/>
                </a:lnTo>
                <a:lnTo>
                  <a:pt x="1126474" y="65185"/>
                </a:lnTo>
                <a:lnTo>
                  <a:pt x="1126689" y="65477"/>
                </a:lnTo>
                <a:lnTo>
                  <a:pt x="1126900" y="65773"/>
                </a:lnTo>
                <a:lnTo>
                  <a:pt x="1127108" y="66072"/>
                </a:lnTo>
                <a:lnTo>
                  <a:pt x="1127312" y="66373"/>
                </a:lnTo>
                <a:lnTo>
                  <a:pt x="1127513" y="66678"/>
                </a:lnTo>
                <a:lnTo>
                  <a:pt x="1127710" y="66986"/>
                </a:lnTo>
                <a:lnTo>
                  <a:pt x="1127903" y="67297"/>
                </a:lnTo>
                <a:lnTo>
                  <a:pt x="1128093" y="67611"/>
                </a:lnTo>
                <a:lnTo>
                  <a:pt x="1128279" y="67928"/>
                </a:lnTo>
                <a:lnTo>
                  <a:pt x="1128461" y="68249"/>
                </a:lnTo>
                <a:lnTo>
                  <a:pt x="1128640" y="68572"/>
                </a:lnTo>
                <a:lnTo>
                  <a:pt x="1128780" y="68832"/>
                </a:lnTo>
                <a:lnTo>
                  <a:pt x="1128780" y="108852"/>
                </a:lnTo>
                <a:lnTo>
                  <a:pt x="1128759" y="108891"/>
                </a:lnTo>
                <a:lnTo>
                  <a:pt x="1128528" y="109330"/>
                </a:lnTo>
                <a:lnTo>
                  <a:pt x="1128293" y="109765"/>
                </a:lnTo>
                <a:lnTo>
                  <a:pt x="1128053" y="110197"/>
                </a:lnTo>
                <a:close/>
                <a:moveTo>
                  <a:pt x="1585971" y="124395"/>
                </a:moveTo>
                <a:lnTo>
                  <a:pt x="1586017" y="124748"/>
                </a:lnTo>
                <a:lnTo>
                  <a:pt x="1586065" y="125103"/>
                </a:lnTo>
                <a:lnTo>
                  <a:pt x="1586116" y="125459"/>
                </a:lnTo>
                <a:lnTo>
                  <a:pt x="1586168" y="125818"/>
                </a:lnTo>
                <a:lnTo>
                  <a:pt x="1586223" y="126175"/>
                </a:lnTo>
                <a:lnTo>
                  <a:pt x="1586279" y="126526"/>
                </a:lnTo>
                <a:lnTo>
                  <a:pt x="1586337" y="126871"/>
                </a:lnTo>
                <a:lnTo>
                  <a:pt x="1586397" y="127210"/>
                </a:lnTo>
                <a:lnTo>
                  <a:pt x="1586458" y="127543"/>
                </a:lnTo>
                <a:lnTo>
                  <a:pt x="1586521" y="127869"/>
                </a:lnTo>
                <a:lnTo>
                  <a:pt x="1586586" y="128190"/>
                </a:lnTo>
                <a:lnTo>
                  <a:pt x="1586653" y="128505"/>
                </a:lnTo>
                <a:lnTo>
                  <a:pt x="1586721" y="128814"/>
                </a:lnTo>
                <a:lnTo>
                  <a:pt x="1586791" y="129116"/>
                </a:lnTo>
                <a:lnTo>
                  <a:pt x="1586862" y="129413"/>
                </a:lnTo>
                <a:lnTo>
                  <a:pt x="1586935" y="129703"/>
                </a:lnTo>
                <a:lnTo>
                  <a:pt x="1587010" y="129988"/>
                </a:lnTo>
                <a:lnTo>
                  <a:pt x="1587087" y="130267"/>
                </a:lnTo>
                <a:lnTo>
                  <a:pt x="1587165" y="130539"/>
                </a:lnTo>
                <a:lnTo>
                  <a:pt x="1587245" y="130806"/>
                </a:lnTo>
                <a:lnTo>
                  <a:pt x="1587326" y="131066"/>
                </a:lnTo>
                <a:lnTo>
                  <a:pt x="1587410" y="131321"/>
                </a:lnTo>
                <a:lnTo>
                  <a:pt x="1587494" y="131569"/>
                </a:lnTo>
                <a:lnTo>
                  <a:pt x="1587581" y="131811"/>
                </a:lnTo>
                <a:lnTo>
                  <a:pt x="1587669" y="132048"/>
                </a:lnTo>
                <a:lnTo>
                  <a:pt x="1587759" y="132278"/>
                </a:lnTo>
                <a:lnTo>
                  <a:pt x="1587851" y="132502"/>
                </a:lnTo>
                <a:lnTo>
                  <a:pt x="1587944" y="132721"/>
                </a:lnTo>
                <a:lnTo>
                  <a:pt x="1603525" y="132721"/>
                </a:lnTo>
                <a:lnTo>
                  <a:pt x="1603525" y="131429"/>
                </a:lnTo>
                <a:lnTo>
                  <a:pt x="1603399" y="131131"/>
                </a:lnTo>
                <a:lnTo>
                  <a:pt x="1603275" y="130827"/>
                </a:lnTo>
                <a:lnTo>
                  <a:pt x="1603154" y="130520"/>
                </a:lnTo>
                <a:lnTo>
                  <a:pt x="1603035" y="130207"/>
                </a:lnTo>
                <a:lnTo>
                  <a:pt x="1602920" y="129889"/>
                </a:lnTo>
                <a:lnTo>
                  <a:pt x="1602806" y="129567"/>
                </a:lnTo>
                <a:lnTo>
                  <a:pt x="1602696" y="129240"/>
                </a:lnTo>
                <a:lnTo>
                  <a:pt x="1602588" y="128908"/>
                </a:lnTo>
                <a:lnTo>
                  <a:pt x="1602483" y="128572"/>
                </a:lnTo>
                <a:lnTo>
                  <a:pt x="1602380" y="128231"/>
                </a:lnTo>
                <a:lnTo>
                  <a:pt x="1602280" y="127885"/>
                </a:lnTo>
                <a:lnTo>
                  <a:pt x="1602183" y="127534"/>
                </a:lnTo>
                <a:lnTo>
                  <a:pt x="1602089" y="127178"/>
                </a:lnTo>
                <a:lnTo>
                  <a:pt x="1601997" y="126818"/>
                </a:lnTo>
                <a:lnTo>
                  <a:pt x="1601908" y="126453"/>
                </a:lnTo>
                <a:lnTo>
                  <a:pt x="1601821" y="126083"/>
                </a:lnTo>
                <a:lnTo>
                  <a:pt x="1601737" y="125708"/>
                </a:lnTo>
                <a:lnTo>
                  <a:pt x="1601656" y="125329"/>
                </a:lnTo>
                <a:lnTo>
                  <a:pt x="1601577" y="124945"/>
                </a:lnTo>
                <a:lnTo>
                  <a:pt x="1601501" y="124556"/>
                </a:lnTo>
                <a:lnTo>
                  <a:pt x="1601428" y="124162"/>
                </a:lnTo>
                <a:lnTo>
                  <a:pt x="1601358" y="123764"/>
                </a:lnTo>
                <a:lnTo>
                  <a:pt x="1601290" y="123360"/>
                </a:lnTo>
                <a:lnTo>
                  <a:pt x="1601225" y="122952"/>
                </a:lnTo>
                <a:lnTo>
                  <a:pt x="1601162" y="122543"/>
                </a:lnTo>
                <a:lnTo>
                  <a:pt x="1601102" y="122136"/>
                </a:lnTo>
                <a:lnTo>
                  <a:pt x="1601045" y="121730"/>
                </a:lnTo>
                <a:lnTo>
                  <a:pt x="1600990" y="121327"/>
                </a:lnTo>
                <a:lnTo>
                  <a:pt x="1600938" y="120925"/>
                </a:lnTo>
                <a:lnTo>
                  <a:pt x="1600889" y="120525"/>
                </a:lnTo>
                <a:lnTo>
                  <a:pt x="1600842" y="120128"/>
                </a:lnTo>
                <a:lnTo>
                  <a:pt x="1600798" y="119732"/>
                </a:lnTo>
                <a:lnTo>
                  <a:pt x="1600757" y="119338"/>
                </a:lnTo>
                <a:lnTo>
                  <a:pt x="1600719" y="118947"/>
                </a:lnTo>
                <a:lnTo>
                  <a:pt x="1600683" y="118557"/>
                </a:lnTo>
                <a:lnTo>
                  <a:pt x="1600649" y="118169"/>
                </a:lnTo>
                <a:lnTo>
                  <a:pt x="1600619" y="117783"/>
                </a:lnTo>
                <a:lnTo>
                  <a:pt x="1600591" y="117399"/>
                </a:lnTo>
                <a:lnTo>
                  <a:pt x="1600565" y="117017"/>
                </a:lnTo>
                <a:lnTo>
                  <a:pt x="1600543" y="116637"/>
                </a:lnTo>
                <a:lnTo>
                  <a:pt x="1600523" y="116259"/>
                </a:lnTo>
                <a:lnTo>
                  <a:pt x="1600506" y="115883"/>
                </a:lnTo>
                <a:lnTo>
                  <a:pt x="1600491" y="115509"/>
                </a:lnTo>
                <a:lnTo>
                  <a:pt x="1600479" y="115137"/>
                </a:lnTo>
                <a:lnTo>
                  <a:pt x="1600470" y="114767"/>
                </a:lnTo>
                <a:lnTo>
                  <a:pt x="1600463" y="114399"/>
                </a:lnTo>
                <a:lnTo>
                  <a:pt x="1600459" y="114033"/>
                </a:lnTo>
                <a:lnTo>
                  <a:pt x="1600458" y="113668"/>
                </a:lnTo>
                <a:lnTo>
                  <a:pt x="1600458" y="72980"/>
                </a:lnTo>
                <a:lnTo>
                  <a:pt x="1600450" y="72172"/>
                </a:lnTo>
                <a:lnTo>
                  <a:pt x="1600429" y="71375"/>
                </a:lnTo>
                <a:lnTo>
                  <a:pt x="1600393" y="70589"/>
                </a:lnTo>
                <a:lnTo>
                  <a:pt x="1600342" y="69815"/>
                </a:lnTo>
                <a:lnTo>
                  <a:pt x="1600277" y="69052"/>
                </a:lnTo>
                <a:lnTo>
                  <a:pt x="1600198" y="68300"/>
                </a:lnTo>
                <a:lnTo>
                  <a:pt x="1600104" y="67560"/>
                </a:lnTo>
                <a:lnTo>
                  <a:pt x="1599996" y="66831"/>
                </a:lnTo>
                <a:lnTo>
                  <a:pt x="1599873" y="66114"/>
                </a:lnTo>
                <a:lnTo>
                  <a:pt x="1599736" y="65408"/>
                </a:lnTo>
                <a:lnTo>
                  <a:pt x="1599584" y="64713"/>
                </a:lnTo>
                <a:lnTo>
                  <a:pt x="1599418" y="64029"/>
                </a:lnTo>
                <a:lnTo>
                  <a:pt x="1599238" y="63357"/>
                </a:lnTo>
                <a:lnTo>
                  <a:pt x="1599043" y="62696"/>
                </a:lnTo>
                <a:lnTo>
                  <a:pt x="1598834" y="62047"/>
                </a:lnTo>
                <a:lnTo>
                  <a:pt x="1598610" y="61409"/>
                </a:lnTo>
                <a:lnTo>
                  <a:pt x="1598372" y="60782"/>
                </a:lnTo>
                <a:lnTo>
                  <a:pt x="1598119" y="60167"/>
                </a:lnTo>
                <a:lnTo>
                  <a:pt x="1597852" y="59563"/>
                </a:lnTo>
                <a:lnTo>
                  <a:pt x="1597570" y="58970"/>
                </a:lnTo>
                <a:lnTo>
                  <a:pt x="1597274" y="58389"/>
                </a:lnTo>
                <a:lnTo>
                  <a:pt x="1596964" y="57819"/>
                </a:lnTo>
                <a:lnTo>
                  <a:pt x="1596639" y="57260"/>
                </a:lnTo>
                <a:lnTo>
                  <a:pt x="1596300" y="56713"/>
                </a:lnTo>
                <a:lnTo>
                  <a:pt x="1595948" y="56177"/>
                </a:lnTo>
                <a:lnTo>
                  <a:pt x="1595585" y="55653"/>
                </a:lnTo>
                <a:lnTo>
                  <a:pt x="1595211" y="55139"/>
                </a:lnTo>
                <a:lnTo>
                  <a:pt x="1594827" y="54638"/>
                </a:lnTo>
                <a:lnTo>
                  <a:pt x="1594431" y="54147"/>
                </a:lnTo>
                <a:lnTo>
                  <a:pt x="1594024" y="53668"/>
                </a:lnTo>
                <a:lnTo>
                  <a:pt x="1593607" y="53200"/>
                </a:lnTo>
                <a:lnTo>
                  <a:pt x="1593178" y="52744"/>
                </a:lnTo>
                <a:lnTo>
                  <a:pt x="1592739" y="52299"/>
                </a:lnTo>
                <a:lnTo>
                  <a:pt x="1592289" y="51865"/>
                </a:lnTo>
                <a:lnTo>
                  <a:pt x="1591827" y="51443"/>
                </a:lnTo>
                <a:lnTo>
                  <a:pt x="1591355" y="51032"/>
                </a:lnTo>
                <a:lnTo>
                  <a:pt x="1590872" y="50632"/>
                </a:lnTo>
                <a:lnTo>
                  <a:pt x="1590378" y="50244"/>
                </a:lnTo>
                <a:lnTo>
                  <a:pt x="1589873" y="49867"/>
                </a:lnTo>
                <a:lnTo>
                  <a:pt x="1589357" y="49501"/>
                </a:lnTo>
                <a:lnTo>
                  <a:pt x="1588830" y="49147"/>
                </a:lnTo>
                <a:lnTo>
                  <a:pt x="1588293" y="48804"/>
                </a:lnTo>
                <a:lnTo>
                  <a:pt x="1587744" y="48472"/>
                </a:lnTo>
                <a:lnTo>
                  <a:pt x="1587184" y="48152"/>
                </a:lnTo>
                <a:lnTo>
                  <a:pt x="1586614" y="47843"/>
                </a:lnTo>
                <a:lnTo>
                  <a:pt x="1586032" y="47546"/>
                </a:lnTo>
                <a:lnTo>
                  <a:pt x="1585440" y="47260"/>
                </a:lnTo>
                <a:lnTo>
                  <a:pt x="1584836" y="46985"/>
                </a:lnTo>
                <a:lnTo>
                  <a:pt x="1584224" y="46722"/>
                </a:lnTo>
                <a:lnTo>
                  <a:pt x="1583603" y="46469"/>
                </a:lnTo>
                <a:lnTo>
                  <a:pt x="1582975" y="46228"/>
                </a:lnTo>
                <a:lnTo>
                  <a:pt x="1582339" y="45998"/>
                </a:lnTo>
                <a:lnTo>
                  <a:pt x="1581696" y="45780"/>
                </a:lnTo>
                <a:lnTo>
                  <a:pt x="1581044" y="45572"/>
                </a:lnTo>
                <a:lnTo>
                  <a:pt x="1580386" y="45376"/>
                </a:lnTo>
                <a:lnTo>
                  <a:pt x="1579719" y="45191"/>
                </a:lnTo>
                <a:lnTo>
                  <a:pt x="1579044" y="45017"/>
                </a:lnTo>
                <a:lnTo>
                  <a:pt x="1578362" y="44855"/>
                </a:lnTo>
                <a:lnTo>
                  <a:pt x="1577673" y="44703"/>
                </a:lnTo>
                <a:lnTo>
                  <a:pt x="1576975" y="44563"/>
                </a:lnTo>
                <a:lnTo>
                  <a:pt x="1576270" y="44434"/>
                </a:lnTo>
                <a:lnTo>
                  <a:pt x="1575557" y="44316"/>
                </a:lnTo>
                <a:lnTo>
                  <a:pt x="1574836" y="44210"/>
                </a:lnTo>
                <a:lnTo>
                  <a:pt x="1574108" y="44115"/>
                </a:lnTo>
                <a:lnTo>
                  <a:pt x="1573372" y="44031"/>
                </a:lnTo>
                <a:lnTo>
                  <a:pt x="1572628" y="43958"/>
                </a:lnTo>
                <a:lnTo>
                  <a:pt x="1571877" y="43896"/>
                </a:lnTo>
                <a:lnTo>
                  <a:pt x="1571118" y="43846"/>
                </a:lnTo>
                <a:lnTo>
                  <a:pt x="1570351" y="43806"/>
                </a:lnTo>
                <a:lnTo>
                  <a:pt x="1569576" y="43778"/>
                </a:lnTo>
                <a:lnTo>
                  <a:pt x="1568794" y="43761"/>
                </a:lnTo>
                <a:lnTo>
                  <a:pt x="1568004" y="43756"/>
                </a:lnTo>
                <a:lnTo>
                  <a:pt x="1567347" y="43760"/>
                </a:lnTo>
                <a:lnTo>
                  <a:pt x="1566696" y="43771"/>
                </a:lnTo>
                <a:lnTo>
                  <a:pt x="1566049" y="43791"/>
                </a:lnTo>
                <a:lnTo>
                  <a:pt x="1565408" y="43818"/>
                </a:lnTo>
                <a:lnTo>
                  <a:pt x="1564772" y="43852"/>
                </a:lnTo>
                <a:lnTo>
                  <a:pt x="1564142" y="43895"/>
                </a:lnTo>
                <a:lnTo>
                  <a:pt x="1563516" y="43945"/>
                </a:lnTo>
                <a:lnTo>
                  <a:pt x="1562896" y="44003"/>
                </a:lnTo>
                <a:lnTo>
                  <a:pt x="1562280" y="44068"/>
                </a:lnTo>
                <a:lnTo>
                  <a:pt x="1561670" y="44141"/>
                </a:lnTo>
                <a:lnTo>
                  <a:pt x="1561065" y="44222"/>
                </a:lnTo>
                <a:lnTo>
                  <a:pt x="1560466" y="44311"/>
                </a:lnTo>
                <a:lnTo>
                  <a:pt x="1559871" y="44407"/>
                </a:lnTo>
                <a:lnTo>
                  <a:pt x="1559282" y="44511"/>
                </a:lnTo>
                <a:lnTo>
                  <a:pt x="1558698" y="44623"/>
                </a:lnTo>
                <a:lnTo>
                  <a:pt x="1558119" y="44743"/>
                </a:lnTo>
                <a:lnTo>
                  <a:pt x="1557545" y="44870"/>
                </a:lnTo>
                <a:lnTo>
                  <a:pt x="1556977" y="45005"/>
                </a:lnTo>
                <a:lnTo>
                  <a:pt x="1556413" y="45147"/>
                </a:lnTo>
                <a:lnTo>
                  <a:pt x="1555855" y="45298"/>
                </a:lnTo>
                <a:lnTo>
                  <a:pt x="1555302" y="45456"/>
                </a:lnTo>
                <a:lnTo>
                  <a:pt x="1554754" y="45621"/>
                </a:lnTo>
                <a:lnTo>
                  <a:pt x="1554212" y="45795"/>
                </a:lnTo>
                <a:lnTo>
                  <a:pt x="1553674" y="45976"/>
                </a:lnTo>
                <a:lnTo>
                  <a:pt x="1553143" y="46164"/>
                </a:lnTo>
                <a:lnTo>
                  <a:pt x="1552618" y="46357"/>
                </a:lnTo>
                <a:lnTo>
                  <a:pt x="1552099" y="46555"/>
                </a:lnTo>
                <a:lnTo>
                  <a:pt x="1551587" y="46759"/>
                </a:lnTo>
                <a:lnTo>
                  <a:pt x="1551081" y="46968"/>
                </a:lnTo>
                <a:lnTo>
                  <a:pt x="1550581" y="47182"/>
                </a:lnTo>
                <a:lnTo>
                  <a:pt x="1550088" y="47401"/>
                </a:lnTo>
                <a:lnTo>
                  <a:pt x="1549602" y="47626"/>
                </a:lnTo>
                <a:lnTo>
                  <a:pt x="1549122" y="47857"/>
                </a:lnTo>
                <a:lnTo>
                  <a:pt x="1548648" y="48092"/>
                </a:lnTo>
                <a:lnTo>
                  <a:pt x="1548181" y="48333"/>
                </a:lnTo>
                <a:lnTo>
                  <a:pt x="1547720" y="48580"/>
                </a:lnTo>
                <a:lnTo>
                  <a:pt x="1547266" y="48831"/>
                </a:lnTo>
                <a:lnTo>
                  <a:pt x="1546818" y="49088"/>
                </a:lnTo>
                <a:lnTo>
                  <a:pt x="1546377" y="49350"/>
                </a:lnTo>
                <a:lnTo>
                  <a:pt x="1545942" y="49618"/>
                </a:lnTo>
                <a:lnTo>
                  <a:pt x="1545514" y="49891"/>
                </a:lnTo>
                <a:lnTo>
                  <a:pt x="1545092" y="50169"/>
                </a:lnTo>
                <a:lnTo>
                  <a:pt x="1544676" y="50452"/>
                </a:lnTo>
                <a:lnTo>
                  <a:pt x="1544267" y="50741"/>
                </a:lnTo>
                <a:lnTo>
                  <a:pt x="1543864" y="51035"/>
                </a:lnTo>
                <a:lnTo>
                  <a:pt x="1543468" y="51335"/>
                </a:lnTo>
                <a:lnTo>
                  <a:pt x="1543078" y="51640"/>
                </a:lnTo>
                <a:lnTo>
                  <a:pt x="1542695" y="51950"/>
                </a:lnTo>
                <a:lnTo>
                  <a:pt x="1542319" y="52264"/>
                </a:lnTo>
                <a:lnTo>
                  <a:pt x="1541950" y="52582"/>
                </a:lnTo>
                <a:lnTo>
                  <a:pt x="1541588" y="52902"/>
                </a:lnTo>
                <a:lnTo>
                  <a:pt x="1541234" y="53225"/>
                </a:lnTo>
                <a:lnTo>
                  <a:pt x="1540887" y="53551"/>
                </a:lnTo>
                <a:lnTo>
                  <a:pt x="1540548" y="53880"/>
                </a:lnTo>
                <a:lnTo>
                  <a:pt x="1540216" y="54212"/>
                </a:lnTo>
                <a:lnTo>
                  <a:pt x="1539892" y="54547"/>
                </a:lnTo>
                <a:lnTo>
                  <a:pt x="1539575" y="54885"/>
                </a:lnTo>
                <a:lnTo>
                  <a:pt x="1539265" y="55225"/>
                </a:lnTo>
                <a:lnTo>
                  <a:pt x="1538963" y="55569"/>
                </a:lnTo>
                <a:lnTo>
                  <a:pt x="1538669" y="55916"/>
                </a:lnTo>
                <a:lnTo>
                  <a:pt x="1538381" y="56265"/>
                </a:lnTo>
                <a:lnTo>
                  <a:pt x="1538101" y="56618"/>
                </a:lnTo>
                <a:lnTo>
                  <a:pt x="1537829" y="56974"/>
                </a:lnTo>
                <a:lnTo>
                  <a:pt x="1537564" y="57332"/>
                </a:lnTo>
                <a:lnTo>
                  <a:pt x="1537307" y="57693"/>
                </a:lnTo>
                <a:lnTo>
                  <a:pt x="1537056" y="58058"/>
                </a:lnTo>
                <a:lnTo>
                  <a:pt x="1536814" y="58425"/>
                </a:lnTo>
                <a:lnTo>
                  <a:pt x="1536579" y="58795"/>
                </a:lnTo>
                <a:lnTo>
                  <a:pt x="1536351" y="59168"/>
                </a:lnTo>
                <a:lnTo>
                  <a:pt x="1536130" y="59545"/>
                </a:lnTo>
                <a:lnTo>
                  <a:pt x="1535917" y="59924"/>
                </a:lnTo>
                <a:lnTo>
                  <a:pt x="1535712" y="60306"/>
                </a:lnTo>
                <a:lnTo>
                  <a:pt x="1535514" y="60689"/>
                </a:lnTo>
                <a:lnTo>
                  <a:pt x="1535325" y="61073"/>
                </a:lnTo>
                <a:lnTo>
                  <a:pt x="1535144" y="61457"/>
                </a:lnTo>
                <a:lnTo>
                  <a:pt x="1534972" y="61842"/>
                </a:lnTo>
                <a:lnTo>
                  <a:pt x="1534808" y="62226"/>
                </a:lnTo>
                <a:lnTo>
                  <a:pt x="1534652" y="62611"/>
                </a:lnTo>
                <a:lnTo>
                  <a:pt x="1534505" y="62997"/>
                </a:lnTo>
                <a:lnTo>
                  <a:pt x="1534366" y="63382"/>
                </a:lnTo>
                <a:lnTo>
                  <a:pt x="1534236" y="63768"/>
                </a:lnTo>
                <a:lnTo>
                  <a:pt x="1534114" y="64154"/>
                </a:lnTo>
                <a:lnTo>
                  <a:pt x="1534001" y="64541"/>
                </a:lnTo>
                <a:lnTo>
                  <a:pt x="1533895" y="64927"/>
                </a:lnTo>
                <a:lnTo>
                  <a:pt x="1533799" y="65314"/>
                </a:lnTo>
                <a:lnTo>
                  <a:pt x="1533710" y="65702"/>
                </a:lnTo>
                <a:lnTo>
                  <a:pt x="1533630" y="66089"/>
                </a:lnTo>
                <a:lnTo>
                  <a:pt x="1533559" y="66477"/>
                </a:lnTo>
                <a:lnTo>
                  <a:pt x="1533496" y="66865"/>
                </a:lnTo>
                <a:lnTo>
                  <a:pt x="1533441" y="67253"/>
                </a:lnTo>
                <a:lnTo>
                  <a:pt x="1533395" y="67642"/>
                </a:lnTo>
                <a:lnTo>
                  <a:pt x="1533357" y="68031"/>
                </a:lnTo>
                <a:lnTo>
                  <a:pt x="1533328" y="68420"/>
                </a:lnTo>
                <a:lnTo>
                  <a:pt x="1533307" y="68810"/>
                </a:lnTo>
                <a:lnTo>
                  <a:pt x="1533294" y="69200"/>
                </a:lnTo>
                <a:lnTo>
                  <a:pt x="1533290" y="69590"/>
                </a:lnTo>
                <a:lnTo>
                  <a:pt x="1548225" y="69590"/>
                </a:lnTo>
                <a:lnTo>
                  <a:pt x="1548229" y="69288"/>
                </a:lnTo>
                <a:lnTo>
                  <a:pt x="1548242" y="68987"/>
                </a:lnTo>
                <a:lnTo>
                  <a:pt x="1548262" y="68689"/>
                </a:lnTo>
                <a:lnTo>
                  <a:pt x="1548291" y="68392"/>
                </a:lnTo>
                <a:lnTo>
                  <a:pt x="1548328" y="68097"/>
                </a:lnTo>
                <a:lnTo>
                  <a:pt x="1548374" y="67803"/>
                </a:lnTo>
                <a:lnTo>
                  <a:pt x="1548428" y="67512"/>
                </a:lnTo>
                <a:lnTo>
                  <a:pt x="1548490" y="67221"/>
                </a:lnTo>
                <a:lnTo>
                  <a:pt x="1548560" y="66933"/>
                </a:lnTo>
                <a:lnTo>
                  <a:pt x="1548638" y="66646"/>
                </a:lnTo>
                <a:lnTo>
                  <a:pt x="1548725" y="66361"/>
                </a:lnTo>
                <a:lnTo>
                  <a:pt x="1548820" y="66078"/>
                </a:lnTo>
                <a:lnTo>
                  <a:pt x="1548924" y="65796"/>
                </a:lnTo>
                <a:lnTo>
                  <a:pt x="1549035" y="65516"/>
                </a:lnTo>
                <a:lnTo>
                  <a:pt x="1549155" y="65238"/>
                </a:lnTo>
                <a:lnTo>
                  <a:pt x="1549283" y="64961"/>
                </a:lnTo>
                <a:lnTo>
                  <a:pt x="1549420" y="64686"/>
                </a:lnTo>
                <a:lnTo>
                  <a:pt x="1549565" y="64413"/>
                </a:lnTo>
                <a:lnTo>
                  <a:pt x="1549718" y="64141"/>
                </a:lnTo>
                <a:lnTo>
                  <a:pt x="1549879" y="63871"/>
                </a:lnTo>
                <a:lnTo>
                  <a:pt x="1550048" y="63603"/>
                </a:lnTo>
                <a:lnTo>
                  <a:pt x="1550226" y="63336"/>
                </a:lnTo>
                <a:lnTo>
                  <a:pt x="1550412" y="63071"/>
                </a:lnTo>
                <a:lnTo>
                  <a:pt x="1550607" y="62808"/>
                </a:lnTo>
                <a:lnTo>
                  <a:pt x="1550808" y="62548"/>
                </a:lnTo>
                <a:lnTo>
                  <a:pt x="1551016" y="62292"/>
                </a:lnTo>
                <a:lnTo>
                  <a:pt x="1551231" y="62040"/>
                </a:lnTo>
                <a:lnTo>
                  <a:pt x="1551452" y="61792"/>
                </a:lnTo>
                <a:lnTo>
                  <a:pt x="1551679" y="61549"/>
                </a:lnTo>
                <a:lnTo>
                  <a:pt x="1551913" y="61310"/>
                </a:lnTo>
                <a:lnTo>
                  <a:pt x="1552154" y="61075"/>
                </a:lnTo>
                <a:lnTo>
                  <a:pt x="1552401" y="60844"/>
                </a:lnTo>
                <a:lnTo>
                  <a:pt x="1552654" y="60617"/>
                </a:lnTo>
                <a:lnTo>
                  <a:pt x="1552914" y="60395"/>
                </a:lnTo>
                <a:lnTo>
                  <a:pt x="1553180" y="60177"/>
                </a:lnTo>
                <a:lnTo>
                  <a:pt x="1553452" y="59962"/>
                </a:lnTo>
                <a:lnTo>
                  <a:pt x="1553731" y="59753"/>
                </a:lnTo>
                <a:lnTo>
                  <a:pt x="1554017" y="59547"/>
                </a:lnTo>
                <a:lnTo>
                  <a:pt x="1554309" y="59346"/>
                </a:lnTo>
                <a:lnTo>
                  <a:pt x="1554607" y="59148"/>
                </a:lnTo>
                <a:lnTo>
                  <a:pt x="1554912" y="58955"/>
                </a:lnTo>
                <a:lnTo>
                  <a:pt x="1555223" y="58767"/>
                </a:lnTo>
                <a:lnTo>
                  <a:pt x="1555541" y="58582"/>
                </a:lnTo>
                <a:lnTo>
                  <a:pt x="1555865" y="58402"/>
                </a:lnTo>
                <a:lnTo>
                  <a:pt x="1556196" y="58226"/>
                </a:lnTo>
                <a:lnTo>
                  <a:pt x="1556533" y="58054"/>
                </a:lnTo>
                <a:lnTo>
                  <a:pt x="1556876" y="57886"/>
                </a:lnTo>
                <a:lnTo>
                  <a:pt x="1557226" y="57722"/>
                </a:lnTo>
                <a:lnTo>
                  <a:pt x="1557582" y="57564"/>
                </a:lnTo>
                <a:lnTo>
                  <a:pt x="1557943" y="57413"/>
                </a:lnTo>
                <a:lnTo>
                  <a:pt x="1558308" y="57268"/>
                </a:lnTo>
                <a:lnTo>
                  <a:pt x="1558678" y="57130"/>
                </a:lnTo>
                <a:lnTo>
                  <a:pt x="1559054" y="56999"/>
                </a:lnTo>
                <a:lnTo>
                  <a:pt x="1559434" y="56875"/>
                </a:lnTo>
                <a:lnTo>
                  <a:pt x="1559819" y="56757"/>
                </a:lnTo>
                <a:lnTo>
                  <a:pt x="1560209" y="56646"/>
                </a:lnTo>
                <a:lnTo>
                  <a:pt x="1560604" y="56542"/>
                </a:lnTo>
                <a:lnTo>
                  <a:pt x="1561004" y="56444"/>
                </a:lnTo>
                <a:lnTo>
                  <a:pt x="1561408" y="56353"/>
                </a:lnTo>
                <a:lnTo>
                  <a:pt x="1561818" y="56269"/>
                </a:lnTo>
                <a:lnTo>
                  <a:pt x="1562233" y="56192"/>
                </a:lnTo>
                <a:lnTo>
                  <a:pt x="1562652" y="56121"/>
                </a:lnTo>
                <a:lnTo>
                  <a:pt x="1563076" y="56057"/>
                </a:lnTo>
                <a:lnTo>
                  <a:pt x="1563505" y="56000"/>
                </a:lnTo>
                <a:lnTo>
                  <a:pt x="1563940" y="55950"/>
                </a:lnTo>
                <a:lnTo>
                  <a:pt x="1564379" y="55906"/>
                </a:lnTo>
                <a:lnTo>
                  <a:pt x="1564823" y="55869"/>
                </a:lnTo>
                <a:lnTo>
                  <a:pt x="1565271" y="55839"/>
                </a:lnTo>
                <a:lnTo>
                  <a:pt x="1565725" y="55815"/>
                </a:lnTo>
                <a:lnTo>
                  <a:pt x="1566184" y="55798"/>
                </a:lnTo>
                <a:lnTo>
                  <a:pt x="1566647" y="55788"/>
                </a:lnTo>
                <a:lnTo>
                  <a:pt x="1567116" y="55785"/>
                </a:lnTo>
                <a:lnTo>
                  <a:pt x="1567617" y="55788"/>
                </a:lnTo>
                <a:lnTo>
                  <a:pt x="1568112" y="55799"/>
                </a:lnTo>
                <a:lnTo>
                  <a:pt x="1568599" y="55817"/>
                </a:lnTo>
                <a:lnTo>
                  <a:pt x="1569080" y="55843"/>
                </a:lnTo>
                <a:lnTo>
                  <a:pt x="1569555" y="55876"/>
                </a:lnTo>
                <a:lnTo>
                  <a:pt x="1570022" y="55916"/>
                </a:lnTo>
                <a:lnTo>
                  <a:pt x="1570483" y="55963"/>
                </a:lnTo>
                <a:lnTo>
                  <a:pt x="1570937" y="56018"/>
                </a:lnTo>
                <a:lnTo>
                  <a:pt x="1571385" y="56080"/>
                </a:lnTo>
                <a:lnTo>
                  <a:pt x="1571825" y="56149"/>
                </a:lnTo>
                <a:lnTo>
                  <a:pt x="1572259" y="56226"/>
                </a:lnTo>
                <a:lnTo>
                  <a:pt x="1572686" y="56309"/>
                </a:lnTo>
                <a:lnTo>
                  <a:pt x="1573107" y="56401"/>
                </a:lnTo>
                <a:lnTo>
                  <a:pt x="1573521" y="56499"/>
                </a:lnTo>
                <a:lnTo>
                  <a:pt x="1573928" y="56605"/>
                </a:lnTo>
                <a:lnTo>
                  <a:pt x="1574328" y="56718"/>
                </a:lnTo>
                <a:lnTo>
                  <a:pt x="1574721" y="56838"/>
                </a:lnTo>
                <a:lnTo>
                  <a:pt x="1575108" y="56965"/>
                </a:lnTo>
                <a:lnTo>
                  <a:pt x="1575488" y="57100"/>
                </a:lnTo>
                <a:lnTo>
                  <a:pt x="1575862" y="57242"/>
                </a:lnTo>
                <a:lnTo>
                  <a:pt x="1576228" y="57392"/>
                </a:lnTo>
                <a:lnTo>
                  <a:pt x="1576588" y="57548"/>
                </a:lnTo>
                <a:lnTo>
                  <a:pt x="1576941" y="57712"/>
                </a:lnTo>
                <a:lnTo>
                  <a:pt x="1577288" y="57884"/>
                </a:lnTo>
                <a:lnTo>
                  <a:pt x="1577627" y="58062"/>
                </a:lnTo>
                <a:lnTo>
                  <a:pt x="1577960" y="58246"/>
                </a:lnTo>
                <a:lnTo>
                  <a:pt x="1578285" y="58436"/>
                </a:lnTo>
                <a:lnTo>
                  <a:pt x="1578603" y="58632"/>
                </a:lnTo>
                <a:lnTo>
                  <a:pt x="1578914" y="58834"/>
                </a:lnTo>
                <a:lnTo>
                  <a:pt x="1579218" y="59042"/>
                </a:lnTo>
                <a:lnTo>
                  <a:pt x="1579515" y="59256"/>
                </a:lnTo>
                <a:lnTo>
                  <a:pt x="1579804" y="59476"/>
                </a:lnTo>
                <a:lnTo>
                  <a:pt x="1580086" y="59702"/>
                </a:lnTo>
                <a:lnTo>
                  <a:pt x="1580362" y="59934"/>
                </a:lnTo>
                <a:lnTo>
                  <a:pt x="1580630" y="60172"/>
                </a:lnTo>
                <a:lnTo>
                  <a:pt x="1580891" y="60417"/>
                </a:lnTo>
                <a:lnTo>
                  <a:pt x="1581144" y="60667"/>
                </a:lnTo>
                <a:lnTo>
                  <a:pt x="1581391" y="60923"/>
                </a:lnTo>
                <a:lnTo>
                  <a:pt x="1581630" y="61185"/>
                </a:lnTo>
                <a:lnTo>
                  <a:pt x="1581863" y="61454"/>
                </a:lnTo>
                <a:lnTo>
                  <a:pt x="1582088" y="61728"/>
                </a:lnTo>
                <a:lnTo>
                  <a:pt x="1582306" y="62008"/>
                </a:lnTo>
                <a:lnTo>
                  <a:pt x="1582517" y="62295"/>
                </a:lnTo>
                <a:lnTo>
                  <a:pt x="1582720" y="62587"/>
                </a:lnTo>
                <a:lnTo>
                  <a:pt x="1582917" y="62886"/>
                </a:lnTo>
                <a:lnTo>
                  <a:pt x="1583106" y="63190"/>
                </a:lnTo>
                <a:lnTo>
                  <a:pt x="1583289" y="63501"/>
                </a:lnTo>
                <a:lnTo>
                  <a:pt x="1583464" y="63817"/>
                </a:lnTo>
                <a:lnTo>
                  <a:pt x="1583632" y="64139"/>
                </a:lnTo>
                <a:lnTo>
                  <a:pt x="1583793" y="64466"/>
                </a:lnTo>
                <a:lnTo>
                  <a:pt x="1583946" y="64797"/>
                </a:lnTo>
                <a:lnTo>
                  <a:pt x="1584093" y="65133"/>
                </a:lnTo>
                <a:lnTo>
                  <a:pt x="1584232" y="65473"/>
                </a:lnTo>
                <a:lnTo>
                  <a:pt x="1584364" y="65818"/>
                </a:lnTo>
                <a:lnTo>
                  <a:pt x="1584490" y="66168"/>
                </a:lnTo>
                <a:lnTo>
                  <a:pt x="1584608" y="66522"/>
                </a:lnTo>
                <a:lnTo>
                  <a:pt x="1584718" y="66881"/>
                </a:lnTo>
                <a:lnTo>
                  <a:pt x="1584822" y="67244"/>
                </a:lnTo>
                <a:lnTo>
                  <a:pt x="1584918" y="67612"/>
                </a:lnTo>
                <a:lnTo>
                  <a:pt x="1585008" y="67985"/>
                </a:lnTo>
                <a:lnTo>
                  <a:pt x="1585090" y="68362"/>
                </a:lnTo>
                <a:lnTo>
                  <a:pt x="1585165" y="68744"/>
                </a:lnTo>
                <a:lnTo>
                  <a:pt x="1585233" y="69131"/>
                </a:lnTo>
                <a:lnTo>
                  <a:pt x="1585294" y="69522"/>
                </a:lnTo>
                <a:lnTo>
                  <a:pt x="1585347" y="69918"/>
                </a:lnTo>
                <a:lnTo>
                  <a:pt x="1585394" y="70319"/>
                </a:lnTo>
                <a:lnTo>
                  <a:pt x="1585433" y="70724"/>
                </a:lnTo>
                <a:lnTo>
                  <a:pt x="1585465" y="71134"/>
                </a:lnTo>
                <a:lnTo>
                  <a:pt x="1585490" y="71548"/>
                </a:lnTo>
                <a:lnTo>
                  <a:pt x="1585508" y="71967"/>
                </a:lnTo>
                <a:lnTo>
                  <a:pt x="1585519" y="72391"/>
                </a:lnTo>
                <a:lnTo>
                  <a:pt x="1585522" y="72819"/>
                </a:lnTo>
                <a:lnTo>
                  <a:pt x="1585522" y="79762"/>
                </a:lnTo>
                <a:lnTo>
                  <a:pt x="1570749" y="79762"/>
                </a:lnTo>
                <a:lnTo>
                  <a:pt x="1570005" y="79765"/>
                </a:lnTo>
                <a:lnTo>
                  <a:pt x="1569267" y="79775"/>
                </a:lnTo>
                <a:lnTo>
                  <a:pt x="1568535" y="79791"/>
                </a:lnTo>
                <a:lnTo>
                  <a:pt x="1567809" y="79813"/>
                </a:lnTo>
                <a:lnTo>
                  <a:pt x="1567089" y="79842"/>
                </a:lnTo>
                <a:lnTo>
                  <a:pt x="1566374" y="79878"/>
                </a:lnTo>
                <a:lnTo>
                  <a:pt x="1565666" y="79920"/>
                </a:lnTo>
                <a:lnTo>
                  <a:pt x="1564963" y="79968"/>
                </a:lnTo>
                <a:lnTo>
                  <a:pt x="1564266" y="80023"/>
                </a:lnTo>
                <a:lnTo>
                  <a:pt x="1563576" y="80084"/>
                </a:lnTo>
                <a:lnTo>
                  <a:pt x="1562891" y="80152"/>
                </a:lnTo>
                <a:lnTo>
                  <a:pt x="1562212" y="80226"/>
                </a:lnTo>
                <a:lnTo>
                  <a:pt x="1561538" y="80306"/>
                </a:lnTo>
                <a:lnTo>
                  <a:pt x="1560871" y="80393"/>
                </a:lnTo>
                <a:lnTo>
                  <a:pt x="1560210" y="80487"/>
                </a:lnTo>
                <a:lnTo>
                  <a:pt x="1559554" y="80587"/>
                </a:lnTo>
                <a:lnTo>
                  <a:pt x="1558905" y="80693"/>
                </a:lnTo>
                <a:lnTo>
                  <a:pt x="1558261" y="80806"/>
                </a:lnTo>
                <a:lnTo>
                  <a:pt x="1557623" y="80925"/>
                </a:lnTo>
                <a:lnTo>
                  <a:pt x="1556991" y="81051"/>
                </a:lnTo>
                <a:lnTo>
                  <a:pt x="1556365" y="81183"/>
                </a:lnTo>
                <a:lnTo>
                  <a:pt x="1555745" y="81322"/>
                </a:lnTo>
                <a:lnTo>
                  <a:pt x="1555130" y="81467"/>
                </a:lnTo>
                <a:lnTo>
                  <a:pt x="1554522" y="81618"/>
                </a:lnTo>
                <a:lnTo>
                  <a:pt x="1553920" y="81776"/>
                </a:lnTo>
                <a:lnTo>
                  <a:pt x="1553326" y="81940"/>
                </a:lnTo>
                <a:lnTo>
                  <a:pt x="1552738" y="82110"/>
                </a:lnTo>
                <a:lnTo>
                  <a:pt x="1552158" y="82286"/>
                </a:lnTo>
                <a:lnTo>
                  <a:pt x="1551586" y="82467"/>
                </a:lnTo>
                <a:lnTo>
                  <a:pt x="1551020" y="82655"/>
                </a:lnTo>
                <a:lnTo>
                  <a:pt x="1550462" y="82849"/>
                </a:lnTo>
                <a:lnTo>
                  <a:pt x="1549911" y="83049"/>
                </a:lnTo>
                <a:lnTo>
                  <a:pt x="1549368" y="83255"/>
                </a:lnTo>
                <a:lnTo>
                  <a:pt x="1548832" y="83467"/>
                </a:lnTo>
                <a:lnTo>
                  <a:pt x="1548303" y="83685"/>
                </a:lnTo>
                <a:lnTo>
                  <a:pt x="1547781" y="83909"/>
                </a:lnTo>
                <a:lnTo>
                  <a:pt x="1547267" y="84139"/>
                </a:lnTo>
                <a:lnTo>
                  <a:pt x="1546760" y="84375"/>
                </a:lnTo>
                <a:lnTo>
                  <a:pt x="1546260" y="84617"/>
                </a:lnTo>
                <a:lnTo>
                  <a:pt x="1545767" y="84866"/>
                </a:lnTo>
                <a:lnTo>
                  <a:pt x="1545282" y="85120"/>
                </a:lnTo>
                <a:lnTo>
                  <a:pt x="1544804" y="85380"/>
                </a:lnTo>
                <a:lnTo>
                  <a:pt x="1544333" y="85646"/>
                </a:lnTo>
                <a:lnTo>
                  <a:pt x="1543870" y="85918"/>
                </a:lnTo>
                <a:lnTo>
                  <a:pt x="1543414" y="86197"/>
                </a:lnTo>
                <a:lnTo>
                  <a:pt x="1542965" y="86481"/>
                </a:lnTo>
                <a:lnTo>
                  <a:pt x="1542524" y="86771"/>
                </a:lnTo>
                <a:lnTo>
                  <a:pt x="1542090" y="87068"/>
                </a:lnTo>
                <a:lnTo>
                  <a:pt x="1541663" y="87370"/>
                </a:lnTo>
                <a:lnTo>
                  <a:pt x="1541245" y="87679"/>
                </a:lnTo>
                <a:lnTo>
                  <a:pt x="1540836" y="87994"/>
                </a:lnTo>
                <a:lnTo>
                  <a:pt x="1540435" y="88315"/>
                </a:lnTo>
                <a:lnTo>
                  <a:pt x="1540042" y="88642"/>
                </a:lnTo>
                <a:lnTo>
                  <a:pt x="1539658" y="88975"/>
                </a:lnTo>
                <a:lnTo>
                  <a:pt x="1539282" y="89314"/>
                </a:lnTo>
                <a:lnTo>
                  <a:pt x="1538914" y="89660"/>
                </a:lnTo>
                <a:lnTo>
                  <a:pt x="1538555" y="90012"/>
                </a:lnTo>
                <a:lnTo>
                  <a:pt x="1538204" y="90370"/>
                </a:lnTo>
                <a:lnTo>
                  <a:pt x="1537862" y="90734"/>
                </a:lnTo>
                <a:lnTo>
                  <a:pt x="1537528" y="91104"/>
                </a:lnTo>
                <a:lnTo>
                  <a:pt x="1537203" y="91481"/>
                </a:lnTo>
                <a:lnTo>
                  <a:pt x="1536886" y="91863"/>
                </a:lnTo>
                <a:lnTo>
                  <a:pt x="1536577" y="92252"/>
                </a:lnTo>
                <a:lnTo>
                  <a:pt x="1536277" y="92647"/>
                </a:lnTo>
                <a:lnTo>
                  <a:pt x="1535985" y="93048"/>
                </a:lnTo>
                <a:lnTo>
                  <a:pt x="1535702" y="93455"/>
                </a:lnTo>
                <a:lnTo>
                  <a:pt x="1535427" y="93869"/>
                </a:lnTo>
                <a:lnTo>
                  <a:pt x="1535160" y="94289"/>
                </a:lnTo>
                <a:lnTo>
                  <a:pt x="1534902" y="94714"/>
                </a:lnTo>
                <a:lnTo>
                  <a:pt x="1534652" y="95146"/>
                </a:lnTo>
                <a:lnTo>
                  <a:pt x="1534411" y="95584"/>
                </a:lnTo>
                <a:lnTo>
                  <a:pt x="1534178" y="96029"/>
                </a:lnTo>
                <a:lnTo>
                  <a:pt x="1533954" y="96479"/>
                </a:lnTo>
                <a:lnTo>
                  <a:pt x="1533740" y="96935"/>
                </a:lnTo>
                <a:lnTo>
                  <a:pt x="1533535" y="97397"/>
                </a:lnTo>
                <a:lnTo>
                  <a:pt x="1533339" y="97864"/>
                </a:lnTo>
                <a:lnTo>
                  <a:pt x="1533153" y="98338"/>
                </a:lnTo>
                <a:lnTo>
                  <a:pt x="1532977" y="98816"/>
                </a:lnTo>
                <a:lnTo>
                  <a:pt x="1532810" y="99301"/>
                </a:lnTo>
                <a:lnTo>
                  <a:pt x="1532653" y="99792"/>
                </a:lnTo>
                <a:lnTo>
                  <a:pt x="1532505" y="100288"/>
                </a:lnTo>
                <a:lnTo>
                  <a:pt x="1532367" y="100790"/>
                </a:lnTo>
                <a:lnTo>
                  <a:pt x="1532238" y="101298"/>
                </a:lnTo>
                <a:lnTo>
                  <a:pt x="1532119" y="101811"/>
                </a:lnTo>
                <a:lnTo>
                  <a:pt x="1532010" y="102330"/>
                </a:lnTo>
                <a:lnTo>
                  <a:pt x="1531910" y="102855"/>
                </a:lnTo>
                <a:lnTo>
                  <a:pt x="1531819" y="103386"/>
                </a:lnTo>
                <a:lnTo>
                  <a:pt x="1531738" y="103922"/>
                </a:lnTo>
                <a:lnTo>
                  <a:pt x="1531667" y="104465"/>
                </a:lnTo>
                <a:lnTo>
                  <a:pt x="1531605" y="105013"/>
                </a:lnTo>
                <a:lnTo>
                  <a:pt x="1531552" y="105566"/>
                </a:lnTo>
                <a:lnTo>
                  <a:pt x="1531509" y="106126"/>
                </a:lnTo>
                <a:lnTo>
                  <a:pt x="1531476" y="106691"/>
                </a:lnTo>
                <a:lnTo>
                  <a:pt x="1531452" y="107262"/>
                </a:lnTo>
                <a:lnTo>
                  <a:pt x="1531438" y="107838"/>
                </a:lnTo>
                <a:lnTo>
                  <a:pt x="1531433" y="108421"/>
                </a:lnTo>
                <a:lnTo>
                  <a:pt x="1531439" y="109024"/>
                </a:lnTo>
                <a:lnTo>
                  <a:pt x="1531459" y="109622"/>
                </a:lnTo>
                <a:lnTo>
                  <a:pt x="1531491" y="110215"/>
                </a:lnTo>
                <a:lnTo>
                  <a:pt x="1531535" y="110804"/>
                </a:lnTo>
                <a:lnTo>
                  <a:pt x="1531593" y="111387"/>
                </a:lnTo>
                <a:lnTo>
                  <a:pt x="1531663" y="111965"/>
                </a:lnTo>
                <a:lnTo>
                  <a:pt x="1531746" y="112539"/>
                </a:lnTo>
                <a:lnTo>
                  <a:pt x="1531841" y="113108"/>
                </a:lnTo>
                <a:lnTo>
                  <a:pt x="1531950" y="113672"/>
                </a:lnTo>
                <a:lnTo>
                  <a:pt x="1532071" y="114230"/>
                </a:lnTo>
                <a:lnTo>
                  <a:pt x="1532205" y="114784"/>
                </a:lnTo>
                <a:lnTo>
                  <a:pt x="1532351" y="115333"/>
                </a:lnTo>
                <a:lnTo>
                  <a:pt x="1532511" y="115878"/>
                </a:lnTo>
                <a:lnTo>
                  <a:pt x="1532683" y="116417"/>
                </a:lnTo>
                <a:lnTo>
                  <a:pt x="1532868" y="116951"/>
                </a:lnTo>
                <a:lnTo>
                  <a:pt x="1533066" y="117481"/>
                </a:lnTo>
                <a:lnTo>
                  <a:pt x="1533276" y="118005"/>
                </a:lnTo>
                <a:lnTo>
                  <a:pt x="1533499" y="118525"/>
                </a:lnTo>
                <a:lnTo>
                  <a:pt x="1533735" y="119040"/>
                </a:lnTo>
                <a:lnTo>
                  <a:pt x="1533984" y="119549"/>
                </a:lnTo>
                <a:lnTo>
                  <a:pt x="1534245" y="120054"/>
                </a:lnTo>
                <a:lnTo>
                  <a:pt x="1534520" y="120554"/>
                </a:lnTo>
                <a:lnTo>
                  <a:pt x="1534807" y="121049"/>
                </a:lnTo>
                <a:lnTo>
                  <a:pt x="1535106" y="121540"/>
                </a:lnTo>
                <a:lnTo>
                  <a:pt x="1535418" y="122023"/>
                </a:lnTo>
                <a:lnTo>
                  <a:pt x="1535739" y="122499"/>
                </a:lnTo>
                <a:lnTo>
                  <a:pt x="1536071" y="122966"/>
                </a:lnTo>
                <a:lnTo>
                  <a:pt x="1536414" y="123424"/>
                </a:lnTo>
                <a:lnTo>
                  <a:pt x="1536767" y="123875"/>
                </a:lnTo>
                <a:lnTo>
                  <a:pt x="1537130" y="124317"/>
                </a:lnTo>
                <a:lnTo>
                  <a:pt x="1537503" y="124751"/>
                </a:lnTo>
                <a:lnTo>
                  <a:pt x="1537887" y="125177"/>
                </a:lnTo>
                <a:lnTo>
                  <a:pt x="1538281" y="125594"/>
                </a:lnTo>
                <a:lnTo>
                  <a:pt x="1538686" y="126004"/>
                </a:lnTo>
                <a:lnTo>
                  <a:pt x="1539101" y="126404"/>
                </a:lnTo>
                <a:lnTo>
                  <a:pt x="1539526" y="126797"/>
                </a:lnTo>
                <a:lnTo>
                  <a:pt x="1539962" y="127182"/>
                </a:lnTo>
                <a:lnTo>
                  <a:pt x="1540408" y="127558"/>
                </a:lnTo>
                <a:lnTo>
                  <a:pt x="1540865" y="127925"/>
                </a:lnTo>
                <a:lnTo>
                  <a:pt x="1541332" y="128285"/>
                </a:lnTo>
                <a:lnTo>
                  <a:pt x="1541809" y="128636"/>
                </a:lnTo>
                <a:lnTo>
                  <a:pt x="1542296" y="128979"/>
                </a:lnTo>
                <a:lnTo>
                  <a:pt x="1542794" y="129314"/>
                </a:lnTo>
                <a:lnTo>
                  <a:pt x="1543303" y="129641"/>
                </a:lnTo>
                <a:lnTo>
                  <a:pt x="1543821" y="129959"/>
                </a:lnTo>
                <a:lnTo>
                  <a:pt x="1544351" y="130269"/>
                </a:lnTo>
                <a:lnTo>
                  <a:pt x="1544890" y="130571"/>
                </a:lnTo>
                <a:lnTo>
                  <a:pt x="1545440" y="130864"/>
                </a:lnTo>
                <a:lnTo>
                  <a:pt x="1545999" y="131147"/>
                </a:lnTo>
                <a:lnTo>
                  <a:pt x="1546565" y="131418"/>
                </a:lnTo>
                <a:lnTo>
                  <a:pt x="1547140" y="131678"/>
                </a:lnTo>
                <a:lnTo>
                  <a:pt x="1547722" y="131925"/>
                </a:lnTo>
                <a:lnTo>
                  <a:pt x="1548311" y="132160"/>
                </a:lnTo>
                <a:lnTo>
                  <a:pt x="1548909" y="132383"/>
                </a:lnTo>
                <a:lnTo>
                  <a:pt x="1549514" y="132594"/>
                </a:lnTo>
                <a:lnTo>
                  <a:pt x="1550127" y="132792"/>
                </a:lnTo>
                <a:lnTo>
                  <a:pt x="1550747" y="132979"/>
                </a:lnTo>
                <a:lnTo>
                  <a:pt x="1551375" y="133154"/>
                </a:lnTo>
                <a:lnTo>
                  <a:pt x="1552011" y="133317"/>
                </a:lnTo>
                <a:lnTo>
                  <a:pt x="1552655" y="133467"/>
                </a:lnTo>
                <a:lnTo>
                  <a:pt x="1553306" y="133606"/>
                </a:lnTo>
                <a:lnTo>
                  <a:pt x="1553966" y="133733"/>
                </a:lnTo>
                <a:lnTo>
                  <a:pt x="1554632" y="133847"/>
                </a:lnTo>
                <a:lnTo>
                  <a:pt x="1555307" y="133950"/>
                </a:lnTo>
                <a:lnTo>
                  <a:pt x="1555989" y="134040"/>
                </a:lnTo>
                <a:lnTo>
                  <a:pt x="1556679" y="134118"/>
                </a:lnTo>
                <a:lnTo>
                  <a:pt x="1557377" y="134185"/>
                </a:lnTo>
                <a:lnTo>
                  <a:pt x="1558082" y="134239"/>
                </a:lnTo>
                <a:lnTo>
                  <a:pt x="1558795" y="134281"/>
                </a:lnTo>
                <a:lnTo>
                  <a:pt x="1559516" y="134311"/>
                </a:lnTo>
                <a:lnTo>
                  <a:pt x="1560244" y="134329"/>
                </a:lnTo>
                <a:lnTo>
                  <a:pt x="1560980" y="134335"/>
                </a:lnTo>
                <a:lnTo>
                  <a:pt x="1561570" y="134331"/>
                </a:lnTo>
                <a:lnTo>
                  <a:pt x="1562155" y="134318"/>
                </a:lnTo>
                <a:lnTo>
                  <a:pt x="1562734" y="134297"/>
                </a:lnTo>
                <a:lnTo>
                  <a:pt x="1563309" y="134267"/>
                </a:lnTo>
                <a:lnTo>
                  <a:pt x="1563879" y="134228"/>
                </a:lnTo>
                <a:lnTo>
                  <a:pt x="1564444" y="134181"/>
                </a:lnTo>
                <a:lnTo>
                  <a:pt x="1565004" y="134126"/>
                </a:lnTo>
                <a:lnTo>
                  <a:pt x="1565560" y="134062"/>
                </a:lnTo>
                <a:lnTo>
                  <a:pt x="1566110" y="133989"/>
                </a:lnTo>
                <a:lnTo>
                  <a:pt x="1566655" y="133908"/>
                </a:lnTo>
                <a:lnTo>
                  <a:pt x="1567196" y="133818"/>
                </a:lnTo>
                <a:lnTo>
                  <a:pt x="1567732" y="133720"/>
                </a:lnTo>
                <a:lnTo>
                  <a:pt x="1568262" y="133613"/>
                </a:lnTo>
                <a:lnTo>
                  <a:pt x="1568788" y="133497"/>
                </a:lnTo>
                <a:lnTo>
                  <a:pt x="1569309" y="133374"/>
                </a:lnTo>
                <a:lnTo>
                  <a:pt x="1569825" y="133241"/>
                </a:lnTo>
                <a:lnTo>
                  <a:pt x="1570336" y="133100"/>
                </a:lnTo>
                <a:lnTo>
                  <a:pt x="1570842" y="132950"/>
                </a:lnTo>
                <a:lnTo>
                  <a:pt x="1571343" y="132792"/>
                </a:lnTo>
                <a:lnTo>
                  <a:pt x="1571840" y="132625"/>
                </a:lnTo>
                <a:lnTo>
                  <a:pt x="1572331" y="132450"/>
                </a:lnTo>
                <a:lnTo>
                  <a:pt x="1572818" y="132266"/>
                </a:lnTo>
                <a:lnTo>
                  <a:pt x="1573299" y="132074"/>
                </a:lnTo>
                <a:lnTo>
                  <a:pt x="1573776" y="131873"/>
                </a:lnTo>
                <a:lnTo>
                  <a:pt x="1574248" y="131666"/>
                </a:lnTo>
                <a:lnTo>
                  <a:pt x="1574714" y="131454"/>
                </a:lnTo>
                <a:lnTo>
                  <a:pt x="1575175" y="131237"/>
                </a:lnTo>
                <a:lnTo>
                  <a:pt x="1575631" y="131016"/>
                </a:lnTo>
                <a:lnTo>
                  <a:pt x="1576081" y="130791"/>
                </a:lnTo>
                <a:lnTo>
                  <a:pt x="1576526" y="130561"/>
                </a:lnTo>
                <a:lnTo>
                  <a:pt x="1576966" y="130327"/>
                </a:lnTo>
                <a:lnTo>
                  <a:pt x="1577400" y="130088"/>
                </a:lnTo>
                <a:lnTo>
                  <a:pt x="1577829" y="129845"/>
                </a:lnTo>
                <a:lnTo>
                  <a:pt x="1578253" y="129597"/>
                </a:lnTo>
                <a:lnTo>
                  <a:pt x="1578671" y="129345"/>
                </a:lnTo>
                <a:lnTo>
                  <a:pt x="1579084" y="129088"/>
                </a:lnTo>
                <a:lnTo>
                  <a:pt x="1579492" y="128827"/>
                </a:lnTo>
                <a:lnTo>
                  <a:pt x="1579894" y="128561"/>
                </a:lnTo>
                <a:lnTo>
                  <a:pt x="1580291" y="128291"/>
                </a:lnTo>
                <a:lnTo>
                  <a:pt x="1580683" y="128016"/>
                </a:lnTo>
                <a:lnTo>
                  <a:pt x="1581070" y="127737"/>
                </a:lnTo>
                <a:lnTo>
                  <a:pt x="1581451" y="127453"/>
                </a:lnTo>
                <a:lnTo>
                  <a:pt x="1581826" y="127165"/>
                </a:lnTo>
                <a:lnTo>
                  <a:pt x="1582197" y="126872"/>
                </a:lnTo>
                <a:lnTo>
                  <a:pt x="1582562" y="126575"/>
                </a:lnTo>
                <a:lnTo>
                  <a:pt x="1582922" y="126274"/>
                </a:lnTo>
                <a:lnTo>
                  <a:pt x="1583276" y="125967"/>
                </a:lnTo>
                <a:lnTo>
                  <a:pt x="1583625" y="125657"/>
                </a:lnTo>
                <a:lnTo>
                  <a:pt x="1583969" y="125343"/>
                </a:lnTo>
                <a:lnTo>
                  <a:pt x="1584307" y="125029"/>
                </a:lnTo>
                <a:lnTo>
                  <a:pt x="1584639" y="124713"/>
                </a:lnTo>
                <a:lnTo>
                  <a:pt x="1584965" y="124395"/>
                </a:lnTo>
                <a:lnTo>
                  <a:pt x="1585286" y="124077"/>
                </a:lnTo>
                <a:lnTo>
                  <a:pt x="1585601" y="123757"/>
                </a:lnTo>
                <a:lnTo>
                  <a:pt x="1585862" y="123486"/>
                </a:lnTo>
                <a:lnTo>
                  <a:pt x="1585886" y="123697"/>
                </a:lnTo>
                <a:lnTo>
                  <a:pt x="1585927" y="124045"/>
                </a:lnTo>
                <a:lnTo>
                  <a:pt x="1585971" y="124395"/>
                </a:lnTo>
                <a:close/>
                <a:moveTo>
                  <a:pt x="1585195" y="108818"/>
                </a:moveTo>
                <a:lnTo>
                  <a:pt x="1585000" y="109163"/>
                </a:lnTo>
                <a:lnTo>
                  <a:pt x="1584796" y="109508"/>
                </a:lnTo>
                <a:lnTo>
                  <a:pt x="1584582" y="109854"/>
                </a:lnTo>
                <a:lnTo>
                  <a:pt x="1584358" y="110201"/>
                </a:lnTo>
                <a:lnTo>
                  <a:pt x="1584123" y="110548"/>
                </a:lnTo>
                <a:lnTo>
                  <a:pt x="1583879" y="110897"/>
                </a:lnTo>
                <a:lnTo>
                  <a:pt x="1583625" y="111246"/>
                </a:lnTo>
                <a:lnTo>
                  <a:pt x="1583363" y="111594"/>
                </a:lnTo>
                <a:lnTo>
                  <a:pt x="1583092" y="111937"/>
                </a:lnTo>
                <a:lnTo>
                  <a:pt x="1582815" y="112276"/>
                </a:lnTo>
                <a:lnTo>
                  <a:pt x="1582530" y="112610"/>
                </a:lnTo>
                <a:lnTo>
                  <a:pt x="1582237" y="112940"/>
                </a:lnTo>
                <a:lnTo>
                  <a:pt x="1581938" y="113265"/>
                </a:lnTo>
                <a:lnTo>
                  <a:pt x="1581630" y="113585"/>
                </a:lnTo>
                <a:lnTo>
                  <a:pt x="1581316" y="113902"/>
                </a:lnTo>
                <a:lnTo>
                  <a:pt x="1580993" y="114213"/>
                </a:lnTo>
                <a:lnTo>
                  <a:pt x="1580664" y="114521"/>
                </a:lnTo>
                <a:lnTo>
                  <a:pt x="1580327" y="114823"/>
                </a:lnTo>
                <a:lnTo>
                  <a:pt x="1579982" y="115122"/>
                </a:lnTo>
                <a:lnTo>
                  <a:pt x="1579630" y="115415"/>
                </a:lnTo>
                <a:lnTo>
                  <a:pt x="1579271" y="115705"/>
                </a:lnTo>
                <a:lnTo>
                  <a:pt x="1578904" y="115989"/>
                </a:lnTo>
                <a:lnTo>
                  <a:pt x="1578530" y="116270"/>
                </a:lnTo>
                <a:lnTo>
                  <a:pt x="1578149" y="116546"/>
                </a:lnTo>
                <a:lnTo>
                  <a:pt x="1577760" y="116817"/>
                </a:lnTo>
                <a:lnTo>
                  <a:pt x="1577363" y="117084"/>
                </a:lnTo>
                <a:lnTo>
                  <a:pt x="1576959" y="117346"/>
                </a:lnTo>
                <a:lnTo>
                  <a:pt x="1576548" y="117604"/>
                </a:lnTo>
                <a:lnTo>
                  <a:pt x="1576129" y="117857"/>
                </a:lnTo>
                <a:lnTo>
                  <a:pt x="1575703" y="118106"/>
                </a:lnTo>
                <a:lnTo>
                  <a:pt x="1575270" y="118351"/>
                </a:lnTo>
                <a:lnTo>
                  <a:pt x="1574830" y="118588"/>
                </a:lnTo>
                <a:lnTo>
                  <a:pt x="1574384" y="118815"/>
                </a:lnTo>
                <a:lnTo>
                  <a:pt x="1573933" y="119032"/>
                </a:lnTo>
                <a:lnTo>
                  <a:pt x="1573476" y="119239"/>
                </a:lnTo>
                <a:lnTo>
                  <a:pt x="1573013" y="119436"/>
                </a:lnTo>
                <a:lnTo>
                  <a:pt x="1572545" y="119622"/>
                </a:lnTo>
                <a:lnTo>
                  <a:pt x="1572071" y="119799"/>
                </a:lnTo>
                <a:lnTo>
                  <a:pt x="1571592" y="119965"/>
                </a:lnTo>
                <a:lnTo>
                  <a:pt x="1571107" y="120122"/>
                </a:lnTo>
                <a:lnTo>
                  <a:pt x="1570616" y="120268"/>
                </a:lnTo>
                <a:lnTo>
                  <a:pt x="1570120" y="120404"/>
                </a:lnTo>
                <a:lnTo>
                  <a:pt x="1569619" y="120530"/>
                </a:lnTo>
                <a:lnTo>
                  <a:pt x="1569111" y="120646"/>
                </a:lnTo>
                <a:lnTo>
                  <a:pt x="1568598" y="120752"/>
                </a:lnTo>
                <a:lnTo>
                  <a:pt x="1568080" y="120848"/>
                </a:lnTo>
                <a:lnTo>
                  <a:pt x="1567555" y="120934"/>
                </a:lnTo>
                <a:lnTo>
                  <a:pt x="1567026" y="121010"/>
                </a:lnTo>
                <a:lnTo>
                  <a:pt x="1566490" y="121075"/>
                </a:lnTo>
                <a:lnTo>
                  <a:pt x="1565949" y="121131"/>
                </a:lnTo>
                <a:lnTo>
                  <a:pt x="1565403" y="121176"/>
                </a:lnTo>
                <a:lnTo>
                  <a:pt x="1564850" y="121212"/>
                </a:lnTo>
                <a:lnTo>
                  <a:pt x="1564293" y="121237"/>
                </a:lnTo>
                <a:lnTo>
                  <a:pt x="1563729" y="121252"/>
                </a:lnTo>
                <a:lnTo>
                  <a:pt x="1563160" y="121257"/>
                </a:lnTo>
                <a:lnTo>
                  <a:pt x="1562706" y="121254"/>
                </a:lnTo>
                <a:lnTo>
                  <a:pt x="1562257" y="121243"/>
                </a:lnTo>
                <a:lnTo>
                  <a:pt x="1561815" y="121226"/>
                </a:lnTo>
                <a:lnTo>
                  <a:pt x="1561378" y="121202"/>
                </a:lnTo>
                <a:lnTo>
                  <a:pt x="1560948" y="121171"/>
                </a:lnTo>
                <a:lnTo>
                  <a:pt x="1560524" y="121133"/>
                </a:lnTo>
                <a:lnTo>
                  <a:pt x="1560105" y="121089"/>
                </a:lnTo>
                <a:lnTo>
                  <a:pt x="1559693" y="121037"/>
                </a:lnTo>
                <a:lnTo>
                  <a:pt x="1559287" y="120979"/>
                </a:lnTo>
                <a:lnTo>
                  <a:pt x="1558887" y="120914"/>
                </a:lnTo>
                <a:lnTo>
                  <a:pt x="1558493" y="120842"/>
                </a:lnTo>
                <a:lnTo>
                  <a:pt x="1558104" y="120763"/>
                </a:lnTo>
                <a:lnTo>
                  <a:pt x="1557722" y="120677"/>
                </a:lnTo>
                <a:lnTo>
                  <a:pt x="1557346" y="120584"/>
                </a:lnTo>
                <a:lnTo>
                  <a:pt x="1556976" y="120484"/>
                </a:lnTo>
                <a:lnTo>
                  <a:pt x="1556612" y="120378"/>
                </a:lnTo>
                <a:lnTo>
                  <a:pt x="1556254" y="120265"/>
                </a:lnTo>
                <a:lnTo>
                  <a:pt x="1555902" y="120144"/>
                </a:lnTo>
                <a:lnTo>
                  <a:pt x="1555556" y="120017"/>
                </a:lnTo>
                <a:lnTo>
                  <a:pt x="1555216" y="119883"/>
                </a:lnTo>
                <a:lnTo>
                  <a:pt x="1554882" y="119743"/>
                </a:lnTo>
                <a:lnTo>
                  <a:pt x="1554554" y="119595"/>
                </a:lnTo>
                <a:lnTo>
                  <a:pt x="1554232" y="119441"/>
                </a:lnTo>
                <a:lnTo>
                  <a:pt x="1553917" y="119279"/>
                </a:lnTo>
                <a:lnTo>
                  <a:pt x="1553607" y="119112"/>
                </a:lnTo>
                <a:lnTo>
                  <a:pt x="1553304" y="118940"/>
                </a:lnTo>
                <a:lnTo>
                  <a:pt x="1553008" y="118763"/>
                </a:lnTo>
                <a:lnTo>
                  <a:pt x="1552718" y="118581"/>
                </a:lnTo>
                <a:lnTo>
                  <a:pt x="1552435" y="118394"/>
                </a:lnTo>
                <a:lnTo>
                  <a:pt x="1552158" y="118202"/>
                </a:lnTo>
                <a:lnTo>
                  <a:pt x="1551888" y="118005"/>
                </a:lnTo>
                <a:lnTo>
                  <a:pt x="1551625" y="117804"/>
                </a:lnTo>
                <a:lnTo>
                  <a:pt x="1551368" y="117597"/>
                </a:lnTo>
                <a:lnTo>
                  <a:pt x="1551118" y="117386"/>
                </a:lnTo>
                <a:lnTo>
                  <a:pt x="1550874" y="117169"/>
                </a:lnTo>
                <a:lnTo>
                  <a:pt x="1550637" y="116948"/>
                </a:lnTo>
                <a:lnTo>
                  <a:pt x="1550406" y="116722"/>
                </a:lnTo>
                <a:lnTo>
                  <a:pt x="1550182" y="116491"/>
                </a:lnTo>
                <a:lnTo>
                  <a:pt x="1549965" y="116255"/>
                </a:lnTo>
                <a:lnTo>
                  <a:pt x="1549754" y="116014"/>
                </a:lnTo>
                <a:lnTo>
                  <a:pt x="1549550" y="115768"/>
                </a:lnTo>
                <a:lnTo>
                  <a:pt x="1549353" y="115518"/>
                </a:lnTo>
                <a:lnTo>
                  <a:pt x="1549162" y="115262"/>
                </a:lnTo>
                <a:lnTo>
                  <a:pt x="1548977" y="115002"/>
                </a:lnTo>
                <a:lnTo>
                  <a:pt x="1548800" y="114736"/>
                </a:lnTo>
                <a:lnTo>
                  <a:pt x="1548628" y="114466"/>
                </a:lnTo>
                <a:lnTo>
                  <a:pt x="1548464" y="114191"/>
                </a:lnTo>
                <a:lnTo>
                  <a:pt x="1548306" y="113911"/>
                </a:lnTo>
                <a:lnTo>
                  <a:pt x="1548154" y="113627"/>
                </a:lnTo>
                <a:lnTo>
                  <a:pt x="1548009" y="113340"/>
                </a:lnTo>
                <a:lnTo>
                  <a:pt x="1547871" y="113052"/>
                </a:lnTo>
                <a:lnTo>
                  <a:pt x="1547738" y="112760"/>
                </a:lnTo>
                <a:lnTo>
                  <a:pt x="1547613" y="112466"/>
                </a:lnTo>
                <a:lnTo>
                  <a:pt x="1547493" y="112170"/>
                </a:lnTo>
                <a:lnTo>
                  <a:pt x="1547381" y="111871"/>
                </a:lnTo>
                <a:lnTo>
                  <a:pt x="1547274" y="111569"/>
                </a:lnTo>
                <a:lnTo>
                  <a:pt x="1547174" y="111265"/>
                </a:lnTo>
                <a:lnTo>
                  <a:pt x="1547081" y="110959"/>
                </a:lnTo>
                <a:lnTo>
                  <a:pt x="1546994" y="110650"/>
                </a:lnTo>
                <a:lnTo>
                  <a:pt x="1546913" y="110338"/>
                </a:lnTo>
                <a:lnTo>
                  <a:pt x="1546839" y="110024"/>
                </a:lnTo>
                <a:lnTo>
                  <a:pt x="1546771" y="109708"/>
                </a:lnTo>
                <a:lnTo>
                  <a:pt x="1546710" y="109388"/>
                </a:lnTo>
                <a:lnTo>
                  <a:pt x="1546655" y="109067"/>
                </a:lnTo>
                <a:lnTo>
                  <a:pt x="1546607" y="108743"/>
                </a:lnTo>
                <a:lnTo>
                  <a:pt x="1546565" y="108416"/>
                </a:lnTo>
                <a:lnTo>
                  <a:pt x="1546530" y="108087"/>
                </a:lnTo>
                <a:lnTo>
                  <a:pt x="1546501" y="107755"/>
                </a:lnTo>
                <a:lnTo>
                  <a:pt x="1546478" y="107421"/>
                </a:lnTo>
                <a:lnTo>
                  <a:pt x="1546462" y="107084"/>
                </a:lnTo>
                <a:lnTo>
                  <a:pt x="1546452" y="106744"/>
                </a:lnTo>
                <a:lnTo>
                  <a:pt x="1546449" y="106403"/>
                </a:lnTo>
                <a:lnTo>
                  <a:pt x="1546452" y="106068"/>
                </a:lnTo>
                <a:lnTo>
                  <a:pt x="1546461" y="105737"/>
                </a:lnTo>
                <a:lnTo>
                  <a:pt x="1546477" y="105409"/>
                </a:lnTo>
                <a:lnTo>
                  <a:pt x="1546498" y="105085"/>
                </a:lnTo>
                <a:lnTo>
                  <a:pt x="1546526" y="104765"/>
                </a:lnTo>
                <a:lnTo>
                  <a:pt x="1546560" y="104447"/>
                </a:lnTo>
                <a:lnTo>
                  <a:pt x="1546600" y="104134"/>
                </a:lnTo>
                <a:lnTo>
                  <a:pt x="1546646" y="103824"/>
                </a:lnTo>
                <a:lnTo>
                  <a:pt x="1546699" y="103517"/>
                </a:lnTo>
                <a:lnTo>
                  <a:pt x="1546757" y="103214"/>
                </a:lnTo>
                <a:lnTo>
                  <a:pt x="1546822" y="102914"/>
                </a:lnTo>
                <a:lnTo>
                  <a:pt x="1546893" y="102618"/>
                </a:lnTo>
                <a:lnTo>
                  <a:pt x="1546970" y="102326"/>
                </a:lnTo>
                <a:lnTo>
                  <a:pt x="1547053" y="102037"/>
                </a:lnTo>
                <a:lnTo>
                  <a:pt x="1547143" y="101751"/>
                </a:lnTo>
                <a:lnTo>
                  <a:pt x="1547238" y="101469"/>
                </a:lnTo>
                <a:lnTo>
                  <a:pt x="1547340" y="101191"/>
                </a:lnTo>
                <a:lnTo>
                  <a:pt x="1547448" y="100915"/>
                </a:lnTo>
                <a:lnTo>
                  <a:pt x="1547562" y="100644"/>
                </a:lnTo>
                <a:lnTo>
                  <a:pt x="1547682" y="100376"/>
                </a:lnTo>
                <a:lnTo>
                  <a:pt x="1547809" y="100111"/>
                </a:lnTo>
                <a:lnTo>
                  <a:pt x="1547941" y="99850"/>
                </a:lnTo>
                <a:lnTo>
                  <a:pt x="1548080" y="99593"/>
                </a:lnTo>
                <a:lnTo>
                  <a:pt x="1548225" y="99339"/>
                </a:lnTo>
                <a:lnTo>
                  <a:pt x="1548376" y="99088"/>
                </a:lnTo>
                <a:lnTo>
                  <a:pt x="1548532" y="98841"/>
                </a:lnTo>
                <a:lnTo>
                  <a:pt x="1548694" y="98598"/>
                </a:lnTo>
                <a:lnTo>
                  <a:pt x="1548862" y="98358"/>
                </a:lnTo>
                <a:lnTo>
                  <a:pt x="1549035" y="98121"/>
                </a:lnTo>
                <a:lnTo>
                  <a:pt x="1549214" y="97888"/>
                </a:lnTo>
                <a:lnTo>
                  <a:pt x="1549398" y="97659"/>
                </a:lnTo>
                <a:lnTo>
                  <a:pt x="1549588" y="97433"/>
                </a:lnTo>
                <a:lnTo>
                  <a:pt x="1549784" y="97210"/>
                </a:lnTo>
                <a:lnTo>
                  <a:pt x="1549985" y="96991"/>
                </a:lnTo>
                <a:lnTo>
                  <a:pt x="1550192" y="96776"/>
                </a:lnTo>
                <a:lnTo>
                  <a:pt x="1550405" y="96564"/>
                </a:lnTo>
                <a:lnTo>
                  <a:pt x="1550623" y="96355"/>
                </a:lnTo>
                <a:lnTo>
                  <a:pt x="1550847" y="96150"/>
                </a:lnTo>
                <a:lnTo>
                  <a:pt x="1551076" y="95949"/>
                </a:lnTo>
                <a:lnTo>
                  <a:pt x="1551311" y="95751"/>
                </a:lnTo>
                <a:lnTo>
                  <a:pt x="1551551" y="95556"/>
                </a:lnTo>
                <a:lnTo>
                  <a:pt x="1551797" y="95365"/>
                </a:lnTo>
                <a:lnTo>
                  <a:pt x="1552049" y="95178"/>
                </a:lnTo>
                <a:lnTo>
                  <a:pt x="1552306" y="94994"/>
                </a:lnTo>
                <a:lnTo>
                  <a:pt x="1552569" y="94813"/>
                </a:lnTo>
                <a:lnTo>
                  <a:pt x="1552838" y="94636"/>
                </a:lnTo>
                <a:lnTo>
                  <a:pt x="1553112" y="94463"/>
                </a:lnTo>
                <a:lnTo>
                  <a:pt x="1553392" y="94293"/>
                </a:lnTo>
                <a:lnTo>
                  <a:pt x="1553677" y="94127"/>
                </a:lnTo>
                <a:lnTo>
                  <a:pt x="1553968" y="93964"/>
                </a:lnTo>
                <a:lnTo>
                  <a:pt x="1554265" y="93804"/>
                </a:lnTo>
                <a:lnTo>
                  <a:pt x="1554567" y="93648"/>
                </a:lnTo>
                <a:lnTo>
                  <a:pt x="1554875" y="93496"/>
                </a:lnTo>
                <a:lnTo>
                  <a:pt x="1555188" y="93347"/>
                </a:lnTo>
                <a:lnTo>
                  <a:pt x="1555507" y="93202"/>
                </a:lnTo>
                <a:lnTo>
                  <a:pt x="1555832" y="93060"/>
                </a:lnTo>
                <a:lnTo>
                  <a:pt x="1556162" y="92921"/>
                </a:lnTo>
                <a:lnTo>
                  <a:pt x="1556498" y="92786"/>
                </a:lnTo>
                <a:lnTo>
                  <a:pt x="1556839" y="92655"/>
                </a:lnTo>
                <a:lnTo>
                  <a:pt x="1557186" y="92527"/>
                </a:lnTo>
                <a:lnTo>
                  <a:pt x="1557539" y="92403"/>
                </a:lnTo>
                <a:lnTo>
                  <a:pt x="1557897" y="92282"/>
                </a:lnTo>
                <a:lnTo>
                  <a:pt x="1558261" y="92164"/>
                </a:lnTo>
                <a:lnTo>
                  <a:pt x="1558630" y="92051"/>
                </a:lnTo>
                <a:lnTo>
                  <a:pt x="1559005" y="91940"/>
                </a:lnTo>
                <a:lnTo>
                  <a:pt x="1559386" y="91833"/>
                </a:lnTo>
                <a:lnTo>
                  <a:pt x="1559772" y="91730"/>
                </a:lnTo>
                <a:lnTo>
                  <a:pt x="1560164" y="91630"/>
                </a:lnTo>
                <a:lnTo>
                  <a:pt x="1560562" y="91534"/>
                </a:lnTo>
                <a:lnTo>
                  <a:pt x="1560965" y="91441"/>
                </a:lnTo>
                <a:lnTo>
                  <a:pt x="1561373" y="91352"/>
                </a:lnTo>
                <a:lnTo>
                  <a:pt x="1561788" y="91266"/>
                </a:lnTo>
                <a:lnTo>
                  <a:pt x="1562207" y="91183"/>
                </a:lnTo>
                <a:lnTo>
                  <a:pt x="1562631" y="91105"/>
                </a:lnTo>
                <a:lnTo>
                  <a:pt x="1563060" y="91029"/>
                </a:lnTo>
                <a:lnTo>
                  <a:pt x="1563494" y="90957"/>
                </a:lnTo>
                <a:lnTo>
                  <a:pt x="1563933" y="90889"/>
                </a:lnTo>
                <a:lnTo>
                  <a:pt x="1564376" y="90824"/>
                </a:lnTo>
                <a:lnTo>
                  <a:pt x="1564824" y="90763"/>
                </a:lnTo>
                <a:lnTo>
                  <a:pt x="1565277" y="90705"/>
                </a:lnTo>
                <a:lnTo>
                  <a:pt x="1565735" y="90651"/>
                </a:lnTo>
                <a:lnTo>
                  <a:pt x="1566197" y="90600"/>
                </a:lnTo>
                <a:lnTo>
                  <a:pt x="1566664" y="90553"/>
                </a:lnTo>
                <a:lnTo>
                  <a:pt x="1567136" y="90509"/>
                </a:lnTo>
                <a:lnTo>
                  <a:pt x="1567613" y="90469"/>
                </a:lnTo>
                <a:lnTo>
                  <a:pt x="1568094" y="90432"/>
                </a:lnTo>
                <a:lnTo>
                  <a:pt x="1568580" y="90398"/>
                </a:lnTo>
                <a:lnTo>
                  <a:pt x="1569071" y="90369"/>
                </a:lnTo>
                <a:lnTo>
                  <a:pt x="1569567" y="90342"/>
                </a:lnTo>
                <a:lnTo>
                  <a:pt x="1570068" y="90320"/>
                </a:lnTo>
                <a:lnTo>
                  <a:pt x="1570573" y="90300"/>
                </a:lnTo>
                <a:lnTo>
                  <a:pt x="1571083" y="90285"/>
                </a:lnTo>
                <a:lnTo>
                  <a:pt x="1571598" y="90272"/>
                </a:lnTo>
                <a:lnTo>
                  <a:pt x="1572117" y="90264"/>
                </a:lnTo>
                <a:lnTo>
                  <a:pt x="1572642" y="90258"/>
                </a:lnTo>
                <a:lnTo>
                  <a:pt x="1573171" y="90257"/>
                </a:lnTo>
                <a:lnTo>
                  <a:pt x="1585522" y="90257"/>
                </a:lnTo>
                <a:lnTo>
                  <a:pt x="1585522" y="108193"/>
                </a:lnTo>
                <a:lnTo>
                  <a:pt x="1585379" y="108475"/>
                </a:lnTo>
                <a:lnTo>
                  <a:pt x="1585195" y="108818"/>
                </a:lnTo>
                <a:close/>
                <a:moveTo>
                  <a:pt x="1236983" y="83449"/>
                </a:moveTo>
                <a:lnTo>
                  <a:pt x="1236950" y="82705"/>
                </a:lnTo>
                <a:lnTo>
                  <a:pt x="1236910" y="81966"/>
                </a:lnTo>
                <a:lnTo>
                  <a:pt x="1236863" y="81233"/>
                </a:lnTo>
                <a:lnTo>
                  <a:pt x="1236808" y="80504"/>
                </a:lnTo>
                <a:lnTo>
                  <a:pt x="1236746" y="79780"/>
                </a:lnTo>
                <a:lnTo>
                  <a:pt x="1236677" y="79060"/>
                </a:lnTo>
                <a:lnTo>
                  <a:pt x="1236600" y="78346"/>
                </a:lnTo>
                <a:lnTo>
                  <a:pt x="1236516" y="77637"/>
                </a:lnTo>
                <a:lnTo>
                  <a:pt x="1236425" y="76932"/>
                </a:lnTo>
                <a:lnTo>
                  <a:pt x="1236327" y="76233"/>
                </a:lnTo>
                <a:lnTo>
                  <a:pt x="1236221" y="75538"/>
                </a:lnTo>
                <a:lnTo>
                  <a:pt x="1236108" y="74848"/>
                </a:lnTo>
                <a:lnTo>
                  <a:pt x="1235988" y="74163"/>
                </a:lnTo>
                <a:lnTo>
                  <a:pt x="1235860" y="73483"/>
                </a:lnTo>
                <a:lnTo>
                  <a:pt x="1235726" y="72808"/>
                </a:lnTo>
                <a:lnTo>
                  <a:pt x="1235584" y="72138"/>
                </a:lnTo>
                <a:lnTo>
                  <a:pt x="1235434" y="71473"/>
                </a:lnTo>
                <a:lnTo>
                  <a:pt x="1235277" y="70812"/>
                </a:lnTo>
                <a:lnTo>
                  <a:pt x="1235113" y="70157"/>
                </a:lnTo>
                <a:lnTo>
                  <a:pt x="1234942" y="69506"/>
                </a:lnTo>
                <a:lnTo>
                  <a:pt x="1234763" y="68862"/>
                </a:lnTo>
                <a:lnTo>
                  <a:pt x="1234577" y="68224"/>
                </a:lnTo>
                <a:lnTo>
                  <a:pt x="1234382" y="67593"/>
                </a:lnTo>
                <a:lnTo>
                  <a:pt x="1234180" y="66970"/>
                </a:lnTo>
                <a:lnTo>
                  <a:pt x="1233969" y="66353"/>
                </a:lnTo>
                <a:lnTo>
                  <a:pt x="1233751" y="65743"/>
                </a:lnTo>
                <a:lnTo>
                  <a:pt x="1233525" y="65141"/>
                </a:lnTo>
                <a:lnTo>
                  <a:pt x="1233292" y="64545"/>
                </a:lnTo>
                <a:lnTo>
                  <a:pt x="1233050" y="63956"/>
                </a:lnTo>
                <a:lnTo>
                  <a:pt x="1232801" y="63375"/>
                </a:lnTo>
                <a:lnTo>
                  <a:pt x="1232543" y="62800"/>
                </a:lnTo>
                <a:lnTo>
                  <a:pt x="1232278" y="62232"/>
                </a:lnTo>
                <a:lnTo>
                  <a:pt x="1232005" y="61672"/>
                </a:lnTo>
                <a:lnTo>
                  <a:pt x="1231724" y="61118"/>
                </a:lnTo>
                <a:lnTo>
                  <a:pt x="1231435" y="60571"/>
                </a:lnTo>
                <a:lnTo>
                  <a:pt x="1231139" y="60032"/>
                </a:lnTo>
                <a:lnTo>
                  <a:pt x="1230834" y="59499"/>
                </a:lnTo>
                <a:lnTo>
                  <a:pt x="1230522" y="58973"/>
                </a:lnTo>
                <a:lnTo>
                  <a:pt x="1230202" y="58455"/>
                </a:lnTo>
                <a:lnTo>
                  <a:pt x="1229874" y="57943"/>
                </a:lnTo>
                <a:lnTo>
                  <a:pt x="1229538" y="57438"/>
                </a:lnTo>
                <a:lnTo>
                  <a:pt x="1229195" y="56941"/>
                </a:lnTo>
                <a:lnTo>
                  <a:pt x="1228843" y="56450"/>
                </a:lnTo>
                <a:lnTo>
                  <a:pt x="1228484" y="55966"/>
                </a:lnTo>
                <a:lnTo>
                  <a:pt x="1228116" y="55491"/>
                </a:lnTo>
                <a:lnTo>
                  <a:pt x="1227740" y="55024"/>
                </a:lnTo>
                <a:lnTo>
                  <a:pt x="1227355" y="54565"/>
                </a:lnTo>
                <a:lnTo>
                  <a:pt x="1226962" y="54116"/>
                </a:lnTo>
                <a:lnTo>
                  <a:pt x="1226560" y="53676"/>
                </a:lnTo>
                <a:lnTo>
                  <a:pt x="1226150" y="53244"/>
                </a:lnTo>
                <a:lnTo>
                  <a:pt x="1225731" y="52821"/>
                </a:lnTo>
                <a:lnTo>
                  <a:pt x="1225304" y="52407"/>
                </a:lnTo>
                <a:lnTo>
                  <a:pt x="1224868" y="52002"/>
                </a:lnTo>
                <a:lnTo>
                  <a:pt x="1224423" y="51605"/>
                </a:lnTo>
                <a:lnTo>
                  <a:pt x="1223970" y="51218"/>
                </a:lnTo>
                <a:lnTo>
                  <a:pt x="1223509" y="50839"/>
                </a:lnTo>
                <a:lnTo>
                  <a:pt x="1223039" y="50469"/>
                </a:lnTo>
                <a:lnTo>
                  <a:pt x="1222560" y="50107"/>
                </a:lnTo>
                <a:lnTo>
                  <a:pt x="1222073" y="49755"/>
                </a:lnTo>
                <a:lnTo>
                  <a:pt x="1221577" y="49411"/>
                </a:lnTo>
                <a:lnTo>
                  <a:pt x="1221072" y="49077"/>
                </a:lnTo>
                <a:lnTo>
                  <a:pt x="1220560" y="48751"/>
                </a:lnTo>
                <a:lnTo>
                  <a:pt x="1220038" y="48434"/>
                </a:lnTo>
                <a:lnTo>
                  <a:pt x="1219508" y="48125"/>
                </a:lnTo>
                <a:lnTo>
                  <a:pt x="1218970" y="47826"/>
                </a:lnTo>
                <a:lnTo>
                  <a:pt x="1218422" y="47535"/>
                </a:lnTo>
                <a:lnTo>
                  <a:pt x="1217867" y="47253"/>
                </a:lnTo>
                <a:lnTo>
                  <a:pt x="1217303" y="46980"/>
                </a:lnTo>
                <a:lnTo>
                  <a:pt x="1216730" y="46717"/>
                </a:lnTo>
                <a:lnTo>
                  <a:pt x="1216148" y="46465"/>
                </a:lnTo>
                <a:lnTo>
                  <a:pt x="1215557" y="46224"/>
                </a:lnTo>
                <a:lnTo>
                  <a:pt x="1214958" y="45995"/>
                </a:lnTo>
                <a:lnTo>
                  <a:pt x="1214350" y="45777"/>
                </a:lnTo>
                <a:lnTo>
                  <a:pt x="1213733" y="45569"/>
                </a:lnTo>
                <a:lnTo>
                  <a:pt x="1213107" y="45374"/>
                </a:lnTo>
                <a:lnTo>
                  <a:pt x="1212472" y="45189"/>
                </a:lnTo>
                <a:lnTo>
                  <a:pt x="1211829" y="45015"/>
                </a:lnTo>
                <a:lnTo>
                  <a:pt x="1211176" y="44853"/>
                </a:lnTo>
                <a:lnTo>
                  <a:pt x="1210515" y="44702"/>
                </a:lnTo>
                <a:lnTo>
                  <a:pt x="1209845" y="44562"/>
                </a:lnTo>
                <a:lnTo>
                  <a:pt x="1209166" y="44433"/>
                </a:lnTo>
                <a:lnTo>
                  <a:pt x="1208479" y="44316"/>
                </a:lnTo>
                <a:lnTo>
                  <a:pt x="1207782" y="44209"/>
                </a:lnTo>
                <a:lnTo>
                  <a:pt x="1207077" y="44114"/>
                </a:lnTo>
                <a:lnTo>
                  <a:pt x="1206363" y="44030"/>
                </a:lnTo>
                <a:lnTo>
                  <a:pt x="1205640" y="43957"/>
                </a:lnTo>
                <a:lnTo>
                  <a:pt x="1204908" y="43896"/>
                </a:lnTo>
                <a:lnTo>
                  <a:pt x="1204167" y="43845"/>
                </a:lnTo>
                <a:lnTo>
                  <a:pt x="1203418" y="43806"/>
                </a:lnTo>
                <a:lnTo>
                  <a:pt x="1202659" y="43778"/>
                </a:lnTo>
                <a:lnTo>
                  <a:pt x="1201892" y="43761"/>
                </a:lnTo>
                <a:lnTo>
                  <a:pt x="1201116" y="43756"/>
                </a:lnTo>
                <a:lnTo>
                  <a:pt x="1200505" y="43761"/>
                </a:lnTo>
                <a:lnTo>
                  <a:pt x="1199895" y="43777"/>
                </a:lnTo>
                <a:lnTo>
                  <a:pt x="1199287" y="43803"/>
                </a:lnTo>
                <a:lnTo>
                  <a:pt x="1198681" y="43839"/>
                </a:lnTo>
                <a:lnTo>
                  <a:pt x="1198076" y="43886"/>
                </a:lnTo>
                <a:lnTo>
                  <a:pt x="1197473" y="43943"/>
                </a:lnTo>
                <a:lnTo>
                  <a:pt x="1196872" y="44010"/>
                </a:lnTo>
                <a:lnTo>
                  <a:pt x="1196272" y="44088"/>
                </a:lnTo>
                <a:lnTo>
                  <a:pt x="1195674" y="44176"/>
                </a:lnTo>
                <a:lnTo>
                  <a:pt x="1195078" y="44274"/>
                </a:lnTo>
                <a:lnTo>
                  <a:pt x="1194484" y="44383"/>
                </a:lnTo>
                <a:lnTo>
                  <a:pt x="1193891" y="44503"/>
                </a:lnTo>
                <a:lnTo>
                  <a:pt x="1193300" y="44632"/>
                </a:lnTo>
                <a:lnTo>
                  <a:pt x="1192710" y="44772"/>
                </a:lnTo>
                <a:lnTo>
                  <a:pt x="1192122" y="44923"/>
                </a:lnTo>
                <a:lnTo>
                  <a:pt x="1191536" y="45083"/>
                </a:lnTo>
                <a:lnTo>
                  <a:pt x="1190952" y="45255"/>
                </a:lnTo>
                <a:lnTo>
                  <a:pt x="1190369" y="45436"/>
                </a:lnTo>
                <a:lnTo>
                  <a:pt x="1189788" y="45628"/>
                </a:lnTo>
                <a:lnTo>
                  <a:pt x="1189208" y="45830"/>
                </a:lnTo>
                <a:lnTo>
                  <a:pt x="1188631" y="46043"/>
                </a:lnTo>
                <a:lnTo>
                  <a:pt x="1188055" y="46266"/>
                </a:lnTo>
                <a:lnTo>
                  <a:pt x="1187480" y="46499"/>
                </a:lnTo>
                <a:lnTo>
                  <a:pt x="1186908" y="46743"/>
                </a:lnTo>
                <a:lnTo>
                  <a:pt x="1186338" y="46997"/>
                </a:lnTo>
                <a:lnTo>
                  <a:pt x="1185774" y="47260"/>
                </a:lnTo>
                <a:lnTo>
                  <a:pt x="1185215" y="47534"/>
                </a:lnTo>
                <a:lnTo>
                  <a:pt x="1184661" y="47817"/>
                </a:lnTo>
                <a:lnTo>
                  <a:pt x="1184111" y="48110"/>
                </a:lnTo>
                <a:lnTo>
                  <a:pt x="1183567" y="48413"/>
                </a:lnTo>
                <a:lnTo>
                  <a:pt x="1183028" y="48726"/>
                </a:lnTo>
                <a:lnTo>
                  <a:pt x="1182494" y="49048"/>
                </a:lnTo>
                <a:lnTo>
                  <a:pt x="1181965" y="49380"/>
                </a:lnTo>
                <a:lnTo>
                  <a:pt x="1181441" y="49723"/>
                </a:lnTo>
                <a:lnTo>
                  <a:pt x="1180923" y="50075"/>
                </a:lnTo>
                <a:lnTo>
                  <a:pt x="1180409" y="50436"/>
                </a:lnTo>
                <a:lnTo>
                  <a:pt x="1179900" y="50808"/>
                </a:lnTo>
                <a:lnTo>
                  <a:pt x="1179396" y="51189"/>
                </a:lnTo>
                <a:lnTo>
                  <a:pt x="1178898" y="51580"/>
                </a:lnTo>
                <a:lnTo>
                  <a:pt x="1178404" y="51981"/>
                </a:lnTo>
                <a:lnTo>
                  <a:pt x="1177915" y="52392"/>
                </a:lnTo>
                <a:lnTo>
                  <a:pt x="1177432" y="52813"/>
                </a:lnTo>
                <a:lnTo>
                  <a:pt x="1176953" y="53243"/>
                </a:lnTo>
                <a:lnTo>
                  <a:pt x="1176480" y="53683"/>
                </a:lnTo>
                <a:lnTo>
                  <a:pt x="1176012" y="54133"/>
                </a:lnTo>
                <a:lnTo>
                  <a:pt x="1175548" y="54593"/>
                </a:lnTo>
                <a:lnTo>
                  <a:pt x="1175090" y="55063"/>
                </a:lnTo>
                <a:lnTo>
                  <a:pt x="1174637" y="55542"/>
                </a:lnTo>
                <a:lnTo>
                  <a:pt x="1174190" y="56031"/>
                </a:lnTo>
                <a:lnTo>
                  <a:pt x="1173751" y="56529"/>
                </a:lnTo>
                <a:lnTo>
                  <a:pt x="1173320" y="57035"/>
                </a:lnTo>
                <a:lnTo>
                  <a:pt x="1172896" y="57551"/>
                </a:lnTo>
                <a:lnTo>
                  <a:pt x="1172481" y="58075"/>
                </a:lnTo>
                <a:lnTo>
                  <a:pt x="1172073" y="58608"/>
                </a:lnTo>
                <a:lnTo>
                  <a:pt x="1171674" y="59150"/>
                </a:lnTo>
                <a:lnTo>
                  <a:pt x="1171282" y="59700"/>
                </a:lnTo>
                <a:lnTo>
                  <a:pt x="1170898" y="60260"/>
                </a:lnTo>
                <a:lnTo>
                  <a:pt x="1170522" y="60828"/>
                </a:lnTo>
                <a:lnTo>
                  <a:pt x="1170153" y="61405"/>
                </a:lnTo>
                <a:lnTo>
                  <a:pt x="1169793" y="61991"/>
                </a:lnTo>
                <a:lnTo>
                  <a:pt x="1169440" y="62586"/>
                </a:lnTo>
                <a:lnTo>
                  <a:pt x="1169095" y="63189"/>
                </a:lnTo>
                <a:lnTo>
                  <a:pt x="1168758" y="63802"/>
                </a:lnTo>
                <a:lnTo>
                  <a:pt x="1168429" y="64423"/>
                </a:lnTo>
                <a:lnTo>
                  <a:pt x="1168108" y="65053"/>
                </a:lnTo>
                <a:lnTo>
                  <a:pt x="1167795" y="65692"/>
                </a:lnTo>
                <a:lnTo>
                  <a:pt x="1167489" y="66340"/>
                </a:lnTo>
                <a:lnTo>
                  <a:pt x="1167191" y="66996"/>
                </a:lnTo>
                <a:lnTo>
                  <a:pt x="1166902" y="67662"/>
                </a:lnTo>
                <a:lnTo>
                  <a:pt x="1166620" y="68336"/>
                </a:lnTo>
                <a:lnTo>
                  <a:pt x="1166345" y="69019"/>
                </a:lnTo>
                <a:lnTo>
                  <a:pt x="1166079" y="69711"/>
                </a:lnTo>
                <a:lnTo>
                  <a:pt x="1165822" y="70411"/>
                </a:lnTo>
                <a:lnTo>
                  <a:pt x="1165576" y="71119"/>
                </a:lnTo>
                <a:lnTo>
                  <a:pt x="1165341" y="71836"/>
                </a:lnTo>
                <a:lnTo>
                  <a:pt x="1165117" y="72560"/>
                </a:lnTo>
                <a:lnTo>
                  <a:pt x="1164904" y="73292"/>
                </a:lnTo>
                <a:lnTo>
                  <a:pt x="1164702" y="74032"/>
                </a:lnTo>
                <a:lnTo>
                  <a:pt x="1164510" y="74781"/>
                </a:lnTo>
                <a:lnTo>
                  <a:pt x="1164330" y="75537"/>
                </a:lnTo>
                <a:lnTo>
                  <a:pt x="1164161" y="76301"/>
                </a:lnTo>
                <a:lnTo>
                  <a:pt x="1164002" y="77073"/>
                </a:lnTo>
                <a:lnTo>
                  <a:pt x="1163854" y="77853"/>
                </a:lnTo>
                <a:lnTo>
                  <a:pt x="1163718" y="78641"/>
                </a:lnTo>
                <a:lnTo>
                  <a:pt x="1163592" y="79438"/>
                </a:lnTo>
                <a:lnTo>
                  <a:pt x="1163477" y="80242"/>
                </a:lnTo>
                <a:lnTo>
                  <a:pt x="1163373" y="81054"/>
                </a:lnTo>
                <a:lnTo>
                  <a:pt x="1163281" y="81874"/>
                </a:lnTo>
                <a:lnTo>
                  <a:pt x="1163199" y="82702"/>
                </a:lnTo>
                <a:lnTo>
                  <a:pt x="1163127" y="83538"/>
                </a:lnTo>
                <a:lnTo>
                  <a:pt x="1163067" y="84382"/>
                </a:lnTo>
                <a:lnTo>
                  <a:pt x="1163018" y="85234"/>
                </a:lnTo>
                <a:lnTo>
                  <a:pt x="1162980" y="86095"/>
                </a:lnTo>
                <a:lnTo>
                  <a:pt x="1162953" y="86963"/>
                </a:lnTo>
                <a:lnTo>
                  <a:pt x="1162936" y="87839"/>
                </a:lnTo>
                <a:lnTo>
                  <a:pt x="1162931" y="88723"/>
                </a:lnTo>
                <a:lnTo>
                  <a:pt x="1162931" y="92113"/>
                </a:lnTo>
                <a:lnTo>
                  <a:pt x="1162936" y="92878"/>
                </a:lnTo>
                <a:lnTo>
                  <a:pt x="1162950" y="93637"/>
                </a:lnTo>
                <a:lnTo>
                  <a:pt x="1162975" y="94391"/>
                </a:lnTo>
                <a:lnTo>
                  <a:pt x="1163009" y="95141"/>
                </a:lnTo>
                <a:lnTo>
                  <a:pt x="1163053" y="95885"/>
                </a:lnTo>
                <a:lnTo>
                  <a:pt x="1163107" y="96624"/>
                </a:lnTo>
                <a:lnTo>
                  <a:pt x="1163171" y="97358"/>
                </a:lnTo>
                <a:lnTo>
                  <a:pt x="1163245" y="98087"/>
                </a:lnTo>
                <a:lnTo>
                  <a:pt x="1163328" y="98811"/>
                </a:lnTo>
                <a:lnTo>
                  <a:pt x="1163421" y="99530"/>
                </a:lnTo>
                <a:lnTo>
                  <a:pt x="1163524" y="100244"/>
                </a:lnTo>
                <a:lnTo>
                  <a:pt x="1163637" y="100953"/>
                </a:lnTo>
                <a:lnTo>
                  <a:pt x="1163760" y="101657"/>
                </a:lnTo>
                <a:lnTo>
                  <a:pt x="1163892" y="102356"/>
                </a:lnTo>
                <a:lnTo>
                  <a:pt x="1164034" y="103050"/>
                </a:lnTo>
                <a:lnTo>
                  <a:pt x="1164186" y="103739"/>
                </a:lnTo>
                <a:lnTo>
                  <a:pt x="1164348" y="104422"/>
                </a:lnTo>
                <a:lnTo>
                  <a:pt x="1164520" y="105101"/>
                </a:lnTo>
                <a:lnTo>
                  <a:pt x="1164702" y="105774"/>
                </a:lnTo>
                <a:lnTo>
                  <a:pt x="1164893" y="106443"/>
                </a:lnTo>
                <a:lnTo>
                  <a:pt x="1165094" y="107106"/>
                </a:lnTo>
                <a:lnTo>
                  <a:pt x="1165305" y="107765"/>
                </a:lnTo>
                <a:lnTo>
                  <a:pt x="1165526" y="108418"/>
                </a:lnTo>
                <a:lnTo>
                  <a:pt x="1165756" y="109067"/>
                </a:lnTo>
                <a:lnTo>
                  <a:pt x="1165996" y="109709"/>
                </a:lnTo>
                <a:lnTo>
                  <a:pt x="1166244" y="110344"/>
                </a:lnTo>
                <a:lnTo>
                  <a:pt x="1166501" y="110971"/>
                </a:lnTo>
                <a:lnTo>
                  <a:pt x="1166766" y="111592"/>
                </a:lnTo>
                <a:lnTo>
                  <a:pt x="1167040" y="112205"/>
                </a:lnTo>
                <a:lnTo>
                  <a:pt x="1167323" y="112811"/>
                </a:lnTo>
                <a:lnTo>
                  <a:pt x="1167614" y="113409"/>
                </a:lnTo>
                <a:lnTo>
                  <a:pt x="1167914" y="114000"/>
                </a:lnTo>
                <a:lnTo>
                  <a:pt x="1168222" y="114584"/>
                </a:lnTo>
                <a:lnTo>
                  <a:pt x="1168538" y="115161"/>
                </a:lnTo>
                <a:lnTo>
                  <a:pt x="1168864" y="115730"/>
                </a:lnTo>
                <a:lnTo>
                  <a:pt x="1169197" y="116292"/>
                </a:lnTo>
                <a:lnTo>
                  <a:pt x="1169540" y="116847"/>
                </a:lnTo>
                <a:lnTo>
                  <a:pt x="1169891" y="117394"/>
                </a:lnTo>
                <a:lnTo>
                  <a:pt x="1170250" y="117934"/>
                </a:lnTo>
                <a:lnTo>
                  <a:pt x="1170618" y="118467"/>
                </a:lnTo>
                <a:lnTo>
                  <a:pt x="1170995" y="118993"/>
                </a:lnTo>
                <a:lnTo>
                  <a:pt x="1171380" y="119511"/>
                </a:lnTo>
                <a:lnTo>
                  <a:pt x="1171773" y="120022"/>
                </a:lnTo>
                <a:lnTo>
                  <a:pt x="1172175" y="120526"/>
                </a:lnTo>
                <a:lnTo>
                  <a:pt x="1172586" y="121022"/>
                </a:lnTo>
                <a:lnTo>
                  <a:pt x="1173005" y="121512"/>
                </a:lnTo>
                <a:lnTo>
                  <a:pt x="1173433" y="121993"/>
                </a:lnTo>
                <a:lnTo>
                  <a:pt x="1173870" y="122468"/>
                </a:lnTo>
                <a:lnTo>
                  <a:pt x="1174314" y="122934"/>
                </a:lnTo>
                <a:lnTo>
                  <a:pt x="1174766" y="123392"/>
                </a:lnTo>
                <a:lnTo>
                  <a:pt x="1175224" y="123841"/>
                </a:lnTo>
                <a:lnTo>
                  <a:pt x="1175691" y="124281"/>
                </a:lnTo>
                <a:lnTo>
                  <a:pt x="1176164" y="124712"/>
                </a:lnTo>
                <a:lnTo>
                  <a:pt x="1176645" y="125135"/>
                </a:lnTo>
                <a:lnTo>
                  <a:pt x="1177133" y="125548"/>
                </a:lnTo>
                <a:lnTo>
                  <a:pt x="1177628" y="125953"/>
                </a:lnTo>
                <a:lnTo>
                  <a:pt x="1178131" y="126349"/>
                </a:lnTo>
                <a:lnTo>
                  <a:pt x="1178641" y="126736"/>
                </a:lnTo>
                <a:lnTo>
                  <a:pt x="1179158" y="127114"/>
                </a:lnTo>
                <a:lnTo>
                  <a:pt x="1179682" y="127483"/>
                </a:lnTo>
                <a:lnTo>
                  <a:pt x="1180214" y="127844"/>
                </a:lnTo>
                <a:lnTo>
                  <a:pt x="1180753" y="128196"/>
                </a:lnTo>
                <a:lnTo>
                  <a:pt x="1181299" y="128539"/>
                </a:lnTo>
                <a:lnTo>
                  <a:pt x="1181853" y="128873"/>
                </a:lnTo>
                <a:lnTo>
                  <a:pt x="1182414" y="129198"/>
                </a:lnTo>
                <a:lnTo>
                  <a:pt x="1182982" y="129514"/>
                </a:lnTo>
                <a:lnTo>
                  <a:pt x="1183558" y="129822"/>
                </a:lnTo>
                <a:lnTo>
                  <a:pt x="1184140" y="130121"/>
                </a:lnTo>
                <a:lnTo>
                  <a:pt x="1184730" y="130410"/>
                </a:lnTo>
                <a:lnTo>
                  <a:pt x="1185328" y="130692"/>
                </a:lnTo>
                <a:lnTo>
                  <a:pt x="1185932" y="130964"/>
                </a:lnTo>
                <a:lnTo>
                  <a:pt x="1186544" y="131227"/>
                </a:lnTo>
                <a:lnTo>
                  <a:pt x="1187163" y="131481"/>
                </a:lnTo>
                <a:lnTo>
                  <a:pt x="1187787" y="131724"/>
                </a:lnTo>
                <a:lnTo>
                  <a:pt x="1188418" y="131956"/>
                </a:lnTo>
                <a:lnTo>
                  <a:pt x="1189055" y="132177"/>
                </a:lnTo>
                <a:lnTo>
                  <a:pt x="1189697" y="132387"/>
                </a:lnTo>
                <a:lnTo>
                  <a:pt x="1190346" y="132587"/>
                </a:lnTo>
                <a:lnTo>
                  <a:pt x="1191001" y="132776"/>
                </a:lnTo>
                <a:lnTo>
                  <a:pt x="1191662" y="132954"/>
                </a:lnTo>
                <a:lnTo>
                  <a:pt x="1192329" y="133121"/>
                </a:lnTo>
                <a:lnTo>
                  <a:pt x="1193001" y="133278"/>
                </a:lnTo>
                <a:lnTo>
                  <a:pt x="1193680" y="133423"/>
                </a:lnTo>
                <a:lnTo>
                  <a:pt x="1194365" y="133558"/>
                </a:lnTo>
                <a:lnTo>
                  <a:pt x="1195056" y="133682"/>
                </a:lnTo>
                <a:lnTo>
                  <a:pt x="1195753" y="133796"/>
                </a:lnTo>
                <a:lnTo>
                  <a:pt x="1196456" y="133898"/>
                </a:lnTo>
                <a:lnTo>
                  <a:pt x="1197165" y="133990"/>
                </a:lnTo>
                <a:lnTo>
                  <a:pt x="1197880" y="134071"/>
                </a:lnTo>
                <a:lnTo>
                  <a:pt x="1198601" y="134141"/>
                </a:lnTo>
                <a:lnTo>
                  <a:pt x="1199328" y="134200"/>
                </a:lnTo>
                <a:lnTo>
                  <a:pt x="1200061" y="134249"/>
                </a:lnTo>
                <a:lnTo>
                  <a:pt x="1200800" y="134287"/>
                </a:lnTo>
                <a:lnTo>
                  <a:pt x="1201545" y="134314"/>
                </a:lnTo>
                <a:lnTo>
                  <a:pt x="1202296" y="134330"/>
                </a:lnTo>
                <a:lnTo>
                  <a:pt x="1203054" y="134335"/>
                </a:lnTo>
                <a:lnTo>
                  <a:pt x="1203770" y="134331"/>
                </a:lnTo>
                <a:lnTo>
                  <a:pt x="1204477" y="134319"/>
                </a:lnTo>
                <a:lnTo>
                  <a:pt x="1205177" y="134297"/>
                </a:lnTo>
                <a:lnTo>
                  <a:pt x="1205869" y="134268"/>
                </a:lnTo>
                <a:lnTo>
                  <a:pt x="1206553" y="134230"/>
                </a:lnTo>
                <a:lnTo>
                  <a:pt x="1207229" y="134184"/>
                </a:lnTo>
                <a:lnTo>
                  <a:pt x="1207897" y="134129"/>
                </a:lnTo>
                <a:lnTo>
                  <a:pt x="1208557" y="134066"/>
                </a:lnTo>
                <a:lnTo>
                  <a:pt x="1209209" y="133995"/>
                </a:lnTo>
                <a:lnTo>
                  <a:pt x="1209853" y="133915"/>
                </a:lnTo>
                <a:lnTo>
                  <a:pt x="1210489" y="133827"/>
                </a:lnTo>
                <a:lnTo>
                  <a:pt x="1211117" y="133730"/>
                </a:lnTo>
                <a:lnTo>
                  <a:pt x="1211737" y="133625"/>
                </a:lnTo>
                <a:lnTo>
                  <a:pt x="1212349" y="133511"/>
                </a:lnTo>
                <a:lnTo>
                  <a:pt x="1212953" y="133389"/>
                </a:lnTo>
                <a:lnTo>
                  <a:pt x="1213549" y="133259"/>
                </a:lnTo>
                <a:lnTo>
                  <a:pt x="1214137" y="133120"/>
                </a:lnTo>
                <a:lnTo>
                  <a:pt x="1214717" y="132973"/>
                </a:lnTo>
                <a:lnTo>
                  <a:pt x="1215289" y="132817"/>
                </a:lnTo>
                <a:lnTo>
                  <a:pt x="1215853" y="132653"/>
                </a:lnTo>
                <a:lnTo>
                  <a:pt x="1216409" y="132481"/>
                </a:lnTo>
                <a:lnTo>
                  <a:pt x="1216957" y="132300"/>
                </a:lnTo>
                <a:lnTo>
                  <a:pt x="1217497" y="132111"/>
                </a:lnTo>
                <a:lnTo>
                  <a:pt x="1218029" y="131913"/>
                </a:lnTo>
                <a:lnTo>
                  <a:pt x="1218554" y="131709"/>
                </a:lnTo>
                <a:lnTo>
                  <a:pt x="1219072" y="131500"/>
                </a:lnTo>
                <a:lnTo>
                  <a:pt x="1219583" y="131285"/>
                </a:lnTo>
                <a:lnTo>
                  <a:pt x="1220087" y="131066"/>
                </a:lnTo>
                <a:lnTo>
                  <a:pt x="1220584" y="130841"/>
                </a:lnTo>
                <a:lnTo>
                  <a:pt x="1221074" y="130612"/>
                </a:lnTo>
                <a:lnTo>
                  <a:pt x="1221558" y="130377"/>
                </a:lnTo>
                <a:lnTo>
                  <a:pt x="1222034" y="130137"/>
                </a:lnTo>
                <a:lnTo>
                  <a:pt x="1222504" y="129893"/>
                </a:lnTo>
                <a:lnTo>
                  <a:pt x="1222967" y="129643"/>
                </a:lnTo>
                <a:lnTo>
                  <a:pt x="1223423" y="129388"/>
                </a:lnTo>
                <a:lnTo>
                  <a:pt x="1223872" y="129128"/>
                </a:lnTo>
                <a:lnTo>
                  <a:pt x="1224314" y="128863"/>
                </a:lnTo>
                <a:lnTo>
                  <a:pt x="1224750" y="128593"/>
                </a:lnTo>
                <a:lnTo>
                  <a:pt x="1225178" y="128318"/>
                </a:lnTo>
                <a:lnTo>
                  <a:pt x="1225600" y="128038"/>
                </a:lnTo>
                <a:lnTo>
                  <a:pt x="1226015" y="127753"/>
                </a:lnTo>
                <a:lnTo>
                  <a:pt x="1226423" y="127463"/>
                </a:lnTo>
                <a:lnTo>
                  <a:pt x="1226824" y="127168"/>
                </a:lnTo>
                <a:lnTo>
                  <a:pt x="1227218" y="126868"/>
                </a:lnTo>
                <a:lnTo>
                  <a:pt x="1227605" y="126563"/>
                </a:lnTo>
                <a:lnTo>
                  <a:pt x="1227986" y="126252"/>
                </a:lnTo>
                <a:lnTo>
                  <a:pt x="1228359" y="125937"/>
                </a:lnTo>
                <a:lnTo>
                  <a:pt x="1228726" y="125616"/>
                </a:lnTo>
                <a:lnTo>
                  <a:pt x="1229087" y="125293"/>
                </a:lnTo>
                <a:lnTo>
                  <a:pt x="1229442" y="124968"/>
                </a:lnTo>
                <a:lnTo>
                  <a:pt x="1229792" y="124641"/>
                </a:lnTo>
                <a:lnTo>
                  <a:pt x="1230136" y="124314"/>
                </a:lnTo>
                <a:lnTo>
                  <a:pt x="1230476" y="123984"/>
                </a:lnTo>
                <a:lnTo>
                  <a:pt x="1230810" y="123654"/>
                </a:lnTo>
                <a:lnTo>
                  <a:pt x="1231138" y="123322"/>
                </a:lnTo>
                <a:lnTo>
                  <a:pt x="1231462" y="122988"/>
                </a:lnTo>
                <a:lnTo>
                  <a:pt x="1231780" y="122653"/>
                </a:lnTo>
                <a:lnTo>
                  <a:pt x="1232092" y="122317"/>
                </a:lnTo>
                <a:lnTo>
                  <a:pt x="1232400" y="121980"/>
                </a:lnTo>
                <a:lnTo>
                  <a:pt x="1232702" y="121640"/>
                </a:lnTo>
                <a:lnTo>
                  <a:pt x="1232999" y="121300"/>
                </a:lnTo>
                <a:lnTo>
                  <a:pt x="1233290" y="120958"/>
                </a:lnTo>
                <a:lnTo>
                  <a:pt x="1233576" y="120615"/>
                </a:lnTo>
                <a:lnTo>
                  <a:pt x="1233857" y="120270"/>
                </a:lnTo>
                <a:lnTo>
                  <a:pt x="1234132" y="119924"/>
                </a:lnTo>
                <a:lnTo>
                  <a:pt x="1234402" y="119577"/>
                </a:lnTo>
                <a:lnTo>
                  <a:pt x="1234667" y="119228"/>
                </a:lnTo>
                <a:lnTo>
                  <a:pt x="1234926" y="118878"/>
                </a:lnTo>
                <a:lnTo>
                  <a:pt x="1235181" y="118526"/>
                </a:lnTo>
                <a:lnTo>
                  <a:pt x="1235429" y="118173"/>
                </a:lnTo>
                <a:lnTo>
                  <a:pt x="1235673" y="117819"/>
                </a:lnTo>
                <a:lnTo>
                  <a:pt x="1235911" y="117463"/>
                </a:lnTo>
                <a:lnTo>
                  <a:pt x="1226869" y="110278"/>
                </a:lnTo>
                <a:lnTo>
                  <a:pt x="1226524" y="110725"/>
                </a:lnTo>
                <a:lnTo>
                  <a:pt x="1226173" y="111164"/>
                </a:lnTo>
                <a:lnTo>
                  <a:pt x="1225818" y="111596"/>
                </a:lnTo>
                <a:lnTo>
                  <a:pt x="1225459" y="112020"/>
                </a:lnTo>
                <a:lnTo>
                  <a:pt x="1225094" y="112437"/>
                </a:lnTo>
                <a:lnTo>
                  <a:pt x="1224725" y="112846"/>
                </a:lnTo>
                <a:lnTo>
                  <a:pt x="1224351" y="113247"/>
                </a:lnTo>
                <a:lnTo>
                  <a:pt x="1223972" y="113641"/>
                </a:lnTo>
                <a:lnTo>
                  <a:pt x="1223588" y="114028"/>
                </a:lnTo>
                <a:lnTo>
                  <a:pt x="1223200" y="114407"/>
                </a:lnTo>
                <a:lnTo>
                  <a:pt x="1222807" y="114778"/>
                </a:lnTo>
                <a:lnTo>
                  <a:pt x="1222409" y="115142"/>
                </a:lnTo>
                <a:lnTo>
                  <a:pt x="1222006" y="115498"/>
                </a:lnTo>
                <a:lnTo>
                  <a:pt x="1221599" y="115846"/>
                </a:lnTo>
                <a:lnTo>
                  <a:pt x="1221186" y="116187"/>
                </a:lnTo>
                <a:lnTo>
                  <a:pt x="1220769" y="116521"/>
                </a:lnTo>
                <a:lnTo>
                  <a:pt x="1220348" y="116847"/>
                </a:lnTo>
                <a:lnTo>
                  <a:pt x="1219921" y="117165"/>
                </a:lnTo>
                <a:lnTo>
                  <a:pt x="1219490" y="117476"/>
                </a:lnTo>
                <a:lnTo>
                  <a:pt x="1219054" y="117779"/>
                </a:lnTo>
                <a:lnTo>
                  <a:pt x="1218613" y="118074"/>
                </a:lnTo>
                <a:lnTo>
                  <a:pt x="1218168" y="118362"/>
                </a:lnTo>
                <a:lnTo>
                  <a:pt x="1217717" y="118643"/>
                </a:lnTo>
                <a:lnTo>
                  <a:pt x="1217262" y="118916"/>
                </a:lnTo>
                <a:lnTo>
                  <a:pt x="1216801" y="119179"/>
                </a:lnTo>
                <a:lnTo>
                  <a:pt x="1216330" y="119432"/>
                </a:lnTo>
                <a:lnTo>
                  <a:pt x="1215852" y="119673"/>
                </a:lnTo>
                <a:lnTo>
                  <a:pt x="1215365" y="119903"/>
                </a:lnTo>
                <a:lnTo>
                  <a:pt x="1214870" y="120121"/>
                </a:lnTo>
                <a:lnTo>
                  <a:pt x="1214366" y="120329"/>
                </a:lnTo>
                <a:lnTo>
                  <a:pt x="1213854" y="120525"/>
                </a:lnTo>
                <a:lnTo>
                  <a:pt x="1213333" y="120710"/>
                </a:lnTo>
                <a:lnTo>
                  <a:pt x="1212804" y="120884"/>
                </a:lnTo>
                <a:lnTo>
                  <a:pt x="1212267" y="121046"/>
                </a:lnTo>
                <a:lnTo>
                  <a:pt x="1211721" y="121198"/>
                </a:lnTo>
                <a:lnTo>
                  <a:pt x="1211167" y="121338"/>
                </a:lnTo>
                <a:lnTo>
                  <a:pt x="1210604" y="121467"/>
                </a:lnTo>
                <a:lnTo>
                  <a:pt x="1210033" y="121584"/>
                </a:lnTo>
                <a:lnTo>
                  <a:pt x="1209454" y="121691"/>
                </a:lnTo>
                <a:lnTo>
                  <a:pt x="1208866" y="121786"/>
                </a:lnTo>
                <a:lnTo>
                  <a:pt x="1208270" y="121870"/>
                </a:lnTo>
                <a:lnTo>
                  <a:pt x="1207665" y="121943"/>
                </a:lnTo>
                <a:lnTo>
                  <a:pt x="1207052" y="122005"/>
                </a:lnTo>
                <a:lnTo>
                  <a:pt x="1206431" y="122055"/>
                </a:lnTo>
                <a:lnTo>
                  <a:pt x="1205801" y="122095"/>
                </a:lnTo>
                <a:lnTo>
                  <a:pt x="1205163" y="122123"/>
                </a:lnTo>
                <a:lnTo>
                  <a:pt x="1204516" y="122139"/>
                </a:lnTo>
                <a:lnTo>
                  <a:pt x="1203861" y="122145"/>
                </a:lnTo>
                <a:lnTo>
                  <a:pt x="1203352" y="122141"/>
                </a:lnTo>
                <a:lnTo>
                  <a:pt x="1202848" y="122129"/>
                </a:lnTo>
                <a:lnTo>
                  <a:pt x="1202348" y="122108"/>
                </a:lnTo>
                <a:lnTo>
                  <a:pt x="1201853" y="122080"/>
                </a:lnTo>
                <a:lnTo>
                  <a:pt x="1201362" y="122043"/>
                </a:lnTo>
                <a:lnTo>
                  <a:pt x="1200876" y="121999"/>
                </a:lnTo>
                <a:lnTo>
                  <a:pt x="1200395" y="121946"/>
                </a:lnTo>
                <a:lnTo>
                  <a:pt x="1199919" y="121885"/>
                </a:lnTo>
                <a:lnTo>
                  <a:pt x="1199447" y="121816"/>
                </a:lnTo>
                <a:lnTo>
                  <a:pt x="1198979" y="121739"/>
                </a:lnTo>
                <a:lnTo>
                  <a:pt x="1198517" y="121653"/>
                </a:lnTo>
                <a:lnTo>
                  <a:pt x="1198058" y="121560"/>
                </a:lnTo>
                <a:lnTo>
                  <a:pt x="1197605" y="121458"/>
                </a:lnTo>
                <a:lnTo>
                  <a:pt x="1197156" y="121348"/>
                </a:lnTo>
                <a:lnTo>
                  <a:pt x="1196712" y="121231"/>
                </a:lnTo>
                <a:lnTo>
                  <a:pt x="1196272" y="121105"/>
                </a:lnTo>
                <a:lnTo>
                  <a:pt x="1195837" y="120970"/>
                </a:lnTo>
                <a:lnTo>
                  <a:pt x="1195407" y="120828"/>
                </a:lnTo>
                <a:lnTo>
                  <a:pt x="1194981" y="120678"/>
                </a:lnTo>
                <a:lnTo>
                  <a:pt x="1194560" y="120519"/>
                </a:lnTo>
                <a:lnTo>
                  <a:pt x="1194144" y="120353"/>
                </a:lnTo>
                <a:lnTo>
                  <a:pt x="1193732" y="120178"/>
                </a:lnTo>
                <a:lnTo>
                  <a:pt x="1193325" y="119995"/>
                </a:lnTo>
                <a:lnTo>
                  <a:pt x="1192922" y="119804"/>
                </a:lnTo>
                <a:lnTo>
                  <a:pt x="1192524" y="119606"/>
                </a:lnTo>
                <a:lnTo>
                  <a:pt x="1192132" y="119401"/>
                </a:lnTo>
                <a:lnTo>
                  <a:pt x="1191744" y="119191"/>
                </a:lnTo>
                <a:lnTo>
                  <a:pt x="1191361" y="118974"/>
                </a:lnTo>
                <a:lnTo>
                  <a:pt x="1190984" y="118751"/>
                </a:lnTo>
                <a:lnTo>
                  <a:pt x="1190611" y="118522"/>
                </a:lnTo>
                <a:lnTo>
                  <a:pt x="1190244" y="118287"/>
                </a:lnTo>
                <a:lnTo>
                  <a:pt x="1189881" y="118046"/>
                </a:lnTo>
                <a:lnTo>
                  <a:pt x="1189524" y="117798"/>
                </a:lnTo>
                <a:lnTo>
                  <a:pt x="1189171" y="117545"/>
                </a:lnTo>
                <a:lnTo>
                  <a:pt x="1188824" y="117285"/>
                </a:lnTo>
                <a:lnTo>
                  <a:pt x="1188482" y="117019"/>
                </a:lnTo>
                <a:lnTo>
                  <a:pt x="1188145" y="116746"/>
                </a:lnTo>
                <a:lnTo>
                  <a:pt x="1187812" y="116468"/>
                </a:lnTo>
                <a:lnTo>
                  <a:pt x="1187485" y="116184"/>
                </a:lnTo>
                <a:lnTo>
                  <a:pt x="1187163" y="115893"/>
                </a:lnTo>
                <a:lnTo>
                  <a:pt x="1186846" y="115596"/>
                </a:lnTo>
                <a:lnTo>
                  <a:pt x="1186534" y="115293"/>
                </a:lnTo>
                <a:lnTo>
                  <a:pt x="1186227" y="114984"/>
                </a:lnTo>
                <a:lnTo>
                  <a:pt x="1185925" y="114669"/>
                </a:lnTo>
                <a:lnTo>
                  <a:pt x="1185629" y="114347"/>
                </a:lnTo>
                <a:lnTo>
                  <a:pt x="1185337" y="114019"/>
                </a:lnTo>
                <a:lnTo>
                  <a:pt x="1185050" y="113685"/>
                </a:lnTo>
                <a:lnTo>
                  <a:pt x="1184768" y="113345"/>
                </a:lnTo>
                <a:lnTo>
                  <a:pt x="1184492" y="113000"/>
                </a:lnTo>
                <a:lnTo>
                  <a:pt x="1184221" y="112650"/>
                </a:lnTo>
                <a:lnTo>
                  <a:pt x="1183956" y="112295"/>
                </a:lnTo>
                <a:lnTo>
                  <a:pt x="1183696" y="111936"/>
                </a:lnTo>
                <a:lnTo>
                  <a:pt x="1183442" y="111572"/>
                </a:lnTo>
                <a:lnTo>
                  <a:pt x="1183194" y="111204"/>
                </a:lnTo>
                <a:lnTo>
                  <a:pt x="1182951" y="110830"/>
                </a:lnTo>
                <a:lnTo>
                  <a:pt x="1182714" y="110453"/>
                </a:lnTo>
                <a:lnTo>
                  <a:pt x="1182483" y="110070"/>
                </a:lnTo>
                <a:lnTo>
                  <a:pt x="1182257" y="109683"/>
                </a:lnTo>
                <a:lnTo>
                  <a:pt x="1182036" y="109291"/>
                </a:lnTo>
                <a:lnTo>
                  <a:pt x="1181822" y="108895"/>
                </a:lnTo>
                <a:lnTo>
                  <a:pt x="1181612" y="108494"/>
                </a:lnTo>
                <a:lnTo>
                  <a:pt x="1181409" y="108089"/>
                </a:lnTo>
                <a:lnTo>
                  <a:pt x="1181211" y="107679"/>
                </a:lnTo>
                <a:lnTo>
                  <a:pt x="1181019" y="107264"/>
                </a:lnTo>
                <a:lnTo>
                  <a:pt x="1180832" y="106844"/>
                </a:lnTo>
                <a:lnTo>
                  <a:pt x="1180651" y="106420"/>
                </a:lnTo>
                <a:lnTo>
                  <a:pt x="1180476" y="105992"/>
                </a:lnTo>
                <a:lnTo>
                  <a:pt x="1180306" y="105558"/>
                </a:lnTo>
                <a:lnTo>
                  <a:pt x="1180141" y="105120"/>
                </a:lnTo>
                <a:lnTo>
                  <a:pt x="1179983" y="104678"/>
                </a:lnTo>
                <a:lnTo>
                  <a:pt x="1179830" y="104231"/>
                </a:lnTo>
                <a:lnTo>
                  <a:pt x="1179682" y="103779"/>
                </a:lnTo>
                <a:lnTo>
                  <a:pt x="1179541" y="103323"/>
                </a:lnTo>
                <a:lnTo>
                  <a:pt x="1179405" y="102865"/>
                </a:lnTo>
                <a:lnTo>
                  <a:pt x="1179275" y="102405"/>
                </a:lnTo>
                <a:lnTo>
                  <a:pt x="1179152" y="101941"/>
                </a:lnTo>
                <a:lnTo>
                  <a:pt x="1179034" y="101475"/>
                </a:lnTo>
                <a:lnTo>
                  <a:pt x="1178923" y="101006"/>
                </a:lnTo>
                <a:lnTo>
                  <a:pt x="1178817" y="100535"/>
                </a:lnTo>
                <a:lnTo>
                  <a:pt x="1178718" y="100061"/>
                </a:lnTo>
                <a:lnTo>
                  <a:pt x="1178625" y="99584"/>
                </a:lnTo>
                <a:lnTo>
                  <a:pt x="1178537" y="99105"/>
                </a:lnTo>
                <a:lnTo>
                  <a:pt x="1178456" y="98623"/>
                </a:lnTo>
                <a:lnTo>
                  <a:pt x="1178380" y="98138"/>
                </a:lnTo>
                <a:lnTo>
                  <a:pt x="1178311" y="97650"/>
                </a:lnTo>
                <a:lnTo>
                  <a:pt x="1178248" y="97160"/>
                </a:lnTo>
                <a:lnTo>
                  <a:pt x="1178191" y="96668"/>
                </a:lnTo>
                <a:lnTo>
                  <a:pt x="1178139" y="96172"/>
                </a:lnTo>
                <a:lnTo>
                  <a:pt x="1178094" y="95674"/>
                </a:lnTo>
                <a:lnTo>
                  <a:pt x="1178055" y="95174"/>
                </a:lnTo>
                <a:lnTo>
                  <a:pt x="1178022" y="94670"/>
                </a:lnTo>
                <a:lnTo>
                  <a:pt x="1177995" y="94164"/>
                </a:lnTo>
                <a:lnTo>
                  <a:pt x="1177974" y="93655"/>
                </a:lnTo>
                <a:lnTo>
                  <a:pt x="1177959" y="93163"/>
                </a:lnTo>
                <a:lnTo>
                  <a:pt x="1237041" y="93163"/>
                </a:lnTo>
                <a:lnTo>
                  <a:pt x="1237041" y="86472"/>
                </a:lnTo>
                <a:lnTo>
                  <a:pt x="1237038" y="85709"/>
                </a:lnTo>
                <a:lnTo>
                  <a:pt x="1237027" y="84951"/>
                </a:lnTo>
                <a:lnTo>
                  <a:pt x="1237008" y="84197"/>
                </a:lnTo>
                <a:lnTo>
                  <a:pt x="1236983" y="83449"/>
                </a:lnTo>
                <a:close/>
                <a:moveTo>
                  <a:pt x="1178797" y="78446"/>
                </a:moveTo>
                <a:lnTo>
                  <a:pt x="1178900" y="77900"/>
                </a:lnTo>
                <a:lnTo>
                  <a:pt x="1179009" y="77360"/>
                </a:lnTo>
                <a:lnTo>
                  <a:pt x="1179124" y="76826"/>
                </a:lnTo>
                <a:lnTo>
                  <a:pt x="1179245" y="76299"/>
                </a:lnTo>
                <a:lnTo>
                  <a:pt x="1179371" y="75778"/>
                </a:lnTo>
                <a:lnTo>
                  <a:pt x="1179504" y="75264"/>
                </a:lnTo>
                <a:lnTo>
                  <a:pt x="1179642" y="74756"/>
                </a:lnTo>
                <a:lnTo>
                  <a:pt x="1179786" y="74255"/>
                </a:lnTo>
                <a:lnTo>
                  <a:pt x="1179934" y="73760"/>
                </a:lnTo>
                <a:lnTo>
                  <a:pt x="1180087" y="73272"/>
                </a:lnTo>
                <a:lnTo>
                  <a:pt x="1180245" y="72790"/>
                </a:lnTo>
                <a:lnTo>
                  <a:pt x="1180408" y="72314"/>
                </a:lnTo>
                <a:lnTo>
                  <a:pt x="1180575" y="71845"/>
                </a:lnTo>
                <a:lnTo>
                  <a:pt x="1180748" y="71382"/>
                </a:lnTo>
                <a:lnTo>
                  <a:pt x="1180925" y="70926"/>
                </a:lnTo>
                <a:lnTo>
                  <a:pt x="1181106" y="70476"/>
                </a:lnTo>
                <a:lnTo>
                  <a:pt x="1181293" y="70033"/>
                </a:lnTo>
                <a:lnTo>
                  <a:pt x="1181484" y="69596"/>
                </a:lnTo>
                <a:lnTo>
                  <a:pt x="1181680" y="69166"/>
                </a:lnTo>
                <a:lnTo>
                  <a:pt x="1181881" y="68742"/>
                </a:lnTo>
                <a:lnTo>
                  <a:pt x="1182087" y="68324"/>
                </a:lnTo>
                <a:lnTo>
                  <a:pt x="1182297" y="67913"/>
                </a:lnTo>
                <a:lnTo>
                  <a:pt x="1182512" y="67509"/>
                </a:lnTo>
                <a:lnTo>
                  <a:pt x="1182732" y="67110"/>
                </a:lnTo>
                <a:lnTo>
                  <a:pt x="1182957" y="66719"/>
                </a:lnTo>
                <a:lnTo>
                  <a:pt x="1183186" y="66333"/>
                </a:lnTo>
                <a:lnTo>
                  <a:pt x="1183420" y="65954"/>
                </a:lnTo>
                <a:lnTo>
                  <a:pt x="1183659" y="65582"/>
                </a:lnTo>
                <a:lnTo>
                  <a:pt x="1183903" y="65216"/>
                </a:lnTo>
                <a:lnTo>
                  <a:pt x="1184152" y="64857"/>
                </a:lnTo>
                <a:lnTo>
                  <a:pt x="1184405" y="64504"/>
                </a:lnTo>
                <a:lnTo>
                  <a:pt x="1184663" y="64157"/>
                </a:lnTo>
                <a:lnTo>
                  <a:pt x="1184925" y="63818"/>
                </a:lnTo>
                <a:lnTo>
                  <a:pt x="1185191" y="63486"/>
                </a:lnTo>
                <a:lnTo>
                  <a:pt x="1185461" y="63161"/>
                </a:lnTo>
                <a:lnTo>
                  <a:pt x="1185736" y="62844"/>
                </a:lnTo>
                <a:lnTo>
                  <a:pt x="1186015" y="62533"/>
                </a:lnTo>
                <a:lnTo>
                  <a:pt x="1186297" y="62230"/>
                </a:lnTo>
                <a:lnTo>
                  <a:pt x="1186585" y="61934"/>
                </a:lnTo>
                <a:lnTo>
                  <a:pt x="1186876" y="61645"/>
                </a:lnTo>
                <a:lnTo>
                  <a:pt x="1187172" y="61363"/>
                </a:lnTo>
                <a:lnTo>
                  <a:pt x="1187471" y="61088"/>
                </a:lnTo>
                <a:lnTo>
                  <a:pt x="1187775" y="60820"/>
                </a:lnTo>
                <a:lnTo>
                  <a:pt x="1188084" y="60560"/>
                </a:lnTo>
                <a:lnTo>
                  <a:pt x="1188396" y="60306"/>
                </a:lnTo>
                <a:lnTo>
                  <a:pt x="1188713" y="60060"/>
                </a:lnTo>
                <a:lnTo>
                  <a:pt x="1189033" y="59821"/>
                </a:lnTo>
                <a:lnTo>
                  <a:pt x="1189359" y="59589"/>
                </a:lnTo>
                <a:lnTo>
                  <a:pt x="1189688" y="59365"/>
                </a:lnTo>
                <a:lnTo>
                  <a:pt x="1190021" y="59147"/>
                </a:lnTo>
                <a:lnTo>
                  <a:pt x="1190359" y="58937"/>
                </a:lnTo>
                <a:lnTo>
                  <a:pt x="1190701" y="58733"/>
                </a:lnTo>
                <a:lnTo>
                  <a:pt x="1191047" y="58537"/>
                </a:lnTo>
                <a:lnTo>
                  <a:pt x="1191397" y="58348"/>
                </a:lnTo>
                <a:lnTo>
                  <a:pt x="1191751" y="58166"/>
                </a:lnTo>
                <a:lnTo>
                  <a:pt x="1192109" y="57992"/>
                </a:lnTo>
                <a:lnTo>
                  <a:pt x="1192470" y="57825"/>
                </a:lnTo>
                <a:lnTo>
                  <a:pt x="1192834" y="57665"/>
                </a:lnTo>
                <a:lnTo>
                  <a:pt x="1193200" y="57513"/>
                </a:lnTo>
                <a:lnTo>
                  <a:pt x="1193569" y="57368"/>
                </a:lnTo>
                <a:lnTo>
                  <a:pt x="1193941" y="57230"/>
                </a:lnTo>
                <a:lnTo>
                  <a:pt x="1194316" y="57100"/>
                </a:lnTo>
                <a:lnTo>
                  <a:pt x="1194694" y="56978"/>
                </a:lnTo>
                <a:lnTo>
                  <a:pt x="1195074" y="56863"/>
                </a:lnTo>
                <a:lnTo>
                  <a:pt x="1195457" y="56755"/>
                </a:lnTo>
                <a:lnTo>
                  <a:pt x="1195843" y="56655"/>
                </a:lnTo>
                <a:lnTo>
                  <a:pt x="1196232" y="56562"/>
                </a:lnTo>
                <a:lnTo>
                  <a:pt x="1196624" y="56476"/>
                </a:lnTo>
                <a:lnTo>
                  <a:pt x="1197018" y="56398"/>
                </a:lnTo>
                <a:lnTo>
                  <a:pt x="1197415" y="56328"/>
                </a:lnTo>
                <a:lnTo>
                  <a:pt x="1197815" y="56265"/>
                </a:lnTo>
                <a:lnTo>
                  <a:pt x="1198218" y="56209"/>
                </a:lnTo>
                <a:lnTo>
                  <a:pt x="1198624" y="56161"/>
                </a:lnTo>
                <a:lnTo>
                  <a:pt x="1199032" y="56120"/>
                </a:lnTo>
                <a:lnTo>
                  <a:pt x="1199443" y="56086"/>
                </a:lnTo>
                <a:lnTo>
                  <a:pt x="1199857" y="56060"/>
                </a:lnTo>
                <a:lnTo>
                  <a:pt x="1200274" y="56042"/>
                </a:lnTo>
                <a:lnTo>
                  <a:pt x="1200694" y="56031"/>
                </a:lnTo>
                <a:lnTo>
                  <a:pt x="1201116" y="56027"/>
                </a:lnTo>
                <a:lnTo>
                  <a:pt x="1201750" y="56033"/>
                </a:lnTo>
                <a:lnTo>
                  <a:pt x="1202372" y="56051"/>
                </a:lnTo>
                <a:lnTo>
                  <a:pt x="1202983" y="56082"/>
                </a:lnTo>
                <a:lnTo>
                  <a:pt x="1203583" y="56125"/>
                </a:lnTo>
                <a:lnTo>
                  <a:pt x="1204172" y="56181"/>
                </a:lnTo>
                <a:lnTo>
                  <a:pt x="1204749" y="56248"/>
                </a:lnTo>
                <a:lnTo>
                  <a:pt x="1205315" y="56328"/>
                </a:lnTo>
                <a:lnTo>
                  <a:pt x="1205870" y="56420"/>
                </a:lnTo>
                <a:lnTo>
                  <a:pt x="1206414" y="56525"/>
                </a:lnTo>
                <a:lnTo>
                  <a:pt x="1206947" y="56642"/>
                </a:lnTo>
                <a:lnTo>
                  <a:pt x="1207468" y="56771"/>
                </a:lnTo>
                <a:lnTo>
                  <a:pt x="1207978" y="56912"/>
                </a:lnTo>
                <a:lnTo>
                  <a:pt x="1208477" y="57066"/>
                </a:lnTo>
                <a:lnTo>
                  <a:pt x="1208965" y="57232"/>
                </a:lnTo>
                <a:lnTo>
                  <a:pt x="1209441" y="57410"/>
                </a:lnTo>
                <a:lnTo>
                  <a:pt x="1209907" y="57601"/>
                </a:lnTo>
                <a:lnTo>
                  <a:pt x="1210361" y="57804"/>
                </a:lnTo>
                <a:lnTo>
                  <a:pt x="1210804" y="58019"/>
                </a:lnTo>
                <a:lnTo>
                  <a:pt x="1211235" y="58247"/>
                </a:lnTo>
                <a:lnTo>
                  <a:pt x="1211656" y="58487"/>
                </a:lnTo>
                <a:lnTo>
                  <a:pt x="1212065" y="58739"/>
                </a:lnTo>
                <a:lnTo>
                  <a:pt x="1212463" y="59003"/>
                </a:lnTo>
                <a:lnTo>
                  <a:pt x="1212850" y="59280"/>
                </a:lnTo>
                <a:lnTo>
                  <a:pt x="1213226" y="59569"/>
                </a:lnTo>
                <a:lnTo>
                  <a:pt x="1213592" y="59867"/>
                </a:lnTo>
                <a:lnTo>
                  <a:pt x="1213949" y="60172"/>
                </a:lnTo>
                <a:lnTo>
                  <a:pt x="1214299" y="60484"/>
                </a:lnTo>
                <a:lnTo>
                  <a:pt x="1214640" y="60802"/>
                </a:lnTo>
                <a:lnTo>
                  <a:pt x="1214972" y="61128"/>
                </a:lnTo>
                <a:lnTo>
                  <a:pt x="1215297" y="61459"/>
                </a:lnTo>
                <a:lnTo>
                  <a:pt x="1215613" y="61798"/>
                </a:lnTo>
                <a:lnTo>
                  <a:pt x="1215921" y="62143"/>
                </a:lnTo>
                <a:lnTo>
                  <a:pt x="1216221" y="62495"/>
                </a:lnTo>
                <a:lnTo>
                  <a:pt x="1216512" y="62854"/>
                </a:lnTo>
                <a:lnTo>
                  <a:pt x="1216796" y="63219"/>
                </a:lnTo>
                <a:lnTo>
                  <a:pt x="1217070" y="63592"/>
                </a:lnTo>
                <a:lnTo>
                  <a:pt x="1217337" y="63970"/>
                </a:lnTo>
                <a:lnTo>
                  <a:pt x="1217596" y="64356"/>
                </a:lnTo>
                <a:lnTo>
                  <a:pt x="1217846" y="64748"/>
                </a:lnTo>
                <a:lnTo>
                  <a:pt x="1218087" y="65147"/>
                </a:lnTo>
                <a:lnTo>
                  <a:pt x="1218321" y="65553"/>
                </a:lnTo>
                <a:lnTo>
                  <a:pt x="1218546" y="65965"/>
                </a:lnTo>
                <a:lnTo>
                  <a:pt x="1218763" y="66384"/>
                </a:lnTo>
                <a:lnTo>
                  <a:pt x="1218972" y="66810"/>
                </a:lnTo>
                <a:lnTo>
                  <a:pt x="1219173" y="67243"/>
                </a:lnTo>
                <a:lnTo>
                  <a:pt x="1219365" y="67682"/>
                </a:lnTo>
                <a:lnTo>
                  <a:pt x="1219549" y="68128"/>
                </a:lnTo>
                <a:lnTo>
                  <a:pt x="1219724" y="68580"/>
                </a:lnTo>
                <a:lnTo>
                  <a:pt x="1219893" y="69037"/>
                </a:lnTo>
                <a:lnTo>
                  <a:pt x="1220056" y="69495"/>
                </a:lnTo>
                <a:lnTo>
                  <a:pt x="1220212" y="69953"/>
                </a:lnTo>
                <a:lnTo>
                  <a:pt x="1220362" y="70413"/>
                </a:lnTo>
                <a:lnTo>
                  <a:pt x="1220507" y="70874"/>
                </a:lnTo>
                <a:lnTo>
                  <a:pt x="1220645" y="71336"/>
                </a:lnTo>
                <a:lnTo>
                  <a:pt x="1220778" y="71800"/>
                </a:lnTo>
                <a:lnTo>
                  <a:pt x="1220904" y="72264"/>
                </a:lnTo>
                <a:lnTo>
                  <a:pt x="1221024" y="72730"/>
                </a:lnTo>
                <a:lnTo>
                  <a:pt x="1221139" y="73196"/>
                </a:lnTo>
                <a:lnTo>
                  <a:pt x="1221247" y="73664"/>
                </a:lnTo>
                <a:lnTo>
                  <a:pt x="1221349" y="74133"/>
                </a:lnTo>
                <a:lnTo>
                  <a:pt x="1221445" y="74602"/>
                </a:lnTo>
                <a:lnTo>
                  <a:pt x="1221536" y="75073"/>
                </a:lnTo>
                <a:lnTo>
                  <a:pt x="1221620" y="75546"/>
                </a:lnTo>
                <a:lnTo>
                  <a:pt x="1221698" y="76019"/>
                </a:lnTo>
                <a:lnTo>
                  <a:pt x="1221770" y="76493"/>
                </a:lnTo>
                <a:lnTo>
                  <a:pt x="1221836" y="76969"/>
                </a:lnTo>
                <a:lnTo>
                  <a:pt x="1221896" y="77445"/>
                </a:lnTo>
                <a:lnTo>
                  <a:pt x="1221950" y="77923"/>
                </a:lnTo>
                <a:lnTo>
                  <a:pt x="1221998" y="78402"/>
                </a:lnTo>
                <a:lnTo>
                  <a:pt x="1222040" y="78882"/>
                </a:lnTo>
                <a:lnTo>
                  <a:pt x="1222076" y="79363"/>
                </a:lnTo>
                <a:lnTo>
                  <a:pt x="1222106" y="79845"/>
                </a:lnTo>
                <a:lnTo>
                  <a:pt x="1222106" y="80973"/>
                </a:lnTo>
                <a:lnTo>
                  <a:pt x="1178409" y="80973"/>
                </a:lnTo>
                <a:lnTo>
                  <a:pt x="1178444" y="80697"/>
                </a:lnTo>
                <a:lnTo>
                  <a:pt x="1178523" y="80124"/>
                </a:lnTo>
                <a:lnTo>
                  <a:pt x="1178609" y="79559"/>
                </a:lnTo>
                <a:lnTo>
                  <a:pt x="1178700" y="78999"/>
                </a:lnTo>
                <a:lnTo>
                  <a:pt x="1178797" y="78446"/>
                </a:lnTo>
                <a:close/>
                <a:moveTo>
                  <a:pt x="1250597" y="93890"/>
                </a:moveTo>
                <a:lnTo>
                  <a:pt x="1250649" y="94651"/>
                </a:lnTo>
                <a:lnTo>
                  <a:pt x="1250711" y="95407"/>
                </a:lnTo>
                <a:lnTo>
                  <a:pt x="1250783" y="96159"/>
                </a:lnTo>
                <a:lnTo>
                  <a:pt x="1250864" y="96905"/>
                </a:lnTo>
                <a:lnTo>
                  <a:pt x="1250954" y="97647"/>
                </a:lnTo>
                <a:lnTo>
                  <a:pt x="1251054" y="98384"/>
                </a:lnTo>
                <a:lnTo>
                  <a:pt x="1251164" y="99117"/>
                </a:lnTo>
                <a:lnTo>
                  <a:pt x="1251283" y="99844"/>
                </a:lnTo>
                <a:lnTo>
                  <a:pt x="1251412" y="100567"/>
                </a:lnTo>
                <a:lnTo>
                  <a:pt x="1251550" y="101285"/>
                </a:lnTo>
                <a:lnTo>
                  <a:pt x="1251698" y="101998"/>
                </a:lnTo>
                <a:lnTo>
                  <a:pt x="1251855" y="102707"/>
                </a:lnTo>
                <a:lnTo>
                  <a:pt x="1252022" y="103411"/>
                </a:lnTo>
                <a:lnTo>
                  <a:pt x="1252198" y="104110"/>
                </a:lnTo>
                <a:lnTo>
                  <a:pt x="1252384" y="104804"/>
                </a:lnTo>
                <a:lnTo>
                  <a:pt x="1252579" y="105493"/>
                </a:lnTo>
                <a:lnTo>
                  <a:pt x="1252784" y="106178"/>
                </a:lnTo>
                <a:lnTo>
                  <a:pt x="1252999" y="106858"/>
                </a:lnTo>
                <a:lnTo>
                  <a:pt x="1253223" y="107533"/>
                </a:lnTo>
                <a:lnTo>
                  <a:pt x="1253456" y="108202"/>
                </a:lnTo>
                <a:lnTo>
                  <a:pt x="1253697" y="108864"/>
                </a:lnTo>
                <a:lnTo>
                  <a:pt x="1253947" y="109519"/>
                </a:lnTo>
                <a:lnTo>
                  <a:pt x="1254206" y="110167"/>
                </a:lnTo>
                <a:lnTo>
                  <a:pt x="1254473" y="110807"/>
                </a:lnTo>
                <a:lnTo>
                  <a:pt x="1254749" y="111441"/>
                </a:lnTo>
                <a:lnTo>
                  <a:pt x="1255033" y="112067"/>
                </a:lnTo>
                <a:lnTo>
                  <a:pt x="1255326" y="112686"/>
                </a:lnTo>
                <a:lnTo>
                  <a:pt x="1255627" y="113298"/>
                </a:lnTo>
                <a:lnTo>
                  <a:pt x="1255937" y="113903"/>
                </a:lnTo>
                <a:lnTo>
                  <a:pt x="1256256" y="114501"/>
                </a:lnTo>
                <a:lnTo>
                  <a:pt x="1256583" y="115091"/>
                </a:lnTo>
                <a:lnTo>
                  <a:pt x="1256919" y="115675"/>
                </a:lnTo>
                <a:lnTo>
                  <a:pt x="1257263" y="116251"/>
                </a:lnTo>
                <a:lnTo>
                  <a:pt x="1257615" y="116820"/>
                </a:lnTo>
                <a:lnTo>
                  <a:pt x="1257977" y="117382"/>
                </a:lnTo>
                <a:lnTo>
                  <a:pt x="1258347" y="117937"/>
                </a:lnTo>
                <a:lnTo>
                  <a:pt x="1258725" y="118484"/>
                </a:lnTo>
                <a:lnTo>
                  <a:pt x="1259112" y="119025"/>
                </a:lnTo>
                <a:lnTo>
                  <a:pt x="1259507" y="119558"/>
                </a:lnTo>
                <a:lnTo>
                  <a:pt x="1259911" y="120085"/>
                </a:lnTo>
                <a:lnTo>
                  <a:pt x="1260324" y="120604"/>
                </a:lnTo>
                <a:lnTo>
                  <a:pt x="1260745" y="121116"/>
                </a:lnTo>
                <a:lnTo>
                  <a:pt x="1261175" y="121620"/>
                </a:lnTo>
                <a:lnTo>
                  <a:pt x="1261612" y="122117"/>
                </a:lnTo>
                <a:lnTo>
                  <a:pt x="1262057" y="122604"/>
                </a:lnTo>
                <a:lnTo>
                  <a:pt x="1262510" y="123082"/>
                </a:lnTo>
                <a:lnTo>
                  <a:pt x="1262970" y="123551"/>
                </a:lnTo>
                <a:lnTo>
                  <a:pt x="1263437" y="124011"/>
                </a:lnTo>
                <a:lnTo>
                  <a:pt x="1263912" y="124461"/>
                </a:lnTo>
                <a:lnTo>
                  <a:pt x="1264394" y="124902"/>
                </a:lnTo>
                <a:lnTo>
                  <a:pt x="1264884" y="125334"/>
                </a:lnTo>
                <a:lnTo>
                  <a:pt x="1265381" y="125756"/>
                </a:lnTo>
                <a:lnTo>
                  <a:pt x="1265885" y="126170"/>
                </a:lnTo>
                <a:lnTo>
                  <a:pt x="1266397" y="126574"/>
                </a:lnTo>
                <a:lnTo>
                  <a:pt x="1266916" y="126969"/>
                </a:lnTo>
                <a:lnTo>
                  <a:pt x="1267443" y="127354"/>
                </a:lnTo>
                <a:lnTo>
                  <a:pt x="1267977" y="127731"/>
                </a:lnTo>
                <a:lnTo>
                  <a:pt x="1268519" y="128098"/>
                </a:lnTo>
                <a:lnTo>
                  <a:pt x="1269068" y="128455"/>
                </a:lnTo>
                <a:lnTo>
                  <a:pt x="1269625" y="128804"/>
                </a:lnTo>
                <a:lnTo>
                  <a:pt x="1270189" y="129143"/>
                </a:lnTo>
                <a:lnTo>
                  <a:pt x="1270760" y="129473"/>
                </a:lnTo>
                <a:lnTo>
                  <a:pt x="1271339" y="129794"/>
                </a:lnTo>
                <a:lnTo>
                  <a:pt x="1271925" y="130106"/>
                </a:lnTo>
                <a:lnTo>
                  <a:pt x="1272519" y="130408"/>
                </a:lnTo>
                <a:lnTo>
                  <a:pt x="1273120" y="130701"/>
                </a:lnTo>
                <a:lnTo>
                  <a:pt x="1273728" y="130985"/>
                </a:lnTo>
                <a:lnTo>
                  <a:pt x="1274344" y="131258"/>
                </a:lnTo>
                <a:lnTo>
                  <a:pt x="1274965" y="131520"/>
                </a:lnTo>
                <a:lnTo>
                  <a:pt x="1275594" y="131770"/>
                </a:lnTo>
                <a:lnTo>
                  <a:pt x="1276228" y="132009"/>
                </a:lnTo>
                <a:lnTo>
                  <a:pt x="1276870" y="132236"/>
                </a:lnTo>
                <a:lnTo>
                  <a:pt x="1277517" y="132451"/>
                </a:lnTo>
                <a:lnTo>
                  <a:pt x="1278171" y="132654"/>
                </a:lnTo>
                <a:lnTo>
                  <a:pt x="1278832" y="132846"/>
                </a:lnTo>
                <a:lnTo>
                  <a:pt x="1279499" y="133027"/>
                </a:lnTo>
                <a:lnTo>
                  <a:pt x="1280173" y="133195"/>
                </a:lnTo>
                <a:lnTo>
                  <a:pt x="1280852" y="133352"/>
                </a:lnTo>
                <a:lnTo>
                  <a:pt x="1281539" y="133498"/>
                </a:lnTo>
                <a:lnTo>
                  <a:pt x="1282232" y="133632"/>
                </a:lnTo>
                <a:lnTo>
                  <a:pt x="1282931" y="133754"/>
                </a:lnTo>
                <a:lnTo>
                  <a:pt x="1283636" y="133864"/>
                </a:lnTo>
                <a:lnTo>
                  <a:pt x="1284349" y="133963"/>
                </a:lnTo>
                <a:lnTo>
                  <a:pt x="1285067" y="134050"/>
                </a:lnTo>
                <a:lnTo>
                  <a:pt x="1285792" y="134126"/>
                </a:lnTo>
                <a:lnTo>
                  <a:pt x="1286524" y="134190"/>
                </a:lnTo>
                <a:lnTo>
                  <a:pt x="1287262" y="134242"/>
                </a:lnTo>
                <a:lnTo>
                  <a:pt x="1288006" y="134283"/>
                </a:lnTo>
                <a:lnTo>
                  <a:pt x="1288757" y="134312"/>
                </a:lnTo>
                <a:lnTo>
                  <a:pt x="1289514" y="134330"/>
                </a:lnTo>
                <a:lnTo>
                  <a:pt x="1290278" y="134335"/>
                </a:lnTo>
                <a:lnTo>
                  <a:pt x="1291041" y="134330"/>
                </a:lnTo>
                <a:lnTo>
                  <a:pt x="1291799" y="134312"/>
                </a:lnTo>
                <a:lnTo>
                  <a:pt x="1292549" y="134283"/>
                </a:lnTo>
                <a:lnTo>
                  <a:pt x="1293293" y="134242"/>
                </a:lnTo>
                <a:lnTo>
                  <a:pt x="1294030" y="134190"/>
                </a:lnTo>
                <a:lnTo>
                  <a:pt x="1294761" y="134126"/>
                </a:lnTo>
                <a:lnTo>
                  <a:pt x="1295485" y="134050"/>
                </a:lnTo>
                <a:lnTo>
                  <a:pt x="1296203" y="133963"/>
                </a:lnTo>
                <a:lnTo>
                  <a:pt x="1296913" y="133864"/>
                </a:lnTo>
                <a:lnTo>
                  <a:pt x="1297618" y="133754"/>
                </a:lnTo>
                <a:lnTo>
                  <a:pt x="1298316" y="133632"/>
                </a:lnTo>
                <a:lnTo>
                  <a:pt x="1299007" y="133498"/>
                </a:lnTo>
                <a:lnTo>
                  <a:pt x="1299691" y="133352"/>
                </a:lnTo>
                <a:lnTo>
                  <a:pt x="1300369" y="133195"/>
                </a:lnTo>
                <a:lnTo>
                  <a:pt x="1301041" y="133027"/>
                </a:lnTo>
                <a:lnTo>
                  <a:pt x="1301706" y="132846"/>
                </a:lnTo>
                <a:lnTo>
                  <a:pt x="1302364" y="132654"/>
                </a:lnTo>
                <a:lnTo>
                  <a:pt x="1303016" y="132451"/>
                </a:lnTo>
                <a:lnTo>
                  <a:pt x="1303661" y="132236"/>
                </a:lnTo>
                <a:lnTo>
                  <a:pt x="1304299" y="132009"/>
                </a:lnTo>
                <a:lnTo>
                  <a:pt x="1304931" y="131770"/>
                </a:lnTo>
                <a:lnTo>
                  <a:pt x="1305556" y="131520"/>
                </a:lnTo>
                <a:lnTo>
                  <a:pt x="1306175" y="131258"/>
                </a:lnTo>
                <a:lnTo>
                  <a:pt x="1306787" y="130985"/>
                </a:lnTo>
                <a:lnTo>
                  <a:pt x="1307392" y="130701"/>
                </a:lnTo>
                <a:lnTo>
                  <a:pt x="1307990" y="130408"/>
                </a:lnTo>
                <a:lnTo>
                  <a:pt x="1308581" y="130106"/>
                </a:lnTo>
                <a:lnTo>
                  <a:pt x="1309164" y="129794"/>
                </a:lnTo>
                <a:lnTo>
                  <a:pt x="1309740" y="129473"/>
                </a:lnTo>
                <a:lnTo>
                  <a:pt x="1310309" y="129143"/>
                </a:lnTo>
                <a:lnTo>
                  <a:pt x="1310871" y="128804"/>
                </a:lnTo>
                <a:lnTo>
                  <a:pt x="1311425" y="128455"/>
                </a:lnTo>
                <a:lnTo>
                  <a:pt x="1311972" y="128098"/>
                </a:lnTo>
                <a:lnTo>
                  <a:pt x="1312511" y="127731"/>
                </a:lnTo>
                <a:lnTo>
                  <a:pt x="1313044" y="127354"/>
                </a:lnTo>
                <a:lnTo>
                  <a:pt x="1313569" y="126969"/>
                </a:lnTo>
                <a:lnTo>
                  <a:pt x="1314086" y="126574"/>
                </a:lnTo>
                <a:lnTo>
                  <a:pt x="1314597" y="126170"/>
                </a:lnTo>
                <a:lnTo>
                  <a:pt x="1315100" y="125756"/>
                </a:lnTo>
                <a:lnTo>
                  <a:pt x="1315596" y="125334"/>
                </a:lnTo>
                <a:lnTo>
                  <a:pt x="1316084" y="124902"/>
                </a:lnTo>
                <a:lnTo>
                  <a:pt x="1316566" y="124461"/>
                </a:lnTo>
                <a:lnTo>
                  <a:pt x="1317040" y="124011"/>
                </a:lnTo>
                <a:lnTo>
                  <a:pt x="1317506" y="123551"/>
                </a:lnTo>
                <a:lnTo>
                  <a:pt x="1317966" y="123082"/>
                </a:lnTo>
                <a:lnTo>
                  <a:pt x="1318418" y="122604"/>
                </a:lnTo>
                <a:lnTo>
                  <a:pt x="1318863" y="122117"/>
                </a:lnTo>
                <a:lnTo>
                  <a:pt x="1319300" y="121620"/>
                </a:lnTo>
                <a:lnTo>
                  <a:pt x="1319730" y="121116"/>
                </a:lnTo>
                <a:lnTo>
                  <a:pt x="1320151" y="120604"/>
                </a:lnTo>
                <a:lnTo>
                  <a:pt x="1320564" y="120085"/>
                </a:lnTo>
                <a:lnTo>
                  <a:pt x="1320968" y="119558"/>
                </a:lnTo>
                <a:lnTo>
                  <a:pt x="1321363" y="119025"/>
                </a:lnTo>
                <a:lnTo>
                  <a:pt x="1321750" y="118484"/>
                </a:lnTo>
                <a:lnTo>
                  <a:pt x="1322128" y="117937"/>
                </a:lnTo>
                <a:lnTo>
                  <a:pt x="1322498" y="117382"/>
                </a:lnTo>
                <a:lnTo>
                  <a:pt x="1322859" y="116820"/>
                </a:lnTo>
                <a:lnTo>
                  <a:pt x="1323212" y="116251"/>
                </a:lnTo>
                <a:lnTo>
                  <a:pt x="1323556" y="115675"/>
                </a:lnTo>
                <a:lnTo>
                  <a:pt x="1323892" y="115091"/>
                </a:lnTo>
                <a:lnTo>
                  <a:pt x="1324219" y="114501"/>
                </a:lnTo>
                <a:lnTo>
                  <a:pt x="1324537" y="113903"/>
                </a:lnTo>
                <a:lnTo>
                  <a:pt x="1324847" y="113298"/>
                </a:lnTo>
                <a:lnTo>
                  <a:pt x="1325149" y="112686"/>
                </a:lnTo>
                <a:lnTo>
                  <a:pt x="1325442" y="112067"/>
                </a:lnTo>
                <a:lnTo>
                  <a:pt x="1325726" y="111441"/>
                </a:lnTo>
                <a:lnTo>
                  <a:pt x="1326002" y="110807"/>
                </a:lnTo>
                <a:lnTo>
                  <a:pt x="1326269" y="110167"/>
                </a:lnTo>
                <a:lnTo>
                  <a:pt x="1326528" y="109519"/>
                </a:lnTo>
                <a:lnTo>
                  <a:pt x="1326778" y="108864"/>
                </a:lnTo>
                <a:lnTo>
                  <a:pt x="1327019" y="108202"/>
                </a:lnTo>
                <a:lnTo>
                  <a:pt x="1327252" y="107533"/>
                </a:lnTo>
                <a:lnTo>
                  <a:pt x="1327476" y="106858"/>
                </a:lnTo>
                <a:lnTo>
                  <a:pt x="1327691" y="106178"/>
                </a:lnTo>
                <a:lnTo>
                  <a:pt x="1327896" y="105493"/>
                </a:lnTo>
                <a:lnTo>
                  <a:pt x="1328091" y="104804"/>
                </a:lnTo>
                <a:lnTo>
                  <a:pt x="1328277" y="104110"/>
                </a:lnTo>
                <a:lnTo>
                  <a:pt x="1328453" y="103411"/>
                </a:lnTo>
                <a:lnTo>
                  <a:pt x="1328620" y="102707"/>
                </a:lnTo>
                <a:lnTo>
                  <a:pt x="1328777" y="101998"/>
                </a:lnTo>
                <a:lnTo>
                  <a:pt x="1328925" y="101285"/>
                </a:lnTo>
                <a:lnTo>
                  <a:pt x="1329063" y="100567"/>
                </a:lnTo>
                <a:lnTo>
                  <a:pt x="1329192" y="99844"/>
                </a:lnTo>
                <a:lnTo>
                  <a:pt x="1329311" y="99117"/>
                </a:lnTo>
                <a:lnTo>
                  <a:pt x="1329421" y="98384"/>
                </a:lnTo>
                <a:lnTo>
                  <a:pt x="1329521" y="97647"/>
                </a:lnTo>
                <a:lnTo>
                  <a:pt x="1329611" y="96905"/>
                </a:lnTo>
                <a:lnTo>
                  <a:pt x="1329692" y="96159"/>
                </a:lnTo>
                <a:lnTo>
                  <a:pt x="1329764" y="95407"/>
                </a:lnTo>
                <a:lnTo>
                  <a:pt x="1329826" y="94651"/>
                </a:lnTo>
                <a:lnTo>
                  <a:pt x="1329878" y="93890"/>
                </a:lnTo>
                <a:lnTo>
                  <a:pt x="1329921" y="93125"/>
                </a:lnTo>
                <a:lnTo>
                  <a:pt x="1329954" y="92354"/>
                </a:lnTo>
                <a:lnTo>
                  <a:pt x="1329978" y="91579"/>
                </a:lnTo>
                <a:lnTo>
                  <a:pt x="1329992" y="90799"/>
                </a:lnTo>
                <a:lnTo>
                  <a:pt x="1329997" y="90014"/>
                </a:lnTo>
                <a:lnTo>
                  <a:pt x="1329997" y="88158"/>
                </a:lnTo>
                <a:lnTo>
                  <a:pt x="1329992" y="87373"/>
                </a:lnTo>
                <a:lnTo>
                  <a:pt x="1329978" y="86593"/>
                </a:lnTo>
                <a:lnTo>
                  <a:pt x="1329954" y="85817"/>
                </a:lnTo>
                <a:lnTo>
                  <a:pt x="1329921" y="85046"/>
                </a:lnTo>
                <a:lnTo>
                  <a:pt x="1329878" y="84280"/>
                </a:lnTo>
                <a:lnTo>
                  <a:pt x="1329826" y="83518"/>
                </a:lnTo>
                <a:lnTo>
                  <a:pt x="1329764" y="82761"/>
                </a:lnTo>
                <a:lnTo>
                  <a:pt x="1329692" y="82009"/>
                </a:lnTo>
                <a:lnTo>
                  <a:pt x="1329611" y="81261"/>
                </a:lnTo>
                <a:lnTo>
                  <a:pt x="1329521" y="80518"/>
                </a:lnTo>
                <a:lnTo>
                  <a:pt x="1329421" y="79779"/>
                </a:lnTo>
                <a:lnTo>
                  <a:pt x="1329311" y="79045"/>
                </a:lnTo>
                <a:lnTo>
                  <a:pt x="1329192" y="78316"/>
                </a:lnTo>
                <a:lnTo>
                  <a:pt x="1329063" y="77591"/>
                </a:lnTo>
                <a:lnTo>
                  <a:pt x="1328925" y="76871"/>
                </a:lnTo>
                <a:lnTo>
                  <a:pt x="1328777" y="76156"/>
                </a:lnTo>
                <a:lnTo>
                  <a:pt x="1328620" y="75445"/>
                </a:lnTo>
                <a:lnTo>
                  <a:pt x="1328453" y="74739"/>
                </a:lnTo>
                <a:lnTo>
                  <a:pt x="1328277" y="74037"/>
                </a:lnTo>
                <a:lnTo>
                  <a:pt x="1328091" y="73340"/>
                </a:lnTo>
                <a:lnTo>
                  <a:pt x="1327896" y="72648"/>
                </a:lnTo>
                <a:lnTo>
                  <a:pt x="1327691" y="71960"/>
                </a:lnTo>
                <a:lnTo>
                  <a:pt x="1327476" y="71277"/>
                </a:lnTo>
                <a:lnTo>
                  <a:pt x="1327252" y="70599"/>
                </a:lnTo>
                <a:lnTo>
                  <a:pt x="1327019" y="69926"/>
                </a:lnTo>
                <a:lnTo>
                  <a:pt x="1326778" y="69261"/>
                </a:lnTo>
                <a:lnTo>
                  <a:pt x="1326528" y="68603"/>
                </a:lnTo>
                <a:lnTo>
                  <a:pt x="1326269" y="67953"/>
                </a:lnTo>
                <a:lnTo>
                  <a:pt x="1326002" y="67309"/>
                </a:lnTo>
                <a:lnTo>
                  <a:pt x="1325726" y="66673"/>
                </a:lnTo>
                <a:lnTo>
                  <a:pt x="1325442" y="66044"/>
                </a:lnTo>
                <a:lnTo>
                  <a:pt x="1325149" y="65423"/>
                </a:lnTo>
                <a:lnTo>
                  <a:pt x="1324847" y="64809"/>
                </a:lnTo>
                <a:lnTo>
                  <a:pt x="1324537" y="64202"/>
                </a:lnTo>
                <a:lnTo>
                  <a:pt x="1324219" y="63602"/>
                </a:lnTo>
                <a:lnTo>
                  <a:pt x="1323892" y="63010"/>
                </a:lnTo>
                <a:lnTo>
                  <a:pt x="1323556" y="62425"/>
                </a:lnTo>
                <a:lnTo>
                  <a:pt x="1323212" y="61847"/>
                </a:lnTo>
                <a:lnTo>
                  <a:pt x="1322859" y="61277"/>
                </a:lnTo>
                <a:lnTo>
                  <a:pt x="1322498" y="60714"/>
                </a:lnTo>
                <a:lnTo>
                  <a:pt x="1322128" y="60158"/>
                </a:lnTo>
                <a:lnTo>
                  <a:pt x="1321750" y="59609"/>
                </a:lnTo>
                <a:lnTo>
                  <a:pt x="1321363" y="59068"/>
                </a:lnTo>
                <a:lnTo>
                  <a:pt x="1320968" y="58534"/>
                </a:lnTo>
                <a:lnTo>
                  <a:pt x="1320564" y="58007"/>
                </a:lnTo>
                <a:lnTo>
                  <a:pt x="1320151" y="57488"/>
                </a:lnTo>
                <a:lnTo>
                  <a:pt x="1319730" y="56976"/>
                </a:lnTo>
                <a:lnTo>
                  <a:pt x="1319300" y="56471"/>
                </a:lnTo>
                <a:lnTo>
                  <a:pt x="1318863" y="55974"/>
                </a:lnTo>
                <a:lnTo>
                  <a:pt x="1318417" y="55487"/>
                </a:lnTo>
                <a:lnTo>
                  <a:pt x="1317965" y="55009"/>
                </a:lnTo>
                <a:lnTo>
                  <a:pt x="1317504" y="54540"/>
                </a:lnTo>
                <a:lnTo>
                  <a:pt x="1317036" y="54081"/>
                </a:lnTo>
                <a:lnTo>
                  <a:pt x="1316561" y="53630"/>
                </a:lnTo>
                <a:lnTo>
                  <a:pt x="1316077" y="53189"/>
                </a:lnTo>
                <a:lnTo>
                  <a:pt x="1315587" y="52757"/>
                </a:lnTo>
                <a:lnTo>
                  <a:pt x="1315089" y="52335"/>
                </a:lnTo>
                <a:lnTo>
                  <a:pt x="1314583" y="51921"/>
                </a:lnTo>
                <a:lnTo>
                  <a:pt x="1314069" y="51517"/>
                </a:lnTo>
                <a:lnTo>
                  <a:pt x="1313548" y="51123"/>
                </a:lnTo>
                <a:lnTo>
                  <a:pt x="1313020" y="50737"/>
                </a:lnTo>
                <a:lnTo>
                  <a:pt x="1312484" y="50361"/>
                </a:lnTo>
                <a:lnTo>
                  <a:pt x="1311940" y="49994"/>
                </a:lnTo>
                <a:lnTo>
                  <a:pt x="1311389" y="49636"/>
                </a:lnTo>
                <a:lnTo>
                  <a:pt x="1310830" y="49287"/>
                </a:lnTo>
                <a:lnTo>
                  <a:pt x="1310264" y="48948"/>
                </a:lnTo>
                <a:lnTo>
                  <a:pt x="1309690" y="48618"/>
                </a:lnTo>
                <a:lnTo>
                  <a:pt x="1309108" y="48297"/>
                </a:lnTo>
                <a:lnTo>
                  <a:pt x="1308519" y="47985"/>
                </a:lnTo>
                <a:lnTo>
                  <a:pt x="1307922" y="47683"/>
                </a:lnTo>
                <a:lnTo>
                  <a:pt x="1307318" y="47390"/>
                </a:lnTo>
                <a:lnTo>
                  <a:pt x="1306706" y="47106"/>
                </a:lnTo>
                <a:lnTo>
                  <a:pt x="1306088" y="46833"/>
                </a:lnTo>
                <a:lnTo>
                  <a:pt x="1305463" y="46571"/>
                </a:lnTo>
                <a:lnTo>
                  <a:pt x="1304831" y="46321"/>
                </a:lnTo>
                <a:lnTo>
                  <a:pt x="1304194" y="46082"/>
                </a:lnTo>
                <a:lnTo>
                  <a:pt x="1303550" y="45856"/>
                </a:lnTo>
                <a:lnTo>
                  <a:pt x="1302900" y="45640"/>
                </a:lnTo>
                <a:lnTo>
                  <a:pt x="1302243" y="45437"/>
                </a:lnTo>
                <a:lnTo>
                  <a:pt x="1301580" y="45245"/>
                </a:lnTo>
                <a:lnTo>
                  <a:pt x="1300911" y="45065"/>
                </a:lnTo>
                <a:lnTo>
                  <a:pt x="1300235" y="44896"/>
                </a:lnTo>
                <a:lnTo>
                  <a:pt x="1299554" y="44739"/>
                </a:lnTo>
                <a:lnTo>
                  <a:pt x="1298866" y="44593"/>
                </a:lnTo>
                <a:lnTo>
                  <a:pt x="1298171" y="44460"/>
                </a:lnTo>
                <a:lnTo>
                  <a:pt x="1297470" y="44338"/>
                </a:lnTo>
                <a:lnTo>
                  <a:pt x="1296763" y="44227"/>
                </a:lnTo>
                <a:lnTo>
                  <a:pt x="1296050" y="44128"/>
                </a:lnTo>
                <a:lnTo>
                  <a:pt x="1295330" y="44041"/>
                </a:lnTo>
                <a:lnTo>
                  <a:pt x="1294604" y="43965"/>
                </a:lnTo>
                <a:lnTo>
                  <a:pt x="1293872" y="43901"/>
                </a:lnTo>
                <a:lnTo>
                  <a:pt x="1293134" y="43849"/>
                </a:lnTo>
                <a:lnTo>
                  <a:pt x="1292389" y="43808"/>
                </a:lnTo>
                <a:lnTo>
                  <a:pt x="1291638" y="43779"/>
                </a:lnTo>
                <a:lnTo>
                  <a:pt x="1290880" y="43762"/>
                </a:lnTo>
                <a:lnTo>
                  <a:pt x="1290116" y="43756"/>
                </a:lnTo>
                <a:lnTo>
                  <a:pt x="1289359" y="43762"/>
                </a:lnTo>
                <a:lnTo>
                  <a:pt x="1288608" y="43779"/>
                </a:lnTo>
                <a:lnTo>
                  <a:pt x="1287863" y="43808"/>
                </a:lnTo>
                <a:lnTo>
                  <a:pt x="1287125" y="43849"/>
                </a:lnTo>
                <a:lnTo>
                  <a:pt x="1286392" y="43901"/>
                </a:lnTo>
                <a:lnTo>
                  <a:pt x="1285666" y="43965"/>
                </a:lnTo>
                <a:lnTo>
                  <a:pt x="1284946" y="44041"/>
                </a:lnTo>
                <a:lnTo>
                  <a:pt x="1284232" y="44128"/>
                </a:lnTo>
                <a:lnTo>
                  <a:pt x="1283524" y="44227"/>
                </a:lnTo>
                <a:lnTo>
                  <a:pt x="1282823" y="44338"/>
                </a:lnTo>
                <a:lnTo>
                  <a:pt x="1282127" y="44460"/>
                </a:lnTo>
                <a:lnTo>
                  <a:pt x="1281438" y="44593"/>
                </a:lnTo>
                <a:lnTo>
                  <a:pt x="1280755" y="44739"/>
                </a:lnTo>
                <a:lnTo>
                  <a:pt x="1280078" y="44896"/>
                </a:lnTo>
                <a:lnTo>
                  <a:pt x="1279407" y="45065"/>
                </a:lnTo>
                <a:lnTo>
                  <a:pt x="1278742" y="45245"/>
                </a:lnTo>
                <a:lnTo>
                  <a:pt x="1278084" y="45437"/>
                </a:lnTo>
                <a:lnTo>
                  <a:pt x="1277432" y="45640"/>
                </a:lnTo>
                <a:lnTo>
                  <a:pt x="1276785" y="45856"/>
                </a:lnTo>
                <a:lnTo>
                  <a:pt x="1276146" y="46082"/>
                </a:lnTo>
                <a:lnTo>
                  <a:pt x="1275512" y="46321"/>
                </a:lnTo>
                <a:lnTo>
                  <a:pt x="1274884" y="46571"/>
                </a:lnTo>
                <a:lnTo>
                  <a:pt x="1274263" y="46833"/>
                </a:lnTo>
                <a:lnTo>
                  <a:pt x="1273647" y="47106"/>
                </a:lnTo>
                <a:lnTo>
                  <a:pt x="1273039" y="47390"/>
                </a:lnTo>
                <a:lnTo>
                  <a:pt x="1272438" y="47683"/>
                </a:lnTo>
                <a:lnTo>
                  <a:pt x="1271845" y="47985"/>
                </a:lnTo>
                <a:lnTo>
                  <a:pt x="1271259" y="48297"/>
                </a:lnTo>
                <a:lnTo>
                  <a:pt x="1270681" y="48618"/>
                </a:lnTo>
                <a:lnTo>
                  <a:pt x="1270110" y="48948"/>
                </a:lnTo>
                <a:lnTo>
                  <a:pt x="1269547" y="49287"/>
                </a:lnTo>
                <a:lnTo>
                  <a:pt x="1268992" y="49636"/>
                </a:lnTo>
                <a:lnTo>
                  <a:pt x="1268444" y="49994"/>
                </a:lnTo>
                <a:lnTo>
                  <a:pt x="1267904" y="50361"/>
                </a:lnTo>
                <a:lnTo>
                  <a:pt x="1267371" y="50737"/>
                </a:lnTo>
                <a:lnTo>
                  <a:pt x="1266846" y="51123"/>
                </a:lnTo>
                <a:lnTo>
                  <a:pt x="1266328" y="51517"/>
                </a:lnTo>
                <a:lnTo>
                  <a:pt x="1265818" y="51921"/>
                </a:lnTo>
                <a:lnTo>
                  <a:pt x="1265316" y="52335"/>
                </a:lnTo>
                <a:lnTo>
                  <a:pt x="1264821" y="52757"/>
                </a:lnTo>
                <a:lnTo>
                  <a:pt x="1264334" y="53189"/>
                </a:lnTo>
                <a:lnTo>
                  <a:pt x="1263854" y="53630"/>
                </a:lnTo>
                <a:lnTo>
                  <a:pt x="1263382" y="54081"/>
                </a:lnTo>
                <a:lnTo>
                  <a:pt x="1262917" y="54540"/>
                </a:lnTo>
                <a:lnTo>
                  <a:pt x="1262460" y="55009"/>
                </a:lnTo>
                <a:lnTo>
                  <a:pt x="1262010" y="55487"/>
                </a:lnTo>
                <a:lnTo>
                  <a:pt x="1261569" y="55974"/>
                </a:lnTo>
                <a:lnTo>
                  <a:pt x="1261134" y="56471"/>
                </a:lnTo>
                <a:lnTo>
                  <a:pt x="1260708" y="56976"/>
                </a:lnTo>
                <a:lnTo>
                  <a:pt x="1260290" y="57488"/>
                </a:lnTo>
                <a:lnTo>
                  <a:pt x="1259880" y="58007"/>
                </a:lnTo>
                <a:lnTo>
                  <a:pt x="1259479" y="58534"/>
                </a:lnTo>
                <a:lnTo>
                  <a:pt x="1259086" y="59068"/>
                </a:lnTo>
                <a:lnTo>
                  <a:pt x="1258702" y="59609"/>
                </a:lnTo>
                <a:lnTo>
                  <a:pt x="1258326" y="60158"/>
                </a:lnTo>
                <a:lnTo>
                  <a:pt x="1257959" y="60714"/>
                </a:lnTo>
                <a:lnTo>
                  <a:pt x="1257600" y="61277"/>
                </a:lnTo>
                <a:lnTo>
                  <a:pt x="1257249" y="61847"/>
                </a:lnTo>
                <a:lnTo>
                  <a:pt x="1256907" y="62425"/>
                </a:lnTo>
                <a:lnTo>
                  <a:pt x="1256573" y="63010"/>
                </a:lnTo>
                <a:lnTo>
                  <a:pt x="1256247" y="63602"/>
                </a:lnTo>
                <a:lnTo>
                  <a:pt x="1255930" y="64202"/>
                </a:lnTo>
                <a:lnTo>
                  <a:pt x="1255622" y="64809"/>
                </a:lnTo>
                <a:lnTo>
                  <a:pt x="1255322" y="65423"/>
                </a:lnTo>
                <a:lnTo>
                  <a:pt x="1255030" y="66044"/>
                </a:lnTo>
                <a:lnTo>
                  <a:pt x="1254746" y="66673"/>
                </a:lnTo>
                <a:lnTo>
                  <a:pt x="1254471" y="67309"/>
                </a:lnTo>
                <a:lnTo>
                  <a:pt x="1254205" y="67953"/>
                </a:lnTo>
                <a:lnTo>
                  <a:pt x="1253947" y="68603"/>
                </a:lnTo>
                <a:lnTo>
                  <a:pt x="1253697" y="69261"/>
                </a:lnTo>
                <a:lnTo>
                  <a:pt x="1253456" y="69926"/>
                </a:lnTo>
                <a:lnTo>
                  <a:pt x="1253223" y="70599"/>
                </a:lnTo>
                <a:lnTo>
                  <a:pt x="1252999" y="71277"/>
                </a:lnTo>
                <a:lnTo>
                  <a:pt x="1252784" y="71960"/>
                </a:lnTo>
                <a:lnTo>
                  <a:pt x="1252579" y="72648"/>
                </a:lnTo>
                <a:lnTo>
                  <a:pt x="1252384" y="73340"/>
                </a:lnTo>
                <a:lnTo>
                  <a:pt x="1252198" y="74037"/>
                </a:lnTo>
                <a:lnTo>
                  <a:pt x="1252022" y="74739"/>
                </a:lnTo>
                <a:lnTo>
                  <a:pt x="1251855" y="75445"/>
                </a:lnTo>
                <a:lnTo>
                  <a:pt x="1251698" y="76156"/>
                </a:lnTo>
                <a:lnTo>
                  <a:pt x="1251550" y="76871"/>
                </a:lnTo>
                <a:lnTo>
                  <a:pt x="1251412" y="77591"/>
                </a:lnTo>
                <a:lnTo>
                  <a:pt x="1251283" y="78316"/>
                </a:lnTo>
                <a:lnTo>
                  <a:pt x="1251164" y="79045"/>
                </a:lnTo>
                <a:lnTo>
                  <a:pt x="1251054" y="79779"/>
                </a:lnTo>
                <a:lnTo>
                  <a:pt x="1250954" y="80518"/>
                </a:lnTo>
                <a:lnTo>
                  <a:pt x="1250864" y="81261"/>
                </a:lnTo>
                <a:lnTo>
                  <a:pt x="1250783" y="82009"/>
                </a:lnTo>
                <a:lnTo>
                  <a:pt x="1250711" y="82761"/>
                </a:lnTo>
                <a:lnTo>
                  <a:pt x="1250649" y="83518"/>
                </a:lnTo>
                <a:lnTo>
                  <a:pt x="1250597" y="84280"/>
                </a:lnTo>
                <a:lnTo>
                  <a:pt x="1250554" y="85046"/>
                </a:lnTo>
                <a:lnTo>
                  <a:pt x="1250521" y="85817"/>
                </a:lnTo>
                <a:lnTo>
                  <a:pt x="1250497" y="86593"/>
                </a:lnTo>
                <a:lnTo>
                  <a:pt x="1250483" y="87373"/>
                </a:lnTo>
                <a:lnTo>
                  <a:pt x="1250478" y="88158"/>
                </a:lnTo>
                <a:lnTo>
                  <a:pt x="1250478" y="90014"/>
                </a:lnTo>
                <a:lnTo>
                  <a:pt x="1250483" y="90799"/>
                </a:lnTo>
                <a:lnTo>
                  <a:pt x="1250497" y="91579"/>
                </a:lnTo>
                <a:lnTo>
                  <a:pt x="1250521" y="92354"/>
                </a:lnTo>
                <a:lnTo>
                  <a:pt x="1250554" y="93125"/>
                </a:lnTo>
                <a:lnTo>
                  <a:pt x="1250597" y="93890"/>
                </a:lnTo>
                <a:close/>
                <a:moveTo>
                  <a:pt x="1265479" y="85496"/>
                </a:moveTo>
                <a:lnTo>
                  <a:pt x="1265509" y="84971"/>
                </a:lnTo>
                <a:lnTo>
                  <a:pt x="1265543" y="84449"/>
                </a:lnTo>
                <a:lnTo>
                  <a:pt x="1265583" y="83928"/>
                </a:lnTo>
                <a:lnTo>
                  <a:pt x="1265629" y="83410"/>
                </a:lnTo>
                <a:lnTo>
                  <a:pt x="1265679" y="82895"/>
                </a:lnTo>
                <a:lnTo>
                  <a:pt x="1265735" y="82381"/>
                </a:lnTo>
                <a:lnTo>
                  <a:pt x="1265796" y="81871"/>
                </a:lnTo>
                <a:lnTo>
                  <a:pt x="1265863" y="81362"/>
                </a:lnTo>
                <a:lnTo>
                  <a:pt x="1265935" y="80856"/>
                </a:lnTo>
                <a:lnTo>
                  <a:pt x="1266012" y="80353"/>
                </a:lnTo>
                <a:lnTo>
                  <a:pt x="1266095" y="79851"/>
                </a:lnTo>
                <a:lnTo>
                  <a:pt x="1266182" y="79352"/>
                </a:lnTo>
                <a:lnTo>
                  <a:pt x="1266276" y="78856"/>
                </a:lnTo>
                <a:lnTo>
                  <a:pt x="1266374" y="78362"/>
                </a:lnTo>
                <a:lnTo>
                  <a:pt x="1266478" y="77870"/>
                </a:lnTo>
                <a:lnTo>
                  <a:pt x="1266587" y="77381"/>
                </a:lnTo>
                <a:lnTo>
                  <a:pt x="1266702" y="76894"/>
                </a:lnTo>
                <a:lnTo>
                  <a:pt x="1266822" y="76409"/>
                </a:lnTo>
                <a:lnTo>
                  <a:pt x="1266947" y="75927"/>
                </a:lnTo>
                <a:lnTo>
                  <a:pt x="1267077" y="75448"/>
                </a:lnTo>
                <a:lnTo>
                  <a:pt x="1267213" y="74974"/>
                </a:lnTo>
                <a:lnTo>
                  <a:pt x="1267355" y="74504"/>
                </a:lnTo>
                <a:lnTo>
                  <a:pt x="1267502" y="74039"/>
                </a:lnTo>
                <a:lnTo>
                  <a:pt x="1267654" y="73578"/>
                </a:lnTo>
                <a:lnTo>
                  <a:pt x="1267812" y="73122"/>
                </a:lnTo>
                <a:lnTo>
                  <a:pt x="1267975" y="72670"/>
                </a:lnTo>
                <a:lnTo>
                  <a:pt x="1268144" y="72222"/>
                </a:lnTo>
                <a:lnTo>
                  <a:pt x="1268319" y="71779"/>
                </a:lnTo>
                <a:lnTo>
                  <a:pt x="1268498" y="71341"/>
                </a:lnTo>
                <a:lnTo>
                  <a:pt x="1268684" y="70907"/>
                </a:lnTo>
                <a:lnTo>
                  <a:pt x="1268874" y="70478"/>
                </a:lnTo>
                <a:lnTo>
                  <a:pt x="1269070" y="70053"/>
                </a:lnTo>
                <a:lnTo>
                  <a:pt x="1269272" y="69632"/>
                </a:lnTo>
                <a:lnTo>
                  <a:pt x="1269479" y="69216"/>
                </a:lnTo>
                <a:lnTo>
                  <a:pt x="1269692" y="68805"/>
                </a:lnTo>
                <a:lnTo>
                  <a:pt x="1269910" y="68398"/>
                </a:lnTo>
                <a:lnTo>
                  <a:pt x="1270133" y="67995"/>
                </a:lnTo>
                <a:lnTo>
                  <a:pt x="1270362" y="67597"/>
                </a:lnTo>
                <a:lnTo>
                  <a:pt x="1270596" y="67204"/>
                </a:lnTo>
                <a:lnTo>
                  <a:pt x="1270836" y="66814"/>
                </a:lnTo>
                <a:lnTo>
                  <a:pt x="1271082" y="66430"/>
                </a:lnTo>
                <a:lnTo>
                  <a:pt x="1271332" y="66050"/>
                </a:lnTo>
                <a:lnTo>
                  <a:pt x="1271589" y="65674"/>
                </a:lnTo>
                <a:lnTo>
                  <a:pt x="1271850" y="65304"/>
                </a:lnTo>
                <a:lnTo>
                  <a:pt x="1272117" y="64941"/>
                </a:lnTo>
                <a:lnTo>
                  <a:pt x="1272390" y="64584"/>
                </a:lnTo>
                <a:lnTo>
                  <a:pt x="1272667" y="64233"/>
                </a:lnTo>
                <a:lnTo>
                  <a:pt x="1272950" y="63890"/>
                </a:lnTo>
                <a:lnTo>
                  <a:pt x="1273239" y="63552"/>
                </a:lnTo>
                <a:lnTo>
                  <a:pt x="1273532" y="63222"/>
                </a:lnTo>
                <a:lnTo>
                  <a:pt x="1273831" y="62898"/>
                </a:lnTo>
                <a:lnTo>
                  <a:pt x="1274136" y="62581"/>
                </a:lnTo>
                <a:lnTo>
                  <a:pt x="1274445" y="62270"/>
                </a:lnTo>
                <a:lnTo>
                  <a:pt x="1274760" y="61966"/>
                </a:lnTo>
                <a:lnTo>
                  <a:pt x="1275080" y="61668"/>
                </a:lnTo>
                <a:lnTo>
                  <a:pt x="1275406" y="61377"/>
                </a:lnTo>
                <a:lnTo>
                  <a:pt x="1275737" y="61092"/>
                </a:lnTo>
                <a:lnTo>
                  <a:pt x="1276073" y="60815"/>
                </a:lnTo>
                <a:lnTo>
                  <a:pt x="1276415" y="60543"/>
                </a:lnTo>
                <a:lnTo>
                  <a:pt x="1276762" y="60279"/>
                </a:lnTo>
                <a:lnTo>
                  <a:pt x="1277114" y="60021"/>
                </a:lnTo>
                <a:lnTo>
                  <a:pt x="1277471" y="59769"/>
                </a:lnTo>
                <a:lnTo>
                  <a:pt x="1277834" y="59524"/>
                </a:lnTo>
                <a:lnTo>
                  <a:pt x="1278202" y="59286"/>
                </a:lnTo>
                <a:lnTo>
                  <a:pt x="1278576" y="59054"/>
                </a:lnTo>
                <a:lnTo>
                  <a:pt x="1278955" y="58829"/>
                </a:lnTo>
                <a:lnTo>
                  <a:pt x="1279339" y="58610"/>
                </a:lnTo>
                <a:lnTo>
                  <a:pt x="1279728" y="58399"/>
                </a:lnTo>
                <a:lnTo>
                  <a:pt x="1280123" y="58198"/>
                </a:lnTo>
                <a:lnTo>
                  <a:pt x="1280523" y="58005"/>
                </a:lnTo>
                <a:lnTo>
                  <a:pt x="1280928" y="57821"/>
                </a:lnTo>
                <a:lnTo>
                  <a:pt x="1281338" y="57646"/>
                </a:lnTo>
                <a:lnTo>
                  <a:pt x="1281753" y="57480"/>
                </a:lnTo>
                <a:lnTo>
                  <a:pt x="1282174" y="57323"/>
                </a:lnTo>
                <a:lnTo>
                  <a:pt x="1282599" y="57175"/>
                </a:lnTo>
                <a:lnTo>
                  <a:pt x="1283030" y="57036"/>
                </a:lnTo>
                <a:lnTo>
                  <a:pt x="1283466" y="56906"/>
                </a:lnTo>
                <a:lnTo>
                  <a:pt x="1283908" y="56785"/>
                </a:lnTo>
                <a:lnTo>
                  <a:pt x="1284354" y="56673"/>
                </a:lnTo>
                <a:lnTo>
                  <a:pt x="1284806" y="56570"/>
                </a:lnTo>
                <a:lnTo>
                  <a:pt x="1285263" y="56475"/>
                </a:lnTo>
                <a:lnTo>
                  <a:pt x="1285725" y="56390"/>
                </a:lnTo>
                <a:lnTo>
                  <a:pt x="1286192" y="56314"/>
                </a:lnTo>
                <a:lnTo>
                  <a:pt x="1286664" y="56247"/>
                </a:lnTo>
                <a:lnTo>
                  <a:pt x="1287142" y="56188"/>
                </a:lnTo>
                <a:lnTo>
                  <a:pt x="1287625" y="56139"/>
                </a:lnTo>
                <a:lnTo>
                  <a:pt x="1288113" y="56099"/>
                </a:lnTo>
                <a:lnTo>
                  <a:pt x="1288606" y="56067"/>
                </a:lnTo>
                <a:lnTo>
                  <a:pt x="1289104" y="56045"/>
                </a:lnTo>
                <a:lnTo>
                  <a:pt x="1289608" y="56031"/>
                </a:lnTo>
                <a:lnTo>
                  <a:pt x="1290116" y="56027"/>
                </a:lnTo>
                <a:lnTo>
                  <a:pt x="1290632" y="56031"/>
                </a:lnTo>
                <a:lnTo>
                  <a:pt x="1291141" y="56045"/>
                </a:lnTo>
                <a:lnTo>
                  <a:pt x="1291646" y="56067"/>
                </a:lnTo>
                <a:lnTo>
                  <a:pt x="1292145" y="56099"/>
                </a:lnTo>
                <a:lnTo>
                  <a:pt x="1292638" y="56139"/>
                </a:lnTo>
                <a:lnTo>
                  <a:pt x="1293126" y="56188"/>
                </a:lnTo>
                <a:lnTo>
                  <a:pt x="1293609" y="56247"/>
                </a:lnTo>
                <a:lnTo>
                  <a:pt x="1294086" y="56314"/>
                </a:lnTo>
                <a:lnTo>
                  <a:pt x="1294557" y="56390"/>
                </a:lnTo>
                <a:lnTo>
                  <a:pt x="1295023" y="56475"/>
                </a:lnTo>
                <a:lnTo>
                  <a:pt x="1295484" y="56570"/>
                </a:lnTo>
                <a:lnTo>
                  <a:pt x="1295939" y="56673"/>
                </a:lnTo>
                <a:lnTo>
                  <a:pt x="1296389" y="56785"/>
                </a:lnTo>
                <a:lnTo>
                  <a:pt x="1296833" y="56906"/>
                </a:lnTo>
                <a:lnTo>
                  <a:pt x="1297272" y="57036"/>
                </a:lnTo>
                <a:lnTo>
                  <a:pt x="1297705" y="57175"/>
                </a:lnTo>
                <a:lnTo>
                  <a:pt x="1298133" y="57323"/>
                </a:lnTo>
                <a:lnTo>
                  <a:pt x="1298555" y="57480"/>
                </a:lnTo>
                <a:lnTo>
                  <a:pt x="1298972" y="57646"/>
                </a:lnTo>
                <a:lnTo>
                  <a:pt x="1299384" y="57821"/>
                </a:lnTo>
                <a:lnTo>
                  <a:pt x="1299790" y="58005"/>
                </a:lnTo>
                <a:lnTo>
                  <a:pt x="1300190" y="58198"/>
                </a:lnTo>
                <a:lnTo>
                  <a:pt x="1300585" y="58399"/>
                </a:lnTo>
                <a:lnTo>
                  <a:pt x="1300975" y="58610"/>
                </a:lnTo>
                <a:lnTo>
                  <a:pt x="1301359" y="58829"/>
                </a:lnTo>
                <a:lnTo>
                  <a:pt x="1301738" y="59054"/>
                </a:lnTo>
                <a:lnTo>
                  <a:pt x="1302111" y="59286"/>
                </a:lnTo>
                <a:lnTo>
                  <a:pt x="1302479" y="59524"/>
                </a:lnTo>
                <a:lnTo>
                  <a:pt x="1302842" y="59769"/>
                </a:lnTo>
                <a:lnTo>
                  <a:pt x="1303200" y="60021"/>
                </a:lnTo>
                <a:lnTo>
                  <a:pt x="1303552" y="60279"/>
                </a:lnTo>
                <a:lnTo>
                  <a:pt x="1303899" y="60543"/>
                </a:lnTo>
                <a:lnTo>
                  <a:pt x="1304240" y="60815"/>
                </a:lnTo>
                <a:lnTo>
                  <a:pt x="1304577" y="61092"/>
                </a:lnTo>
                <a:lnTo>
                  <a:pt x="1304908" y="61377"/>
                </a:lnTo>
                <a:lnTo>
                  <a:pt x="1305233" y="61668"/>
                </a:lnTo>
                <a:lnTo>
                  <a:pt x="1305553" y="61966"/>
                </a:lnTo>
                <a:lnTo>
                  <a:pt x="1305868" y="62270"/>
                </a:lnTo>
                <a:lnTo>
                  <a:pt x="1306178" y="62581"/>
                </a:lnTo>
                <a:lnTo>
                  <a:pt x="1306482" y="62898"/>
                </a:lnTo>
                <a:lnTo>
                  <a:pt x="1306781" y="63222"/>
                </a:lnTo>
                <a:lnTo>
                  <a:pt x="1307075" y="63552"/>
                </a:lnTo>
                <a:lnTo>
                  <a:pt x="1307363" y="63890"/>
                </a:lnTo>
                <a:lnTo>
                  <a:pt x="1307646" y="64233"/>
                </a:lnTo>
                <a:lnTo>
                  <a:pt x="1307924" y="64584"/>
                </a:lnTo>
                <a:lnTo>
                  <a:pt x="1308196" y="64941"/>
                </a:lnTo>
                <a:lnTo>
                  <a:pt x="1308463" y="65304"/>
                </a:lnTo>
                <a:lnTo>
                  <a:pt x="1308725" y="65674"/>
                </a:lnTo>
                <a:lnTo>
                  <a:pt x="1308981" y="66050"/>
                </a:lnTo>
                <a:lnTo>
                  <a:pt x="1309232" y="66430"/>
                </a:lnTo>
                <a:lnTo>
                  <a:pt x="1309478" y="66814"/>
                </a:lnTo>
                <a:lnTo>
                  <a:pt x="1309718" y="67204"/>
                </a:lnTo>
                <a:lnTo>
                  <a:pt x="1309953" y="67597"/>
                </a:lnTo>
                <a:lnTo>
                  <a:pt x="1310183" y="67995"/>
                </a:lnTo>
                <a:lnTo>
                  <a:pt x="1310407" y="68398"/>
                </a:lnTo>
                <a:lnTo>
                  <a:pt x="1310626" y="68805"/>
                </a:lnTo>
                <a:lnTo>
                  <a:pt x="1310840" y="69216"/>
                </a:lnTo>
                <a:lnTo>
                  <a:pt x="1311049" y="69632"/>
                </a:lnTo>
                <a:lnTo>
                  <a:pt x="1311252" y="70053"/>
                </a:lnTo>
                <a:lnTo>
                  <a:pt x="1311449" y="70478"/>
                </a:lnTo>
                <a:lnTo>
                  <a:pt x="1311642" y="70907"/>
                </a:lnTo>
                <a:lnTo>
                  <a:pt x="1311829" y="71341"/>
                </a:lnTo>
                <a:lnTo>
                  <a:pt x="1312011" y="71779"/>
                </a:lnTo>
                <a:lnTo>
                  <a:pt x="1312187" y="72222"/>
                </a:lnTo>
                <a:lnTo>
                  <a:pt x="1312358" y="72670"/>
                </a:lnTo>
                <a:lnTo>
                  <a:pt x="1312524" y="73122"/>
                </a:lnTo>
                <a:lnTo>
                  <a:pt x="1312685" y="73578"/>
                </a:lnTo>
                <a:lnTo>
                  <a:pt x="1312840" y="74039"/>
                </a:lnTo>
                <a:lnTo>
                  <a:pt x="1312990" y="74504"/>
                </a:lnTo>
                <a:lnTo>
                  <a:pt x="1313134" y="74974"/>
                </a:lnTo>
                <a:lnTo>
                  <a:pt x="1313273" y="75448"/>
                </a:lnTo>
                <a:lnTo>
                  <a:pt x="1313407" y="75927"/>
                </a:lnTo>
                <a:lnTo>
                  <a:pt x="1313536" y="76409"/>
                </a:lnTo>
                <a:lnTo>
                  <a:pt x="1313659" y="76894"/>
                </a:lnTo>
                <a:lnTo>
                  <a:pt x="1313776" y="77381"/>
                </a:lnTo>
                <a:lnTo>
                  <a:pt x="1313888" y="77870"/>
                </a:lnTo>
                <a:lnTo>
                  <a:pt x="1313995" y="78362"/>
                </a:lnTo>
                <a:lnTo>
                  <a:pt x="1314096" y="78856"/>
                </a:lnTo>
                <a:lnTo>
                  <a:pt x="1314191" y="79352"/>
                </a:lnTo>
                <a:lnTo>
                  <a:pt x="1314282" y="79851"/>
                </a:lnTo>
                <a:lnTo>
                  <a:pt x="1314366" y="80353"/>
                </a:lnTo>
                <a:lnTo>
                  <a:pt x="1314446" y="80856"/>
                </a:lnTo>
                <a:lnTo>
                  <a:pt x="1314519" y="81362"/>
                </a:lnTo>
                <a:lnTo>
                  <a:pt x="1314588" y="81871"/>
                </a:lnTo>
                <a:lnTo>
                  <a:pt x="1314651" y="82381"/>
                </a:lnTo>
                <a:lnTo>
                  <a:pt x="1314708" y="82895"/>
                </a:lnTo>
                <a:lnTo>
                  <a:pt x="1314760" y="83410"/>
                </a:lnTo>
                <a:lnTo>
                  <a:pt x="1314806" y="83928"/>
                </a:lnTo>
                <a:lnTo>
                  <a:pt x="1314847" y="84449"/>
                </a:lnTo>
                <a:lnTo>
                  <a:pt x="1314883" y="84971"/>
                </a:lnTo>
                <a:lnTo>
                  <a:pt x="1314913" y="85496"/>
                </a:lnTo>
                <a:lnTo>
                  <a:pt x="1314938" y="86024"/>
                </a:lnTo>
                <a:lnTo>
                  <a:pt x="1314957" y="86554"/>
                </a:lnTo>
                <a:lnTo>
                  <a:pt x="1314970" y="87086"/>
                </a:lnTo>
                <a:lnTo>
                  <a:pt x="1314979" y="87621"/>
                </a:lnTo>
                <a:lnTo>
                  <a:pt x="1314981" y="88158"/>
                </a:lnTo>
                <a:lnTo>
                  <a:pt x="1314981" y="90014"/>
                </a:lnTo>
                <a:lnTo>
                  <a:pt x="1314979" y="90558"/>
                </a:lnTo>
                <a:lnTo>
                  <a:pt x="1314970" y="91099"/>
                </a:lnTo>
                <a:lnTo>
                  <a:pt x="1314957" y="91637"/>
                </a:lnTo>
                <a:lnTo>
                  <a:pt x="1314938" y="92173"/>
                </a:lnTo>
                <a:lnTo>
                  <a:pt x="1314913" y="92706"/>
                </a:lnTo>
                <a:lnTo>
                  <a:pt x="1314883" y="93236"/>
                </a:lnTo>
                <a:lnTo>
                  <a:pt x="1314847" y="93764"/>
                </a:lnTo>
                <a:lnTo>
                  <a:pt x="1314806" y="94289"/>
                </a:lnTo>
                <a:lnTo>
                  <a:pt x="1314760" y="94811"/>
                </a:lnTo>
                <a:lnTo>
                  <a:pt x="1314708" y="95331"/>
                </a:lnTo>
                <a:lnTo>
                  <a:pt x="1314651" y="95847"/>
                </a:lnTo>
                <a:lnTo>
                  <a:pt x="1314588" y="96362"/>
                </a:lnTo>
                <a:lnTo>
                  <a:pt x="1314519" y="96873"/>
                </a:lnTo>
                <a:lnTo>
                  <a:pt x="1314446" y="97382"/>
                </a:lnTo>
                <a:lnTo>
                  <a:pt x="1314366" y="97889"/>
                </a:lnTo>
                <a:lnTo>
                  <a:pt x="1314282" y="98392"/>
                </a:lnTo>
                <a:lnTo>
                  <a:pt x="1314191" y="98893"/>
                </a:lnTo>
                <a:lnTo>
                  <a:pt x="1314096" y="99392"/>
                </a:lnTo>
                <a:lnTo>
                  <a:pt x="1313995" y="99887"/>
                </a:lnTo>
                <a:lnTo>
                  <a:pt x="1313888" y="100380"/>
                </a:lnTo>
                <a:lnTo>
                  <a:pt x="1313776" y="100871"/>
                </a:lnTo>
                <a:lnTo>
                  <a:pt x="1313659" y="101358"/>
                </a:lnTo>
                <a:lnTo>
                  <a:pt x="1313536" y="101843"/>
                </a:lnTo>
                <a:lnTo>
                  <a:pt x="1313407" y="102326"/>
                </a:lnTo>
                <a:lnTo>
                  <a:pt x="1313273" y="102804"/>
                </a:lnTo>
                <a:lnTo>
                  <a:pt x="1313134" y="103279"/>
                </a:lnTo>
                <a:lnTo>
                  <a:pt x="1312990" y="103748"/>
                </a:lnTo>
                <a:lnTo>
                  <a:pt x="1312841" y="104213"/>
                </a:lnTo>
                <a:lnTo>
                  <a:pt x="1312686" y="104673"/>
                </a:lnTo>
                <a:lnTo>
                  <a:pt x="1312527" y="105129"/>
                </a:lnTo>
                <a:lnTo>
                  <a:pt x="1312362" y="105580"/>
                </a:lnTo>
                <a:lnTo>
                  <a:pt x="1312192" y="106026"/>
                </a:lnTo>
                <a:lnTo>
                  <a:pt x="1312016" y="106468"/>
                </a:lnTo>
                <a:lnTo>
                  <a:pt x="1311836" y="106905"/>
                </a:lnTo>
                <a:lnTo>
                  <a:pt x="1311650" y="107337"/>
                </a:lnTo>
                <a:lnTo>
                  <a:pt x="1311459" y="107765"/>
                </a:lnTo>
                <a:lnTo>
                  <a:pt x="1311263" y="108188"/>
                </a:lnTo>
                <a:lnTo>
                  <a:pt x="1311062" y="108607"/>
                </a:lnTo>
                <a:lnTo>
                  <a:pt x="1310856" y="109021"/>
                </a:lnTo>
                <a:lnTo>
                  <a:pt x="1310644" y="109430"/>
                </a:lnTo>
                <a:lnTo>
                  <a:pt x="1310428" y="109835"/>
                </a:lnTo>
                <a:lnTo>
                  <a:pt x="1310206" y="110235"/>
                </a:lnTo>
                <a:lnTo>
                  <a:pt x="1309978" y="110630"/>
                </a:lnTo>
                <a:lnTo>
                  <a:pt x="1309746" y="111021"/>
                </a:lnTo>
                <a:lnTo>
                  <a:pt x="1309509" y="111407"/>
                </a:lnTo>
                <a:lnTo>
                  <a:pt x="1309266" y="111789"/>
                </a:lnTo>
                <a:lnTo>
                  <a:pt x="1309018" y="112166"/>
                </a:lnTo>
                <a:lnTo>
                  <a:pt x="1308765" y="112538"/>
                </a:lnTo>
                <a:lnTo>
                  <a:pt x="1308507" y="112905"/>
                </a:lnTo>
                <a:lnTo>
                  <a:pt x="1308243" y="113265"/>
                </a:lnTo>
                <a:lnTo>
                  <a:pt x="1307974" y="113619"/>
                </a:lnTo>
                <a:lnTo>
                  <a:pt x="1307699" y="113965"/>
                </a:lnTo>
                <a:lnTo>
                  <a:pt x="1307419" y="114306"/>
                </a:lnTo>
                <a:lnTo>
                  <a:pt x="1307133" y="114640"/>
                </a:lnTo>
                <a:lnTo>
                  <a:pt x="1306842" y="114967"/>
                </a:lnTo>
                <a:lnTo>
                  <a:pt x="1306545" y="115287"/>
                </a:lnTo>
                <a:lnTo>
                  <a:pt x="1306243" y="115601"/>
                </a:lnTo>
                <a:lnTo>
                  <a:pt x="1305935" y="115909"/>
                </a:lnTo>
                <a:lnTo>
                  <a:pt x="1305622" y="116210"/>
                </a:lnTo>
                <a:lnTo>
                  <a:pt x="1305304" y="116504"/>
                </a:lnTo>
                <a:lnTo>
                  <a:pt x="1304980" y="116792"/>
                </a:lnTo>
                <a:lnTo>
                  <a:pt x="1304650" y="117073"/>
                </a:lnTo>
                <a:lnTo>
                  <a:pt x="1304315" y="117347"/>
                </a:lnTo>
                <a:lnTo>
                  <a:pt x="1303975" y="117615"/>
                </a:lnTo>
                <a:lnTo>
                  <a:pt x="1303629" y="117877"/>
                </a:lnTo>
                <a:lnTo>
                  <a:pt x="1303278" y="118131"/>
                </a:lnTo>
                <a:lnTo>
                  <a:pt x="1302921" y="118379"/>
                </a:lnTo>
                <a:lnTo>
                  <a:pt x="1302559" y="118621"/>
                </a:lnTo>
                <a:lnTo>
                  <a:pt x="1302191" y="118856"/>
                </a:lnTo>
                <a:lnTo>
                  <a:pt x="1301818" y="119084"/>
                </a:lnTo>
                <a:lnTo>
                  <a:pt x="1301439" y="119306"/>
                </a:lnTo>
                <a:lnTo>
                  <a:pt x="1301055" y="119521"/>
                </a:lnTo>
                <a:lnTo>
                  <a:pt x="1300666" y="119729"/>
                </a:lnTo>
                <a:lnTo>
                  <a:pt x="1300271" y="119927"/>
                </a:lnTo>
                <a:lnTo>
                  <a:pt x="1299871" y="120117"/>
                </a:lnTo>
                <a:lnTo>
                  <a:pt x="1299467" y="120298"/>
                </a:lnTo>
                <a:lnTo>
                  <a:pt x="1299056" y="120471"/>
                </a:lnTo>
                <a:lnTo>
                  <a:pt x="1298641" y="120634"/>
                </a:lnTo>
                <a:lnTo>
                  <a:pt x="1298220" y="120788"/>
                </a:lnTo>
                <a:lnTo>
                  <a:pt x="1297795" y="120934"/>
                </a:lnTo>
                <a:lnTo>
                  <a:pt x="1297364" y="121071"/>
                </a:lnTo>
                <a:lnTo>
                  <a:pt x="1296928" y="121199"/>
                </a:lnTo>
                <a:lnTo>
                  <a:pt x="1296486" y="121318"/>
                </a:lnTo>
                <a:lnTo>
                  <a:pt x="1296040" y="121429"/>
                </a:lnTo>
                <a:lnTo>
                  <a:pt x="1295588" y="121530"/>
                </a:lnTo>
                <a:lnTo>
                  <a:pt x="1295131" y="121623"/>
                </a:lnTo>
                <a:lnTo>
                  <a:pt x="1294669" y="121707"/>
                </a:lnTo>
                <a:lnTo>
                  <a:pt x="1294202" y="121782"/>
                </a:lnTo>
                <a:lnTo>
                  <a:pt x="1293730" y="121848"/>
                </a:lnTo>
                <a:lnTo>
                  <a:pt x="1293252" y="121905"/>
                </a:lnTo>
                <a:lnTo>
                  <a:pt x="1292769" y="121954"/>
                </a:lnTo>
                <a:lnTo>
                  <a:pt x="1292282" y="121994"/>
                </a:lnTo>
                <a:lnTo>
                  <a:pt x="1291788" y="122025"/>
                </a:lnTo>
                <a:lnTo>
                  <a:pt x="1291290" y="122047"/>
                </a:lnTo>
                <a:lnTo>
                  <a:pt x="1290787" y="122060"/>
                </a:lnTo>
                <a:lnTo>
                  <a:pt x="1290278" y="122064"/>
                </a:lnTo>
                <a:lnTo>
                  <a:pt x="1289762" y="122060"/>
                </a:lnTo>
                <a:lnTo>
                  <a:pt x="1289252" y="122047"/>
                </a:lnTo>
                <a:lnTo>
                  <a:pt x="1288748" y="122025"/>
                </a:lnTo>
                <a:lnTo>
                  <a:pt x="1288248" y="121994"/>
                </a:lnTo>
                <a:lnTo>
                  <a:pt x="1287754" y="121954"/>
                </a:lnTo>
                <a:lnTo>
                  <a:pt x="1287266" y="121905"/>
                </a:lnTo>
                <a:lnTo>
                  <a:pt x="1286782" y="121848"/>
                </a:lnTo>
                <a:lnTo>
                  <a:pt x="1286304" y="121782"/>
                </a:lnTo>
                <a:lnTo>
                  <a:pt x="1285831" y="121707"/>
                </a:lnTo>
                <a:lnTo>
                  <a:pt x="1285364" y="121623"/>
                </a:lnTo>
                <a:lnTo>
                  <a:pt x="1284902" y="121530"/>
                </a:lnTo>
                <a:lnTo>
                  <a:pt x="1284445" y="121429"/>
                </a:lnTo>
                <a:lnTo>
                  <a:pt x="1283994" y="121318"/>
                </a:lnTo>
                <a:lnTo>
                  <a:pt x="1283547" y="121199"/>
                </a:lnTo>
                <a:lnTo>
                  <a:pt x="1283107" y="121071"/>
                </a:lnTo>
                <a:lnTo>
                  <a:pt x="1282671" y="120934"/>
                </a:lnTo>
                <a:lnTo>
                  <a:pt x="1282241" y="120788"/>
                </a:lnTo>
                <a:lnTo>
                  <a:pt x="1281816" y="120634"/>
                </a:lnTo>
                <a:lnTo>
                  <a:pt x="1281397" y="120471"/>
                </a:lnTo>
                <a:lnTo>
                  <a:pt x="1280983" y="120298"/>
                </a:lnTo>
                <a:lnTo>
                  <a:pt x="1280574" y="120117"/>
                </a:lnTo>
                <a:lnTo>
                  <a:pt x="1280170" y="119927"/>
                </a:lnTo>
                <a:lnTo>
                  <a:pt x="1279772" y="119729"/>
                </a:lnTo>
                <a:lnTo>
                  <a:pt x="1279379" y="119521"/>
                </a:lnTo>
                <a:lnTo>
                  <a:pt x="1278992" y="119306"/>
                </a:lnTo>
                <a:lnTo>
                  <a:pt x="1278610" y="119084"/>
                </a:lnTo>
                <a:lnTo>
                  <a:pt x="1278233" y="118856"/>
                </a:lnTo>
                <a:lnTo>
                  <a:pt x="1277862" y="118621"/>
                </a:lnTo>
                <a:lnTo>
                  <a:pt x="1277497" y="118379"/>
                </a:lnTo>
                <a:lnTo>
                  <a:pt x="1277136" y="118131"/>
                </a:lnTo>
                <a:lnTo>
                  <a:pt x="1276782" y="117877"/>
                </a:lnTo>
                <a:lnTo>
                  <a:pt x="1276433" y="117615"/>
                </a:lnTo>
                <a:lnTo>
                  <a:pt x="1276089" y="117347"/>
                </a:lnTo>
                <a:lnTo>
                  <a:pt x="1275751" y="117073"/>
                </a:lnTo>
                <a:lnTo>
                  <a:pt x="1275418" y="116792"/>
                </a:lnTo>
                <a:lnTo>
                  <a:pt x="1275090" y="116504"/>
                </a:lnTo>
                <a:lnTo>
                  <a:pt x="1274769" y="116210"/>
                </a:lnTo>
                <a:lnTo>
                  <a:pt x="1274452" y="115909"/>
                </a:lnTo>
                <a:lnTo>
                  <a:pt x="1274141" y="115601"/>
                </a:lnTo>
                <a:lnTo>
                  <a:pt x="1273836" y="115287"/>
                </a:lnTo>
                <a:lnTo>
                  <a:pt x="1273536" y="114967"/>
                </a:lnTo>
                <a:lnTo>
                  <a:pt x="1273241" y="114640"/>
                </a:lnTo>
                <a:lnTo>
                  <a:pt x="1272952" y="114306"/>
                </a:lnTo>
                <a:lnTo>
                  <a:pt x="1272669" y="113965"/>
                </a:lnTo>
                <a:lnTo>
                  <a:pt x="1272390" y="113619"/>
                </a:lnTo>
                <a:lnTo>
                  <a:pt x="1272118" y="113265"/>
                </a:lnTo>
                <a:lnTo>
                  <a:pt x="1271850" y="112905"/>
                </a:lnTo>
                <a:lnTo>
                  <a:pt x="1271589" y="112538"/>
                </a:lnTo>
                <a:lnTo>
                  <a:pt x="1271332" y="112166"/>
                </a:lnTo>
                <a:lnTo>
                  <a:pt x="1271082" y="111789"/>
                </a:lnTo>
                <a:lnTo>
                  <a:pt x="1270836" y="111407"/>
                </a:lnTo>
                <a:lnTo>
                  <a:pt x="1270596" y="111021"/>
                </a:lnTo>
                <a:lnTo>
                  <a:pt x="1270362" y="110630"/>
                </a:lnTo>
                <a:lnTo>
                  <a:pt x="1270133" y="110235"/>
                </a:lnTo>
                <a:lnTo>
                  <a:pt x="1269910" y="109835"/>
                </a:lnTo>
                <a:lnTo>
                  <a:pt x="1269692" y="109430"/>
                </a:lnTo>
                <a:lnTo>
                  <a:pt x="1269479" y="109021"/>
                </a:lnTo>
                <a:lnTo>
                  <a:pt x="1269272" y="108607"/>
                </a:lnTo>
                <a:lnTo>
                  <a:pt x="1269070" y="108188"/>
                </a:lnTo>
                <a:lnTo>
                  <a:pt x="1268874" y="107765"/>
                </a:lnTo>
                <a:lnTo>
                  <a:pt x="1268684" y="107337"/>
                </a:lnTo>
                <a:lnTo>
                  <a:pt x="1268498" y="106905"/>
                </a:lnTo>
                <a:lnTo>
                  <a:pt x="1268319" y="106468"/>
                </a:lnTo>
                <a:lnTo>
                  <a:pt x="1268144" y="106026"/>
                </a:lnTo>
                <a:lnTo>
                  <a:pt x="1267975" y="105580"/>
                </a:lnTo>
                <a:lnTo>
                  <a:pt x="1267812" y="105129"/>
                </a:lnTo>
                <a:lnTo>
                  <a:pt x="1267654" y="104673"/>
                </a:lnTo>
                <a:lnTo>
                  <a:pt x="1267502" y="104213"/>
                </a:lnTo>
                <a:lnTo>
                  <a:pt x="1267355" y="103748"/>
                </a:lnTo>
                <a:lnTo>
                  <a:pt x="1267213" y="103279"/>
                </a:lnTo>
                <a:lnTo>
                  <a:pt x="1267077" y="102804"/>
                </a:lnTo>
                <a:lnTo>
                  <a:pt x="1266947" y="102326"/>
                </a:lnTo>
                <a:lnTo>
                  <a:pt x="1266822" y="101843"/>
                </a:lnTo>
                <a:lnTo>
                  <a:pt x="1266702" y="101358"/>
                </a:lnTo>
                <a:lnTo>
                  <a:pt x="1266587" y="100871"/>
                </a:lnTo>
                <a:lnTo>
                  <a:pt x="1266478" y="100380"/>
                </a:lnTo>
                <a:lnTo>
                  <a:pt x="1266374" y="99887"/>
                </a:lnTo>
                <a:lnTo>
                  <a:pt x="1266276" y="99392"/>
                </a:lnTo>
                <a:lnTo>
                  <a:pt x="1266182" y="98893"/>
                </a:lnTo>
                <a:lnTo>
                  <a:pt x="1266095" y="98392"/>
                </a:lnTo>
                <a:lnTo>
                  <a:pt x="1266012" y="97889"/>
                </a:lnTo>
                <a:lnTo>
                  <a:pt x="1265935" y="97382"/>
                </a:lnTo>
                <a:lnTo>
                  <a:pt x="1265863" y="96873"/>
                </a:lnTo>
                <a:lnTo>
                  <a:pt x="1265796" y="96362"/>
                </a:lnTo>
                <a:lnTo>
                  <a:pt x="1265735" y="95847"/>
                </a:lnTo>
                <a:lnTo>
                  <a:pt x="1265679" y="95331"/>
                </a:lnTo>
                <a:lnTo>
                  <a:pt x="1265629" y="94811"/>
                </a:lnTo>
                <a:lnTo>
                  <a:pt x="1265583" y="94289"/>
                </a:lnTo>
                <a:lnTo>
                  <a:pt x="1265543" y="93764"/>
                </a:lnTo>
                <a:lnTo>
                  <a:pt x="1265509" y="93236"/>
                </a:lnTo>
                <a:lnTo>
                  <a:pt x="1265479" y="92706"/>
                </a:lnTo>
                <a:lnTo>
                  <a:pt x="1265455" y="92173"/>
                </a:lnTo>
                <a:lnTo>
                  <a:pt x="1265437" y="91637"/>
                </a:lnTo>
                <a:lnTo>
                  <a:pt x="1265424" y="91099"/>
                </a:lnTo>
                <a:lnTo>
                  <a:pt x="1265416" y="90558"/>
                </a:lnTo>
                <a:lnTo>
                  <a:pt x="1265413" y="90014"/>
                </a:lnTo>
                <a:lnTo>
                  <a:pt x="1265413" y="88158"/>
                </a:lnTo>
                <a:lnTo>
                  <a:pt x="1265416" y="87621"/>
                </a:lnTo>
                <a:lnTo>
                  <a:pt x="1265424" y="87086"/>
                </a:lnTo>
                <a:lnTo>
                  <a:pt x="1265437" y="86554"/>
                </a:lnTo>
                <a:lnTo>
                  <a:pt x="1265455" y="86024"/>
                </a:lnTo>
                <a:lnTo>
                  <a:pt x="1265479" y="85496"/>
                </a:lnTo>
                <a:close/>
                <a:moveTo>
                  <a:pt x="1034756" y="132721"/>
                </a:moveTo>
                <a:lnTo>
                  <a:pt x="1049772" y="132721"/>
                </a:lnTo>
                <a:lnTo>
                  <a:pt x="1049772" y="45370"/>
                </a:lnTo>
                <a:lnTo>
                  <a:pt x="1034756" y="45370"/>
                </a:lnTo>
                <a:lnTo>
                  <a:pt x="1034756" y="132721"/>
                </a:lnTo>
                <a:close/>
                <a:moveTo>
                  <a:pt x="1855484" y="23793"/>
                </a:moveTo>
                <a:lnTo>
                  <a:pt x="1855534" y="24059"/>
                </a:lnTo>
                <a:lnTo>
                  <a:pt x="1855591" y="24322"/>
                </a:lnTo>
                <a:lnTo>
                  <a:pt x="1855657" y="24582"/>
                </a:lnTo>
                <a:lnTo>
                  <a:pt x="1855730" y="24838"/>
                </a:lnTo>
                <a:lnTo>
                  <a:pt x="1855811" y="25090"/>
                </a:lnTo>
                <a:lnTo>
                  <a:pt x="1855900" y="25339"/>
                </a:lnTo>
                <a:lnTo>
                  <a:pt x="1855996" y="25585"/>
                </a:lnTo>
                <a:lnTo>
                  <a:pt x="1856100" y="25827"/>
                </a:lnTo>
                <a:lnTo>
                  <a:pt x="1856212" y="26065"/>
                </a:lnTo>
                <a:lnTo>
                  <a:pt x="1856331" y="26300"/>
                </a:lnTo>
                <a:lnTo>
                  <a:pt x="1856459" y="26532"/>
                </a:lnTo>
                <a:lnTo>
                  <a:pt x="1856594" y="26760"/>
                </a:lnTo>
                <a:lnTo>
                  <a:pt x="1856736" y="26984"/>
                </a:lnTo>
                <a:lnTo>
                  <a:pt x="1856887" y="27205"/>
                </a:lnTo>
                <a:lnTo>
                  <a:pt x="1857045" y="27422"/>
                </a:lnTo>
                <a:lnTo>
                  <a:pt x="1857210" y="27636"/>
                </a:lnTo>
                <a:lnTo>
                  <a:pt x="1857384" y="27847"/>
                </a:lnTo>
                <a:lnTo>
                  <a:pt x="1857565" y="28054"/>
                </a:lnTo>
                <a:lnTo>
                  <a:pt x="1857754" y="28255"/>
                </a:lnTo>
                <a:lnTo>
                  <a:pt x="1857950" y="28447"/>
                </a:lnTo>
                <a:lnTo>
                  <a:pt x="1858153" y="28631"/>
                </a:lnTo>
                <a:lnTo>
                  <a:pt x="1858364" y="28806"/>
                </a:lnTo>
                <a:lnTo>
                  <a:pt x="1858583" y="28973"/>
                </a:lnTo>
                <a:lnTo>
                  <a:pt x="1858809" y="29131"/>
                </a:lnTo>
                <a:lnTo>
                  <a:pt x="1859042" y="29281"/>
                </a:lnTo>
                <a:lnTo>
                  <a:pt x="1859283" y="29422"/>
                </a:lnTo>
                <a:lnTo>
                  <a:pt x="1859531" y="29554"/>
                </a:lnTo>
                <a:lnTo>
                  <a:pt x="1859786" y="29678"/>
                </a:lnTo>
                <a:lnTo>
                  <a:pt x="1860049" y="29794"/>
                </a:lnTo>
                <a:lnTo>
                  <a:pt x="1860320" y="29901"/>
                </a:lnTo>
                <a:lnTo>
                  <a:pt x="1860598" y="29999"/>
                </a:lnTo>
                <a:lnTo>
                  <a:pt x="1860883" y="30089"/>
                </a:lnTo>
                <a:lnTo>
                  <a:pt x="1861176" y="30170"/>
                </a:lnTo>
                <a:lnTo>
                  <a:pt x="1861476" y="30242"/>
                </a:lnTo>
                <a:lnTo>
                  <a:pt x="1861783" y="30307"/>
                </a:lnTo>
                <a:lnTo>
                  <a:pt x="1862098" y="30362"/>
                </a:lnTo>
                <a:lnTo>
                  <a:pt x="1862421" y="30409"/>
                </a:lnTo>
                <a:lnTo>
                  <a:pt x="1862751" y="30448"/>
                </a:lnTo>
                <a:lnTo>
                  <a:pt x="1863088" y="30478"/>
                </a:lnTo>
                <a:lnTo>
                  <a:pt x="1863433" y="30499"/>
                </a:lnTo>
                <a:lnTo>
                  <a:pt x="1863785" y="30512"/>
                </a:lnTo>
                <a:lnTo>
                  <a:pt x="1864144" y="30516"/>
                </a:lnTo>
                <a:lnTo>
                  <a:pt x="1864498" y="30512"/>
                </a:lnTo>
                <a:lnTo>
                  <a:pt x="1864844" y="30499"/>
                </a:lnTo>
                <a:lnTo>
                  <a:pt x="1865183" y="30478"/>
                </a:lnTo>
                <a:lnTo>
                  <a:pt x="1865516" y="30448"/>
                </a:lnTo>
                <a:lnTo>
                  <a:pt x="1865841" y="30409"/>
                </a:lnTo>
                <a:lnTo>
                  <a:pt x="1866160" y="30362"/>
                </a:lnTo>
                <a:lnTo>
                  <a:pt x="1866472" y="30307"/>
                </a:lnTo>
                <a:lnTo>
                  <a:pt x="1866777" y="30242"/>
                </a:lnTo>
                <a:lnTo>
                  <a:pt x="1867075" y="30170"/>
                </a:lnTo>
                <a:lnTo>
                  <a:pt x="1867367" y="30089"/>
                </a:lnTo>
                <a:lnTo>
                  <a:pt x="1867651" y="29999"/>
                </a:lnTo>
                <a:lnTo>
                  <a:pt x="1867929" y="29901"/>
                </a:lnTo>
                <a:lnTo>
                  <a:pt x="1868199" y="29794"/>
                </a:lnTo>
                <a:lnTo>
                  <a:pt x="1868463" y="29678"/>
                </a:lnTo>
                <a:lnTo>
                  <a:pt x="1868720" y="29554"/>
                </a:lnTo>
                <a:lnTo>
                  <a:pt x="1868970" y="29422"/>
                </a:lnTo>
                <a:lnTo>
                  <a:pt x="1869214" y="29281"/>
                </a:lnTo>
                <a:lnTo>
                  <a:pt x="1869450" y="29131"/>
                </a:lnTo>
                <a:lnTo>
                  <a:pt x="1869679" y="28973"/>
                </a:lnTo>
                <a:lnTo>
                  <a:pt x="1869902" y="28806"/>
                </a:lnTo>
                <a:lnTo>
                  <a:pt x="1870118" y="28631"/>
                </a:lnTo>
                <a:lnTo>
                  <a:pt x="1870327" y="28447"/>
                </a:lnTo>
                <a:lnTo>
                  <a:pt x="1870529" y="28255"/>
                </a:lnTo>
                <a:lnTo>
                  <a:pt x="1870724" y="28054"/>
                </a:lnTo>
                <a:lnTo>
                  <a:pt x="1870912" y="27847"/>
                </a:lnTo>
                <a:lnTo>
                  <a:pt x="1871091" y="27636"/>
                </a:lnTo>
                <a:lnTo>
                  <a:pt x="1871263" y="27422"/>
                </a:lnTo>
                <a:lnTo>
                  <a:pt x="1871427" y="27205"/>
                </a:lnTo>
                <a:lnTo>
                  <a:pt x="1871583" y="26984"/>
                </a:lnTo>
                <a:lnTo>
                  <a:pt x="1871731" y="26760"/>
                </a:lnTo>
                <a:lnTo>
                  <a:pt x="1871870" y="26532"/>
                </a:lnTo>
                <a:lnTo>
                  <a:pt x="1872002" y="26300"/>
                </a:lnTo>
                <a:lnTo>
                  <a:pt x="1872126" y="26065"/>
                </a:lnTo>
                <a:lnTo>
                  <a:pt x="1872242" y="25827"/>
                </a:lnTo>
                <a:lnTo>
                  <a:pt x="1872350" y="25585"/>
                </a:lnTo>
                <a:lnTo>
                  <a:pt x="1872450" y="25339"/>
                </a:lnTo>
                <a:lnTo>
                  <a:pt x="1872541" y="25090"/>
                </a:lnTo>
                <a:lnTo>
                  <a:pt x="1872625" y="24838"/>
                </a:lnTo>
                <a:lnTo>
                  <a:pt x="1872701" y="24582"/>
                </a:lnTo>
                <a:lnTo>
                  <a:pt x="1872769" y="24322"/>
                </a:lnTo>
                <a:lnTo>
                  <a:pt x="1872829" y="24059"/>
                </a:lnTo>
                <a:lnTo>
                  <a:pt x="1872881" y="23793"/>
                </a:lnTo>
                <a:lnTo>
                  <a:pt x="1872925" y="23523"/>
                </a:lnTo>
                <a:lnTo>
                  <a:pt x="1872961" y="23249"/>
                </a:lnTo>
                <a:lnTo>
                  <a:pt x="1872989" y="22972"/>
                </a:lnTo>
                <a:lnTo>
                  <a:pt x="1873009" y="22692"/>
                </a:lnTo>
                <a:lnTo>
                  <a:pt x="1873021" y="22408"/>
                </a:lnTo>
                <a:lnTo>
                  <a:pt x="1873025" y="22120"/>
                </a:lnTo>
                <a:lnTo>
                  <a:pt x="1873021" y="21819"/>
                </a:lnTo>
                <a:lnTo>
                  <a:pt x="1873009" y="21522"/>
                </a:lnTo>
                <a:lnTo>
                  <a:pt x="1872989" y="21230"/>
                </a:lnTo>
                <a:lnTo>
                  <a:pt x="1872961" y="20941"/>
                </a:lnTo>
                <a:lnTo>
                  <a:pt x="1872925" y="20655"/>
                </a:lnTo>
                <a:lnTo>
                  <a:pt x="1872881" y="20374"/>
                </a:lnTo>
                <a:lnTo>
                  <a:pt x="1872829" y="20097"/>
                </a:lnTo>
                <a:lnTo>
                  <a:pt x="1872769" y="19824"/>
                </a:lnTo>
                <a:lnTo>
                  <a:pt x="1872701" y="19554"/>
                </a:lnTo>
                <a:lnTo>
                  <a:pt x="1872625" y="19289"/>
                </a:lnTo>
                <a:lnTo>
                  <a:pt x="1872541" y="19027"/>
                </a:lnTo>
                <a:lnTo>
                  <a:pt x="1872450" y="18770"/>
                </a:lnTo>
                <a:lnTo>
                  <a:pt x="1872350" y="18516"/>
                </a:lnTo>
                <a:lnTo>
                  <a:pt x="1872242" y="18266"/>
                </a:lnTo>
                <a:lnTo>
                  <a:pt x="1872126" y="18021"/>
                </a:lnTo>
                <a:lnTo>
                  <a:pt x="1872002" y="17779"/>
                </a:lnTo>
                <a:lnTo>
                  <a:pt x="1871870" y="17541"/>
                </a:lnTo>
                <a:lnTo>
                  <a:pt x="1871731" y="17307"/>
                </a:lnTo>
                <a:lnTo>
                  <a:pt x="1871583" y="17076"/>
                </a:lnTo>
                <a:lnTo>
                  <a:pt x="1871427" y="16850"/>
                </a:lnTo>
                <a:lnTo>
                  <a:pt x="1871263" y="16628"/>
                </a:lnTo>
                <a:lnTo>
                  <a:pt x="1871091" y="16410"/>
                </a:lnTo>
                <a:lnTo>
                  <a:pt x="1870912" y="16195"/>
                </a:lnTo>
                <a:lnTo>
                  <a:pt x="1870724" y="15985"/>
                </a:lnTo>
                <a:lnTo>
                  <a:pt x="1870529" y="15780"/>
                </a:lnTo>
                <a:lnTo>
                  <a:pt x="1870327" y="15585"/>
                </a:lnTo>
                <a:lnTo>
                  <a:pt x="1870118" y="15398"/>
                </a:lnTo>
                <a:lnTo>
                  <a:pt x="1869902" y="15220"/>
                </a:lnTo>
                <a:lnTo>
                  <a:pt x="1869679" y="15050"/>
                </a:lnTo>
                <a:lnTo>
                  <a:pt x="1869450" y="14890"/>
                </a:lnTo>
                <a:lnTo>
                  <a:pt x="1869214" y="14738"/>
                </a:lnTo>
                <a:lnTo>
                  <a:pt x="1868970" y="14594"/>
                </a:lnTo>
                <a:lnTo>
                  <a:pt x="1868720" y="14460"/>
                </a:lnTo>
                <a:lnTo>
                  <a:pt x="1868463" y="14334"/>
                </a:lnTo>
                <a:lnTo>
                  <a:pt x="1868199" y="14216"/>
                </a:lnTo>
                <a:lnTo>
                  <a:pt x="1867929" y="14108"/>
                </a:lnTo>
                <a:lnTo>
                  <a:pt x="1867651" y="14008"/>
                </a:lnTo>
                <a:lnTo>
                  <a:pt x="1867367" y="13916"/>
                </a:lnTo>
                <a:lnTo>
                  <a:pt x="1867075" y="13834"/>
                </a:lnTo>
                <a:lnTo>
                  <a:pt x="1866777" y="13760"/>
                </a:lnTo>
                <a:lnTo>
                  <a:pt x="1866472" y="13695"/>
                </a:lnTo>
                <a:lnTo>
                  <a:pt x="1866160" y="13638"/>
                </a:lnTo>
                <a:lnTo>
                  <a:pt x="1865841" y="13591"/>
                </a:lnTo>
                <a:lnTo>
                  <a:pt x="1865516" y="13551"/>
                </a:lnTo>
                <a:lnTo>
                  <a:pt x="1865183" y="13521"/>
                </a:lnTo>
                <a:lnTo>
                  <a:pt x="1864844" y="13499"/>
                </a:lnTo>
                <a:lnTo>
                  <a:pt x="1864498" y="13486"/>
                </a:lnTo>
                <a:lnTo>
                  <a:pt x="1864144" y="13482"/>
                </a:lnTo>
                <a:lnTo>
                  <a:pt x="1863785" y="13486"/>
                </a:lnTo>
                <a:lnTo>
                  <a:pt x="1863433" y="13499"/>
                </a:lnTo>
                <a:lnTo>
                  <a:pt x="1863088" y="13521"/>
                </a:lnTo>
                <a:lnTo>
                  <a:pt x="1862751" y="13551"/>
                </a:lnTo>
                <a:lnTo>
                  <a:pt x="1862421" y="13591"/>
                </a:lnTo>
                <a:lnTo>
                  <a:pt x="1862098" y="13638"/>
                </a:lnTo>
                <a:lnTo>
                  <a:pt x="1861783" y="13695"/>
                </a:lnTo>
                <a:lnTo>
                  <a:pt x="1861476" y="13760"/>
                </a:lnTo>
                <a:lnTo>
                  <a:pt x="1861176" y="13834"/>
                </a:lnTo>
                <a:lnTo>
                  <a:pt x="1860883" y="13916"/>
                </a:lnTo>
                <a:lnTo>
                  <a:pt x="1860598" y="14008"/>
                </a:lnTo>
                <a:lnTo>
                  <a:pt x="1860320" y="14108"/>
                </a:lnTo>
                <a:lnTo>
                  <a:pt x="1860049" y="14216"/>
                </a:lnTo>
                <a:lnTo>
                  <a:pt x="1859786" y="14334"/>
                </a:lnTo>
                <a:lnTo>
                  <a:pt x="1859531" y="14460"/>
                </a:lnTo>
                <a:lnTo>
                  <a:pt x="1859283" y="14594"/>
                </a:lnTo>
                <a:lnTo>
                  <a:pt x="1859042" y="14738"/>
                </a:lnTo>
                <a:lnTo>
                  <a:pt x="1858809" y="14890"/>
                </a:lnTo>
                <a:lnTo>
                  <a:pt x="1858583" y="15050"/>
                </a:lnTo>
                <a:lnTo>
                  <a:pt x="1858364" y="15220"/>
                </a:lnTo>
                <a:lnTo>
                  <a:pt x="1858153" y="15398"/>
                </a:lnTo>
                <a:lnTo>
                  <a:pt x="1857950" y="15585"/>
                </a:lnTo>
                <a:lnTo>
                  <a:pt x="1857754" y="15780"/>
                </a:lnTo>
                <a:lnTo>
                  <a:pt x="1857565" y="15985"/>
                </a:lnTo>
                <a:lnTo>
                  <a:pt x="1857384" y="16195"/>
                </a:lnTo>
                <a:lnTo>
                  <a:pt x="1857210" y="16410"/>
                </a:lnTo>
                <a:lnTo>
                  <a:pt x="1857045" y="16628"/>
                </a:lnTo>
                <a:lnTo>
                  <a:pt x="1856887" y="16850"/>
                </a:lnTo>
                <a:lnTo>
                  <a:pt x="1856736" y="17076"/>
                </a:lnTo>
                <a:lnTo>
                  <a:pt x="1856594" y="17307"/>
                </a:lnTo>
                <a:lnTo>
                  <a:pt x="1856459" y="17541"/>
                </a:lnTo>
                <a:lnTo>
                  <a:pt x="1856331" y="17779"/>
                </a:lnTo>
                <a:lnTo>
                  <a:pt x="1856212" y="18021"/>
                </a:lnTo>
                <a:lnTo>
                  <a:pt x="1856100" y="18266"/>
                </a:lnTo>
                <a:lnTo>
                  <a:pt x="1855996" y="18516"/>
                </a:lnTo>
                <a:lnTo>
                  <a:pt x="1855900" y="18770"/>
                </a:lnTo>
                <a:lnTo>
                  <a:pt x="1855811" y="19027"/>
                </a:lnTo>
                <a:lnTo>
                  <a:pt x="1855730" y="19289"/>
                </a:lnTo>
                <a:lnTo>
                  <a:pt x="1855657" y="19554"/>
                </a:lnTo>
                <a:lnTo>
                  <a:pt x="1855591" y="19824"/>
                </a:lnTo>
                <a:lnTo>
                  <a:pt x="1855534" y="20097"/>
                </a:lnTo>
                <a:lnTo>
                  <a:pt x="1855484" y="20374"/>
                </a:lnTo>
                <a:lnTo>
                  <a:pt x="1855441" y="20655"/>
                </a:lnTo>
                <a:lnTo>
                  <a:pt x="1855406" y="20941"/>
                </a:lnTo>
                <a:lnTo>
                  <a:pt x="1855379" y="21230"/>
                </a:lnTo>
                <a:lnTo>
                  <a:pt x="1855360" y="21522"/>
                </a:lnTo>
                <a:lnTo>
                  <a:pt x="1855349" y="21819"/>
                </a:lnTo>
                <a:lnTo>
                  <a:pt x="1855345" y="22120"/>
                </a:lnTo>
                <a:lnTo>
                  <a:pt x="1855349" y="22408"/>
                </a:lnTo>
                <a:lnTo>
                  <a:pt x="1855360" y="22692"/>
                </a:lnTo>
                <a:lnTo>
                  <a:pt x="1855379" y="22972"/>
                </a:lnTo>
                <a:lnTo>
                  <a:pt x="1855406" y="23249"/>
                </a:lnTo>
                <a:lnTo>
                  <a:pt x="1855441" y="23523"/>
                </a:lnTo>
                <a:lnTo>
                  <a:pt x="1855484" y="23793"/>
                </a:lnTo>
                <a:close/>
                <a:moveTo>
                  <a:pt x="1779295" y="70351"/>
                </a:moveTo>
                <a:lnTo>
                  <a:pt x="1779499" y="69953"/>
                </a:lnTo>
                <a:lnTo>
                  <a:pt x="1779708" y="69559"/>
                </a:lnTo>
                <a:lnTo>
                  <a:pt x="1779923" y="69169"/>
                </a:lnTo>
                <a:lnTo>
                  <a:pt x="1780142" y="68784"/>
                </a:lnTo>
                <a:lnTo>
                  <a:pt x="1780367" y="68402"/>
                </a:lnTo>
                <a:lnTo>
                  <a:pt x="1780596" y="68024"/>
                </a:lnTo>
                <a:lnTo>
                  <a:pt x="1780831" y="67651"/>
                </a:lnTo>
                <a:lnTo>
                  <a:pt x="1781071" y="67281"/>
                </a:lnTo>
                <a:lnTo>
                  <a:pt x="1781315" y="66916"/>
                </a:lnTo>
                <a:lnTo>
                  <a:pt x="1781565" y="66554"/>
                </a:lnTo>
                <a:lnTo>
                  <a:pt x="1781820" y="66197"/>
                </a:lnTo>
                <a:lnTo>
                  <a:pt x="1782080" y="65844"/>
                </a:lnTo>
                <a:lnTo>
                  <a:pt x="1782345" y="65495"/>
                </a:lnTo>
                <a:lnTo>
                  <a:pt x="1782615" y="65149"/>
                </a:lnTo>
                <a:lnTo>
                  <a:pt x="1782889" y="64809"/>
                </a:lnTo>
                <a:lnTo>
                  <a:pt x="1783169" y="64476"/>
                </a:lnTo>
                <a:lnTo>
                  <a:pt x="1783452" y="64148"/>
                </a:lnTo>
                <a:lnTo>
                  <a:pt x="1783740" y="63826"/>
                </a:lnTo>
                <a:lnTo>
                  <a:pt x="1784033" y="63511"/>
                </a:lnTo>
                <a:lnTo>
                  <a:pt x="1784330" y="63202"/>
                </a:lnTo>
                <a:lnTo>
                  <a:pt x="1784632" y="62899"/>
                </a:lnTo>
                <a:lnTo>
                  <a:pt x="1784938" y="62602"/>
                </a:lnTo>
                <a:lnTo>
                  <a:pt x="1785249" y="62311"/>
                </a:lnTo>
                <a:lnTo>
                  <a:pt x="1785564" y="62027"/>
                </a:lnTo>
                <a:lnTo>
                  <a:pt x="1785883" y="61748"/>
                </a:lnTo>
                <a:lnTo>
                  <a:pt x="1786207" y="61476"/>
                </a:lnTo>
                <a:lnTo>
                  <a:pt x="1786536" y="61210"/>
                </a:lnTo>
                <a:lnTo>
                  <a:pt x="1786869" y="60950"/>
                </a:lnTo>
                <a:lnTo>
                  <a:pt x="1787206" y="60697"/>
                </a:lnTo>
                <a:lnTo>
                  <a:pt x="1787548" y="60449"/>
                </a:lnTo>
                <a:lnTo>
                  <a:pt x="1787895" y="60208"/>
                </a:lnTo>
                <a:lnTo>
                  <a:pt x="1788246" y="59973"/>
                </a:lnTo>
                <a:lnTo>
                  <a:pt x="1788601" y="59744"/>
                </a:lnTo>
                <a:lnTo>
                  <a:pt x="1788961" y="59521"/>
                </a:lnTo>
                <a:lnTo>
                  <a:pt x="1789325" y="59304"/>
                </a:lnTo>
                <a:lnTo>
                  <a:pt x="1789694" y="59094"/>
                </a:lnTo>
                <a:lnTo>
                  <a:pt x="1790068" y="58889"/>
                </a:lnTo>
                <a:lnTo>
                  <a:pt x="1790446" y="58691"/>
                </a:lnTo>
                <a:lnTo>
                  <a:pt x="1790827" y="58500"/>
                </a:lnTo>
                <a:lnTo>
                  <a:pt x="1791213" y="58317"/>
                </a:lnTo>
                <a:lnTo>
                  <a:pt x="1791602" y="58142"/>
                </a:lnTo>
                <a:lnTo>
                  <a:pt x="1791994" y="57976"/>
                </a:lnTo>
                <a:lnTo>
                  <a:pt x="1792390" y="57817"/>
                </a:lnTo>
                <a:lnTo>
                  <a:pt x="1792789" y="57667"/>
                </a:lnTo>
                <a:lnTo>
                  <a:pt x="1793192" y="57524"/>
                </a:lnTo>
                <a:lnTo>
                  <a:pt x="1793599" y="57390"/>
                </a:lnTo>
                <a:lnTo>
                  <a:pt x="1794008" y="57264"/>
                </a:lnTo>
                <a:lnTo>
                  <a:pt x="1794422" y="57146"/>
                </a:lnTo>
                <a:lnTo>
                  <a:pt x="1794839" y="57037"/>
                </a:lnTo>
                <a:lnTo>
                  <a:pt x="1795259" y="56935"/>
                </a:lnTo>
                <a:lnTo>
                  <a:pt x="1795683" y="56842"/>
                </a:lnTo>
                <a:lnTo>
                  <a:pt x="1796110" y="56756"/>
                </a:lnTo>
                <a:lnTo>
                  <a:pt x="1796541" y="56679"/>
                </a:lnTo>
                <a:lnTo>
                  <a:pt x="1796976" y="56610"/>
                </a:lnTo>
                <a:lnTo>
                  <a:pt x="1797414" y="56549"/>
                </a:lnTo>
                <a:lnTo>
                  <a:pt x="1797855" y="56496"/>
                </a:lnTo>
                <a:lnTo>
                  <a:pt x="1798300" y="56451"/>
                </a:lnTo>
                <a:lnTo>
                  <a:pt x="1798748" y="56415"/>
                </a:lnTo>
                <a:lnTo>
                  <a:pt x="1799200" y="56386"/>
                </a:lnTo>
                <a:lnTo>
                  <a:pt x="1799656" y="56366"/>
                </a:lnTo>
                <a:lnTo>
                  <a:pt x="1800115" y="56354"/>
                </a:lnTo>
                <a:lnTo>
                  <a:pt x="1800577" y="56350"/>
                </a:lnTo>
                <a:lnTo>
                  <a:pt x="1801045" y="56353"/>
                </a:lnTo>
                <a:lnTo>
                  <a:pt x="1801507" y="56363"/>
                </a:lnTo>
                <a:lnTo>
                  <a:pt x="1801962" y="56379"/>
                </a:lnTo>
                <a:lnTo>
                  <a:pt x="1802412" y="56402"/>
                </a:lnTo>
                <a:lnTo>
                  <a:pt x="1802855" y="56432"/>
                </a:lnTo>
                <a:lnTo>
                  <a:pt x="1803292" y="56468"/>
                </a:lnTo>
                <a:lnTo>
                  <a:pt x="1803723" y="56511"/>
                </a:lnTo>
                <a:lnTo>
                  <a:pt x="1804147" y="56561"/>
                </a:lnTo>
                <a:lnTo>
                  <a:pt x="1804566" y="56617"/>
                </a:lnTo>
                <a:lnTo>
                  <a:pt x="1804978" y="56679"/>
                </a:lnTo>
                <a:lnTo>
                  <a:pt x="1805384" y="56748"/>
                </a:lnTo>
                <a:lnTo>
                  <a:pt x="1805784" y="56824"/>
                </a:lnTo>
                <a:lnTo>
                  <a:pt x="1806178" y="56906"/>
                </a:lnTo>
                <a:lnTo>
                  <a:pt x="1806566" y="56995"/>
                </a:lnTo>
                <a:lnTo>
                  <a:pt x="1806947" y="57091"/>
                </a:lnTo>
                <a:lnTo>
                  <a:pt x="1807323" y="57193"/>
                </a:lnTo>
                <a:lnTo>
                  <a:pt x="1807692" y="57302"/>
                </a:lnTo>
                <a:lnTo>
                  <a:pt x="1808055" y="57417"/>
                </a:lnTo>
                <a:lnTo>
                  <a:pt x="1808412" y="57539"/>
                </a:lnTo>
                <a:lnTo>
                  <a:pt x="1808762" y="57667"/>
                </a:lnTo>
                <a:lnTo>
                  <a:pt x="1809107" y="57802"/>
                </a:lnTo>
                <a:lnTo>
                  <a:pt x="1809445" y="57944"/>
                </a:lnTo>
                <a:lnTo>
                  <a:pt x="1809777" y="58092"/>
                </a:lnTo>
                <a:lnTo>
                  <a:pt x="1810103" y="58247"/>
                </a:lnTo>
                <a:lnTo>
                  <a:pt x="1810423" y="58409"/>
                </a:lnTo>
                <a:lnTo>
                  <a:pt x="1810736" y="58579"/>
                </a:lnTo>
                <a:lnTo>
                  <a:pt x="1811043" y="58757"/>
                </a:lnTo>
                <a:lnTo>
                  <a:pt x="1811343" y="58942"/>
                </a:lnTo>
                <a:lnTo>
                  <a:pt x="1811637" y="59136"/>
                </a:lnTo>
                <a:lnTo>
                  <a:pt x="1811925" y="59337"/>
                </a:lnTo>
                <a:lnTo>
                  <a:pt x="1812206" y="59546"/>
                </a:lnTo>
                <a:lnTo>
                  <a:pt x="1812480" y="59763"/>
                </a:lnTo>
                <a:lnTo>
                  <a:pt x="1812749" y="59988"/>
                </a:lnTo>
                <a:lnTo>
                  <a:pt x="1813010" y="60220"/>
                </a:lnTo>
                <a:lnTo>
                  <a:pt x="1813265" y="60461"/>
                </a:lnTo>
                <a:lnTo>
                  <a:pt x="1813514" y="60709"/>
                </a:lnTo>
                <a:lnTo>
                  <a:pt x="1813757" y="60965"/>
                </a:lnTo>
                <a:lnTo>
                  <a:pt x="1813992" y="61230"/>
                </a:lnTo>
                <a:lnTo>
                  <a:pt x="1814222" y="61501"/>
                </a:lnTo>
                <a:lnTo>
                  <a:pt x="1814445" y="61781"/>
                </a:lnTo>
                <a:lnTo>
                  <a:pt x="1814661" y="62069"/>
                </a:lnTo>
                <a:lnTo>
                  <a:pt x="1814872" y="62364"/>
                </a:lnTo>
                <a:lnTo>
                  <a:pt x="1815075" y="62668"/>
                </a:lnTo>
                <a:lnTo>
                  <a:pt x="1815272" y="62979"/>
                </a:lnTo>
                <a:lnTo>
                  <a:pt x="1815463" y="63298"/>
                </a:lnTo>
                <a:lnTo>
                  <a:pt x="1815647" y="63625"/>
                </a:lnTo>
                <a:lnTo>
                  <a:pt x="1815825" y="63959"/>
                </a:lnTo>
                <a:lnTo>
                  <a:pt x="1815997" y="64302"/>
                </a:lnTo>
                <a:lnTo>
                  <a:pt x="1816161" y="64653"/>
                </a:lnTo>
                <a:lnTo>
                  <a:pt x="1816319" y="65013"/>
                </a:lnTo>
                <a:lnTo>
                  <a:pt x="1816470" y="65383"/>
                </a:lnTo>
                <a:lnTo>
                  <a:pt x="1816613" y="65763"/>
                </a:lnTo>
                <a:lnTo>
                  <a:pt x="1816750" y="66151"/>
                </a:lnTo>
                <a:lnTo>
                  <a:pt x="1816880" y="66550"/>
                </a:lnTo>
                <a:lnTo>
                  <a:pt x="1817002" y="66957"/>
                </a:lnTo>
                <a:lnTo>
                  <a:pt x="1817118" y="67374"/>
                </a:lnTo>
                <a:lnTo>
                  <a:pt x="1817227" y="67800"/>
                </a:lnTo>
                <a:lnTo>
                  <a:pt x="1817328" y="68236"/>
                </a:lnTo>
                <a:lnTo>
                  <a:pt x="1817423" y="68681"/>
                </a:lnTo>
                <a:lnTo>
                  <a:pt x="1817510" y="69135"/>
                </a:lnTo>
                <a:lnTo>
                  <a:pt x="1817591" y="69599"/>
                </a:lnTo>
                <a:lnTo>
                  <a:pt x="1817665" y="70073"/>
                </a:lnTo>
                <a:lnTo>
                  <a:pt x="1817731" y="70555"/>
                </a:lnTo>
                <a:lnTo>
                  <a:pt x="1817791" y="71047"/>
                </a:lnTo>
                <a:lnTo>
                  <a:pt x="1817843" y="71549"/>
                </a:lnTo>
                <a:lnTo>
                  <a:pt x="1817889" y="72059"/>
                </a:lnTo>
                <a:lnTo>
                  <a:pt x="1817927" y="72580"/>
                </a:lnTo>
                <a:lnTo>
                  <a:pt x="1817959" y="73109"/>
                </a:lnTo>
                <a:lnTo>
                  <a:pt x="1817983" y="73648"/>
                </a:lnTo>
                <a:lnTo>
                  <a:pt x="1818001" y="74197"/>
                </a:lnTo>
                <a:lnTo>
                  <a:pt x="1818011" y="74754"/>
                </a:lnTo>
                <a:lnTo>
                  <a:pt x="1818015" y="75321"/>
                </a:lnTo>
                <a:lnTo>
                  <a:pt x="1818015" y="132721"/>
                </a:lnTo>
                <a:lnTo>
                  <a:pt x="1833031" y="132721"/>
                </a:lnTo>
                <a:lnTo>
                  <a:pt x="1833031" y="75483"/>
                </a:lnTo>
                <a:lnTo>
                  <a:pt x="1833027" y="74768"/>
                </a:lnTo>
                <a:lnTo>
                  <a:pt x="1833017" y="74061"/>
                </a:lnTo>
                <a:lnTo>
                  <a:pt x="1833001" y="73364"/>
                </a:lnTo>
                <a:lnTo>
                  <a:pt x="1832977" y="72676"/>
                </a:lnTo>
                <a:lnTo>
                  <a:pt x="1832947" y="71998"/>
                </a:lnTo>
                <a:lnTo>
                  <a:pt x="1832910" y="71328"/>
                </a:lnTo>
                <a:lnTo>
                  <a:pt x="1832866" y="70667"/>
                </a:lnTo>
                <a:lnTo>
                  <a:pt x="1832816" y="70016"/>
                </a:lnTo>
                <a:lnTo>
                  <a:pt x="1832758" y="69373"/>
                </a:lnTo>
                <a:lnTo>
                  <a:pt x="1832694" y="68740"/>
                </a:lnTo>
                <a:lnTo>
                  <a:pt x="1832624" y="68116"/>
                </a:lnTo>
                <a:lnTo>
                  <a:pt x="1832546" y="67501"/>
                </a:lnTo>
                <a:lnTo>
                  <a:pt x="1832462" y="66895"/>
                </a:lnTo>
                <a:lnTo>
                  <a:pt x="1832372" y="66298"/>
                </a:lnTo>
                <a:lnTo>
                  <a:pt x="1832274" y="65710"/>
                </a:lnTo>
                <a:lnTo>
                  <a:pt x="1832170" y="65131"/>
                </a:lnTo>
                <a:lnTo>
                  <a:pt x="1832059" y="64562"/>
                </a:lnTo>
                <a:lnTo>
                  <a:pt x="1831941" y="64002"/>
                </a:lnTo>
                <a:lnTo>
                  <a:pt x="1831816" y="63450"/>
                </a:lnTo>
                <a:lnTo>
                  <a:pt x="1831685" y="62908"/>
                </a:lnTo>
                <a:lnTo>
                  <a:pt x="1831547" y="62375"/>
                </a:lnTo>
                <a:lnTo>
                  <a:pt x="1831403" y="61851"/>
                </a:lnTo>
                <a:lnTo>
                  <a:pt x="1831251" y="61336"/>
                </a:lnTo>
                <a:lnTo>
                  <a:pt x="1831093" y="60830"/>
                </a:lnTo>
                <a:lnTo>
                  <a:pt x="1830929" y="60333"/>
                </a:lnTo>
                <a:lnTo>
                  <a:pt x="1830758" y="59843"/>
                </a:lnTo>
                <a:lnTo>
                  <a:pt x="1830582" y="59361"/>
                </a:lnTo>
                <a:lnTo>
                  <a:pt x="1830399" y="58887"/>
                </a:lnTo>
                <a:lnTo>
                  <a:pt x="1830211" y="58421"/>
                </a:lnTo>
                <a:lnTo>
                  <a:pt x="1830016" y="57962"/>
                </a:lnTo>
                <a:lnTo>
                  <a:pt x="1829815" y="57511"/>
                </a:lnTo>
                <a:lnTo>
                  <a:pt x="1829609" y="57067"/>
                </a:lnTo>
                <a:lnTo>
                  <a:pt x="1829396" y="56632"/>
                </a:lnTo>
                <a:lnTo>
                  <a:pt x="1829177" y="56204"/>
                </a:lnTo>
                <a:lnTo>
                  <a:pt x="1828953" y="55783"/>
                </a:lnTo>
                <a:lnTo>
                  <a:pt x="1828722" y="55371"/>
                </a:lnTo>
                <a:lnTo>
                  <a:pt x="1828485" y="54966"/>
                </a:lnTo>
                <a:lnTo>
                  <a:pt x="1828242" y="54569"/>
                </a:lnTo>
                <a:lnTo>
                  <a:pt x="1827993" y="54180"/>
                </a:lnTo>
                <a:lnTo>
                  <a:pt x="1827738" y="53798"/>
                </a:lnTo>
                <a:lnTo>
                  <a:pt x="1827478" y="53424"/>
                </a:lnTo>
                <a:lnTo>
                  <a:pt x="1827211" y="53058"/>
                </a:lnTo>
                <a:lnTo>
                  <a:pt x="1826938" y="52699"/>
                </a:lnTo>
                <a:lnTo>
                  <a:pt x="1826659" y="52348"/>
                </a:lnTo>
                <a:lnTo>
                  <a:pt x="1826374" y="52005"/>
                </a:lnTo>
                <a:lnTo>
                  <a:pt x="1826083" y="51669"/>
                </a:lnTo>
                <a:lnTo>
                  <a:pt x="1825786" y="51342"/>
                </a:lnTo>
                <a:lnTo>
                  <a:pt x="1825483" y="51022"/>
                </a:lnTo>
                <a:lnTo>
                  <a:pt x="1825174" y="50709"/>
                </a:lnTo>
                <a:lnTo>
                  <a:pt x="1824860" y="50404"/>
                </a:lnTo>
                <a:lnTo>
                  <a:pt x="1824541" y="50105"/>
                </a:lnTo>
                <a:lnTo>
                  <a:pt x="1824217" y="49814"/>
                </a:lnTo>
                <a:lnTo>
                  <a:pt x="1823887" y="49530"/>
                </a:lnTo>
                <a:lnTo>
                  <a:pt x="1823553" y="49253"/>
                </a:lnTo>
                <a:lnTo>
                  <a:pt x="1823213" y="48983"/>
                </a:lnTo>
                <a:lnTo>
                  <a:pt x="1822868" y="48721"/>
                </a:lnTo>
                <a:lnTo>
                  <a:pt x="1822518" y="48465"/>
                </a:lnTo>
                <a:lnTo>
                  <a:pt x="1822162" y="48217"/>
                </a:lnTo>
                <a:lnTo>
                  <a:pt x="1821802" y="47976"/>
                </a:lnTo>
                <a:lnTo>
                  <a:pt x="1821436" y="47742"/>
                </a:lnTo>
                <a:lnTo>
                  <a:pt x="1821065" y="47515"/>
                </a:lnTo>
                <a:lnTo>
                  <a:pt x="1820689" y="47295"/>
                </a:lnTo>
                <a:lnTo>
                  <a:pt x="1820308" y="47083"/>
                </a:lnTo>
                <a:lnTo>
                  <a:pt x="1819921" y="46877"/>
                </a:lnTo>
                <a:lnTo>
                  <a:pt x="1819529" y="46679"/>
                </a:lnTo>
                <a:lnTo>
                  <a:pt x="1819133" y="46488"/>
                </a:lnTo>
                <a:lnTo>
                  <a:pt x="1818731" y="46304"/>
                </a:lnTo>
                <a:lnTo>
                  <a:pt x="1818323" y="46127"/>
                </a:lnTo>
                <a:lnTo>
                  <a:pt x="1817911" y="45958"/>
                </a:lnTo>
                <a:lnTo>
                  <a:pt x="1817493" y="45795"/>
                </a:lnTo>
                <a:lnTo>
                  <a:pt x="1817071" y="45640"/>
                </a:lnTo>
                <a:lnTo>
                  <a:pt x="1816643" y="45492"/>
                </a:lnTo>
                <a:lnTo>
                  <a:pt x="1816210" y="45350"/>
                </a:lnTo>
                <a:lnTo>
                  <a:pt x="1815772" y="45214"/>
                </a:lnTo>
                <a:lnTo>
                  <a:pt x="1815331" y="45085"/>
                </a:lnTo>
                <a:lnTo>
                  <a:pt x="1814884" y="44961"/>
                </a:lnTo>
                <a:lnTo>
                  <a:pt x="1814434" y="44844"/>
                </a:lnTo>
                <a:lnTo>
                  <a:pt x="1813978" y="44732"/>
                </a:lnTo>
                <a:lnTo>
                  <a:pt x="1813519" y="44627"/>
                </a:lnTo>
                <a:lnTo>
                  <a:pt x="1813055" y="44527"/>
                </a:lnTo>
                <a:lnTo>
                  <a:pt x="1812586" y="44434"/>
                </a:lnTo>
                <a:lnTo>
                  <a:pt x="1812113" y="44346"/>
                </a:lnTo>
                <a:lnTo>
                  <a:pt x="1811635" y="44265"/>
                </a:lnTo>
                <a:lnTo>
                  <a:pt x="1811153" y="44190"/>
                </a:lnTo>
                <a:lnTo>
                  <a:pt x="1810666" y="44120"/>
                </a:lnTo>
                <a:lnTo>
                  <a:pt x="1810175" y="44057"/>
                </a:lnTo>
                <a:lnTo>
                  <a:pt x="1809680" y="44000"/>
                </a:lnTo>
                <a:lnTo>
                  <a:pt x="1809179" y="43949"/>
                </a:lnTo>
                <a:lnTo>
                  <a:pt x="1808675" y="43904"/>
                </a:lnTo>
                <a:lnTo>
                  <a:pt x="1808166" y="43864"/>
                </a:lnTo>
                <a:lnTo>
                  <a:pt x="1807652" y="43831"/>
                </a:lnTo>
                <a:lnTo>
                  <a:pt x="1807134" y="43804"/>
                </a:lnTo>
                <a:lnTo>
                  <a:pt x="1806612" y="43783"/>
                </a:lnTo>
                <a:lnTo>
                  <a:pt x="1806085" y="43768"/>
                </a:lnTo>
                <a:lnTo>
                  <a:pt x="1805553" y="43759"/>
                </a:lnTo>
                <a:lnTo>
                  <a:pt x="1805017" y="43756"/>
                </a:lnTo>
                <a:lnTo>
                  <a:pt x="1804361" y="43761"/>
                </a:lnTo>
                <a:lnTo>
                  <a:pt x="1803709" y="43777"/>
                </a:lnTo>
                <a:lnTo>
                  <a:pt x="1803062" y="43804"/>
                </a:lnTo>
                <a:lnTo>
                  <a:pt x="1802419" y="43842"/>
                </a:lnTo>
                <a:lnTo>
                  <a:pt x="1801782" y="43891"/>
                </a:lnTo>
                <a:lnTo>
                  <a:pt x="1801150" y="43950"/>
                </a:lnTo>
                <a:lnTo>
                  <a:pt x="1800522" y="44020"/>
                </a:lnTo>
                <a:lnTo>
                  <a:pt x="1799900" y="44101"/>
                </a:lnTo>
                <a:lnTo>
                  <a:pt x="1799282" y="44193"/>
                </a:lnTo>
                <a:lnTo>
                  <a:pt x="1798670" y="44295"/>
                </a:lnTo>
                <a:lnTo>
                  <a:pt x="1798062" y="44409"/>
                </a:lnTo>
                <a:lnTo>
                  <a:pt x="1797459" y="44533"/>
                </a:lnTo>
                <a:lnTo>
                  <a:pt x="1796861" y="44668"/>
                </a:lnTo>
                <a:lnTo>
                  <a:pt x="1796268" y="44813"/>
                </a:lnTo>
                <a:lnTo>
                  <a:pt x="1795680" y="44970"/>
                </a:lnTo>
                <a:lnTo>
                  <a:pt x="1795097" y="45137"/>
                </a:lnTo>
                <a:lnTo>
                  <a:pt x="1794518" y="45315"/>
                </a:lnTo>
                <a:lnTo>
                  <a:pt x="1793945" y="45504"/>
                </a:lnTo>
                <a:lnTo>
                  <a:pt x="1793376" y="45704"/>
                </a:lnTo>
                <a:lnTo>
                  <a:pt x="1792813" y="45914"/>
                </a:lnTo>
                <a:lnTo>
                  <a:pt x="1792254" y="46136"/>
                </a:lnTo>
                <a:lnTo>
                  <a:pt x="1791700" y="46368"/>
                </a:lnTo>
                <a:lnTo>
                  <a:pt x="1791151" y="46610"/>
                </a:lnTo>
                <a:lnTo>
                  <a:pt x="1790607" y="46864"/>
                </a:lnTo>
                <a:lnTo>
                  <a:pt x="1790069" y="47127"/>
                </a:lnTo>
                <a:lnTo>
                  <a:pt x="1789536" y="47400"/>
                </a:lnTo>
                <a:lnTo>
                  <a:pt x="1789011" y="47681"/>
                </a:lnTo>
                <a:lnTo>
                  <a:pt x="1788491" y="47971"/>
                </a:lnTo>
                <a:lnTo>
                  <a:pt x="1787978" y="48269"/>
                </a:lnTo>
                <a:lnTo>
                  <a:pt x="1787471" y="48577"/>
                </a:lnTo>
                <a:lnTo>
                  <a:pt x="1786971" y="48893"/>
                </a:lnTo>
                <a:lnTo>
                  <a:pt x="1786476" y="49219"/>
                </a:lnTo>
                <a:lnTo>
                  <a:pt x="1785988" y="49553"/>
                </a:lnTo>
                <a:lnTo>
                  <a:pt x="1785507" y="49896"/>
                </a:lnTo>
                <a:lnTo>
                  <a:pt x="1785031" y="50247"/>
                </a:lnTo>
                <a:lnTo>
                  <a:pt x="1784562" y="50608"/>
                </a:lnTo>
                <a:lnTo>
                  <a:pt x="1784100" y="50977"/>
                </a:lnTo>
                <a:lnTo>
                  <a:pt x="1783643" y="51355"/>
                </a:lnTo>
                <a:lnTo>
                  <a:pt x="1783193" y="51742"/>
                </a:lnTo>
                <a:lnTo>
                  <a:pt x="1782749" y="52138"/>
                </a:lnTo>
                <a:lnTo>
                  <a:pt x="1782312" y="52543"/>
                </a:lnTo>
                <a:lnTo>
                  <a:pt x="1781881" y="52957"/>
                </a:lnTo>
                <a:lnTo>
                  <a:pt x="1781456" y="53379"/>
                </a:lnTo>
                <a:lnTo>
                  <a:pt x="1781037" y="53810"/>
                </a:lnTo>
                <a:lnTo>
                  <a:pt x="1780625" y="54250"/>
                </a:lnTo>
                <a:lnTo>
                  <a:pt x="1780219" y="54699"/>
                </a:lnTo>
                <a:lnTo>
                  <a:pt x="1779819" y="55157"/>
                </a:lnTo>
                <a:lnTo>
                  <a:pt x="1779426" y="55623"/>
                </a:lnTo>
                <a:lnTo>
                  <a:pt x="1779264" y="55821"/>
                </a:lnTo>
                <a:lnTo>
                  <a:pt x="1779264" y="8719"/>
                </a:lnTo>
                <a:lnTo>
                  <a:pt x="1764329" y="8719"/>
                </a:lnTo>
                <a:lnTo>
                  <a:pt x="1764329" y="132721"/>
                </a:lnTo>
                <a:lnTo>
                  <a:pt x="1779264" y="132721"/>
                </a:lnTo>
                <a:lnTo>
                  <a:pt x="1779264" y="70412"/>
                </a:lnTo>
                <a:lnTo>
                  <a:pt x="1779295" y="70351"/>
                </a:lnTo>
                <a:close/>
                <a:moveTo>
                  <a:pt x="1910820" y="69559"/>
                </a:moveTo>
                <a:lnTo>
                  <a:pt x="1911034" y="69169"/>
                </a:lnTo>
                <a:lnTo>
                  <a:pt x="1911254" y="68784"/>
                </a:lnTo>
                <a:lnTo>
                  <a:pt x="1911478" y="68402"/>
                </a:lnTo>
                <a:lnTo>
                  <a:pt x="1911708" y="68024"/>
                </a:lnTo>
                <a:lnTo>
                  <a:pt x="1911942" y="67651"/>
                </a:lnTo>
                <a:lnTo>
                  <a:pt x="1912182" y="67281"/>
                </a:lnTo>
                <a:lnTo>
                  <a:pt x="1912427" y="66916"/>
                </a:lnTo>
                <a:lnTo>
                  <a:pt x="1912676" y="66554"/>
                </a:lnTo>
                <a:lnTo>
                  <a:pt x="1912931" y="66197"/>
                </a:lnTo>
                <a:lnTo>
                  <a:pt x="1913191" y="65844"/>
                </a:lnTo>
                <a:lnTo>
                  <a:pt x="1913456" y="65495"/>
                </a:lnTo>
                <a:lnTo>
                  <a:pt x="1913726" y="65149"/>
                </a:lnTo>
                <a:lnTo>
                  <a:pt x="1914001" y="64809"/>
                </a:lnTo>
                <a:lnTo>
                  <a:pt x="1914280" y="64476"/>
                </a:lnTo>
                <a:lnTo>
                  <a:pt x="1914564" y="64148"/>
                </a:lnTo>
                <a:lnTo>
                  <a:pt x="1914852" y="63826"/>
                </a:lnTo>
                <a:lnTo>
                  <a:pt x="1915144" y="63511"/>
                </a:lnTo>
                <a:lnTo>
                  <a:pt x="1915441" y="63202"/>
                </a:lnTo>
                <a:lnTo>
                  <a:pt x="1915743" y="62899"/>
                </a:lnTo>
                <a:lnTo>
                  <a:pt x="1916049" y="62602"/>
                </a:lnTo>
                <a:lnTo>
                  <a:pt x="1916360" y="62311"/>
                </a:lnTo>
                <a:lnTo>
                  <a:pt x="1916675" y="62027"/>
                </a:lnTo>
                <a:lnTo>
                  <a:pt x="1916994" y="61748"/>
                </a:lnTo>
                <a:lnTo>
                  <a:pt x="1917318" y="61476"/>
                </a:lnTo>
                <a:lnTo>
                  <a:pt x="1917647" y="61210"/>
                </a:lnTo>
                <a:lnTo>
                  <a:pt x="1917980" y="60950"/>
                </a:lnTo>
                <a:lnTo>
                  <a:pt x="1918317" y="60697"/>
                </a:lnTo>
                <a:lnTo>
                  <a:pt x="1918659" y="60449"/>
                </a:lnTo>
                <a:lnTo>
                  <a:pt x="1919006" y="60208"/>
                </a:lnTo>
                <a:lnTo>
                  <a:pt x="1919357" y="59973"/>
                </a:lnTo>
                <a:lnTo>
                  <a:pt x="1919712" y="59744"/>
                </a:lnTo>
                <a:lnTo>
                  <a:pt x="1920072" y="59521"/>
                </a:lnTo>
                <a:lnTo>
                  <a:pt x="1920437" y="59304"/>
                </a:lnTo>
                <a:lnTo>
                  <a:pt x="1920806" y="59094"/>
                </a:lnTo>
                <a:lnTo>
                  <a:pt x="1921179" y="58889"/>
                </a:lnTo>
                <a:lnTo>
                  <a:pt x="1921557" y="58691"/>
                </a:lnTo>
                <a:lnTo>
                  <a:pt x="1921939" y="58500"/>
                </a:lnTo>
                <a:lnTo>
                  <a:pt x="1922324" y="58317"/>
                </a:lnTo>
                <a:lnTo>
                  <a:pt x="1922713" y="58142"/>
                </a:lnTo>
                <a:lnTo>
                  <a:pt x="1923105" y="57976"/>
                </a:lnTo>
                <a:lnTo>
                  <a:pt x="1923501" y="57817"/>
                </a:lnTo>
                <a:lnTo>
                  <a:pt x="1923900" y="57667"/>
                </a:lnTo>
                <a:lnTo>
                  <a:pt x="1924303" y="57524"/>
                </a:lnTo>
                <a:lnTo>
                  <a:pt x="1924710" y="57390"/>
                </a:lnTo>
                <a:lnTo>
                  <a:pt x="1925120" y="57264"/>
                </a:lnTo>
                <a:lnTo>
                  <a:pt x="1925533" y="57146"/>
                </a:lnTo>
                <a:lnTo>
                  <a:pt x="1925950" y="57037"/>
                </a:lnTo>
                <a:lnTo>
                  <a:pt x="1926370" y="56935"/>
                </a:lnTo>
                <a:lnTo>
                  <a:pt x="1926794" y="56842"/>
                </a:lnTo>
                <a:lnTo>
                  <a:pt x="1927222" y="56756"/>
                </a:lnTo>
                <a:lnTo>
                  <a:pt x="1927653" y="56679"/>
                </a:lnTo>
                <a:lnTo>
                  <a:pt x="1928087" y="56610"/>
                </a:lnTo>
                <a:lnTo>
                  <a:pt x="1928525" y="56549"/>
                </a:lnTo>
                <a:lnTo>
                  <a:pt x="1928966" y="56496"/>
                </a:lnTo>
                <a:lnTo>
                  <a:pt x="1929411" y="56451"/>
                </a:lnTo>
                <a:lnTo>
                  <a:pt x="1929860" y="56415"/>
                </a:lnTo>
                <a:lnTo>
                  <a:pt x="1930312" y="56386"/>
                </a:lnTo>
                <a:lnTo>
                  <a:pt x="1930767" y="56366"/>
                </a:lnTo>
                <a:lnTo>
                  <a:pt x="1931226" y="56354"/>
                </a:lnTo>
                <a:lnTo>
                  <a:pt x="1931688" y="56350"/>
                </a:lnTo>
                <a:lnTo>
                  <a:pt x="1932156" y="56353"/>
                </a:lnTo>
                <a:lnTo>
                  <a:pt x="1932618" y="56363"/>
                </a:lnTo>
                <a:lnTo>
                  <a:pt x="1933073" y="56379"/>
                </a:lnTo>
                <a:lnTo>
                  <a:pt x="1933523" y="56402"/>
                </a:lnTo>
                <a:lnTo>
                  <a:pt x="1933966" y="56432"/>
                </a:lnTo>
                <a:lnTo>
                  <a:pt x="1934403" y="56468"/>
                </a:lnTo>
                <a:lnTo>
                  <a:pt x="1934834" y="56511"/>
                </a:lnTo>
                <a:lnTo>
                  <a:pt x="1935259" y="56561"/>
                </a:lnTo>
                <a:lnTo>
                  <a:pt x="1935677" y="56617"/>
                </a:lnTo>
                <a:lnTo>
                  <a:pt x="1936089" y="56679"/>
                </a:lnTo>
                <a:lnTo>
                  <a:pt x="1936496" y="56748"/>
                </a:lnTo>
                <a:lnTo>
                  <a:pt x="1936896" y="56824"/>
                </a:lnTo>
                <a:lnTo>
                  <a:pt x="1937289" y="56906"/>
                </a:lnTo>
                <a:lnTo>
                  <a:pt x="1937677" y="56995"/>
                </a:lnTo>
                <a:lnTo>
                  <a:pt x="1938059" y="57091"/>
                </a:lnTo>
                <a:lnTo>
                  <a:pt x="1938434" y="57193"/>
                </a:lnTo>
                <a:lnTo>
                  <a:pt x="1938803" y="57302"/>
                </a:lnTo>
                <a:lnTo>
                  <a:pt x="1939166" y="57417"/>
                </a:lnTo>
                <a:lnTo>
                  <a:pt x="1939523" y="57539"/>
                </a:lnTo>
                <a:lnTo>
                  <a:pt x="1939874" y="57667"/>
                </a:lnTo>
                <a:lnTo>
                  <a:pt x="1940218" y="57802"/>
                </a:lnTo>
                <a:lnTo>
                  <a:pt x="1940556" y="57944"/>
                </a:lnTo>
                <a:lnTo>
                  <a:pt x="1940889" y="58092"/>
                </a:lnTo>
                <a:lnTo>
                  <a:pt x="1941215" y="58247"/>
                </a:lnTo>
                <a:lnTo>
                  <a:pt x="1941534" y="58409"/>
                </a:lnTo>
                <a:lnTo>
                  <a:pt x="1941848" y="58579"/>
                </a:lnTo>
                <a:lnTo>
                  <a:pt x="1942154" y="58757"/>
                </a:lnTo>
                <a:lnTo>
                  <a:pt x="1942455" y="58942"/>
                </a:lnTo>
                <a:lnTo>
                  <a:pt x="1942749" y="59136"/>
                </a:lnTo>
                <a:lnTo>
                  <a:pt x="1943036" y="59337"/>
                </a:lnTo>
                <a:lnTo>
                  <a:pt x="1943317" y="59546"/>
                </a:lnTo>
                <a:lnTo>
                  <a:pt x="1943592" y="59763"/>
                </a:lnTo>
                <a:lnTo>
                  <a:pt x="1943860" y="59988"/>
                </a:lnTo>
                <a:lnTo>
                  <a:pt x="1944121" y="60220"/>
                </a:lnTo>
                <a:lnTo>
                  <a:pt x="1944377" y="60461"/>
                </a:lnTo>
                <a:lnTo>
                  <a:pt x="1944625" y="60709"/>
                </a:lnTo>
                <a:lnTo>
                  <a:pt x="1944868" y="60965"/>
                </a:lnTo>
                <a:lnTo>
                  <a:pt x="1945104" y="61230"/>
                </a:lnTo>
                <a:lnTo>
                  <a:pt x="1945333" y="61501"/>
                </a:lnTo>
                <a:lnTo>
                  <a:pt x="1945556" y="61781"/>
                </a:lnTo>
                <a:lnTo>
                  <a:pt x="1945773" y="62069"/>
                </a:lnTo>
                <a:lnTo>
                  <a:pt x="1945983" y="62364"/>
                </a:lnTo>
                <a:lnTo>
                  <a:pt x="1946186" y="62668"/>
                </a:lnTo>
                <a:lnTo>
                  <a:pt x="1946384" y="62979"/>
                </a:lnTo>
                <a:lnTo>
                  <a:pt x="1946574" y="63298"/>
                </a:lnTo>
                <a:lnTo>
                  <a:pt x="1946759" y="63625"/>
                </a:lnTo>
                <a:lnTo>
                  <a:pt x="1946937" y="63959"/>
                </a:lnTo>
                <a:lnTo>
                  <a:pt x="1947108" y="64302"/>
                </a:lnTo>
                <a:lnTo>
                  <a:pt x="1947273" y="64653"/>
                </a:lnTo>
                <a:lnTo>
                  <a:pt x="1947430" y="65013"/>
                </a:lnTo>
                <a:lnTo>
                  <a:pt x="1947581" y="65383"/>
                </a:lnTo>
                <a:lnTo>
                  <a:pt x="1947725" y="65763"/>
                </a:lnTo>
                <a:lnTo>
                  <a:pt x="1947861" y="66151"/>
                </a:lnTo>
                <a:lnTo>
                  <a:pt x="1947991" y="66550"/>
                </a:lnTo>
                <a:lnTo>
                  <a:pt x="1948114" y="66957"/>
                </a:lnTo>
                <a:lnTo>
                  <a:pt x="1948229" y="67374"/>
                </a:lnTo>
                <a:lnTo>
                  <a:pt x="1948338" y="67800"/>
                </a:lnTo>
                <a:lnTo>
                  <a:pt x="1948439" y="68236"/>
                </a:lnTo>
                <a:lnTo>
                  <a:pt x="1948534" y="68681"/>
                </a:lnTo>
                <a:lnTo>
                  <a:pt x="1948622" y="69135"/>
                </a:lnTo>
                <a:lnTo>
                  <a:pt x="1948702" y="69599"/>
                </a:lnTo>
                <a:lnTo>
                  <a:pt x="1948776" y="70073"/>
                </a:lnTo>
                <a:lnTo>
                  <a:pt x="1948842" y="70555"/>
                </a:lnTo>
                <a:lnTo>
                  <a:pt x="1948902" y="71047"/>
                </a:lnTo>
                <a:lnTo>
                  <a:pt x="1948955" y="71549"/>
                </a:lnTo>
                <a:lnTo>
                  <a:pt x="1949000" y="72059"/>
                </a:lnTo>
                <a:lnTo>
                  <a:pt x="1949039" y="72580"/>
                </a:lnTo>
                <a:lnTo>
                  <a:pt x="1949070" y="73109"/>
                </a:lnTo>
                <a:lnTo>
                  <a:pt x="1949095" y="73648"/>
                </a:lnTo>
                <a:lnTo>
                  <a:pt x="1949112" y="74197"/>
                </a:lnTo>
                <a:lnTo>
                  <a:pt x="1949123" y="74754"/>
                </a:lnTo>
                <a:lnTo>
                  <a:pt x="1949126" y="75321"/>
                </a:lnTo>
                <a:lnTo>
                  <a:pt x="1949126" y="132721"/>
                </a:lnTo>
                <a:lnTo>
                  <a:pt x="1964142" y="132721"/>
                </a:lnTo>
                <a:lnTo>
                  <a:pt x="1964142" y="75483"/>
                </a:lnTo>
                <a:lnTo>
                  <a:pt x="1964139" y="74768"/>
                </a:lnTo>
                <a:lnTo>
                  <a:pt x="1964129" y="74061"/>
                </a:lnTo>
                <a:lnTo>
                  <a:pt x="1964112" y="73364"/>
                </a:lnTo>
                <a:lnTo>
                  <a:pt x="1964088" y="72676"/>
                </a:lnTo>
                <a:lnTo>
                  <a:pt x="1964058" y="71998"/>
                </a:lnTo>
                <a:lnTo>
                  <a:pt x="1964021" y="71328"/>
                </a:lnTo>
                <a:lnTo>
                  <a:pt x="1963977" y="70667"/>
                </a:lnTo>
                <a:lnTo>
                  <a:pt x="1963927" y="70016"/>
                </a:lnTo>
                <a:lnTo>
                  <a:pt x="1963870" y="69373"/>
                </a:lnTo>
                <a:lnTo>
                  <a:pt x="1963806" y="68740"/>
                </a:lnTo>
                <a:lnTo>
                  <a:pt x="1963735" y="68116"/>
                </a:lnTo>
                <a:lnTo>
                  <a:pt x="1963658" y="67501"/>
                </a:lnTo>
                <a:lnTo>
                  <a:pt x="1963574" y="66895"/>
                </a:lnTo>
                <a:lnTo>
                  <a:pt x="1963483" y="66298"/>
                </a:lnTo>
                <a:lnTo>
                  <a:pt x="1963385" y="65710"/>
                </a:lnTo>
                <a:lnTo>
                  <a:pt x="1963281" y="65131"/>
                </a:lnTo>
                <a:lnTo>
                  <a:pt x="1963170" y="64562"/>
                </a:lnTo>
                <a:lnTo>
                  <a:pt x="1963052" y="64002"/>
                </a:lnTo>
                <a:lnTo>
                  <a:pt x="1962928" y="63450"/>
                </a:lnTo>
                <a:lnTo>
                  <a:pt x="1962797" y="62908"/>
                </a:lnTo>
                <a:lnTo>
                  <a:pt x="1962659" y="62375"/>
                </a:lnTo>
                <a:lnTo>
                  <a:pt x="1962514" y="61851"/>
                </a:lnTo>
                <a:lnTo>
                  <a:pt x="1962363" y="61336"/>
                </a:lnTo>
                <a:lnTo>
                  <a:pt x="1962205" y="60830"/>
                </a:lnTo>
                <a:lnTo>
                  <a:pt x="1962040" y="60333"/>
                </a:lnTo>
                <a:lnTo>
                  <a:pt x="1961870" y="59843"/>
                </a:lnTo>
                <a:lnTo>
                  <a:pt x="1961693" y="59361"/>
                </a:lnTo>
                <a:lnTo>
                  <a:pt x="1961510" y="58887"/>
                </a:lnTo>
                <a:lnTo>
                  <a:pt x="1961322" y="58421"/>
                </a:lnTo>
                <a:lnTo>
                  <a:pt x="1961127" y="57962"/>
                </a:lnTo>
                <a:lnTo>
                  <a:pt x="1960927" y="57511"/>
                </a:lnTo>
                <a:lnTo>
                  <a:pt x="1960720" y="57067"/>
                </a:lnTo>
                <a:lnTo>
                  <a:pt x="1960507" y="56632"/>
                </a:lnTo>
                <a:lnTo>
                  <a:pt x="1960289" y="56204"/>
                </a:lnTo>
                <a:lnTo>
                  <a:pt x="1960064" y="55783"/>
                </a:lnTo>
                <a:lnTo>
                  <a:pt x="1959833" y="55371"/>
                </a:lnTo>
                <a:lnTo>
                  <a:pt x="1959596" y="54966"/>
                </a:lnTo>
                <a:lnTo>
                  <a:pt x="1959353" y="54569"/>
                </a:lnTo>
                <a:lnTo>
                  <a:pt x="1959105" y="54180"/>
                </a:lnTo>
                <a:lnTo>
                  <a:pt x="1958850" y="53798"/>
                </a:lnTo>
                <a:lnTo>
                  <a:pt x="1958589" y="53424"/>
                </a:lnTo>
                <a:lnTo>
                  <a:pt x="1958322" y="53058"/>
                </a:lnTo>
                <a:lnTo>
                  <a:pt x="1958049" y="52699"/>
                </a:lnTo>
                <a:lnTo>
                  <a:pt x="1957770" y="52348"/>
                </a:lnTo>
                <a:lnTo>
                  <a:pt x="1957485" y="52005"/>
                </a:lnTo>
                <a:lnTo>
                  <a:pt x="1957194" y="51669"/>
                </a:lnTo>
                <a:lnTo>
                  <a:pt x="1956897" y="51342"/>
                </a:lnTo>
                <a:lnTo>
                  <a:pt x="1956594" y="51022"/>
                </a:lnTo>
                <a:lnTo>
                  <a:pt x="1956285" y="50709"/>
                </a:lnTo>
                <a:lnTo>
                  <a:pt x="1955971" y="50404"/>
                </a:lnTo>
                <a:lnTo>
                  <a:pt x="1955652" y="50105"/>
                </a:lnTo>
                <a:lnTo>
                  <a:pt x="1955328" y="49814"/>
                </a:lnTo>
                <a:lnTo>
                  <a:pt x="1954998" y="49530"/>
                </a:lnTo>
                <a:lnTo>
                  <a:pt x="1954664" y="49253"/>
                </a:lnTo>
                <a:lnTo>
                  <a:pt x="1954324" y="48983"/>
                </a:lnTo>
                <a:lnTo>
                  <a:pt x="1953979" y="48721"/>
                </a:lnTo>
                <a:lnTo>
                  <a:pt x="1953629" y="48465"/>
                </a:lnTo>
                <a:lnTo>
                  <a:pt x="1953273" y="48217"/>
                </a:lnTo>
                <a:lnTo>
                  <a:pt x="1952913" y="47976"/>
                </a:lnTo>
                <a:lnTo>
                  <a:pt x="1952547" y="47742"/>
                </a:lnTo>
                <a:lnTo>
                  <a:pt x="1952176" y="47515"/>
                </a:lnTo>
                <a:lnTo>
                  <a:pt x="1951800" y="47295"/>
                </a:lnTo>
                <a:lnTo>
                  <a:pt x="1951419" y="47083"/>
                </a:lnTo>
                <a:lnTo>
                  <a:pt x="1951032" y="46877"/>
                </a:lnTo>
                <a:lnTo>
                  <a:pt x="1950641" y="46679"/>
                </a:lnTo>
                <a:lnTo>
                  <a:pt x="1950244" y="46488"/>
                </a:lnTo>
                <a:lnTo>
                  <a:pt x="1949842" y="46304"/>
                </a:lnTo>
                <a:lnTo>
                  <a:pt x="1949435" y="46127"/>
                </a:lnTo>
                <a:lnTo>
                  <a:pt x="1949022" y="45958"/>
                </a:lnTo>
                <a:lnTo>
                  <a:pt x="1948605" y="45795"/>
                </a:lnTo>
                <a:lnTo>
                  <a:pt x="1948182" y="45640"/>
                </a:lnTo>
                <a:lnTo>
                  <a:pt x="1947754" y="45492"/>
                </a:lnTo>
                <a:lnTo>
                  <a:pt x="1947321" y="45350"/>
                </a:lnTo>
                <a:lnTo>
                  <a:pt x="1946884" y="45214"/>
                </a:lnTo>
                <a:lnTo>
                  <a:pt x="1946442" y="45085"/>
                </a:lnTo>
                <a:lnTo>
                  <a:pt x="1945996" y="44961"/>
                </a:lnTo>
                <a:lnTo>
                  <a:pt x="1945545" y="44844"/>
                </a:lnTo>
                <a:lnTo>
                  <a:pt x="1945090" y="44732"/>
                </a:lnTo>
                <a:lnTo>
                  <a:pt x="1944630" y="44627"/>
                </a:lnTo>
                <a:lnTo>
                  <a:pt x="1944166" y="44527"/>
                </a:lnTo>
                <a:lnTo>
                  <a:pt x="1943697" y="44434"/>
                </a:lnTo>
                <a:lnTo>
                  <a:pt x="1943224" y="44346"/>
                </a:lnTo>
                <a:lnTo>
                  <a:pt x="1942746" y="44265"/>
                </a:lnTo>
                <a:lnTo>
                  <a:pt x="1942264" y="44190"/>
                </a:lnTo>
                <a:lnTo>
                  <a:pt x="1941778" y="44120"/>
                </a:lnTo>
                <a:lnTo>
                  <a:pt x="1941286" y="44057"/>
                </a:lnTo>
                <a:lnTo>
                  <a:pt x="1940791" y="44000"/>
                </a:lnTo>
                <a:lnTo>
                  <a:pt x="1940291" y="43949"/>
                </a:lnTo>
                <a:lnTo>
                  <a:pt x="1939786" y="43904"/>
                </a:lnTo>
                <a:lnTo>
                  <a:pt x="1939277" y="43864"/>
                </a:lnTo>
                <a:lnTo>
                  <a:pt x="1938764" y="43831"/>
                </a:lnTo>
                <a:lnTo>
                  <a:pt x="1938246" y="43804"/>
                </a:lnTo>
                <a:lnTo>
                  <a:pt x="1937723" y="43783"/>
                </a:lnTo>
                <a:lnTo>
                  <a:pt x="1937196" y="43768"/>
                </a:lnTo>
                <a:lnTo>
                  <a:pt x="1936665" y="43759"/>
                </a:lnTo>
                <a:lnTo>
                  <a:pt x="1936129" y="43756"/>
                </a:lnTo>
                <a:lnTo>
                  <a:pt x="1935472" y="43761"/>
                </a:lnTo>
                <a:lnTo>
                  <a:pt x="1934820" y="43777"/>
                </a:lnTo>
                <a:lnTo>
                  <a:pt x="1934173" y="43804"/>
                </a:lnTo>
                <a:lnTo>
                  <a:pt x="1933531" y="43842"/>
                </a:lnTo>
                <a:lnTo>
                  <a:pt x="1932893" y="43891"/>
                </a:lnTo>
                <a:lnTo>
                  <a:pt x="1932261" y="43950"/>
                </a:lnTo>
                <a:lnTo>
                  <a:pt x="1931634" y="44020"/>
                </a:lnTo>
                <a:lnTo>
                  <a:pt x="1931011" y="44101"/>
                </a:lnTo>
                <a:lnTo>
                  <a:pt x="1930394" y="44193"/>
                </a:lnTo>
                <a:lnTo>
                  <a:pt x="1929781" y="44295"/>
                </a:lnTo>
                <a:lnTo>
                  <a:pt x="1929173" y="44409"/>
                </a:lnTo>
                <a:lnTo>
                  <a:pt x="1928570" y="44533"/>
                </a:lnTo>
                <a:lnTo>
                  <a:pt x="1927972" y="44668"/>
                </a:lnTo>
                <a:lnTo>
                  <a:pt x="1927379" y="44813"/>
                </a:lnTo>
                <a:lnTo>
                  <a:pt x="1926791" y="44970"/>
                </a:lnTo>
                <a:lnTo>
                  <a:pt x="1926208" y="45137"/>
                </a:lnTo>
                <a:lnTo>
                  <a:pt x="1925629" y="45315"/>
                </a:lnTo>
                <a:lnTo>
                  <a:pt x="1925056" y="45504"/>
                </a:lnTo>
                <a:lnTo>
                  <a:pt x="1924487" y="45704"/>
                </a:lnTo>
                <a:lnTo>
                  <a:pt x="1923924" y="45914"/>
                </a:lnTo>
                <a:lnTo>
                  <a:pt x="1923365" y="46136"/>
                </a:lnTo>
                <a:lnTo>
                  <a:pt x="1922811" y="46368"/>
                </a:lnTo>
                <a:lnTo>
                  <a:pt x="1922262" y="46610"/>
                </a:lnTo>
                <a:lnTo>
                  <a:pt x="1921718" y="46864"/>
                </a:lnTo>
                <a:lnTo>
                  <a:pt x="1921180" y="47127"/>
                </a:lnTo>
                <a:lnTo>
                  <a:pt x="1920648" y="47400"/>
                </a:lnTo>
                <a:lnTo>
                  <a:pt x="1920122" y="47681"/>
                </a:lnTo>
                <a:lnTo>
                  <a:pt x="1919602" y="47971"/>
                </a:lnTo>
                <a:lnTo>
                  <a:pt x="1919089" y="48269"/>
                </a:lnTo>
                <a:lnTo>
                  <a:pt x="1918582" y="48577"/>
                </a:lnTo>
                <a:lnTo>
                  <a:pt x="1918082" y="48893"/>
                </a:lnTo>
                <a:lnTo>
                  <a:pt x="1917588" y="49219"/>
                </a:lnTo>
                <a:lnTo>
                  <a:pt x="1917100" y="49553"/>
                </a:lnTo>
                <a:lnTo>
                  <a:pt x="1916618" y="49896"/>
                </a:lnTo>
                <a:lnTo>
                  <a:pt x="1916143" y="50247"/>
                </a:lnTo>
                <a:lnTo>
                  <a:pt x="1915674" y="50608"/>
                </a:lnTo>
                <a:lnTo>
                  <a:pt x="1915211" y="50977"/>
                </a:lnTo>
                <a:lnTo>
                  <a:pt x="1914754" y="51355"/>
                </a:lnTo>
                <a:lnTo>
                  <a:pt x="1914304" y="51742"/>
                </a:lnTo>
                <a:lnTo>
                  <a:pt x="1913860" y="52138"/>
                </a:lnTo>
                <a:lnTo>
                  <a:pt x="1913423" y="52543"/>
                </a:lnTo>
                <a:lnTo>
                  <a:pt x="1912992" y="52957"/>
                </a:lnTo>
                <a:lnTo>
                  <a:pt x="1912567" y="53379"/>
                </a:lnTo>
                <a:lnTo>
                  <a:pt x="1912148" y="53810"/>
                </a:lnTo>
                <a:lnTo>
                  <a:pt x="1911736" y="54250"/>
                </a:lnTo>
                <a:lnTo>
                  <a:pt x="1911330" y="54699"/>
                </a:lnTo>
                <a:lnTo>
                  <a:pt x="1910930" y="55157"/>
                </a:lnTo>
                <a:lnTo>
                  <a:pt x="1910537" y="55623"/>
                </a:lnTo>
                <a:lnTo>
                  <a:pt x="1910151" y="56098"/>
                </a:lnTo>
                <a:lnTo>
                  <a:pt x="1910039" y="56239"/>
                </a:lnTo>
                <a:lnTo>
                  <a:pt x="1909568" y="45370"/>
                </a:lnTo>
                <a:lnTo>
                  <a:pt x="1895441" y="45370"/>
                </a:lnTo>
                <a:lnTo>
                  <a:pt x="1895441" y="132721"/>
                </a:lnTo>
                <a:lnTo>
                  <a:pt x="1910376" y="132721"/>
                </a:lnTo>
                <a:lnTo>
                  <a:pt x="1910376" y="70412"/>
                </a:lnTo>
                <a:lnTo>
                  <a:pt x="1910406" y="70351"/>
                </a:lnTo>
                <a:lnTo>
                  <a:pt x="1910610" y="69953"/>
                </a:lnTo>
                <a:lnTo>
                  <a:pt x="1910820" y="69559"/>
                </a:lnTo>
                <a:close/>
                <a:moveTo>
                  <a:pt x="1710022" y="121947"/>
                </a:moveTo>
                <a:lnTo>
                  <a:pt x="1709487" y="121895"/>
                </a:lnTo>
                <a:lnTo>
                  <a:pt x="1708961" y="121834"/>
                </a:lnTo>
                <a:lnTo>
                  <a:pt x="1708442" y="121764"/>
                </a:lnTo>
                <a:lnTo>
                  <a:pt x="1707931" y="121684"/>
                </a:lnTo>
                <a:lnTo>
                  <a:pt x="1707429" y="121595"/>
                </a:lnTo>
                <a:lnTo>
                  <a:pt x="1706934" y="121496"/>
                </a:lnTo>
                <a:lnTo>
                  <a:pt x="1706447" y="121388"/>
                </a:lnTo>
                <a:lnTo>
                  <a:pt x="1705969" y="121271"/>
                </a:lnTo>
                <a:lnTo>
                  <a:pt x="1705498" y="121144"/>
                </a:lnTo>
                <a:lnTo>
                  <a:pt x="1705035" y="121008"/>
                </a:lnTo>
                <a:lnTo>
                  <a:pt x="1704581" y="120862"/>
                </a:lnTo>
                <a:lnTo>
                  <a:pt x="1704134" y="120707"/>
                </a:lnTo>
                <a:lnTo>
                  <a:pt x="1703695" y="120543"/>
                </a:lnTo>
                <a:lnTo>
                  <a:pt x="1703264" y="120369"/>
                </a:lnTo>
                <a:lnTo>
                  <a:pt x="1702841" y="120186"/>
                </a:lnTo>
                <a:lnTo>
                  <a:pt x="1702427" y="119994"/>
                </a:lnTo>
                <a:lnTo>
                  <a:pt x="1702020" y="119792"/>
                </a:lnTo>
                <a:lnTo>
                  <a:pt x="1701621" y="119581"/>
                </a:lnTo>
                <a:lnTo>
                  <a:pt x="1701230" y="119360"/>
                </a:lnTo>
                <a:lnTo>
                  <a:pt x="1700847" y="119131"/>
                </a:lnTo>
                <a:lnTo>
                  <a:pt x="1700470" y="118896"/>
                </a:lnTo>
                <a:lnTo>
                  <a:pt x="1700100" y="118655"/>
                </a:lnTo>
                <a:lnTo>
                  <a:pt x="1699737" y="118408"/>
                </a:lnTo>
                <a:lnTo>
                  <a:pt x="1699380" y="118154"/>
                </a:lnTo>
                <a:lnTo>
                  <a:pt x="1699030" y="117894"/>
                </a:lnTo>
                <a:lnTo>
                  <a:pt x="1698687" y="117628"/>
                </a:lnTo>
                <a:lnTo>
                  <a:pt x="1698351" y="117355"/>
                </a:lnTo>
                <a:lnTo>
                  <a:pt x="1698021" y="117076"/>
                </a:lnTo>
                <a:lnTo>
                  <a:pt x="1697698" y="116791"/>
                </a:lnTo>
                <a:lnTo>
                  <a:pt x="1697382" y="116499"/>
                </a:lnTo>
                <a:lnTo>
                  <a:pt x="1697073" y="116201"/>
                </a:lnTo>
                <a:lnTo>
                  <a:pt x="1696770" y="115897"/>
                </a:lnTo>
                <a:lnTo>
                  <a:pt x="1696474" y="115587"/>
                </a:lnTo>
                <a:lnTo>
                  <a:pt x="1696185" y="115270"/>
                </a:lnTo>
                <a:lnTo>
                  <a:pt x="1695902" y="114947"/>
                </a:lnTo>
                <a:lnTo>
                  <a:pt x="1695626" y="114617"/>
                </a:lnTo>
                <a:lnTo>
                  <a:pt x="1695357" y="114281"/>
                </a:lnTo>
                <a:lnTo>
                  <a:pt x="1695095" y="113939"/>
                </a:lnTo>
                <a:lnTo>
                  <a:pt x="1694839" y="113591"/>
                </a:lnTo>
                <a:lnTo>
                  <a:pt x="1694590" y="113236"/>
                </a:lnTo>
                <a:lnTo>
                  <a:pt x="1694348" y="112875"/>
                </a:lnTo>
                <a:lnTo>
                  <a:pt x="1694112" y="112508"/>
                </a:lnTo>
                <a:lnTo>
                  <a:pt x="1693884" y="112134"/>
                </a:lnTo>
                <a:lnTo>
                  <a:pt x="1693661" y="111756"/>
                </a:lnTo>
                <a:lnTo>
                  <a:pt x="1693444" y="111374"/>
                </a:lnTo>
                <a:lnTo>
                  <a:pt x="1693232" y="110988"/>
                </a:lnTo>
                <a:lnTo>
                  <a:pt x="1693026" y="110598"/>
                </a:lnTo>
                <a:lnTo>
                  <a:pt x="1692825" y="110205"/>
                </a:lnTo>
                <a:lnTo>
                  <a:pt x="1692630" y="109808"/>
                </a:lnTo>
                <a:lnTo>
                  <a:pt x="1692440" y="109408"/>
                </a:lnTo>
                <a:lnTo>
                  <a:pt x="1692256" y="109004"/>
                </a:lnTo>
                <a:lnTo>
                  <a:pt x="1692077" y="108596"/>
                </a:lnTo>
                <a:lnTo>
                  <a:pt x="1691903" y="108185"/>
                </a:lnTo>
                <a:lnTo>
                  <a:pt x="1691735" y="107770"/>
                </a:lnTo>
                <a:lnTo>
                  <a:pt x="1691573" y="107351"/>
                </a:lnTo>
                <a:lnTo>
                  <a:pt x="1691416" y="106929"/>
                </a:lnTo>
                <a:lnTo>
                  <a:pt x="1691264" y="106503"/>
                </a:lnTo>
                <a:lnTo>
                  <a:pt x="1691118" y="106073"/>
                </a:lnTo>
                <a:lnTo>
                  <a:pt x="1690977" y="105640"/>
                </a:lnTo>
                <a:lnTo>
                  <a:pt x="1690842" y="105203"/>
                </a:lnTo>
                <a:lnTo>
                  <a:pt x="1690713" y="104763"/>
                </a:lnTo>
                <a:lnTo>
                  <a:pt x="1690588" y="104319"/>
                </a:lnTo>
                <a:lnTo>
                  <a:pt x="1690470" y="103871"/>
                </a:lnTo>
                <a:lnTo>
                  <a:pt x="1690356" y="103419"/>
                </a:lnTo>
                <a:lnTo>
                  <a:pt x="1690248" y="102964"/>
                </a:lnTo>
                <a:lnTo>
                  <a:pt x="1690146" y="102506"/>
                </a:lnTo>
                <a:lnTo>
                  <a:pt x="1690049" y="102043"/>
                </a:lnTo>
                <a:lnTo>
                  <a:pt x="1689957" y="101579"/>
                </a:lnTo>
                <a:lnTo>
                  <a:pt x="1689869" y="101114"/>
                </a:lnTo>
                <a:lnTo>
                  <a:pt x="1689784" y="100648"/>
                </a:lnTo>
                <a:lnTo>
                  <a:pt x="1689704" y="100182"/>
                </a:lnTo>
                <a:lnTo>
                  <a:pt x="1689627" y="99715"/>
                </a:lnTo>
                <a:lnTo>
                  <a:pt x="1689555" y="99248"/>
                </a:lnTo>
                <a:lnTo>
                  <a:pt x="1689486" y="98780"/>
                </a:lnTo>
                <a:lnTo>
                  <a:pt x="1689421" y="98312"/>
                </a:lnTo>
                <a:lnTo>
                  <a:pt x="1689360" y="97843"/>
                </a:lnTo>
                <a:lnTo>
                  <a:pt x="1689303" y="97373"/>
                </a:lnTo>
                <a:lnTo>
                  <a:pt x="1689250" y="96903"/>
                </a:lnTo>
                <a:lnTo>
                  <a:pt x="1689201" y="96432"/>
                </a:lnTo>
                <a:lnTo>
                  <a:pt x="1689156" y="95961"/>
                </a:lnTo>
                <a:lnTo>
                  <a:pt x="1689115" y="95489"/>
                </a:lnTo>
                <a:lnTo>
                  <a:pt x="1689078" y="95017"/>
                </a:lnTo>
                <a:lnTo>
                  <a:pt x="1689044" y="94544"/>
                </a:lnTo>
                <a:lnTo>
                  <a:pt x="1689015" y="94071"/>
                </a:lnTo>
                <a:lnTo>
                  <a:pt x="1688989" y="93597"/>
                </a:lnTo>
                <a:lnTo>
                  <a:pt x="1688968" y="93122"/>
                </a:lnTo>
                <a:lnTo>
                  <a:pt x="1688950" y="92647"/>
                </a:lnTo>
                <a:lnTo>
                  <a:pt x="1688936" y="92171"/>
                </a:lnTo>
                <a:lnTo>
                  <a:pt x="1688927" y="91695"/>
                </a:lnTo>
                <a:lnTo>
                  <a:pt x="1688921" y="91218"/>
                </a:lnTo>
                <a:lnTo>
                  <a:pt x="1688919" y="90741"/>
                </a:lnTo>
                <a:lnTo>
                  <a:pt x="1688919" y="87350"/>
                </a:lnTo>
                <a:lnTo>
                  <a:pt x="1688921" y="86873"/>
                </a:lnTo>
                <a:lnTo>
                  <a:pt x="1688927" y="86396"/>
                </a:lnTo>
                <a:lnTo>
                  <a:pt x="1688937" y="85920"/>
                </a:lnTo>
                <a:lnTo>
                  <a:pt x="1688951" y="85445"/>
                </a:lnTo>
                <a:lnTo>
                  <a:pt x="1688970" y="84971"/>
                </a:lnTo>
                <a:lnTo>
                  <a:pt x="1688992" y="84497"/>
                </a:lnTo>
                <a:lnTo>
                  <a:pt x="1689018" y="84024"/>
                </a:lnTo>
                <a:lnTo>
                  <a:pt x="1689049" y="83551"/>
                </a:lnTo>
                <a:lnTo>
                  <a:pt x="1689083" y="83080"/>
                </a:lnTo>
                <a:lnTo>
                  <a:pt x="1689122" y="82609"/>
                </a:lnTo>
                <a:lnTo>
                  <a:pt x="1689165" y="82138"/>
                </a:lnTo>
                <a:lnTo>
                  <a:pt x="1689211" y="81669"/>
                </a:lnTo>
                <a:lnTo>
                  <a:pt x="1689262" y="81200"/>
                </a:lnTo>
                <a:lnTo>
                  <a:pt x="1689317" y="80732"/>
                </a:lnTo>
                <a:lnTo>
                  <a:pt x="1689376" y="80264"/>
                </a:lnTo>
                <a:lnTo>
                  <a:pt x="1689439" y="79797"/>
                </a:lnTo>
                <a:lnTo>
                  <a:pt x="1689506" y="79331"/>
                </a:lnTo>
                <a:lnTo>
                  <a:pt x="1689577" y="78866"/>
                </a:lnTo>
                <a:lnTo>
                  <a:pt x="1689652" y="78401"/>
                </a:lnTo>
                <a:lnTo>
                  <a:pt x="1689732" y="77937"/>
                </a:lnTo>
                <a:lnTo>
                  <a:pt x="1689815" y="77474"/>
                </a:lnTo>
                <a:lnTo>
                  <a:pt x="1689902" y="77011"/>
                </a:lnTo>
                <a:lnTo>
                  <a:pt x="1689994" y="76550"/>
                </a:lnTo>
                <a:lnTo>
                  <a:pt x="1690089" y="76088"/>
                </a:lnTo>
                <a:lnTo>
                  <a:pt x="1690190" y="75629"/>
                </a:lnTo>
                <a:lnTo>
                  <a:pt x="1690295" y="75173"/>
                </a:lnTo>
                <a:lnTo>
                  <a:pt x="1690406" y="74721"/>
                </a:lnTo>
                <a:lnTo>
                  <a:pt x="1690522" y="74272"/>
                </a:lnTo>
                <a:lnTo>
                  <a:pt x="1690644" y="73826"/>
                </a:lnTo>
                <a:lnTo>
                  <a:pt x="1690771" y="73384"/>
                </a:lnTo>
                <a:lnTo>
                  <a:pt x="1690903" y="72945"/>
                </a:lnTo>
                <a:lnTo>
                  <a:pt x="1691040" y="72509"/>
                </a:lnTo>
                <a:lnTo>
                  <a:pt x="1691183" y="72077"/>
                </a:lnTo>
                <a:lnTo>
                  <a:pt x="1691331" y="71648"/>
                </a:lnTo>
                <a:lnTo>
                  <a:pt x="1691485" y="71223"/>
                </a:lnTo>
                <a:lnTo>
                  <a:pt x="1691643" y="70801"/>
                </a:lnTo>
                <a:lnTo>
                  <a:pt x="1691808" y="70382"/>
                </a:lnTo>
                <a:lnTo>
                  <a:pt x="1691977" y="69966"/>
                </a:lnTo>
                <a:lnTo>
                  <a:pt x="1692152" y="69554"/>
                </a:lnTo>
                <a:lnTo>
                  <a:pt x="1692332" y="69146"/>
                </a:lnTo>
                <a:lnTo>
                  <a:pt x="1692517" y="68740"/>
                </a:lnTo>
                <a:lnTo>
                  <a:pt x="1692708" y="68338"/>
                </a:lnTo>
                <a:lnTo>
                  <a:pt x="1692904" y="67940"/>
                </a:lnTo>
                <a:lnTo>
                  <a:pt x="1693106" y="67544"/>
                </a:lnTo>
                <a:lnTo>
                  <a:pt x="1693312" y="67153"/>
                </a:lnTo>
                <a:lnTo>
                  <a:pt x="1693524" y="66764"/>
                </a:lnTo>
                <a:lnTo>
                  <a:pt x="1693742" y="66379"/>
                </a:lnTo>
                <a:lnTo>
                  <a:pt x="1693964" y="65997"/>
                </a:lnTo>
                <a:lnTo>
                  <a:pt x="1694193" y="65620"/>
                </a:lnTo>
                <a:lnTo>
                  <a:pt x="1694429" y="65250"/>
                </a:lnTo>
                <a:lnTo>
                  <a:pt x="1694671" y="64886"/>
                </a:lnTo>
                <a:lnTo>
                  <a:pt x="1694920" y="64528"/>
                </a:lnTo>
                <a:lnTo>
                  <a:pt x="1695175" y="64177"/>
                </a:lnTo>
                <a:lnTo>
                  <a:pt x="1695438" y="63832"/>
                </a:lnTo>
                <a:lnTo>
                  <a:pt x="1695707" y="63494"/>
                </a:lnTo>
                <a:lnTo>
                  <a:pt x="1695983" y="63163"/>
                </a:lnTo>
                <a:lnTo>
                  <a:pt x="1696265" y="62837"/>
                </a:lnTo>
                <a:lnTo>
                  <a:pt x="1696555" y="62518"/>
                </a:lnTo>
                <a:lnTo>
                  <a:pt x="1696851" y="62206"/>
                </a:lnTo>
                <a:lnTo>
                  <a:pt x="1697153" y="61900"/>
                </a:lnTo>
                <a:lnTo>
                  <a:pt x="1697463" y="61600"/>
                </a:lnTo>
                <a:lnTo>
                  <a:pt x="1697779" y="61307"/>
                </a:lnTo>
                <a:lnTo>
                  <a:pt x="1698102" y="61021"/>
                </a:lnTo>
                <a:lnTo>
                  <a:pt x="1698432" y="60741"/>
                </a:lnTo>
                <a:lnTo>
                  <a:pt x="1698768" y="60467"/>
                </a:lnTo>
                <a:lnTo>
                  <a:pt x="1699111" y="60200"/>
                </a:lnTo>
                <a:lnTo>
                  <a:pt x="1699461" y="59939"/>
                </a:lnTo>
                <a:lnTo>
                  <a:pt x="1699817" y="59684"/>
                </a:lnTo>
                <a:lnTo>
                  <a:pt x="1700181" y="59436"/>
                </a:lnTo>
                <a:lnTo>
                  <a:pt x="1700551" y="59195"/>
                </a:lnTo>
                <a:lnTo>
                  <a:pt x="1700927" y="58960"/>
                </a:lnTo>
                <a:lnTo>
                  <a:pt x="1701311" y="58731"/>
                </a:lnTo>
                <a:lnTo>
                  <a:pt x="1701702" y="58511"/>
                </a:lnTo>
                <a:lnTo>
                  <a:pt x="1702100" y="58299"/>
                </a:lnTo>
                <a:lnTo>
                  <a:pt x="1702506" y="58097"/>
                </a:lnTo>
                <a:lnTo>
                  <a:pt x="1702920" y="57905"/>
                </a:lnTo>
                <a:lnTo>
                  <a:pt x="1703341" y="57722"/>
                </a:lnTo>
                <a:lnTo>
                  <a:pt x="1703771" y="57548"/>
                </a:lnTo>
                <a:lnTo>
                  <a:pt x="1704208" y="57384"/>
                </a:lnTo>
                <a:lnTo>
                  <a:pt x="1704652" y="57229"/>
                </a:lnTo>
                <a:lnTo>
                  <a:pt x="1705105" y="57083"/>
                </a:lnTo>
                <a:lnTo>
                  <a:pt x="1705565" y="56947"/>
                </a:lnTo>
                <a:lnTo>
                  <a:pt x="1706032" y="56820"/>
                </a:lnTo>
                <a:lnTo>
                  <a:pt x="1706508" y="56703"/>
                </a:lnTo>
                <a:lnTo>
                  <a:pt x="1706991" y="56595"/>
                </a:lnTo>
                <a:lnTo>
                  <a:pt x="1707482" y="56496"/>
                </a:lnTo>
                <a:lnTo>
                  <a:pt x="1707981" y="56407"/>
                </a:lnTo>
                <a:lnTo>
                  <a:pt x="1708487" y="56327"/>
                </a:lnTo>
                <a:lnTo>
                  <a:pt x="1709001" y="56257"/>
                </a:lnTo>
                <a:lnTo>
                  <a:pt x="1709523" y="56196"/>
                </a:lnTo>
                <a:lnTo>
                  <a:pt x="1710052" y="56144"/>
                </a:lnTo>
                <a:lnTo>
                  <a:pt x="1710589" y="56102"/>
                </a:lnTo>
                <a:lnTo>
                  <a:pt x="1711134" y="56069"/>
                </a:lnTo>
                <a:lnTo>
                  <a:pt x="1711687" y="56046"/>
                </a:lnTo>
                <a:lnTo>
                  <a:pt x="1712247" y="56032"/>
                </a:lnTo>
                <a:lnTo>
                  <a:pt x="1712815" y="56027"/>
                </a:lnTo>
                <a:lnTo>
                  <a:pt x="1713310" y="56031"/>
                </a:lnTo>
                <a:lnTo>
                  <a:pt x="1713800" y="56045"/>
                </a:lnTo>
                <a:lnTo>
                  <a:pt x="1714285" y="56068"/>
                </a:lnTo>
                <a:lnTo>
                  <a:pt x="1714765" y="56100"/>
                </a:lnTo>
                <a:lnTo>
                  <a:pt x="1715239" y="56141"/>
                </a:lnTo>
                <a:lnTo>
                  <a:pt x="1715709" y="56191"/>
                </a:lnTo>
                <a:lnTo>
                  <a:pt x="1716173" y="56250"/>
                </a:lnTo>
                <a:lnTo>
                  <a:pt x="1716632" y="56318"/>
                </a:lnTo>
                <a:lnTo>
                  <a:pt x="1717086" y="56396"/>
                </a:lnTo>
                <a:lnTo>
                  <a:pt x="1717534" y="56482"/>
                </a:lnTo>
                <a:lnTo>
                  <a:pt x="1717977" y="56578"/>
                </a:lnTo>
                <a:lnTo>
                  <a:pt x="1718416" y="56683"/>
                </a:lnTo>
                <a:lnTo>
                  <a:pt x="1718849" y="56797"/>
                </a:lnTo>
                <a:lnTo>
                  <a:pt x="1719277" y="56920"/>
                </a:lnTo>
                <a:lnTo>
                  <a:pt x="1719699" y="57052"/>
                </a:lnTo>
                <a:lnTo>
                  <a:pt x="1720117" y="57193"/>
                </a:lnTo>
                <a:lnTo>
                  <a:pt x="1720529" y="57343"/>
                </a:lnTo>
                <a:lnTo>
                  <a:pt x="1720936" y="57503"/>
                </a:lnTo>
                <a:lnTo>
                  <a:pt x="1721338" y="57671"/>
                </a:lnTo>
                <a:lnTo>
                  <a:pt x="1721735" y="57849"/>
                </a:lnTo>
                <a:lnTo>
                  <a:pt x="1722126" y="58036"/>
                </a:lnTo>
                <a:lnTo>
                  <a:pt x="1722512" y="58232"/>
                </a:lnTo>
                <a:lnTo>
                  <a:pt x="1722894" y="58437"/>
                </a:lnTo>
                <a:lnTo>
                  <a:pt x="1723270" y="58651"/>
                </a:lnTo>
                <a:lnTo>
                  <a:pt x="1723640" y="58872"/>
                </a:lnTo>
                <a:lnTo>
                  <a:pt x="1724003" y="59100"/>
                </a:lnTo>
                <a:lnTo>
                  <a:pt x="1724361" y="59334"/>
                </a:lnTo>
                <a:lnTo>
                  <a:pt x="1724712" y="59573"/>
                </a:lnTo>
                <a:lnTo>
                  <a:pt x="1725056" y="59819"/>
                </a:lnTo>
                <a:lnTo>
                  <a:pt x="1725394" y="60071"/>
                </a:lnTo>
                <a:lnTo>
                  <a:pt x="1725725" y="60329"/>
                </a:lnTo>
                <a:lnTo>
                  <a:pt x="1726050" y="60593"/>
                </a:lnTo>
                <a:lnTo>
                  <a:pt x="1726369" y="60863"/>
                </a:lnTo>
                <a:lnTo>
                  <a:pt x="1726681" y="61138"/>
                </a:lnTo>
                <a:lnTo>
                  <a:pt x="1726987" y="61420"/>
                </a:lnTo>
                <a:lnTo>
                  <a:pt x="1727286" y="61708"/>
                </a:lnTo>
                <a:lnTo>
                  <a:pt x="1727579" y="62002"/>
                </a:lnTo>
                <a:lnTo>
                  <a:pt x="1727865" y="62302"/>
                </a:lnTo>
                <a:lnTo>
                  <a:pt x="1728145" y="62608"/>
                </a:lnTo>
                <a:lnTo>
                  <a:pt x="1728418" y="62920"/>
                </a:lnTo>
                <a:lnTo>
                  <a:pt x="1728685" y="63238"/>
                </a:lnTo>
                <a:lnTo>
                  <a:pt x="1728946" y="63563"/>
                </a:lnTo>
                <a:lnTo>
                  <a:pt x="1729200" y="63893"/>
                </a:lnTo>
                <a:lnTo>
                  <a:pt x="1729448" y="64229"/>
                </a:lnTo>
                <a:lnTo>
                  <a:pt x="1729689" y="64571"/>
                </a:lnTo>
                <a:lnTo>
                  <a:pt x="1729924" y="64919"/>
                </a:lnTo>
                <a:lnTo>
                  <a:pt x="1730152" y="65274"/>
                </a:lnTo>
                <a:lnTo>
                  <a:pt x="1730374" y="65634"/>
                </a:lnTo>
                <a:lnTo>
                  <a:pt x="1730589" y="65999"/>
                </a:lnTo>
                <a:lnTo>
                  <a:pt x="1730796" y="66368"/>
                </a:lnTo>
                <a:lnTo>
                  <a:pt x="1730995" y="66740"/>
                </a:lnTo>
                <a:lnTo>
                  <a:pt x="1731187" y="67116"/>
                </a:lnTo>
                <a:lnTo>
                  <a:pt x="1731371" y="67496"/>
                </a:lnTo>
                <a:lnTo>
                  <a:pt x="1731547" y="67879"/>
                </a:lnTo>
                <a:lnTo>
                  <a:pt x="1731716" y="68266"/>
                </a:lnTo>
                <a:lnTo>
                  <a:pt x="1731876" y="68657"/>
                </a:lnTo>
                <a:lnTo>
                  <a:pt x="1732029" y="69051"/>
                </a:lnTo>
                <a:lnTo>
                  <a:pt x="1732175" y="69449"/>
                </a:lnTo>
                <a:lnTo>
                  <a:pt x="1732313" y="69850"/>
                </a:lnTo>
                <a:lnTo>
                  <a:pt x="1732443" y="70256"/>
                </a:lnTo>
                <a:lnTo>
                  <a:pt x="1732565" y="70664"/>
                </a:lnTo>
                <a:lnTo>
                  <a:pt x="1732679" y="71077"/>
                </a:lnTo>
                <a:lnTo>
                  <a:pt x="1732786" y="71493"/>
                </a:lnTo>
                <a:lnTo>
                  <a:pt x="1732885" y="71913"/>
                </a:lnTo>
                <a:lnTo>
                  <a:pt x="1732977" y="72336"/>
                </a:lnTo>
                <a:lnTo>
                  <a:pt x="1733061" y="72763"/>
                </a:lnTo>
                <a:lnTo>
                  <a:pt x="1733137" y="73194"/>
                </a:lnTo>
                <a:lnTo>
                  <a:pt x="1733205" y="73628"/>
                </a:lnTo>
                <a:lnTo>
                  <a:pt x="1733266" y="74066"/>
                </a:lnTo>
                <a:lnTo>
                  <a:pt x="1733319" y="74508"/>
                </a:lnTo>
                <a:lnTo>
                  <a:pt x="1733364" y="74953"/>
                </a:lnTo>
                <a:lnTo>
                  <a:pt x="1733401" y="75402"/>
                </a:lnTo>
                <a:lnTo>
                  <a:pt x="1747610" y="75402"/>
                </a:lnTo>
                <a:lnTo>
                  <a:pt x="1747569" y="74652"/>
                </a:lnTo>
                <a:lnTo>
                  <a:pt x="1747515" y="73908"/>
                </a:lnTo>
                <a:lnTo>
                  <a:pt x="1747446" y="73171"/>
                </a:lnTo>
                <a:lnTo>
                  <a:pt x="1747364" y="72441"/>
                </a:lnTo>
                <a:lnTo>
                  <a:pt x="1747268" y="71717"/>
                </a:lnTo>
                <a:lnTo>
                  <a:pt x="1747158" y="71000"/>
                </a:lnTo>
                <a:lnTo>
                  <a:pt x="1747034" y="70289"/>
                </a:lnTo>
                <a:lnTo>
                  <a:pt x="1746897" y="69585"/>
                </a:lnTo>
                <a:lnTo>
                  <a:pt x="1746745" y="68888"/>
                </a:lnTo>
                <a:lnTo>
                  <a:pt x="1746580" y="68197"/>
                </a:lnTo>
                <a:lnTo>
                  <a:pt x="1746400" y="67512"/>
                </a:lnTo>
                <a:lnTo>
                  <a:pt x="1746207" y="66835"/>
                </a:lnTo>
                <a:lnTo>
                  <a:pt x="1746000" y="66164"/>
                </a:lnTo>
                <a:lnTo>
                  <a:pt x="1745779" y="65499"/>
                </a:lnTo>
                <a:lnTo>
                  <a:pt x="1745544" y="64841"/>
                </a:lnTo>
                <a:lnTo>
                  <a:pt x="1745296" y="64190"/>
                </a:lnTo>
                <a:lnTo>
                  <a:pt x="1745033" y="63545"/>
                </a:lnTo>
                <a:lnTo>
                  <a:pt x="1744756" y="62907"/>
                </a:lnTo>
                <a:lnTo>
                  <a:pt x="1744466" y="62275"/>
                </a:lnTo>
                <a:lnTo>
                  <a:pt x="1744162" y="61650"/>
                </a:lnTo>
                <a:lnTo>
                  <a:pt x="1743844" y="61032"/>
                </a:lnTo>
                <a:lnTo>
                  <a:pt x="1743512" y="60420"/>
                </a:lnTo>
                <a:lnTo>
                  <a:pt x="1743166" y="59814"/>
                </a:lnTo>
                <a:lnTo>
                  <a:pt x="1742806" y="59216"/>
                </a:lnTo>
                <a:lnTo>
                  <a:pt x="1742434" y="58626"/>
                </a:lnTo>
                <a:lnTo>
                  <a:pt x="1742050" y="58046"/>
                </a:lnTo>
                <a:lnTo>
                  <a:pt x="1741655" y="57476"/>
                </a:lnTo>
                <a:lnTo>
                  <a:pt x="1741249" y="56917"/>
                </a:lnTo>
                <a:lnTo>
                  <a:pt x="1740831" y="56368"/>
                </a:lnTo>
                <a:lnTo>
                  <a:pt x="1740402" y="55830"/>
                </a:lnTo>
                <a:lnTo>
                  <a:pt x="1739962" y="55302"/>
                </a:lnTo>
                <a:lnTo>
                  <a:pt x="1739510" y="54785"/>
                </a:lnTo>
                <a:lnTo>
                  <a:pt x="1739047" y="54277"/>
                </a:lnTo>
                <a:lnTo>
                  <a:pt x="1738572" y="53780"/>
                </a:lnTo>
                <a:lnTo>
                  <a:pt x="1738086" y="53294"/>
                </a:lnTo>
                <a:lnTo>
                  <a:pt x="1737589" y="52818"/>
                </a:lnTo>
                <a:lnTo>
                  <a:pt x="1737081" y="52352"/>
                </a:lnTo>
                <a:lnTo>
                  <a:pt x="1736561" y="51897"/>
                </a:lnTo>
                <a:lnTo>
                  <a:pt x="1736029" y="51452"/>
                </a:lnTo>
                <a:lnTo>
                  <a:pt x="1735487" y="51017"/>
                </a:lnTo>
                <a:lnTo>
                  <a:pt x="1734933" y="50593"/>
                </a:lnTo>
                <a:lnTo>
                  <a:pt x="1734367" y="50179"/>
                </a:lnTo>
                <a:lnTo>
                  <a:pt x="1733791" y="49775"/>
                </a:lnTo>
                <a:lnTo>
                  <a:pt x="1733203" y="49382"/>
                </a:lnTo>
                <a:lnTo>
                  <a:pt x="1732603" y="49000"/>
                </a:lnTo>
                <a:lnTo>
                  <a:pt x="1731993" y="48627"/>
                </a:lnTo>
                <a:lnTo>
                  <a:pt x="1731371" y="48265"/>
                </a:lnTo>
                <a:lnTo>
                  <a:pt x="1730737" y="47913"/>
                </a:lnTo>
                <a:lnTo>
                  <a:pt x="1730094" y="47574"/>
                </a:lnTo>
                <a:lnTo>
                  <a:pt x="1729441" y="47249"/>
                </a:lnTo>
                <a:lnTo>
                  <a:pt x="1728779" y="46939"/>
                </a:lnTo>
                <a:lnTo>
                  <a:pt x="1728109" y="46643"/>
                </a:lnTo>
                <a:lnTo>
                  <a:pt x="1727429" y="46362"/>
                </a:lnTo>
                <a:lnTo>
                  <a:pt x="1726741" y="46095"/>
                </a:lnTo>
                <a:lnTo>
                  <a:pt x="1726044" y="45842"/>
                </a:lnTo>
                <a:lnTo>
                  <a:pt x="1725337" y="45604"/>
                </a:lnTo>
                <a:lnTo>
                  <a:pt x="1724622" y="45380"/>
                </a:lnTo>
                <a:lnTo>
                  <a:pt x="1723897" y="45171"/>
                </a:lnTo>
                <a:lnTo>
                  <a:pt x="1723164" y="44976"/>
                </a:lnTo>
                <a:lnTo>
                  <a:pt x="1722422" y="44795"/>
                </a:lnTo>
                <a:lnTo>
                  <a:pt x="1721671" y="44629"/>
                </a:lnTo>
                <a:lnTo>
                  <a:pt x="1720910" y="44478"/>
                </a:lnTo>
                <a:lnTo>
                  <a:pt x="1720141" y="44341"/>
                </a:lnTo>
                <a:lnTo>
                  <a:pt x="1719363" y="44218"/>
                </a:lnTo>
                <a:lnTo>
                  <a:pt x="1718576" y="44110"/>
                </a:lnTo>
                <a:lnTo>
                  <a:pt x="1717780" y="44016"/>
                </a:lnTo>
                <a:lnTo>
                  <a:pt x="1716975" y="43936"/>
                </a:lnTo>
                <a:lnTo>
                  <a:pt x="1716161" y="43871"/>
                </a:lnTo>
                <a:lnTo>
                  <a:pt x="1715338" y="43821"/>
                </a:lnTo>
                <a:lnTo>
                  <a:pt x="1714506" y="43785"/>
                </a:lnTo>
                <a:lnTo>
                  <a:pt x="1713665" y="43763"/>
                </a:lnTo>
                <a:lnTo>
                  <a:pt x="1712815" y="43756"/>
                </a:lnTo>
                <a:lnTo>
                  <a:pt x="1711999" y="43762"/>
                </a:lnTo>
                <a:lnTo>
                  <a:pt x="1711191" y="43780"/>
                </a:lnTo>
                <a:lnTo>
                  <a:pt x="1710392" y="43810"/>
                </a:lnTo>
                <a:lnTo>
                  <a:pt x="1709603" y="43852"/>
                </a:lnTo>
                <a:lnTo>
                  <a:pt x="1708822" y="43907"/>
                </a:lnTo>
                <a:lnTo>
                  <a:pt x="1708049" y="43973"/>
                </a:lnTo>
                <a:lnTo>
                  <a:pt x="1707286" y="44051"/>
                </a:lnTo>
                <a:lnTo>
                  <a:pt x="1706531" y="44142"/>
                </a:lnTo>
                <a:lnTo>
                  <a:pt x="1705786" y="44244"/>
                </a:lnTo>
                <a:lnTo>
                  <a:pt x="1705049" y="44359"/>
                </a:lnTo>
                <a:lnTo>
                  <a:pt x="1704321" y="44485"/>
                </a:lnTo>
                <a:lnTo>
                  <a:pt x="1703602" y="44624"/>
                </a:lnTo>
                <a:lnTo>
                  <a:pt x="1702891" y="44774"/>
                </a:lnTo>
                <a:lnTo>
                  <a:pt x="1702190" y="44937"/>
                </a:lnTo>
                <a:lnTo>
                  <a:pt x="1701497" y="45112"/>
                </a:lnTo>
                <a:lnTo>
                  <a:pt x="1700813" y="45299"/>
                </a:lnTo>
                <a:lnTo>
                  <a:pt x="1700138" y="45498"/>
                </a:lnTo>
                <a:lnTo>
                  <a:pt x="1699472" y="45709"/>
                </a:lnTo>
                <a:lnTo>
                  <a:pt x="1698814" y="45932"/>
                </a:lnTo>
                <a:lnTo>
                  <a:pt x="1698166" y="46167"/>
                </a:lnTo>
                <a:lnTo>
                  <a:pt x="1697526" y="46414"/>
                </a:lnTo>
                <a:lnTo>
                  <a:pt x="1696895" y="46673"/>
                </a:lnTo>
                <a:lnTo>
                  <a:pt x="1696273" y="46944"/>
                </a:lnTo>
                <a:lnTo>
                  <a:pt x="1695660" y="47227"/>
                </a:lnTo>
                <a:lnTo>
                  <a:pt x="1695055" y="47521"/>
                </a:lnTo>
                <a:lnTo>
                  <a:pt x="1694459" y="47824"/>
                </a:lnTo>
                <a:lnTo>
                  <a:pt x="1693872" y="48135"/>
                </a:lnTo>
                <a:lnTo>
                  <a:pt x="1693294" y="48456"/>
                </a:lnTo>
                <a:lnTo>
                  <a:pt x="1692724" y="48786"/>
                </a:lnTo>
                <a:lnTo>
                  <a:pt x="1692163" y="49124"/>
                </a:lnTo>
                <a:lnTo>
                  <a:pt x="1691611" y="49472"/>
                </a:lnTo>
                <a:lnTo>
                  <a:pt x="1691067" y="49829"/>
                </a:lnTo>
                <a:lnTo>
                  <a:pt x="1690532" y="50194"/>
                </a:lnTo>
                <a:lnTo>
                  <a:pt x="1690006" y="50569"/>
                </a:lnTo>
                <a:lnTo>
                  <a:pt x="1689488" y="50952"/>
                </a:lnTo>
                <a:lnTo>
                  <a:pt x="1688979" y="51345"/>
                </a:lnTo>
                <a:lnTo>
                  <a:pt x="1688479" y="51746"/>
                </a:lnTo>
                <a:lnTo>
                  <a:pt x="1687988" y="52156"/>
                </a:lnTo>
                <a:lnTo>
                  <a:pt x="1687505" y="52576"/>
                </a:lnTo>
                <a:lnTo>
                  <a:pt x="1687031" y="53004"/>
                </a:lnTo>
                <a:lnTo>
                  <a:pt x="1686565" y="53441"/>
                </a:lnTo>
                <a:lnTo>
                  <a:pt x="1686108" y="53888"/>
                </a:lnTo>
                <a:lnTo>
                  <a:pt x="1685660" y="54343"/>
                </a:lnTo>
                <a:lnTo>
                  <a:pt x="1685221" y="54807"/>
                </a:lnTo>
                <a:lnTo>
                  <a:pt x="1684790" y="55280"/>
                </a:lnTo>
                <a:lnTo>
                  <a:pt x="1684368" y="55762"/>
                </a:lnTo>
                <a:lnTo>
                  <a:pt x="1683955" y="56253"/>
                </a:lnTo>
                <a:lnTo>
                  <a:pt x="1683550" y="56753"/>
                </a:lnTo>
                <a:lnTo>
                  <a:pt x="1683154" y="57261"/>
                </a:lnTo>
                <a:lnTo>
                  <a:pt x="1682766" y="57775"/>
                </a:lnTo>
                <a:lnTo>
                  <a:pt x="1682387" y="58296"/>
                </a:lnTo>
                <a:lnTo>
                  <a:pt x="1682016" y="58822"/>
                </a:lnTo>
                <a:lnTo>
                  <a:pt x="1681654" y="59355"/>
                </a:lnTo>
                <a:lnTo>
                  <a:pt x="1681300" y="59894"/>
                </a:lnTo>
                <a:lnTo>
                  <a:pt x="1680954" y="60440"/>
                </a:lnTo>
                <a:lnTo>
                  <a:pt x="1680617" y="60992"/>
                </a:lnTo>
                <a:lnTo>
                  <a:pt x="1680288" y="61550"/>
                </a:lnTo>
                <a:lnTo>
                  <a:pt x="1679968" y="62114"/>
                </a:lnTo>
                <a:lnTo>
                  <a:pt x="1679656" y="62685"/>
                </a:lnTo>
                <a:lnTo>
                  <a:pt x="1679352" y="63262"/>
                </a:lnTo>
                <a:lnTo>
                  <a:pt x="1679057" y="63846"/>
                </a:lnTo>
                <a:lnTo>
                  <a:pt x="1678770" y="64435"/>
                </a:lnTo>
                <a:lnTo>
                  <a:pt x="1678492" y="65031"/>
                </a:lnTo>
                <a:lnTo>
                  <a:pt x="1678222" y="65634"/>
                </a:lnTo>
                <a:lnTo>
                  <a:pt x="1677961" y="66242"/>
                </a:lnTo>
                <a:lnTo>
                  <a:pt x="1677707" y="66857"/>
                </a:lnTo>
                <a:lnTo>
                  <a:pt x="1677463" y="67479"/>
                </a:lnTo>
                <a:lnTo>
                  <a:pt x="1677226" y="68106"/>
                </a:lnTo>
                <a:lnTo>
                  <a:pt x="1676998" y="68740"/>
                </a:lnTo>
                <a:lnTo>
                  <a:pt x="1676779" y="69380"/>
                </a:lnTo>
                <a:lnTo>
                  <a:pt x="1676568" y="70027"/>
                </a:lnTo>
                <a:lnTo>
                  <a:pt x="1676365" y="70679"/>
                </a:lnTo>
                <a:lnTo>
                  <a:pt x="1676171" y="71337"/>
                </a:lnTo>
                <a:lnTo>
                  <a:pt x="1675985" y="71998"/>
                </a:lnTo>
                <a:lnTo>
                  <a:pt x="1675807" y="72662"/>
                </a:lnTo>
                <a:lnTo>
                  <a:pt x="1675638" y="73329"/>
                </a:lnTo>
                <a:lnTo>
                  <a:pt x="1675476" y="73999"/>
                </a:lnTo>
                <a:lnTo>
                  <a:pt x="1675323" y="74673"/>
                </a:lnTo>
                <a:lnTo>
                  <a:pt x="1675179" y="75350"/>
                </a:lnTo>
                <a:lnTo>
                  <a:pt x="1675042" y="76030"/>
                </a:lnTo>
                <a:lnTo>
                  <a:pt x="1674914" y="76713"/>
                </a:lnTo>
                <a:lnTo>
                  <a:pt x="1674794" y="77400"/>
                </a:lnTo>
                <a:lnTo>
                  <a:pt x="1674682" y="78090"/>
                </a:lnTo>
                <a:lnTo>
                  <a:pt x="1674579" y="78783"/>
                </a:lnTo>
                <a:lnTo>
                  <a:pt x="1674484" y="79479"/>
                </a:lnTo>
                <a:lnTo>
                  <a:pt x="1674397" y="80178"/>
                </a:lnTo>
                <a:lnTo>
                  <a:pt x="1674319" y="80881"/>
                </a:lnTo>
                <a:lnTo>
                  <a:pt x="1674248" y="81587"/>
                </a:lnTo>
                <a:lnTo>
                  <a:pt x="1674186" y="82296"/>
                </a:lnTo>
                <a:lnTo>
                  <a:pt x="1674133" y="83008"/>
                </a:lnTo>
                <a:lnTo>
                  <a:pt x="1674087" y="83724"/>
                </a:lnTo>
                <a:lnTo>
                  <a:pt x="1674050" y="84443"/>
                </a:lnTo>
                <a:lnTo>
                  <a:pt x="1674021" y="85165"/>
                </a:lnTo>
                <a:lnTo>
                  <a:pt x="1674000" y="85890"/>
                </a:lnTo>
                <a:lnTo>
                  <a:pt x="1673988" y="86619"/>
                </a:lnTo>
                <a:lnTo>
                  <a:pt x="1673984" y="87350"/>
                </a:lnTo>
                <a:lnTo>
                  <a:pt x="1673984" y="90741"/>
                </a:lnTo>
                <a:lnTo>
                  <a:pt x="1673988" y="91473"/>
                </a:lnTo>
                <a:lnTo>
                  <a:pt x="1674000" y="92201"/>
                </a:lnTo>
                <a:lnTo>
                  <a:pt x="1674021" y="92926"/>
                </a:lnTo>
                <a:lnTo>
                  <a:pt x="1674050" y="93648"/>
                </a:lnTo>
                <a:lnTo>
                  <a:pt x="1674087" y="94367"/>
                </a:lnTo>
                <a:lnTo>
                  <a:pt x="1674133" y="95083"/>
                </a:lnTo>
                <a:lnTo>
                  <a:pt x="1674186" y="95795"/>
                </a:lnTo>
                <a:lnTo>
                  <a:pt x="1674248" y="96504"/>
                </a:lnTo>
                <a:lnTo>
                  <a:pt x="1674319" y="97210"/>
                </a:lnTo>
                <a:lnTo>
                  <a:pt x="1674397" y="97913"/>
                </a:lnTo>
                <a:lnTo>
                  <a:pt x="1674484" y="98612"/>
                </a:lnTo>
                <a:lnTo>
                  <a:pt x="1674579" y="99308"/>
                </a:lnTo>
                <a:lnTo>
                  <a:pt x="1674682" y="100001"/>
                </a:lnTo>
                <a:lnTo>
                  <a:pt x="1674794" y="100691"/>
                </a:lnTo>
                <a:lnTo>
                  <a:pt x="1674914" y="101378"/>
                </a:lnTo>
                <a:lnTo>
                  <a:pt x="1675042" y="102061"/>
                </a:lnTo>
                <a:lnTo>
                  <a:pt x="1675179" y="102741"/>
                </a:lnTo>
                <a:lnTo>
                  <a:pt x="1675323" y="103418"/>
                </a:lnTo>
                <a:lnTo>
                  <a:pt x="1675476" y="104092"/>
                </a:lnTo>
                <a:lnTo>
                  <a:pt x="1675638" y="104762"/>
                </a:lnTo>
                <a:lnTo>
                  <a:pt x="1675807" y="105429"/>
                </a:lnTo>
                <a:lnTo>
                  <a:pt x="1675985" y="106093"/>
                </a:lnTo>
                <a:lnTo>
                  <a:pt x="1676171" y="106754"/>
                </a:lnTo>
                <a:lnTo>
                  <a:pt x="1676365" y="107412"/>
                </a:lnTo>
                <a:lnTo>
                  <a:pt x="1676568" y="108065"/>
                </a:lnTo>
                <a:lnTo>
                  <a:pt x="1676779" y="108711"/>
                </a:lnTo>
                <a:lnTo>
                  <a:pt x="1676998" y="109351"/>
                </a:lnTo>
                <a:lnTo>
                  <a:pt x="1677226" y="109985"/>
                </a:lnTo>
                <a:lnTo>
                  <a:pt x="1677463" y="110613"/>
                </a:lnTo>
                <a:lnTo>
                  <a:pt x="1677707" y="111234"/>
                </a:lnTo>
                <a:lnTo>
                  <a:pt x="1677961" y="111849"/>
                </a:lnTo>
                <a:lnTo>
                  <a:pt x="1678222" y="112457"/>
                </a:lnTo>
                <a:lnTo>
                  <a:pt x="1678492" y="113060"/>
                </a:lnTo>
                <a:lnTo>
                  <a:pt x="1678770" y="113656"/>
                </a:lnTo>
                <a:lnTo>
                  <a:pt x="1679057" y="114245"/>
                </a:lnTo>
                <a:lnTo>
                  <a:pt x="1679352" y="114829"/>
                </a:lnTo>
                <a:lnTo>
                  <a:pt x="1679656" y="115406"/>
                </a:lnTo>
                <a:lnTo>
                  <a:pt x="1679968" y="115977"/>
                </a:lnTo>
                <a:lnTo>
                  <a:pt x="1680288" y="116541"/>
                </a:lnTo>
                <a:lnTo>
                  <a:pt x="1680617" y="117099"/>
                </a:lnTo>
                <a:lnTo>
                  <a:pt x="1680954" y="117651"/>
                </a:lnTo>
                <a:lnTo>
                  <a:pt x="1681300" y="118197"/>
                </a:lnTo>
                <a:lnTo>
                  <a:pt x="1681654" y="118736"/>
                </a:lnTo>
                <a:lnTo>
                  <a:pt x="1682016" y="119269"/>
                </a:lnTo>
                <a:lnTo>
                  <a:pt x="1682387" y="119796"/>
                </a:lnTo>
                <a:lnTo>
                  <a:pt x="1682766" y="120316"/>
                </a:lnTo>
                <a:lnTo>
                  <a:pt x="1683154" y="120830"/>
                </a:lnTo>
                <a:lnTo>
                  <a:pt x="1683550" y="121338"/>
                </a:lnTo>
                <a:lnTo>
                  <a:pt x="1683955" y="121838"/>
                </a:lnTo>
                <a:lnTo>
                  <a:pt x="1684368" y="122329"/>
                </a:lnTo>
                <a:lnTo>
                  <a:pt x="1684790" y="122811"/>
                </a:lnTo>
                <a:lnTo>
                  <a:pt x="1685221" y="123284"/>
                </a:lnTo>
                <a:lnTo>
                  <a:pt x="1685660" y="123748"/>
                </a:lnTo>
                <a:lnTo>
                  <a:pt x="1686108" y="124204"/>
                </a:lnTo>
                <a:lnTo>
                  <a:pt x="1686565" y="124650"/>
                </a:lnTo>
                <a:lnTo>
                  <a:pt x="1687031" y="125087"/>
                </a:lnTo>
                <a:lnTo>
                  <a:pt x="1687505" y="125516"/>
                </a:lnTo>
                <a:lnTo>
                  <a:pt x="1687988" y="125935"/>
                </a:lnTo>
                <a:lnTo>
                  <a:pt x="1688479" y="126345"/>
                </a:lnTo>
                <a:lnTo>
                  <a:pt x="1688979" y="126747"/>
                </a:lnTo>
                <a:lnTo>
                  <a:pt x="1689488" y="127139"/>
                </a:lnTo>
                <a:lnTo>
                  <a:pt x="1690006" y="127523"/>
                </a:lnTo>
                <a:lnTo>
                  <a:pt x="1690532" y="127897"/>
                </a:lnTo>
                <a:lnTo>
                  <a:pt x="1691067" y="128263"/>
                </a:lnTo>
                <a:lnTo>
                  <a:pt x="1691611" y="128619"/>
                </a:lnTo>
                <a:lnTo>
                  <a:pt x="1692163" y="128967"/>
                </a:lnTo>
                <a:lnTo>
                  <a:pt x="1692724" y="129305"/>
                </a:lnTo>
                <a:lnTo>
                  <a:pt x="1693294" y="129635"/>
                </a:lnTo>
                <a:lnTo>
                  <a:pt x="1693872" y="129956"/>
                </a:lnTo>
                <a:lnTo>
                  <a:pt x="1694459" y="130267"/>
                </a:lnTo>
                <a:lnTo>
                  <a:pt x="1695055" y="130570"/>
                </a:lnTo>
                <a:lnTo>
                  <a:pt x="1695660" y="130864"/>
                </a:lnTo>
                <a:lnTo>
                  <a:pt x="1696273" y="131147"/>
                </a:lnTo>
                <a:lnTo>
                  <a:pt x="1696895" y="131418"/>
                </a:lnTo>
                <a:lnTo>
                  <a:pt x="1697526" y="131678"/>
                </a:lnTo>
                <a:lnTo>
                  <a:pt x="1698166" y="131925"/>
                </a:lnTo>
                <a:lnTo>
                  <a:pt x="1698814" y="132160"/>
                </a:lnTo>
                <a:lnTo>
                  <a:pt x="1699472" y="132383"/>
                </a:lnTo>
                <a:lnTo>
                  <a:pt x="1700138" y="132594"/>
                </a:lnTo>
                <a:lnTo>
                  <a:pt x="1700813" y="132792"/>
                </a:lnTo>
                <a:lnTo>
                  <a:pt x="1701497" y="132979"/>
                </a:lnTo>
                <a:lnTo>
                  <a:pt x="1702190" y="133154"/>
                </a:lnTo>
                <a:lnTo>
                  <a:pt x="1702891" y="133317"/>
                </a:lnTo>
                <a:lnTo>
                  <a:pt x="1703602" y="133467"/>
                </a:lnTo>
                <a:lnTo>
                  <a:pt x="1704321" y="133606"/>
                </a:lnTo>
                <a:lnTo>
                  <a:pt x="1705049" y="133733"/>
                </a:lnTo>
                <a:lnTo>
                  <a:pt x="1705786" y="133847"/>
                </a:lnTo>
                <a:lnTo>
                  <a:pt x="1706531" y="133950"/>
                </a:lnTo>
                <a:lnTo>
                  <a:pt x="1707286" y="134040"/>
                </a:lnTo>
                <a:lnTo>
                  <a:pt x="1708049" y="134118"/>
                </a:lnTo>
                <a:lnTo>
                  <a:pt x="1708822" y="134185"/>
                </a:lnTo>
                <a:lnTo>
                  <a:pt x="1709603" y="134239"/>
                </a:lnTo>
                <a:lnTo>
                  <a:pt x="1710392" y="134281"/>
                </a:lnTo>
                <a:lnTo>
                  <a:pt x="1711191" y="134311"/>
                </a:lnTo>
                <a:lnTo>
                  <a:pt x="1711999" y="134329"/>
                </a:lnTo>
                <a:lnTo>
                  <a:pt x="1712815" y="134335"/>
                </a:lnTo>
                <a:lnTo>
                  <a:pt x="1713586" y="134328"/>
                </a:lnTo>
                <a:lnTo>
                  <a:pt x="1714352" y="134307"/>
                </a:lnTo>
                <a:lnTo>
                  <a:pt x="1715112" y="134272"/>
                </a:lnTo>
                <a:lnTo>
                  <a:pt x="1715867" y="134222"/>
                </a:lnTo>
                <a:lnTo>
                  <a:pt x="1716617" y="134158"/>
                </a:lnTo>
                <a:lnTo>
                  <a:pt x="1717361" y="134081"/>
                </a:lnTo>
                <a:lnTo>
                  <a:pt x="1718100" y="133989"/>
                </a:lnTo>
                <a:lnTo>
                  <a:pt x="1718834" y="133882"/>
                </a:lnTo>
                <a:lnTo>
                  <a:pt x="1719562" y="133762"/>
                </a:lnTo>
                <a:lnTo>
                  <a:pt x="1720285" y="133628"/>
                </a:lnTo>
                <a:lnTo>
                  <a:pt x="1721003" y="133479"/>
                </a:lnTo>
                <a:lnTo>
                  <a:pt x="1721716" y="133316"/>
                </a:lnTo>
                <a:lnTo>
                  <a:pt x="1722423" y="133139"/>
                </a:lnTo>
                <a:lnTo>
                  <a:pt x="1723124" y="132948"/>
                </a:lnTo>
                <a:lnTo>
                  <a:pt x="1723821" y="132743"/>
                </a:lnTo>
                <a:lnTo>
                  <a:pt x="1724512" y="132523"/>
                </a:lnTo>
                <a:lnTo>
                  <a:pt x="1725198" y="132290"/>
                </a:lnTo>
                <a:lnTo>
                  <a:pt x="1725878" y="132042"/>
                </a:lnTo>
                <a:lnTo>
                  <a:pt x="1726553" y="131780"/>
                </a:lnTo>
                <a:lnTo>
                  <a:pt x="1727223" y="131504"/>
                </a:lnTo>
                <a:lnTo>
                  <a:pt x="1727888" y="131214"/>
                </a:lnTo>
                <a:lnTo>
                  <a:pt x="1728547" y="130910"/>
                </a:lnTo>
                <a:lnTo>
                  <a:pt x="1729201" y="130591"/>
                </a:lnTo>
                <a:lnTo>
                  <a:pt x="1729849" y="130258"/>
                </a:lnTo>
                <a:lnTo>
                  <a:pt x="1730490" y="129914"/>
                </a:lnTo>
                <a:lnTo>
                  <a:pt x="1731120" y="129561"/>
                </a:lnTo>
                <a:lnTo>
                  <a:pt x="1731741" y="129199"/>
                </a:lnTo>
                <a:lnTo>
                  <a:pt x="1732351" y="128828"/>
                </a:lnTo>
                <a:lnTo>
                  <a:pt x="1732950" y="128448"/>
                </a:lnTo>
                <a:lnTo>
                  <a:pt x="1733540" y="128059"/>
                </a:lnTo>
                <a:lnTo>
                  <a:pt x="1734119" y="127661"/>
                </a:lnTo>
                <a:lnTo>
                  <a:pt x="1734688" y="127253"/>
                </a:lnTo>
                <a:lnTo>
                  <a:pt x="1735247" y="126838"/>
                </a:lnTo>
                <a:lnTo>
                  <a:pt x="1735796" y="126413"/>
                </a:lnTo>
                <a:lnTo>
                  <a:pt x="1736334" y="125979"/>
                </a:lnTo>
                <a:lnTo>
                  <a:pt x="1736863" y="125536"/>
                </a:lnTo>
                <a:lnTo>
                  <a:pt x="1737381" y="125084"/>
                </a:lnTo>
                <a:lnTo>
                  <a:pt x="1737888" y="124623"/>
                </a:lnTo>
                <a:lnTo>
                  <a:pt x="1738386" y="124153"/>
                </a:lnTo>
                <a:lnTo>
                  <a:pt x="1738873" y="123674"/>
                </a:lnTo>
                <a:lnTo>
                  <a:pt x="1739350" y="123187"/>
                </a:lnTo>
                <a:lnTo>
                  <a:pt x="1739817" y="122690"/>
                </a:lnTo>
                <a:lnTo>
                  <a:pt x="1740273" y="122184"/>
                </a:lnTo>
                <a:lnTo>
                  <a:pt x="1740720" y="121670"/>
                </a:lnTo>
                <a:lnTo>
                  <a:pt x="1741156" y="121146"/>
                </a:lnTo>
                <a:lnTo>
                  <a:pt x="1741582" y="120613"/>
                </a:lnTo>
                <a:lnTo>
                  <a:pt x="1741997" y="120072"/>
                </a:lnTo>
                <a:lnTo>
                  <a:pt x="1742403" y="119521"/>
                </a:lnTo>
                <a:lnTo>
                  <a:pt x="1742795" y="118964"/>
                </a:lnTo>
                <a:lnTo>
                  <a:pt x="1743173" y="118404"/>
                </a:lnTo>
                <a:lnTo>
                  <a:pt x="1743535" y="117839"/>
                </a:lnTo>
                <a:lnTo>
                  <a:pt x="1743882" y="117271"/>
                </a:lnTo>
                <a:lnTo>
                  <a:pt x="1744213" y="116699"/>
                </a:lnTo>
                <a:lnTo>
                  <a:pt x="1744529" y="116123"/>
                </a:lnTo>
                <a:lnTo>
                  <a:pt x="1744830" y="115543"/>
                </a:lnTo>
                <a:lnTo>
                  <a:pt x="1745116" y="114960"/>
                </a:lnTo>
                <a:lnTo>
                  <a:pt x="1745387" y="114373"/>
                </a:lnTo>
                <a:lnTo>
                  <a:pt x="1745642" y="113782"/>
                </a:lnTo>
                <a:lnTo>
                  <a:pt x="1745882" y="113187"/>
                </a:lnTo>
                <a:lnTo>
                  <a:pt x="1746106" y="112589"/>
                </a:lnTo>
                <a:lnTo>
                  <a:pt x="1746316" y="111986"/>
                </a:lnTo>
                <a:lnTo>
                  <a:pt x="1746510" y="111380"/>
                </a:lnTo>
                <a:lnTo>
                  <a:pt x="1746688" y="110770"/>
                </a:lnTo>
                <a:lnTo>
                  <a:pt x="1746852" y="110157"/>
                </a:lnTo>
                <a:lnTo>
                  <a:pt x="1747000" y="109539"/>
                </a:lnTo>
                <a:lnTo>
                  <a:pt x="1747133" y="108918"/>
                </a:lnTo>
                <a:lnTo>
                  <a:pt x="1747251" y="108293"/>
                </a:lnTo>
                <a:lnTo>
                  <a:pt x="1747353" y="107664"/>
                </a:lnTo>
                <a:lnTo>
                  <a:pt x="1747440" y="107031"/>
                </a:lnTo>
                <a:lnTo>
                  <a:pt x="1747512" y="106395"/>
                </a:lnTo>
                <a:lnTo>
                  <a:pt x="1747569" y="105755"/>
                </a:lnTo>
                <a:lnTo>
                  <a:pt x="1747610" y="105111"/>
                </a:lnTo>
                <a:lnTo>
                  <a:pt x="1733401" y="105111"/>
                </a:lnTo>
                <a:lnTo>
                  <a:pt x="1733363" y="105519"/>
                </a:lnTo>
                <a:lnTo>
                  <a:pt x="1733317" y="105924"/>
                </a:lnTo>
                <a:lnTo>
                  <a:pt x="1733261" y="106325"/>
                </a:lnTo>
                <a:lnTo>
                  <a:pt x="1733197" y="106722"/>
                </a:lnTo>
                <a:lnTo>
                  <a:pt x="1733124" y="107116"/>
                </a:lnTo>
                <a:lnTo>
                  <a:pt x="1733043" y="107505"/>
                </a:lnTo>
                <a:lnTo>
                  <a:pt x="1732953" y="107891"/>
                </a:lnTo>
                <a:lnTo>
                  <a:pt x="1732854" y="108273"/>
                </a:lnTo>
                <a:lnTo>
                  <a:pt x="1732747" y="108651"/>
                </a:lnTo>
                <a:lnTo>
                  <a:pt x="1732630" y="109026"/>
                </a:lnTo>
                <a:lnTo>
                  <a:pt x="1732505" y="109396"/>
                </a:lnTo>
                <a:lnTo>
                  <a:pt x="1732372" y="109763"/>
                </a:lnTo>
                <a:lnTo>
                  <a:pt x="1732230" y="110126"/>
                </a:lnTo>
                <a:lnTo>
                  <a:pt x="1732079" y="110485"/>
                </a:lnTo>
                <a:lnTo>
                  <a:pt x="1731919" y="110841"/>
                </a:lnTo>
                <a:lnTo>
                  <a:pt x="1731751" y="111193"/>
                </a:lnTo>
                <a:lnTo>
                  <a:pt x="1731574" y="111541"/>
                </a:lnTo>
                <a:lnTo>
                  <a:pt x="1731388" y="111885"/>
                </a:lnTo>
                <a:lnTo>
                  <a:pt x="1731194" y="112225"/>
                </a:lnTo>
                <a:lnTo>
                  <a:pt x="1730991" y="112562"/>
                </a:lnTo>
                <a:lnTo>
                  <a:pt x="1730779" y="112894"/>
                </a:lnTo>
                <a:lnTo>
                  <a:pt x="1730558" y="113224"/>
                </a:lnTo>
                <a:lnTo>
                  <a:pt x="1730329" y="113549"/>
                </a:lnTo>
                <a:lnTo>
                  <a:pt x="1730091" y="113870"/>
                </a:lnTo>
                <a:lnTo>
                  <a:pt x="1729846" y="114187"/>
                </a:lnTo>
                <a:lnTo>
                  <a:pt x="1729596" y="114498"/>
                </a:lnTo>
                <a:lnTo>
                  <a:pt x="1729339" y="114803"/>
                </a:lnTo>
                <a:lnTo>
                  <a:pt x="1729078" y="115102"/>
                </a:lnTo>
                <a:lnTo>
                  <a:pt x="1728810" y="115396"/>
                </a:lnTo>
                <a:lnTo>
                  <a:pt x="1728537" y="115684"/>
                </a:lnTo>
                <a:lnTo>
                  <a:pt x="1728259" y="115966"/>
                </a:lnTo>
                <a:lnTo>
                  <a:pt x="1727974" y="116243"/>
                </a:lnTo>
                <a:lnTo>
                  <a:pt x="1727685" y="116513"/>
                </a:lnTo>
                <a:lnTo>
                  <a:pt x="1727389" y="116778"/>
                </a:lnTo>
                <a:lnTo>
                  <a:pt x="1727088" y="117038"/>
                </a:lnTo>
                <a:lnTo>
                  <a:pt x="1726781" y="117291"/>
                </a:lnTo>
                <a:lnTo>
                  <a:pt x="1726469" y="117539"/>
                </a:lnTo>
                <a:lnTo>
                  <a:pt x="1726151" y="117781"/>
                </a:lnTo>
                <a:lnTo>
                  <a:pt x="1725828" y="118017"/>
                </a:lnTo>
                <a:lnTo>
                  <a:pt x="1725499" y="118248"/>
                </a:lnTo>
                <a:lnTo>
                  <a:pt x="1725164" y="118472"/>
                </a:lnTo>
                <a:lnTo>
                  <a:pt x="1724824" y="118691"/>
                </a:lnTo>
                <a:lnTo>
                  <a:pt x="1724478" y="118905"/>
                </a:lnTo>
                <a:lnTo>
                  <a:pt x="1724126" y="119112"/>
                </a:lnTo>
                <a:lnTo>
                  <a:pt x="1723769" y="119314"/>
                </a:lnTo>
                <a:lnTo>
                  <a:pt x="1723406" y="119510"/>
                </a:lnTo>
                <a:lnTo>
                  <a:pt x="1723038" y="119700"/>
                </a:lnTo>
                <a:lnTo>
                  <a:pt x="1722664" y="119885"/>
                </a:lnTo>
                <a:lnTo>
                  <a:pt x="1722286" y="120062"/>
                </a:lnTo>
                <a:lnTo>
                  <a:pt x="1721905" y="120233"/>
                </a:lnTo>
                <a:lnTo>
                  <a:pt x="1721521" y="120395"/>
                </a:lnTo>
                <a:lnTo>
                  <a:pt x="1721135" y="120551"/>
                </a:lnTo>
                <a:lnTo>
                  <a:pt x="1720745" y="120698"/>
                </a:lnTo>
                <a:lnTo>
                  <a:pt x="1720353" y="120838"/>
                </a:lnTo>
                <a:lnTo>
                  <a:pt x="1719958" y="120971"/>
                </a:lnTo>
                <a:lnTo>
                  <a:pt x="1719560" y="121096"/>
                </a:lnTo>
                <a:lnTo>
                  <a:pt x="1719160" y="121213"/>
                </a:lnTo>
                <a:lnTo>
                  <a:pt x="1718757" y="121323"/>
                </a:lnTo>
                <a:lnTo>
                  <a:pt x="1718350" y="121425"/>
                </a:lnTo>
                <a:lnTo>
                  <a:pt x="1717941" y="121519"/>
                </a:lnTo>
                <a:lnTo>
                  <a:pt x="1717530" y="121606"/>
                </a:lnTo>
                <a:lnTo>
                  <a:pt x="1717115" y="121686"/>
                </a:lnTo>
                <a:lnTo>
                  <a:pt x="1716698" y="121758"/>
                </a:lnTo>
                <a:lnTo>
                  <a:pt x="1716277" y="121822"/>
                </a:lnTo>
                <a:lnTo>
                  <a:pt x="1715854" y="121879"/>
                </a:lnTo>
                <a:lnTo>
                  <a:pt x="1715429" y="121928"/>
                </a:lnTo>
                <a:lnTo>
                  <a:pt x="1715000" y="121970"/>
                </a:lnTo>
                <a:lnTo>
                  <a:pt x="1714569" y="122004"/>
                </a:lnTo>
                <a:lnTo>
                  <a:pt x="1714134" y="122030"/>
                </a:lnTo>
                <a:lnTo>
                  <a:pt x="1713697" y="122049"/>
                </a:lnTo>
                <a:lnTo>
                  <a:pt x="1713258" y="122061"/>
                </a:lnTo>
                <a:lnTo>
                  <a:pt x="1712815" y="122064"/>
                </a:lnTo>
                <a:lnTo>
                  <a:pt x="1712240" y="122060"/>
                </a:lnTo>
                <a:lnTo>
                  <a:pt x="1711674" y="122046"/>
                </a:lnTo>
                <a:lnTo>
                  <a:pt x="1711115" y="122022"/>
                </a:lnTo>
                <a:lnTo>
                  <a:pt x="1710565" y="121989"/>
                </a:lnTo>
                <a:lnTo>
                  <a:pt x="1710022" y="121947"/>
                </a:lnTo>
                <a:close/>
                <a:moveTo>
                  <a:pt x="2041422" y="53615"/>
                </a:moveTo>
                <a:lnTo>
                  <a:pt x="2041039" y="53192"/>
                </a:lnTo>
                <a:lnTo>
                  <a:pt x="2040650" y="52779"/>
                </a:lnTo>
                <a:lnTo>
                  <a:pt x="2040255" y="52374"/>
                </a:lnTo>
                <a:lnTo>
                  <a:pt x="2039853" y="51978"/>
                </a:lnTo>
                <a:lnTo>
                  <a:pt x="2039445" y="51591"/>
                </a:lnTo>
                <a:lnTo>
                  <a:pt x="2039030" y="51213"/>
                </a:lnTo>
                <a:lnTo>
                  <a:pt x="2038609" y="50844"/>
                </a:lnTo>
                <a:lnTo>
                  <a:pt x="2038181" y="50485"/>
                </a:lnTo>
                <a:lnTo>
                  <a:pt x="2037747" y="50134"/>
                </a:lnTo>
                <a:lnTo>
                  <a:pt x="2037307" y="49792"/>
                </a:lnTo>
                <a:lnTo>
                  <a:pt x="2036860" y="49459"/>
                </a:lnTo>
                <a:lnTo>
                  <a:pt x="2036407" y="49135"/>
                </a:lnTo>
                <a:lnTo>
                  <a:pt x="2035947" y="48819"/>
                </a:lnTo>
                <a:lnTo>
                  <a:pt x="2035480" y="48513"/>
                </a:lnTo>
                <a:lnTo>
                  <a:pt x="2035008" y="48216"/>
                </a:lnTo>
                <a:lnTo>
                  <a:pt x="2034528" y="47928"/>
                </a:lnTo>
                <a:lnTo>
                  <a:pt x="2034043" y="47649"/>
                </a:lnTo>
                <a:lnTo>
                  <a:pt x="2033551" y="47379"/>
                </a:lnTo>
                <a:lnTo>
                  <a:pt x="2033052" y="47117"/>
                </a:lnTo>
                <a:lnTo>
                  <a:pt x="2032547" y="46865"/>
                </a:lnTo>
                <a:lnTo>
                  <a:pt x="2032036" y="46622"/>
                </a:lnTo>
                <a:lnTo>
                  <a:pt x="2031518" y="46388"/>
                </a:lnTo>
                <a:lnTo>
                  <a:pt x="2030992" y="46164"/>
                </a:lnTo>
                <a:lnTo>
                  <a:pt x="2030460" y="45950"/>
                </a:lnTo>
                <a:lnTo>
                  <a:pt x="2029920" y="45746"/>
                </a:lnTo>
                <a:lnTo>
                  <a:pt x="2029373" y="45552"/>
                </a:lnTo>
                <a:lnTo>
                  <a:pt x="2028819" y="45368"/>
                </a:lnTo>
                <a:lnTo>
                  <a:pt x="2028258" y="45194"/>
                </a:lnTo>
                <a:lnTo>
                  <a:pt x="2027690" y="45030"/>
                </a:lnTo>
                <a:lnTo>
                  <a:pt x="2027114" y="44875"/>
                </a:lnTo>
                <a:lnTo>
                  <a:pt x="2026532" y="44731"/>
                </a:lnTo>
                <a:lnTo>
                  <a:pt x="2025942" y="44597"/>
                </a:lnTo>
                <a:lnTo>
                  <a:pt x="2025345" y="44472"/>
                </a:lnTo>
                <a:lnTo>
                  <a:pt x="2024741" y="44358"/>
                </a:lnTo>
                <a:lnTo>
                  <a:pt x="2024130" y="44253"/>
                </a:lnTo>
                <a:lnTo>
                  <a:pt x="2023512" y="44159"/>
                </a:lnTo>
                <a:lnTo>
                  <a:pt x="2022886" y="44074"/>
                </a:lnTo>
                <a:lnTo>
                  <a:pt x="2022254" y="44000"/>
                </a:lnTo>
                <a:lnTo>
                  <a:pt x="2021614" y="43935"/>
                </a:lnTo>
                <a:lnTo>
                  <a:pt x="2020967" y="43880"/>
                </a:lnTo>
                <a:lnTo>
                  <a:pt x="2020313" y="43835"/>
                </a:lnTo>
                <a:lnTo>
                  <a:pt x="2019652" y="43801"/>
                </a:lnTo>
                <a:lnTo>
                  <a:pt x="2018983" y="43776"/>
                </a:lnTo>
                <a:lnTo>
                  <a:pt x="2018308" y="43761"/>
                </a:lnTo>
                <a:lnTo>
                  <a:pt x="2017625" y="43756"/>
                </a:lnTo>
                <a:lnTo>
                  <a:pt x="2016962" y="43761"/>
                </a:lnTo>
                <a:lnTo>
                  <a:pt x="2016305" y="43778"/>
                </a:lnTo>
                <a:lnTo>
                  <a:pt x="2015653" y="43806"/>
                </a:lnTo>
                <a:lnTo>
                  <a:pt x="2015006" y="43844"/>
                </a:lnTo>
                <a:lnTo>
                  <a:pt x="2014365" y="43894"/>
                </a:lnTo>
                <a:lnTo>
                  <a:pt x="2013730" y="43955"/>
                </a:lnTo>
                <a:lnTo>
                  <a:pt x="2013101" y="44027"/>
                </a:lnTo>
                <a:lnTo>
                  <a:pt x="2012477" y="44110"/>
                </a:lnTo>
                <a:lnTo>
                  <a:pt x="2011858" y="44204"/>
                </a:lnTo>
                <a:lnTo>
                  <a:pt x="2011245" y="44309"/>
                </a:lnTo>
                <a:lnTo>
                  <a:pt x="2010638" y="44426"/>
                </a:lnTo>
                <a:lnTo>
                  <a:pt x="2010037" y="44553"/>
                </a:lnTo>
                <a:lnTo>
                  <a:pt x="2009441" y="44691"/>
                </a:lnTo>
                <a:lnTo>
                  <a:pt x="2008850" y="44841"/>
                </a:lnTo>
                <a:lnTo>
                  <a:pt x="2008266" y="45002"/>
                </a:lnTo>
                <a:lnTo>
                  <a:pt x="2007687" y="45173"/>
                </a:lnTo>
                <a:lnTo>
                  <a:pt x="2007113" y="45356"/>
                </a:lnTo>
                <a:lnTo>
                  <a:pt x="2006545" y="45550"/>
                </a:lnTo>
                <a:lnTo>
                  <a:pt x="2005983" y="45754"/>
                </a:lnTo>
                <a:lnTo>
                  <a:pt x="2005426" y="45970"/>
                </a:lnTo>
                <a:lnTo>
                  <a:pt x="2004875" y="46197"/>
                </a:lnTo>
                <a:lnTo>
                  <a:pt x="2004330" y="46435"/>
                </a:lnTo>
                <a:lnTo>
                  <a:pt x="2003790" y="46685"/>
                </a:lnTo>
                <a:lnTo>
                  <a:pt x="2003255" y="46945"/>
                </a:lnTo>
                <a:lnTo>
                  <a:pt x="2002727" y="47215"/>
                </a:lnTo>
                <a:lnTo>
                  <a:pt x="2002206" y="47495"/>
                </a:lnTo>
                <a:lnTo>
                  <a:pt x="2001691" y="47784"/>
                </a:lnTo>
                <a:lnTo>
                  <a:pt x="2001182" y="48083"/>
                </a:lnTo>
                <a:lnTo>
                  <a:pt x="2000680" y="48391"/>
                </a:lnTo>
                <a:lnTo>
                  <a:pt x="2000185" y="48708"/>
                </a:lnTo>
                <a:lnTo>
                  <a:pt x="1999696" y="49035"/>
                </a:lnTo>
                <a:lnTo>
                  <a:pt x="1999214" y="49371"/>
                </a:lnTo>
                <a:lnTo>
                  <a:pt x="1998739" y="49717"/>
                </a:lnTo>
                <a:lnTo>
                  <a:pt x="1998270" y="50072"/>
                </a:lnTo>
                <a:lnTo>
                  <a:pt x="1997808" y="50436"/>
                </a:lnTo>
                <a:lnTo>
                  <a:pt x="1997352" y="50810"/>
                </a:lnTo>
                <a:lnTo>
                  <a:pt x="1996903" y="51193"/>
                </a:lnTo>
                <a:lnTo>
                  <a:pt x="1996460" y="51585"/>
                </a:lnTo>
                <a:lnTo>
                  <a:pt x="1996024" y="51987"/>
                </a:lnTo>
                <a:lnTo>
                  <a:pt x="1995595" y="52398"/>
                </a:lnTo>
                <a:lnTo>
                  <a:pt x="1995172" y="52819"/>
                </a:lnTo>
                <a:lnTo>
                  <a:pt x="1994756" y="53249"/>
                </a:lnTo>
                <a:lnTo>
                  <a:pt x="1994346" y="53689"/>
                </a:lnTo>
                <a:lnTo>
                  <a:pt x="1993943" y="54138"/>
                </a:lnTo>
                <a:lnTo>
                  <a:pt x="1993547" y="54596"/>
                </a:lnTo>
                <a:lnTo>
                  <a:pt x="1993157" y="55063"/>
                </a:lnTo>
                <a:lnTo>
                  <a:pt x="1992774" y="55540"/>
                </a:lnTo>
                <a:lnTo>
                  <a:pt x="1992397" y="56027"/>
                </a:lnTo>
                <a:lnTo>
                  <a:pt x="1992027" y="56522"/>
                </a:lnTo>
                <a:lnTo>
                  <a:pt x="1991665" y="57025"/>
                </a:lnTo>
                <a:lnTo>
                  <a:pt x="1991310" y="57536"/>
                </a:lnTo>
                <a:lnTo>
                  <a:pt x="1990962" y="58055"/>
                </a:lnTo>
                <a:lnTo>
                  <a:pt x="1990621" y="58582"/>
                </a:lnTo>
                <a:lnTo>
                  <a:pt x="1990288" y="59117"/>
                </a:lnTo>
                <a:lnTo>
                  <a:pt x="1989962" y="59660"/>
                </a:lnTo>
                <a:lnTo>
                  <a:pt x="1989643" y="60211"/>
                </a:lnTo>
                <a:lnTo>
                  <a:pt x="1989332" y="60770"/>
                </a:lnTo>
                <a:lnTo>
                  <a:pt x="1989028" y="61337"/>
                </a:lnTo>
                <a:lnTo>
                  <a:pt x="1988731" y="61912"/>
                </a:lnTo>
                <a:lnTo>
                  <a:pt x="1988441" y="62495"/>
                </a:lnTo>
                <a:lnTo>
                  <a:pt x="1988159" y="63086"/>
                </a:lnTo>
                <a:lnTo>
                  <a:pt x="1987884" y="63685"/>
                </a:lnTo>
                <a:lnTo>
                  <a:pt x="1987616" y="64292"/>
                </a:lnTo>
                <a:lnTo>
                  <a:pt x="1987356" y="64907"/>
                </a:lnTo>
                <a:lnTo>
                  <a:pt x="1987103" y="65530"/>
                </a:lnTo>
                <a:lnTo>
                  <a:pt x="1986857" y="66161"/>
                </a:lnTo>
                <a:lnTo>
                  <a:pt x="1986618" y="66800"/>
                </a:lnTo>
                <a:lnTo>
                  <a:pt x="1986387" y="67447"/>
                </a:lnTo>
                <a:lnTo>
                  <a:pt x="1986163" y="68102"/>
                </a:lnTo>
                <a:lnTo>
                  <a:pt x="1985947" y="68765"/>
                </a:lnTo>
                <a:lnTo>
                  <a:pt x="1985737" y="69435"/>
                </a:lnTo>
                <a:lnTo>
                  <a:pt x="1985535" y="70114"/>
                </a:lnTo>
                <a:lnTo>
                  <a:pt x="1985341" y="70800"/>
                </a:lnTo>
                <a:lnTo>
                  <a:pt x="1985155" y="71493"/>
                </a:lnTo>
                <a:lnTo>
                  <a:pt x="1984977" y="72191"/>
                </a:lnTo>
                <a:lnTo>
                  <a:pt x="1984807" y="72896"/>
                </a:lnTo>
                <a:lnTo>
                  <a:pt x="1984646" y="73607"/>
                </a:lnTo>
                <a:lnTo>
                  <a:pt x="1984493" y="74325"/>
                </a:lnTo>
                <a:lnTo>
                  <a:pt x="1984348" y="75049"/>
                </a:lnTo>
                <a:lnTo>
                  <a:pt x="1984212" y="75779"/>
                </a:lnTo>
                <a:lnTo>
                  <a:pt x="1984084" y="76515"/>
                </a:lnTo>
                <a:lnTo>
                  <a:pt x="1983964" y="77258"/>
                </a:lnTo>
                <a:lnTo>
                  <a:pt x="1983852" y="78007"/>
                </a:lnTo>
                <a:lnTo>
                  <a:pt x="1983749" y="78763"/>
                </a:lnTo>
                <a:lnTo>
                  <a:pt x="1983654" y="79524"/>
                </a:lnTo>
                <a:lnTo>
                  <a:pt x="1983567" y="80292"/>
                </a:lnTo>
                <a:lnTo>
                  <a:pt x="1983488" y="81067"/>
                </a:lnTo>
                <a:lnTo>
                  <a:pt x="1983418" y="81847"/>
                </a:lnTo>
                <a:lnTo>
                  <a:pt x="1983356" y="82634"/>
                </a:lnTo>
                <a:lnTo>
                  <a:pt x="1983302" y="83427"/>
                </a:lnTo>
                <a:lnTo>
                  <a:pt x="1983257" y="84227"/>
                </a:lnTo>
                <a:lnTo>
                  <a:pt x="1983220" y="85033"/>
                </a:lnTo>
                <a:lnTo>
                  <a:pt x="1983191" y="85845"/>
                </a:lnTo>
                <a:lnTo>
                  <a:pt x="1983170" y="86663"/>
                </a:lnTo>
                <a:lnTo>
                  <a:pt x="1983158" y="87488"/>
                </a:lnTo>
                <a:lnTo>
                  <a:pt x="1983153" y="88319"/>
                </a:lnTo>
                <a:lnTo>
                  <a:pt x="1983153" y="90014"/>
                </a:lnTo>
                <a:lnTo>
                  <a:pt x="1983158" y="90806"/>
                </a:lnTo>
                <a:lnTo>
                  <a:pt x="1983170" y="91592"/>
                </a:lnTo>
                <a:lnTo>
                  <a:pt x="1983191" y="92374"/>
                </a:lnTo>
                <a:lnTo>
                  <a:pt x="1983220" y="93151"/>
                </a:lnTo>
                <a:lnTo>
                  <a:pt x="1983257" y="93922"/>
                </a:lnTo>
                <a:lnTo>
                  <a:pt x="1983302" y="94689"/>
                </a:lnTo>
                <a:lnTo>
                  <a:pt x="1983356" y="95451"/>
                </a:lnTo>
                <a:lnTo>
                  <a:pt x="1983418" y="96208"/>
                </a:lnTo>
                <a:lnTo>
                  <a:pt x="1983488" y="96960"/>
                </a:lnTo>
                <a:lnTo>
                  <a:pt x="1983567" y="97708"/>
                </a:lnTo>
                <a:lnTo>
                  <a:pt x="1983654" y="98450"/>
                </a:lnTo>
                <a:lnTo>
                  <a:pt x="1983749" y="99187"/>
                </a:lnTo>
                <a:lnTo>
                  <a:pt x="1983852" y="99920"/>
                </a:lnTo>
                <a:lnTo>
                  <a:pt x="1983964" y="100648"/>
                </a:lnTo>
                <a:lnTo>
                  <a:pt x="1984084" y="101370"/>
                </a:lnTo>
                <a:lnTo>
                  <a:pt x="1984212" y="102088"/>
                </a:lnTo>
                <a:lnTo>
                  <a:pt x="1984348" y="102801"/>
                </a:lnTo>
                <a:lnTo>
                  <a:pt x="1984493" y="103509"/>
                </a:lnTo>
                <a:lnTo>
                  <a:pt x="1984646" y="104212"/>
                </a:lnTo>
                <a:lnTo>
                  <a:pt x="1984807" y="104910"/>
                </a:lnTo>
                <a:lnTo>
                  <a:pt x="1984977" y="105604"/>
                </a:lnTo>
                <a:lnTo>
                  <a:pt x="1985155" y="106292"/>
                </a:lnTo>
                <a:lnTo>
                  <a:pt x="1985341" y="106975"/>
                </a:lnTo>
                <a:lnTo>
                  <a:pt x="1985535" y="107654"/>
                </a:lnTo>
                <a:lnTo>
                  <a:pt x="1985737" y="108326"/>
                </a:lnTo>
                <a:lnTo>
                  <a:pt x="1985947" y="108991"/>
                </a:lnTo>
                <a:lnTo>
                  <a:pt x="1986164" y="109649"/>
                </a:lnTo>
                <a:lnTo>
                  <a:pt x="1986388" y="110299"/>
                </a:lnTo>
                <a:lnTo>
                  <a:pt x="1986620" y="110942"/>
                </a:lnTo>
                <a:lnTo>
                  <a:pt x="1986860" y="111577"/>
                </a:lnTo>
                <a:lnTo>
                  <a:pt x="1987106" y="112205"/>
                </a:lnTo>
                <a:lnTo>
                  <a:pt x="1987360" y="112825"/>
                </a:lnTo>
                <a:lnTo>
                  <a:pt x="1987622" y="113438"/>
                </a:lnTo>
                <a:lnTo>
                  <a:pt x="1987891" y="114044"/>
                </a:lnTo>
                <a:lnTo>
                  <a:pt x="1988168" y="114642"/>
                </a:lnTo>
                <a:lnTo>
                  <a:pt x="1988451" y="115233"/>
                </a:lnTo>
                <a:lnTo>
                  <a:pt x="1988743" y="115816"/>
                </a:lnTo>
                <a:lnTo>
                  <a:pt x="1989041" y="116392"/>
                </a:lnTo>
                <a:lnTo>
                  <a:pt x="1989348" y="116960"/>
                </a:lnTo>
                <a:lnTo>
                  <a:pt x="1989661" y="117521"/>
                </a:lnTo>
                <a:lnTo>
                  <a:pt x="1989982" y="118075"/>
                </a:lnTo>
                <a:lnTo>
                  <a:pt x="1990311" y="118621"/>
                </a:lnTo>
                <a:lnTo>
                  <a:pt x="1990647" y="119159"/>
                </a:lnTo>
                <a:lnTo>
                  <a:pt x="1990990" y="119691"/>
                </a:lnTo>
                <a:lnTo>
                  <a:pt x="1991341" y="120214"/>
                </a:lnTo>
                <a:lnTo>
                  <a:pt x="1991699" y="120731"/>
                </a:lnTo>
                <a:lnTo>
                  <a:pt x="1992064" y="121240"/>
                </a:lnTo>
                <a:lnTo>
                  <a:pt x="1992437" y="121741"/>
                </a:lnTo>
                <a:lnTo>
                  <a:pt x="1992817" y="122235"/>
                </a:lnTo>
                <a:lnTo>
                  <a:pt x="1993204" y="122719"/>
                </a:lnTo>
                <a:lnTo>
                  <a:pt x="1993596" y="123193"/>
                </a:lnTo>
                <a:lnTo>
                  <a:pt x="1993995" y="123659"/>
                </a:lnTo>
                <a:lnTo>
                  <a:pt x="1994400" y="124115"/>
                </a:lnTo>
                <a:lnTo>
                  <a:pt x="1994811" y="124562"/>
                </a:lnTo>
                <a:lnTo>
                  <a:pt x="1995229" y="125000"/>
                </a:lnTo>
                <a:lnTo>
                  <a:pt x="1995653" y="125428"/>
                </a:lnTo>
                <a:lnTo>
                  <a:pt x="1996084" y="125847"/>
                </a:lnTo>
                <a:lnTo>
                  <a:pt x="1996520" y="126257"/>
                </a:lnTo>
                <a:lnTo>
                  <a:pt x="1996963" y="126658"/>
                </a:lnTo>
                <a:lnTo>
                  <a:pt x="1997412" y="127049"/>
                </a:lnTo>
                <a:lnTo>
                  <a:pt x="1997868" y="127432"/>
                </a:lnTo>
                <a:lnTo>
                  <a:pt x="1998330" y="127805"/>
                </a:lnTo>
                <a:lnTo>
                  <a:pt x="1998798" y="128168"/>
                </a:lnTo>
                <a:lnTo>
                  <a:pt x="1999273" y="128523"/>
                </a:lnTo>
                <a:lnTo>
                  <a:pt x="1999753" y="128868"/>
                </a:lnTo>
                <a:lnTo>
                  <a:pt x="2000241" y="129204"/>
                </a:lnTo>
                <a:lnTo>
                  <a:pt x="2000734" y="129531"/>
                </a:lnTo>
                <a:lnTo>
                  <a:pt x="2001234" y="129848"/>
                </a:lnTo>
                <a:lnTo>
                  <a:pt x="2001740" y="130156"/>
                </a:lnTo>
                <a:lnTo>
                  <a:pt x="2002252" y="130455"/>
                </a:lnTo>
                <a:lnTo>
                  <a:pt x="2002771" y="130745"/>
                </a:lnTo>
                <a:lnTo>
                  <a:pt x="2003296" y="131025"/>
                </a:lnTo>
                <a:lnTo>
                  <a:pt x="2003826" y="131295"/>
                </a:lnTo>
                <a:lnTo>
                  <a:pt x="2004362" y="131554"/>
                </a:lnTo>
                <a:lnTo>
                  <a:pt x="2004903" y="131801"/>
                </a:lnTo>
                <a:lnTo>
                  <a:pt x="2005450" y="132037"/>
                </a:lnTo>
                <a:lnTo>
                  <a:pt x="2006001" y="132261"/>
                </a:lnTo>
                <a:lnTo>
                  <a:pt x="2006558" y="132473"/>
                </a:lnTo>
                <a:lnTo>
                  <a:pt x="2007120" y="132675"/>
                </a:lnTo>
                <a:lnTo>
                  <a:pt x="2007687" y="132864"/>
                </a:lnTo>
                <a:lnTo>
                  <a:pt x="2008259" y="133042"/>
                </a:lnTo>
                <a:lnTo>
                  <a:pt x="2008836" y="133209"/>
                </a:lnTo>
                <a:lnTo>
                  <a:pt x="2009419" y="133364"/>
                </a:lnTo>
                <a:lnTo>
                  <a:pt x="2010006" y="133508"/>
                </a:lnTo>
                <a:lnTo>
                  <a:pt x="2010599" y="133640"/>
                </a:lnTo>
                <a:lnTo>
                  <a:pt x="2011197" y="133761"/>
                </a:lnTo>
                <a:lnTo>
                  <a:pt x="2011801" y="133870"/>
                </a:lnTo>
                <a:lnTo>
                  <a:pt x="2012409" y="133968"/>
                </a:lnTo>
                <a:lnTo>
                  <a:pt x="2013023" y="134054"/>
                </a:lnTo>
                <a:lnTo>
                  <a:pt x="2013642" y="134128"/>
                </a:lnTo>
                <a:lnTo>
                  <a:pt x="2014266" y="134192"/>
                </a:lnTo>
                <a:lnTo>
                  <a:pt x="2014895" y="134243"/>
                </a:lnTo>
                <a:lnTo>
                  <a:pt x="2015530" y="134284"/>
                </a:lnTo>
                <a:lnTo>
                  <a:pt x="2016169" y="134312"/>
                </a:lnTo>
                <a:lnTo>
                  <a:pt x="2016814" y="134330"/>
                </a:lnTo>
                <a:lnTo>
                  <a:pt x="2017464" y="134335"/>
                </a:lnTo>
                <a:lnTo>
                  <a:pt x="2018153" y="134330"/>
                </a:lnTo>
                <a:lnTo>
                  <a:pt x="2018835" y="134315"/>
                </a:lnTo>
                <a:lnTo>
                  <a:pt x="2019510" y="134291"/>
                </a:lnTo>
                <a:lnTo>
                  <a:pt x="2020177" y="134256"/>
                </a:lnTo>
                <a:lnTo>
                  <a:pt x="2020837" y="134211"/>
                </a:lnTo>
                <a:lnTo>
                  <a:pt x="2021490" y="134156"/>
                </a:lnTo>
                <a:lnTo>
                  <a:pt x="2022136" y="134092"/>
                </a:lnTo>
                <a:lnTo>
                  <a:pt x="2022774" y="134017"/>
                </a:lnTo>
                <a:lnTo>
                  <a:pt x="2023405" y="133932"/>
                </a:lnTo>
                <a:lnTo>
                  <a:pt x="2024029" y="133838"/>
                </a:lnTo>
                <a:lnTo>
                  <a:pt x="2024645" y="133733"/>
                </a:lnTo>
                <a:lnTo>
                  <a:pt x="2025254" y="133619"/>
                </a:lnTo>
                <a:lnTo>
                  <a:pt x="2025856" y="133494"/>
                </a:lnTo>
                <a:lnTo>
                  <a:pt x="2026451" y="133360"/>
                </a:lnTo>
                <a:lnTo>
                  <a:pt x="2027038" y="133216"/>
                </a:lnTo>
                <a:lnTo>
                  <a:pt x="2027618" y="133062"/>
                </a:lnTo>
                <a:lnTo>
                  <a:pt x="2028191" y="132897"/>
                </a:lnTo>
                <a:lnTo>
                  <a:pt x="2028756" y="132723"/>
                </a:lnTo>
                <a:lnTo>
                  <a:pt x="2029314" y="132539"/>
                </a:lnTo>
                <a:lnTo>
                  <a:pt x="2029865" y="132345"/>
                </a:lnTo>
                <a:lnTo>
                  <a:pt x="2030409" y="132141"/>
                </a:lnTo>
                <a:lnTo>
                  <a:pt x="2030945" y="131927"/>
                </a:lnTo>
                <a:lnTo>
                  <a:pt x="2031474" y="131703"/>
                </a:lnTo>
                <a:lnTo>
                  <a:pt x="2031995" y="131469"/>
                </a:lnTo>
                <a:lnTo>
                  <a:pt x="2032510" y="131226"/>
                </a:lnTo>
                <a:lnTo>
                  <a:pt x="2033018" y="130974"/>
                </a:lnTo>
                <a:lnTo>
                  <a:pt x="2033520" y="130713"/>
                </a:lnTo>
                <a:lnTo>
                  <a:pt x="2034015" y="130443"/>
                </a:lnTo>
                <a:lnTo>
                  <a:pt x="2034503" y="130165"/>
                </a:lnTo>
                <a:lnTo>
                  <a:pt x="2034985" y="129878"/>
                </a:lnTo>
                <a:lnTo>
                  <a:pt x="2035460" y="129581"/>
                </a:lnTo>
                <a:lnTo>
                  <a:pt x="2035929" y="129276"/>
                </a:lnTo>
                <a:lnTo>
                  <a:pt x="2036391" y="128962"/>
                </a:lnTo>
                <a:lnTo>
                  <a:pt x="2036846" y="128640"/>
                </a:lnTo>
                <a:lnTo>
                  <a:pt x="2037295" y="128308"/>
                </a:lnTo>
                <a:lnTo>
                  <a:pt x="2037737" y="127968"/>
                </a:lnTo>
                <a:lnTo>
                  <a:pt x="2038173" y="127619"/>
                </a:lnTo>
                <a:lnTo>
                  <a:pt x="2038602" y="127260"/>
                </a:lnTo>
                <a:lnTo>
                  <a:pt x="2039025" y="126894"/>
                </a:lnTo>
                <a:lnTo>
                  <a:pt x="2039441" y="126518"/>
                </a:lnTo>
                <a:lnTo>
                  <a:pt x="2039850" y="126133"/>
                </a:lnTo>
                <a:lnTo>
                  <a:pt x="2040253" y="125740"/>
                </a:lnTo>
                <a:lnTo>
                  <a:pt x="2040649" y="125338"/>
                </a:lnTo>
                <a:lnTo>
                  <a:pt x="2041038" y="124927"/>
                </a:lnTo>
                <a:lnTo>
                  <a:pt x="2041421" y="124507"/>
                </a:lnTo>
                <a:lnTo>
                  <a:pt x="2041798" y="124078"/>
                </a:lnTo>
                <a:lnTo>
                  <a:pt x="2041925" y="123927"/>
                </a:lnTo>
                <a:lnTo>
                  <a:pt x="2041925" y="131591"/>
                </a:lnTo>
                <a:lnTo>
                  <a:pt x="2041920" y="132219"/>
                </a:lnTo>
                <a:lnTo>
                  <a:pt x="2041905" y="132839"/>
                </a:lnTo>
                <a:lnTo>
                  <a:pt x="2041880" y="133450"/>
                </a:lnTo>
                <a:lnTo>
                  <a:pt x="2041846" y="134054"/>
                </a:lnTo>
                <a:lnTo>
                  <a:pt x="2041801" y="134649"/>
                </a:lnTo>
                <a:lnTo>
                  <a:pt x="2041746" y="135236"/>
                </a:lnTo>
                <a:lnTo>
                  <a:pt x="2041681" y="135815"/>
                </a:lnTo>
                <a:lnTo>
                  <a:pt x="2041607" y="136385"/>
                </a:lnTo>
                <a:lnTo>
                  <a:pt x="2041522" y="136947"/>
                </a:lnTo>
                <a:lnTo>
                  <a:pt x="2041428" y="137501"/>
                </a:lnTo>
                <a:lnTo>
                  <a:pt x="2041323" y="138046"/>
                </a:lnTo>
                <a:lnTo>
                  <a:pt x="2041209" y="138584"/>
                </a:lnTo>
                <a:lnTo>
                  <a:pt x="2041084" y="139113"/>
                </a:lnTo>
                <a:lnTo>
                  <a:pt x="2040950" y="139634"/>
                </a:lnTo>
                <a:lnTo>
                  <a:pt x="2040806" y="140146"/>
                </a:lnTo>
                <a:lnTo>
                  <a:pt x="2040651" y="140650"/>
                </a:lnTo>
                <a:lnTo>
                  <a:pt x="2040487" y="141146"/>
                </a:lnTo>
                <a:lnTo>
                  <a:pt x="2040313" y="141634"/>
                </a:lnTo>
                <a:lnTo>
                  <a:pt x="2040129" y="142113"/>
                </a:lnTo>
                <a:lnTo>
                  <a:pt x="2039935" y="142584"/>
                </a:lnTo>
                <a:lnTo>
                  <a:pt x="2039731" y="143047"/>
                </a:lnTo>
                <a:lnTo>
                  <a:pt x="2039517" y="143502"/>
                </a:lnTo>
                <a:lnTo>
                  <a:pt x="2039293" y="143948"/>
                </a:lnTo>
                <a:lnTo>
                  <a:pt x="2039059" y="144386"/>
                </a:lnTo>
                <a:lnTo>
                  <a:pt x="2038816" y="144816"/>
                </a:lnTo>
                <a:lnTo>
                  <a:pt x="2038566" y="145236"/>
                </a:lnTo>
                <a:lnTo>
                  <a:pt x="2038307" y="145648"/>
                </a:lnTo>
                <a:lnTo>
                  <a:pt x="2038040" y="146051"/>
                </a:lnTo>
                <a:lnTo>
                  <a:pt x="2037765" y="146446"/>
                </a:lnTo>
                <a:lnTo>
                  <a:pt x="2037483" y="146831"/>
                </a:lnTo>
                <a:lnTo>
                  <a:pt x="2037192" y="147207"/>
                </a:lnTo>
                <a:lnTo>
                  <a:pt x="2036893" y="147575"/>
                </a:lnTo>
                <a:lnTo>
                  <a:pt x="2036586" y="147934"/>
                </a:lnTo>
                <a:lnTo>
                  <a:pt x="2036272" y="148284"/>
                </a:lnTo>
                <a:lnTo>
                  <a:pt x="2035949" y="148625"/>
                </a:lnTo>
                <a:lnTo>
                  <a:pt x="2035618" y="148958"/>
                </a:lnTo>
                <a:lnTo>
                  <a:pt x="2035279" y="149281"/>
                </a:lnTo>
                <a:lnTo>
                  <a:pt x="2034933" y="149596"/>
                </a:lnTo>
                <a:lnTo>
                  <a:pt x="2034578" y="149902"/>
                </a:lnTo>
                <a:lnTo>
                  <a:pt x="2034215" y="150199"/>
                </a:lnTo>
                <a:lnTo>
                  <a:pt x="2033845" y="150487"/>
                </a:lnTo>
                <a:lnTo>
                  <a:pt x="2033466" y="150766"/>
                </a:lnTo>
                <a:lnTo>
                  <a:pt x="2033080" y="151037"/>
                </a:lnTo>
                <a:lnTo>
                  <a:pt x="2032685" y="151299"/>
                </a:lnTo>
                <a:lnTo>
                  <a:pt x="2032282" y="151552"/>
                </a:lnTo>
                <a:lnTo>
                  <a:pt x="2031872" y="151796"/>
                </a:lnTo>
                <a:lnTo>
                  <a:pt x="2031453" y="152031"/>
                </a:lnTo>
                <a:lnTo>
                  <a:pt x="2031027" y="152257"/>
                </a:lnTo>
                <a:lnTo>
                  <a:pt x="2030593" y="152475"/>
                </a:lnTo>
                <a:lnTo>
                  <a:pt x="2030152" y="152683"/>
                </a:lnTo>
                <a:lnTo>
                  <a:pt x="2029705" y="152882"/>
                </a:lnTo>
                <a:lnTo>
                  <a:pt x="2029251" y="153072"/>
                </a:lnTo>
                <a:lnTo>
                  <a:pt x="2028790" y="153252"/>
                </a:lnTo>
                <a:lnTo>
                  <a:pt x="2028322" y="153423"/>
                </a:lnTo>
                <a:lnTo>
                  <a:pt x="2027848" y="153585"/>
                </a:lnTo>
                <a:lnTo>
                  <a:pt x="2027367" y="153738"/>
                </a:lnTo>
                <a:lnTo>
                  <a:pt x="2026879" y="153881"/>
                </a:lnTo>
                <a:lnTo>
                  <a:pt x="2026385" y="154015"/>
                </a:lnTo>
                <a:lnTo>
                  <a:pt x="2025883" y="154140"/>
                </a:lnTo>
                <a:lnTo>
                  <a:pt x="2025375" y="154256"/>
                </a:lnTo>
                <a:lnTo>
                  <a:pt x="2024861" y="154362"/>
                </a:lnTo>
                <a:lnTo>
                  <a:pt x="2024339" y="154459"/>
                </a:lnTo>
                <a:lnTo>
                  <a:pt x="2023811" y="154547"/>
                </a:lnTo>
                <a:lnTo>
                  <a:pt x="2023276" y="154626"/>
                </a:lnTo>
                <a:lnTo>
                  <a:pt x="2022735" y="154695"/>
                </a:lnTo>
                <a:lnTo>
                  <a:pt x="2022187" y="154755"/>
                </a:lnTo>
                <a:lnTo>
                  <a:pt x="2021632" y="154806"/>
                </a:lnTo>
                <a:lnTo>
                  <a:pt x="2021070" y="154848"/>
                </a:lnTo>
                <a:lnTo>
                  <a:pt x="2020501" y="154880"/>
                </a:lnTo>
                <a:lnTo>
                  <a:pt x="2019926" y="154903"/>
                </a:lnTo>
                <a:lnTo>
                  <a:pt x="2019344" y="154917"/>
                </a:lnTo>
                <a:lnTo>
                  <a:pt x="2018756" y="154922"/>
                </a:lnTo>
                <a:lnTo>
                  <a:pt x="2018264" y="154917"/>
                </a:lnTo>
                <a:lnTo>
                  <a:pt x="2017773" y="154904"/>
                </a:lnTo>
                <a:lnTo>
                  <a:pt x="2017280" y="154881"/>
                </a:lnTo>
                <a:lnTo>
                  <a:pt x="2016788" y="154850"/>
                </a:lnTo>
                <a:lnTo>
                  <a:pt x="2016295" y="154809"/>
                </a:lnTo>
                <a:lnTo>
                  <a:pt x="2015801" y="154760"/>
                </a:lnTo>
                <a:lnTo>
                  <a:pt x="2015308" y="154702"/>
                </a:lnTo>
                <a:lnTo>
                  <a:pt x="2014813" y="154635"/>
                </a:lnTo>
                <a:lnTo>
                  <a:pt x="2014319" y="154558"/>
                </a:lnTo>
                <a:lnTo>
                  <a:pt x="2013823" y="154473"/>
                </a:lnTo>
                <a:lnTo>
                  <a:pt x="2013328" y="154379"/>
                </a:lnTo>
                <a:lnTo>
                  <a:pt x="2012832" y="154276"/>
                </a:lnTo>
                <a:lnTo>
                  <a:pt x="2012336" y="154164"/>
                </a:lnTo>
                <a:lnTo>
                  <a:pt x="2011839" y="154043"/>
                </a:lnTo>
                <a:lnTo>
                  <a:pt x="2011342" y="153912"/>
                </a:lnTo>
                <a:lnTo>
                  <a:pt x="2010844" y="153773"/>
                </a:lnTo>
                <a:lnTo>
                  <a:pt x="2010346" y="153625"/>
                </a:lnTo>
                <a:lnTo>
                  <a:pt x="2009847" y="153468"/>
                </a:lnTo>
                <a:lnTo>
                  <a:pt x="2009349" y="153302"/>
                </a:lnTo>
                <a:lnTo>
                  <a:pt x="2008849" y="153128"/>
                </a:lnTo>
                <a:lnTo>
                  <a:pt x="2008350" y="152944"/>
                </a:lnTo>
                <a:lnTo>
                  <a:pt x="2007849" y="152751"/>
                </a:lnTo>
                <a:lnTo>
                  <a:pt x="2007349" y="152549"/>
                </a:lnTo>
                <a:lnTo>
                  <a:pt x="2006848" y="152338"/>
                </a:lnTo>
                <a:lnTo>
                  <a:pt x="2006348" y="152116"/>
                </a:lnTo>
                <a:lnTo>
                  <a:pt x="2005849" y="151880"/>
                </a:lnTo>
                <a:lnTo>
                  <a:pt x="2005352" y="151629"/>
                </a:lnTo>
                <a:lnTo>
                  <a:pt x="2004858" y="151365"/>
                </a:lnTo>
                <a:lnTo>
                  <a:pt x="2004365" y="151087"/>
                </a:lnTo>
                <a:lnTo>
                  <a:pt x="2003873" y="150794"/>
                </a:lnTo>
                <a:lnTo>
                  <a:pt x="2003384" y="150488"/>
                </a:lnTo>
                <a:lnTo>
                  <a:pt x="2002897" y="150167"/>
                </a:lnTo>
                <a:lnTo>
                  <a:pt x="2002411" y="149833"/>
                </a:lnTo>
                <a:lnTo>
                  <a:pt x="2001927" y="149485"/>
                </a:lnTo>
                <a:lnTo>
                  <a:pt x="2001445" y="149122"/>
                </a:lnTo>
                <a:lnTo>
                  <a:pt x="2000965" y="148746"/>
                </a:lnTo>
                <a:lnTo>
                  <a:pt x="2000486" y="148355"/>
                </a:lnTo>
                <a:lnTo>
                  <a:pt x="2000010" y="147951"/>
                </a:lnTo>
                <a:lnTo>
                  <a:pt x="1999535" y="147532"/>
                </a:lnTo>
                <a:lnTo>
                  <a:pt x="1999062" y="147100"/>
                </a:lnTo>
                <a:lnTo>
                  <a:pt x="1998591" y="146653"/>
                </a:lnTo>
                <a:lnTo>
                  <a:pt x="1998121" y="146193"/>
                </a:lnTo>
                <a:lnTo>
                  <a:pt x="1997654" y="145718"/>
                </a:lnTo>
                <a:lnTo>
                  <a:pt x="1997188" y="145229"/>
                </a:lnTo>
                <a:lnTo>
                  <a:pt x="1996724" y="144727"/>
                </a:lnTo>
                <a:lnTo>
                  <a:pt x="1996262" y="144210"/>
                </a:lnTo>
                <a:lnTo>
                  <a:pt x="1995802" y="143680"/>
                </a:lnTo>
                <a:lnTo>
                  <a:pt x="1995344" y="143135"/>
                </a:lnTo>
                <a:lnTo>
                  <a:pt x="1987513" y="152015"/>
                </a:lnTo>
                <a:lnTo>
                  <a:pt x="1987846" y="152482"/>
                </a:lnTo>
                <a:lnTo>
                  <a:pt x="1988185" y="152941"/>
                </a:lnTo>
                <a:lnTo>
                  <a:pt x="1988532" y="153392"/>
                </a:lnTo>
                <a:lnTo>
                  <a:pt x="1988884" y="153835"/>
                </a:lnTo>
                <a:lnTo>
                  <a:pt x="1989244" y="154270"/>
                </a:lnTo>
                <a:lnTo>
                  <a:pt x="1989609" y="154697"/>
                </a:lnTo>
                <a:lnTo>
                  <a:pt x="1989982" y="155116"/>
                </a:lnTo>
                <a:lnTo>
                  <a:pt x="1990361" y="155527"/>
                </a:lnTo>
                <a:lnTo>
                  <a:pt x="1990747" y="155930"/>
                </a:lnTo>
                <a:lnTo>
                  <a:pt x="1991139" y="156325"/>
                </a:lnTo>
                <a:lnTo>
                  <a:pt x="1991538" y="156712"/>
                </a:lnTo>
                <a:lnTo>
                  <a:pt x="1991943" y="157091"/>
                </a:lnTo>
                <a:lnTo>
                  <a:pt x="1992355" y="157462"/>
                </a:lnTo>
                <a:lnTo>
                  <a:pt x="1992774" y="157825"/>
                </a:lnTo>
                <a:lnTo>
                  <a:pt x="1993199" y="158180"/>
                </a:lnTo>
                <a:lnTo>
                  <a:pt x="1993631" y="158528"/>
                </a:lnTo>
                <a:lnTo>
                  <a:pt x="1994069" y="158867"/>
                </a:lnTo>
                <a:lnTo>
                  <a:pt x="1994514" y="159198"/>
                </a:lnTo>
                <a:lnTo>
                  <a:pt x="1994965" y="159521"/>
                </a:lnTo>
                <a:lnTo>
                  <a:pt x="1995423" y="159836"/>
                </a:lnTo>
                <a:lnTo>
                  <a:pt x="1995888" y="160143"/>
                </a:lnTo>
                <a:lnTo>
                  <a:pt x="1996359" y="160442"/>
                </a:lnTo>
                <a:lnTo>
                  <a:pt x="1996837" y="160734"/>
                </a:lnTo>
                <a:lnTo>
                  <a:pt x="1997322" y="161017"/>
                </a:lnTo>
                <a:lnTo>
                  <a:pt x="1997810" y="161293"/>
                </a:lnTo>
                <a:lnTo>
                  <a:pt x="1998299" y="161562"/>
                </a:lnTo>
                <a:lnTo>
                  <a:pt x="1998789" y="161824"/>
                </a:lnTo>
                <a:lnTo>
                  <a:pt x="1999279" y="162080"/>
                </a:lnTo>
                <a:lnTo>
                  <a:pt x="1999771" y="162329"/>
                </a:lnTo>
                <a:lnTo>
                  <a:pt x="2000263" y="162571"/>
                </a:lnTo>
                <a:lnTo>
                  <a:pt x="2000757" y="162806"/>
                </a:lnTo>
                <a:lnTo>
                  <a:pt x="2001251" y="163035"/>
                </a:lnTo>
                <a:lnTo>
                  <a:pt x="2001745" y="163257"/>
                </a:lnTo>
                <a:lnTo>
                  <a:pt x="2002241" y="163472"/>
                </a:lnTo>
                <a:lnTo>
                  <a:pt x="2002738" y="163681"/>
                </a:lnTo>
                <a:lnTo>
                  <a:pt x="2003235" y="163883"/>
                </a:lnTo>
                <a:lnTo>
                  <a:pt x="2003733" y="164078"/>
                </a:lnTo>
                <a:lnTo>
                  <a:pt x="2004233" y="164266"/>
                </a:lnTo>
                <a:lnTo>
                  <a:pt x="2004732" y="164448"/>
                </a:lnTo>
                <a:lnTo>
                  <a:pt x="2005233" y="164623"/>
                </a:lnTo>
                <a:lnTo>
                  <a:pt x="2005735" y="164791"/>
                </a:lnTo>
                <a:lnTo>
                  <a:pt x="2006237" y="164952"/>
                </a:lnTo>
                <a:lnTo>
                  <a:pt x="2006741" y="165107"/>
                </a:lnTo>
                <a:lnTo>
                  <a:pt x="2007245" y="165255"/>
                </a:lnTo>
                <a:lnTo>
                  <a:pt x="2007750" y="165396"/>
                </a:lnTo>
                <a:lnTo>
                  <a:pt x="2008256" y="165531"/>
                </a:lnTo>
                <a:lnTo>
                  <a:pt x="2008762" y="165659"/>
                </a:lnTo>
                <a:lnTo>
                  <a:pt x="2009270" y="165780"/>
                </a:lnTo>
                <a:lnTo>
                  <a:pt x="2009775" y="165895"/>
                </a:lnTo>
                <a:lnTo>
                  <a:pt x="2010275" y="166005"/>
                </a:lnTo>
                <a:lnTo>
                  <a:pt x="2010769" y="166111"/>
                </a:lnTo>
                <a:lnTo>
                  <a:pt x="2011258" y="166211"/>
                </a:lnTo>
                <a:lnTo>
                  <a:pt x="2011741" y="166307"/>
                </a:lnTo>
                <a:lnTo>
                  <a:pt x="2012219" y="166398"/>
                </a:lnTo>
                <a:lnTo>
                  <a:pt x="2012691" y="166484"/>
                </a:lnTo>
                <a:lnTo>
                  <a:pt x="2013158" y="166565"/>
                </a:lnTo>
                <a:lnTo>
                  <a:pt x="2013620" y="166641"/>
                </a:lnTo>
                <a:lnTo>
                  <a:pt x="2014076" y="166712"/>
                </a:lnTo>
                <a:lnTo>
                  <a:pt x="2014526" y="166778"/>
                </a:lnTo>
                <a:lnTo>
                  <a:pt x="2014971" y="166839"/>
                </a:lnTo>
                <a:lnTo>
                  <a:pt x="2015411" y="166896"/>
                </a:lnTo>
                <a:lnTo>
                  <a:pt x="2015845" y="166947"/>
                </a:lnTo>
                <a:lnTo>
                  <a:pt x="2016274" y="166994"/>
                </a:lnTo>
                <a:lnTo>
                  <a:pt x="2016697" y="167036"/>
                </a:lnTo>
                <a:lnTo>
                  <a:pt x="2017115" y="167072"/>
                </a:lnTo>
                <a:lnTo>
                  <a:pt x="2017527" y="167104"/>
                </a:lnTo>
                <a:lnTo>
                  <a:pt x="2017934" y="167131"/>
                </a:lnTo>
                <a:lnTo>
                  <a:pt x="2018335" y="167153"/>
                </a:lnTo>
                <a:lnTo>
                  <a:pt x="2018731" y="167171"/>
                </a:lnTo>
                <a:lnTo>
                  <a:pt x="2019121" y="167183"/>
                </a:lnTo>
                <a:lnTo>
                  <a:pt x="2019506" y="167190"/>
                </a:lnTo>
                <a:lnTo>
                  <a:pt x="2019886" y="167193"/>
                </a:lnTo>
                <a:lnTo>
                  <a:pt x="2020790" y="167185"/>
                </a:lnTo>
                <a:lnTo>
                  <a:pt x="2021685" y="167163"/>
                </a:lnTo>
                <a:lnTo>
                  <a:pt x="2022571" y="167126"/>
                </a:lnTo>
                <a:lnTo>
                  <a:pt x="2023448" y="167075"/>
                </a:lnTo>
                <a:lnTo>
                  <a:pt x="2024317" y="167009"/>
                </a:lnTo>
                <a:lnTo>
                  <a:pt x="2025176" y="166928"/>
                </a:lnTo>
                <a:lnTo>
                  <a:pt x="2026027" y="166832"/>
                </a:lnTo>
                <a:lnTo>
                  <a:pt x="2026869" y="166722"/>
                </a:lnTo>
                <a:lnTo>
                  <a:pt x="2027702" y="166597"/>
                </a:lnTo>
                <a:lnTo>
                  <a:pt x="2028526" y="166457"/>
                </a:lnTo>
                <a:lnTo>
                  <a:pt x="2029342" y="166302"/>
                </a:lnTo>
                <a:lnTo>
                  <a:pt x="2030149" y="166133"/>
                </a:lnTo>
                <a:lnTo>
                  <a:pt x="2030947" y="165949"/>
                </a:lnTo>
                <a:lnTo>
                  <a:pt x="2031736" y="165750"/>
                </a:lnTo>
                <a:lnTo>
                  <a:pt x="2032516" y="165537"/>
                </a:lnTo>
                <a:lnTo>
                  <a:pt x="2033287" y="165309"/>
                </a:lnTo>
                <a:lnTo>
                  <a:pt x="2034050" y="165066"/>
                </a:lnTo>
                <a:lnTo>
                  <a:pt x="2034803" y="164809"/>
                </a:lnTo>
                <a:lnTo>
                  <a:pt x="2035548" y="164536"/>
                </a:lnTo>
                <a:lnTo>
                  <a:pt x="2036284" y="164249"/>
                </a:lnTo>
                <a:lnTo>
                  <a:pt x="2037011" y="163948"/>
                </a:lnTo>
                <a:lnTo>
                  <a:pt x="2037730" y="163631"/>
                </a:lnTo>
                <a:lnTo>
                  <a:pt x="2038439" y="163300"/>
                </a:lnTo>
                <a:lnTo>
                  <a:pt x="2039140" y="162954"/>
                </a:lnTo>
                <a:lnTo>
                  <a:pt x="2039830" y="162594"/>
                </a:lnTo>
                <a:lnTo>
                  <a:pt x="2040507" y="162221"/>
                </a:lnTo>
                <a:lnTo>
                  <a:pt x="2041172" y="161833"/>
                </a:lnTo>
                <a:lnTo>
                  <a:pt x="2041823" y="161433"/>
                </a:lnTo>
                <a:lnTo>
                  <a:pt x="2042462" y="161018"/>
                </a:lnTo>
                <a:lnTo>
                  <a:pt x="2043088" y="160590"/>
                </a:lnTo>
                <a:lnTo>
                  <a:pt x="2043702" y="160149"/>
                </a:lnTo>
                <a:lnTo>
                  <a:pt x="2044302" y="159694"/>
                </a:lnTo>
                <a:lnTo>
                  <a:pt x="2044890" y="159225"/>
                </a:lnTo>
                <a:lnTo>
                  <a:pt x="2045465" y="158743"/>
                </a:lnTo>
                <a:lnTo>
                  <a:pt x="2046028" y="158247"/>
                </a:lnTo>
                <a:lnTo>
                  <a:pt x="2046577" y="157737"/>
                </a:lnTo>
                <a:lnTo>
                  <a:pt x="2047114" y="157214"/>
                </a:lnTo>
                <a:lnTo>
                  <a:pt x="2047638" y="156677"/>
                </a:lnTo>
                <a:lnTo>
                  <a:pt x="2048150" y="156127"/>
                </a:lnTo>
                <a:lnTo>
                  <a:pt x="2048648" y="155563"/>
                </a:lnTo>
                <a:lnTo>
                  <a:pt x="2049134" y="154985"/>
                </a:lnTo>
                <a:lnTo>
                  <a:pt x="2049607" y="154394"/>
                </a:lnTo>
                <a:lnTo>
                  <a:pt x="2050068" y="153790"/>
                </a:lnTo>
                <a:lnTo>
                  <a:pt x="2050515" y="153171"/>
                </a:lnTo>
                <a:lnTo>
                  <a:pt x="2050950" y="152539"/>
                </a:lnTo>
                <a:lnTo>
                  <a:pt x="2051372" y="151894"/>
                </a:lnTo>
                <a:lnTo>
                  <a:pt x="2051781" y="151235"/>
                </a:lnTo>
                <a:lnTo>
                  <a:pt x="2052178" y="150562"/>
                </a:lnTo>
                <a:lnTo>
                  <a:pt x="2052560" y="149877"/>
                </a:lnTo>
                <a:lnTo>
                  <a:pt x="2052926" y="149180"/>
                </a:lnTo>
                <a:lnTo>
                  <a:pt x="2053275" y="148471"/>
                </a:lnTo>
                <a:lnTo>
                  <a:pt x="2053609" y="147750"/>
                </a:lnTo>
                <a:lnTo>
                  <a:pt x="2053926" y="147018"/>
                </a:lnTo>
                <a:lnTo>
                  <a:pt x="2054226" y="146273"/>
                </a:lnTo>
                <a:lnTo>
                  <a:pt x="2054511" y="145517"/>
                </a:lnTo>
                <a:lnTo>
                  <a:pt x="2054779" y="144750"/>
                </a:lnTo>
                <a:lnTo>
                  <a:pt x="2055031" y="143970"/>
                </a:lnTo>
                <a:lnTo>
                  <a:pt x="2055267" y="143179"/>
                </a:lnTo>
                <a:lnTo>
                  <a:pt x="2055487" y="142376"/>
                </a:lnTo>
                <a:lnTo>
                  <a:pt x="2055690" y="141561"/>
                </a:lnTo>
                <a:lnTo>
                  <a:pt x="2055877" y="140734"/>
                </a:lnTo>
                <a:lnTo>
                  <a:pt x="2056047" y="139896"/>
                </a:lnTo>
                <a:lnTo>
                  <a:pt x="2056202" y="139045"/>
                </a:lnTo>
                <a:lnTo>
                  <a:pt x="2056340" y="138183"/>
                </a:lnTo>
                <a:lnTo>
                  <a:pt x="2056462" y="137310"/>
                </a:lnTo>
                <a:lnTo>
                  <a:pt x="2056568" y="136424"/>
                </a:lnTo>
                <a:lnTo>
                  <a:pt x="2056657" y="135527"/>
                </a:lnTo>
                <a:lnTo>
                  <a:pt x="2056730" y="134618"/>
                </a:lnTo>
                <a:lnTo>
                  <a:pt x="2056787" y="133697"/>
                </a:lnTo>
                <a:lnTo>
                  <a:pt x="2056828" y="132764"/>
                </a:lnTo>
                <a:lnTo>
                  <a:pt x="2056852" y="131820"/>
                </a:lnTo>
                <a:lnTo>
                  <a:pt x="2056860" y="130864"/>
                </a:lnTo>
                <a:lnTo>
                  <a:pt x="2056860" y="45370"/>
                </a:lnTo>
                <a:lnTo>
                  <a:pt x="2043298" y="45370"/>
                </a:lnTo>
                <a:lnTo>
                  <a:pt x="2042607" y="55035"/>
                </a:lnTo>
                <a:lnTo>
                  <a:pt x="2042531" y="54937"/>
                </a:lnTo>
                <a:lnTo>
                  <a:pt x="2042168" y="54487"/>
                </a:lnTo>
                <a:lnTo>
                  <a:pt x="2041798" y="54047"/>
                </a:lnTo>
                <a:lnTo>
                  <a:pt x="2041422" y="53615"/>
                </a:lnTo>
                <a:close/>
                <a:moveTo>
                  <a:pt x="2041547" y="109330"/>
                </a:moveTo>
                <a:lnTo>
                  <a:pt x="2041314" y="109765"/>
                </a:lnTo>
                <a:lnTo>
                  <a:pt x="2041078" y="110197"/>
                </a:lnTo>
                <a:lnTo>
                  <a:pt x="2040835" y="110624"/>
                </a:lnTo>
                <a:lnTo>
                  <a:pt x="2040586" y="111044"/>
                </a:lnTo>
                <a:lnTo>
                  <a:pt x="2040330" y="111457"/>
                </a:lnTo>
                <a:lnTo>
                  <a:pt x="2040067" y="111863"/>
                </a:lnTo>
                <a:lnTo>
                  <a:pt x="2039798" y="112262"/>
                </a:lnTo>
                <a:lnTo>
                  <a:pt x="2039521" y="112654"/>
                </a:lnTo>
                <a:lnTo>
                  <a:pt x="2039237" y="113039"/>
                </a:lnTo>
                <a:lnTo>
                  <a:pt x="2038947" y="113417"/>
                </a:lnTo>
                <a:lnTo>
                  <a:pt x="2038650" y="113788"/>
                </a:lnTo>
                <a:lnTo>
                  <a:pt x="2038346" y="114152"/>
                </a:lnTo>
                <a:lnTo>
                  <a:pt x="2038035" y="114509"/>
                </a:lnTo>
                <a:lnTo>
                  <a:pt x="2037717" y="114859"/>
                </a:lnTo>
                <a:lnTo>
                  <a:pt x="2037392" y="115202"/>
                </a:lnTo>
                <a:lnTo>
                  <a:pt x="2037061" y="115538"/>
                </a:lnTo>
                <a:lnTo>
                  <a:pt x="2036723" y="115867"/>
                </a:lnTo>
                <a:lnTo>
                  <a:pt x="2036377" y="116189"/>
                </a:lnTo>
                <a:lnTo>
                  <a:pt x="2036025" y="116504"/>
                </a:lnTo>
                <a:lnTo>
                  <a:pt x="2035666" y="116812"/>
                </a:lnTo>
                <a:lnTo>
                  <a:pt x="2035300" y="117113"/>
                </a:lnTo>
                <a:lnTo>
                  <a:pt x="2034927" y="117407"/>
                </a:lnTo>
                <a:lnTo>
                  <a:pt x="2034548" y="117694"/>
                </a:lnTo>
                <a:lnTo>
                  <a:pt x="2034161" y="117973"/>
                </a:lnTo>
                <a:lnTo>
                  <a:pt x="2033768" y="118246"/>
                </a:lnTo>
                <a:lnTo>
                  <a:pt x="2033368" y="118512"/>
                </a:lnTo>
                <a:lnTo>
                  <a:pt x="2032960" y="118769"/>
                </a:lnTo>
                <a:lnTo>
                  <a:pt x="2032543" y="119015"/>
                </a:lnTo>
                <a:lnTo>
                  <a:pt x="2032116" y="119250"/>
                </a:lnTo>
                <a:lnTo>
                  <a:pt x="2031681" y="119474"/>
                </a:lnTo>
                <a:lnTo>
                  <a:pt x="2031237" y="119687"/>
                </a:lnTo>
                <a:lnTo>
                  <a:pt x="2030784" y="119890"/>
                </a:lnTo>
                <a:lnTo>
                  <a:pt x="2030322" y="120081"/>
                </a:lnTo>
                <a:lnTo>
                  <a:pt x="2029852" y="120261"/>
                </a:lnTo>
                <a:lnTo>
                  <a:pt x="2029372" y="120431"/>
                </a:lnTo>
                <a:lnTo>
                  <a:pt x="2028883" y="120589"/>
                </a:lnTo>
                <a:lnTo>
                  <a:pt x="2028385" y="120737"/>
                </a:lnTo>
                <a:lnTo>
                  <a:pt x="2027878" y="120874"/>
                </a:lnTo>
                <a:lnTo>
                  <a:pt x="2027362" y="120999"/>
                </a:lnTo>
                <a:lnTo>
                  <a:pt x="2026838" y="121114"/>
                </a:lnTo>
                <a:lnTo>
                  <a:pt x="2026304" y="121218"/>
                </a:lnTo>
                <a:lnTo>
                  <a:pt x="2025761" y="121311"/>
                </a:lnTo>
                <a:lnTo>
                  <a:pt x="2025210" y="121393"/>
                </a:lnTo>
                <a:lnTo>
                  <a:pt x="2024649" y="121464"/>
                </a:lnTo>
                <a:lnTo>
                  <a:pt x="2024079" y="121524"/>
                </a:lnTo>
                <a:lnTo>
                  <a:pt x="2023501" y="121573"/>
                </a:lnTo>
                <a:lnTo>
                  <a:pt x="2022913" y="121611"/>
                </a:lnTo>
                <a:lnTo>
                  <a:pt x="2022317" y="121639"/>
                </a:lnTo>
                <a:lnTo>
                  <a:pt x="2021711" y="121655"/>
                </a:lnTo>
                <a:lnTo>
                  <a:pt x="2021097" y="121661"/>
                </a:lnTo>
                <a:lnTo>
                  <a:pt x="2020595" y="121656"/>
                </a:lnTo>
                <a:lnTo>
                  <a:pt x="2020099" y="121644"/>
                </a:lnTo>
                <a:lnTo>
                  <a:pt x="2019610" y="121622"/>
                </a:lnTo>
                <a:lnTo>
                  <a:pt x="2019126" y="121592"/>
                </a:lnTo>
                <a:lnTo>
                  <a:pt x="2018648" y="121554"/>
                </a:lnTo>
                <a:lnTo>
                  <a:pt x="2018175" y="121507"/>
                </a:lnTo>
                <a:lnTo>
                  <a:pt x="2017709" y="121451"/>
                </a:lnTo>
                <a:lnTo>
                  <a:pt x="2017249" y="121387"/>
                </a:lnTo>
                <a:lnTo>
                  <a:pt x="2016794" y="121314"/>
                </a:lnTo>
                <a:lnTo>
                  <a:pt x="2016345" y="121233"/>
                </a:lnTo>
                <a:lnTo>
                  <a:pt x="2015903" y="121143"/>
                </a:lnTo>
                <a:lnTo>
                  <a:pt x="2015466" y="121045"/>
                </a:lnTo>
                <a:lnTo>
                  <a:pt x="2015035" y="120938"/>
                </a:lnTo>
                <a:lnTo>
                  <a:pt x="2014610" y="120823"/>
                </a:lnTo>
                <a:lnTo>
                  <a:pt x="2014191" y="120699"/>
                </a:lnTo>
                <a:lnTo>
                  <a:pt x="2013777" y="120566"/>
                </a:lnTo>
                <a:lnTo>
                  <a:pt x="2013370" y="120425"/>
                </a:lnTo>
                <a:lnTo>
                  <a:pt x="2012968" y="120276"/>
                </a:lnTo>
                <a:lnTo>
                  <a:pt x="2012573" y="120117"/>
                </a:lnTo>
                <a:lnTo>
                  <a:pt x="2012183" y="119951"/>
                </a:lnTo>
                <a:lnTo>
                  <a:pt x="2011799" y="119775"/>
                </a:lnTo>
                <a:lnTo>
                  <a:pt x="2011421" y="119592"/>
                </a:lnTo>
                <a:lnTo>
                  <a:pt x="2011049" y="119399"/>
                </a:lnTo>
                <a:lnTo>
                  <a:pt x="2010683" y="119198"/>
                </a:lnTo>
                <a:lnTo>
                  <a:pt x="2010322" y="118990"/>
                </a:lnTo>
                <a:lnTo>
                  <a:pt x="2009967" y="118775"/>
                </a:lnTo>
                <a:lnTo>
                  <a:pt x="2009617" y="118553"/>
                </a:lnTo>
                <a:lnTo>
                  <a:pt x="2009273" y="118325"/>
                </a:lnTo>
                <a:lnTo>
                  <a:pt x="2008934" y="118090"/>
                </a:lnTo>
                <a:lnTo>
                  <a:pt x="2008601" y="117849"/>
                </a:lnTo>
                <a:lnTo>
                  <a:pt x="2008273" y="117601"/>
                </a:lnTo>
                <a:lnTo>
                  <a:pt x="2007951" y="117346"/>
                </a:lnTo>
                <a:lnTo>
                  <a:pt x="2007634" y="117085"/>
                </a:lnTo>
                <a:lnTo>
                  <a:pt x="2007323" y="116817"/>
                </a:lnTo>
                <a:lnTo>
                  <a:pt x="2007017" y="116543"/>
                </a:lnTo>
                <a:lnTo>
                  <a:pt x="2006717" y="116262"/>
                </a:lnTo>
                <a:lnTo>
                  <a:pt x="2006422" y="115974"/>
                </a:lnTo>
                <a:lnTo>
                  <a:pt x="2006132" y="115680"/>
                </a:lnTo>
                <a:lnTo>
                  <a:pt x="2005848" y="115379"/>
                </a:lnTo>
                <a:lnTo>
                  <a:pt x="2005570" y="115072"/>
                </a:lnTo>
                <a:lnTo>
                  <a:pt x="2005297" y="114758"/>
                </a:lnTo>
                <a:lnTo>
                  <a:pt x="2005029" y="114438"/>
                </a:lnTo>
                <a:lnTo>
                  <a:pt x="2004767" y="114111"/>
                </a:lnTo>
                <a:lnTo>
                  <a:pt x="2004510" y="113777"/>
                </a:lnTo>
                <a:lnTo>
                  <a:pt x="2004259" y="113437"/>
                </a:lnTo>
                <a:lnTo>
                  <a:pt x="2004013" y="113090"/>
                </a:lnTo>
                <a:lnTo>
                  <a:pt x="2003773" y="112737"/>
                </a:lnTo>
                <a:lnTo>
                  <a:pt x="2003538" y="112377"/>
                </a:lnTo>
                <a:lnTo>
                  <a:pt x="2003308" y="112011"/>
                </a:lnTo>
                <a:lnTo>
                  <a:pt x="2003084" y="111641"/>
                </a:lnTo>
                <a:lnTo>
                  <a:pt x="2002864" y="111265"/>
                </a:lnTo>
                <a:lnTo>
                  <a:pt x="2002650" y="110885"/>
                </a:lnTo>
                <a:lnTo>
                  <a:pt x="2002440" y="110501"/>
                </a:lnTo>
                <a:lnTo>
                  <a:pt x="2002236" y="110111"/>
                </a:lnTo>
                <a:lnTo>
                  <a:pt x="2002037" y="109717"/>
                </a:lnTo>
                <a:lnTo>
                  <a:pt x="2001843" y="109318"/>
                </a:lnTo>
                <a:lnTo>
                  <a:pt x="2001653" y="108914"/>
                </a:lnTo>
                <a:lnTo>
                  <a:pt x="2001469" y="108506"/>
                </a:lnTo>
                <a:lnTo>
                  <a:pt x="2001290" y="108092"/>
                </a:lnTo>
                <a:lnTo>
                  <a:pt x="2001116" y="107674"/>
                </a:lnTo>
                <a:lnTo>
                  <a:pt x="2000947" y="107251"/>
                </a:lnTo>
                <a:lnTo>
                  <a:pt x="2000783" y="106824"/>
                </a:lnTo>
                <a:lnTo>
                  <a:pt x="2000624" y="106391"/>
                </a:lnTo>
                <a:lnTo>
                  <a:pt x="2000470" y="105954"/>
                </a:lnTo>
                <a:lnTo>
                  <a:pt x="2000321" y="105512"/>
                </a:lnTo>
                <a:lnTo>
                  <a:pt x="2000178" y="105066"/>
                </a:lnTo>
                <a:lnTo>
                  <a:pt x="2000039" y="104614"/>
                </a:lnTo>
                <a:lnTo>
                  <a:pt x="1999905" y="104158"/>
                </a:lnTo>
                <a:lnTo>
                  <a:pt x="1999776" y="103697"/>
                </a:lnTo>
                <a:lnTo>
                  <a:pt x="1999653" y="103231"/>
                </a:lnTo>
                <a:lnTo>
                  <a:pt x="1999534" y="102761"/>
                </a:lnTo>
                <a:lnTo>
                  <a:pt x="1999421" y="102285"/>
                </a:lnTo>
                <a:lnTo>
                  <a:pt x="1999312" y="101806"/>
                </a:lnTo>
                <a:lnTo>
                  <a:pt x="1999208" y="101324"/>
                </a:lnTo>
                <a:lnTo>
                  <a:pt x="1999108" y="100840"/>
                </a:lnTo>
                <a:lnTo>
                  <a:pt x="1999014" y="100352"/>
                </a:lnTo>
                <a:lnTo>
                  <a:pt x="1998923" y="99862"/>
                </a:lnTo>
                <a:lnTo>
                  <a:pt x="1998838" y="99369"/>
                </a:lnTo>
                <a:lnTo>
                  <a:pt x="1998757" y="98873"/>
                </a:lnTo>
                <a:lnTo>
                  <a:pt x="1998681" y="98374"/>
                </a:lnTo>
                <a:lnTo>
                  <a:pt x="1998609" y="97873"/>
                </a:lnTo>
                <a:lnTo>
                  <a:pt x="1998542" y="97369"/>
                </a:lnTo>
                <a:lnTo>
                  <a:pt x="1998479" y="96862"/>
                </a:lnTo>
                <a:lnTo>
                  <a:pt x="1998422" y="96352"/>
                </a:lnTo>
                <a:lnTo>
                  <a:pt x="1998368" y="95839"/>
                </a:lnTo>
                <a:lnTo>
                  <a:pt x="1998320" y="95324"/>
                </a:lnTo>
                <a:lnTo>
                  <a:pt x="1998276" y="94805"/>
                </a:lnTo>
                <a:lnTo>
                  <a:pt x="1998237" y="94284"/>
                </a:lnTo>
                <a:lnTo>
                  <a:pt x="1998202" y="93760"/>
                </a:lnTo>
                <a:lnTo>
                  <a:pt x="1998172" y="93233"/>
                </a:lnTo>
                <a:lnTo>
                  <a:pt x="1998146" y="92704"/>
                </a:lnTo>
                <a:lnTo>
                  <a:pt x="1998126" y="92172"/>
                </a:lnTo>
                <a:lnTo>
                  <a:pt x="1998109" y="91637"/>
                </a:lnTo>
                <a:lnTo>
                  <a:pt x="1998098" y="91099"/>
                </a:lnTo>
                <a:lnTo>
                  <a:pt x="1998091" y="90558"/>
                </a:lnTo>
                <a:lnTo>
                  <a:pt x="1998089" y="90014"/>
                </a:lnTo>
                <a:lnTo>
                  <a:pt x="1998089" y="88319"/>
                </a:lnTo>
                <a:lnTo>
                  <a:pt x="1998091" y="87775"/>
                </a:lnTo>
                <a:lnTo>
                  <a:pt x="1998098" y="87234"/>
                </a:lnTo>
                <a:lnTo>
                  <a:pt x="1998109" y="86696"/>
                </a:lnTo>
                <a:lnTo>
                  <a:pt x="1998126" y="86161"/>
                </a:lnTo>
                <a:lnTo>
                  <a:pt x="1998146" y="85628"/>
                </a:lnTo>
                <a:lnTo>
                  <a:pt x="1998172" y="85097"/>
                </a:lnTo>
                <a:lnTo>
                  <a:pt x="1998202" y="84570"/>
                </a:lnTo>
                <a:lnTo>
                  <a:pt x="1998237" y="84045"/>
                </a:lnTo>
                <a:lnTo>
                  <a:pt x="1998276" y="83523"/>
                </a:lnTo>
                <a:lnTo>
                  <a:pt x="1998320" y="83003"/>
                </a:lnTo>
                <a:lnTo>
                  <a:pt x="1998368" y="82486"/>
                </a:lnTo>
                <a:lnTo>
                  <a:pt x="1998422" y="81972"/>
                </a:lnTo>
                <a:lnTo>
                  <a:pt x="1998479" y="81460"/>
                </a:lnTo>
                <a:lnTo>
                  <a:pt x="1998542" y="80951"/>
                </a:lnTo>
                <a:lnTo>
                  <a:pt x="1998609" y="80445"/>
                </a:lnTo>
                <a:lnTo>
                  <a:pt x="1998681" y="79941"/>
                </a:lnTo>
                <a:lnTo>
                  <a:pt x="1998757" y="79440"/>
                </a:lnTo>
                <a:lnTo>
                  <a:pt x="1998838" y="78942"/>
                </a:lnTo>
                <a:lnTo>
                  <a:pt x="1998923" y="78446"/>
                </a:lnTo>
                <a:lnTo>
                  <a:pt x="1999014" y="77953"/>
                </a:lnTo>
                <a:lnTo>
                  <a:pt x="1999108" y="77463"/>
                </a:lnTo>
                <a:lnTo>
                  <a:pt x="1999208" y="76975"/>
                </a:lnTo>
                <a:lnTo>
                  <a:pt x="1999312" y="76490"/>
                </a:lnTo>
                <a:lnTo>
                  <a:pt x="1999421" y="76008"/>
                </a:lnTo>
                <a:lnTo>
                  <a:pt x="1999534" y="75529"/>
                </a:lnTo>
                <a:lnTo>
                  <a:pt x="1999653" y="75055"/>
                </a:lnTo>
                <a:lnTo>
                  <a:pt x="1999776" y="74586"/>
                </a:lnTo>
                <a:lnTo>
                  <a:pt x="1999905" y="74122"/>
                </a:lnTo>
                <a:lnTo>
                  <a:pt x="2000039" y="73662"/>
                </a:lnTo>
                <a:lnTo>
                  <a:pt x="2000178" y="73207"/>
                </a:lnTo>
                <a:lnTo>
                  <a:pt x="2000321" y="72757"/>
                </a:lnTo>
                <a:lnTo>
                  <a:pt x="2000470" y="72312"/>
                </a:lnTo>
                <a:lnTo>
                  <a:pt x="2000624" y="71871"/>
                </a:lnTo>
                <a:lnTo>
                  <a:pt x="2000783" y="71436"/>
                </a:lnTo>
                <a:lnTo>
                  <a:pt x="2000947" y="71005"/>
                </a:lnTo>
                <a:lnTo>
                  <a:pt x="2001116" y="70579"/>
                </a:lnTo>
                <a:lnTo>
                  <a:pt x="2001290" y="70157"/>
                </a:lnTo>
                <a:lnTo>
                  <a:pt x="2001469" y="69740"/>
                </a:lnTo>
                <a:lnTo>
                  <a:pt x="2001653" y="69328"/>
                </a:lnTo>
                <a:lnTo>
                  <a:pt x="2001843" y="68921"/>
                </a:lnTo>
                <a:lnTo>
                  <a:pt x="2002037" y="68519"/>
                </a:lnTo>
                <a:lnTo>
                  <a:pt x="2002236" y="68121"/>
                </a:lnTo>
                <a:lnTo>
                  <a:pt x="2002440" y="67728"/>
                </a:lnTo>
                <a:lnTo>
                  <a:pt x="2002650" y="67340"/>
                </a:lnTo>
                <a:lnTo>
                  <a:pt x="2002864" y="66957"/>
                </a:lnTo>
                <a:lnTo>
                  <a:pt x="2003084" y="66578"/>
                </a:lnTo>
                <a:lnTo>
                  <a:pt x="2003308" y="66205"/>
                </a:lnTo>
                <a:lnTo>
                  <a:pt x="2003538" y="65836"/>
                </a:lnTo>
                <a:lnTo>
                  <a:pt x="2003773" y="65472"/>
                </a:lnTo>
                <a:lnTo>
                  <a:pt x="2004013" y="65115"/>
                </a:lnTo>
                <a:lnTo>
                  <a:pt x="2004259" y="64765"/>
                </a:lnTo>
                <a:lnTo>
                  <a:pt x="2004511" y="64421"/>
                </a:lnTo>
                <a:lnTo>
                  <a:pt x="2004768" y="64083"/>
                </a:lnTo>
                <a:lnTo>
                  <a:pt x="2005031" y="63752"/>
                </a:lnTo>
                <a:lnTo>
                  <a:pt x="2005300" y="63427"/>
                </a:lnTo>
                <a:lnTo>
                  <a:pt x="2005574" y="63109"/>
                </a:lnTo>
                <a:lnTo>
                  <a:pt x="2005854" y="62797"/>
                </a:lnTo>
                <a:lnTo>
                  <a:pt x="2006139" y="62491"/>
                </a:lnTo>
                <a:lnTo>
                  <a:pt x="2006430" y="62193"/>
                </a:lnTo>
                <a:lnTo>
                  <a:pt x="2006727" y="61900"/>
                </a:lnTo>
                <a:lnTo>
                  <a:pt x="2007029" y="61614"/>
                </a:lnTo>
                <a:lnTo>
                  <a:pt x="2007337" y="61334"/>
                </a:lnTo>
                <a:lnTo>
                  <a:pt x="2007650" y="61061"/>
                </a:lnTo>
                <a:lnTo>
                  <a:pt x="2007969" y="60794"/>
                </a:lnTo>
                <a:lnTo>
                  <a:pt x="2008294" y="60534"/>
                </a:lnTo>
                <a:lnTo>
                  <a:pt x="2008624" y="60280"/>
                </a:lnTo>
                <a:lnTo>
                  <a:pt x="2008960" y="60033"/>
                </a:lnTo>
                <a:lnTo>
                  <a:pt x="2009301" y="59792"/>
                </a:lnTo>
                <a:lnTo>
                  <a:pt x="2009648" y="59558"/>
                </a:lnTo>
                <a:lnTo>
                  <a:pt x="2010001" y="59330"/>
                </a:lnTo>
                <a:lnTo>
                  <a:pt x="2010359" y="59108"/>
                </a:lnTo>
                <a:lnTo>
                  <a:pt x="2010723" y="58893"/>
                </a:lnTo>
                <a:lnTo>
                  <a:pt x="2011093" y="58685"/>
                </a:lnTo>
                <a:lnTo>
                  <a:pt x="2011468" y="58487"/>
                </a:lnTo>
                <a:lnTo>
                  <a:pt x="2011850" y="58297"/>
                </a:lnTo>
                <a:lnTo>
                  <a:pt x="2012238" y="58116"/>
                </a:lnTo>
                <a:lnTo>
                  <a:pt x="2012632" y="57944"/>
                </a:lnTo>
                <a:lnTo>
                  <a:pt x="2013031" y="57780"/>
                </a:lnTo>
                <a:lnTo>
                  <a:pt x="2013437" y="57626"/>
                </a:lnTo>
                <a:lnTo>
                  <a:pt x="2013849" y="57480"/>
                </a:lnTo>
                <a:lnTo>
                  <a:pt x="2014267" y="57343"/>
                </a:lnTo>
                <a:lnTo>
                  <a:pt x="2014691" y="57215"/>
                </a:lnTo>
                <a:lnTo>
                  <a:pt x="2015121" y="57096"/>
                </a:lnTo>
                <a:lnTo>
                  <a:pt x="2015557" y="56986"/>
                </a:lnTo>
                <a:lnTo>
                  <a:pt x="2015999" y="56884"/>
                </a:lnTo>
                <a:lnTo>
                  <a:pt x="2016447" y="56791"/>
                </a:lnTo>
                <a:lnTo>
                  <a:pt x="2016901" y="56707"/>
                </a:lnTo>
                <a:lnTo>
                  <a:pt x="2017361" y="56632"/>
                </a:lnTo>
                <a:lnTo>
                  <a:pt x="2017827" y="56566"/>
                </a:lnTo>
                <a:lnTo>
                  <a:pt x="2018299" y="56509"/>
                </a:lnTo>
                <a:lnTo>
                  <a:pt x="2018777" y="56460"/>
                </a:lnTo>
                <a:lnTo>
                  <a:pt x="2019261" y="56420"/>
                </a:lnTo>
                <a:lnTo>
                  <a:pt x="2019751" y="56390"/>
                </a:lnTo>
                <a:lnTo>
                  <a:pt x="2020248" y="56367"/>
                </a:lnTo>
                <a:lnTo>
                  <a:pt x="2020750" y="56354"/>
                </a:lnTo>
                <a:lnTo>
                  <a:pt x="2021258" y="56350"/>
                </a:lnTo>
                <a:lnTo>
                  <a:pt x="2021727" y="56353"/>
                </a:lnTo>
                <a:lnTo>
                  <a:pt x="2022190" y="56363"/>
                </a:lnTo>
                <a:lnTo>
                  <a:pt x="2022648" y="56380"/>
                </a:lnTo>
                <a:lnTo>
                  <a:pt x="2023102" y="56404"/>
                </a:lnTo>
                <a:lnTo>
                  <a:pt x="2023550" y="56434"/>
                </a:lnTo>
                <a:lnTo>
                  <a:pt x="2023993" y="56471"/>
                </a:lnTo>
                <a:lnTo>
                  <a:pt x="2024431" y="56515"/>
                </a:lnTo>
                <a:lnTo>
                  <a:pt x="2024864" y="56565"/>
                </a:lnTo>
                <a:lnTo>
                  <a:pt x="2025292" y="56622"/>
                </a:lnTo>
                <a:lnTo>
                  <a:pt x="2025715" y="56686"/>
                </a:lnTo>
                <a:lnTo>
                  <a:pt x="2026133" y="56757"/>
                </a:lnTo>
                <a:lnTo>
                  <a:pt x="2026546" y="56834"/>
                </a:lnTo>
                <a:lnTo>
                  <a:pt x="2026954" y="56918"/>
                </a:lnTo>
                <a:lnTo>
                  <a:pt x="2027357" y="57009"/>
                </a:lnTo>
                <a:lnTo>
                  <a:pt x="2027755" y="57107"/>
                </a:lnTo>
                <a:lnTo>
                  <a:pt x="2028147" y="57211"/>
                </a:lnTo>
                <a:lnTo>
                  <a:pt x="2028535" y="57322"/>
                </a:lnTo>
                <a:lnTo>
                  <a:pt x="2028918" y="57440"/>
                </a:lnTo>
                <a:lnTo>
                  <a:pt x="2029295" y="57564"/>
                </a:lnTo>
                <a:lnTo>
                  <a:pt x="2029668" y="57695"/>
                </a:lnTo>
                <a:lnTo>
                  <a:pt x="2030035" y="57833"/>
                </a:lnTo>
                <a:lnTo>
                  <a:pt x="2030398" y="57978"/>
                </a:lnTo>
                <a:lnTo>
                  <a:pt x="2030755" y="58129"/>
                </a:lnTo>
                <a:lnTo>
                  <a:pt x="2031107" y="58287"/>
                </a:lnTo>
                <a:lnTo>
                  <a:pt x="2031455" y="58451"/>
                </a:lnTo>
                <a:lnTo>
                  <a:pt x="2031798" y="58620"/>
                </a:lnTo>
                <a:lnTo>
                  <a:pt x="2032136" y="58793"/>
                </a:lnTo>
                <a:lnTo>
                  <a:pt x="2032470" y="58970"/>
                </a:lnTo>
                <a:lnTo>
                  <a:pt x="2032799" y="59152"/>
                </a:lnTo>
                <a:lnTo>
                  <a:pt x="2033123" y="59339"/>
                </a:lnTo>
                <a:lnTo>
                  <a:pt x="2033443" y="59531"/>
                </a:lnTo>
                <a:lnTo>
                  <a:pt x="2033758" y="59727"/>
                </a:lnTo>
                <a:lnTo>
                  <a:pt x="2034069" y="59928"/>
                </a:lnTo>
                <a:lnTo>
                  <a:pt x="2034374" y="60133"/>
                </a:lnTo>
                <a:lnTo>
                  <a:pt x="2034676" y="60343"/>
                </a:lnTo>
                <a:lnTo>
                  <a:pt x="2034972" y="60558"/>
                </a:lnTo>
                <a:lnTo>
                  <a:pt x="2035264" y="60777"/>
                </a:lnTo>
                <a:lnTo>
                  <a:pt x="2035552" y="61001"/>
                </a:lnTo>
                <a:lnTo>
                  <a:pt x="2035834" y="61230"/>
                </a:lnTo>
                <a:lnTo>
                  <a:pt x="2036113" y="61463"/>
                </a:lnTo>
                <a:lnTo>
                  <a:pt x="2036386" y="61700"/>
                </a:lnTo>
                <a:lnTo>
                  <a:pt x="2036655" y="61943"/>
                </a:lnTo>
                <a:lnTo>
                  <a:pt x="2036919" y="62190"/>
                </a:lnTo>
                <a:lnTo>
                  <a:pt x="2037179" y="62442"/>
                </a:lnTo>
                <a:lnTo>
                  <a:pt x="2037434" y="62698"/>
                </a:lnTo>
                <a:lnTo>
                  <a:pt x="2037684" y="62959"/>
                </a:lnTo>
                <a:lnTo>
                  <a:pt x="2037930" y="63224"/>
                </a:lnTo>
                <a:lnTo>
                  <a:pt x="2038171" y="63494"/>
                </a:lnTo>
                <a:lnTo>
                  <a:pt x="2038408" y="63768"/>
                </a:lnTo>
                <a:lnTo>
                  <a:pt x="2038642" y="64046"/>
                </a:lnTo>
                <a:lnTo>
                  <a:pt x="2038871" y="64326"/>
                </a:lnTo>
                <a:lnTo>
                  <a:pt x="2039097" y="64609"/>
                </a:lnTo>
                <a:lnTo>
                  <a:pt x="2039320" y="64895"/>
                </a:lnTo>
                <a:lnTo>
                  <a:pt x="2039539" y="65185"/>
                </a:lnTo>
                <a:lnTo>
                  <a:pt x="2039754" y="65477"/>
                </a:lnTo>
                <a:lnTo>
                  <a:pt x="2039965" y="65773"/>
                </a:lnTo>
                <a:lnTo>
                  <a:pt x="2040173" y="66072"/>
                </a:lnTo>
                <a:lnTo>
                  <a:pt x="2040377" y="66373"/>
                </a:lnTo>
                <a:lnTo>
                  <a:pt x="2040578" y="66678"/>
                </a:lnTo>
                <a:lnTo>
                  <a:pt x="2040775" y="66986"/>
                </a:lnTo>
                <a:lnTo>
                  <a:pt x="2040968" y="67297"/>
                </a:lnTo>
                <a:lnTo>
                  <a:pt x="2041158" y="67611"/>
                </a:lnTo>
                <a:lnTo>
                  <a:pt x="2041344" y="67928"/>
                </a:lnTo>
                <a:lnTo>
                  <a:pt x="2041526" y="68249"/>
                </a:lnTo>
                <a:lnTo>
                  <a:pt x="2041705" y="68572"/>
                </a:lnTo>
                <a:lnTo>
                  <a:pt x="2041880" y="68898"/>
                </a:lnTo>
                <a:lnTo>
                  <a:pt x="2041925" y="68986"/>
                </a:lnTo>
                <a:lnTo>
                  <a:pt x="2041925" y="108594"/>
                </a:lnTo>
                <a:lnTo>
                  <a:pt x="2041774" y="108891"/>
                </a:lnTo>
                <a:lnTo>
                  <a:pt x="2041547" y="109330"/>
                </a:lnTo>
                <a:close/>
                <a:moveTo>
                  <a:pt x="1856475" y="132721"/>
                </a:moveTo>
                <a:lnTo>
                  <a:pt x="1871491" y="132721"/>
                </a:lnTo>
                <a:lnTo>
                  <a:pt x="1871491" y="45370"/>
                </a:lnTo>
                <a:lnTo>
                  <a:pt x="1856475" y="45370"/>
                </a:lnTo>
                <a:lnTo>
                  <a:pt x="1856475" y="1327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Text (d)TemporalLocalization">
            <a:extLst xmlns:a="http://schemas.openxmlformats.org/drawingml/2006/main">
              <a:ext uri="{FF2B5EF4-FFF2-40B4-BE49-F238E27FC236}">
                <a16:creationId xmlns:a16="http://schemas.microsoft.com/office/drawing/2014/main" id="{89087275-8E14-46EC-A5AC-F6412163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5190" y="1028562"/>
            <a:ext cx="1975820" cy="170664"/>
          </a:xfrm>
          <a:custGeom xmlns:a="http://schemas.openxmlformats.org/drawingml/2006/main">
            <a:pathLst>
              <a:path w="1975820" h="170664">
                <a:moveTo>
                  <a:pt x="418991" y="132721"/>
                </a:moveTo>
                <a:lnTo>
                  <a:pt x="418991" y="27933"/>
                </a:lnTo>
                <a:lnTo>
                  <a:pt x="456773" y="27933"/>
                </a:lnTo>
                <a:lnTo>
                  <a:pt x="456773" y="15177"/>
                </a:lnTo>
                <a:lnTo>
                  <a:pt x="418991" y="15177"/>
                </a:lnTo>
                <a:lnTo>
                  <a:pt x="403652" y="15177"/>
                </a:lnTo>
                <a:lnTo>
                  <a:pt x="365951" y="15177"/>
                </a:lnTo>
                <a:lnTo>
                  <a:pt x="365951" y="27933"/>
                </a:lnTo>
                <a:lnTo>
                  <a:pt x="403652" y="27933"/>
                </a:lnTo>
                <a:lnTo>
                  <a:pt x="403652" y="132721"/>
                </a:lnTo>
                <a:lnTo>
                  <a:pt x="418991" y="132721"/>
                </a:lnTo>
                <a:close/>
                <a:moveTo>
                  <a:pt x="566711" y="68024"/>
                </a:moveTo>
                <a:lnTo>
                  <a:pt x="566894" y="67651"/>
                </a:lnTo>
                <a:lnTo>
                  <a:pt x="567083" y="67281"/>
                </a:lnTo>
                <a:lnTo>
                  <a:pt x="567276" y="66916"/>
                </a:lnTo>
                <a:lnTo>
                  <a:pt x="567475" y="66554"/>
                </a:lnTo>
                <a:lnTo>
                  <a:pt x="567679" y="66197"/>
                </a:lnTo>
                <a:lnTo>
                  <a:pt x="567888" y="65844"/>
                </a:lnTo>
                <a:lnTo>
                  <a:pt x="568102" y="65495"/>
                </a:lnTo>
                <a:lnTo>
                  <a:pt x="568321" y="65149"/>
                </a:lnTo>
                <a:lnTo>
                  <a:pt x="568546" y="64809"/>
                </a:lnTo>
                <a:lnTo>
                  <a:pt x="568778" y="64476"/>
                </a:lnTo>
                <a:lnTo>
                  <a:pt x="569015" y="64148"/>
                </a:lnTo>
                <a:lnTo>
                  <a:pt x="569259" y="63826"/>
                </a:lnTo>
                <a:lnTo>
                  <a:pt x="569508" y="63511"/>
                </a:lnTo>
                <a:lnTo>
                  <a:pt x="569764" y="63202"/>
                </a:lnTo>
                <a:lnTo>
                  <a:pt x="570026" y="62899"/>
                </a:lnTo>
                <a:lnTo>
                  <a:pt x="570295" y="62602"/>
                </a:lnTo>
                <a:lnTo>
                  <a:pt x="570569" y="62311"/>
                </a:lnTo>
                <a:lnTo>
                  <a:pt x="570850" y="62027"/>
                </a:lnTo>
                <a:lnTo>
                  <a:pt x="571137" y="61748"/>
                </a:lnTo>
                <a:lnTo>
                  <a:pt x="571429" y="61476"/>
                </a:lnTo>
                <a:lnTo>
                  <a:pt x="571729" y="61210"/>
                </a:lnTo>
                <a:lnTo>
                  <a:pt x="572034" y="60950"/>
                </a:lnTo>
                <a:lnTo>
                  <a:pt x="572345" y="60697"/>
                </a:lnTo>
                <a:lnTo>
                  <a:pt x="572663" y="60449"/>
                </a:lnTo>
                <a:lnTo>
                  <a:pt x="572987" y="60208"/>
                </a:lnTo>
                <a:lnTo>
                  <a:pt x="573317" y="59973"/>
                </a:lnTo>
                <a:lnTo>
                  <a:pt x="573653" y="59744"/>
                </a:lnTo>
                <a:lnTo>
                  <a:pt x="573995" y="59521"/>
                </a:lnTo>
                <a:lnTo>
                  <a:pt x="574343" y="59304"/>
                </a:lnTo>
                <a:lnTo>
                  <a:pt x="574698" y="59094"/>
                </a:lnTo>
                <a:lnTo>
                  <a:pt x="575059" y="58889"/>
                </a:lnTo>
                <a:lnTo>
                  <a:pt x="575426" y="58691"/>
                </a:lnTo>
                <a:lnTo>
                  <a:pt x="575799" y="58500"/>
                </a:lnTo>
                <a:lnTo>
                  <a:pt x="576181" y="58317"/>
                </a:lnTo>
                <a:lnTo>
                  <a:pt x="576570" y="58142"/>
                </a:lnTo>
                <a:lnTo>
                  <a:pt x="576966" y="57976"/>
                </a:lnTo>
                <a:lnTo>
                  <a:pt x="577370" y="57817"/>
                </a:lnTo>
                <a:lnTo>
                  <a:pt x="577782" y="57667"/>
                </a:lnTo>
                <a:lnTo>
                  <a:pt x="578201" y="57524"/>
                </a:lnTo>
                <a:lnTo>
                  <a:pt x="578628" y="57390"/>
                </a:lnTo>
                <a:lnTo>
                  <a:pt x="579062" y="57264"/>
                </a:lnTo>
                <a:lnTo>
                  <a:pt x="579504" y="57146"/>
                </a:lnTo>
                <a:lnTo>
                  <a:pt x="579954" y="57037"/>
                </a:lnTo>
                <a:lnTo>
                  <a:pt x="580411" y="56935"/>
                </a:lnTo>
                <a:lnTo>
                  <a:pt x="580875" y="56842"/>
                </a:lnTo>
                <a:lnTo>
                  <a:pt x="581348" y="56756"/>
                </a:lnTo>
                <a:lnTo>
                  <a:pt x="581827" y="56679"/>
                </a:lnTo>
                <a:lnTo>
                  <a:pt x="582315" y="56610"/>
                </a:lnTo>
                <a:lnTo>
                  <a:pt x="582809" y="56549"/>
                </a:lnTo>
                <a:lnTo>
                  <a:pt x="583312" y="56496"/>
                </a:lnTo>
                <a:lnTo>
                  <a:pt x="583822" y="56451"/>
                </a:lnTo>
                <a:lnTo>
                  <a:pt x="584340" y="56415"/>
                </a:lnTo>
                <a:lnTo>
                  <a:pt x="584865" y="56386"/>
                </a:lnTo>
                <a:lnTo>
                  <a:pt x="585397" y="56366"/>
                </a:lnTo>
                <a:lnTo>
                  <a:pt x="585938" y="56354"/>
                </a:lnTo>
                <a:lnTo>
                  <a:pt x="586486" y="56350"/>
                </a:lnTo>
                <a:lnTo>
                  <a:pt x="586954" y="56353"/>
                </a:lnTo>
                <a:lnTo>
                  <a:pt x="587417" y="56363"/>
                </a:lnTo>
                <a:lnTo>
                  <a:pt x="587876" y="56379"/>
                </a:lnTo>
                <a:lnTo>
                  <a:pt x="588329" y="56402"/>
                </a:lnTo>
                <a:lnTo>
                  <a:pt x="588777" y="56432"/>
                </a:lnTo>
                <a:lnTo>
                  <a:pt x="589220" y="56468"/>
                </a:lnTo>
                <a:lnTo>
                  <a:pt x="589659" y="56511"/>
                </a:lnTo>
                <a:lnTo>
                  <a:pt x="590092" y="56561"/>
                </a:lnTo>
                <a:lnTo>
                  <a:pt x="590520" y="56617"/>
                </a:lnTo>
                <a:lnTo>
                  <a:pt x="590943" y="56679"/>
                </a:lnTo>
                <a:lnTo>
                  <a:pt x="591361" y="56748"/>
                </a:lnTo>
                <a:lnTo>
                  <a:pt x="591773" y="56824"/>
                </a:lnTo>
                <a:lnTo>
                  <a:pt x="592181" y="56906"/>
                </a:lnTo>
                <a:lnTo>
                  <a:pt x="592584" y="56995"/>
                </a:lnTo>
                <a:lnTo>
                  <a:pt x="592982" y="57091"/>
                </a:lnTo>
                <a:lnTo>
                  <a:pt x="593375" y="57193"/>
                </a:lnTo>
                <a:lnTo>
                  <a:pt x="593762" y="57302"/>
                </a:lnTo>
                <a:lnTo>
                  <a:pt x="594145" y="57417"/>
                </a:lnTo>
                <a:lnTo>
                  <a:pt x="594523" y="57539"/>
                </a:lnTo>
                <a:lnTo>
                  <a:pt x="594895" y="57667"/>
                </a:lnTo>
                <a:lnTo>
                  <a:pt x="595263" y="57802"/>
                </a:lnTo>
                <a:lnTo>
                  <a:pt x="595625" y="57944"/>
                </a:lnTo>
                <a:lnTo>
                  <a:pt x="595982" y="58092"/>
                </a:lnTo>
                <a:lnTo>
                  <a:pt x="596335" y="58247"/>
                </a:lnTo>
                <a:lnTo>
                  <a:pt x="596681" y="58409"/>
                </a:lnTo>
                <a:lnTo>
                  <a:pt x="597021" y="58579"/>
                </a:lnTo>
                <a:lnTo>
                  <a:pt x="597355" y="58756"/>
                </a:lnTo>
                <a:lnTo>
                  <a:pt x="597681" y="58941"/>
                </a:lnTo>
                <a:lnTo>
                  <a:pt x="598002" y="59134"/>
                </a:lnTo>
                <a:lnTo>
                  <a:pt x="598315" y="59334"/>
                </a:lnTo>
                <a:lnTo>
                  <a:pt x="598622" y="59543"/>
                </a:lnTo>
                <a:lnTo>
                  <a:pt x="598923" y="59758"/>
                </a:lnTo>
                <a:lnTo>
                  <a:pt x="599216" y="59982"/>
                </a:lnTo>
                <a:lnTo>
                  <a:pt x="599504" y="60213"/>
                </a:lnTo>
                <a:lnTo>
                  <a:pt x="599784" y="60452"/>
                </a:lnTo>
                <a:lnTo>
                  <a:pt x="600058" y="60699"/>
                </a:lnTo>
                <a:lnTo>
                  <a:pt x="600326" y="60954"/>
                </a:lnTo>
                <a:lnTo>
                  <a:pt x="600587" y="61216"/>
                </a:lnTo>
                <a:lnTo>
                  <a:pt x="600841" y="61486"/>
                </a:lnTo>
                <a:lnTo>
                  <a:pt x="601089" y="61763"/>
                </a:lnTo>
                <a:lnTo>
                  <a:pt x="601330" y="62049"/>
                </a:lnTo>
                <a:lnTo>
                  <a:pt x="601565" y="62342"/>
                </a:lnTo>
                <a:lnTo>
                  <a:pt x="601793" y="62642"/>
                </a:lnTo>
                <a:lnTo>
                  <a:pt x="602014" y="62951"/>
                </a:lnTo>
                <a:lnTo>
                  <a:pt x="602229" y="63267"/>
                </a:lnTo>
                <a:lnTo>
                  <a:pt x="602437" y="63591"/>
                </a:lnTo>
                <a:lnTo>
                  <a:pt x="602639" y="63922"/>
                </a:lnTo>
                <a:lnTo>
                  <a:pt x="602834" y="64261"/>
                </a:lnTo>
                <a:lnTo>
                  <a:pt x="603021" y="64609"/>
                </a:lnTo>
                <a:lnTo>
                  <a:pt x="603201" y="64967"/>
                </a:lnTo>
                <a:lnTo>
                  <a:pt x="603373" y="65334"/>
                </a:lnTo>
                <a:lnTo>
                  <a:pt x="603537" y="65710"/>
                </a:lnTo>
                <a:lnTo>
                  <a:pt x="603692" y="66096"/>
                </a:lnTo>
                <a:lnTo>
                  <a:pt x="603840" y="66492"/>
                </a:lnTo>
                <a:lnTo>
                  <a:pt x="603980" y="66897"/>
                </a:lnTo>
                <a:lnTo>
                  <a:pt x="604112" y="67311"/>
                </a:lnTo>
                <a:lnTo>
                  <a:pt x="604236" y="67735"/>
                </a:lnTo>
                <a:lnTo>
                  <a:pt x="604351" y="68169"/>
                </a:lnTo>
                <a:lnTo>
                  <a:pt x="604459" y="68612"/>
                </a:lnTo>
                <a:lnTo>
                  <a:pt x="604559" y="69065"/>
                </a:lnTo>
                <a:lnTo>
                  <a:pt x="604651" y="69527"/>
                </a:lnTo>
                <a:lnTo>
                  <a:pt x="604735" y="69999"/>
                </a:lnTo>
                <a:lnTo>
                  <a:pt x="604811" y="70480"/>
                </a:lnTo>
                <a:lnTo>
                  <a:pt x="604879" y="70971"/>
                </a:lnTo>
                <a:lnTo>
                  <a:pt x="604939" y="71471"/>
                </a:lnTo>
                <a:lnTo>
                  <a:pt x="604991" y="71981"/>
                </a:lnTo>
                <a:lnTo>
                  <a:pt x="605035" y="72501"/>
                </a:lnTo>
                <a:lnTo>
                  <a:pt x="605070" y="73030"/>
                </a:lnTo>
                <a:lnTo>
                  <a:pt x="605098" y="73568"/>
                </a:lnTo>
                <a:lnTo>
                  <a:pt x="605118" y="74116"/>
                </a:lnTo>
                <a:lnTo>
                  <a:pt x="605130" y="74674"/>
                </a:lnTo>
                <a:lnTo>
                  <a:pt x="605134" y="75241"/>
                </a:lnTo>
                <a:lnTo>
                  <a:pt x="605134" y="132721"/>
                </a:lnTo>
                <a:lnTo>
                  <a:pt x="620069" y="132721"/>
                </a:lnTo>
                <a:lnTo>
                  <a:pt x="620069" y="74585"/>
                </a:lnTo>
                <a:lnTo>
                  <a:pt x="620095" y="74360"/>
                </a:lnTo>
                <a:lnTo>
                  <a:pt x="620139" y="74020"/>
                </a:lnTo>
                <a:lnTo>
                  <a:pt x="620188" y="73681"/>
                </a:lnTo>
                <a:lnTo>
                  <a:pt x="620241" y="73344"/>
                </a:lnTo>
                <a:lnTo>
                  <a:pt x="620299" y="73008"/>
                </a:lnTo>
                <a:lnTo>
                  <a:pt x="620361" y="72674"/>
                </a:lnTo>
                <a:lnTo>
                  <a:pt x="620428" y="72342"/>
                </a:lnTo>
                <a:lnTo>
                  <a:pt x="620500" y="72011"/>
                </a:lnTo>
                <a:lnTo>
                  <a:pt x="620576" y="71683"/>
                </a:lnTo>
                <a:lnTo>
                  <a:pt x="620657" y="71356"/>
                </a:lnTo>
                <a:lnTo>
                  <a:pt x="620743" y="71030"/>
                </a:lnTo>
                <a:lnTo>
                  <a:pt x="620833" y="70706"/>
                </a:lnTo>
                <a:lnTo>
                  <a:pt x="620928" y="70384"/>
                </a:lnTo>
                <a:lnTo>
                  <a:pt x="621027" y="70064"/>
                </a:lnTo>
                <a:lnTo>
                  <a:pt x="621131" y="69745"/>
                </a:lnTo>
                <a:lnTo>
                  <a:pt x="621240" y="69428"/>
                </a:lnTo>
                <a:lnTo>
                  <a:pt x="621353" y="69113"/>
                </a:lnTo>
                <a:lnTo>
                  <a:pt x="621471" y="68802"/>
                </a:lnTo>
                <a:lnTo>
                  <a:pt x="621593" y="68493"/>
                </a:lnTo>
                <a:lnTo>
                  <a:pt x="621719" y="68187"/>
                </a:lnTo>
                <a:lnTo>
                  <a:pt x="621849" y="67884"/>
                </a:lnTo>
                <a:lnTo>
                  <a:pt x="621984" y="67584"/>
                </a:lnTo>
                <a:lnTo>
                  <a:pt x="622124" y="67287"/>
                </a:lnTo>
                <a:lnTo>
                  <a:pt x="622267" y="66993"/>
                </a:lnTo>
                <a:lnTo>
                  <a:pt x="622415" y="66702"/>
                </a:lnTo>
                <a:lnTo>
                  <a:pt x="622567" y="66413"/>
                </a:lnTo>
                <a:lnTo>
                  <a:pt x="622724" y="66128"/>
                </a:lnTo>
                <a:lnTo>
                  <a:pt x="622885" y="65846"/>
                </a:lnTo>
                <a:lnTo>
                  <a:pt x="623050" y="65566"/>
                </a:lnTo>
                <a:lnTo>
                  <a:pt x="623220" y="65290"/>
                </a:lnTo>
                <a:lnTo>
                  <a:pt x="623394" y="65016"/>
                </a:lnTo>
                <a:lnTo>
                  <a:pt x="623572" y="64746"/>
                </a:lnTo>
                <a:lnTo>
                  <a:pt x="623755" y="64478"/>
                </a:lnTo>
                <a:lnTo>
                  <a:pt x="623942" y="64213"/>
                </a:lnTo>
                <a:lnTo>
                  <a:pt x="624133" y="63952"/>
                </a:lnTo>
                <a:lnTo>
                  <a:pt x="624329" y="63693"/>
                </a:lnTo>
                <a:lnTo>
                  <a:pt x="624529" y="63437"/>
                </a:lnTo>
                <a:lnTo>
                  <a:pt x="624734" y="63184"/>
                </a:lnTo>
                <a:lnTo>
                  <a:pt x="624942" y="62934"/>
                </a:lnTo>
                <a:lnTo>
                  <a:pt x="625156" y="62687"/>
                </a:lnTo>
                <a:lnTo>
                  <a:pt x="625373" y="62444"/>
                </a:lnTo>
                <a:lnTo>
                  <a:pt x="625594" y="62205"/>
                </a:lnTo>
                <a:lnTo>
                  <a:pt x="625820" y="61970"/>
                </a:lnTo>
                <a:lnTo>
                  <a:pt x="626050" y="61740"/>
                </a:lnTo>
                <a:lnTo>
                  <a:pt x="626284" y="61514"/>
                </a:lnTo>
                <a:lnTo>
                  <a:pt x="626523" y="61292"/>
                </a:lnTo>
                <a:lnTo>
                  <a:pt x="626765" y="61075"/>
                </a:lnTo>
                <a:lnTo>
                  <a:pt x="627012" y="60862"/>
                </a:lnTo>
                <a:lnTo>
                  <a:pt x="627263" y="60653"/>
                </a:lnTo>
                <a:lnTo>
                  <a:pt x="627519" y="60449"/>
                </a:lnTo>
                <a:lnTo>
                  <a:pt x="627778" y="60249"/>
                </a:lnTo>
                <a:lnTo>
                  <a:pt x="628042" y="60053"/>
                </a:lnTo>
                <a:lnTo>
                  <a:pt x="628309" y="59862"/>
                </a:lnTo>
                <a:lnTo>
                  <a:pt x="628581" y="59675"/>
                </a:lnTo>
                <a:lnTo>
                  <a:pt x="628858" y="59493"/>
                </a:lnTo>
                <a:lnTo>
                  <a:pt x="629138" y="59314"/>
                </a:lnTo>
                <a:lnTo>
                  <a:pt x="629423" y="59141"/>
                </a:lnTo>
                <a:lnTo>
                  <a:pt x="629712" y="58971"/>
                </a:lnTo>
                <a:lnTo>
                  <a:pt x="630005" y="58806"/>
                </a:lnTo>
                <a:lnTo>
                  <a:pt x="630302" y="58645"/>
                </a:lnTo>
                <a:lnTo>
                  <a:pt x="630604" y="58489"/>
                </a:lnTo>
                <a:lnTo>
                  <a:pt x="630909" y="58336"/>
                </a:lnTo>
                <a:lnTo>
                  <a:pt x="631219" y="58189"/>
                </a:lnTo>
                <a:lnTo>
                  <a:pt x="631533" y="58045"/>
                </a:lnTo>
                <a:lnTo>
                  <a:pt x="631851" y="57907"/>
                </a:lnTo>
                <a:lnTo>
                  <a:pt x="632173" y="57774"/>
                </a:lnTo>
                <a:lnTo>
                  <a:pt x="632499" y="57648"/>
                </a:lnTo>
                <a:lnTo>
                  <a:pt x="632829" y="57527"/>
                </a:lnTo>
                <a:lnTo>
                  <a:pt x="633163" y="57412"/>
                </a:lnTo>
                <a:lnTo>
                  <a:pt x="633501" y="57303"/>
                </a:lnTo>
                <a:lnTo>
                  <a:pt x="633843" y="57200"/>
                </a:lnTo>
                <a:lnTo>
                  <a:pt x="634188" y="57103"/>
                </a:lnTo>
                <a:lnTo>
                  <a:pt x="634538" y="57012"/>
                </a:lnTo>
                <a:lnTo>
                  <a:pt x="634891" y="56927"/>
                </a:lnTo>
                <a:lnTo>
                  <a:pt x="635249" y="56847"/>
                </a:lnTo>
                <a:lnTo>
                  <a:pt x="635610" y="56774"/>
                </a:lnTo>
                <a:lnTo>
                  <a:pt x="635975" y="56706"/>
                </a:lnTo>
                <a:lnTo>
                  <a:pt x="636345" y="56644"/>
                </a:lnTo>
                <a:lnTo>
                  <a:pt x="636718" y="56588"/>
                </a:lnTo>
                <a:lnTo>
                  <a:pt x="637095" y="56538"/>
                </a:lnTo>
                <a:lnTo>
                  <a:pt x="637476" y="56494"/>
                </a:lnTo>
                <a:lnTo>
                  <a:pt x="637860" y="56456"/>
                </a:lnTo>
                <a:lnTo>
                  <a:pt x="638249" y="56423"/>
                </a:lnTo>
                <a:lnTo>
                  <a:pt x="638642" y="56397"/>
                </a:lnTo>
                <a:lnTo>
                  <a:pt x="639039" y="56376"/>
                </a:lnTo>
                <a:lnTo>
                  <a:pt x="639439" y="56362"/>
                </a:lnTo>
                <a:lnTo>
                  <a:pt x="639844" y="56353"/>
                </a:lnTo>
                <a:lnTo>
                  <a:pt x="640252" y="56350"/>
                </a:lnTo>
                <a:lnTo>
                  <a:pt x="640727" y="56353"/>
                </a:lnTo>
                <a:lnTo>
                  <a:pt x="641196" y="56361"/>
                </a:lnTo>
                <a:lnTo>
                  <a:pt x="641660" y="56376"/>
                </a:lnTo>
                <a:lnTo>
                  <a:pt x="642119" y="56396"/>
                </a:lnTo>
                <a:lnTo>
                  <a:pt x="642572" y="56422"/>
                </a:lnTo>
                <a:lnTo>
                  <a:pt x="643020" y="56453"/>
                </a:lnTo>
                <a:lnTo>
                  <a:pt x="643462" y="56491"/>
                </a:lnTo>
                <a:lnTo>
                  <a:pt x="643898" y="56534"/>
                </a:lnTo>
                <a:lnTo>
                  <a:pt x="644330" y="56583"/>
                </a:lnTo>
                <a:lnTo>
                  <a:pt x="644755" y="56637"/>
                </a:lnTo>
                <a:lnTo>
                  <a:pt x="645176" y="56697"/>
                </a:lnTo>
                <a:lnTo>
                  <a:pt x="645590" y="56764"/>
                </a:lnTo>
                <a:lnTo>
                  <a:pt x="646000" y="56835"/>
                </a:lnTo>
                <a:lnTo>
                  <a:pt x="646404" y="56913"/>
                </a:lnTo>
                <a:lnTo>
                  <a:pt x="646802" y="56996"/>
                </a:lnTo>
                <a:lnTo>
                  <a:pt x="647195" y="57085"/>
                </a:lnTo>
                <a:lnTo>
                  <a:pt x="647582" y="57180"/>
                </a:lnTo>
                <a:lnTo>
                  <a:pt x="647964" y="57281"/>
                </a:lnTo>
                <a:lnTo>
                  <a:pt x="648341" y="57387"/>
                </a:lnTo>
                <a:lnTo>
                  <a:pt x="648712" y="57499"/>
                </a:lnTo>
                <a:lnTo>
                  <a:pt x="649078" y="57617"/>
                </a:lnTo>
                <a:lnTo>
                  <a:pt x="649438" y="57740"/>
                </a:lnTo>
                <a:lnTo>
                  <a:pt x="649792" y="57870"/>
                </a:lnTo>
                <a:lnTo>
                  <a:pt x="650142" y="58005"/>
                </a:lnTo>
                <a:lnTo>
                  <a:pt x="650485" y="58147"/>
                </a:lnTo>
                <a:lnTo>
                  <a:pt x="650822" y="58297"/>
                </a:lnTo>
                <a:lnTo>
                  <a:pt x="651152" y="58456"/>
                </a:lnTo>
                <a:lnTo>
                  <a:pt x="651476" y="58624"/>
                </a:lnTo>
                <a:lnTo>
                  <a:pt x="651793" y="58799"/>
                </a:lnTo>
                <a:lnTo>
                  <a:pt x="652104" y="58984"/>
                </a:lnTo>
                <a:lnTo>
                  <a:pt x="652409" y="59176"/>
                </a:lnTo>
                <a:lnTo>
                  <a:pt x="652707" y="59377"/>
                </a:lnTo>
                <a:lnTo>
                  <a:pt x="652999" y="59587"/>
                </a:lnTo>
                <a:lnTo>
                  <a:pt x="653284" y="59804"/>
                </a:lnTo>
                <a:lnTo>
                  <a:pt x="653563" y="60031"/>
                </a:lnTo>
                <a:lnTo>
                  <a:pt x="653835" y="60265"/>
                </a:lnTo>
                <a:lnTo>
                  <a:pt x="654101" y="60508"/>
                </a:lnTo>
                <a:lnTo>
                  <a:pt x="654360" y="60760"/>
                </a:lnTo>
                <a:lnTo>
                  <a:pt x="654613" y="61020"/>
                </a:lnTo>
                <a:lnTo>
                  <a:pt x="654860" y="61288"/>
                </a:lnTo>
                <a:lnTo>
                  <a:pt x="655100" y="61564"/>
                </a:lnTo>
                <a:lnTo>
                  <a:pt x="655334" y="61850"/>
                </a:lnTo>
                <a:lnTo>
                  <a:pt x="655561" y="62143"/>
                </a:lnTo>
                <a:lnTo>
                  <a:pt x="655781" y="62445"/>
                </a:lnTo>
                <a:lnTo>
                  <a:pt x="655996" y="62755"/>
                </a:lnTo>
                <a:lnTo>
                  <a:pt x="656204" y="63074"/>
                </a:lnTo>
                <a:lnTo>
                  <a:pt x="656405" y="63401"/>
                </a:lnTo>
                <a:lnTo>
                  <a:pt x="656600" y="63737"/>
                </a:lnTo>
                <a:lnTo>
                  <a:pt x="656788" y="64082"/>
                </a:lnTo>
                <a:lnTo>
                  <a:pt x="656967" y="64439"/>
                </a:lnTo>
                <a:lnTo>
                  <a:pt x="657139" y="64807"/>
                </a:lnTo>
                <a:lnTo>
                  <a:pt x="657303" y="65186"/>
                </a:lnTo>
                <a:lnTo>
                  <a:pt x="657459" y="65577"/>
                </a:lnTo>
                <a:lnTo>
                  <a:pt x="657607" y="65979"/>
                </a:lnTo>
                <a:lnTo>
                  <a:pt x="657746" y="66393"/>
                </a:lnTo>
                <a:lnTo>
                  <a:pt x="657878" y="66818"/>
                </a:lnTo>
                <a:lnTo>
                  <a:pt x="658002" y="67254"/>
                </a:lnTo>
                <a:lnTo>
                  <a:pt x="658118" y="67702"/>
                </a:lnTo>
                <a:lnTo>
                  <a:pt x="658226" y="68161"/>
                </a:lnTo>
                <a:lnTo>
                  <a:pt x="658326" y="68631"/>
                </a:lnTo>
                <a:lnTo>
                  <a:pt x="658417" y="69113"/>
                </a:lnTo>
                <a:lnTo>
                  <a:pt x="658501" y="69606"/>
                </a:lnTo>
                <a:lnTo>
                  <a:pt x="658577" y="70110"/>
                </a:lnTo>
                <a:lnTo>
                  <a:pt x="658645" y="70626"/>
                </a:lnTo>
                <a:lnTo>
                  <a:pt x="658705" y="71153"/>
                </a:lnTo>
                <a:lnTo>
                  <a:pt x="658757" y="71691"/>
                </a:lnTo>
                <a:lnTo>
                  <a:pt x="658801" y="72241"/>
                </a:lnTo>
                <a:lnTo>
                  <a:pt x="658837" y="72802"/>
                </a:lnTo>
                <a:lnTo>
                  <a:pt x="658865" y="73374"/>
                </a:lnTo>
                <a:lnTo>
                  <a:pt x="658885" y="73958"/>
                </a:lnTo>
                <a:lnTo>
                  <a:pt x="658897" y="74553"/>
                </a:lnTo>
                <a:lnTo>
                  <a:pt x="658901" y="75160"/>
                </a:lnTo>
                <a:lnTo>
                  <a:pt x="658901" y="132721"/>
                </a:lnTo>
                <a:lnTo>
                  <a:pt x="673917" y="132721"/>
                </a:lnTo>
                <a:lnTo>
                  <a:pt x="673917" y="75321"/>
                </a:lnTo>
                <a:lnTo>
                  <a:pt x="673913" y="74639"/>
                </a:lnTo>
                <a:lnTo>
                  <a:pt x="673903" y="73965"/>
                </a:lnTo>
                <a:lnTo>
                  <a:pt x="673886" y="73298"/>
                </a:lnTo>
                <a:lnTo>
                  <a:pt x="673863" y="72639"/>
                </a:lnTo>
                <a:lnTo>
                  <a:pt x="673833" y="71989"/>
                </a:lnTo>
                <a:lnTo>
                  <a:pt x="673796" y="71345"/>
                </a:lnTo>
                <a:lnTo>
                  <a:pt x="673752" y="70710"/>
                </a:lnTo>
                <a:lnTo>
                  <a:pt x="673701" y="70083"/>
                </a:lnTo>
                <a:lnTo>
                  <a:pt x="673644" y="69463"/>
                </a:lnTo>
                <a:lnTo>
                  <a:pt x="673580" y="68852"/>
                </a:lnTo>
                <a:lnTo>
                  <a:pt x="673510" y="68248"/>
                </a:lnTo>
                <a:lnTo>
                  <a:pt x="673432" y="67652"/>
                </a:lnTo>
                <a:lnTo>
                  <a:pt x="673348" y="67064"/>
                </a:lnTo>
                <a:lnTo>
                  <a:pt x="673257" y="66484"/>
                </a:lnTo>
                <a:lnTo>
                  <a:pt x="673160" y="65911"/>
                </a:lnTo>
                <a:lnTo>
                  <a:pt x="673056" y="65347"/>
                </a:lnTo>
                <a:lnTo>
                  <a:pt x="672945" y="64790"/>
                </a:lnTo>
                <a:lnTo>
                  <a:pt x="672827" y="64241"/>
                </a:lnTo>
                <a:lnTo>
                  <a:pt x="672702" y="63700"/>
                </a:lnTo>
                <a:lnTo>
                  <a:pt x="672571" y="63167"/>
                </a:lnTo>
                <a:lnTo>
                  <a:pt x="672433" y="62642"/>
                </a:lnTo>
                <a:lnTo>
                  <a:pt x="672289" y="62124"/>
                </a:lnTo>
                <a:lnTo>
                  <a:pt x="672137" y="61615"/>
                </a:lnTo>
                <a:lnTo>
                  <a:pt x="671979" y="61113"/>
                </a:lnTo>
                <a:lnTo>
                  <a:pt x="671815" y="60619"/>
                </a:lnTo>
                <a:lnTo>
                  <a:pt x="671644" y="60132"/>
                </a:lnTo>
                <a:lnTo>
                  <a:pt x="671466" y="59653"/>
                </a:lnTo>
                <a:lnTo>
                  <a:pt x="671283" y="59181"/>
                </a:lnTo>
                <a:lnTo>
                  <a:pt x="671093" y="58717"/>
                </a:lnTo>
                <a:lnTo>
                  <a:pt x="670897" y="58260"/>
                </a:lnTo>
                <a:lnTo>
                  <a:pt x="670694" y="57810"/>
                </a:lnTo>
                <a:lnTo>
                  <a:pt x="670486" y="57368"/>
                </a:lnTo>
                <a:lnTo>
                  <a:pt x="670271" y="56933"/>
                </a:lnTo>
                <a:lnTo>
                  <a:pt x="670049" y="56506"/>
                </a:lnTo>
                <a:lnTo>
                  <a:pt x="669821" y="56086"/>
                </a:lnTo>
                <a:lnTo>
                  <a:pt x="669587" y="55674"/>
                </a:lnTo>
                <a:lnTo>
                  <a:pt x="669347" y="55269"/>
                </a:lnTo>
                <a:lnTo>
                  <a:pt x="669101" y="54871"/>
                </a:lnTo>
                <a:lnTo>
                  <a:pt x="668848" y="54481"/>
                </a:lnTo>
                <a:lnTo>
                  <a:pt x="668588" y="54098"/>
                </a:lnTo>
                <a:lnTo>
                  <a:pt x="668323" y="53723"/>
                </a:lnTo>
                <a:lnTo>
                  <a:pt x="668051" y="53355"/>
                </a:lnTo>
                <a:lnTo>
                  <a:pt x="667773" y="52995"/>
                </a:lnTo>
                <a:lnTo>
                  <a:pt x="667488" y="52642"/>
                </a:lnTo>
                <a:lnTo>
                  <a:pt x="667198" y="52296"/>
                </a:lnTo>
                <a:lnTo>
                  <a:pt x="666901" y="51958"/>
                </a:lnTo>
                <a:lnTo>
                  <a:pt x="666597" y="51627"/>
                </a:lnTo>
                <a:lnTo>
                  <a:pt x="666288" y="51304"/>
                </a:lnTo>
                <a:lnTo>
                  <a:pt x="665972" y="50988"/>
                </a:lnTo>
                <a:lnTo>
                  <a:pt x="665650" y="50679"/>
                </a:lnTo>
                <a:lnTo>
                  <a:pt x="665323" y="50376"/>
                </a:lnTo>
                <a:lnTo>
                  <a:pt x="664989" y="50081"/>
                </a:lnTo>
                <a:lnTo>
                  <a:pt x="664650" y="49792"/>
                </a:lnTo>
                <a:lnTo>
                  <a:pt x="664305" y="49510"/>
                </a:lnTo>
                <a:lnTo>
                  <a:pt x="663954" y="49236"/>
                </a:lnTo>
                <a:lnTo>
                  <a:pt x="663597" y="48967"/>
                </a:lnTo>
                <a:lnTo>
                  <a:pt x="663234" y="48706"/>
                </a:lnTo>
                <a:lnTo>
                  <a:pt x="662865" y="48452"/>
                </a:lnTo>
                <a:lnTo>
                  <a:pt x="662490" y="48205"/>
                </a:lnTo>
                <a:lnTo>
                  <a:pt x="662110" y="47964"/>
                </a:lnTo>
                <a:lnTo>
                  <a:pt x="661723" y="47730"/>
                </a:lnTo>
                <a:lnTo>
                  <a:pt x="661331" y="47503"/>
                </a:lnTo>
                <a:lnTo>
                  <a:pt x="660933" y="47283"/>
                </a:lnTo>
                <a:lnTo>
                  <a:pt x="660529" y="47070"/>
                </a:lnTo>
                <a:lnTo>
                  <a:pt x="660119" y="46864"/>
                </a:lnTo>
                <a:lnTo>
                  <a:pt x="659703" y="46665"/>
                </a:lnTo>
                <a:lnTo>
                  <a:pt x="659281" y="46472"/>
                </a:lnTo>
                <a:lnTo>
                  <a:pt x="658854" y="46287"/>
                </a:lnTo>
                <a:lnTo>
                  <a:pt x="658420" y="46108"/>
                </a:lnTo>
                <a:lnTo>
                  <a:pt x="657981" y="45936"/>
                </a:lnTo>
                <a:lnTo>
                  <a:pt x="657536" y="45771"/>
                </a:lnTo>
                <a:lnTo>
                  <a:pt x="657084" y="45613"/>
                </a:lnTo>
                <a:lnTo>
                  <a:pt x="656628" y="45461"/>
                </a:lnTo>
                <a:lnTo>
                  <a:pt x="656165" y="45316"/>
                </a:lnTo>
                <a:lnTo>
                  <a:pt x="655697" y="45177"/>
                </a:lnTo>
                <a:lnTo>
                  <a:pt x="655224" y="45045"/>
                </a:lnTo>
                <a:lnTo>
                  <a:pt x="654745" y="44920"/>
                </a:lnTo>
                <a:lnTo>
                  <a:pt x="654261" y="44800"/>
                </a:lnTo>
                <a:lnTo>
                  <a:pt x="653772" y="44687"/>
                </a:lnTo>
                <a:lnTo>
                  <a:pt x="653277" y="44581"/>
                </a:lnTo>
                <a:lnTo>
                  <a:pt x="652776" y="44481"/>
                </a:lnTo>
                <a:lnTo>
                  <a:pt x="652270" y="44388"/>
                </a:lnTo>
                <a:lnTo>
                  <a:pt x="651758" y="44301"/>
                </a:lnTo>
                <a:lnTo>
                  <a:pt x="651242" y="44220"/>
                </a:lnTo>
                <a:lnTo>
                  <a:pt x="650719" y="44146"/>
                </a:lnTo>
                <a:lnTo>
                  <a:pt x="650191" y="44078"/>
                </a:lnTo>
                <a:lnTo>
                  <a:pt x="649658" y="44017"/>
                </a:lnTo>
                <a:lnTo>
                  <a:pt x="649119" y="43962"/>
                </a:lnTo>
                <a:lnTo>
                  <a:pt x="648575" y="43914"/>
                </a:lnTo>
                <a:lnTo>
                  <a:pt x="648025" y="43872"/>
                </a:lnTo>
                <a:lnTo>
                  <a:pt x="647470" y="43836"/>
                </a:lnTo>
                <a:lnTo>
                  <a:pt x="646909" y="43807"/>
                </a:lnTo>
                <a:lnTo>
                  <a:pt x="646343" y="43785"/>
                </a:lnTo>
                <a:lnTo>
                  <a:pt x="645771" y="43769"/>
                </a:lnTo>
                <a:lnTo>
                  <a:pt x="645194" y="43759"/>
                </a:lnTo>
                <a:lnTo>
                  <a:pt x="644612" y="43756"/>
                </a:lnTo>
                <a:lnTo>
                  <a:pt x="643922" y="43761"/>
                </a:lnTo>
                <a:lnTo>
                  <a:pt x="643239" y="43777"/>
                </a:lnTo>
                <a:lnTo>
                  <a:pt x="642562" y="43803"/>
                </a:lnTo>
                <a:lnTo>
                  <a:pt x="641891" y="43840"/>
                </a:lnTo>
                <a:lnTo>
                  <a:pt x="641227" y="43887"/>
                </a:lnTo>
                <a:lnTo>
                  <a:pt x="640570" y="43945"/>
                </a:lnTo>
                <a:lnTo>
                  <a:pt x="639919" y="44013"/>
                </a:lnTo>
                <a:lnTo>
                  <a:pt x="639274" y="44092"/>
                </a:lnTo>
                <a:lnTo>
                  <a:pt x="638636" y="44182"/>
                </a:lnTo>
                <a:lnTo>
                  <a:pt x="638005" y="44281"/>
                </a:lnTo>
                <a:lnTo>
                  <a:pt x="637379" y="44392"/>
                </a:lnTo>
                <a:lnTo>
                  <a:pt x="636760" y="44513"/>
                </a:lnTo>
                <a:lnTo>
                  <a:pt x="636148" y="44644"/>
                </a:lnTo>
                <a:lnTo>
                  <a:pt x="635542" y="44786"/>
                </a:lnTo>
                <a:lnTo>
                  <a:pt x="634943" y="44938"/>
                </a:lnTo>
                <a:lnTo>
                  <a:pt x="634350" y="45101"/>
                </a:lnTo>
                <a:lnTo>
                  <a:pt x="633763" y="45275"/>
                </a:lnTo>
                <a:lnTo>
                  <a:pt x="633183" y="45459"/>
                </a:lnTo>
                <a:lnTo>
                  <a:pt x="632609" y="45653"/>
                </a:lnTo>
                <a:lnTo>
                  <a:pt x="632042" y="45858"/>
                </a:lnTo>
                <a:lnTo>
                  <a:pt x="631481" y="46074"/>
                </a:lnTo>
                <a:lnTo>
                  <a:pt x="630927" y="46300"/>
                </a:lnTo>
                <a:lnTo>
                  <a:pt x="630379" y="46536"/>
                </a:lnTo>
                <a:lnTo>
                  <a:pt x="629838" y="46783"/>
                </a:lnTo>
                <a:lnTo>
                  <a:pt x="629303" y="47039"/>
                </a:lnTo>
                <a:lnTo>
                  <a:pt x="628776" y="47303"/>
                </a:lnTo>
                <a:lnTo>
                  <a:pt x="628255" y="47574"/>
                </a:lnTo>
                <a:lnTo>
                  <a:pt x="627742" y="47852"/>
                </a:lnTo>
                <a:lnTo>
                  <a:pt x="627236" y="48138"/>
                </a:lnTo>
                <a:lnTo>
                  <a:pt x="626737" y="48431"/>
                </a:lnTo>
                <a:lnTo>
                  <a:pt x="626246" y="48731"/>
                </a:lnTo>
                <a:lnTo>
                  <a:pt x="625761" y="49039"/>
                </a:lnTo>
                <a:lnTo>
                  <a:pt x="625284" y="49355"/>
                </a:lnTo>
                <a:lnTo>
                  <a:pt x="624813" y="49677"/>
                </a:lnTo>
                <a:lnTo>
                  <a:pt x="624350" y="50008"/>
                </a:lnTo>
                <a:lnTo>
                  <a:pt x="623894" y="50345"/>
                </a:lnTo>
                <a:lnTo>
                  <a:pt x="623445" y="50691"/>
                </a:lnTo>
                <a:lnTo>
                  <a:pt x="623004" y="51043"/>
                </a:lnTo>
                <a:lnTo>
                  <a:pt x="622569" y="51403"/>
                </a:lnTo>
                <a:lnTo>
                  <a:pt x="622142" y="51771"/>
                </a:lnTo>
                <a:lnTo>
                  <a:pt x="621721" y="52145"/>
                </a:lnTo>
                <a:lnTo>
                  <a:pt x="621308" y="52528"/>
                </a:lnTo>
                <a:lnTo>
                  <a:pt x="620902" y="52917"/>
                </a:lnTo>
                <a:lnTo>
                  <a:pt x="620503" y="53315"/>
                </a:lnTo>
                <a:lnTo>
                  <a:pt x="620112" y="53719"/>
                </a:lnTo>
                <a:lnTo>
                  <a:pt x="619727" y="54131"/>
                </a:lnTo>
                <a:lnTo>
                  <a:pt x="619350" y="54551"/>
                </a:lnTo>
                <a:lnTo>
                  <a:pt x="618980" y="54977"/>
                </a:lnTo>
                <a:lnTo>
                  <a:pt x="618617" y="55410"/>
                </a:lnTo>
                <a:lnTo>
                  <a:pt x="618261" y="55849"/>
                </a:lnTo>
                <a:lnTo>
                  <a:pt x="617912" y="56292"/>
                </a:lnTo>
                <a:lnTo>
                  <a:pt x="617571" y="56740"/>
                </a:lnTo>
                <a:lnTo>
                  <a:pt x="617237" y="57193"/>
                </a:lnTo>
                <a:lnTo>
                  <a:pt x="616911" y="57652"/>
                </a:lnTo>
                <a:lnTo>
                  <a:pt x="616843" y="57751"/>
                </a:lnTo>
                <a:lnTo>
                  <a:pt x="616815" y="57692"/>
                </a:lnTo>
                <a:lnTo>
                  <a:pt x="616602" y="57255"/>
                </a:lnTo>
                <a:lnTo>
                  <a:pt x="616383" y="56825"/>
                </a:lnTo>
                <a:lnTo>
                  <a:pt x="616158" y="56403"/>
                </a:lnTo>
                <a:lnTo>
                  <a:pt x="615927" y="55988"/>
                </a:lnTo>
                <a:lnTo>
                  <a:pt x="615690" y="55580"/>
                </a:lnTo>
                <a:lnTo>
                  <a:pt x="615448" y="55179"/>
                </a:lnTo>
                <a:lnTo>
                  <a:pt x="615199" y="54786"/>
                </a:lnTo>
                <a:lnTo>
                  <a:pt x="614945" y="54400"/>
                </a:lnTo>
                <a:lnTo>
                  <a:pt x="614685" y="54021"/>
                </a:lnTo>
                <a:lnTo>
                  <a:pt x="614418" y="53650"/>
                </a:lnTo>
                <a:lnTo>
                  <a:pt x="614146" y="53286"/>
                </a:lnTo>
                <a:lnTo>
                  <a:pt x="613868" y="52929"/>
                </a:lnTo>
                <a:lnTo>
                  <a:pt x="613585" y="52579"/>
                </a:lnTo>
                <a:lnTo>
                  <a:pt x="613295" y="52237"/>
                </a:lnTo>
                <a:lnTo>
                  <a:pt x="612999" y="51902"/>
                </a:lnTo>
                <a:lnTo>
                  <a:pt x="612698" y="51574"/>
                </a:lnTo>
                <a:lnTo>
                  <a:pt x="612390" y="51254"/>
                </a:lnTo>
                <a:lnTo>
                  <a:pt x="612077" y="50941"/>
                </a:lnTo>
                <a:lnTo>
                  <a:pt x="611759" y="50635"/>
                </a:lnTo>
                <a:lnTo>
                  <a:pt x="611435" y="50336"/>
                </a:lnTo>
                <a:lnTo>
                  <a:pt x="611107" y="50043"/>
                </a:lnTo>
                <a:lnTo>
                  <a:pt x="610774" y="49758"/>
                </a:lnTo>
                <a:lnTo>
                  <a:pt x="610437" y="49479"/>
                </a:lnTo>
                <a:lnTo>
                  <a:pt x="610094" y="49208"/>
                </a:lnTo>
                <a:lnTo>
                  <a:pt x="609747" y="48943"/>
                </a:lnTo>
                <a:lnTo>
                  <a:pt x="609395" y="48685"/>
                </a:lnTo>
                <a:lnTo>
                  <a:pt x="609038" y="48434"/>
                </a:lnTo>
                <a:lnTo>
                  <a:pt x="608677" y="48190"/>
                </a:lnTo>
                <a:lnTo>
                  <a:pt x="608311" y="47952"/>
                </a:lnTo>
                <a:lnTo>
                  <a:pt x="607940" y="47722"/>
                </a:lnTo>
                <a:lnTo>
                  <a:pt x="607564" y="47498"/>
                </a:lnTo>
                <a:lnTo>
                  <a:pt x="607183" y="47281"/>
                </a:lnTo>
                <a:lnTo>
                  <a:pt x="606798" y="47071"/>
                </a:lnTo>
                <a:lnTo>
                  <a:pt x="606408" y="46868"/>
                </a:lnTo>
                <a:lnTo>
                  <a:pt x="606013" y="46672"/>
                </a:lnTo>
                <a:lnTo>
                  <a:pt x="605614" y="46483"/>
                </a:lnTo>
                <a:lnTo>
                  <a:pt x="605209" y="46301"/>
                </a:lnTo>
                <a:lnTo>
                  <a:pt x="604800" y="46125"/>
                </a:lnTo>
                <a:lnTo>
                  <a:pt x="604386" y="45956"/>
                </a:lnTo>
                <a:lnTo>
                  <a:pt x="603968" y="45795"/>
                </a:lnTo>
                <a:lnTo>
                  <a:pt x="603544" y="45640"/>
                </a:lnTo>
                <a:lnTo>
                  <a:pt x="603116" y="45492"/>
                </a:lnTo>
                <a:lnTo>
                  <a:pt x="602684" y="45350"/>
                </a:lnTo>
                <a:lnTo>
                  <a:pt x="602248" y="45214"/>
                </a:lnTo>
                <a:lnTo>
                  <a:pt x="601809" y="45085"/>
                </a:lnTo>
                <a:lnTo>
                  <a:pt x="601367" y="44961"/>
                </a:lnTo>
                <a:lnTo>
                  <a:pt x="600921" y="44844"/>
                </a:lnTo>
                <a:lnTo>
                  <a:pt x="600472" y="44732"/>
                </a:lnTo>
                <a:lnTo>
                  <a:pt x="600020" y="44627"/>
                </a:lnTo>
                <a:lnTo>
                  <a:pt x="599564" y="44527"/>
                </a:lnTo>
                <a:lnTo>
                  <a:pt x="599105" y="44434"/>
                </a:lnTo>
                <a:lnTo>
                  <a:pt x="598642" y="44346"/>
                </a:lnTo>
                <a:lnTo>
                  <a:pt x="598176" y="44265"/>
                </a:lnTo>
                <a:lnTo>
                  <a:pt x="597707" y="44190"/>
                </a:lnTo>
                <a:lnTo>
                  <a:pt x="597235" y="44120"/>
                </a:lnTo>
                <a:lnTo>
                  <a:pt x="596759" y="44057"/>
                </a:lnTo>
                <a:lnTo>
                  <a:pt x="596279" y="44000"/>
                </a:lnTo>
                <a:lnTo>
                  <a:pt x="595797" y="43949"/>
                </a:lnTo>
                <a:lnTo>
                  <a:pt x="595310" y="43904"/>
                </a:lnTo>
                <a:lnTo>
                  <a:pt x="594821" y="43864"/>
                </a:lnTo>
                <a:lnTo>
                  <a:pt x="594328" y="43831"/>
                </a:lnTo>
                <a:lnTo>
                  <a:pt x="593832" y="43804"/>
                </a:lnTo>
                <a:lnTo>
                  <a:pt x="593333" y="43783"/>
                </a:lnTo>
                <a:lnTo>
                  <a:pt x="592830" y="43768"/>
                </a:lnTo>
                <a:lnTo>
                  <a:pt x="592323" y="43759"/>
                </a:lnTo>
                <a:lnTo>
                  <a:pt x="591814" y="43756"/>
                </a:lnTo>
                <a:lnTo>
                  <a:pt x="591091" y="43761"/>
                </a:lnTo>
                <a:lnTo>
                  <a:pt x="590375" y="43777"/>
                </a:lnTo>
                <a:lnTo>
                  <a:pt x="589667" y="43804"/>
                </a:lnTo>
                <a:lnTo>
                  <a:pt x="588966" y="43842"/>
                </a:lnTo>
                <a:lnTo>
                  <a:pt x="588272" y="43891"/>
                </a:lnTo>
                <a:lnTo>
                  <a:pt x="587586" y="43950"/>
                </a:lnTo>
                <a:lnTo>
                  <a:pt x="586906" y="44020"/>
                </a:lnTo>
                <a:lnTo>
                  <a:pt x="586234" y="44101"/>
                </a:lnTo>
                <a:lnTo>
                  <a:pt x="585570" y="44193"/>
                </a:lnTo>
                <a:lnTo>
                  <a:pt x="584913" y="44295"/>
                </a:lnTo>
                <a:lnTo>
                  <a:pt x="584262" y="44409"/>
                </a:lnTo>
                <a:lnTo>
                  <a:pt x="583620" y="44533"/>
                </a:lnTo>
                <a:lnTo>
                  <a:pt x="582984" y="44668"/>
                </a:lnTo>
                <a:lnTo>
                  <a:pt x="582356" y="44813"/>
                </a:lnTo>
                <a:lnTo>
                  <a:pt x="581735" y="44970"/>
                </a:lnTo>
                <a:lnTo>
                  <a:pt x="581122" y="45137"/>
                </a:lnTo>
                <a:lnTo>
                  <a:pt x="580515" y="45315"/>
                </a:lnTo>
                <a:lnTo>
                  <a:pt x="579916" y="45504"/>
                </a:lnTo>
                <a:lnTo>
                  <a:pt x="579324" y="45704"/>
                </a:lnTo>
                <a:lnTo>
                  <a:pt x="578740" y="45914"/>
                </a:lnTo>
                <a:lnTo>
                  <a:pt x="578163" y="46136"/>
                </a:lnTo>
                <a:lnTo>
                  <a:pt x="577593" y="46368"/>
                </a:lnTo>
                <a:lnTo>
                  <a:pt x="577030" y="46610"/>
                </a:lnTo>
                <a:lnTo>
                  <a:pt x="576475" y="46864"/>
                </a:lnTo>
                <a:lnTo>
                  <a:pt x="575927" y="47127"/>
                </a:lnTo>
                <a:lnTo>
                  <a:pt x="575387" y="47400"/>
                </a:lnTo>
                <a:lnTo>
                  <a:pt x="574854" y="47681"/>
                </a:lnTo>
                <a:lnTo>
                  <a:pt x="574329" y="47971"/>
                </a:lnTo>
                <a:lnTo>
                  <a:pt x="573811" y="48269"/>
                </a:lnTo>
                <a:lnTo>
                  <a:pt x="573301" y="48577"/>
                </a:lnTo>
                <a:lnTo>
                  <a:pt x="572799" y="48893"/>
                </a:lnTo>
                <a:lnTo>
                  <a:pt x="572304" y="49219"/>
                </a:lnTo>
                <a:lnTo>
                  <a:pt x="571817" y="49553"/>
                </a:lnTo>
                <a:lnTo>
                  <a:pt x="571337" y="49896"/>
                </a:lnTo>
                <a:lnTo>
                  <a:pt x="570865" y="50247"/>
                </a:lnTo>
                <a:lnTo>
                  <a:pt x="570400" y="50608"/>
                </a:lnTo>
                <a:lnTo>
                  <a:pt x="569943" y="50977"/>
                </a:lnTo>
                <a:lnTo>
                  <a:pt x="569494" y="51355"/>
                </a:lnTo>
                <a:lnTo>
                  <a:pt x="569052" y="51742"/>
                </a:lnTo>
                <a:lnTo>
                  <a:pt x="568617" y="52138"/>
                </a:lnTo>
                <a:lnTo>
                  <a:pt x="568191" y="52543"/>
                </a:lnTo>
                <a:lnTo>
                  <a:pt x="567771" y="52957"/>
                </a:lnTo>
                <a:lnTo>
                  <a:pt x="567360" y="53379"/>
                </a:lnTo>
                <a:lnTo>
                  <a:pt x="566956" y="53810"/>
                </a:lnTo>
                <a:lnTo>
                  <a:pt x="566559" y="54250"/>
                </a:lnTo>
                <a:lnTo>
                  <a:pt x="566170" y="54699"/>
                </a:lnTo>
                <a:lnTo>
                  <a:pt x="566019" y="54881"/>
                </a:lnTo>
                <a:lnTo>
                  <a:pt x="565576" y="45370"/>
                </a:lnTo>
                <a:lnTo>
                  <a:pt x="551368" y="45370"/>
                </a:lnTo>
                <a:lnTo>
                  <a:pt x="551368" y="132721"/>
                </a:lnTo>
                <a:lnTo>
                  <a:pt x="566384" y="132721"/>
                </a:lnTo>
                <a:lnTo>
                  <a:pt x="566384" y="68732"/>
                </a:lnTo>
                <a:lnTo>
                  <a:pt x="566533" y="68402"/>
                </a:lnTo>
                <a:lnTo>
                  <a:pt x="566711" y="68024"/>
                </a:lnTo>
                <a:close/>
                <a:moveTo>
                  <a:pt x="112121" y="54047"/>
                </a:moveTo>
                <a:lnTo>
                  <a:pt x="111745" y="53615"/>
                </a:lnTo>
                <a:lnTo>
                  <a:pt x="111363" y="53192"/>
                </a:lnTo>
                <a:lnTo>
                  <a:pt x="110974" y="52779"/>
                </a:lnTo>
                <a:lnTo>
                  <a:pt x="110579" y="52374"/>
                </a:lnTo>
                <a:lnTo>
                  <a:pt x="110177" y="51978"/>
                </a:lnTo>
                <a:lnTo>
                  <a:pt x="109769" y="51591"/>
                </a:lnTo>
                <a:lnTo>
                  <a:pt x="109354" y="51213"/>
                </a:lnTo>
                <a:lnTo>
                  <a:pt x="108933" y="50844"/>
                </a:lnTo>
                <a:lnTo>
                  <a:pt x="108505" y="50485"/>
                </a:lnTo>
                <a:lnTo>
                  <a:pt x="108071" y="50134"/>
                </a:lnTo>
                <a:lnTo>
                  <a:pt x="107630" y="49792"/>
                </a:lnTo>
                <a:lnTo>
                  <a:pt x="107183" y="49459"/>
                </a:lnTo>
                <a:lnTo>
                  <a:pt x="106730" y="49135"/>
                </a:lnTo>
                <a:lnTo>
                  <a:pt x="106270" y="48819"/>
                </a:lnTo>
                <a:lnTo>
                  <a:pt x="105804" y="48513"/>
                </a:lnTo>
                <a:lnTo>
                  <a:pt x="105331" y="48216"/>
                </a:lnTo>
                <a:lnTo>
                  <a:pt x="104852" y="47928"/>
                </a:lnTo>
                <a:lnTo>
                  <a:pt x="104366" y="47649"/>
                </a:lnTo>
                <a:lnTo>
                  <a:pt x="103874" y="47379"/>
                </a:lnTo>
                <a:lnTo>
                  <a:pt x="103376" y="47117"/>
                </a:lnTo>
                <a:lnTo>
                  <a:pt x="102871" y="46865"/>
                </a:lnTo>
                <a:lnTo>
                  <a:pt x="102359" y="46622"/>
                </a:lnTo>
                <a:lnTo>
                  <a:pt x="101841" y="46388"/>
                </a:lnTo>
                <a:lnTo>
                  <a:pt x="101316" y="46164"/>
                </a:lnTo>
                <a:lnTo>
                  <a:pt x="100783" y="45950"/>
                </a:lnTo>
                <a:lnTo>
                  <a:pt x="100243" y="45746"/>
                </a:lnTo>
                <a:lnTo>
                  <a:pt x="99697" y="45552"/>
                </a:lnTo>
                <a:lnTo>
                  <a:pt x="99143" y="45368"/>
                </a:lnTo>
                <a:lnTo>
                  <a:pt x="98582" y="45194"/>
                </a:lnTo>
                <a:lnTo>
                  <a:pt x="98013" y="45030"/>
                </a:lnTo>
                <a:lnTo>
                  <a:pt x="97438" y="44875"/>
                </a:lnTo>
                <a:lnTo>
                  <a:pt x="96855" y="44731"/>
                </a:lnTo>
                <a:lnTo>
                  <a:pt x="96266" y="44597"/>
                </a:lnTo>
                <a:lnTo>
                  <a:pt x="95669" y="44472"/>
                </a:lnTo>
                <a:lnTo>
                  <a:pt x="95065" y="44358"/>
                </a:lnTo>
                <a:lnTo>
                  <a:pt x="94454" y="44253"/>
                </a:lnTo>
                <a:lnTo>
                  <a:pt x="93835" y="44159"/>
                </a:lnTo>
                <a:lnTo>
                  <a:pt x="93210" y="44074"/>
                </a:lnTo>
                <a:lnTo>
                  <a:pt x="92577" y="44000"/>
                </a:lnTo>
                <a:lnTo>
                  <a:pt x="91937" y="43935"/>
                </a:lnTo>
                <a:lnTo>
                  <a:pt x="91291" y="43880"/>
                </a:lnTo>
                <a:lnTo>
                  <a:pt x="90637" y="43835"/>
                </a:lnTo>
                <a:lnTo>
                  <a:pt x="89975" y="43801"/>
                </a:lnTo>
                <a:lnTo>
                  <a:pt x="89307" y="43776"/>
                </a:lnTo>
                <a:lnTo>
                  <a:pt x="88632" y="43761"/>
                </a:lnTo>
                <a:lnTo>
                  <a:pt x="87949" y="43756"/>
                </a:lnTo>
                <a:lnTo>
                  <a:pt x="87299" y="43761"/>
                </a:lnTo>
                <a:lnTo>
                  <a:pt x="86654" y="43778"/>
                </a:lnTo>
                <a:lnTo>
                  <a:pt x="86015" y="43806"/>
                </a:lnTo>
                <a:lnTo>
                  <a:pt x="85380" y="43844"/>
                </a:lnTo>
                <a:lnTo>
                  <a:pt x="84751" y="43894"/>
                </a:lnTo>
                <a:lnTo>
                  <a:pt x="84127" y="43955"/>
                </a:lnTo>
                <a:lnTo>
                  <a:pt x="83508" y="44027"/>
                </a:lnTo>
                <a:lnTo>
                  <a:pt x="82894" y="44110"/>
                </a:lnTo>
                <a:lnTo>
                  <a:pt x="82286" y="44204"/>
                </a:lnTo>
                <a:lnTo>
                  <a:pt x="81682" y="44309"/>
                </a:lnTo>
                <a:lnTo>
                  <a:pt x="81084" y="44426"/>
                </a:lnTo>
                <a:lnTo>
                  <a:pt x="80491" y="44553"/>
                </a:lnTo>
                <a:lnTo>
                  <a:pt x="79904" y="44691"/>
                </a:lnTo>
                <a:lnTo>
                  <a:pt x="79321" y="44841"/>
                </a:lnTo>
                <a:lnTo>
                  <a:pt x="78744" y="45002"/>
                </a:lnTo>
                <a:lnTo>
                  <a:pt x="78172" y="45173"/>
                </a:lnTo>
                <a:lnTo>
                  <a:pt x="77605" y="45356"/>
                </a:lnTo>
                <a:lnTo>
                  <a:pt x="77043" y="45550"/>
                </a:lnTo>
                <a:lnTo>
                  <a:pt x="76486" y="45754"/>
                </a:lnTo>
                <a:lnTo>
                  <a:pt x="75935" y="45970"/>
                </a:lnTo>
                <a:lnTo>
                  <a:pt x="75388" y="46197"/>
                </a:lnTo>
                <a:lnTo>
                  <a:pt x="74847" y="46435"/>
                </a:lnTo>
                <a:lnTo>
                  <a:pt x="74311" y="46685"/>
                </a:lnTo>
                <a:lnTo>
                  <a:pt x="73781" y="46945"/>
                </a:lnTo>
                <a:lnTo>
                  <a:pt x="73256" y="47215"/>
                </a:lnTo>
                <a:lnTo>
                  <a:pt x="72737" y="47495"/>
                </a:lnTo>
                <a:lnTo>
                  <a:pt x="72224" y="47784"/>
                </a:lnTo>
                <a:lnTo>
                  <a:pt x="71718" y="48083"/>
                </a:lnTo>
                <a:lnTo>
                  <a:pt x="71217" y="48391"/>
                </a:lnTo>
                <a:lnTo>
                  <a:pt x="70723" y="48708"/>
                </a:lnTo>
                <a:lnTo>
                  <a:pt x="70235" y="49035"/>
                </a:lnTo>
                <a:lnTo>
                  <a:pt x="69753" y="49371"/>
                </a:lnTo>
                <a:lnTo>
                  <a:pt x="69277" y="49717"/>
                </a:lnTo>
                <a:lnTo>
                  <a:pt x="68808" y="50072"/>
                </a:lnTo>
                <a:lnTo>
                  <a:pt x="68345" y="50436"/>
                </a:lnTo>
                <a:lnTo>
                  <a:pt x="67887" y="50810"/>
                </a:lnTo>
                <a:lnTo>
                  <a:pt x="67436" y="51193"/>
                </a:lnTo>
                <a:lnTo>
                  <a:pt x="66992" y="51585"/>
                </a:lnTo>
                <a:lnTo>
                  <a:pt x="66553" y="51987"/>
                </a:lnTo>
                <a:lnTo>
                  <a:pt x="66120" y="52398"/>
                </a:lnTo>
                <a:lnTo>
                  <a:pt x="65694" y="52819"/>
                </a:lnTo>
                <a:lnTo>
                  <a:pt x="65274" y="53249"/>
                </a:lnTo>
                <a:lnTo>
                  <a:pt x="64860" y="53689"/>
                </a:lnTo>
                <a:lnTo>
                  <a:pt x="64452" y="54138"/>
                </a:lnTo>
                <a:lnTo>
                  <a:pt x="64050" y="54596"/>
                </a:lnTo>
                <a:lnTo>
                  <a:pt x="63655" y="55063"/>
                </a:lnTo>
                <a:lnTo>
                  <a:pt x="63265" y="55540"/>
                </a:lnTo>
                <a:lnTo>
                  <a:pt x="62882" y="56027"/>
                </a:lnTo>
                <a:lnTo>
                  <a:pt x="62506" y="56522"/>
                </a:lnTo>
                <a:lnTo>
                  <a:pt x="62136" y="57025"/>
                </a:lnTo>
                <a:lnTo>
                  <a:pt x="61775" y="57536"/>
                </a:lnTo>
                <a:lnTo>
                  <a:pt x="61420" y="58055"/>
                </a:lnTo>
                <a:lnTo>
                  <a:pt x="61073" y="58582"/>
                </a:lnTo>
                <a:lnTo>
                  <a:pt x="60733" y="59117"/>
                </a:lnTo>
                <a:lnTo>
                  <a:pt x="60400" y="59660"/>
                </a:lnTo>
                <a:lnTo>
                  <a:pt x="60074" y="60211"/>
                </a:lnTo>
                <a:lnTo>
                  <a:pt x="59756" y="60770"/>
                </a:lnTo>
                <a:lnTo>
                  <a:pt x="59445" y="61337"/>
                </a:lnTo>
                <a:lnTo>
                  <a:pt x="59142" y="61912"/>
                </a:lnTo>
                <a:lnTo>
                  <a:pt x="58846" y="62495"/>
                </a:lnTo>
                <a:lnTo>
                  <a:pt x="58557" y="63086"/>
                </a:lnTo>
                <a:lnTo>
                  <a:pt x="58275" y="63685"/>
                </a:lnTo>
                <a:lnTo>
                  <a:pt x="58000" y="64292"/>
                </a:lnTo>
                <a:lnTo>
                  <a:pt x="57733" y="64907"/>
                </a:lnTo>
                <a:lnTo>
                  <a:pt x="57473" y="65530"/>
                </a:lnTo>
                <a:lnTo>
                  <a:pt x="57221" y="66161"/>
                </a:lnTo>
                <a:lnTo>
                  <a:pt x="56976" y="66800"/>
                </a:lnTo>
                <a:lnTo>
                  <a:pt x="56738" y="67447"/>
                </a:lnTo>
                <a:lnTo>
                  <a:pt x="56507" y="68102"/>
                </a:lnTo>
                <a:lnTo>
                  <a:pt x="56284" y="68765"/>
                </a:lnTo>
                <a:lnTo>
                  <a:pt x="56067" y="69435"/>
                </a:lnTo>
                <a:lnTo>
                  <a:pt x="55859" y="70114"/>
                </a:lnTo>
                <a:lnTo>
                  <a:pt x="55658" y="70800"/>
                </a:lnTo>
                <a:lnTo>
                  <a:pt x="55465" y="71493"/>
                </a:lnTo>
                <a:lnTo>
                  <a:pt x="55281" y="72191"/>
                </a:lnTo>
                <a:lnTo>
                  <a:pt x="55106" y="72896"/>
                </a:lnTo>
                <a:lnTo>
                  <a:pt x="54939" y="73607"/>
                </a:lnTo>
                <a:lnTo>
                  <a:pt x="54781" y="74325"/>
                </a:lnTo>
                <a:lnTo>
                  <a:pt x="54632" y="75049"/>
                </a:lnTo>
                <a:lnTo>
                  <a:pt x="54491" y="75779"/>
                </a:lnTo>
                <a:lnTo>
                  <a:pt x="54358" y="76515"/>
                </a:lnTo>
                <a:lnTo>
                  <a:pt x="54234" y="77258"/>
                </a:lnTo>
                <a:lnTo>
                  <a:pt x="54119" y="78007"/>
                </a:lnTo>
                <a:lnTo>
                  <a:pt x="54012" y="78763"/>
                </a:lnTo>
                <a:lnTo>
                  <a:pt x="53914" y="79524"/>
                </a:lnTo>
                <a:lnTo>
                  <a:pt x="53824" y="80292"/>
                </a:lnTo>
                <a:lnTo>
                  <a:pt x="53743" y="81067"/>
                </a:lnTo>
                <a:lnTo>
                  <a:pt x="53670" y="81847"/>
                </a:lnTo>
                <a:lnTo>
                  <a:pt x="53606" y="82634"/>
                </a:lnTo>
                <a:lnTo>
                  <a:pt x="53550" y="83427"/>
                </a:lnTo>
                <a:lnTo>
                  <a:pt x="53503" y="84227"/>
                </a:lnTo>
                <a:lnTo>
                  <a:pt x="53465" y="85033"/>
                </a:lnTo>
                <a:lnTo>
                  <a:pt x="53435" y="85845"/>
                </a:lnTo>
                <a:lnTo>
                  <a:pt x="53413" y="86663"/>
                </a:lnTo>
                <a:lnTo>
                  <a:pt x="53401" y="87488"/>
                </a:lnTo>
                <a:lnTo>
                  <a:pt x="53396" y="88319"/>
                </a:lnTo>
                <a:lnTo>
                  <a:pt x="53396" y="90014"/>
                </a:lnTo>
                <a:lnTo>
                  <a:pt x="53401" y="90806"/>
                </a:lnTo>
                <a:lnTo>
                  <a:pt x="53413" y="91592"/>
                </a:lnTo>
                <a:lnTo>
                  <a:pt x="53435" y="92374"/>
                </a:lnTo>
                <a:lnTo>
                  <a:pt x="53465" y="93151"/>
                </a:lnTo>
                <a:lnTo>
                  <a:pt x="53503" y="93922"/>
                </a:lnTo>
                <a:lnTo>
                  <a:pt x="53550" y="94689"/>
                </a:lnTo>
                <a:lnTo>
                  <a:pt x="53606" y="95451"/>
                </a:lnTo>
                <a:lnTo>
                  <a:pt x="53670" y="96208"/>
                </a:lnTo>
                <a:lnTo>
                  <a:pt x="53743" y="96960"/>
                </a:lnTo>
                <a:lnTo>
                  <a:pt x="53824" y="97708"/>
                </a:lnTo>
                <a:lnTo>
                  <a:pt x="53914" y="98450"/>
                </a:lnTo>
                <a:lnTo>
                  <a:pt x="54012" y="99187"/>
                </a:lnTo>
                <a:lnTo>
                  <a:pt x="54119" y="99920"/>
                </a:lnTo>
                <a:lnTo>
                  <a:pt x="54234" y="100648"/>
                </a:lnTo>
                <a:lnTo>
                  <a:pt x="54358" y="101370"/>
                </a:lnTo>
                <a:lnTo>
                  <a:pt x="54491" y="102088"/>
                </a:lnTo>
                <a:lnTo>
                  <a:pt x="54632" y="102801"/>
                </a:lnTo>
                <a:lnTo>
                  <a:pt x="54781" y="103509"/>
                </a:lnTo>
                <a:lnTo>
                  <a:pt x="54939" y="104212"/>
                </a:lnTo>
                <a:lnTo>
                  <a:pt x="55106" y="104910"/>
                </a:lnTo>
                <a:lnTo>
                  <a:pt x="55281" y="105604"/>
                </a:lnTo>
                <a:lnTo>
                  <a:pt x="55465" y="106292"/>
                </a:lnTo>
                <a:lnTo>
                  <a:pt x="55658" y="106975"/>
                </a:lnTo>
                <a:lnTo>
                  <a:pt x="55859" y="107654"/>
                </a:lnTo>
                <a:lnTo>
                  <a:pt x="56067" y="108326"/>
                </a:lnTo>
                <a:lnTo>
                  <a:pt x="56284" y="108991"/>
                </a:lnTo>
                <a:lnTo>
                  <a:pt x="56507" y="109649"/>
                </a:lnTo>
                <a:lnTo>
                  <a:pt x="56738" y="110299"/>
                </a:lnTo>
                <a:lnTo>
                  <a:pt x="56976" y="110942"/>
                </a:lnTo>
                <a:lnTo>
                  <a:pt x="57221" y="111577"/>
                </a:lnTo>
                <a:lnTo>
                  <a:pt x="57473" y="112205"/>
                </a:lnTo>
                <a:lnTo>
                  <a:pt x="57733" y="112825"/>
                </a:lnTo>
                <a:lnTo>
                  <a:pt x="58000" y="113438"/>
                </a:lnTo>
                <a:lnTo>
                  <a:pt x="58275" y="114044"/>
                </a:lnTo>
                <a:lnTo>
                  <a:pt x="58557" y="114642"/>
                </a:lnTo>
                <a:lnTo>
                  <a:pt x="58846" y="115233"/>
                </a:lnTo>
                <a:lnTo>
                  <a:pt x="59142" y="115816"/>
                </a:lnTo>
                <a:lnTo>
                  <a:pt x="59445" y="116392"/>
                </a:lnTo>
                <a:lnTo>
                  <a:pt x="59756" y="116960"/>
                </a:lnTo>
                <a:lnTo>
                  <a:pt x="60074" y="117521"/>
                </a:lnTo>
                <a:lnTo>
                  <a:pt x="60400" y="118075"/>
                </a:lnTo>
                <a:lnTo>
                  <a:pt x="60733" y="118621"/>
                </a:lnTo>
                <a:lnTo>
                  <a:pt x="61073" y="119159"/>
                </a:lnTo>
                <a:lnTo>
                  <a:pt x="61420" y="119691"/>
                </a:lnTo>
                <a:lnTo>
                  <a:pt x="61775" y="120214"/>
                </a:lnTo>
                <a:lnTo>
                  <a:pt x="62136" y="120731"/>
                </a:lnTo>
                <a:lnTo>
                  <a:pt x="62506" y="121240"/>
                </a:lnTo>
                <a:lnTo>
                  <a:pt x="62882" y="121741"/>
                </a:lnTo>
                <a:lnTo>
                  <a:pt x="63265" y="122235"/>
                </a:lnTo>
                <a:lnTo>
                  <a:pt x="63655" y="122719"/>
                </a:lnTo>
                <a:lnTo>
                  <a:pt x="64050" y="123193"/>
                </a:lnTo>
                <a:lnTo>
                  <a:pt x="64452" y="123659"/>
                </a:lnTo>
                <a:lnTo>
                  <a:pt x="64860" y="124115"/>
                </a:lnTo>
                <a:lnTo>
                  <a:pt x="65274" y="124562"/>
                </a:lnTo>
                <a:lnTo>
                  <a:pt x="65694" y="125000"/>
                </a:lnTo>
                <a:lnTo>
                  <a:pt x="66120" y="125428"/>
                </a:lnTo>
                <a:lnTo>
                  <a:pt x="66553" y="125847"/>
                </a:lnTo>
                <a:lnTo>
                  <a:pt x="66992" y="126257"/>
                </a:lnTo>
                <a:lnTo>
                  <a:pt x="67436" y="126658"/>
                </a:lnTo>
                <a:lnTo>
                  <a:pt x="67887" y="127049"/>
                </a:lnTo>
                <a:lnTo>
                  <a:pt x="68345" y="127432"/>
                </a:lnTo>
                <a:lnTo>
                  <a:pt x="68808" y="127805"/>
                </a:lnTo>
                <a:lnTo>
                  <a:pt x="69277" y="128168"/>
                </a:lnTo>
                <a:lnTo>
                  <a:pt x="69753" y="128523"/>
                </a:lnTo>
                <a:lnTo>
                  <a:pt x="70235" y="128868"/>
                </a:lnTo>
                <a:lnTo>
                  <a:pt x="70723" y="129204"/>
                </a:lnTo>
                <a:lnTo>
                  <a:pt x="71217" y="129531"/>
                </a:lnTo>
                <a:lnTo>
                  <a:pt x="71718" y="129848"/>
                </a:lnTo>
                <a:lnTo>
                  <a:pt x="72224" y="130156"/>
                </a:lnTo>
                <a:lnTo>
                  <a:pt x="72737" y="130455"/>
                </a:lnTo>
                <a:lnTo>
                  <a:pt x="73256" y="130745"/>
                </a:lnTo>
                <a:lnTo>
                  <a:pt x="73781" y="131025"/>
                </a:lnTo>
                <a:lnTo>
                  <a:pt x="74311" y="131295"/>
                </a:lnTo>
                <a:lnTo>
                  <a:pt x="74846" y="131554"/>
                </a:lnTo>
                <a:lnTo>
                  <a:pt x="75386" y="131801"/>
                </a:lnTo>
                <a:lnTo>
                  <a:pt x="75930" y="132037"/>
                </a:lnTo>
                <a:lnTo>
                  <a:pt x="76479" y="132261"/>
                </a:lnTo>
                <a:lnTo>
                  <a:pt x="77033" y="132473"/>
                </a:lnTo>
                <a:lnTo>
                  <a:pt x="77591" y="132675"/>
                </a:lnTo>
                <a:lnTo>
                  <a:pt x="78154" y="132864"/>
                </a:lnTo>
                <a:lnTo>
                  <a:pt x="78721" y="133042"/>
                </a:lnTo>
                <a:lnTo>
                  <a:pt x="79293" y="133209"/>
                </a:lnTo>
                <a:lnTo>
                  <a:pt x="79870" y="133364"/>
                </a:lnTo>
                <a:lnTo>
                  <a:pt x="80451" y="133508"/>
                </a:lnTo>
                <a:lnTo>
                  <a:pt x="81037" y="133640"/>
                </a:lnTo>
                <a:lnTo>
                  <a:pt x="81628" y="133761"/>
                </a:lnTo>
                <a:lnTo>
                  <a:pt x="82223" y="133870"/>
                </a:lnTo>
                <a:lnTo>
                  <a:pt x="82823" y="133968"/>
                </a:lnTo>
                <a:lnTo>
                  <a:pt x="83427" y="134054"/>
                </a:lnTo>
                <a:lnTo>
                  <a:pt x="84036" y="134128"/>
                </a:lnTo>
                <a:lnTo>
                  <a:pt x="84650" y="134192"/>
                </a:lnTo>
                <a:lnTo>
                  <a:pt x="85268" y="134243"/>
                </a:lnTo>
                <a:lnTo>
                  <a:pt x="85891" y="134284"/>
                </a:lnTo>
                <a:lnTo>
                  <a:pt x="86518" y="134312"/>
                </a:lnTo>
                <a:lnTo>
                  <a:pt x="87151" y="134330"/>
                </a:lnTo>
                <a:lnTo>
                  <a:pt x="87787" y="134335"/>
                </a:lnTo>
                <a:lnTo>
                  <a:pt x="88477" y="134330"/>
                </a:lnTo>
                <a:lnTo>
                  <a:pt x="89159" y="134315"/>
                </a:lnTo>
                <a:lnTo>
                  <a:pt x="89833" y="134291"/>
                </a:lnTo>
                <a:lnTo>
                  <a:pt x="90501" y="134256"/>
                </a:lnTo>
                <a:lnTo>
                  <a:pt x="91161" y="134211"/>
                </a:lnTo>
                <a:lnTo>
                  <a:pt x="91814" y="134156"/>
                </a:lnTo>
                <a:lnTo>
                  <a:pt x="92459" y="134092"/>
                </a:lnTo>
                <a:lnTo>
                  <a:pt x="93098" y="134017"/>
                </a:lnTo>
                <a:lnTo>
                  <a:pt x="93729" y="133932"/>
                </a:lnTo>
                <a:lnTo>
                  <a:pt x="94352" y="133838"/>
                </a:lnTo>
                <a:lnTo>
                  <a:pt x="94969" y="133733"/>
                </a:lnTo>
                <a:lnTo>
                  <a:pt x="95578" y="133619"/>
                </a:lnTo>
                <a:lnTo>
                  <a:pt x="96180" y="133494"/>
                </a:lnTo>
                <a:lnTo>
                  <a:pt x="96774" y="133360"/>
                </a:lnTo>
                <a:lnTo>
                  <a:pt x="97362" y="133216"/>
                </a:lnTo>
                <a:lnTo>
                  <a:pt x="97942" y="133062"/>
                </a:lnTo>
                <a:lnTo>
                  <a:pt x="98514" y="132897"/>
                </a:lnTo>
                <a:lnTo>
                  <a:pt x="99080" y="132723"/>
                </a:lnTo>
                <a:lnTo>
                  <a:pt x="99638" y="132539"/>
                </a:lnTo>
                <a:lnTo>
                  <a:pt x="100189" y="132345"/>
                </a:lnTo>
                <a:lnTo>
                  <a:pt x="100732" y="132141"/>
                </a:lnTo>
                <a:lnTo>
                  <a:pt x="101268" y="131927"/>
                </a:lnTo>
                <a:lnTo>
                  <a:pt x="101797" y="131703"/>
                </a:lnTo>
                <a:lnTo>
                  <a:pt x="102319" y="131469"/>
                </a:lnTo>
                <a:lnTo>
                  <a:pt x="102834" y="131226"/>
                </a:lnTo>
                <a:lnTo>
                  <a:pt x="103342" y="130974"/>
                </a:lnTo>
                <a:lnTo>
                  <a:pt x="103843" y="130713"/>
                </a:lnTo>
                <a:lnTo>
                  <a:pt x="104338" y="130443"/>
                </a:lnTo>
                <a:lnTo>
                  <a:pt x="104827" y="130165"/>
                </a:lnTo>
                <a:lnTo>
                  <a:pt x="105308" y="129878"/>
                </a:lnTo>
                <a:lnTo>
                  <a:pt x="105784" y="129581"/>
                </a:lnTo>
                <a:lnTo>
                  <a:pt x="106252" y="129276"/>
                </a:lnTo>
                <a:lnTo>
                  <a:pt x="106714" y="128962"/>
                </a:lnTo>
                <a:lnTo>
                  <a:pt x="107170" y="128640"/>
                </a:lnTo>
                <a:lnTo>
                  <a:pt x="107619" y="128308"/>
                </a:lnTo>
                <a:lnTo>
                  <a:pt x="108061" y="127968"/>
                </a:lnTo>
                <a:lnTo>
                  <a:pt x="108497" y="127619"/>
                </a:lnTo>
                <a:lnTo>
                  <a:pt x="108926" y="127260"/>
                </a:lnTo>
                <a:lnTo>
                  <a:pt x="109348" y="126894"/>
                </a:lnTo>
                <a:lnTo>
                  <a:pt x="109764" y="126518"/>
                </a:lnTo>
                <a:lnTo>
                  <a:pt x="110173" y="126133"/>
                </a:lnTo>
                <a:lnTo>
                  <a:pt x="110576" y="125740"/>
                </a:lnTo>
                <a:lnTo>
                  <a:pt x="110972" y="125338"/>
                </a:lnTo>
                <a:lnTo>
                  <a:pt x="111362" y="124927"/>
                </a:lnTo>
                <a:lnTo>
                  <a:pt x="111745" y="124507"/>
                </a:lnTo>
                <a:lnTo>
                  <a:pt x="112121" y="124078"/>
                </a:lnTo>
                <a:lnTo>
                  <a:pt x="112491" y="123641"/>
                </a:lnTo>
                <a:lnTo>
                  <a:pt x="112744" y="123330"/>
                </a:lnTo>
                <a:lnTo>
                  <a:pt x="113460" y="132721"/>
                </a:lnTo>
                <a:lnTo>
                  <a:pt x="127184" y="132721"/>
                </a:lnTo>
                <a:lnTo>
                  <a:pt x="127184" y="8719"/>
                </a:lnTo>
                <a:lnTo>
                  <a:pt x="112168" y="8719"/>
                </a:lnTo>
                <a:lnTo>
                  <a:pt x="112168" y="54102"/>
                </a:lnTo>
                <a:lnTo>
                  <a:pt x="112121" y="54047"/>
                </a:lnTo>
                <a:close/>
                <a:moveTo>
                  <a:pt x="111441" y="110197"/>
                </a:moveTo>
                <a:lnTo>
                  <a:pt x="111196" y="110624"/>
                </a:lnTo>
                <a:lnTo>
                  <a:pt x="110944" y="111044"/>
                </a:lnTo>
                <a:lnTo>
                  <a:pt x="110685" y="111457"/>
                </a:lnTo>
                <a:lnTo>
                  <a:pt x="110420" y="111863"/>
                </a:lnTo>
                <a:lnTo>
                  <a:pt x="110148" y="112262"/>
                </a:lnTo>
                <a:lnTo>
                  <a:pt x="109870" y="112654"/>
                </a:lnTo>
                <a:lnTo>
                  <a:pt x="109585" y="113039"/>
                </a:lnTo>
                <a:lnTo>
                  <a:pt x="109293" y="113417"/>
                </a:lnTo>
                <a:lnTo>
                  <a:pt x="108995" y="113788"/>
                </a:lnTo>
                <a:lnTo>
                  <a:pt x="108690" y="114152"/>
                </a:lnTo>
                <a:lnTo>
                  <a:pt x="108379" y="114509"/>
                </a:lnTo>
                <a:lnTo>
                  <a:pt x="108061" y="114859"/>
                </a:lnTo>
                <a:lnTo>
                  <a:pt x="107736" y="115202"/>
                </a:lnTo>
                <a:lnTo>
                  <a:pt x="107405" y="115538"/>
                </a:lnTo>
                <a:lnTo>
                  <a:pt x="107067" y="115867"/>
                </a:lnTo>
                <a:lnTo>
                  <a:pt x="106723" y="116189"/>
                </a:lnTo>
                <a:lnTo>
                  <a:pt x="106372" y="116504"/>
                </a:lnTo>
                <a:lnTo>
                  <a:pt x="106015" y="116812"/>
                </a:lnTo>
                <a:lnTo>
                  <a:pt x="105651" y="117113"/>
                </a:lnTo>
                <a:lnTo>
                  <a:pt x="105280" y="117407"/>
                </a:lnTo>
                <a:lnTo>
                  <a:pt x="104903" y="117694"/>
                </a:lnTo>
                <a:lnTo>
                  <a:pt x="104519" y="117973"/>
                </a:lnTo>
                <a:lnTo>
                  <a:pt x="104129" y="118246"/>
                </a:lnTo>
                <a:lnTo>
                  <a:pt x="103732" y="118512"/>
                </a:lnTo>
                <a:lnTo>
                  <a:pt x="103327" y="118769"/>
                </a:lnTo>
                <a:lnTo>
                  <a:pt x="102913" y="119015"/>
                </a:lnTo>
                <a:lnTo>
                  <a:pt x="102490" y="119250"/>
                </a:lnTo>
                <a:lnTo>
                  <a:pt x="102058" y="119474"/>
                </a:lnTo>
                <a:lnTo>
                  <a:pt x="101616" y="119687"/>
                </a:lnTo>
                <a:lnTo>
                  <a:pt x="101166" y="119890"/>
                </a:lnTo>
                <a:lnTo>
                  <a:pt x="100706" y="120081"/>
                </a:lnTo>
                <a:lnTo>
                  <a:pt x="100238" y="120261"/>
                </a:lnTo>
                <a:lnTo>
                  <a:pt x="99760" y="120431"/>
                </a:lnTo>
                <a:lnTo>
                  <a:pt x="99273" y="120589"/>
                </a:lnTo>
                <a:lnTo>
                  <a:pt x="98777" y="120737"/>
                </a:lnTo>
                <a:lnTo>
                  <a:pt x="98272" y="120874"/>
                </a:lnTo>
                <a:lnTo>
                  <a:pt x="97758" y="120999"/>
                </a:lnTo>
                <a:lnTo>
                  <a:pt x="97235" y="121114"/>
                </a:lnTo>
                <a:lnTo>
                  <a:pt x="96702" y="121218"/>
                </a:lnTo>
                <a:lnTo>
                  <a:pt x="96161" y="121311"/>
                </a:lnTo>
                <a:lnTo>
                  <a:pt x="95610" y="121393"/>
                </a:lnTo>
                <a:lnTo>
                  <a:pt x="95051" y="121464"/>
                </a:lnTo>
                <a:lnTo>
                  <a:pt x="94482" y="121524"/>
                </a:lnTo>
                <a:lnTo>
                  <a:pt x="93904" y="121573"/>
                </a:lnTo>
                <a:lnTo>
                  <a:pt x="93317" y="121611"/>
                </a:lnTo>
                <a:lnTo>
                  <a:pt x="92721" y="121639"/>
                </a:lnTo>
                <a:lnTo>
                  <a:pt x="92115" y="121655"/>
                </a:lnTo>
                <a:lnTo>
                  <a:pt x="91501" y="121661"/>
                </a:lnTo>
                <a:lnTo>
                  <a:pt x="90999" y="121656"/>
                </a:lnTo>
                <a:lnTo>
                  <a:pt x="90504" y="121644"/>
                </a:lnTo>
                <a:lnTo>
                  <a:pt x="90014" y="121622"/>
                </a:lnTo>
                <a:lnTo>
                  <a:pt x="89530" y="121592"/>
                </a:lnTo>
                <a:lnTo>
                  <a:pt x="89052" y="121554"/>
                </a:lnTo>
                <a:lnTo>
                  <a:pt x="88580" y="121507"/>
                </a:lnTo>
                <a:lnTo>
                  <a:pt x="88113" y="121451"/>
                </a:lnTo>
                <a:lnTo>
                  <a:pt x="87653" y="121387"/>
                </a:lnTo>
                <a:lnTo>
                  <a:pt x="87198" y="121314"/>
                </a:lnTo>
                <a:lnTo>
                  <a:pt x="86750" y="121233"/>
                </a:lnTo>
                <a:lnTo>
                  <a:pt x="86307" y="121143"/>
                </a:lnTo>
                <a:lnTo>
                  <a:pt x="85870" y="121045"/>
                </a:lnTo>
                <a:lnTo>
                  <a:pt x="85439" y="120938"/>
                </a:lnTo>
                <a:lnTo>
                  <a:pt x="85014" y="120823"/>
                </a:lnTo>
                <a:lnTo>
                  <a:pt x="84595" y="120699"/>
                </a:lnTo>
                <a:lnTo>
                  <a:pt x="84181" y="120566"/>
                </a:lnTo>
                <a:lnTo>
                  <a:pt x="83774" y="120425"/>
                </a:lnTo>
                <a:lnTo>
                  <a:pt x="83372" y="120276"/>
                </a:lnTo>
                <a:lnTo>
                  <a:pt x="82977" y="120117"/>
                </a:lnTo>
                <a:lnTo>
                  <a:pt x="82587" y="119951"/>
                </a:lnTo>
                <a:lnTo>
                  <a:pt x="82203" y="119775"/>
                </a:lnTo>
                <a:lnTo>
                  <a:pt x="81825" y="119592"/>
                </a:lnTo>
                <a:lnTo>
                  <a:pt x="81453" y="119399"/>
                </a:lnTo>
                <a:lnTo>
                  <a:pt x="81087" y="119198"/>
                </a:lnTo>
                <a:lnTo>
                  <a:pt x="80726" y="118990"/>
                </a:lnTo>
                <a:lnTo>
                  <a:pt x="80371" y="118775"/>
                </a:lnTo>
                <a:lnTo>
                  <a:pt x="80021" y="118553"/>
                </a:lnTo>
                <a:lnTo>
                  <a:pt x="79676" y="118325"/>
                </a:lnTo>
                <a:lnTo>
                  <a:pt x="79337" y="118090"/>
                </a:lnTo>
                <a:lnTo>
                  <a:pt x="79003" y="117849"/>
                </a:lnTo>
                <a:lnTo>
                  <a:pt x="78674" y="117601"/>
                </a:lnTo>
                <a:lnTo>
                  <a:pt x="78351" y="117346"/>
                </a:lnTo>
                <a:lnTo>
                  <a:pt x="78033" y="117085"/>
                </a:lnTo>
                <a:lnTo>
                  <a:pt x="77720" y="116817"/>
                </a:lnTo>
                <a:lnTo>
                  <a:pt x="77413" y="116543"/>
                </a:lnTo>
                <a:lnTo>
                  <a:pt x="77111" y="116262"/>
                </a:lnTo>
                <a:lnTo>
                  <a:pt x="76814" y="115974"/>
                </a:lnTo>
                <a:lnTo>
                  <a:pt x="76523" y="115680"/>
                </a:lnTo>
                <a:lnTo>
                  <a:pt x="76237" y="115379"/>
                </a:lnTo>
                <a:lnTo>
                  <a:pt x="75956" y="115072"/>
                </a:lnTo>
                <a:lnTo>
                  <a:pt x="75681" y="114758"/>
                </a:lnTo>
                <a:lnTo>
                  <a:pt x="75410" y="114438"/>
                </a:lnTo>
                <a:lnTo>
                  <a:pt x="75146" y="114111"/>
                </a:lnTo>
                <a:lnTo>
                  <a:pt x="74886" y="113777"/>
                </a:lnTo>
                <a:lnTo>
                  <a:pt x="74632" y="113437"/>
                </a:lnTo>
                <a:lnTo>
                  <a:pt x="74383" y="113090"/>
                </a:lnTo>
                <a:lnTo>
                  <a:pt x="74140" y="112737"/>
                </a:lnTo>
                <a:lnTo>
                  <a:pt x="73902" y="112377"/>
                </a:lnTo>
                <a:lnTo>
                  <a:pt x="73669" y="112011"/>
                </a:lnTo>
                <a:lnTo>
                  <a:pt x="73441" y="111641"/>
                </a:lnTo>
                <a:lnTo>
                  <a:pt x="73219" y="111265"/>
                </a:lnTo>
                <a:lnTo>
                  <a:pt x="73001" y="110885"/>
                </a:lnTo>
                <a:lnTo>
                  <a:pt x="72789" y="110501"/>
                </a:lnTo>
                <a:lnTo>
                  <a:pt x="72582" y="110111"/>
                </a:lnTo>
                <a:lnTo>
                  <a:pt x="72381" y="109717"/>
                </a:lnTo>
                <a:lnTo>
                  <a:pt x="72184" y="109318"/>
                </a:lnTo>
                <a:lnTo>
                  <a:pt x="71993" y="108914"/>
                </a:lnTo>
                <a:lnTo>
                  <a:pt x="71806" y="108506"/>
                </a:lnTo>
                <a:lnTo>
                  <a:pt x="71625" y="108092"/>
                </a:lnTo>
                <a:lnTo>
                  <a:pt x="71450" y="107674"/>
                </a:lnTo>
                <a:lnTo>
                  <a:pt x="71279" y="107251"/>
                </a:lnTo>
                <a:lnTo>
                  <a:pt x="71114" y="106824"/>
                </a:lnTo>
                <a:lnTo>
                  <a:pt x="70953" y="106391"/>
                </a:lnTo>
                <a:lnTo>
                  <a:pt x="70798" y="105954"/>
                </a:lnTo>
                <a:lnTo>
                  <a:pt x="70648" y="105512"/>
                </a:lnTo>
                <a:lnTo>
                  <a:pt x="70504" y="105066"/>
                </a:lnTo>
                <a:lnTo>
                  <a:pt x="70364" y="104614"/>
                </a:lnTo>
                <a:lnTo>
                  <a:pt x="70230" y="104158"/>
                </a:lnTo>
                <a:lnTo>
                  <a:pt x="70101" y="103697"/>
                </a:lnTo>
                <a:lnTo>
                  <a:pt x="69977" y="103231"/>
                </a:lnTo>
                <a:lnTo>
                  <a:pt x="69858" y="102761"/>
                </a:lnTo>
                <a:lnTo>
                  <a:pt x="69744" y="102285"/>
                </a:lnTo>
                <a:lnTo>
                  <a:pt x="69636" y="101806"/>
                </a:lnTo>
                <a:lnTo>
                  <a:pt x="69531" y="101324"/>
                </a:lnTo>
                <a:lnTo>
                  <a:pt x="69432" y="100840"/>
                </a:lnTo>
                <a:lnTo>
                  <a:pt x="69337" y="100352"/>
                </a:lnTo>
                <a:lnTo>
                  <a:pt x="69247" y="99862"/>
                </a:lnTo>
                <a:lnTo>
                  <a:pt x="69161" y="99369"/>
                </a:lnTo>
                <a:lnTo>
                  <a:pt x="69080" y="98873"/>
                </a:lnTo>
                <a:lnTo>
                  <a:pt x="69004" y="98374"/>
                </a:lnTo>
                <a:lnTo>
                  <a:pt x="68932" y="97873"/>
                </a:lnTo>
                <a:lnTo>
                  <a:pt x="68865" y="97369"/>
                </a:lnTo>
                <a:lnTo>
                  <a:pt x="68803" y="96862"/>
                </a:lnTo>
                <a:lnTo>
                  <a:pt x="68745" y="96352"/>
                </a:lnTo>
                <a:lnTo>
                  <a:pt x="68692" y="95839"/>
                </a:lnTo>
                <a:lnTo>
                  <a:pt x="68643" y="95324"/>
                </a:lnTo>
                <a:lnTo>
                  <a:pt x="68599" y="94805"/>
                </a:lnTo>
                <a:lnTo>
                  <a:pt x="68560" y="94284"/>
                </a:lnTo>
                <a:lnTo>
                  <a:pt x="68525" y="93760"/>
                </a:lnTo>
                <a:lnTo>
                  <a:pt x="68495" y="93233"/>
                </a:lnTo>
                <a:lnTo>
                  <a:pt x="68470" y="92704"/>
                </a:lnTo>
                <a:lnTo>
                  <a:pt x="68449" y="92172"/>
                </a:lnTo>
                <a:lnTo>
                  <a:pt x="68433" y="91637"/>
                </a:lnTo>
                <a:lnTo>
                  <a:pt x="68421" y="91099"/>
                </a:lnTo>
                <a:lnTo>
                  <a:pt x="68414" y="90558"/>
                </a:lnTo>
                <a:lnTo>
                  <a:pt x="68412" y="90014"/>
                </a:lnTo>
                <a:lnTo>
                  <a:pt x="68412" y="88319"/>
                </a:lnTo>
                <a:lnTo>
                  <a:pt x="68414" y="87775"/>
                </a:lnTo>
                <a:lnTo>
                  <a:pt x="68421" y="87234"/>
                </a:lnTo>
                <a:lnTo>
                  <a:pt x="68433" y="86696"/>
                </a:lnTo>
                <a:lnTo>
                  <a:pt x="68449" y="86161"/>
                </a:lnTo>
                <a:lnTo>
                  <a:pt x="68470" y="85628"/>
                </a:lnTo>
                <a:lnTo>
                  <a:pt x="68495" y="85097"/>
                </a:lnTo>
                <a:lnTo>
                  <a:pt x="68525" y="84570"/>
                </a:lnTo>
                <a:lnTo>
                  <a:pt x="68560" y="84045"/>
                </a:lnTo>
                <a:lnTo>
                  <a:pt x="68599" y="83523"/>
                </a:lnTo>
                <a:lnTo>
                  <a:pt x="68643" y="83003"/>
                </a:lnTo>
                <a:lnTo>
                  <a:pt x="68692" y="82486"/>
                </a:lnTo>
                <a:lnTo>
                  <a:pt x="68745" y="81972"/>
                </a:lnTo>
                <a:lnTo>
                  <a:pt x="68803" y="81460"/>
                </a:lnTo>
                <a:lnTo>
                  <a:pt x="68865" y="80951"/>
                </a:lnTo>
                <a:lnTo>
                  <a:pt x="68932" y="80445"/>
                </a:lnTo>
                <a:lnTo>
                  <a:pt x="69004" y="79941"/>
                </a:lnTo>
                <a:lnTo>
                  <a:pt x="69080" y="79440"/>
                </a:lnTo>
                <a:lnTo>
                  <a:pt x="69161" y="78942"/>
                </a:lnTo>
                <a:lnTo>
                  <a:pt x="69247" y="78446"/>
                </a:lnTo>
                <a:lnTo>
                  <a:pt x="69337" y="77953"/>
                </a:lnTo>
                <a:lnTo>
                  <a:pt x="69432" y="77463"/>
                </a:lnTo>
                <a:lnTo>
                  <a:pt x="69531" y="76975"/>
                </a:lnTo>
                <a:lnTo>
                  <a:pt x="69636" y="76490"/>
                </a:lnTo>
                <a:lnTo>
                  <a:pt x="69744" y="76008"/>
                </a:lnTo>
                <a:lnTo>
                  <a:pt x="69858" y="75529"/>
                </a:lnTo>
                <a:lnTo>
                  <a:pt x="69977" y="75055"/>
                </a:lnTo>
                <a:lnTo>
                  <a:pt x="70101" y="74586"/>
                </a:lnTo>
                <a:lnTo>
                  <a:pt x="70230" y="74122"/>
                </a:lnTo>
                <a:lnTo>
                  <a:pt x="70364" y="73662"/>
                </a:lnTo>
                <a:lnTo>
                  <a:pt x="70504" y="73207"/>
                </a:lnTo>
                <a:lnTo>
                  <a:pt x="70648" y="72757"/>
                </a:lnTo>
                <a:lnTo>
                  <a:pt x="70798" y="72312"/>
                </a:lnTo>
                <a:lnTo>
                  <a:pt x="70953" y="71871"/>
                </a:lnTo>
                <a:lnTo>
                  <a:pt x="71114" y="71436"/>
                </a:lnTo>
                <a:lnTo>
                  <a:pt x="71279" y="71005"/>
                </a:lnTo>
                <a:lnTo>
                  <a:pt x="71450" y="70579"/>
                </a:lnTo>
                <a:lnTo>
                  <a:pt x="71625" y="70157"/>
                </a:lnTo>
                <a:lnTo>
                  <a:pt x="71806" y="69740"/>
                </a:lnTo>
                <a:lnTo>
                  <a:pt x="71993" y="69328"/>
                </a:lnTo>
                <a:lnTo>
                  <a:pt x="72184" y="68921"/>
                </a:lnTo>
                <a:lnTo>
                  <a:pt x="72381" y="68519"/>
                </a:lnTo>
                <a:lnTo>
                  <a:pt x="72582" y="68121"/>
                </a:lnTo>
                <a:lnTo>
                  <a:pt x="72789" y="67728"/>
                </a:lnTo>
                <a:lnTo>
                  <a:pt x="73001" y="67340"/>
                </a:lnTo>
                <a:lnTo>
                  <a:pt x="73219" y="66957"/>
                </a:lnTo>
                <a:lnTo>
                  <a:pt x="73441" y="66578"/>
                </a:lnTo>
                <a:lnTo>
                  <a:pt x="73669" y="66205"/>
                </a:lnTo>
                <a:lnTo>
                  <a:pt x="73902" y="65836"/>
                </a:lnTo>
                <a:lnTo>
                  <a:pt x="74140" y="65472"/>
                </a:lnTo>
                <a:lnTo>
                  <a:pt x="74384" y="65115"/>
                </a:lnTo>
                <a:lnTo>
                  <a:pt x="74633" y="64765"/>
                </a:lnTo>
                <a:lnTo>
                  <a:pt x="74887" y="64421"/>
                </a:lnTo>
                <a:lnTo>
                  <a:pt x="75147" y="64083"/>
                </a:lnTo>
                <a:lnTo>
                  <a:pt x="75413" y="63752"/>
                </a:lnTo>
                <a:lnTo>
                  <a:pt x="75684" y="63427"/>
                </a:lnTo>
                <a:lnTo>
                  <a:pt x="75960" y="63109"/>
                </a:lnTo>
                <a:lnTo>
                  <a:pt x="76242" y="62797"/>
                </a:lnTo>
                <a:lnTo>
                  <a:pt x="76530" y="62491"/>
                </a:lnTo>
                <a:lnTo>
                  <a:pt x="76823" y="62193"/>
                </a:lnTo>
                <a:lnTo>
                  <a:pt x="77121" y="61900"/>
                </a:lnTo>
                <a:lnTo>
                  <a:pt x="77425" y="61614"/>
                </a:lnTo>
                <a:lnTo>
                  <a:pt x="77734" y="61334"/>
                </a:lnTo>
                <a:lnTo>
                  <a:pt x="78049" y="61061"/>
                </a:lnTo>
                <a:lnTo>
                  <a:pt x="78369" y="60794"/>
                </a:lnTo>
                <a:lnTo>
                  <a:pt x="78695" y="60534"/>
                </a:lnTo>
                <a:lnTo>
                  <a:pt x="79026" y="60280"/>
                </a:lnTo>
                <a:lnTo>
                  <a:pt x="79362" y="60033"/>
                </a:lnTo>
                <a:lnTo>
                  <a:pt x="79704" y="59792"/>
                </a:lnTo>
                <a:lnTo>
                  <a:pt x="80052" y="59558"/>
                </a:lnTo>
                <a:lnTo>
                  <a:pt x="80405" y="59330"/>
                </a:lnTo>
                <a:lnTo>
                  <a:pt x="80763" y="59108"/>
                </a:lnTo>
                <a:lnTo>
                  <a:pt x="81127" y="58893"/>
                </a:lnTo>
                <a:lnTo>
                  <a:pt x="81497" y="58685"/>
                </a:lnTo>
                <a:lnTo>
                  <a:pt x="81873" y="58487"/>
                </a:lnTo>
                <a:lnTo>
                  <a:pt x="82254" y="58297"/>
                </a:lnTo>
                <a:lnTo>
                  <a:pt x="82642" y="58116"/>
                </a:lnTo>
                <a:lnTo>
                  <a:pt x="83036" y="57944"/>
                </a:lnTo>
                <a:lnTo>
                  <a:pt x="83436" y="57780"/>
                </a:lnTo>
                <a:lnTo>
                  <a:pt x="83841" y="57626"/>
                </a:lnTo>
                <a:lnTo>
                  <a:pt x="84253" y="57480"/>
                </a:lnTo>
                <a:lnTo>
                  <a:pt x="84671" y="57343"/>
                </a:lnTo>
                <a:lnTo>
                  <a:pt x="85095" y="57215"/>
                </a:lnTo>
                <a:lnTo>
                  <a:pt x="85525" y="57096"/>
                </a:lnTo>
                <a:lnTo>
                  <a:pt x="85961" y="56986"/>
                </a:lnTo>
                <a:lnTo>
                  <a:pt x="86403" y="56884"/>
                </a:lnTo>
                <a:lnTo>
                  <a:pt x="86851" y="56791"/>
                </a:lnTo>
                <a:lnTo>
                  <a:pt x="87305" y="56707"/>
                </a:lnTo>
                <a:lnTo>
                  <a:pt x="87765" y="56632"/>
                </a:lnTo>
                <a:lnTo>
                  <a:pt x="88231" y="56566"/>
                </a:lnTo>
                <a:lnTo>
                  <a:pt x="88703" y="56509"/>
                </a:lnTo>
                <a:lnTo>
                  <a:pt x="89181" y="56460"/>
                </a:lnTo>
                <a:lnTo>
                  <a:pt x="89666" y="56420"/>
                </a:lnTo>
                <a:lnTo>
                  <a:pt x="90156" y="56390"/>
                </a:lnTo>
                <a:lnTo>
                  <a:pt x="90652" y="56367"/>
                </a:lnTo>
                <a:lnTo>
                  <a:pt x="91154" y="56354"/>
                </a:lnTo>
                <a:lnTo>
                  <a:pt x="91662" y="56350"/>
                </a:lnTo>
                <a:lnTo>
                  <a:pt x="92131" y="56353"/>
                </a:lnTo>
                <a:lnTo>
                  <a:pt x="92594" y="56363"/>
                </a:lnTo>
                <a:lnTo>
                  <a:pt x="93052" y="56380"/>
                </a:lnTo>
                <a:lnTo>
                  <a:pt x="93505" y="56404"/>
                </a:lnTo>
                <a:lnTo>
                  <a:pt x="93952" y="56434"/>
                </a:lnTo>
                <a:lnTo>
                  <a:pt x="94395" y="56471"/>
                </a:lnTo>
                <a:lnTo>
                  <a:pt x="94832" y="56515"/>
                </a:lnTo>
                <a:lnTo>
                  <a:pt x="95264" y="56565"/>
                </a:lnTo>
                <a:lnTo>
                  <a:pt x="95691" y="56622"/>
                </a:lnTo>
                <a:lnTo>
                  <a:pt x="96112" y="56686"/>
                </a:lnTo>
                <a:lnTo>
                  <a:pt x="96529" y="56757"/>
                </a:lnTo>
                <a:lnTo>
                  <a:pt x="96940" y="56834"/>
                </a:lnTo>
                <a:lnTo>
                  <a:pt x="97346" y="56918"/>
                </a:lnTo>
                <a:lnTo>
                  <a:pt x="97747" y="57009"/>
                </a:lnTo>
                <a:lnTo>
                  <a:pt x="98143" y="57107"/>
                </a:lnTo>
                <a:lnTo>
                  <a:pt x="98534" y="57211"/>
                </a:lnTo>
                <a:lnTo>
                  <a:pt x="98919" y="57322"/>
                </a:lnTo>
                <a:lnTo>
                  <a:pt x="99299" y="57440"/>
                </a:lnTo>
                <a:lnTo>
                  <a:pt x="99674" y="57564"/>
                </a:lnTo>
                <a:lnTo>
                  <a:pt x="100044" y="57695"/>
                </a:lnTo>
                <a:lnTo>
                  <a:pt x="100408" y="57833"/>
                </a:lnTo>
                <a:lnTo>
                  <a:pt x="100768" y="57978"/>
                </a:lnTo>
                <a:lnTo>
                  <a:pt x="101122" y="58129"/>
                </a:lnTo>
                <a:lnTo>
                  <a:pt x="101471" y="58287"/>
                </a:lnTo>
                <a:lnTo>
                  <a:pt x="101815" y="58451"/>
                </a:lnTo>
                <a:lnTo>
                  <a:pt x="102155" y="58620"/>
                </a:lnTo>
                <a:lnTo>
                  <a:pt x="102490" y="58793"/>
                </a:lnTo>
                <a:lnTo>
                  <a:pt x="102821" y="58970"/>
                </a:lnTo>
                <a:lnTo>
                  <a:pt x="103148" y="59152"/>
                </a:lnTo>
                <a:lnTo>
                  <a:pt x="103469" y="59339"/>
                </a:lnTo>
                <a:lnTo>
                  <a:pt x="103787" y="59531"/>
                </a:lnTo>
                <a:lnTo>
                  <a:pt x="104099" y="59727"/>
                </a:lnTo>
                <a:lnTo>
                  <a:pt x="104408" y="59928"/>
                </a:lnTo>
                <a:lnTo>
                  <a:pt x="104712" y="60133"/>
                </a:lnTo>
                <a:lnTo>
                  <a:pt x="105011" y="60343"/>
                </a:lnTo>
                <a:lnTo>
                  <a:pt x="105306" y="60558"/>
                </a:lnTo>
                <a:lnTo>
                  <a:pt x="105596" y="60777"/>
                </a:lnTo>
                <a:lnTo>
                  <a:pt x="105882" y="61001"/>
                </a:lnTo>
                <a:lnTo>
                  <a:pt x="106164" y="61230"/>
                </a:lnTo>
                <a:lnTo>
                  <a:pt x="106441" y="61463"/>
                </a:lnTo>
                <a:lnTo>
                  <a:pt x="106713" y="61700"/>
                </a:lnTo>
                <a:lnTo>
                  <a:pt x="106981" y="61943"/>
                </a:lnTo>
                <a:lnTo>
                  <a:pt x="107245" y="62190"/>
                </a:lnTo>
                <a:lnTo>
                  <a:pt x="107504" y="62442"/>
                </a:lnTo>
                <a:lnTo>
                  <a:pt x="107758" y="62698"/>
                </a:lnTo>
                <a:lnTo>
                  <a:pt x="108008" y="62959"/>
                </a:lnTo>
                <a:lnTo>
                  <a:pt x="108254" y="63224"/>
                </a:lnTo>
                <a:lnTo>
                  <a:pt x="108495" y="63494"/>
                </a:lnTo>
                <a:lnTo>
                  <a:pt x="108732" y="63768"/>
                </a:lnTo>
                <a:lnTo>
                  <a:pt x="108965" y="64046"/>
                </a:lnTo>
                <a:lnTo>
                  <a:pt x="109195" y="64326"/>
                </a:lnTo>
                <a:lnTo>
                  <a:pt x="109421" y="64609"/>
                </a:lnTo>
                <a:lnTo>
                  <a:pt x="109643" y="64895"/>
                </a:lnTo>
                <a:lnTo>
                  <a:pt x="109862" y="65185"/>
                </a:lnTo>
                <a:lnTo>
                  <a:pt x="110077" y="65477"/>
                </a:lnTo>
                <a:lnTo>
                  <a:pt x="110289" y="65773"/>
                </a:lnTo>
                <a:lnTo>
                  <a:pt x="110497" y="66072"/>
                </a:lnTo>
                <a:lnTo>
                  <a:pt x="110701" y="66373"/>
                </a:lnTo>
                <a:lnTo>
                  <a:pt x="110901" y="66678"/>
                </a:lnTo>
                <a:lnTo>
                  <a:pt x="111098" y="66986"/>
                </a:lnTo>
                <a:lnTo>
                  <a:pt x="111292" y="67297"/>
                </a:lnTo>
                <a:lnTo>
                  <a:pt x="111481" y="67611"/>
                </a:lnTo>
                <a:lnTo>
                  <a:pt x="111667" y="67928"/>
                </a:lnTo>
                <a:lnTo>
                  <a:pt x="111850" y="68249"/>
                </a:lnTo>
                <a:lnTo>
                  <a:pt x="112028" y="68572"/>
                </a:lnTo>
                <a:lnTo>
                  <a:pt x="112168" y="68832"/>
                </a:lnTo>
                <a:lnTo>
                  <a:pt x="112168" y="108852"/>
                </a:lnTo>
                <a:lnTo>
                  <a:pt x="112148" y="108891"/>
                </a:lnTo>
                <a:lnTo>
                  <a:pt x="111917" y="109330"/>
                </a:lnTo>
                <a:lnTo>
                  <a:pt x="111681" y="109765"/>
                </a:lnTo>
                <a:lnTo>
                  <a:pt x="111441" y="110197"/>
                </a:lnTo>
                <a:close/>
                <a:moveTo>
                  <a:pt x="247" y="94327"/>
                </a:moveTo>
                <a:lnTo>
                  <a:pt x="337" y="95725"/>
                </a:lnTo>
                <a:lnTo>
                  <a:pt x="440" y="97110"/>
                </a:lnTo>
                <a:lnTo>
                  <a:pt x="556" y="98484"/>
                </a:lnTo>
                <a:lnTo>
                  <a:pt x="687" y="99846"/>
                </a:lnTo>
                <a:lnTo>
                  <a:pt x="831" y="101197"/>
                </a:lnTo>
                <a:lnTo>
                  <a:pt x="989" y="102535"/>
                </a:lnTo>
                <a:lnTo>
                  <a:pt x="1161" y="103862"/>
                </a:lnTo>
                <a:lnTo>
                  <a:pt x="1346" y="105177"/>
                </a:lnTo>
                <a:lnTo>
                  <a:pt x="1545" y="106480"/>
                </a:lnTo>
                <a:lnTo>
                  <a:pt x="1758" y="107772"/>
                </a:lnTo>
                <a:lnTo>
                  <a:pt x="1985" y="109051"/>
                </a:lnTo>
                <a:lnTo>
                  <a:pt x="2225" y="110319"/>
                </a:lnTo>
                <a:lnTo>
                  <a:pt x="2479" y="111575"/>
                </a:lnTo>
                <a:lnTo>
                  <a:pt x="2747" y="112820"/>
                </a:lnTo>
                <a:lnTo>
                  <a:pt x="3029" y="114052"/>
                </a:lnTo>
                <a:lnTo>
                  <a:pt x="3324" y="115273"/>
                </a:lnTo>
                <a:lnTo>
                  <a:pt x="3633" y="116482"/>
                </a:lnTo>
                <a:lnTo>
                  <a:pt x="3956" y="117680"/>
                </a:lnTo>
                <a:lnTo>
                  <a:pt x="4289" y="118865"/>
                </a:lnTo>
                <a:lnTo>
                  <a:pt x="4630" y="120037"/>
                </a:lnTo>
                <a:lnTo>
                  <a:pt x="4979" y="121198"/>
                </a:lnTo>
                <a:lnTo>
                  <a:pt x="5335" y="122345"/>
                </a:lnTo>
                <a:lnTo>
                  <a:pt x="5699" y="123481"/>
                </a:lnTo>
                <a:lnTo>
                  <a:pt x="6070" y="124603"/>
                </a:lnTo>
                <a:lnTo>
                  <a:pt x="6449" y="125714"/>
                </a:lnTo>
                <a:lnTo>
                  <a:pt x="6835" y="126811"/>
                </a:lnTo>
                <a:lnTo>
                  <a:pt x="7229" y="127897"/>
                </a:lnTo>
                <a:lnTo>
                  <a:pt x="7631" y="128970"/>
                </a:lnTo>
                <a:lnTo>
                  <a:pt x="8040" y="130030"/>
                </a:lnTo>
                <a:lnTo>
                  <a:pt x="8457" y="131078"/>
                </a:lnTo>
                <a:lnTo>
                  <a:pt x="8881" y="132113"/>
                </a:lnTo>
                <a:lnTo>
                  <a:pt x="9313" y="133136"/>
                </a:lnTo>
                <a:lnTo>
                  <a:pt x="9752" y="134146"/>
                </a:lnTo>
                <a:lnTo>
                  <a:pt x="10199" y="135144"/>
                </a:lnTo>
                <a:lnTo>
                  <a:pt x="10653" y="136130"/>
                </a:lnTo>
                <a:lnTo>
                  <a:pt x="11116" y="137103"/>
                </a:lnTo>
                <a:lnTo>
                  <a:pt x="11585" y="138063"/>
                </a:lnTo>
                <a:lnTo>
                  <a:pt x="12062" y="139011"/>
                </a:lnTo>
                <a:lnTo>
                  <a:pt x="12547" y="139947"/>
                </a:lnTo>
                <a:lnTo>
                  <a:pt x="13040" y="140870"/>
                </a:lnTo>
                <a:lnTo>
                  <a:pt x="13540" y="141780"/>
                </a:lnTo>
                <a:lnTo>
                  <a:pt x="14047" y="142678"/>
                </a:lnTo>
                <a:lnTo>
                  <a:pt x="14559" y="143564"/>
                </a:lnTo>
                <a:lnTo>
                  <a:pt x="15074" y="144437"/>
                </a:lnTo>
                <a:lnTo>
                  <a:pt x="15591" y="145297"/>
                </a:lnTo>
                <a:lnTo>
                  <a:pt x="16110" y="146145"/>
                </a:lnTo>
                <a:lnTo>
                  <a:pt x="16632" y="146980"/>
                </a:lnTo>
                <a:lnTo>
                  <a:pt x="17155" y="147802"/>
                </a:lnTo>
                <a:lnTo>
                  <a:pt x="17681" y="148612"/>
                </a:lnTo>
                <a:lnTo>
                  <a:pt x="18209" y="149409"/>
                </a:lnTo>
                <a:lnTo>
                  <a:pt x="18740" y="150193"/>
                </a:lnTo>
                <a:lnTo>
                  <a:pt x="19272" y="150965"/>
                </a:lnTo>
                <a:lnTo>
                  <a:pt x="19807" y="151725"/>
                </a:lnTo>
                <a:lnTo>
                  <a:pt x="20344" y="152471"/>
                </a:lnTo>
                <a:lnTo>
                  <a:pt x="20883" y="153205"/>
                </a:lnTo>
                <a:lnTo>
                  <a:pt x="21425" y="153927"/>
                </a:lnTo>
                <a:lnTo>
                  <a:pt x="21969" y="154636"/>
                </a:lnTo>
                <a:lnTo>
                  <a:pt x="22515" y="155332"/>
                </a:lnTo>
                <a:lnTo>
                  <a:pt x="23063" y="156015"/>
                </a:lnTo>
                <a:lnTo>
                  <a:pt x="23614" y="156686"/>
                </a:lnTo>
                <a:lnTo>
                  <a:pt x="24166" y="157344"/>
                </a:lnTo>
                <a:lnTo>
                  <a:pt x="24721" y="157990"/>
                </a:lnTo>
                <a:lnTo>
                  <a:pt x="25279" y="158623"/>
                </a:lnTo>
                <a:lnTo>
                  <a:pt x="25838" y="159244"/>
                </a:lnTo>
                <a:lnTo>
                  <a:pt x="26400" y="159851"/>
                </a:lnTo>
                <a:lnTo>
                  <a:pt x="26964" y="160447"/>
                </a:lnTo>
                <a:lnTo>
                  <a:pt x="27527" y="161029"/>
                </a:lnTo>
                <a:lnTo>
                  <a:pt x="28087" y="161597"/>
                </a:lnTo>
                <a:lnTo>
                  <a:pt x="28643" y="162152"/>
                </a:lnTo>
                <a:lnTo>
                  <a:pt x="29195" y="162693"/>
                </a:lnTo>
                <a:lnTo>
                  <a:pt x="29744" y="163221"/>
                </a:lnTo>
                <a:lnTo>
                  <a:pt x="30289" y="163735"/>
                </a:lnTo>
                <a:lnTo>
                  <a:pt x="30830" y="164236"/>
                </a:lnTo>
                <a:lnTo>
                  <a:pt x="31368" y="164722"/>
                </a:lnTo>
                <a:lnTo>
                  <a:pt x="31902" y="165196"/>
                </a:lnTo>
                <a:lnTo>
                  <a:pt x="32433" y="165655"/>
                </a:lnTo>
                <a:lnTo>
                  <a:pt x="32960" y="166102"/>
                </a:lnTo>
                <a:lnTo>
                  <a:pt x="33483" y="166534"/>
                </a:lnTo>
                <a:lnTo>
                  <a:pt x="34002" y="166953"/>
                </a:lnTo>
                <a:lnTo>
                  <a:pt x="34518" y="167358"/>
                </a:lnTo>
                <a:lnTo>
                  <a:pt x="35031" y="167750"/>
                </a:lnTo>
                <a:lnTo>
                  <a:pt x="35539" y="168128"/>
                </a:lnTo>
                <a:lnTo>
                  <a:pt x="36044" y="168493"/>
                </a:lnTo>
                <a:lnTo>
                  <a:pt x="36546" y="168844"/>
                </a:lnTo>
                <a:lnTo>
                  <a:pt x="37043" y="169181"/>
                </a:lnTo>
                <a:lnTo>
                  <a:pt x="37537" y="169505"/>
                </a:lnTo>
                <a:lnTo>
                  <a:pt x="38028" y="169815"/>
                </a:lnTo>
                <a:lnTo>
                  <a:pt x="38515" y="170112"/>
                </a:lnTo>
                <a:lnTo>
                  <a:pt x="38998" y="170395"/>
                </a:lnTo>
                <a:lnTo>
                  <a:pt x="39477" y="170664"/>
                </a:lnTo>
                <a:lnTo>
                  <a:pt x="42626" y="161617"/>
                </a:lnTo>
                <a:lnTo>
                  <a:pt x="42229" y="161290"/>
                </a:lnTo>
                <a:lnTo>
                  <a:pt x="41831" y="160952"/>
                </a:lnTo>
                <a:lnTo>
                  <a:pt x="41433" y="160606"/>
                </a:lnTo>
                <a:lnTo>
                  <a:pt x="41035" y="160250"/>
                </a:lnTo>
                <a:lnTo>
                  <a:pt x="40636" y="159885"/>
                </a:lnTo>
                <a:lnTo>
                  <a:pt x="40237" y="159510"/>
                </a:lnTo>
                <a:lnTo>
                  <a:pt x="39837" y="159126"/>
                </a:lnTo>
                <a:lnTo>
                  <a:pt x="39437" y="158733"/>
                </a:lnTo>
                <a:lnTo>
                  <a:pt x="39036" y="158330"/>
                </a:lnTo>
                <a:lnTo>
                  <a:pt x="38635" y="157918"/>
                </a:lnTo>
                <a:lnTo>
                  <a:pt x="38234" y="157496"/>
                </a:lnTo>
                <a:lnTo>
                  <a:pt x="37832" y="157065"/>
                </a:lnTo>
                <a:lnTo>
                  <a:pt x="37430" y="156624"/>
                </a:lnTo>
                <a:lnTo>
                  <a:pt x="37027" y="156174"/>
                </a:lnTo>
                <a:lnTo>
                  <a:pt x="36624" y="155715"/>
                </a:lnTo>
                <a:lnTo>
                  <a:pt x="36221" y="155246"/>
                </a:lnTo>
                <a:lnTo>
                  <a:pt x="35817" y="154768"/>
                </a:lnTo>
                <a:lnTo>
                  <a:pt x="35413" y="154280"/>
                </a:lnTo>
                <a:lnTo>
                  <a:pt x="35008" y="153783"/>
                </a:lnTo>
                <a:lnTo>
                  <a:pt x="34603" y="153277"/>
                </a:lnTo>
                <a:lnTo>
                  <a:pt x="34198" y="152761"/>
                </a:lnTo>
                <a:lnTo>
                  <a:pt x="33792" y="152236"/>
                </a:lnTo>
                <a:lnTo>
                  <a:pt x="33385" y="151702"/>
                </a:lnTo>
                <a:lnTo>
                  <a:pt x="32978" y="151158"/>
                </a:lnTo>
                <a:lnTo>
                  <a:pt x="32573" y="150604"/>
                </a:lnTo>
                <a:lnTo>
                  <a:pt x="32170" y="150041"/>
                </a:lnTo>
                <a:lnTo>
                  <a:pt x="31770" y="149468"/>
                </a:lnTo>
                <a:lnTo>
                  <a:pt x="31373" y="148886"/>
                </a:lnTo>
                <a:lnTo>
                  <a:pt x="30978" y="148294"/>
                </a:lnTo>
                <a:lnTo>
                  <a:pt x="30587" y="147692"/>
                </a:lnTo>
                <a:lnTo>
                  <a:pt x="30198" y="147081"/>
                </a:lnTo>
                <a:lnTo>
                  <a:pt x="29812" y="146460"/>
                </a:lnTo>
                <a:lnTo>
                  <a:pt x="29429" y="145829"/>
                </a:lnTo>
                <a:lnTo>
                  <a:pt x="29048" y="145189"/>
                </a:lnTo>
                <a:lnTo>
                  <a:pt x="28671" y="144538"/>
                </a:lnTo>
                <a:lnTo>
                  <a:pt x="28296" y="143879"/>
                </a:lnTo>
                <a:lnTo>
                  <a:pt x="27924" y="143209"/>
                </a:lnTo>
                <a:lnTo>
                  <a:pt x="27555" y="142530"/>
                </a:lnTo>
                <a:lnTo>
                  <a:pt x="27188" y="141841"/>
                </a:lnTo>
                <a:lnTo>
                  <a:pt x="26825" y="141142"/>
                </a:lnTo>
                <a:lnTo>
                  <a:pt x="26464" y="140434"/>
                </a:lnTo>
                <a:lnTo>
                  <a:pt x="26106" y="139716"/>
                </a:lnTo>
                <a:lnTo>
                  <a:pt x="25751" y="138989"/>
                </a:lnTo>
                <a:lnTo>
                  <a:pt x="25399" y="138252"/>
                </a:lnTo>
                <a:lnTo>
                  <a:pt x="25049" y="137505"/>
                </a:lnTo>
                <a:lnTo>
                  <a:pt x="24702" y="136748"/>
                </a:lnTo>
                <a:lnTo>
                  <a:pt x="24358" y="135982"/>
                </a:lnTo>
                <a:lnTo>
                  <a:pt x="24017" y="135206"/>
                </a:lnTo>
                <a:lnTo>
                  <a:pt x="23680" y="134420"/>
                </a:lnTo>
                <a:lnTo>
                  <a:pt x="23349" y="133624"/>
                </a:lnTo>
                <a:lnTo>
                  <a:pt x="23023" y="132818"/>
                </a:lnTo>
                <a:lnTo>
                  <a:pt x="22702" y="132001"/>
                </a:lnTo>
                <a:lnTo>
                  <a:pt x="22387" y="131175"/>
                </a:lnTo>
                <a:lnTo>
                  <a:pt x="22077" y="130338"/>
                </a:lnTo>
                <a:lnTo>
                  <a:pt x="21773" y="129491"/>
                </a:lnTo>
                <a:lnTo>
                  <a:pt x="21474" y="128633"/>
                </a:lnTo>
                <a:lnTo>
                  <a:pt x="21181" y="127766"/>
                </a:lnTo>
                <a:lnTo>
                  <a:pt x="20893" y="126888"/>
                </a:lnTo>
                <a:lnTo>
                  <a:pt x="20611" y="126000"/>
                </a:lnTo>
                <a:lnTo>
                  <a:pt x="20334" y="125101"/>
                </a:lnTo>
                <a:lnTo>
                  <a:pt x="20063" y="124193"/>
                </a:lnTo>
                <a:lnTo>
                  <a:pt x="19797" y="123274"/>
                </a:lnTo>
                <a:lnTo>
                  <a:pt x="19536" y="122345"/>
                </a:lnTo>
                <a:lnTo>
                  <a:pt x="19281" y="121405"/>
                </a:lnTo>
                <a:lnTo>
                  <a:pt x="19032" y="120456"/>
                </a:lnTo>
                <a:lnTo>
                  <a:pt x="18787" y="119496"/>
                </a:lnTo>
                <a:lnTo>
                  <a:pt x="18549" y="118526"/>
                </a:lnTo>
                <a:lnTo>
                  <a:pt x="18316" y="117546"/>
                </a:lnTo>
                <a:lnTo>
                  <a:pt x="18088" y="116555"/>
                </a:lnTo>
                <a:lnTo>
                  <a:pt x="17866" y="115554"/>
                </a:lnTo>
                <a:lnTo>
                  <a:pt x="17649" y="114543"/>
                </a:lnTo>
                <a:lnTo>
                  <a:pt x="17438" y="113522"/>
                </a:lnTo>
                <a:lnTo>
                  <a:pt x="17234" y="112490"/>
                </a:lnTo>
                <a:lnTo>
                  <a:pt x="17038" y="111448"/>
                </a:lnTo>
                <a:lnTo>
                  <a:pt x="16851" y="110395"/>
                </a:lnTo>
                <a:lnTo>
                  <a:pt x="16673" y="109332"/>
                </a:lnTo>
                <a:lnTo>
                  <a:pt x="16504" y="108258"/>
                </a:lnTo>
                <a:lnTo>
                  <a:pt x="16343" y="107173"/>
                </a:lnTo>
                <a:lnTo>
                  <a:pt x="16191" y="106078"/>
                </a:lnTo>
                <a:lnTo>
                  <a:pt x="16047" y="104973"/>
                </a:lnTo>
                <a:lnTo>
                  <a:pt x="15913" y="103857"/>
                </a:lnTo>
                <a:lnTo>
                  <a:pt x="15787" y="102731"/>
                </a:lnTo>
                <a:lnTo>
                  <a:pt x="15669" y="101594"/>
                </a:lnTo>
                <a:lnTo>
                  <a:pt x="15561" y="100446"/>
                </a:lnTo>
                <a:lnTo>
                  <a:pt x="15461" y="99288"/>
                </a:lnTo>
                <a:lnTo>
                  <a:pt x="15370" y="98120"/>
                </a:lnTo>
                <a:lnTo>
                  <a:pt x="15287" y="96941"/>
                </a:lnTo>
                <a:lnTo>
                  <a:pt x="15213" y="95751"/>
                </a:lnTo>
                <a:lnTo>
                  <a:pt x="15148" y="94551"/>
                </a:lnTo>
                <a:lnTo>
                  <a:pt x="15092" y="93341"/>
                </a:lnTo>
                <a:lnTo>
                  <a:pt x="15044" y="92120"/>
                </a:lnTo>
                <a:lnTo>
                  <a:pt x="15005" y="90888"/>
                </a:lnTo>
                <a:lnTo>
                  <a:pt x="14974" y="89646"/>
                </a:lnTo>
                <a:lnTo>
                  <a:pt x="14952" y="88393"/>
                </a:lnTo>
                <a:lnTo>
                  <a:pt x="14939" y="87130"/>
                </a:lnTo>
                <a:lnTo>
                  <a:pt x="14935" y="85857"/>
                </a:lnTo>
                <a:lnTo>
                  <a:pt x="14935" y="84727"/>
                </a:lnTo>
                <a:lnTo>
                  <a:pt x="14939" y="83453"/>
                </a:lnTo>
                <a:lnTo>
                  <a:pt x="14952" y="82190"/>
                </a:lnTo>
                <a:lnTo>
                  <a:pt x="14974" y="80938"/>
                </a:lnTo>
                <a:lnTo>
                  <a:pt x="15005" y="79696"/>
                </a:lnTo>
                <a:lnTo>
                  <a:pt x="15044" y="78465"/>
                </a:lnTo>
                <a:lnTo>
                  <a:pt x="15092" y="77245"/>
                </a:lnTo>
                <a:lnTo>
                  <a:pt x="15148" y="76036"/>
                </a:lnTo>
                <a:lnTo>
                  <a:pt x="15213" y="74837"/>
                </a:lnTo>
                <a:lnTo>
                  <a:pt x="15287" y="73649"/>
                </a:lnTo>
                <a:lnTo>
                  <a:pt x="15370" y="72471"/>
                </a:lnTo>
                <a:lnTo>
                  <a:pt x="15461" y="71304"/>
                </a:lnTo>
                <a:lnTo>
                  <a:pt x="15561" y="70148"/>
                </a:lnTo>
                <a:lnTo>
                  <a:pt x="15669" y="69002"/>
                </a:lnTo>
                <a:lnTo>
                  <a:pt x="15787" y="67867"/>
                </a:lnTo>
                <a:lnTo>
                  <a:pt x="15913" y="66743"/>
                </a:lnTo>
                <a:lnTo>
                  <a:pt x="16047" y="65629"/>
                </a:lnTo>
                <a:lnTo>
                  <a:pt x="16191" y="64526"/>
                </a:lnTo>
                <a:lnTo>
                  <a:pt x="16343" y="63434"/>
                </a:lnTo>
                <a:lnTo>
                  <a:pt x="16504" y="62352"/>
                </a:lnTo>
                <a:lnTo>
                  <a:pt x="16673" y="61281"/>
                </a:lnTo>
                <a:lnTo>
                  <a:pt x="16851" y="60221"/>
                </a:lnTo>
                <a:lnTo>
                  <a:pt x="17038" y="59171"/>
                </a:lnTo>
                <a:lnTo>
                  <a:pt x="17234" y="58132"/>
                </a:lnTo>
                <a:lnTo>
                  <a:pt x="17438" y="57104"/>
                </a:lnTo>
                <a:lnTo>
                  <a:pt x="17649" y="56086"/>
                </a:lnTo>
                <a:lnTo>
                  <a:pt x="17866" y="55078"/>
                </a:lnTo>
                <a:lnTo>
                  <a:pt x="18088" y="54081"/>
                </a:lnTo>
                <a:lnTo>
                  <a:pt x="18316" y="53094"/>
                </a:lnTo>
                <a:lnTo>
                  <a:pt x="18549" y="52118"/>
                </a:lnTo>
                <a:lnTo>
                  <a:pt x="18787" y="51152"/>
                </a:lnTo>
                <a:lnTo>
                  <a:pt x="19032" y="50196"/>
                </a:lnTo>
                <a:lnTo>
                  <a:pt x="19281" y="49251"/>
                </a:lnTo>
                <a:lnTo>
                  <a:pt x="19536" y="48316"/>
                </a:lnTo>
                <a:lnTo>
                  <a:pt x="19797" y="47391"/>
                </a:lnTo>
                <a:lnTo>
                  <a:pt x="20063" y="46477"/>
                </a:lnTo>
                <a:lnTo>
                  <a:pt x="20334" y="45574"/>
                </a:lnTo>
                <a:lnTo>
                  <a:pt x="20611" y="44680"/>
                </a:lnTo>
                <a:lnTo>
                  <a:pt x="20893" y="43797"/>
                </a:lnTo>
                <a:lnTo>
                  <a:pt x="21181" y="42925"/>
                </a:lnTo>
                <a:lnTo>
                  <a:pt x="21474" y="42062"/>
                </a:lnTo>
                <a:lnTo>
                  <a:pt x="21773" y="41211"/>
                </a:lnTo>
                <a:lnTo>
                  <a:pt x="22077" y="40369"/>
                </a:lnTo>
                <a:lnTo>
                  <a:pt x="22387" y="39538"/>
                </a:lnTo>
                <a:lnTo>
                  <a:pt x="22702" y="38718"/>
                </a:lnTo>
                <a:lnTo>
                  <a:pt x="23023" y="37907"/>
                </a:lnTo>
                <a:lnTo>
                  <a:pt x="23349" y="37108"/>
                </a:lnTo>
                <a:lnTo>
                  <a:pt x="23680" y="36318"/>
                </a:lnTo>
                <a:lnTo>
                  <a:pt x="24017" y="35539"/>
                </a:lnTo>
                <a:lnTo>
                  <a:pt x="24358" y="34770"/>
                </a:lnTo>
                <a:lnTo>
                  <a:pt x="24702" y="34011"/>
                </a:lnTo>
                <a:lnTo>
                  <a:pt x="25049" y="33262"/>
                </a:lnTo>
                <a:lnTo>
                  <a:pt x="25399" y="32523"/>
                </a:lnTo>
                <a:lnTo>
                  <a:pt x="25751" y="31795"/>
                </a:lnTo>
                <a:lnTo>
                  <a:pt x="26106" y="31076"/>
                </a:lnTo>
                <a:lnTo>
                  <a:pt x="26464" y="30368"/>
                </a:lnTo>
                <a:lnTo>
                  <a:pt x="26825" y="29670"/>
                </a:lnTo>
                <a:lnTo>
                  <a:pt x="27188" y="28981"/>
                </a:lnTo>
                <a:lnTo>
                  <a:pt x="27555" y="28303"/>
                </a:lnTo>
                <a:lnTo>
                  <a:pt x="27924" y="27635"/>
                </a:lnTo>
                <a:lnTo>
                  <a:pt x="28296" y="26977"/>
                </a:lnTo>
                <a:lnTo>
                  <a:pt x="28671" y="26329"/>
                </a:lnTo>
                <a:lnTo>
                  <a:pt x="29048" y="25692"/>
                </a:lnTo>
                <a:lnTo>
                  <a:pt x="29429" y="25064"/>
                </a:lnTo>
                <a:lnTo>
                  <a:pt x="29812" y="24446"/>
                </a:lnTo>
                <a:lnTo>
                  <a:pt x="30198" y="23839"/>
                </a:lnTo>
                <a:lnTo>
                  <a:pt x="30587" y="23242"/>
                </a:lnTo>
                <a:lnTo>
                  <a:pt x="30978" y="22654"/>
                </a:lnTo>
                <a:lnTo>
                  <a:pt x="31373" y="22077"/>
                </a:lnTo>
                <a:lnTo>
                  <a:pt x="31770" y="21510"/>
                </a:lnTo>
                <a:lnTo>
                  <a:pt x="32170" y="20953"/>
                </a:lnTo>
                <a:lnTo>
                  <a:pt x="32573" y="20406"/>
                </a:lnTo>
                <a:lnTo>
                  <a:pt x="32978" y="19870"/>
                </a:lnTo>
                <a:lnTo>
                  <a:pt x="33385" y="19343"/>
                </a:lnTo>
                <a:lnTo>
                  <a:pt x="33792" y="18825"/>
                </a:lnTo>
                <a:lnTo>
                  <a:pt x="34198" y="18318"/>
                </a:lnTo>
                <a:lnTo>
                  <a:pt x="34603" y="17819"/>
                </a:lnTo>
                <a:lnTo>
                  <a:pt x="35008" y="17330"/>
                </a:lnTo>
                <a:lnTo>
                  <a:pt x="35413" y="16851"/>
                </a:lnTo>
                <a:lnTo>
                  <a:pt x="35817" y="16381"/>
                </a:lnTo>
                <a:lnTo>
                  <a:pt x="36221" y="15921"/>
                </a:lnTo>
                <a:lnTo>
                  <a:pt x="36624" y="15471"/>
                </a:lnTo>
                <a:lnTo>
                  <a:pt x="37027" y="15029"/>
                </a:lnTo>
                <a:lnTo>
                  <a:pt x="37430" y="14598"/>
                </a:lnTo>
                <a:lnTo>
                  <a:pt x="37832" y="14176"/>
                </a:lnTo>
                <a:lnTo>
                  <a:pt x="38234" y="13763"/>
                </a:lnTo>
                <a:lnTo>
                  <a:pt x="38635" y="13360"/>
                </a:lnTo>
                <a:lnTo>
                  <a:pt x="39036" y="12967"/>
                </a:lnTo>
                <a:lnTo>
                  <a:pt x="39437" y="12583"/>
                </a:lnTo>
                <a:lnTo>
                  <a:pt x="39837" y="12208"/>
                </a:lnTo>
                <a:lnTo>
                  <a:pt x="40237" y="11843"/>
                </a:lnTo>
                <a:lnTo>
                  <a:pt x="40636" y="11488"/>
                </a:lnTo>
                <a:lnTo>
                  <a:pt x="41035" y="11142"/>
                </a:lnTo>
                <a:lnTo>
                  <a:pt x="41433" y="10806"/>
                </a:lnTo>
                <a:lnTo>
                  <a:pt x="41831" y="10479"/>
                </a:lnTo>
                <a:lnTo>
                  <a:pt x="42229" y="10162"/>
                </a:lnTo>
                <a:lnTo>
                  <a:pt x="42626" y="9854"/>
                </a:lnTo>
                <a:lnTo>
                  <a:pt x="39477" y="0"/>
                </a:lnTo>
                <a:lnTo>
                  <a:pt x="38998" y="269"/>
                </a:lnTo>
                <a:lnTo>
                  <a:pt x="38515" y="552"/>
                </a:lnTo>
                <a:lnTo>
                  <a:pt x="38028" y="849"/>
                </a:lnTo>
                <a:lnTo>
                  <a:pt x="37537" y="1159"/>
                </a:lnTo>
                <a:lnTo>
                  <a:pt x="37043" y="1483"/>
                </a:lnTo>
                <a:lnTo>
                  <a:pt x="36546" y="1820"/>
                </a:lnTo>
                <a:lnTo>
                  <a:pt x="36044" y="2171"/>
                </a:lnTo>
                <a:lnTo>
                  <a:pt x="35539" y="2536"/>
                </a:lnTo>
                <a:lnTo>
                  <a:pt x="35031" y="2914"/>
                </a:lnTo>
                <a:lnTo>
                  <a:pt x="34518" y="3306"/>
                </a:lnTo>
                <a:lnTo>
                  <a:pt x="34002" y="3711"/>
                </a:lnTo>
                <a:lnTo>
                  <a:pt x="33483" y="4130"/>
                </a:lnTo>
                <a:lnTo>
                  <a:pt x="32960" y="4562"/>
                </a:lnTo>
                <a:lnTo>
                  <a:pt x="32433" y="5009"/>
                </a:lnTo>
                <a:lnTo>
                  <a:pt x="31902" y="5468"/>
                </a:lnTo>
                <a:lnTo>
                  <a:pt x="31368" y="5942"/>
                </a:lnTo>
                <a:lnTo>
                  <a:pt x="30830" y="6428"/>
                </a:lnTo>
                <a:lnTo>
                  <a:pt x="30289" y="6929"/>
                </a:lnTo>
                <a:lnTo>
                  <a:pt x="29744" y="7443"/>
                </a:lnTo>
                <a:lnTo>
                  <a:pt x="29195" y="7971"/>
                </a:lnTo>
                <a:lnTo>
                  <a:pt x="28643" y="8512"/>
                </a:lnTo>
                <a:lnTo>
                  <a:pt x="28087" y="9067"/>
                </a:lnTo>
                <a:lnTo>
                  <a:pt x="27527" y="9635"/>
                </a:lnTo>
                <a:lnTo>
                  <a:pt x="26964" y="10217"/>
                </a:lnTo>
                <a:lnTo>
                  <a:pt x="26400" y="10813"/>
                </a:lnTo>
                <a:lnTo>
                  <a:pt x="25838" y="11421"/>
                </a:lnTo>
                <a:lnTo>
                  <a:pt x="25279" y="12041"/>
                </a:lnTo>
                <a:lnTo>
                  <a:pt x="24721" y="12675"/>
                </a:lnTo>
                <a:lnTo>
                  <a:pt x="24166" y="13321"/>
                </a:lnTo>
                <a:lnTo>
                  <a:pt x="23614" y="13980"/>
                </a:lnTo>
                <a:lnTo>
                  <a:pt x="23063" y="14652"/>
                </a:lnTo>
                <a:lnTo>
                  <a:pt x="22515" y="15337"/>
                </a:lnTo>
                <a:lnTo>
                  <a:pt x="21969" y="16034"/>
                </a:lnTo>
                <a:lnTo>
                  <a:pt x="21425" y="16744"/>
                </a:lnTo>
                <a:lnTo>
                  <a:pt x="20883" y="17467"/>
                </a:lnTo>
                <a:lnTo>
                  <a:pt x="20344" y="18203"/>
                </a:lnTo>
                <a:lnTo>
                  <a:pt x="19807" y="18951"/>
                </a:lnTo>
                <a:lnTo>
                  <a:pt x="19272" y="19712"/>
                </a:lnTo>
                <a:lnTo>
                  <a:pt x="18740" y="20486"/>
                </a:lnTo>
                <a:lnTo>
                  <a:pt x="18209" y="21273"/>
                </a:lnTo>
                <a:lnTo>
                  <a:pt x="17681" y="22072"/>
                </a:lnTo>
                <a:lnTo>
                  <a:pt x="17155" y="22885"/>
                </a:lnTo>
                <a:lnTo>
                  <a:pt x="16632" y="23710"/>
                </a:lnTo>
                <a:lnTo>
                  <a:pt x="16110" y="24547"/>
                </a:lnTo>
                <a:lnTo>
                  <a:pt x="15591" y="25398"/>
                </a:lnTo>
                <a:lnTo>
                  <a:pt x="15074" y="26261"/>
                </a:lnTo>
                <a:lnTo>
                  <a:pt x="14559" y="27137"/>
                </a:lnTo>
                <a:lnTo>
                  <a:pt x="14047" y="28026"/>
                </a:lnTo>
                <a:lnTo>
                  <a:pt x="13540" y="28927"/>
                </a:lnTo>
                <a:lnTo>
                  <a:pt x="13040" y="29841"/>
                </a:lnTo>
                <a:lnTo>
                  <a:pt x="12547" y="30767"/>
                </a:lnTo>
                <a:lnTo>
                  <a:pt x="12062" y="31704"/>
                </a:lnTo>
                <a:lnTo>
                  <a:pt x="11585" y="32654"/>
                </a:lnTo>
                <a:lnTo>
                  <a:pt x="11116" y="33617"/>
                </a:lnTo>
                <a:lnTo>
                  <a:pt x="10653" y="34591"/>
                </a:lnTo>
                <a:lnTo>
                  <a:pt x="10199" y="35578"/>
                </a:lnTo>
                <a:lnTo>
                  <a:pt x="9752" y="36577"/>
                </a:lnTo>
                <a:lnTo>
                  <a:pt x="9313" y="37588"/>
                </a:lnTo>
                <a:lnTo>
                  <a:pt x="8881" y="38611"/>
                </a:lnTo>
                <a:lnTo>
                  <a:pt x="8457" y="39647"/>
                </a:lnTo>
                <a:lnTo>
                  <a:pt x="8040" y="40695"/>
                </a:lnTo>
                <a:lnTo>
                  <a:pt x="7631" y="41754"/>
                </a:lnTo>
                <a:lnTo>
                  <a:pt x="7229" y="42827"/>
                </a:lnTo>
                <a:lnTo>
                  <a:pt x="6835" y="43911"/>
                </a:lnTo>
                <a:lnTo>
                  <a:pt x="6449" y="45007"/>
                </a:lnTo>
                <a:lnTo>
                  <a:pt x="6070" y="46116"/>
                </a:lnTo>
                <a:lnTo>
                  <a:pt x="5699" y="47237"/>
                </a:lnTo>
                <a:lnTo>
                  <a:pt x="5335" y="48370"/>
                </a:lnTo>
                <a:lnTo>
                  <a:pt x="4979" y="49516"/>
                </a:lnTo>
                <a:lnTo>
                  <a:pt x="4630" y="50673"/>
                </a:lnTo>
                <a:lnTo>
                  <a:pt x="4289" y="51843"/>
                </a:lnTo>
                <a:lnTo>
                  <a:pt x="3956" y="53025"/>
                </a:lnTo>
                <a:lnTo>
                  <a:pt x="3633" y="54219"/>
                </a:lnTo>
                <a:lnTo>
                  <a:pt x="3324" y="55424"/>
                </a:lnTo>
                <a:lnTo>
                  <a:pt x="3029" y="56641"/>
                </a:lnTo>
                <a:lnTo>
                  <a:pt x="2747" y="57870"/>
                </a:lnTo>
                <a:lnTo>
                  <a:pt x="2479" y="59110"/>
                </a:lnTo>
                <a:lnTo>
                  <a:pt x="2225" y="60362"/>
                </a:lnTo>
                <a:lnTo>
                  <a:pt x="1985" y="61626"/>
                </a:lnTo>
                <a:lnTo>
                  <a:pt x="1758" y="62901"/>
                </a:lnTo>
                <a:lnTo>
                  <a:pt x="1545" y="64188"/>
                </a:lnTo>
                <a:lnTo>
                  <a:pt x="1346" y="65487"/>
                </a:lnTo>
                <a:lnTo>
                  <a:pt x="1161" y="66797"/>
                </a:lnTo>
                <a:lnTo>
                  <a:pt x="989" y="68119"/>
                </a:lnTo>
                <a:lnTo>
                  <a:pt x="831" y="69452"/>
                </a:lnTo>
                <a:lnTo>
                  <a:pt x="687" y="70797"/>
                </a:lnTo>
                <a:lnTo>
                  <a:pt x="556" y="72154"/>
                </a:lnTo>
                <a:lnTo>
                  <a:pt x="440" y="73522"/>
                </a:lnTo>
                <a:lnTo>
                  <a:pt x="337" y="74902"/>
                </a:lnTo>
                <a:lnTo>
                  <a:pt x="247" y="76294"/>
                </a:lnTo>
                <a:lnTo>
                  <a:pt x="172" y="77697"/>
                </a:lnTo>
                <a:lnTo>
                  <a:pt x="110" y="79112"/>
                </a:lnTo>
                <a:lnTo>
                  <a:pt x="62" y="80539"/>
                </a:lnTo>
                <a:lnTo>
                  <a:pt x="27" y="81977"/>
                </a:lnTo>
                <a:lnTo>
                  <a:pt x="7" y="83427"/>
                </a:lnTo>
                <a:lnTo>
                  <a:pt x="0" y="84888"/>
                </a:lnTo>
                <a:lnTo>
                  <a:pt x="0" y="85695"/>
                </a:lnTo>
                <a:lnTo>
                  <a:pt x="7" y="87163"/>
                </a:lnTo>
                <a:lnTo>
                  <a:pt x="27" y="88620"/>
                </a:lnTo>
                <a:lnTo>
                  <a:pt x="62" y="90064"/>
                </a:lnTo>
                <a:lnTo>
                  <a:pt x="110" y="91497"/>
                </a:lnTo>
                <a:lnTo>
                  <a:pt x="172" y="92918"/>
                </a:lnTo>
                <a:lnTo>
                  <a:pt x="247" y="94327"/>
                </a:lnTo>
                <a:close/>
                <a:moveTo>
                  <a:pt x="184338" y="76294"/>
                </a:moveTo>
                <a:lnTo>
                  <a:pt x="184249" y="74902"/>
                </a:lnTo>
                <a:lnTo>
                  <a:pt x="184146" y="73522"/>
                </a:lnTo>
                <a:lnTo>
                  <a:pt x="184029" y="72154"/>
                </a:lnTo>
                <a:lnTo>
                  <a:pt x="183898" y="70797"/>
                </a:lnTo>
                <a:lnTo>
                  <a:pt x="183754" y="69452"/>
                </a:lnTo>
                <a:lnTo>
                  <a:pt x="183596" y="68119"/>
                </a:lnTo>
                <a:lnTo>
                  <a:pt x="183425" y="66797"/>
                </a:lnTo>
                <a:lnTo>
                  <a:pt x="183239" y="65487"/>
                </a:lnTo>
                <a:lnTo>
                  <a:pt x="183040" y="64188"/>
                </a:lnTo>
                <a:lnTo>
                  <a:pt x="182827" y="62901"/>
                </a:lnTo>
                <a:lnTo>
                  <a:pt x="182600" y="61626"/>
                </a:lnTo>
                <a:lnTo>
                  <a:pt x="182360" y="60362"/>
                </a:lnTo>
                <a:lnTo>
                  <a:pt x="182106" y="59110"/>
                </a:lnTo>
                <a:lnTo>
                  <a:pt x="181838" y="57870"/>
                </a:lnTo>
                <a:lnTo>
                  <a:pt x="181557" y="56641"/>
                </a:lnTo>
                <a:lnTo>
                  <a:pt x="181261" y="55424"/>
                </a:lnTo>
                <a:lnTo>
                  <a:pt x="180952" y="54219"/>
                </a:lnTo>
                <a:lnTo>
                  <a:pt x="180629" y="53025"/>
                </a:lnTo>
                <a:lnTo>
                  <a:pt x="180296" y="51843"/>
                </a:lnTo>
                <a:lnTo>
                  <a:pt x="179955" y="50673"/>
                </a:lnTo>
                <a:lnTo>
                  <a:pt x="179606" y="49516"/>
                </a:lnTo>
                <a:lnTo>
                  <a:pt x="179250" y="48370"/>
                </a:lnTo>
                <a:lnTo>
                  <a:pt x="178887" y="47237"/>
                </a:lnTo>
                <a:lnTo>
                  <a:pt x="178515" y="46116"/>
                </a:lnTo>
                <a:lnTo>
                  <a:pt x="178136" y="45007"/>
                </a:lnTo>
                <a:lnTo>
                  <a:pt x="177750" y="43911"/>
                </a:lnTo>
                <a:lnTo>
                  <a:pt x="177356" y="42827"/>
                </a:lnTo>
                <a:lnTo>
                  <a:pt x="176955" y="41754"/>
                </a:lnTo>
                <a:lnTo>
                  <a:pt x="176545" y="40695"/>
                </a:lnTo>
                <a:lnTo>
                  <a:pt x="176129" y="39647"/>
                </a:lnTo>
                <a:lnTo>
                  <a:pt x="175704" y="38611"/>
                </a:lnTo>
                <a:lnTo>
                  <a:pt x="175273" y="37588"/>
                </a:lnTo>
                <a:lnTo>
                  <a:pt x="174833" y="36577"/>
                </a:lnTo>
                <a:lnTo>
                  <a:pt x="174386" y="35578"/>
                </a:lnTo>
                <a:lnTo>
                  <a:pt x="173932" y="34591"/>
                </a:lnTo>
                <a:lnTo>
                  <a:pt x="173470" y="33617"/>
                </a:lnTo>
                <a:lnTo>
                  <a:pt x="173000" y="32654"/>
                </a:lnTo>
                <a:lnTo>
                  <a:pt x="172523" y="31704"/>
                </a:lnTo>
                <a:lnTo>
                  <a:pt x="172038" y="30767"/>
                </a:lnTo>
                <a:lnTo>
                  <a:pt x="171546" y="29841"/>
                </a:lnTo>
                <a:lnTo>
                  <a:pt x="171046" y="28927"/>
                </a:lnTo>
                <a:lnTo>
                  <a:pt x="170538" y="28026"/>
                </a:lnTo>
                <a:lnTo>
                  <a:pt x="170026" y="27137"/>
                </a:lnTo>
                <a:lnTo>
                  <a:pt x="169511" y="26261"/>
                </a:lnTo>
                <a:lnTo>
                  <a:pt x="168994" y="25398"/>
                </a:lnTo>
                <a:lnTo>
                  <a:pt x="168475" y="24547"/>
                </a:lnTo>
                <a:lnTo>
                  <a:pt x="167954" y="23710"/>
                </a:lnTo>
                <a:lnTo>
                  <a:pt x="167430" y="22885"/>
                </a:lnTo>
                <a:lnTo>
                  <a:pt x="166904" y="22072"/>
                </a:lnTo>
                <a:lnTo>
                  <a:pt x="166376" y="21273"/>
                </a:lnTo>
                <a:lnTo>
                  <a:pt x="165846" y="20486"/>
                </a:lnTo>
                <a:lnTo>
                  <a:pt x="165313" y="19712"/>
                </a:lnTo>
                <a:lnTo>
                  <a:pt x="164778" y="18951"/>
                </a:lnTo>
                <a:lnTo>
                  <a:pt x="164241" y="18203"/>
                </a:lnTo>
                <a:lnTo>
                  <a:pt x="163702" y="17467"/>
                </a:lnTo>
                <a:lnTo>
                  <a:pt x="163160" y="16744"/>
                </a:lnTo>
                <a:lnTo>
                  <a:pt x="162616" y="16034"/>
                </a:lnTo>
                <a:lnTo>
                  <a:pt x="162070" y="15337"/>
                </a:lnTo>
                <a:lnTo>
                  <a:pt x="161522" y="14652"/>
                </a:lnTo>
                <a:lnTo>
                  <a:pt x="160972" y="13980"/>
                </a:lnTo>
                <a:lnTo>
                  <a:pt x="160419" y="13321"/>
                </a:lnTo>
                <a:lnTo>
                  <a:pt x="159864" y="12675"/>
                </a:lnTo>
                <a:lnTo>
                  <a:pt x="159307" y="12041"/>
                </a:lnTo>
                <a:lnTo>
                  <a:pt x="158747" y="11421"/>
                </a:lnTo>
                <a:lnTo>
                  <a:pt x="158185" y="10813"/>
                </a:lnTo>
                <a:lnTo>
                  <a:pt x="157621" y="10217"/>
                </a:lnTo>
                <a:lnTo>
                  <a:pt x="157058" y="9635"/>
                </a:lnTo>
                <a:lnTo>
                  <a:pt x="156498" y="9067"/>
                </a:lnTo>
                <a:lnTo>
                  <a:pt x="155942" y="8512"/>
                </a:lnTo>
                <a:lnTo>
                  <a:pt x="155390" y="7971"/>
                </a:lnTo>
                <a:lnTo>
                  <a:pt x="154841" y="7443"/>
                </a:lnTo>
                <a:lnTo>
                  <a:pt x="154296" y="6929"/>
                </a:lnTo>
                <a:lnTo>
                  <a:pt x="153755" y="6428"/>
                </a:lnTo>
                <a:lnTo>
                  <a:pt x="153217" y="5942"/>
                </a:lnTo>
                <a:lnTo>
                  <a:pt x="152683" y="5468"/>
                </a:lnTo>
                <a:lnTo>
                  <a:pt x="152152" y="5009"/>
                </a:lnTo>
                <a:lnTo>
                  <a:pt x="151626" y="4562"/>
                </a:lnTo>
                <a:lnTo>
                  <a:pt x="151102" y="4130"/>
                </a:lnTo>
                <a:lnTo>
                  <a:pt x="150583" y="3711"/>
                </a:lnTo>
                <a:lnTo>
                  <a:pt x="150067" y="3306"/>
                </a:lnTo>
                <a:lnTo>
                  <a:pt x="149555" y="2914"/>
                </a:lnTo>
                <a:lnTo>
                  <a:pt x="149046" y="2536"/>
                </a:lnTo>
                <a:lnTo>
                  <a:pt x="148541" y="2171"/>
                </a:lnTo>
                <a:lnTo>
                  <a:pt x="148040" y="1820"/>
                </a:lnTo>
                <a:lnTo>
                  <a:pt x="147542" y="1483"/>
                </a:lnTo>
                <a:lnTo>
                  <a:pt x="147048" y="1159"/>
                </a:lnTo>
                <a:lnTo>
                  <a:pt x="146557" y="849"/>
                </a:lnTo>
                <a:lnTo>
                  <a:pt x="146071" y="552"/>
                </a:lnTo>
                <a:lnTo>
                  <a:pt x="145588" y="269"/>
                </a:lnTo>
                <a:lnTo>
                  <a:pt x="145108" y="0"/>
                </a:lnTo>
                <a:lnTo>
                  <a:pt x="141960" y="9128"/>
                </a:lnTo>
                <a:lnTo>
                  <a:pt x="142317" y="9429"/>
                </a:lnTo>
                <a:lnTo>
                  <a:pt x="142676" y="9740"/>
                </a:lnTo>
                <a:lnTo>
                  <a:pt x="143037" y="10062"/>
                </a:lnTo>
                <a:lnTo>
                  <a:pt x="143400" y="10394"/>
                </a:lnTo>
                <a:lnTo>
                  <a:pt x="143765" y="10736"/>
                </a:lnTo>
                <a:lnTo>
                  <a:pt x="144132" y="11088"/>
                </a:lnTo>
                <a:lnTo>
                  <a:pt x="144500" y="11451"/>
                </a:lnTo>
                <a:lnTo>
                  <a:pt x="144870" y="11824"/>
                </a:lnTo>
                <a:lnTo>
                  <a:pt x="145242" y="12207"/>
                </a:lnTo>
                <a:lnTo>
                  <a:pt x="145616" y="12600"/>
                </a:lnTo>
                <a:lnTo>
                  <a:pt x="145992" y="13004"/>
                </a:lnTo>
                <a:lnTo>
                  <a:pt x="146369" y="13418"/>
                </a:lnTo>
                <a:lnTo>
                  <a:pt x="146749" y="13842"/>
                </a:lnTo>
                <a:lnTo>
                  <a:pt x="147130" y="14276"/>
                </a:lnTo>
                <a:lnTo>
                  <a:pt x="147513" y="14721"/>
                </a:lnTo>
                <a:lnTo>
                  <a:pt x="147898" y="15176"/>
                </a:lnTo>
                <a:lnTo>
                  <a:pt x="148284" y="15641"/>
                </a:lnTo>
                <a:lnTo>
                  <a:pt x="148673" y="16116"/>
                </a:lnTo>
                <a:lnTo>
                  <a:pt x="149063" y="16602"/>
                </a:lnTo>
                <a:lnTo>
                  <a:pt x="149455" y="17098"/>
                </a:lnTo>
                <a:lnTo>
                  <a:pt x="149849" y="17604"/>
                </a:lnTo>
                <a:lnTo>
                  <a:pt x="150245" y="18120"/>
                </a:lnTo>
                <a:lnTo>
                  <a:pt x="150642" y="18647"/>
                </a:lnTo>
                <a:lnTo>
                  <a:pt x="151042" y="19184"/>
                </a:lnTo>
                <a:lnTo>
                  <a:pt x="151441" y="19730"/>
                </a:lnTo>
                <a:lnTo>
                  <a:pt x="151838" y="20288"/>
                </a:lnTo>
                <a:lnTo>
                  <a:pt x="152234" y="20855"/>
                </a:lnTo>
                <a:lnTo>
                  <a:pt x="152627" y="21433"/>
                </a:lnTo>
                <a:lnTo>
                  <a:pt x="153019" y="22020"/>
                </a:lnTo>
                <a:lnTo>
                  <a:pt x="153408" y="22619"/>
                </a:lnTo>
                <a:lnTo>
                  <a:pt x="153796" y="23227"/>
                </a:lnTo>
                <a:lnTo>
                  <a:pt x="154181" y="23845"/>
                </a:lnTo>
                <a:lnTo>
                  <a:pt x="154565" y="24474"/>
                </a:lnTo>
                <a:lnTo>
                  <a:pt x="154947" y="25113"/>
                </a:lnTo>
                <a:lnTo>
                  <a:pt x="155326" y="25763"/>
                </a:lnTo>
                <a:lnTo>
                  <a:pt x="155704" y="26422"/>
                </a:lnTo>
                <a:lnTo>
                  <a:pt x="156080" y="27092"/>
                </a:lnTo>
                <a:lnTo>
                  <a:pt x="156454" y="27772"/>
                </a:lnTo>
                <a:lnTo>
                  <a:pt x="156825" y="28462"/>
                </a:lnTo>
                <a:lnTo>
                  <a:pt x="157195" y="29163"/>
                </a:lnTo>
                <a:lnTo>
                  <a:pt x="157563" y="29873"/>
                </a:lnTo>
                <a:lnTo>
                  <a:pt x="157929" y="30594"/>
                </a:lnTo>
                <a:lnTo>
                  <a:pt x="158293" y="31326"/>
                </a:lnTo>
                <a:lnTo>
                  <a:pt x="158655" y="32067"/>
                </a:lnTo>
                <a:lnTo>
                  <a:pt x="159015" y="32819"/>
                </a:lnTo>
                <a:lnTo>
                  <a:pt x="159373" y="33581"/>
                </a:lnTo>
                <a:lnTo>
                  <a:pt x="159729" y="34353"/>
                </a:lnTo>
                <a:lnTo>
                  <a:pt x="160084" y="35135"/>
                </a:lnTo>
                <a:lnTo>
                  <a:pt x="160434" y="35928"/>
                </a:lnTo>
                <a:lnTo>
                  <a:pt x="160779" y="36731"/>
                </a:lnTo>
                <a:lnTo>
                  <a:pt x="161119" y="37543"/>
                </a:lnTo>
                <a:lnTo>
                  <a:pt x="161453" y="38367"/>
                </a:lnTo>
                <a:lnTo>
                  <a:pt x="161781" y="39200"/>
                </a:lnTo>
                <a:lnTo>
                  <a:pt x="162104" y="40044"/>
                </a:lnTo>
                <a:lnTo>
                  <a:pt x="162422" y="40898"/>
                </a:lnTo>
                <a:lnTo>
                  <a:pt x="162734" y="41762"/>
                </a:lnTo>
                <a:lnTo>
                  <a:pt x="163041" y="42636"/>
                </a:lnTo>
                <a:lnTo>
                  <a:pt x="163342" y="43521"/>
                </a:lnTo>
                <a:lnTo>
                  <a:pt x="163638" y="44416"/>
                </a:lnTo>
                <a:lnTo>
                  <a:pt x="163928" y="45321"/>
                </a:lnTo>
                <a:lnTo>
                  <a:pt x="164213" y="46237"/>
                </a:lnTo>
                <a:lnTo>
                  <a:pt x="164493" y="47162"/>
                </a:lnTo>
                <a:lnTo>
                  <a:pt x="164767" y="48098"/>
                </a:lnTo>
                <a:lnTo>
                  <a:pt x="165035" y="49045"/>
                </a:lnTo>
                <a:lnTo>
                  <a:pt x="165298" y="50001"/>
                </a:lnTo>
                <a:lnTo>
                  <a:pt x="165556" y="50968"/>
                </a:lnTo>
                <a:lnTo>
                  <a:pt x="165808" y="51945"/>
                </a:lnTo>
                <a:lnTo>
                  <a:pt x="166054" y="52932"/>
                </a:lnTo>
                <a:lnTo>
                  <a:pt x="166295" y="53929"/>
                </a:lnTo>
                <a:lnTo>
                  <a:pt x="166531" y="54937"/>
                </a:lnTo>
                <a:lnTo>
                  <a:pt x="166761" y="55955"/>
                </a:lnTo>
                <a:lnTo>
                  <a:pt x="166986" y="56983"/>
                </a:lnTo>
                <a:lnTo>
                  <a:pt x="167203" y="58021"/>
                </a:lnTo>
                <a:lnTo>
                  <a:pt x="167412" y="59070"/>
                </a:lnTo>
                <a:lnTo>
                  <a:pt x="167610" y="60128"/>
                </a:lnTo>
                <a:lnTo>
                  <a:pt x="167800" y="61197"/>
                </a:lnTo>
                <a:lnTo>
                  <a:pt x="167980" y="62277"/>
                </a:lnTo>
                <a:lnTo>
                  <a:pt x="168152" y="63366"/>
                </a:lnTo>
                <a:lnTo>
                  <a:pt x="168313" y="64466"/>
                </a:lnTo>
                <a:lnTo>
                  <a:pt x="168466" y="65575"/>
                </a:lnTo>
                <a:lnTo>
                  <a:pt x="168609" y="66696"/>
                </a:lnTo>
                <a:lnTo>
                  <a:pt x="168744" y="67826"/>
                </a:lnTo>
                <a:lnTo>
                  <a:pt x="168868" y="68967"/>
                </a:lnTo>
                <a:lnTo>
                  <a:pt x="168984" y="70117"/>
                </a:lnTo>
                <a:lnTo>
                  <a:pt x="169090" y="71279"/>
                </a:lnTo>
                <a:lnTo>
                  <a:pt x="169188" y="72450"/>
                </a:lnTo>
                <a:lnTo>
                  <a:pt x="169275" y="73631"/>
                </a:lnTo>
                <a:lnTo>
                  <a:pt x="169354" y="74823"/>
                </a:lnTo>
                <a:lnTo>
                  <a:pt x="169423" y="76025"/>
                </a:lnTo>
                <a:lnTo>
                  <a:pt x="169484" y="77238"/>
                </a:lnTo>
                <a:lnTo>
                  <a:pt x="169534" y="78460"/>
                </a:lnTo>
                <a:lnTo>
                  <a:pt x="169576" y="79693"/>
                </a:lnTo>
                <a:lnTo>
                  <a:pt x="169608" y="80936"/>
                </a:lnTo>
                <a:lnTo>
                  <a:pt x="169632" y="82189"/>
                </a:lnTo>
                <a:lnTo>
                  <a:pt x="169645" y="83453"/>
                </a:lnTo>
                <a:lnTo>
                  <a:pt x="169650" y="84727"/>
                </a:lnTo>
                <a:lnTo>
                  <a:pt x="169650" y="85857"/>
                </a:lnTo>
                <a:lnTo>
                  <a:pt x="169646" y="87130"/>
                </a:lnTo>
                <a:lnTo>
                  <a:pt x="169633" y="88394"/>
                </a:lnTo>
                <a:lnTo>
                  <a:pt x="169611" y="89647"/>
                </a:lnTo>
                <a:lnTo>
                  <a:pt x="169581" y="90890"/>
                </a:lnTo>
                <a:lnTo>
                  <a:pt x="169541" y="92123"/>
                </a:lnTo>
                <a:lnTo>
                  <a:pt x="169494" y="93346"/>
                </a:lnTo>
                <a:lnTo>
                  <a:pt x="169437" y="94558"/>
                </a:lnTo>
                <a:lnTo>
                  <a:pt x="169372" y="95760"/>
                </a:lnTo>
                <a:lnTo>
                  <a:pt x="169298" y="96952"/>
                </a:lnTo>
                <a:lnTo>
                  <a:pt x="169216" y="98134"/>
                </a:lnTo>
                <a:lnTo>
                  <a:pt x="169124" y="99305"/>
                </a:lnTo>
                <a:lnTo>
                  <a:pt x="169024" y="100466"/>
                </a:lnTo>
                <a:lnTo>
                  <a:pt x="168916" y="101617"/>
                </a:lnTo>
                <a:lnTo>
                  <a:pt x="168799" y="102758"/>
                </a:lnTo>
                <a:lnTo>
                  <a:pt x="168673" y="103889"/>
                </a:lnTo>
                <a:lnTo>
                  <a:pt x="168538" y="105009"/>
                </a:lnTo>
                <a:lnTo>
                  <a:pt x="168394" y="106119"/>
                </a:lnTo>
                <a:lnTo>
                  <a:pt x="168242" y="107219"/>
                </a:lnTo>
                <a:lnTo>
                  <a:pt x="168082" y="108308"/>
                </a:lnTo>
                <a:lnTo>
                  <a:pt x="167912" y="109388"/>
                </a:lnTo>
                <a:lnTo>
                  <a:pt x="167734" y="110457"/>
                </a:lnTo>
                <a:lnTo>
                  <a:pt x="167547" y="111516"/>
                </a:lnTo>
                <a:lnTo>
                  <a:pt x="167352" y="112564"/>
                </a:lnTo>
                <a:lnTo>
                  <a:pt x="167147" y="113603"/>
                </a:lnTo>
                <a:lnTo>
                  <a:pt x="166936" y="114631"/>
                </a:lnTo>
                <a:lnTo>
                  <a:pt x="166719" y="115649"/>
                </a:lnTo>
                <a:lnTo>
                  <a:pt x="166497" y="116657"/>
                </a:lnTo>
                <a:lnTo>
                  <a:pt x="166268" y="117654"/>
                </a:lnTo>
                <a:lnTo>
                  <a:pt x="166035" y="118642"/>
                </a:lnTo>
                <a:lnTo>
                  <a:pt x="165795" y="119620"/>
                </a:lnTo>
                <a:lnTo>
                  <a:pt x="165550" y="120587"/>
                </a:lnTo>
                <a:lnTo>
                  <a:pt x="165300" y="121544"/>
                </a:lnTo>
                <a:lnTo>
                  <a:pt x="165043" y="122492"/>
                </a:lnTo>
                <a:lnTo>
                  <a:pt x="164782" y="123429"/>
                </a:lnTo>
                <a:lnTo>
                  <a:pt x="164514" y="124356"/>
                </a:lnTo>
                <a:lnTo>
                  <a:pt x="164241" y="125273"/>
                </a:lnTo>
                <a:lnTo>
                  <a:pt x="163963" y="126180"/>
                </a:lnTo>
                <a:lnTo>
                  <a:pt x="163678" y="127076"/>
                </a:lnTo>
                <a:lnTo>
                  <a:pt x="163388" y="127963"/>
                </a:lnTo>
                <a:lnTo>
                  <a:pt x="163093" y="128840"/>
                </a:lnTo>
                <a:lnTo>
                  <a:pt x="162792" y="129706"/>
                </a:lnTo>
                <a:lnTo>
                  <a:pt x="162485" y="130562"/>
                </a:lnTo>
                <a:lnTo>
                  <a:pt x="162173" y="131409"/>
                </a:lnTo>
                <a:lnTo>
                  <a:pt x="161855" y="132245"/>
                </a:lnTo>
                <a:lnTo>
                  <a:pt x="161532" y="133071"/>
                </a:lnTo>
                <a:lnTo>
                  <a:pt x="161203" y="133887"/>
                </a:lnTo>
                <a:lnTo>
                  <a:pt x="160868" y="134693"/>
                </a:lnTo>
                <a:lnTo>
                  <a:pt x="160528" y="135488"/>
                </a:lnTo>
                <a:lnTo>
                  <a:pt x="160183" y="136274"/>
                </a:lnTo>
                <a:lnTo>
                  <a:pt x="159836" y="137049"/>
                </a:lnTo>
                <a:lnTo>
                  <a:pt x="159487" y="137814"/>
                </a:lnTo>
                <a:lnTo>
                  <a:pt x="159135" y="138569"/>
                </a:lnTo>
                <a:lnTo>
                  <a:pt x="158781" y="139313"/>
                </a:lnTo>
                <a:lnTo>
                  <a:pt x="158424" y="140047"/>
                </a:lnTo>
                <a:lnTo>
                  <a:pt x="158064" y="140770"/>
                </a:lnTo>
                <a:lnTo>
                  <a:pt x="157702" y="141483"/>
                </a:lnTo>
                <a:lnTo>
                  <a:pt x="157337" y="142186"/>
                </a:lnTo>
                <a:lnTo>
                  <a:pt x="156970" y="142878"/>
                </a:lnTo>
                <a:lnTo>
                  <a:pt x="156601" y="143560"/>
                </a:lnTo>
                <a:lnTo>
                  <a:pt x="156229" y="144232"/>
                </a:lnTo>
                <a:lnTo>
                  <a:pt x="155854" y="144893"/>
                </a:lnTo>
                <a:lnTo>
                  <a:pt x="155477" y="145544"/>
                </a:lnTo>
                <a:lnTo>
                  <a:pt x="155097" y="146184"/>
                </a:lnTo>
                <a:lnTo>
                  <a:pt x="154715" y="146814"/>
                </a:lnTo>
                <a:lnTo>
                  <a:pt x="154330" y="147434"/>
                </a:lnTo>
                <a:lnTo>
                  <a:pt x="153943" y="148043"/>
                </a:lnTo>
                <a:lnTo>
                  <a:pt x="153553" y="148642"/>
                </a:lnTo>
                <a:lnTo>
                  <a:pt x="153161" y="149230"/>
                </a:lnTo>
                <a:lnTo>
                  <a:pt x="152766" y="149808"/>
                </a:lnTo>
                <a:lnTo>
                  <a:pt x="152369" y="150376"/>
                </a:lnTo>
                <a:lnTo>
                  <a:pt x="151969" y="150933"/>
                </a:lnTo>
                <a:lnTo>
                  <a:pt x="151567" y="151480"/>
                </a:lnTo>
                <a:lnTo>
                  <a:pt x="151163" y="152017"/>
                </a:lnTo>
                <a:lnTo>
                  <a:pt x="150760" y="152544"/>
                </a:lnTo>
                <a:lnTo>
                  <a:pt x="150357" y="153062"/>
                </a:lnTo>
                <a:lnTo>
                  <a:pt x="149954" y="153569"/>
                </a:lnTo>
                <a:lnTo>
                  <a:pt x="149552" y="154066"/>
                </a:lnTo>
                <a:lnTo>
                  <a:pt x="149150" y="154553"/>
                </a:lnTo>
                <a:lnTo>
                  <a:pt x="148748" y="155030"/>
                </a:lnTo>
                <a:lnTo>
                  <a:pt x="148346" y="155497"/>
                </a:lnTo>
                <a:lnTo>
                  <a:pt x="147945" y="155955"/>
                </a:lnTo>
                <a:lnTo>
                  <a:pt x="147544" y="156402"/>
                </a:lnTo>
                <a:lnTo>
                  <a:pt x="147143" y="156839"/>
                </a:lnTo>
                <a:lnTo>
                  <a:pt x="146743" y="157267"/>
                </a:lnTo>
                <a:lnTo>
                  <a:pt x="146343" y="157684"/>
                </a:lnTo>
                <a:lnTo>
                  <a:pt x="145943" y="158091"/>
                </a:lnTo>
                <a:lnTo>
                  <a:pt x="145543" y="158489"/>
                </a:lnTo>
                <a:lnTo>
                  <a:pt x="145144" y="158876"/>
                </a:lnTo>
                <a:lnTo>
                  <a:pt x="144745" y="159254"/>
                </a:lnTo>
                <a:lnTo>
                  <a:pt x="144346" y="159621"/>
                </a:lnTo>
                <a:lnTo>
                  <a:pt x="143948" y="159979"/>
                </a:lnTo>
                <a:lnTo>
                  <a:pt x="143550" y="160326"/>
                </a:lnTo>
                <a:lnTo>
                  <a:pt x="143152" y="160664"/>
                </a:lnTo>
                <a:lnTo>
                  <a:pt x="142754" y="160992"/>
                </a:lnTo>
                <a:lnTo>
                  <a:pt x="142357" y="161309"/>
                </a:lnTo>
                <a:lnTo>
                  <a:pt x="141960" y="161617"/>
                </a:lnTo>
                <a:lnTo>
                  <a:pt x="145108" y="170664"/>
                </a:lnTo>
                <a:lnTo>
                  <a:pt x="145588" y="170395"/>
                </a:lnTo>
                <a:lnTo>
                  <a:pt x="146071" y="170112"/>
                </a:lnTo>
                <a:lnTo>
                  <a:pt x="146557" y="169815"/>
                </a:lnTo>
                <a:lnTo>
                  <a:pt x="147048" y="169505"/>
                </a:lnTo>
                <a:lnTo>
                  <a:pt x="147542" y="169181"/>
                </a:lnTo>
                <a:lnTo>
                  <a:pt x="148040" y="168844"/>
                </a:lnTo>
                <a:lnTo>
                  <a:pt x="148541" y="168493"/>
                </a:lnTo>
                <a:lnTo>
                  <a:pt x="149046" y="168128"/>
                </a:lnTo>
                <a:lnTo>
                  <a:pt x="149555" y="167750"/>
                </a:lnTo>
                <a:lnTo>
                  <a:pt x="150067" y="167358"/>
                </a:lnTo>
                <a:lnTo>
                  <a:pt x="150583" y="166953"/>
                </a:lnTo>
                <a:lnTo>
                  <a:pt x="151102" y="166534"/>
                </a:lnTo>
                <a:lnTo>
                  <a:pt x="151626" y="166102"/>
                </a:lnTo>
                <a:lnTo>
                  <a:pt x="152152" y="165655"/>
                </a:lnTo>
                <a:lnTo>
                  <a:pt x="152683" y="165196"/>
                </a:lnTo>
                <a:lnTo>
                  <a:pt x="153217" y="164722"/>
                </a:lnTo>
                <a:lnTo>
                  <a:pt x="153755" y="164236"/>
                </a:lnTo>
                <a:lnTo>
                  <a:pt x="154296" y="163735"/>
                </a:lnTo>
                <a:lnTo>
                  <a:pt x="154841" y="163221"/>
                </a:lnTo>
                <a:lnTo>
                  <a:pt x="155390" y="162693"/>
                </a:lnTo>
                <a:lnTo>
                  <a:pt x="155942" y="162152"/>
                </a:lnTo>
                <a:lnTo>
                  <a:pt x="156498" y="161597"/>
                </a:lnTo>
                <a:lnTo>
                  <a:pt x="157058" y="161029"/>
                </a:lnTo>
                <a:lnTo>
                  <a:pt x="157621" y="160447"/>
                </a:lnTo>
                <a:lnTo>
                  <a:pt x="158185" y="159851"/>
                </a:lnTo>
                <a:lnTo>
                  <a:pt x="158747" y="159244"/>
                </a:lnTo>
                <a:lnTo>
                  <a:pt x="159307" y="158623"/>
                </a:lnTo>
                <a:lnTo>
                  <a:pt x="159864" y="157990"/>
                </a:lnTo>
                <a:lnTo>
                  <a:pt x="160419" y="157344"/>
                </a:lnTo>
                <a:lnTo>
                  <a:pt x="160972" y="156686"/>
                </a:lnTo>
                <a:lnTo>
                  <a:pt x="161522" y="156015"/>
                </a:lnTo>
                <a:lnTo>
                  <a:pt x="162070" y="155332"/>
                </a:lnTo>
                <a:lnTo>
                  <a:pt x="162616" y="154636"/>
                </a:lnTo>
                <a:lnTo>
                  <a:pt x="163160" y="153927"/>
                </a:lnTo>
                <a:lnTo>
                  <a:pt x="163702" y="153205"/>
                </a:lnTo>
                <a:lnTo>
                  <a:pt x="164241" y="152471"/>
                </a:lnTo>
                <a:lnTo>
                  <a:pt x="164778" y="151725"/>
                </a:lnTo>
                <a:lnTo>
                  <a:pt x="165313" y="150965"/>
                </a:lnTo>
                <a:lnTo>
                  <a:pt x="165846" y="150193"/>
                </a:lnTo>
                <a:lnTo>
                  <a:pt x="166376" y="149409"/>
                </a:lnTo>
                <a:lnTo>
                  <a:pt x="166904" y="148612"/>
                </a:lnTo>
                <a:lnTo>
                  <a:pt x="167430" y="147802"/>
                </a:lnTo>
                <a:lnTo>
                  <a:pt x="167954" y="146980"/>
                </a:lnTo>
                <a:lnTo>
                  <a:pt x="168475" y="146145"/>
                </a:lnTo>
                <a:lnTo>
                  <a:pt x="168994" y="145297"/>
                </a:lnTo>
                <a:lnTo>
                  <a:pt x="169511" y="144437"/>
                </a:lnTo>
                <a:lnTo>
                  <a:pt x="170026" y="143564"/>
                </a:lnTo>
                <a:lnTo>
                  <a:pt x="170538" y="142678"/>
                </a:lnTo>
                <a:lnTo>
                  <a:pt x="171046" y="141780"/>
                </a:lnTo>
                <a:lnTo>
                  <a:pt x="171546" y="140870"/>
                </a:lnTo>
                <a:lnTo>
                  <a:pt x="172038" y="139947"/>
                </a:lnTo>
                <a:lnTo>
                  <a:pt x="172523" y="139011"/>
                </a:lnTo>
                <a:lnTo>
                  <a:pt x="173000" y="138063"/>
                </a:lnTo>
                <a:lnTo>
                  <a:pt x="173470" y="137103"/>
                </a:lnTo>
                <a:lnTo>
                  <a:pt x="173932" y="136130"/>
                </a:lnTo>
                <a:lnTo>
                  <a:pt x="174386" y="135144"/>
                </a:lnTo>
                <a:lnTo>
                  <a:pt x="174833" y="134146"/>
                </a:lnTo>
                <a:lnTo>
                  <a:pt x="175273" y="133136"/>
                </a:lnTo>
                <a:lnTo>
                  <a:pt x="175704" y="132113"/>
                </a:lnTo>
                <a:lnTo>
                  <a:pt x="176129" y="131078"/>
                </a:lnTo>
                <a:lnTo>
                  <a:pt x="176545" y="130030"/>
                </a:lnTo>
                <a:lnTo>
                  <a:pt x="176955" y="128970"/>
                </a:lnTo>
                <a:lnTo>
                  <a:pt x="177356" y="127897"/>
                </a:lnTo>
                <a:lnTo>
                  <a:pt x="177750" y="126811"/>
                </a:lnTo>
                <a:lnTo>
                  <a:pt x="178136" y="125714"/>
                </a:lnTo>
                <a:lnTo>
                  <a:pt x="178515" y="124603"/>
                </a:lnTo>
                <a:lnTo>
                  <a:pt x="178887" y="123481"/>
                </a:lnTo>
                <a:lnTo>
                  <a:pt x="179250" y="122345"/>
                </a:lnTo>
                <a:lnTo>
                  <a:pt x="179606" y="121198"/>
                </a:lnTo>
                <a:lnTo>
                  <a:pt x="179955" y="120037"/>
                </a:lnTo>
                <a:lnTo>
                  <a:pt x="180296" y="118865"/>
                </a:lnTo>
                <a:lnTo>
                  <a:pt x="180629" y="117680"/>
                </a:lnTo>
                <a:lnTo>
                  <a:pt x="180952" y="116482"/>
                </a:lnTo>
                <a:lnTo>
                  <a:pt x="181261" y="115273"/>
                </a:lnTo>
                <a:lnTo>
                  <a:pt x="181557" y="114052"/>
                </a:lnTo>
                <a:lnTo>
                  <a:pt x="181838" y="112820"/>
                </a:lnTo>
                <a:lnTo>
                  <a:pt x="182106" y="111575"/>
                </a:lnTo>
                <a:lnTo>
                  <a:pt x="182360" y="110319"/>
                </a:lnTo>
                <a:lnTo>
                  <a:pt x="182600" y="109051"/>
                </a:lnTo>
                <a:lnTo>
                  <a:pt x="182827" y="107772"/>
                </a:lnTo>
                <a:lnTo>
                  <a:pt x="183040" y="106480"/>
                </a:lnTo>
                <a:lnTo>
                  <a:pt x="183239" y="105177"/>
                </a:lnTo>
                <a:lnTo>
                  <a:pt x="183425" y="103862"/>
                </a:lnTo>
                <a:lnTo>
                  <a:pt x="183596" y="102535"/>
                </a:lnTo>
                <a:lnTo>
                  <a:pt x="183754" y="101197"/>
                </a:lnTo>
                <a:lnTo>
                  <a:pt x="183898" y="99846"/>
                </a:lnTo>
                <a:lnTo>
                  <a:pt x="184029" y="98484"/>
                </a:lnTo>
                <a:lnTo>
                  <a:pt x="184146" y="97110"/>
                </a:lnTo>
                <a:lnTo>
                  <a:pt x="184249" y="95725"/>
                </a:lnTo>
                <a:lnTo>
                  <a:pt x="184338" y="94327"/>
                </a:lnTo>
                <a:lnTo>
                  <a:pt x="184414" y="92918"/>
                </a:lnTo>
                <a:lnTo>
                  <a:pt x="184475" y="91497"/>
                </a:lnTo>
                <a:lnTo>
                  <a:pt x="184523" y="90064"/>
                </a:lnTo>
                <a:lnTo>
                  <a:pt x="184558" y="88620"/>
                </a:lnTo>
                <a:lnTo>
                  <a:pt x="184578" y="87163"/>
                </a:lnTo>
                <a:lnTo>
                  <a:pt x="184585" y="85695"/>
                </a:lnTo>
                <a:lnTo>
                  <a:pt x="184585" y="84888"/>
                </a:lnTo>
                <a:lnTo>
                  <a:pt x="184578" y="83427"/>
                </a:lnTo>
                <a:lnTo>
                  <a:pt x="184558" y="81977"/>
                </a:lnTo>
                <a:lnTo>
                  <a:pt x="184523" y="80539"/>
                </a:lnTo>
                <a:lnTo>
                  <a:pt x="184475" y="79112"/>
                </a:lnTo>
                <a:lnTo>
                  <a:pt x="184414" y="77697"/>
                </a:lnTo>
                <a:lnTo>
                  <a:pt x="184338" y="76294"/>
                </a:lnTo>
                <a:close/>
                <a:moveTo>
                  <a:pt x="534078" y="83449"/>
                </a:moveTo>
                <a:lnTo>
                  <a:pt x="534046" y="82705"/>
                </a:lnTo>
                <a:lnTo>
                  <a:pt x="534006" y="81966"/>
                </a:lnTo>
                <a:lnTo>
                  <a:pt x="533958" y="81233"/>
                </a:lnTo>
                <a:lnTo>
                  <a:pt x="533904" y="80504"/>
                </a:lnTo>
                <a:lnTo>
                  <a:pt x="533842" y="79780"/>
                </a:lnTo>
                <a:lnTo>
                  <a:pt x="533772" y="79060"/>
                </a:lnTo>
                <a:lnTo>
                  <a:pt x="533696" y="78346"/>
                </a:lnTo>
                <a:lnTo>
                  <a:pt x="533612" y="77637"/>
                </a:lnTo>
                <a:lnTo>
                  <a:pt x="533521" y="76932"/>
                </a:lnTo>
                <a:lnTo>
                  <a:pt x="533422" y="76233"/>
                </a:lnTo>
                <a:lnTo>
                  <a:pt x="533317" y="75538"/>
                </a:lnTo>
                <a:lnTo>
                  <a:pt x="533204" y="74848"/>
                </a:lnTo>
                <a:lnTo>
                  <a:pt x="533084" y="74163"/>
                </a:lnTo>
                <a:lnTo>
                  <a:pt x="532956" y="73483"/>
                </a:lnTo>
                <a:lnTo>
                  <a:pt x="532821" y="72808"/>
                </a:lnTo>
                <a:lnTo>
                  <a:pt x="532679" y="72138"/>
                </a:lnTo>
                <a:lnTo>
                  <a:pt x="532530" y="71473"/>
                </a:lnTo>
                <a:lnTo>
                  <a:pt x="532373" y="70812"/>
                </a:lnTo>
                <a:lnTo>
                  <a:pt x="532209" y="70157"/>
                </a:lnTo>
                <a:lnTo>
                  <a:pt x="532038" y="69506"/>
                </a:lnTo>
                <a:lnTo>
                  <a:pt x="531859" y="68862"/>
                </a:lnTo>
                <a:lnTo>
                  <a:pt x="531672" y="68224"/>
                </a:lnTo>
                <a:lnTo>
                  <a:pt x="531478" y="67593"/>
                </a:lnTo>
                <a:lnTo>
                  <a:pt x="531275" y="66970"/>
                </a:lnTo>
                <a:lnTo>
                  <a:pt x="531065" y="66353"/>
                </a:lnTo>
                <a:lnTo>
                  <a:pt x="530847" y="65743"/>
                </a:lnTo>
                <a:lnTo>
                  <a:pt x="530621" y="65141"/>
                </a:lnTo>
                <a:lnTo>
                  <a:pt x="530387" y="64545"/>
                </a:lnTo>
                <a:lnTo>
                  <a:pt x="530146" y="63956"/>
                </a:lnTo>
                <a:lnTo>
                  <a:pt x="529896" y="63375"/>
                </a:lnTo>
                <a:lnTo>
                  <a:pt x="529639" y="62800"/>
                </a:lnTo>
                <a:lnTo>
                  <a:pt x="529374" y="62232"/>
                </a:lnTo>
                <a:lnTo>
                  <a:pt x="529101" y="61672"/>
                </a:lnTo>
                <a:lnTo>
                  <a:pt x="528820" y="61118"/>
                </a:lnTo>
                <a:lnTo>
                  <a:pt x="528531" y="60571"/>
                </a:lnTo>
                <a:lnTo>
                  <a:pt x="528234" y="60032"/>
                </a:lnTo>
                <a:lnTo>
                  <a:pt x="527930" y="59499"/>
                </a:lnTo>
                <a:lnTo>
                  <a:pt x="527618" y="58973"/>
                </a:lnTo>
                <a:lnTo>
                  <a:pt x="527298" y="58455"/>
                </a:lnTo>
                <a:lnTo>
                  <a:pt x="526970" y="57943"/>
                </a:lnTo>
                <a:lnTo>
                  <a:pt x="526634" y="57438"/>
                </a:lnTo>
                <a:lnTo>
                  <a:pt x="526290" y="56941"/>
                </a:lnTo>
                <a:lnTo>
                  <a:pt x="525939" y="56450"/>
                </a:lnTo>
                <a:lnTo>
                  <a:pt x="525579" y="55966"/>
                </a:lnTo>
                <a:lnTo>
                  <a:pt x="525212" y="55491"/>
                </a:lnTo>
                <a:lnTo>
                  <a:pt x="524836" y="55024"/>
                </a:lnTo>
                <a:lnTo>
                  <a:pt x="524451" y="54565"/>
                </a:lnTo>
                <a:lnTo>
                  <a:pt x="524058" y="54116"/>
                </a:lnTo>
                <a:lnTo>
                  <a:pt x="523656" y="53676"/>
                </a:lnTo>
                <a:lnTo>
                  <a:pt x="523246" y="53244"/>
                </a:lnTo>
                <a:lnTo>
                  <a:pt x="522827" y="52821"/>
                </a:lnTo>
                <a:lnTo>
                  <a:pt x="522399" y="52407"/>
                </a:lnTo>
                <a:lnTo>
                  <a:pt x="521963" y="52002"/>
                </a:lnTo>
                <a:lnTo>
                  <a:pt x="521519" y="51605"/>
                </a:lnTo>
                <a:lnTo>
                  <a:pt x="521066" y="51218"/>
                </a:lnTo>
                <a:lnTo>
                  <a:pt x="520604" y="50839"/>
                </a:lnTo>
                <a:lnTo>
                  <a:pt x="520134" y="50469"/>
                </a:lnTo>
                <a:lnTo>
                  <a:pt x="519655" y="50107"/>
                </a:lnTo>
                <a:lnTo>
                  <a:pt x="519168" y="49755"/>
                </a:lnTo>
                <a:lnTo>
                  <a:pt x="518672" y="49411"/>
                </a:lnTo>
                <a:lnTo>
                  <a:pt x="518168" y="49077"/>
                </a:lnTo>
                <a:lnTo>
                  <a:pt x="517655" y="48751"/>
                </a:lnTo>
                <a:lnTo>
                  <a:pt x="517134" y="48434"/>
                </a:lnTo>
                <a:lnTo>
                  <a:pt x="516604" y="48125"/>
                </a:lnTo>
                <a:lnTo>
                  <a:pt x="516065" y="47826"/>
                </a:lnTo>
                <a:lnTo>
                  <a:pt x="515518" y="47535"/>
                </a:lnTo>
                <a:lnTo>
                  <a:pt x="514962" y="47253"/>
                </a:lnTo>
                <a:lnTo>
                  <a:pt x="514398" y="46980"/>
                </a:lnTo>
                <a:lnTo>
                  <a:pt x="513825" y="46717"/>
                </a:lnTo>
                <a:lnTo>
                  <a:pt x="513244" y="46465"/>
                </a:lnTo>
                <a:lnTo>
                  <a:pt x="512653" y="46224"/>
                </a:lnTo>
                <a:lnTo>
                  <a:pt x="512054" y="45995"/>
                </a:lnTo>
                <a:lnTo>
                  <a:pt x="511445" y="45777"/>
                </a:lnTo>
                <a:lnTo>
                  <a:pt x="510828" y="45569"/>
                </a:lnTo>
                <a:lnTo>
                  <a:pt x="510202" y="45374"/>
                </a:lnTo>
                <a:lnTo>
                  <a:pt x="509568" y="45189"/>
                </a:lnTo>
                <a:lnTo>
                  <a:pt x="508924" y="45015"/>
                </a:lnTo>
                <a:lnTo>
                  <a:pt x="508272" y="44853"/>
                </a:lnTo>
                <a:lnTo>
                  <a:pt x="507611" y="44702"/>
                </a:lnTo>
                <a:lnTo>
                  <a:pt x="506941" y="44562"/>
                </a:lnTo>
                <a:lnTo>
                  <a:pt x="506262" y="44433"/>
                </a:lnTo>
                <a:lnTo>
                  <a:pt x="505574" y="44316"/>
                </a:lnTo>
                <a:lnTo>
                  <a:pt x="504878" y="44209"/>
                </a:lnTo>
                <a:lnTo>
                  <a:pt x="504172" y="44114"/>
                </a:lnTo>
                <a:lnTo>
                  <a:pt x="503458" y="44030"/>
                </a:lnTo>
                <a:lnTo>
                  <a:pt x="502735" y="43957"/>
                </a:lnTo>
                <a:lnTo>
                  <a:pt x="502003" y="43896"/>
                </a:lnTo>
                <a:lnTo>
                  <a:pt x="501263" y="43845"/>
                </a:lnTo>
                <a:lnTo>
                  <a:pt x="500513" y="43806"/>
                </a:lnTo>
                <a:lnTo>
                  <a:pt x="499755" y="43778"/>
                </a:lnTo>
                <a:lnTo>
                  <a:pt x="498988" y="43761"/>
                </a:lnTo>
                <a:lnTo>
                  <a:pt x="498212" y="43756"/>
                </a:lnTo>
                <a:lnTo>
                  <a:pt x="497600" y="43761"/>
                </a:lnTo>
                <a:lnTo>
                  <a:pt x="496991" y="43777"/>
                </a:lnTo>
                <a:lnTo>
                  <a:pt x="496383" y="43803"/>
                </a:lnTo>
                <a:lnTo>
                  <a:pt x="495776" y="43839"/>
                </a:lnTo>
                <a:lnTo>
                  <a:pt x="495172" y="43886"/>
                </a:lnTo>
                <a:lnTo>
                  <a:pt x="494569" y="43943"/>
                </a:lnTo>
                <a:lnTo>
                  <a:pt x="493967" y="44010"/>
                </a:lnTo>
                <a:lnTo>
                  <a:pt x="493368" y="44088"/>
                </a:lnTo>
                <a:lnTo>
                  <a:pt x="492770" y="44176"/>
                </a:lnTo>
                <a:lnTo>
                  <a:pt x="492174" y="44274"/>
                </a:lnTo>
                <a:lnTo>
                  <a:pt x="491579" y="44383"/>
                </a:lnTo>
                <a:lnTo>
                  <a:pt x="490986" y="44503"/>
                </a:lnTo>
                <a:lnTo>
                  <a:pt x="490395" y="44632"/>
                </a:lnTo>
                <a:lnTo>
                  <a:pt x="489806" y="44772"/>
                </a:lnTo>
                <a:lnTo>
                  <a:pt x="489218" y="44923"/>
                </a:lnTo>
                <a:lnTo>
                  <a:pt x="488632" y="45083"/>
                </a:lnTo>
                <a:lnTo>
                  <a:pt x="488047" y="45255"/>
                </a:lnTo>
                <a:lnTo>
                  <a:pt x="487464" y="45436"/>
                </a:lnTo>
                <a:lnTo>
                  <a:pt x="486883" y="45628"/>
                </a:lnTo>
                <a:lnTo>
                  <a:pt x="486304" y="45830"/>
                </a:lnTo>
                <a:lnTo>
                  <a:pt x="485726" y="46043"/>
                </a:lnTo>
                <a:lnTo>
                  <a:pt x="485150" y="46266"/>
                </a:lnTo>
                <a:lnTo>
                  <a:pt x="484576" y="46499"/>
                </a:lnTo>
                <a:lnTo>
                  <a:pt x="484003" y="46743"/>
                </a:lnTo>
                <a:lnTo>
                  <a:pt x="483434" y="46997"/>
                </a:lnTo>
                <a:lnTo>
                  <a:pt x="482870" y="47260"/>
                </a:lnTo>
                <a:lnTo>
                  <a:pt x="482310" y="47534"/>
                </a:lnTo>
                <a:lnTo>
                  <a:pt x="481756" y="47817"/>
                </a:lnTo>
                <a:lnTo>
                  <a:pt x="481207" y="48110"/>
                </a:lnTo>
                <a:lnTo>
                  <a:pt x="480663" y="48413"/>
                </a:lnTo>
                <a:lnTo>
                  <a:pt x="480124" y="48726"/>
                </a:lnTo>
                <a:lnTo>
                  <a:pt x="479590" y="49048"/>
                </a:lnTo>
                <a:lnTo>
                  <a:pt x="479061" y="49380"/>
                </a:lnTo>
                <a:lnTo>
                  <a:pt x="478537" y="49723"/>
                </a:lnTo>
                <a:lnTo>
                  <a:pt x="478018" y="50075"/>
                </a:lnTo>
                <a:lnTo>
                  <a:pt x="477504" y="50436"/>
                </a:lnTo>
                <a:lnTo>
                  <a:pt x="476996" y="50808"/>
                </a:lnTo>
                <a:lnTo>
                  <a:pt x="476492" y="51189"/>
                </a:lnTo>
                <a:lnTo>
                  <a:pt x="475993" y="51580"/>
                </a:lnTo>
                <a:lnTo>
                  <a:pt x="475500" y="51981"/>
                </a:lnTo>
                <a:lnTo>
                  <a:pt x="475011" y="52392"/>
                </a:lnTo>
                <a:lnTo>
                  <a:pt x="474527" y="52813"/>
                </a:lnTo>
                <a:lnTo>
                  <a:pt x="474049" y="53243"/>
                </a:lnTo>
                <a:lnTo>
                  <a:pt x="473575" y="53683"/>
                </a:lnTo>
                <a:lnTo>
                  <a:pt x="473107" y="54133"/>
                </a:lnTo>
                <a:lnTo>
                  <a:pt x="472644" y="54593"/>
                </a:lnTo>
                <a:lnTo>
                  <a:pt x="472185" y="55063"/>
                </a:lnTo>
                <a:lnTo>
                  <a:pt x="471732" y="55542"/>
                </a:lnTo>
                <a:lnTo>
                  <a:pt x="471285" y="56031"/>
                </a:lnTo>
                <a:lnTo>
                  <a:pt x="470846" y="56529"/>
                </a:lnTo>
                <a:lnTo>
                  <a:pt x="470415" y="57035"/>
                </a:lnTo>
                <a:lnTo>
                  <a:pt x="469992" y="57551"/>
                </a:lnTo>
                <a:lnTo>
                  <a:pt x="469577" y="58075"/>
                </a:lnTo>
                <a:lnTo>
                  <a:pt x="469169" y="58608"/>
                </a:lnTo>
                <a:lnTo>
                  <a:pt x="468769" y="59150"/>
                </a:lnTo>
                <a:lnTo>
                  <a:pt x="468377" y="59700"/>
                </a:lnTo>
                <a:lnTo>
                  <a:pt x="467993" y="60260"/>
                </a:lnTo>
                <a:lnTo>
                  <a:pt x="467617" y="60828"/>
                </a:lnTo>
                <a:lnTo>
                  <a:pt x="467249" y="61405"/>
                </a:lnTo>
                <a:lnTo>
                  <a:pt x="466888" y="61991"/>
                </a:lnTo>
                <a:lnTo>
                  <a:pt x="466536" y="62586"/>
                </a:lnTo>
                <a:lnTo>
                  <a:pt x="466191" y="63189"/>
                </a:lnTo>
                <a:lnTo>
                  <a:pt x="465854" y="63802"/>
                </a:lnTo>
                <a:lnTo>
                  <a:pt x="465525" y="64423"/>
                </a:lnTo>
                <a:lnTo>
                  <a:pt x="465204" y="65053"/>
                </a:lnTo>
                <a:lnTo>
                  <a:pt x="464890" y="65692"/>
                </a:lnTo>
                <a:lnTo>
                  <a:pt x="464585" y="66340"/>
                </a:lnTo>
                <a:lnTo>
                  <a:pt x="464287" y="66996"/>
                </a:lnTo>
                <a:lnTo>
                  <a:pt x="463997" y="67662"/>
                </a:lnTo>
                <a:lnTo>
                  <a:pt x="463715" y="68336"/>
                </a:lnTo>
                <a:lnTo>
                  <a:pt x="463441" y="69019"/>
                </a:lnTo>
                <a:lnTo>
                  <a:pt x="463175" y="69711"/>
                </a:lnTo>
                <a:lnTo>
                  <a:pt x="462918" y="70411"/>
                </a:lnTo>
                <a:lnTo>
                  <a:pt x="462672" y="71119"/>
                </a:lnTo>
                <a:lnTo>
                  <a:pt x="462437" y="71836"/>
                </a:lnTo>
                <a:lnTo>
                  <a:pt x="462213" y="72560"/>
                </a:lnTo>
                <a:lnTo>
                  <a:pt x="462000" y="73292"/>
                </a:lnTo>
                <a:lnTo>
                  <a:pt x="461797" y="74032"/>
                </a:lnTo>
                <a:lnTo>
                  <a:pt x="461606" y="74781"/>
                </a:lnTo>
                <a:lnTo>
                  <a:pt x="461426" y="75537"/>
                </a:lnTo>
                <a:lnTo>
                  <a:pt x="461256" y="76301"/>
                </a:lnTo>
                <a:lnTo>
                  <a:pt x="461098" y="77073"/>
                </a:lnTo>
                <a:lnTo>
                  <a:pt x="460950" y="77853"/>
                </a:lnTo>
                <a:lnTo>
                  <a:pt x="460813" y="78641"/>
                </a:lnTo>
                <a:lnTo>
                  <a:pt x="460688" y="79438"/>
                </a:lnTo>
                <a:lnTo>
                  <a:pt x="460573" y="80242"/>
                </a:lnTo>
                <a:lnTo>
                  <a:pt x="460469" y="81054"/>
                </a:lnTo>
                <a:lnTo>
                  <a:pt x="460376" y="81874"/>
                </a:lnTo>
                <a:lnTo>
                  <a:pt x="460294" y="82702"/>
                </a:lnTo>
                <a:lnTo>
                  <a:pt x="460223" y="83538"/>
                </a:lnTo>
                <a:lnTo>
                  <a:pt x="460163" y="84382"/>
                </a:lnTo>
                <a:lnTo>
                  <a:pt x="460114" y="85234"/>
                </a:lnTo>
                <a:lnTo>
                  <a:pt x="460075" y="86095"/>
                </a:lnTo>
                <a:lnTo>
                  <a:pt x="460048" y="86963"/>
                </a:lnTo>
                <a:lnTo>
                  <a:pt x="460032" y="87839"/>
                </a:lnTo>
                <a:lnTo>
                  <a:pt x="460026" y="88723"/>
                </a:lnTo>
                <a:lnTo>
                  <a:pt x="460026" y="92113"/>
                </a:lnTo>
                <a:lnTo>
                  <a:pt x="460031" y="92878"/>
                </a:lnTo>
                <a:lnTo>
                  <a:pt x="460046" y="93637"/>
                </a:lnTo>
                <a:lnTo>
                  <a:pt x="460070" y="94391"/>
                </a:lnTo>
                <a:lnTo>
                  <a:pt x="460105" y="95141"/>
                </a:lnTo>
                <a:lnTo>
                  <a:pt x="460149" y="95885"/>
                </a:lnTo>
                <a:lnTo>
                  <a:pt x="460203" y="96624"/>
                </a:lnTo>
                <a:lnTo>
                  <a:pt x="460267" y="97358"/>
                </a:lnTo>
                <a:lnTo>
                  <a:pt x="460340" y="98087"/>
                </a:lnTo>
                <a:lnTo>
                  <a:pt x="460424" y="98811"/>
                </a:lnTo>
                <a:lnTo>
                  <a:pt x="460517" y="99530"/>
                </a:lnTo>
                <a:lnTo>
                  <a:pt x="460620" y="100244"/>
                </a:lnTo>
                <a:lnTo>
                  <a:pt x="460733" y="100953"/>
                </a:lnTo>
                <a:lnTo>
                  <a:pt x="460855" y="101657"/>
                </a:lnTo>
                <a:lnTo>
                  <a:pt x="460988" y="102356"/>
                </a:lnTo>
                <a:lnTo>
                  <a:pt x="461130" y="103050"/>
                </a:lnTo>
                <a:lnTo>
                  <a:pt x="461282" y="103739"/>
                </a:lnTo>
                <a:lnTo>
                  <a:pt x="461444" y="104422"/>
                </a:lnTo>
                <a:lnTo>
                  <a:pt x="461616" y="105101"/>
                </a:lnTo>
                <a:lnTo>
                  <a:pt x="461797" y="105774"/>
                </a:lnTo>
                <a:lnTo>
                  <a:pt x="461988" y="106443"/>
                </a:lnTo>
                <a:lnTo>
                  <a:pt x="462190" y="107106"/>
                </a:lnTo>
                <a:lnTo>
                  <a:pt x="462401" y="107765"/>
                </a:lnTo>
                <a:lnTo>
                  <a:pt x="462621" y="108418"/>
                </a:lnTo>
                <a:lnTo>
                  <a:pt x="462852" y="109067"/>
                </a:lnTo>
                <a:lnTo>
                  <a:pt x="463092" y="109709"/>
                </a:lnTo>
                <a:lnTo>
                  <a:pt x="463340" y="110344"/>
                </a:lnTo>
                <a:lnTo>
                  <a:pt x="463597" y="110971"/>
                </a:lnTo>
                <a:lnTo>
                  <a:pt x="463862" y="111592"/>
                </a:lnTo>
                <a:lnTo>
                  <a:pt x="464136" y="112205"/>
                </a:lnTo>
                <a:lnTo>
                  <a:pt x="464418" y="112811"/>
                </a:lnTo>
                <a:lnTo>
                  <a:pt x="464710" y="113409"/>
                </a:lnTo>
                <a:lnTo>
                  <a:pt x="465009" y="114000"/>
                </a:lnTo>
                <a:lnTo>
                  <a:pt x="465317" y="114584"/>
                </a:lnTo>
                <a:lnTo>
                  <a:pt x="465634" y="115161"/>
                </a:lnTo>
                <a:lnTo>
                  <a:pt x="465959" y="115730"/>
                </a:lnTo>
                <a:lnTo>
                  <a:pt x="466293" y="116292"/>
                </a:lnTo>
                <a:lnTo>
                  <a:pt x="466635" y="116847"/>
                </a:lnTo>
                <a:lnTo>
                  <a:pt x="466986" y="117394"/>
                </a:lnTo>
                <a:lnTo>
                  <a:pt x="467346" y="117934"/>
                </a:lnTo>
                <a:lnTo>
                  <a:pt x="467714" y="118467"/>
                </a:lnTo>
                <a:lnTo>
                  <a:pt x="468090" y="118993"/>
                </a:lnTo>
                <a:lnTo>
                  <a:pt x="468475" y="119511"/>
                </a:lnTo>
                <a:lnTo>
                  <a:pt x="468869" y="120022"/>
                </a:lnTo>
                <a:lnTo>
                  <a:pt x="469271" y="120526"/>
                </a:lnTo>
                <a:lnTo>
                  <a:pt x="469682" y="121022"/>
                </a:lnTo>
                <a:lnTo>
                  <a:pt x="470101" y="121512"/>
                </a:lnTo>
                <a:lnTo>
                  <a:pt x="470529" y="121993"/>
                </a:lnTo>
                <a:lnTo>
                  <a:pt x="470965" y="122468"/>
                </a:lnTo>
                <a:lnTo>
                  <a:pt x="471410" y="122934"/>
                </a:lnTo>
                <a:lnTo>
                  <a:pt x="471861" y="123392"/>
                </a:lnTo>
                <a:lnTo>
                  <a:pt x="472320" y="123841"/>
                </a:lnTo>
                <a:lnTo>
                  <a:pt x="472786" y="124281"/>
                </a:lnTo>
                <a:lnTo>
                  <a:pt x="473260" y="124712"/>
                </a:lnTo>
                <a:lnTo>
                  <a:pt x="473740" y="125135"/>
                </a:lnTo>
                <a:lnTo>
                  <a:pt x="474228" y="125548"/>
                </a:lnTo>
                <a:lnTo>
                  <a:pt x="474724" y="125953"/>
                </a:lnTo>
                <a:lnTo>
                  <a:pt x="475226" y="126349"/>
                </a:lnTo>
                <a:lnTo>
                  <a:pt x="475736" y="126736"/>
                </a:lnTo>
                <a:lnTo>
                  <a:pt x="476253" y="127114"/>
                </a:lnTo>
                <a:lnTo>
                  <a:pt x="476778" y="127483"/>
                </a:lnTo>
                <a:lnTo>
                  <a:pt x="477310" y="127844"/>
                </a:lnTo>
                <a:lnTo>
                  <a:pt x="477849" y="128196"/>
                </a:lnTo>
                <a:lnTo>
                  <a:pt x="478395" y="128539"/>
                </a:lnTo>
                <a:lnTo>
                  <a:pt x="478949" y="128873"/>
                </a:lnTo>
                <a:lnTo>
                  <a:pt x="479509" y="129198"/>
                </a:lnTo>
                <a:lnTo>
                  <a:pt x="480078" y="129514"/>
                </a:lnTo>
                <a:lnTo>
                  <a:pt x="480653" y="129822"/>
                </a:lnTo>
                <a:lnTo>
                  <a:pt x="481236" y="130121"/>
                </a:lnTo>
                <a:lnTo>
                  <a:pt x="481826" y="130410"/>
                </a:lnTo>
                <a:lnTo>
                  <a:pt x="482423" y="130692"/>
                </a:lnTo>
                <a:lnTo>
                  <a:pt x="483028" y="130964"/>
                </a:lnTo>
                <a:lnTo>
                  <a:pt x="483640" y="131227"/>
                </a:lnTo>
                <a:lnTo>
                  <a:pt x="484258" y="131481"/>
                </a:lnTo>
                <a:lnTo>
                  <a:pt x="484883" y="131724"/>
                </a:lnTo>
                <a:lnTo>
                  <a:pt x="485514" y="131956"/>
                </a:lnTo>
                <a:lnTo>
                  <a:pt x="486150" y="132177"/>
                </a:lnTo>
                <a:lnTo>
                  <a:pt x="486793" y="132387"/>
                </a:lnTo>
                <a:lnTo>
                  <a:pt x="487442" y="132587"/>
                </a:lnTo>
                <a:lnTo>
                  <a:pt x="488097" y="132776"/>
                </a:lnTo>
                <a:lnTo>
                  <a:pt x="488757" y="132954"/>
                </a:lnTo>
                <a:lnTo>
                  <a:pt x="489424" y="133121"/>
                </a:lnTo>
                <a:lnTo>
                  <a:pt x="490097" y="133278"/>
                </a:lnTo>
                <a:lnTo>
                  <a:pt x="490776" y="133423"/>
                </a:lnTo>
                <a:lnTo>
                  <a:pt x="491461" y="133558"/>
                </a:lnTo>
                <a:lnTo>
                  <a:pt x="492152" y="133682"/>
                </a:lnTo>
                <a:lnTo>
                  <a:pt x="492848" y="133796"/>
                </a:lnTo>
                <a:lnTo>
                  <a:pt x="493551" y="133898"/>
                </a:lnTo>
                <a:lnTo>
                  <a:pt x="494260" y="133990"/>
                </a:lnTo>
                <a:lnTo>
                  <a:pt x="494975" y="134071"/>
                </a:lnTo>
                <a:lnTo>
                  <a:pt x="495696" y="134141"/>
                </a:lnTo>
                <a:lnTo>
                  <a:pt x="496424" y="134200"/>
                </a:lnTo>
                <a:lnTo>
                  <a:pt x="497157" y="134249"/>
                </a:lnTo>
                <a:lnTo>
                  <a:pt x="497896" y="134287"/>
                </a:lnTo>
                <a:lnTo>
                  <a:pt x="498641" y="134314"/>
                </a:lnTo>
                <a:lnTo>
                  <a:pt x="499392" y="134330"/>
                </a:lnTo>
                <a:lnTo>
                  <a:pt x="500149" y="134335"/>
                </a:lnTo>
                <a:lnTo>
                  <a:pt x="500865" y="134331"/>
                </a:lnTo>
                <a:lnTo>
                  <a:pt x="501573" y="134319"/>
                </a:lnTo>
                <a:lnTo>
                  <a:pt x="502273" y="134297"/>
                </a:lnTo>
                <a:lnTo>
                  <a:pt x="502965" y="134268"/>
                </a:lnTo>
                <a:lnTo>
                  <a:pt x="503649" y="134230"/>
                </a:lnTo>
                <a:lnTo>
                  <a:pt x="504325" y="134184"/>
                </a:lnTo>
                <a:lnTo>
                  <a:pt x="504992" y="134129"/>
                </a:lnTo>
                <a:lnTo>
                  <a:pt x="505652" y="134066"/>
                </a:lnTo>
                <a:lnTo>
                  <a:pt x="506304" y="133995"/>
                </a:lnTo>
                <a:lnTo>
                  <a:pt x="506948" y="133915"/>
                </a:lnTo>
                <a:lnTo>
                  <a:pt x="507584" y="133827"/>
                </a:lnTo>
                <a:lnTo>
                  <a:pt x="508212" y="133730"/>
                </a:lnTo>
                <a:lnTo>
                  <a:pt x="508832" y="133625"/>
                </a:lnTo>
                <a:lnTo>
                  <a:pt x="509444" y="133511"/>
                </a:lnTo>
                <a:lnTo>
                  <a:pt x="510048" y="133389"/>
                </a:lnTo>
                <a:lnTo>
                  <a:pt x="510644" y="133259"/>
                </a:lnTo>
                <a:lnTo>
                  <a:pt x="511232" y="133120"/>
                </a:lnTo>
                <a:lnTo>
                  <a:pt x="511812" y="132973"/>
                </a:lnTo>
                <a:lnTo>
                  <a:pt x="512384" y="132817"/>
                </a:lnTo>
                <a:lnTo>
                  <a:pt x="512948" y="132653"/>
                </a:lnTo>
                <a:lnTo>
                  <a:pt x="513504" y="132481"/>
                </a:lnTo>
                <a:lnTo>
                  <a:pt x="514053" y="132300"/>
                </a:lnTo>
                <a:lnTo>
                  <a:pt x="514593" y="132111"/>
                </a:lnTo>
                <a:lnTo>
                  <a:pt x="515125" y="131913"/>
                </a:lnTo>
                <a:lnTo>
                  <a:pt x="515649" y="131709"/>
                </a:lnTo>
                <a:lnTo>
                  <a:pt x="516167" y="131500"/>
                </a:lnTo>
                <a:lnTo>
                  <a:pt x="516678" y="131285"/>
                </a:lnTo>
                <a:lnTo>
                  <a:pt x="517182" y="131066"/>
                </a:lnTo>
                <a:lnTo>
                  <a:pt x="517679" y="130841"/>
                </a:lnTo>
                <a:lnTo>
                  <a:pt x="518170" y="130612"/>
                </a:lnTo>
                <a:lnTo>
                  <a:pt x="518653" y="130377"/>
                </a:lnTo>
                <a:lnTo>
                  <a:pt x="519130" y="130137"/>
                </a:lnTo>
                <a:lnTo>
                  <a:pt x="519600" y="129893"/>
                </a:lnTo>
                <a:lnTo>
                  <a:pt x="520062" y="129643"/>
                </a:lnTo>
                <a:lnTo>
                  <a:pt x="520518" y="129388"/>
                </a:lnTo>
                <a:lnTo>
                  <a:pt x="520968" y="129128"/>
                </a:lnTo>
                <a:lnTo>
                  <a:pt x="521410" y="128863"/>
                </a:lnTo>
                <a:lnTo>
                  <a:pt x="521845" y="128593"/>
                </a:lnTo>
                <a:lnTo>
                  <a:pt x="522274" y="128318"/>
                </a:lnTo>
                <a:lnTo>
                  <a:pt x="522695" y="128038"/>
                </a:lnTo>
                <a:lnTo>
                  <a:pt x="523110" y="127753"/>
                </a:lnTo>
                <a:lnTo>
                  <a:pt x="523518" y="127463"/>
                </a:lnTo>
                <a:lnTo>
                  <a:pt x="523919" y="127168"/>
                </a:lnTo>
                <a:lnTo>
                  <a:pt x="524313" y="126868"/>
                </a:lnTo>
                <a:lnTo>
                  <a:pt x="524701" y="126563"/>
                </a:lnTo>
                <a:lnTo>
                  <a:pt x="525081" y="126252"/>
                </a:lnTo>
                <a:lnTo>
                  <a:pt x="525455" y="125937"/>
                </a:lnTo>
                <a:lnTo>
                  <a:pt x="525822" y="125616"/>
                </a:lnTo>
                <a:lnTo>
                  <a:pt x="526182" y="125293"/>
                </a:lnTo>
                <a:lnTo>
                  <a:pt x="526537" y="124968"/>
                </a:lnTo>
                <a:lnTo>
                  <a:pt x="526887" y="124641"/>
                </a:lnTo>
                <a:lnTo>
                  <a:pt x="527232" y="124314"/>
                </a:lnTo>
                <a:lnTo>
                  <a:pt x="527571" y="123984"/>
                </a:lnTo>
                <a:lnTo>
                  <a:pt x="527905" y="123654"/>
                </a:lnTo>
                <a:lnTo>
                  <a:pt x="528234" y="123322"/>
                </a:lnTo>
                <a:lnTo>
                  <a:pt x="528557" y="122988"/>
                </a:lnTo>
                <a:lnTo>
                  <a:pt x="528875" y="122653"/>
                </a:lnTo>
                <a:lnTo>
                  <a:pt x="529188" y="122317"/>
                </a:lnTo>
                <a:lnTo>
                  <a:pt x="529495" y="121980"/>
                </a:lnTo>
                <a:lnTo>
                  <a:pt x="529797" y="121640"/>
                </a:lnTo>
                <a:lnTo>
                  <a:pt x="530094" y="121300"/>
                </a:lnTo>
                <a:lnTo>
                  <a:pt x="530386" y="120958"/>
                </a:lnTo>
                <a:lnTo>
                  <a:pt x="530672" y="120615"/>
                </a:lnTo>
                <a:lnTo>
                  <a:pt x="530952" y="120270"/>
                </a:lnTo>
                <a:lnTo>
                  <a:pt x="531228" y="119924"/>
                </a:lnTo>
                <a:lnTo>
                  <a:pt x="531498" y="119577"/>
                </a:lnTo>
                <a:lnTo>
                  <a:pt x="531763" y="119228"/>
                </a:lnTo>
                <a:lnTo>
                  <a:pt x="532022" y="118878"/>
                </a:lnTo>
                <a:lnTo>
                  <a:pt x="532276" y="118526"/>
                </a:lnTo>
                <a:lnTo>
                  <a:pt x="532525" y="118173"/>
                </a:lnTo>
                <a:lnTo>
                  <a:pt x="532768" y="117819"/>
                </a:lnTo>
                <a:lnTo>
                  <a:pt x="533007" y="117463"/>
                </a:lnTo>
                <a:lnTo>
                  <a:pt x="523965" y="110278"/>
                </a:lnTo>
                <a:lnTo>
                  <a:pt x="523619" y="110725"/>
                </a:lnTo>
                <a:lnTo>
                  <a:pt x="523269" y="111164"/>
                </a:lnTo>
                <a:lnTo>
                  <a:pt x="522914" y="111596"/>
                </a:lnTo>
                <a:lnTo>
                  <a:pt x="522554" y="112020"/>
                </a:lnTo>
                <a:lnTo>
                  <a:pt x="522190" y="112437"/>
                </a:lnTo>
                <a:lnTo>
                  <a:pt x="521820" y="112846"/>
                </a:lnTo>
                <a:lnTo>
                  <a:pt x="521446" y="113247"/>
                </a:lnTo>
                <a:lnTo>
                  <a:pt x="521067" y="113641"/>
                </a:lnTo>
                <a:lnTo>
                  <a:pt x="520684" y="114028"/>
                </a:lnTo>
                <a:lnTo>
                  <a:pt x="520295" y="114407"/>
                </a:lnTo>
                <a:lnTo>
                  <a:pt x="519902" y="114778"/>
                </a:lnTo>
                <a:lnTo>
                  <a:pt x="519504" y="115142"/>
                </a:lnTo>
                <a:lnTo>
                  <a:pt x="519102" y="115498"/>
                </a:lnTo>
                <a:lnTo>
                  <a:pt x="518694" y="115846"/>
                </a:lnTo>
                <a:lnTo>
                  <a:pt x="518282" y="116187"/>
                </a:lnTo>
                <a:lnTo>
                  <a:pt x="517865" y="116521"/>
                </a:lnTo>
                <a:lnTo>
                  <a:pt x="517443" y="116847"/>
                </a:lnTo>
                <a:lnTo>
                  <a:pt x="517017" y="117165"/>
                </a:lnTo>
                <a:lnTo>
                  <a:pt x="516586" y="117476"/>
                </a:lnTo>
                <a:lnTo>
                  <a:pt x="516150" y="117779"/>
                </a:lnTo>
                <a:lnTo>
                  <a:pt x="515709" y="118074"/>
                </a:lnTo>
                <a:lnTo>
                  <a:pt x="515263" y="118362"/>
                </a:lnTo>
                <a:lnTo>
                  <a:pt x="514813" y="118643"/>
                </a:lnTo>
                <a:lnTo>
                  <a:pt x="514358" y="118916"/>
                </a:lnTo>
                <a:lnTo>
                  <a:pt x="513896" y="119179"/>
                </a:lnTo>
                <a:lnTo>
                  <a:pt x="513426" y="119432"/>
                </a:lnTo>
                <a:lnTo>
                  <a:pt x="512948" y="119673"/>
                </a:lnTo>
                <a:lnTo>
                  <a:pt x="512461" y="119903"/>
                </a:lnTo>
                <a:lnTo>
                  <a:pt x="511965" y="120121"/>
                </a:lnTo>
                <a:lnTo>
                  <a:pt x="511462" y="120329"/>
                </a:lnTo>
                <a:lnTo>
                  <a:pt x="510949" y="120525"/>
                </a:lnTo>
                <a:lnTo>
                  <a:pt x="510429" y="120710"/>
                </a:lnTo>
                <a:lnTo>
                  <a:pt x="509900" y="120884"/>
                </a:lnTo>
                <a:lnTo>
                  <a:pt x="509363" y="121046"/>
                </a:lnTo>
                <a:lnTo>
                  <a:pt x="508817" y="121198"/>
                </a:lnTo>
                <a:lnTo>
                  <a:pt x="508263" y="121338"/>
                </a:lnTo>
                <a:lnTo>
                  <a:pt x="507700" y="121467"/>
                </a:lnTo>
                <a:lnTo>
                  <a:pt x="507129" y="121584"/>
                </a:lnTo>
                <a:lnTo>
                  <a:pt x="506550" y="121691"/>
                </a:lnTo>
                <a:lnTo>
                  <a:pt x="505962" y="121786"/>
                </a:lnTo>
                <a:lnTo>
                  <a:pt x="505366" y="121870"/>
                </a:lnTo>
                <a:lnTo>
                  <a:pt x="504761" y="121943"/>
                </a:lnTo>
                <a:lnTo>
                  <a:pt x="504148" y="122005"/>
                </a:lnTo>
                <a:lnTo>
                  <a:pt x="503526" y="122055"/>
                </a:lnTo>
                <a:lnTo>
                  <a:pt x="502897" y="122095"/>
                </a:lnTo>
                <a:lnTo>
                  <a:pt x="502258" y="122123"/>
                </a:lnTo>
                <a:lnTo>
                  <a:pt x="501612" y="122139"/>
                </a:lnTo>
                <a:lnTo>
                  <a:pt x="500957" y="122145"/>
                </a:lnTo>
                <a:lnTo>
                  <a:pt x="500448" y="122141"/>
                </a:lnTo>
                <a:lnTo>
                  <a:pt x="499943" y="122129"/>
                </a:lnTo>
                <a:lnTo>
                  <a:pt x="499443" y="122108"/>
                </a:lnTo>
                <a:lnTo>
                  <a:pt x="498948" y="122080"/>
                </a:lnTo>
                <a:lnTo>
                  <a:pt x="498458" y="122043"/>
                </a:lnTo>
                <a:lnTo>
                  <a:pt x="497972" y="121999"/>
                </a:lnTo>
                <a:lnTo>
                  <a:pt x="497491" y="121946"/>
                </a:lnTo>
                <a:lnTo>
                  <a:pt x="497014" y="121885"/>
                </a:lnTo>
                <a:lnTo>
                  <a:pt x="496542" y="121816"/>
                </a:lnTo>
                <a:lnTo>
                  <a:pt x="496075" y="121739"/>
                </a:lnTo>
                <a:lnTo>
                  <a:pt x="495612" y="121653"/>
                </a:lnTo>
                <a:lnTo>
                  <a:pt x="495154" y="121560"/>
                </a:lnTo>
                <a:lnTo>
                  <a:pt x="494701" y="121458"/>
                </a:lnTo>
                <a:lnTo>
                  <a:pt x="494252" y="121348"/>
                </a:lnTo>
                <a:lnTo>
                  <a:pt x="493807" y="121231"/>
                </a:lnTo>
                <a:lnTo>
                  <a:pt x="493368" y="121105"/>
                </a:lnTo>
                <a:lnTo>
                  <a:pt x="492933" y="120970"/>
                </a:lnTo>
                <a:lnTo>
                  <a:pt x="492503" y="120828"/>
                </a:lnTo>
                <a:lnTo>
                  <a:pt x="492077" y="120678"/>
                </a:lnTo>
                <a:lnTo>
                  <a:pt x="491656" y="120519"/>
                </a:lnTo>
                <a:lnTo>
                  <a:pt x="491239" y="120353"/>
                </a:lnTo>
                <a:lnTo>
                  <a:pt x="490827" y="120178"/>
                </a:lnTo>
                <a:lnTo>
                  <a:pt x="490420" y="119995"/>
                </a:lnTo>
                <a:lnTo>
                  <a:pt x="490018" y="119804"/>
                </a:lnTo>
                <a:lnTo>
                  <a:pt x="489620" y="119606"/>
                </a:lnTo>
                <a:lnTo>
                  <a:pt x="489227" y="119401"/>
                </a:lnTo>
                <a:lnTo>
                  <a:pt x="488839" y="119191"/>
                </a:lnTo>
                <a:lnTo>
                  <a:pt x="488457" y="118974"/>
                </a:lnTo>
                <a:lnTo>
                  <a:pt x="488079" y="118751"/>
                </a:lnTo>
                <a:lnTo>
                  <a:pt x="487707" y="118522"/>
                </a:lnTo>
                <a:lnTo>
                  <a:pt x="487339" y="118287"/>
                </a:lnTo>
                <a:lnTo>
                  <a:pt x="486977" y="118046"/>
                </a:lnTo>
                <a:lnTo>
                  <a:pt x="486619" y="117798"/>
                </a:lnTo>
                <a:lnTo>
                  <a:pt x="486267" y="117545"/>
                </a:lnTo>
                <a:lnTo>
                  <a:pt x="485920" y="117285"/>
                </a:lnTo>
                <a:lnTo>
                  <a:pt x="485577" y="117019"/>
                </a:lnTo>
                <a:lnTo>
                  <a:pt x="485240" y="116746"/>
                </a:lnTo>
                <a:lnTo>
                  <a:pt x="484908" y="116468"/>
                </a:lnTo>
                <a:lnTo>
                  <a:pt x="484581" y="116184"/>
                </a:lnTo>
                <a:lnTo>
                  <a:pt x="484259" y="115893"/>
                </a:lnTo>
                <a:lnTo>
                  <a:pt x="483942" y="115596"/>
                </a:lnTo>
                <a:lnTo>
                  <a:pt x="483630" y="115293"/>
                </a:lnTo>
                <a:lnTo>
                  <a:pt x="483323" y="114984"/>
                </a:lnTo>
                <a:lnTo>
                  <a:pt x="483021" y="114669"/>
                </a:lnTo>
                <a:lnTo>
                  <a:pt x="482724" y="114347"/>
                </a:lnTo>
                <a:lnTo>
                  <a:pt x="482432" y="114019"/>
                </a:lnTo>
                <a:lnTo>
                  <a:pt x="482146" y="113685"/>
                </a:lnTo>
                <a:lnTo>
                  <a:pt x="481864" y="113345"/>
                </a:lnTo>
                <a:lnTo>
                  <a:pt x="481587" y="113000"/>
                </a:lnTo>
                <a:lnTo>
                  <a:pt x="481317" y="112650"/>
                </a:lnTo>
                <a:lnTo>
                  <a:pt x="481051" y="112295"/>
                </a:lnTo>
                <a:lnTo>
                  <a:pt x="480792" y="111936"/>
                </a:lnTo>
                <a:lnTo>
                  <a:pt x="480538" y="111572"/>
                </a:lnTo>
                <a:lnTo>
                  <a:pt x="480290" y="111204"/>
                </a:lnTo>
                <a:lnTo>
                  <a:pt x="480047" y="110830"/>
                </a:lnTo>
                <a:lnTo>
                  <a:pt x="479810" y="110453"/>
                </a:lnTo>
                <a:lnTo>
                  <a:pt x="479578" y="110070"/>
                </a:lnTo>
                <a:lnTo>
                  <a:pt x="479352" y="109683"/>
                </a:lnTo>
                <a:lnTo>
                  <a:pt x="479132" y="109291"/>
                </a:lnTo>
                <a:lnTo>
                  <a:pt x="478917" y="108895"/>
                </a:lnTo>
                <a:lnTo>
                  <a:pt x="478708" y="108494"/>
                </a:lnTo>
                <a:lnTo>
                  <a:pt x="478505" y="108089"/>
                </a:lnTo>
                <a:lnTo>
                  <a:pt x="478307" y="107679"/>
                </a:lnTo>
                <a:lnTo>
                  <a:pt x="478114" y="107264"/>
                </a:lnTo>
                <a:lnTo>
                  <a:pt x="477928" y="106844"/>
                </a:lnTo>
                <a:lnTo>
                  <a:pt x="477747" y="106420"/>
                </a:lnTo>
                <a:lnTo>
                  <a:pt x="477571" y="105992"/>
                </a:lnTo>
                <a:lnTo>
                  <a:pt x="477401" y="105558"/>
                </a:lnTo>
                <a:lnTo>
                  <a:pt x="477237" y="105120"/>
                </a:lnTo>
                <a:lnTo>
                  <a:pt x="477078" y="104678"/>
                </a:lnTo>
                <a:lnTo>
                  <a:pt x="476925" y="104231"/>
                </a:lnTo>
                <a:lnTo>
                  <a:pt x="476778" y="103779"/>
                </a:lnTo>
                <a:lnTo>
                  <a:pt x="476636" y="103323"/>
                </a:lnTo>
                <a:lnTo>
                  <a:pt x="476501" y="102865"/>
                </a:lnTo>
                <a:lnTo>
                  <a:pt x="476371" y="102405"/>
                </a:lnTo>
                <a:lnTo>
                  <a:pt x="476247" y="101941"/>
                </a:lnTo>
                <a:lnTo>
                  <a:pt x="476130" y="101475"/>
                </a:lnTo>
                <a:lnTo>
                  <a:pt x="476018" y="101006"/>
                </a:lnTo>
                <a:lnTo>
                  <a:pt x="475913" y="100535"/>
                </a:lnTo>
                <a:lnTo>
                  <a:pt x="475814" y="100061"/>
                </a:lnTo>
                <a:lnTo>
                  <a:pt x="475720" y="99584"/>
                </a:lnTo>
                <a:lnTo>
                  <a:pt x="475633" y="99105"/>
                </a:lnTo>
                <a:lnTo>
                  <a:pt x="475551" y="98623"/>
                </a:lnTo>
                <a:lnTo>
                  <a:pt x="475476" y="98138"/>
                </a:lnTo>
                <a:lnTo>
                  <a:pt x="475407" y="97650"/>
                </a:lnTo>
                <a:lnTo>
                  <a:pt x="475343" y="97160"/>
                </a:lnTo>
                <a:lnTo>
                  <a:pt x="475286" y="96668"/>
                </a:lnTo>
                <a:lnTo>
                  <a:pt x="475235" y="96172"/>
                </a:lnTo>
                <a:lnTo>
                  <a:pt x="475190" y="95674"/>
                </a:lnTo>
                <a:lnTo>
                  <a:pt x="475151" y="95174"/>
                </a:lnTo>
                <a:lnTo>
                  <a:pt x="475117" y="94670"/>
                </a:lnTo>
                <a:lnTo>
                  <a:pt x="475090" y="94164"/>
                </a:lnTo>
                <a:lnTo>
                  <a:pt x="475069" y="93655"/>
                </a:lnTo>
                <a:lnTo>
                  <a:pt x="475055" y="93163"/>
                </a:lnTo>
                <a:lnTo>
                  <a:pt x="534137" y="93163"/>
                </a:lnTo>
                <a:lnTo>
                  <a:pt x="534137" y="86472"/>
                </a:lnTo>
                <a:lnTo>
                  <a:pt x="534133" y="85709"/>
                </a:lnTo>
                <a:lnTo>
                  <a:pt x="534122" y="84951"/>
                </a:lnTo>
                <a:lnTo>
                  <a:pt x="534104" y="84197"/>
                </a:lnTo>
                <a:lnTo>
                  <a:pt x="534078" y="83449"/>
                </a:lnTo>
                <a:close/>
                <a:moveTo>
                  <a:pt x="475704" y="79559"/>
                </a:moveTo>
                <a:lnTo>
                  <a:pt x="475796" y="78999"/>
                </a:lnTo>
                <a:lnTo>
                  <a:pt x="475893" y="78446"/>
                </a:lnTo>
                <a:lnTo>
                  <a:pt x="475996" y="77900"/>
                </a:lnTo>
                <a:lnTo>
                  <a:pt x="476105" y="77360"/>
                </a:lnTo>
                <a:lnTo>
                  <a:pt x="476219" y="76826"/>
                </a:lnTo>
                <a:lnTo>
                  <a:pt x="476340" y="76299"/>
                </a:lnTo>
                <a:lnTo>
                  <a:pt x="476467" y="75778"/>
                </a:lnTo>
                <a:lnTo>
                  <a:pt x="476599" y="75264"/>
                </a:lnTo>
                <a:lnTo>
                  <a:pt x="476737" y="74756"/>
                </a:lnTo>
                <a:lnTo>
                  <a:pt x="476881" y="74255"/>
                </a:lnTo>
                <a:lnTo>
                  <a:pt x="477030" y="73760"/>
                </a:lnTo>
                <a:lnTo>
                  <a:pt x="477183" y="73272"/>
                </a:lnTo>
                <a:lnTo>
                  <a:pt x="477341" y="72790"/>
                </a:lnTo>
                <a:lnTo>
                  <a:pt x="477503" y="72314"/>
                </a:lnTo>
                <a:lnTo>
                  <a:pt x="477671" y="71845"/>
                </a:lnTo>
                <a:lnTo>
                  <a:pt x="477843" y="71382"/>
                </a:lnTo>
                <a:lnTo>
                  <a:pt x="478020" y="70926"/>
                </a:lnTo>
                <a:lnTo>
                  <a:pt x="478202" y="70476"/>
                </a:lnTo>
                <a:lnTo>
                  <a:pt x="478388" y="70033"/>
                </a:lnTo>
                <a:lnTo>
                  <a:pt x="478580" y="69596"/>
                </a:lnTo>
                <a:lnTo>
                  <a:pt x="478776" y="69166"/>
                </a:lnTo>
                <a:lnTo>
                  <a:pt x="478977" y="68742"/>
                </a:lnTo>
                <a:lnTo>
                  <a:pt x="479182" y="68324"/>
                </a:lnTo>
                <a:lnTo>
                  <a:pt x="479393" y="67913"/>
                </a:lnTo>
                <a:lnTo>
                  <a:pt x="479608" y="67509"/>
                </a:lnTo>
                <a:lnTo>
                  <a:pt x="479828" y="67110"/>
                </a:lnTo>
                <a:lnTo>
                  <a:pt x="480052" y="66719"/>
                </a:lnTo>
                <a:lnTo>
                  <a:pt x="480282" y="66333"/>
                </a:lnTo>
                <a:lnTo>
                  <a:pt x="480516" y="65954"/>
                </a:lnTo>
                <a:lnTo>
                  <a:pt x="480755" y="65582"/>
                </a:lnTo>
                <a:lnTo>
                  <a:pt x="480999" y="65216"/>
                </a:lnTo>
                <a:lnTo>
                  <a:pt x="481247" y="64857"/>
                </a:lnTo>
                <a:lnTo>
                  <a:pt x="481501" y="64504"/>
                </a:lnTo>
                <a:lnTo>
                  <a:pt x="481758" y="64157"/>
                </a:lnTo>
                <a:lnTo>
                  <a:pt x="482020" y="63818"/>
                </a:lnTo>
                <a:lnTo>
                  <a:pt x="482286" y="63486"/>
                </a:lnTo>
                <a:lnTo>
                  <a:pt x="482557" y="63161"/>
                </a:lnTo>
                <a:lnTo>
                  <a:pt x="482831" y="62844"/>
                </a:lnTo>
                <a:lnTo>
                  <a:pt x="483110" y="62533"/>
                </a:lnTo>
                <a:lnTo>
                  <a:pt x="483393" y="62230"/>
                </a:lnTo>
                <a:lnTo>
                  <a:pt x="483680" y="61934"/>
                </a:lnTo>
                <a:lnTo>
                  <a:pt x="483972" y="61645"/>
                </a:lnTo>
                <a:lnTo>
                  <a:pt x="484267" y="61363"/>
                </a:lnTo>
                <a:lnTo>
                  <a:pt x="484567" y="61088"/>
                </a:lnTo>
                <a:lnTo>
                  <a:pt x="484871" y="60820"/>
                </a:lnTo>
                <a:lnTo>
                  <a:pt x="485179" y="60560"/>
                </a:lnTo>
                <a:lnTo>
                  <a:pt x="485492" y="60306"/>
                </a:lnTo>
                <a:lnTo>
                  <a:pt x="485808" y="60060"/>
                </a:lnTo>
                <a:lnTo>
                  <a:pt x="486129" y="59821"/>
                </a:lnTo>
                <a:lnTo>
                  <a:pt x="486454" y="59589"/>
                </a:lnTo>
                <a:lnTo>
                  <a:pt x="486783" y="59365"/>
                </a:lnTo>
                <a:lnTo>
                  <a:pt x="487117" y="59147"/>
                </a:lnTo>
                <a:lnTo>
                  <a:pt x="487454" y="58937"/>
                </a:lnTo>
                <a:lnTo>
                  <a:pt x="487796" y="58733"/>
                </a:lnTo>
                <a:lnTo>
                  <a:pt x="488142" y="58537"/>
                </a:lnTo>
                <a:lnTo>
                  <a:pt x="488493" y="58348"/>
                </a:lnTo>
                <a:lnTo>
                  <a:pt x="488847" y="58166"/>
                </a:lnTo>
                <a:lnTo>
                  <a:pt x="489205" y="57992"/>
                </a:lnTo>
                <a:lnTo>
                  <a:pt x="489566" y="57825"/>
                </a:lnTo>
                <a:lnTo>
                  <a:pt x="489929" y="57665"/>
                </a:lnTo>
                <a:lnTo>
                  <a:pt x="490296" y="57513"/>
                </a:lnTo>
                <a:lnTo>
                  <a:pt x="490665" y="57368"/>
                </a:lnTo>
                <a:lnTo>
                  <a:pt x="491037" y="57230"/>
                </a:lnTo>
                <a:lnTo>
                  <a:pt x="491412" y="57100"/>
                </a:lnTo>
                <a:lnTo>
                  <a:pt x="491789" y="56978"/>
                </a:lnTo>
                <a:lnTo>
                  <a:pt x="492170" y="56863"/>
                </a:lnTo>
                <a:lnTo>
                  <a:pt x="492553" y="56755"/>
                </a:lnTo>
                <a:lnTo>
                  <a:pt x="492939" y="56655"/>
                </a:lnTo>
                <a:lnTo>
                  <a:pt x="493328" y="56562"/>
                </a:lnTo>
                <a:lnTo>
                  <a:pt x="493719" y="56476"/>
                </a:lnTo>
                <a:lnTo>
                  <a:pt x="494114" y="56398"/>
                </a:lnTo>
                <a:lnTo>
                  <a:pt x="494511" y="56328"/>
                </a:lnTo>
                <a:lnTo>
                  <a:pt x="494911" y="56265"/>
                </a:lnTo>
                <a:lnTo>
                  <a:pt x="495314" y="56209"/>
                </a:lnTo>
                <a:lnTo>
                  <a:pt x="495719" y="56161"/>
                </a:lnTo>
                <a:lnTo>
                  <a:pt x="496128" y="56120"/>
                </a:lnTo>
                <a:lnTo>
                  <a:pt x="496539" y="56086"/>
                </a:lnTo>
                <a:lnTo>
                  <a:pt x="496953" y="56060"/>
                </a:lnTo>
                <a:lnTo>
                  <a:pt x="497370" y="56042"/>
                </a:lnTo>
                <a:lnTo>
                  <a:pt x="497789" y="56031"/>
                </a:lnTo>
                <a:lnTo>
                  <a:pt x="498212" y="56027"/>
                </a:lnTo>
                <a:lnTo>
                  <a:pt x="498845" y="56033"/>
                </a:lnTo>
                <a:lnTo>
                  <a:pt x="499468" y="56051"/>
                </a:lnTo>
                <a:lnTo>
                  <a:pt x="500079" y="56082"/>
                </a:lnTo>
                <a:lnTo>
                  <a:pt x="500678" y="56125"/>
                </a:lnTo>
                <a:lnTo>
                  <a:pt x="501267" y="56181"/>
                </a:lnTo>
                <a:lnTo>
                  <a:pt x="501845" y="56248"/>
                </a:lnTo>
                <a:lnTo>
                  <a:pt x="502411" y="56328"/>
                </a:lnTo>
                <a:lnTo>
                  <a:pt x="502966" y="56420"/>
                </a:lnTo>
                <a:lnTo>
                  <a:pt x="503510" y="56525"/>
                </a:lnTo>
                <a:lnTo>
                  <a:pt x="504042" y="56642"/>
                </a:lnTo>
                <a:lnTo>
                  <a:pt x="504564" y="56771"/>
                </a:lnTo>
                <a:lnTo>
                  <a:pt x="505074" y="56912"/>
                </a:lnTo>
                <a:lnTo>
                  <a:pt x="505573" y="57066"/>
                </a:lnTo>
                <a:lnTo>
                  <a:pt x="506061" y="57232"/>
                </a:lnTo>
                <a:lnTo>
                  <a:pt x="506537" y="57410"/>
                </a:lnTo>
                <a:lnTo>
                  <a:pt x="507002" y="57601"/>
                </a:lnTo>
                <a:lnTo>
                  <a:pt x="507456" y="57804"/>
                </a:lnTo>
                <a:lnTo>
                  <a:pt x="507899" y="58019"/>
                </a:lnTo>
                <a:lnTo>
                  <a:pt x="508331" y="58247"/>
                </a:lnTo>
                <a:lnTo>
                  <a:pt x="508752" y="58487"/>
                </a:lnTo>
                <a:lnTo>
                  <a:pt x="509161" y="58739"/>
                </a:lnTo>
                <a:lnTo>
                  <a:pt x="509559" y="59003"/>
                </a:lnTo>
                <a:lnTo>
                  <a:pt x="509946" y="59280"/>
                </a:lnTo>
                <a:lnTo>
                  <a:pt x="510321" y="59569"/>
                </a:lnTo>
                <a:lnTo>
                  <a:pt x="510687" y="59867"/>
                </a:lnTo>
                <a:lnTo>
                  <a:pt x="511045" y="60172"/>
                </a:lnTo>
                <a:lnTo>
                  <a:pt x="511394" y="60484"/>
                </a:lnTo>
                <a:lnTo>
                  <a:pt x="511735" y="60802"/>
                </a:lnTo>
                <a:lnTo>
                  <a:pt x="512068" y="61128"/>
                </a:lnTo>
                <a:lnTo>
                  <a:pt x="512393" y="61459"/>
                </a:lnTo>
                <a:lnTo>
                  <a:pt x="512709" y="61798"/>
                </a:lnTo>
                <a:lnTo>
                  <a:pt x="513017" y="62143"/>
                </a:lnTo>
                <a:lnTo>
                  <a:pt x="513316" y="62495"/>
                </a:lnTo>
                <a:lnTo>
                  <a:pt x="513608" y="62854"/>
                </a:lnTo>
                <a:lnTo>
                  <a:pt x="513891" y="63219"/>
                </a:lnTo>
                <a:lnTo>
                  <a:pt x="514166" y="63592"/>
                </a:lnTo>
                <a:lnTo>
                  <a:pt x="514433" y="63970"/>
                </a:lnTo>
                <a:lnTo>
                  <a:pt x="514691" y="64356"/>
                </a:lnTo>
                <a:lnTo>
                  <a:pt x="514941" y="64748"/>
                </a:lnTo>
                <a:lnTo>
                  <a:pt x="515183" y="65147"/>
                </a:lnTo>
                <a:lnTo>
                  <a:pt x="515417" y="65553"/>
                </a:lnTo>
                <a:lnTo>
                  <a:pt x="515642" y="65965"/>
                </a:lnTo>
                <a:lnTo>
                  <a:pt x="515859" y="66384"/>
                </a:lnTo>
                <a:lnTo>
                  <a:pt x="516068" y="66810"/>
                </a:lnTo>
                <a:lnTo>
                  <a:pt x="516268" y="67243"/>
                </a:lnTo>
                <a:lnTo>
                  <a:pt x="516460" y="67682"/>
                </a:lnTo>
                <a:lnTo>
                  <a:pt x="516644" y="68128"/>
                </a:lnTo>
                <a:lnTo>
                  <a:pt x="516820" y="68580"/>
                </a:lnTo>
                <a:lnTo>
                  <a:pt x="516989" y="69037"/>
                </a:lnTo>
                <a:lnTo>
                  <a:pt x="517151" y="69495"/>
                </a:lnTo>
                <a:lnTo>
                  <a:pt x="517308" y="69953"/>
                </a:lnTo>
                <a:lnTo>
                  <a:pt x="517458" y="70413"/>
                </a:lnTo>
                <a:lnTo>
                  <a:pt x="517602" y="70874"/>
                </a:lnTo>
                <a:lnTo>
                  <a:pt x="517741" y="71336"/>
                </a:lnTo>
                <a:lnTo>
                  <a:pt x="517873" y="71800"/>
                </a:lnTo>
                <a:lnTo>
                  <a:pt x="518000" y="72264"/>
                </a:lnTo>
                <a:lnTo>
                  <a:pt x="518120" y="72730"/>
                </a:lnTo>
                <a:lnTo>
                  <a:pt x="518234" y="73196"/>
                </a:lnTo>
                <a:lnTo>
                  <a:pt x="518343" y="73664"/>
                </a:lnTo>
                <a:lnTo>
                  <a:pt x="518445" y="74133"/>
                </a:lnTo>
                <a:lnTo>
                  <a:pt x="518541" y="74602"/>
                </a:lnTo>
                <a:lnTo>
                  <a:pt x="518631" y="75073"/>
                </a:lnTo>
                <a:lnTo>
                  <a:pt x="518715" y="75546"/>
                </a:lnTo>
                <a:lnTo>
                  <a:pt x="518793" y="76019"/>
                </a:lnTo>
                <a:lnTo>
                  <a:pt x="518866" y="76493"/>
                </a:lnTo>
                <a:lnTo>
                  <a:pt x="518932" y="76969"/>
                </a:lnTo>
                <a:lnTo>
                  <a:pt x="518992" y="77445"/>
                </a:lnTo>
                <a:lnTo>
                  <a:pt x="519046" y="77923"/>
                </a:lnTo>
                <a:lnTo>
                  <a:pt x="519094" y="78402"/>
                </a:lnTo>
                <a:lnTo>
                  <a:pt x="519136" y="78882"/>
                </a:lnTo>
                <a:lnTo>
                  <a:pt x="519172" y="79363"/>
                </a:lnTo>
                <a:lnTo>
                  <a:pt x="519202" y="79845"/>
                </a:lnTo>
                <a:lnTo>
                  <a:pt x="519202" y="80973"/>
                </a:lnTo>
                <a:lnTo>
                  <a:pt x="475504" y="80973"/>
                </a:lnTo>
                <a:lnTo>
                  <a:pt x="475540" y="80697"/>
                </a:lnTo>
                <a:lnTo>
                  <a:pt x="475619" y="80124"/>
                </a:lnTo>
                <a:lnTo>
                  <a:pt x="475704" y="79559"/>
                </a:lnTo>
                <a:close/>
                <a:moveTo>
                  <a:pt x="712668" y="125676"/>
                </a:moveTo>
                <a:lnTo>
                  <a:pt x="713075" y="126066"/>
                </a:lnTo>
                <a:lnTo>
                  <a:pt x="713488" y="126446"/>
                </a:lnTo>
                <a:lnTo>
                  <a:pt x="713909" y="126818"/>
                </a:lnTo>
                <a:lnTo>
                  <a:pt x="714336" y="127182"/>
                </a:lnTo>
                <a:lnTo>
                  <a:pt x="714770" y="127537"/>
                </a:lnTo>
                <a:lnTo>
                  <a:pt x="715211" y="127883"/>
                </a:lnTo>
                <a:lnTo>
                  <a:pt x="715658" y="128220"/>
                </a:lnTo>
                <a:lnTo>
                  <a:pt x="716112" y="128549"/>
                </a:lnTo>
                <a:lnTo>
                  <a:pt x="716573" y="128869"/>
                </a:lnTo>
                <a:lnTo>
                  <a:pt x="717041" y="129180"/>
                </a:lnTo>
                <a:lnTo>
                  <a:pt x="717515" y="129483"/>
                </a:lnTo>
                <a:lnTo>
                  <a:pt x="717996" y="129776"/>
                </a:lnTo>
                <a:lnTo>
                  <a:pt x="718484" y="130062"/>
                </a:lnTo>
                <a:lnTo>
                  <a:pt x="718978" y="130338"/>
                </a:lnTo>
                <a:lnTo>
                  <a:pt x="719479" y="130606"/>
                </a:lnTo>
                <a:lnTo>
                  <a:pt x="719987" y="130865"/>
                </a:lnTo>
                <a:lnTo>
                  <a:pt x="720502" y="131116"/>
                </a:lnTo>
                <a:lnTo>
                  <a:pt x="721023" y="131357"/>
                </a:lnTo>
                <a:lnTo>
                  <a:pt x="721551" y="131591"/>
                </a:lnTo>
                <a:lnTo>
                  <a:pt x="722086" y="131814"/>
                </a:lnTo>
                <a:lnTo>
                  <a:pt x="722628" y="132029"/>
                </a:lnTo>
                <a:lnTo>
                  <a:pt x="723176" y="132234"/>
                </a:lnTo>
                <a:lnTo>
                  <a:pt x="723731" y="132429"/>
                </a:lnTo>
                <a:lnTo>
                  <a:pt x="724293" y="132615"/>
                </a:lnTo>
                <a:lnTo>
                  <a:pt x="724861" y="132791"/>
                </a:lnTo>
                <a:lnTo>
                  <a:pt x="725437" y="132958"/>
                </a:lnTo>
                <a:lnTo>
                  <a:pt x="726018" y="133115"/>
                </a:lnTo>
                <a:lnTo>
                  <a:pt x="726607" y="133263"/>
                </a:lnTo>
                <a:lnTo>
                  <a:pt x="727203" y="133401"/>
                </a:lnTo>
                <a:lnTo>
                  <a:pt x="727805" y="133530"/>
                </a:lnTo>
                <a:lnTo>
                  <a:pt x="728413" y="133649"/>
                </a:lnTo>
                <a:lnTo>
                  <a:pt x="729029" y="133759"/>
                </a:lnTo>
                <a:lnTo>
                  <a:pt x="729651" y="133859"/>
                </a:lnTo>
                <a:lnTo>
                  <a:pt x="730280" y="133949"/>
                </a:lnTo>
                <a:lnTo>
                  <a:pt x="730916" y="134030"/>
                </a:lnTo>
                <a:lnTo>
                  <a:pt x="731559" y="134102"/>
                </a:lnTo>
                <a:lnTo>
                  <a:pt x="732208" y="134164"/>
                </a:lnTo>
                <a:lnTo>
                  <a:pt x="732864" y="134216"/>
                </a:lnTo>
                <a:lnTo>
                  <a:pt x="733526" y="134259"/>
                </a:lnTo>
                <a:lnTo>
                  <a:pt x="734196" y="134292"/>
                </a:lnTo>
                <a:lnTo>
                  <a:pt x="734872" y="134316"/>
                </a:lnTo>
                <a:lnTo>
                  <a:pt x="735555" y="134331"/>
                </a:lnTo>
                <a:lnTo>
                  <a:pt x="736244" y="134335"/>
                </a:lnTo>
                <a:lnTo>
                  <a:pt x="736921" y="134330"/>
                </a:lnTo>
                <a:lnTo>
                  <a:pt x="737590" y="134312"/>
                </a:lnTo>
                <a:lnTo>
                  <a:pt x="738254" y="134284"/>
                </a:lnTo>
                <a:lnTo>
                  <a:pt x="738911" y="134243"/>
                </a:lnTo>
                <a:lnTo>
                  <a:pt x="739561" y="134192"/>
                </a:lnTo>
                <a:lnTo>
                  <a:pt x="740205" y="134128"/>
                </a:lnTo>
                <a:lnTo>
                  <a:pt x="740843" y="134054"/>
                </a:lnTo>
                <a:lnTo>
                  <a:pt x="741474" y="133968"/>
                </a:lnTo>
                <a:lnTo>
                  <a:pt x="742099" y="133870"/>
                </a:lnTo>
                <a:lnTo>
                  <a:pt x="742717" y="133761"/>
                </a:lnTo>
                <a:lnTo>
                  <a:pt x="743329" y="133640"/>
                </a:lnTo>
                <a:lnTo>
                  <a:pt x="743934" y="133508"/>
                </a:lnTo>
                <a:lnTo>
                  <a:pt x="744533" y="133364"/>
                </a:lnTo>
                <a:lnTo>
                  <a:pt x="745125" y="133209"/>
                </a:lnTo>
                <a:lnTo>
                  <a:pt x="745711" y="133042"/>
                </a:lnTo>
                <a:lnTo>
                  <a:pt x="746291" y="132864"/>
                </a:lnTo>
                <a:lnTo>
                  <a:pt x="746864" y="132675"/>
                </a:lnTo>
                <a:lnTo>
                  <a:pt x="747431" y="132473"/>
                </a:lnTo>
                <a:lnTo>
                  <a:pt x="747991" y="132261"/>
                </a:lnTo>
                <a:lnTo>
                  <a:pt x="748544" y="132037"/>
                </a:lnTo>
                <a:lnTo>
                  <a:pt x="749092" y="131801"/>
                </a:lnTo>
                <a:lnTo>
                  <a:pt x="749633" y="131554"/>
                </a:lnTo>
                <a:lnTo>
                  <a:pt x="750167" y="131295"/>
                </a:lnTo>
                <a:lnTo>
                  <a:pt x="750695" y="131025"/>
                </a:lnTo>
                <a:lnTo>
                  <a:pt x="751216" y="130745"/>
                </a:lnTo>
                <a:lnTo>
                  <a:pt x="751731" y="130455"/>
                </a:lnTo>
                <a:lnTo>
                  <a:pt x="752238" y="130156"/>
                </a:lnTo>
                <a:lnTo>
                  <a:pt x="752739" y="129848"/>
                </a:lnTo>
                <a:lnTo>
                  <a:pt x="753233" y="129531"/>
                </a:lnTo>
                <a:lnTo>
                  <a:pt x="753720" y="129204"/>
                </a:lnTo>
                <a:lnTo>
                  <a:pt x="754200" y="128868"/>
                </a:lnTo>
                <a:lnTo>
                  <a:pt x="754673" y="128523"/>
                </a:lnTo>
                <a:lnTo>
                  <a:pt x="755140" y="128168"/>
                </a:lnTo>
                <a:lnTo>
                  <a:pt x="755599" y="127805"/>
                </a:lnTo>
                <a:lnTo>
                  <a:pt x="756052" y="127432"/>
                </a:lnTo>
                <a:lnTo>
                  <a:pt x="756498" y="127049"/>
                </a:lnTo>
                <a:lnTo>
                  <a:pt x="756936" y="126658"/>
                </a:lnTo>
                <a:lnTo>
                  <a:pt x="757368" y="126257"/>
                </a:lnTo>
                <a:lnTo>
                  <a:pt x="757794" y="125847"/>
                </a:lnTo>
                <a:lnTo>
                  <a:pt x="758212" y="125428"/>
                </a:lnTo>
                <a:lnTo>
                  <a:pt x="758623" y="125000"/>
                </a:lnTo>
                <a:lnTo>
                  <a:pt x="759028" y="124562"/>
                </a:lnTo>
                <a:lnTo>
                  <a:pt x="759426" y="124115"/>
                </a:lnTo>
                <a:lnTo>
                  <a:pt x="759816" y="123659"/>
                </a:lnTo>
                <a:lnTo>
                  <a:pt x="760200" y="123193"/>
                </a:lnTo>
                <a:lnTo>
                  <a:pt x="760578" y="122719"/>
                </a:lnTo>
                <a:lnTo>
                  <a:pt x="760948" y="122235"/>
                </a:lnTo>
                <a:lnTo>
                  <a:pt x="761311" y="121741"/>
                </a:lnTo>
                <a:lnTo>
                  <a:pt x="761667" y="121240"/>
                </a:lnTo>
                <a:lnTo>
                  <a:pt x="762017" y="120731"/>
                </a:lnTo>
                <a:lnTo>
                  <a:pt x="762359" y="120214"/>
                </a:lnTo>
                <a:lnTo>
                  <a:pt x="762694" y="119691"/>
                </a:lnTo>
                <a:lnTo>
                  <a:pt x="763021" y="119159"/>
                </a:lnTo>
                <a:lnTo>
                  <a:pt x="763342" y="118621"/>
                </a:lnTo>
                <a:lnTo>
                  <a:pt x="763655" y="118075"/>
                </a:lnTo>
                <a:lnTo>
                  <a:pt x="763962" y="117521"/>
                </a:lnTo>
                <a:lnTo>
                  <a:pt x="764261" y="116960"/>
                </a:lnTo>
                <a:lnTo>
                  <a:pt x="764553" y="116392"/>
                </a:lnTo>
                <a:lnTo>
                  <a:pt x="764838" y="115816"/>
                </a:lnTo>
                <a:lnTo>
                  <a:pt x="765116" y="115233"/>
                </a:lnTo>
                <a:lnTo>
                  <a:pt x="765386" y="114642"/>
                </a:lnTo>
                <a:lnTo>
                  <a:pt x="765650" y="114044"/>
                </a:lnTo>
                <a:lnTo>
                  <a:pt x="765906" y="113438"/>
                </a:lnTo>
                <a:lnTo>
                  <a:pt x="766155" y="112825"/>
                </a:lnTo>
                <a:lnTo>
                  <a:pt x="766397" y="112205"/>
                </a:lnTo>
                <a:lnTo>
                  <a:pt x="766632" y="111577"/>
                </a:lnTo>
                <a:lnTo>
                  <a:pt x="766859" y="110942"/>
                </a:lnTo>
                <a:lnTo>
                  <a:pt x="767080" y="110299"/>
                </a:lnTo>
                <a:lnTo>
                  <a:pt x="767293" y="109649"/>
                </a:lnTo>
                <a:lnTo>
                  <a:pt x="767500" y="108991"/>
                </a:lnTo>
                <a:lnTo>
                  <a:pt x="767699" y="108326"/>
                </a:lnTo>
                <a:lnTo>
                  <a:pt x="767891" y="107654"/>
                </a:lnTo>
                <a:lnTo>
                  <a:pt x="768075" y="106975"/>
                </a:lnTo>
                <a:lnTo>
                  <a:pt x="768252" y="106292"/>
                </a:lnTo>
                <a:lnTo>
                  <a:pt x="768420" y="105604"/>
                </a:lnTo>
                <a:lnTo>
                  <a:pt x="768581" y="104910"/>
                </a:lnTo>
                <a:lnTo>
                  <a:pt x="768734" y="104212"/>
                </a:lnTo>
                <a:lnTo>
                  <a:pt x="768880" y="103509"/>
                </a:lnTo>
                <a:lnTo>
                  <a:pt x="769017" y="102801"/>
                </a:lnTo>
                <a:lnTo>
                  <a:pt x="769146" y="102088"/>
                </a:lnTo>
                <a:lnTo>
                  <a:pt x="769268" y="101370"/>
                </a:lnTo>
                <a:lnTo>
                  <a:pt x="769382" y="100648"/>
                </a:lnTo>
                <a:lnTo>
                  <a:pt x="769488" y="99920"/>
                </a:lnTo>
                <a:lnTo>
                  <a:pt x="769586" y="99187"/>
                </a:lnTo>
                <a:lnTo>
                  <a:pt x="769676" y="98450"/>
                </a:lnTo>
                <a:lnTo>
                  <a:pt x="769759" y="97708"/>
                </a:lnTo>
                <a:lnTo>
                  <a:pt x="769833" y="96960"/>
                </a:lnTo>
                <a:lnTo>
                  <a:pt x="769900" y="96208"/>
                </a:lnTo>
                <a:lnTo>
                  <a:pt x="769959" y="95451"/>
                </a:lnTo>
                <a:lnTo>
                  <a:pt x="770010" y="94689"/>
                </a:lnTo>
                <a:lnTo>
                  <a:pt x="770053" y="93922"/>
                </a:lnTo>
                <a:lnTo>
                  <a:pt x="770088" y="93151"/>
                </a:lnTo>
                <a:lnTo>
                  <a:pt x="770116" y="92374"/>
                </a:lnTo>
                <a:lnTo>
                  <a:pt x="770135" y="91592"/>
                </a:lnTo>
                <a:lnTo>
                  <a:pt x="770147" y="90806"/>
                </a:lnTo>
                <a:lnTo>
                  <a:pt x="770151" y="90014"/>
                </a:lnTo>
                <a:lnTo>
                  <a:pt x="770151" y="88319"/>
                </a:lnTo>
                <a:lnTo>
                  <a:pt x="770147" y="87488"/>
                </a:lnTo>
                <a:lnTo>
                  <a:pt x="770136" y="86663"/>
                </a:lnTo>
                <a:lnTo>
                  <a:pt x="770116" y="85845"/>
                </a:lnTo>
                <a:lnTo>
                  <a:pt x="770089" y="85033"/>
                </a:lnTo>
                <a:lnTo>
                  <a:pt x="770055" y="84227"/>
                </a:lnTo>
                <a:lnTo>
                  <a:pt x="770012" y="83427"/>
                </a:lnTo>
                <a:lnTo>
                  <a:pt x="769962" y="82634"/>
                </a:lnTo>
                <a:lnTo>
                  <a:pt x="769904" y="81847"/>
                </a:lnTo>
                <a:lnTo>
                  <a:pt x="769839" y="81067"/>
                </a:lnTo>
                <a:lnTo>
                  <a:pt x="769766" y="80292"/>
                </a:lnTo>
                <a:lnTo>
                  <a:pt x="769685" y="79524"/>
                </a:lnTo>
                <a:lnTo>
                  <a:pt x="769596" y="78763"/>
                </a:lnTo>
                <a:lnTo>
                  <a:pt x="769500" y="78007"/>
                </a:lnTo>
                <a:lnTo>
                  <a:pt x="769396" y="77258"/>
                </a:lnTo>
                <a:lnTo>
                  <a:pt x="769284" y="76515"/>
                </a:lnTo>
                <a:lnTo>
                  <a:pt x="769164" y="75779"/>
                </a:lnTo>
                <a:lnTo>
                  <a:pt x="769037" y="75049"/>
                </a:lnTo>
                <a:lnTo>
                  <a:pt x="768902" y="74325"/>
                </a:lnTo>
                <a:lnTo>
                  <a:pt x="768760" y="73607"/>
                </a:lnTo>
                <a:lnTo>
                  <a:pt x="768609" y="72896"/>
                </a:lnTo>
                <a:lnTo>
                  <a:pt x="768451" y="72191"/>
                </a:lnTo>
                <a:lnTo>
                  <a:pt x="768286" y="71493"/>
                </a:lnTo>
                <a:lnTo>
                  <a:pt x="768112" y="70800"/>
                </a:lnTo>
                <a:lnTo>
                  <a:pt x="767931" y="70114"/>
                </a:lnTo>
                <a:lnTo>
                  <a:pt x="767742" y="69435"/>
                </a:lnTo>
                <a:lnTo>
                  <a:pt x="767546" y="68765"/>
                </a:lnTo>
                <a:lnTo>
                  <a:pt x="767343" y="68102"/>
                </a:lnTo>
                <a:lnTo>
                  <a:pt x="767132" y="67447"/>
                </a:lnTo>
                <a:lnTo>
                  <a:pt x="766913" y="66800"/>
                </a:lnTo>
                <a:lnTo>
                  <a:pt x="766687" y="66161"/>
                </a:lnTo>
                <a:lnTo>
                  <a:pt x="766454" y="65530"/>
                </a:lnTo>
                <a:lnTo>
                  <a:pt x="766213" y="64907"/>
                </a:lnTo>
                <a:lnTo>
                  <a:pt x="765965" y="64292"/>
                </a:lnTo>
                <a:lnTo>
                  <a:pt x="765709" y="63685"/>
                </a:lnTo>
                <a:lnTo>
                  <a:pt x="765446" y="63086"/>
                </a:lnTo>
                <a:lnTo>
                  <a:pt x="765176" y="62495"/>
                </a:lnTo>
                <a:lnTo>
                  <a:pt x="764898" y="61912"/>
                </a:lnTo>
                <a:lnTo>
                  <a:pt x="764613" y="61337"/>
                </a:lnTo>
                <a:lnTo>
                  <a:pt x="764320" y="60770"/>
                </a:lnTo>
                <a:lnTo>
                  <a:pt x="764020" y="60211"/>
                </a:lnTo>
                <a:lnTo>
                  <a:pt x="763712" y="59660"/>
                </a:lnTo>
                <a:lnTo>
                  <a:pt x="763397" y="59117"/>
                </a:lnTo>
                <a:lnTo>
                  <a:pt x="763075" y="58582"/>
                </a:lnTo>
                <a:lnTo>
                  <a:pt x="762745" y="58055"/>
                </a:lnTo>
                <a:lnTo>
                  <a:pt x="762408" y="57536"/>
                </a:lnTo>
                <a:lnTo>
                  <a:pt x="762063" y="57025"/>
                </a:lnTo>
                <a:lnTo>
                  <a:pt x="761711" y="56522"/>
                </a:lnTo>
                <a:lnTo>
                  <a:pt x="761351" y="56027"/>
                </a:lnTo>
                <a:lnTo>
                  <a:pt x="760985" y="55540"/>
                </a:lnTo>
                <a:lnTo>
                  <a:pt x="760611" y="55063"/>
                </a:lnTo>
                <a:lnTo>
                  <a:pt x="760230" y="54596"/>
                </a:lnTo>
                <a:lnTo>
                  <a:pt x="759842" y="54138"/>
                </a:lnTo>
                <a:lnTo>
                  <a:pt x="759447" y="53689"/>
                </a:lnTo>
                <a:lnTo>
                  <a:pt x="759046" y="53249"/>
                </a:lnTo>
                <a:lnTo>
                  <a:pt x="758637" y="52819"/>
                </a:lnTo>
                <a:lnTo>
                  <a:pt x="758221" y="52398"/>
                </a:lnTo>
                <a:lnTo>
                  <a:pt x="757798" y="51987"/>
                </a:lnTo>
                <a:lnTo>
                  <a:pt x="757368" y="51585"/>
                </a:lnTo>
                <a:lnTo>
                  <a:pt x="756931" y="51193"/>
                </a:lnTo>
                <a:lnTo>
                  <a:pt x="756487" y="50810"/>
                </a:lnTo>
                <a:lnTo>
                  <a:pt x="756037" y="50436"/>
                </a:lnTo>
                <a:lnTo>
                  <a:pt x="755579" y="50072"/>
                </a:lnTo>
                <a:lnTo>
                  <a:pt x="755114" y="49717"/>
                </a:lnTo>
                <a:lnTo>
                  <a:pt x="754642" y="49371"/>
                </a:lnTo>
                <a:lnTo>
                  <a:pt x="754163" y="49035"/>
                </a:lnTo>
                <a:lnTo>
                  <a:pt x="753677" y="48708"/>
                </a:lnTo>
                <a:lnTo>
                  <a:pt x="753184" y="48391"/>
                </a:lnTo>
                <a:lnTo>
                  <a:pt x="752684" y="48083"/>
                </a:lnTo>
                <a:lnTo>
                  <a:pt x="752177" y="47784"/>
                </a:lnTo>
                <a:lnTo>
                  <a:pt x="751663" y="47495"/>
                </a:lnTo>
                <a:lnTo>
                  <a:pt x="751142" y="47215"/>
                </a:lnTo>
                <a:lnTo>
                  <a:pt x="750614" y="46945"/>
                </a:lnTo>
                <a:lnTo>
                  <a:pt x="750080" y="46685"/>
                </a:lnTo>
                <a:lnTo>
                  <a:pt x="749538" y="46435"/>
                </a:lnTo>
                <a:lnTo>
                  <a:pt x="748991" y="46197"/>
                </a:lnTo>
                <a:lnTo>
                  <a:pt x="748437" y="45970"/>
                </a:lnTo>
                <a:lnTo>
                  <a:pt x="747876" y="45754"/>
                </a:lnTo>
                <a:lnTo>
                  <a:pt x="747309" y="45550"/>
                </a:lnTo>
                <a:lnTo>
                  <a:pt x="746736" y="45356"/>
                </a:lnTo>
                <a:lnTo>
                  <a:pt x="746156" y="45173"/>
                </a:lnTo>
                <a:lnTo>
                  <a:pt x="745570" y="45002"/>
                </a:lnTo>
                <a:lnTo>
                  <a:pt x="744977" y="44841"/>
                </a:lnTo>
                <a:lnTo>
                  <a:pt x="744378" y="44691"/>
                </a:lnTo>
                <a:lnTo>
                  <a:pt x="743772" y="44553"/>
                </a:lnTo>
                <a:lnTo>
                  <a:pt x="743160" y="44426"/>
                </a:lnTo>
                <a:lnTo>
                  <a:pt x="742542" y="44309"/>
                </a:lnTo>
                <a:lnTo>
                  <a:pt x="741917" y="44204"/>
                </a:lnTo>
                <a:lnTo>
                  <a:pt x="741285" y="44110"/>
                </a:lnTo>
                <a:lnTo>
                  <a:pt x="740648" y="44027"/>
                </a:lnTo>
                <a:lnTo>
                  <a:pt x="740003" y="43955"/>
                </a:lnTo>
                <a:lnTo>
                  <a:pt x="739353" y="43894"/>
                </a:lnTo>
                <a:lnTo>
                  <a:pt x="738695" y="43844"/>
                </a:lnTo>
                <a:lnTo>
                  <a:pt x="738032" y="43806"/>
                </a:lnTo>
                <a:lnTo>
                  <a:pt x="737362" y="43778"/>
                </a:lnTo>
                <a:lnTo>
                  <a:pt x="736685" y="43761"/>
                </a:lnTo>
                <a:lnTo>
                  <a:pt x="736002" y="43756"/>
                </a:lnTo>
                <a:lnTo>
                  <a:pt x="735319" y="43761"/>
                </a:lnTo>
                <a:lnTo>
                  <a:pt x="734643" y="43776"/>
                </a:lnTo>
                <a:lnTo>
                  <a:pt x="733974" y="43801"/>
                </a:lnTo>
                <a:lnTo>
                  <a:pt x="733311" y="43835"/>
                </a:lnTo>
                <a:lnTo>
                  <a:pt x="732655" y="43880"/>
                </a:lnTo>
                <a:lnTo>
                  <a:pt x="732006" y="43935"/>
                </a:lnTo>
                <a:lnTo>
                  <a:pt x="731363" y="44000"/>
                </a:lnTo>
                <a:lnTo>
                  <a:pt x="730728" y="44074"/>
                </a:lnTo>
                <a:lnTo>
                  <a:pt x="730099" y="44159"/>
                </a:lnTo>
                <a:lnTo>
                  <a:pt x="729476" y="44253"/>
                </a:lnTo>
                <a:lnTo>
                  <a:pt x="728861" y="44358"/>
                </a:lnTo>
                <a:lnTo>
                  <a:pt x="728252" y="44472"/>
                </a:lnTo>
                <a:lnTo>
                  <a:pt x="727650" y="44597"/>
                </a:lnTo>
                <a:lnTo>
                  <a:pt x="727054" y="44731"/>
                </a:lnTo>
                <a:lnTo>
                  <a:pt x="726466" y="44875"/>
                </a:lnTo>
                <a:lnTo>
                  <a:pt x="725884" y="45030"/>
                </a:lnTo>
                <a:lnTo>
                  <a:pt x="725309" y="45194"/>
                </a:lnTo>
                <a:lnTo>
                  <a:pt x="724740" y="45368"/>
                </a:lnTo>
                <a:lnTo>
                  <a:pt x="724178" y="45552"/>
                </a:lnTo>
                <a:lnTo>
                  <a:pt x="723623" y="45746"/>
                </a:lnTo>
                <a:lnTo>
                  <a:pt x="723075" y="45950"/>
                </a:lnTo>
                <a:lnTo>
                  <a:pt x="722534" y="46164"/>
                </a:lnTo>
                <a:lnTo>
                  <a:pt x="721999" y="46388"/>
                </a:lnTo>
                <a:lnTo>
                  <a:pt x="721471" y="46622"/>
                </a:lnTo>
                <a:lnTo>
                  <a:pt x="720949" y="46865"/>
                </a:lnTo>
                <a:lnTo>
                  <a:pt x="720434" y="47117"/>
                </a:lnTo>
                <a:lnTo>
                  <a:pt x="719926" y="47379"/>
                </a:lnTo>
                <a:lnTo>
                  <a:pt x="719424" y="47649"/>
                </a:lnTo>
                <a:lnTo>
                  <a:pt x="718929" y="47928"/>
                </a:lnTo>
                <a:lnTo>
                  <a:pt x="718441" y="48216"/>
                </a:lnTo>
                <a:lnTo>
                  <a:pt x="717959" y="48513"/>
                </a:lnTo>
                <a:lnTo>
                  <a:pt x="717483" y="48819"/>
                </a:lnTo>
                <a:lnTo>
                  <a:pt x="717015" y="49135"/>
                </a:lnTo>
                <a:lnTo>
                  <a:pt x="716553" y="49459"/>
                </a:lnTo>
                <a:lnTo>
                  <a:pt x="716097" y="49792"/>
                </a:lnTo>
                <a:lnTo>
                  <a:pt x="715648" y="50134"/>
                </a:lnTo>
                <a:lnTo>
                  <a:pt x="715206" y="50485"/>
                </a:lnTo>
                <a:lnTo>
                  <a:pt x="714770" y="50844"/>
                </a:lnTo>
                <a:lnTo>
                  <a:pt x="714341" y="51213"/>
                </a:lnTo>
                <a:lnTo>
                  <a:pt x="713918" y="51591"/>
                </a:lnTo>
                <a:lnTo>
                  <a:pt x="713502" y="51978"/>
                </a:lnTo>
                <a:lnTo>
                  <a:pt x="713092" y="52374"/>
                </a:lnTo>
                <a:lnTo>
                  <a:pt x="712689" y="52779"/>
                </a:lnTo>
                <a:lnTo>
                  <a:pt x="712293" y="53192"/>
                </a:lnTo>
                <a:lnTo>
                  <a:pt x="711903" y="53615"/>
                </a:lnTo>
                <a:lnTo>
                  <a:pt x="711520" y="54047"/>
                </a:lnTo>
                <a:lnTo>
                  <a:pt x="711144" y="54487"/>
                </a:lnTo>
                <a:lnTo>
                  <a:pt x="710774" y="54937"/>
                </a:lnTo>
                <a:lnTo>
                  <a:pt x="710746" y="54973"/>
                </a:lnTo>
                <a:lnTo>
                  <a:pt x="710007" y="45370"/>
                </a:lnTo>
                <a:lnTo>
                  <a:pt x="696283" y="45370"/>
                </a:lnTo>
                <a:lnTo>
                  <a:pt x="696283" y="166305"/>
                </a:lnTo>
                <a:lnTo>
                  <a:pt x="711299" y="166305"/>
                </a:lnTo>
                <a:lnTo>
                  <a:pt x="711299" y="124245"/>
                </a:lnTo>
                <a:lnTo>
                  <a:pt x="711487" y="124455"/>
                </a:lnTo>
                <a:lnTo>
                  <a:pt x="711874" y="124871"/>
                </a:lnTo>
                <a:lnTo>
                  <a:pt x="712267" y="125278"/>
                </a:lnTo>
                <a:lnTo>
                  <a:pt x="712668" y="125676"/>
                </a:lnTo>
                <a:close/>
                <a:moveTo>
                  <a:pt x="712136" y="66986"/>
                </a:moveTo>
                <a:lnTo>
                  <a:pt x="712335" y="66678"/>
                </a:lnTo>
                <a:lnTo>
                  <a:pt x="712537" y="66373"/>
                </a:lnTo>
                <a:lnTo>
                  <a:pt x="712744" y="66072"/>
                </a:lnTo>
                <a:lnTo>
                  <a:pt x="712954" y="65773"/>
                </a:lnTo>
                <a:lnTo>
                  <a:pt x="713167" y="65477"/>
                </a:lnTo>
                <a:lnTo>
                  <a:pt x="713385" y="65185"/>
                </a:lnTo>
                <a:lnTo>
                  <a:pt x="713606" y="64895"/>
                </a:lnTo>
                <a:lnTo>
                  <a:pt x="713832" y="64609"/>
                </a:lnTo>
                <a:lnTo>
                  <a:pt x="714060" y="64326"/>
                </a:lnTo>
                <a:lnTo>
                  <a:pt x="714293" y="64046"/>
                </a:lnTo>
                <a:lnTo>
                  <a:pt x="714530" y="63768"/>
                </a:lnTo>
                <a:lnTo>
                  <a:pt x="714770" y="63494"/>
                </a:lnTo>
                <a:lnTo>
                  <a:pt x="715014" y="63224"/>
                </a:lnTo>
                <a:lnTo>
                  <a:pt x="715263" y="62959"/>
                </a:lnTo>
                <a:lnTo>
                  <a:pt x="715516" y="62698"/>
                </a:lnTo>
                <a:lnTo>
                  <a:pt x="715774" y="62442"/>
                </a:lnTo>
                <a:lnTo>
                  <a:pt x="716035" y="62190"/>
                </a:lnTo>
                <a:lnTo>
                  <a:pt x="716301" y="61943"/>
                </a:lnTo>
                <a:lnTo>
                  <a:pt x="716572" y="61700"/>
                </a:lnTo>
                <a:lnTo>
                  <a:pt x="716847" y="61463"/>
                </a:lnTo>
                <a:lnTo>
                  <a:pt x="717126" y="61230"/>
                </a:lnTo>
                <a:lnTo>
                  <a:pt x="717409" y="61001"/>
                </a:lnTo>
                <a:lnTo>
                  <a:pt x="717697" y="60777"/>
                </a:lnTo>
                <a:lnTo>
                  <a:pt x="717989" y="60558"/>
                </a:lnTo>
                <a:lnTo>
                  <a:pt x="718286" y="60343"/>
                </a:lnTo>
                <a:lnTo>
                  <a:pt x="718587" y="60133"/>
                </a:lnTo>
                <a:lnTo>
                  <a:pt x="718892" y="59928"/>
                </a:lnTo>
                <a:lnTo>
                  <a:pt x="719201" y="59727"/>
                </a:lnTo>
                <a:lnTo>
                  <a:pt x="719515" y="59531"/>
                </a:lnTo>
                <a:lnTo>
                  <a:pt x="719833" y="59339"/>
                </a:lnTo>
                <a:lnTo>
                  <a:pt x="720156" y="59152"/>
                </a:lnTo>
                <a:lnTo>
                  <a:pt x="720483" y="58970"/>
                </a:lnTo>
                <a:lnTo>
                  <a:pt x="720814" y="58793"/>
                </a:lnTo>
                <a:lnTo>
                  <a:pt x="721150" y="58620"/>
                </a:lnTo>
                <a:lnTo>
                  <a:pt x="721490" y="58451"/>
                </a:lnTo>
                <a:lnTo>
                  <a:pt x="721834" y="58287"/>
                </a:lnTo>
                <a:lnTo>
                  <a:pt x="722183" y="58129"/>
                </a:lnTo>
                <a:lnTo>
                  <a:pt x="722537" y="57978"/>
                </a:lnTo>
                <a:lnTo>
                  <a:pt x="722897" y="57833"/>
                </a:lnTo>
                <a:lnTo>
                  <a:pt x="723261" y="57695"/>
                </a:lnTo>
                <a:lnTo>
                  <a:pt x="723631" y="57564"/>
                </a:lnTo>
                <a:lnTo>
                  <a:pt x="724006" y="57440"/>
                </a:lnTo>
                <a:lnTo>
                  <a:pt x="724386" y="57322"/>
                </a:lnTo>
                <a:lnTo>
                  <a:pt x="724772" y="57211"/>
                </a:lnTo>
                <a:lnTo>
                  <a:pt x="725162" y="57107"/>
                </a:lnTo>
                <a:lnTo>
                  <a:pt x="725558" y="57009"/>
                </a:lnTo>
                <a:lnTo>
                  <a:pt x="725959" y="56918"/>
                </a:lnTo>
                <a:lnTo>
                  <a:pt x="726365" y="56834"/>
                </a:lnTo>
                <a:lnTo>
                  <a:pt x="726776" y="56757"/>
                </a:lnTo>
                <a:lnTo>
                  <a:pt x="727193" y="56686"/>
                </a:lnTo>
                <a:lnTo>
                  <a:pt x="727614" y="56622"/>
                </a:lnTo>
                <a:lnTo>
                  <a:pt x="728041" y="56565"/>
                </a:lnTo>
                <a:lnTo>
                  <a:pt x="728473" y="56515"/>
                </a:lnTo>
                <a:lnTo>
                  <a:pt x="728910" y="56471"/>
                </a:lnTo>
                <a:lnTo>
                  <a:pt x="729353" y="56434"/>
                </a:lnTo>
                <a:lnTo>
                  <a:pt x="729800" y="56404"/>
                </a:lnTo>
                <a:lnTo>
                  <a:pt x="730253" y="56380"/>
                </a:lnTo>
                <a:lnTo>
                  <a:pt x="730711" y="56363"/>
                </a:lnTo>
                <a:lnTo>
                  <a:pt x="731174" y="56353"/>
                </a:lnTo>
                <a:lnTo>
                  <a:pt x="731643" y="56350"/>
                </a:lnTo>
                <a:lnTo>
                  <a:pt x="732151" y="56354"/>
                </a:lnTo>
                <a:lnTo>
                  <a:pt x="732653" y="56367"/>
                </a:lnTo>
                <a:lnTo>
                  <a:pt x="733150" y="56390"/>
                </a:lnTo>
                <a:lnTo>
                  <a:pt x="733641" y="56420"/>
                </a:lnTo>
                <a:lnTo>
                  <a:pt x="734126" y="56460"/>
                </a:lnTo>
                <a:lnTo>
                  <a:pt x="734604" y="56509"/>
                </a:lnTo>
                <a:lnTo>
                  <a:pt x="735078" y="56566"/>
                </a:lnTo>
                <a:lnTo>
                  <a:pt x="735545" y="56632"/>
                </a:lnTo>
                <a:lnTo>
                  <a:pt x="736006" y="56707"/>
                </a:lnTo>
                <a:lnTo>
                  <a:pt x="736461" y="56791"/>
                </a:lnTo>
                <a:lnTo>
                  <a:pt x="736911" y="56884"/>
                </a:lnTo>
                <a:lnTo>
                  <a:pt x="737354" y="56986"/>
                </a:lnTo>
                <a:lnTo>
                  <a:pt x="737792" y="57096"/>
                </a:lnTo>
                <a:lnTo>
                  <a:pt x="738224" y="57215"/>
                </a:lnTo>
                <a:lnTo>
                  <a:pt x="738650" y="57343"/>
                </a:lnTo>
                <a:lnTo>
                  <a:pt x="739070" y="57480"/>
                </a:lnTo>
                <a:lnTo>
                  <a:pt x="739484" y="57626"/>
                </a:lnTo>
                <a:lnTo>
                  <a:pt x="739892" y="57780"/>
                </a:lnTo>
                <a:lnTo>
                  <a:pt x="740295" y="57944"/>
                </a:lnTo>
                <a:lnTo>
                  <a:pt x="740691" y="58116"/>
                </a:lnTo>
                <a:lnTo>
                  <a:pt x="741082" y="58297"/>
                </a:lnTo>
                <a:lnTo>
                  <a:pt x="741467" y="58487"/>
                </a:lnTo>
                <a:lnTo>
                  <a:pt x="741845" y="58685"/>
                </a:lnTo>
                <a:lnTo>
                  <a:pt x="742218" y="58893"/>
                </a:lnTo>
                <a:lnTo>
                  <a:pt x="742586" y="59108"/>
                </a:lnTo>
                <a:lnTo>
                  <a:pt x="742947" y="59330"/>
                </a:lnTo>
                <a:lnTo>
                  <a:pt x="743304" y="59558"/>
                </a:lnTo>
                <a:lnTo>
                  <a:pt x="743655" y="59792"/>
                </a:lnTo>
                <a:lnTo>
                  <a:pt x="744000" y="60033"/>
                </a:lnTo>
                <a:lnTo>
                  <a:pt x="744340" y="60280"/>
                </a:lnTo>
                <a:lnTo>
                  <a:pt x="744675" y="60534"/>
                </a:lnTo>
                <a:lnTo>
                  <a:pt x="745004" y="60794"/>
                </a:lnTo>
                <a:lnTo>
                  <a:pt x="745327" y="61061"/>
                </a:lnTo>
                <a:lnTo>
                  <a:pt x="745645" y="61334"/>
                </a:lnTo>
                <a:lnTo>
                  <a:pt x="745958" y="61614"/>
                </a:lnTo>
                <a:lnTo>
                  <a:pt x="746265" y="61900"/>
                </a:lnTo>
                <a:lnTo>
                  <a:pt x="746567" y="62193"/>
                </a:lnTo>
                <a:lnTo>
                  <a:pt x="746863" y="62491"/>
                </a:lnTo>
                <a:lnTo>
                  <a:pt x="747154" y="62797"/>
                </a:lnTo>
                <a:lnTo>
                  <a:pt x="747439" y="63109"/>
                </a:lnTo>
                <a:lnTo>
                  <a:pt x="747719" y="63427"/>
                </a:lnTo>
                <a:lnTo>
                  <a:pt x="747993" y="63752"/>
                </a:lnTo>
                <a:lnTo>
                  <a:pt x="748262" y="64083"/>
                </a:lnTo>
                <a:lnTo>
                  <a:pt x="748525" y="64421"/>
                </a:lnTo>
                <a:lnTo>
                  <a:pt x="748783" y="64765"/>
                </a:lnTo>
                <a:lnTo>
                  <a:pt x="749036" y="65115"/>
                </a:lnTo>
                <a:lnTo>
                  <a:pt x="749283" y="65472"/>
                </a:lnTo>
                <a:lnTo>
                  <a:pt x="749524" y="65836"/>
                </a:lnTo>
                <a:lnTo>
                  <a:pt x="749761" y="66205"/>
                </a:lnTo>
                <a:lnTo>
                  <a:pt x="749992" y="66578"/>
                </a:lnTo>
                <a:lnTo>
                  <a:pt x="750218" y="66957"/>
                </a:lnTo>
                <a:lnTo>
                  <a:pt x="750438" y="67340"/>
                </a:lnTo>
                <a:lnTo>
                  <a:pt x="750654" y="67728"/>
                </a:lnTo>
                <a:lnTo>
                  <a:pt x="750864" y="68121"/>
                </a:lnTo>
                <a:lnTo>
                  <a:pt x="751069" y="68519"/>
                </a:lnTo>
                <a:lnTo>
                  <a:pt x="751269" y="68921"/>
                </a:lnTo>
                <a:lnTo>
                  <a:pt x="751464" y="69328"/>
                </a:lnTo>
                <a:lnTo>
                  <a:pt x="751653" y="69740"/>
                </a:lnTo>
                <a:lnTo>
                  <a:pt x="751838" y="70157"/>
                </a:lnTo>
                <a:lnTo>
                  <a:pt x="752017" y="70579"/>
                </a:lnTo>
                <a:lnTo>
                  <a:pt x="752191" y="71005"/>
                </a:lnTo>
                <a:lnTo>
                  <a:pt x="752360" y="71436"/>
                </a:lnTo>
                <a:lnTo>
                  <a:pt x="752523" y="71871"/>
                </a:lnTo>
                <a:lnTo>
                  <a:pt x="752682" y="72312"/>
                </a:lnTo>
                <a:lnTo>
                  <a:pt x="752835" y="72757"/>
                </a:lnTo>
                <a:lnTo>
                  <a:pt x="752983" y="73207"/>
                </a:lnTo>
                <a:lnTo>
                  <a:pt x="753126" y="73662"/>
                </a:lnTo>
                <a:lnTo>
                  <a:pt x="753264" y="74122"/>
                </a:lnTo>
                <a:lnTo>
                  <a:pt x="753396" y="74586"/>
                </a:lnTo>
                <a:lnTo>
                  <a:pt x="753524" y="75055"/>
                </a:lnTo>
                <a:lnTo>
                  <a:pt x="753646" y="75529"/>
                </a:lnTo>
                <a:lnTo>
                  <a:pt x="753763" y="76008"/>
                </a:lnTo>
                <a:lnTo>
                  <a:pt x="753875" y="76490"/>
                </a:lnTo>
                <a:lnTo>
                  <a:pt x="753982" y="76975"/>
                </a:lnTo>
                <a:lnTo>
                  <a:pt x="754084" y="77463"/>
                </a:lnTo>
                <a:lnTo>
                  <a:pt x="754182" y="77953"/>
                </a:lnTo>
                <a:lnTo>
                  <a:pt x="754275" y="78446"/>
                </a:lnTo>
                <a:lnTo>
                  <a:pt x="754363" y="78942"/>
                </a:lnTo>
                <a:lnTo>
                  <a:pt x="754447" y="79440"/>
                </a:lnTo>
                <a:lnTo>
                  <a:pt x="754525" y="79941"/>
                </a:lnTo>
                <a:lnTo>
                  <a:pt x="754599" y="80445"/>
                </a:lnTo>
                <a:lnTo>
                  <a:pt x="754668" y="80951"/>
                </a:lnTo>
                <a:lnTo>
                  <a:pt x="754733" y="81460"/>
                </a:lnTo>
                <a:lnTo>
                  <a:pt x="754792" y="81972"/>
                </a:lnTo>
                <a:lnTo>
                  <a:pt x="754847" y="82486"/>
                </a:lnTo>
                <a:lnTo>
                  <a:pt x="754897" y="83003"/>
                </a:lnTo>
                <a:lnTo>
                  <a:pt x="754942" y="83523"/>
                </a:lnTo>
                <a:lnTo>
                  <a:pt x="754983" y="84045"/>
                </a:lnTo>
                <a:lnTo>
                  <a:pt x="755018" y="84570"/>
                </a:lnTo>
                <a:lnTo>
                  <a:pt x="755049" y="85097"/>
                </a:lnTo>
                <a:lnTo>
                  <a:pt x="755076" y="85628"/>
                </a:lnTo>
                <a:lnTo>
                  <a:pt x="755097" y="86161"/>
                </a:lnTo>
                <a:lnTo>
                  <a:pt x="755114" y="86696"/>
                </a:lnTo>
                <a:lnTo>
                  <a:pt x="755126" y="87234"/>
                </a:lnTo>
                <a:lnTo>
                  <a:pt x="755133" y="87775"/>
                </a:lnTo>
                <a:lnTo>
                  <a:pt x="755135" y="88319"/>
                </a:lnTo>
                <a:lnTo>
                  <a:pt x="755135" y="90014"/>
                </a:lnTo>
                <a:lnTo>
                  <a:pt x="755133" y="90558"/>
                </a:lnTo>
                <a:lnTo>
                  <a:pt x="755126" y="91099"/>
                </a:lnTo>
                <a:lnTo>
                  <a:pt x="755114" y="91637"/>
                </a:lnTo>
                <a:lnTo>
                  <a:pt x="755097" y="92173"/>
                </a:lnTo>
                <a:lnTo>
                  <a:pt x="755076" y="92706"/>
                </a:lnTo>
                <a:lnTo>
                  <a:pt x="755049" y="93236"/>
                </a:lnTo>
                <a:lnTo>
                  <a:pt x="755018" y="93764"/>
                </a:lnTo>
                <a:lnTo>
                  <a:pt x="754983" y="94289"/>
                </a:lnTo>
                <a:lnTo>
                  <a:pt x="754942" y="94811"/>
                </a:lnTo>
                <a:lnTo>
                  <a:pt x="754897" y="95331"/>
                </a:lnTo>
                <a:lnTo>
                  <a:pt x="754847" y="95847"/>
                </a:lnTo>
                <a:lnTo>
                  <a:pt x="754792" y="96362"/>
                </a:lnTo>
                <a:lnTo>
                  <a:pt x="754733" y="96873"/>
                </a:lnTo>
                <a:lnTo>
                  <a:pt x="754668" y="97382"/>
                </a:lnTo>
                <a:lnTo>
                  <a:pt x="754599" y="97889"/>
                </a:lnTo>
                <a:lnTo>
                  <a:pt x="754525" y="98392"/>
                </a:lnTo>
                <a:lnTo>
                  <a:pt x="754447" y="98893"/>
                </a:lnTo>
                <a:lnTo>
                  <a:pt x="754363" y="99392"/>
                </a:lnTo>
                <a:lnTo>
                  <a:pt x="754275" y="99887"/>
                </a:lnTo>
                <a:lnTo>
                  <a:pt x="754182" y="100380"/>
                </a:lnTo>
                <a:lnTo>
                  <a:pt x="754084" y="100871"/>
                </a:lnTo>
                <a:lnTo>
                  <a:pt x="753982" y="101358"/>
                </a:lnTo>
                <a:lnTo>
                  <a:pt x="753875" y="101843"/>
                </a:lnTo>
                <a:lnTo>
                  <a:pt x="753763" y="102326"/>
                </a:lnTo>
                <a:lnTo>
                  <a:pt x="753646" y="102804"/>
                </a:lnTo>
                <a:lnTo>
                  <a:pt x="753524" y="103279"/>
                </a:lnTo>
                <a:lnTo>
                  <a:pt x="753396" y="103748"/>
                </a:lnTo>
                <a:lnTo>
                  <a:pt x="753264" y="104213"/>
                </a:lnTo>
                <a:lnTo>
                  <a:pt x="753126" y="104673"/>
                </a:lnTo>
                <a:lnTo>
                  <a:pt x="752983" y="105129"/>
                </a:lnTo>
                <a:lnTo>
                  <a:pt x="752835" y="105580"/>
                </a:lnTo>
                <a:lnTo>
                  <a:pt x="752682" y="106026"/>
                </a:lnTo>
                <a:lnTo>
                  <a:pt x="752523" y="106468"/>
                </a:lnTo>
                <a:lnTo>
                  <a:pt x="752360" y="106905"/>
                </a:lnTo>
                <a:lnTo>
                  <a:pt x="752191" y="107337"/>
                </a:lnTo>
                <a:lnTo>
                  <a:pt x="752017" y="107765"/>
                </a:lnTo>
                <a:lnTo>
                  <a:pt x="751838" y="108188"/>
                </a:lnTo>
                <a:lnTo>
                  <a:pt x="751653" y="108607"/>
                </a:lnTo>
                <a:lnTo>
                  <a:pt x="751464" y="109021"/>
                </a:lnTo>
                <a:lnTo>
                  <a:pt x="751269" y="109430"/>
                </a:lnTo>
                <a:lnTo>
                  <a:pt x="751069" y="109835"/>
                </a:lnTo>
                <a:lnTo>
                  <a:pt x="750864" y="110235"/>
                </a:lnTo>
                <a:lnTo>
                  <a:pt x="750654" y="110630"/>
                </a:lnTo>
                <a:lnTo>
                  <a:pt x="750438" y="111021"/>
                </a:lnTo>
                <a:lnTo>
                  <a:pt x="750218" y="111407"/>
                </a:lnTo>
                <a:lnTo>
                  <a:pt x="749992" y="111789"/>
                </a:lnTo>
                <a:lnTo>
                  <a:pt x="749761" y="112166"/>
                </a:lnTo>
                <a:lnTo>
                  <a:pt x="749524" y="112538"/>
                </a:lnTo>
                <a:lnTo>
                  <a:pt x="749283" y="112905"/>
                </a:lnTo>
                <a:lnTo>
                  <a:pt x="749036" y="113265"/>
                </a:lnTo>
                <a:lnTo>
                  <a:pt x="748784" y="113619"/>
                </a:lnTo>
                <a:lnTo>
                  <a:pt x="748527" y="113965"/>
                </a:lnTo>
                <a:lnTo>
                  <a:pt x="748264" y="114306"/>
                </a:lnTo>
                <a:lnTo>
                  <a:pt x="747996" y="114640"/>
                </a:lnTo>
                <a:lnTo>
                  <a:pt x="747722" y="114967"/>
                </a:lnTo>
                <a:lnTo>
                  <a:pt x="747443" y="115287"/>
                </a:lnTo>
                <a:lnTo>
                  <a:pt x="747159" y="115601"/>
                </a:lnTo>
                <a:lnTo>
                  <a:pt x="746870" y="115909"/>
                </a:lnTo>
                <a:lnTo>
                  <a:pt x="746575" y="116210"/>
                </a:lnTo>
                <a:lnTo>
                  <a:pt x="746275" y="116504"/>
                </a:lnTo>
                <a:lnTo>
                  <a:pt x="745970" y="116792"/>
                </a:lnTo>
                <a:lnTo>
                  <a:pt x="745659" y="117073"/>
                </a:lnTo>
                <a:lnTo>
                  <a:pt x="745343" y="117347"/>
                </a:lnTo>
                <a:lnTo>
                  <a:pt x="745021" y="117615"/>
                </a:lnTo>
                <a:lnTo>
                  <a:pt x="744695" y="117877"/>
                </a:lnTo>
                <a:lnTo>
                  <a:pt x="744363" y="118131"/>
                </a:lnTo>
                <a:lnTo>
                  <a:pt x="744025" y="118379"/>
                </a:lnTo>
                <a:lnTo>
                  <a:pt x="743683" y="118621"/>
                </a:lnTo>
                <a:lnTo>
                  <a:pt x="743335" y="118856"/>
                </a:lnTo>
                <a:lnTo>
                  <a:pt x="742981" y="119084"/>
                </a:lnTo>
                <a:lnTo>
                  <a:pt x="742623" y="119306"/>
                </a:lnTo>
                <a:lnTo>
                  <a:pt x="742259" y="119521"/>
                </a:lnTo>
                <a:lnTo>
                  <a:pt x="741889" y="119729"/>
                </a:lnTo>
                <a:lnTo>
                  <a:pt x="741514" y="119927"/>
                </a:lnTo>
                <a:lnTo>
                  <a:pt x="741133" y="120117"/>
                </a:lnTo>
                <a:lnTo>
                  <a:pt x="740746" y="120298"/>
                </a:lnTo>
                <a:lnTo>
                  <a:pt x="740354" y="120471"/>
                </a:lnTo>
                <a:lnTo>
                  <a:pt x="739955" y="120634"/>
                </a:lnTo>
                <a:lnTo>
                  <a:pt x="739551" y="120788"/>
                </a:lnTo>
                <a:lnTo>
                  <a:pt x="739142" y="120934"/>
                </a:lnTo>
                <a:lnTo>
                  <a:pt x="738726" y="121071"/>
                </a:lnTo>
                <a:lnTo>
                  <a:pt x="738305" y="121199"/>
                </a:lnTo>
                <a:lnTo>
                  <a:pt x="737878" y="121318"/>
                </a:lnTo>
                <a:lnTo>
                  <a:pt x="737445" y="121429"/>
                </a:lnTo>
                <a:lnTo>
                  <a:pt x="737007" y="121530"/>
                </a:lnTo>
                <a:lnTo>
                  <a:pt x="736562" y="121623"/>
                </a:lnTo>
                <a:lnTo>
                  <a:pt x="736112" y="121707"/>
                </a:lnTo>
                <a:lnTo>
                  <a:pt x="735657" y="121782"/>
                </a:lnTo>
                <a:lnTo>
                  <a:pt x="735195" y="121848"/>
                </a:lnTo>
                <a:lnTo>
                  <a:pt x="734728" y="121905"/>
                </a:lnTo>
                <a:lnTo>
                  <a:pt x="734255" y="121954"/>
                </a:lnTo>
                <a:lnTo>
                  <a:pt x="733776" y="121994"/>
                </a:lnTo>
                <a:lnTo>
                  <a:pt x="733292" y="122025"/>
                </a:lnTo>
                <a:lnTo>
                  <a:pt x="732802" y="122047"/>
                </a:lnTo>
                <a:lnTo>
                  <a:pt x="732306" y="122060"/>
                </a:lnTo>
                <a:lnTo>
                  <a:pt x="731804" y="122064"/>
                </a:lnTo>
                <a:lnTo>
                  <a:pt x="731196" y="122059"/>
                </a:lnTo>
                <a:lnTo>
                  <a:pt x="730597" y="122043"/>
                </a:lnTo>
                <a:lnTo>
                  <a:pt x="730007" y="122017"/>
                </a:lnTo>
                <a:lnTo>
                  <a:pt x="729425" y="121980"/>
                </a:lnTo>
                <a:lnTo>
                  <a:pt x="728852" y="121933"/>
                </a:lnTo>
                <a:lnTo>
                  <a:pt x="728287" y="121875"/>
                </a:lnTo>
                <a:lnTo>
                  <a:pt x="727732" y="121807"/>
                </a:lnTo>
                <a:lnTo>
                  <a:pt x="727185" y="121728"/>
                </a:lnTo>
                <a:lnTo>
                  <a:pt x="726646" y="121639"/>
                </a:lnTo>
                <a:lnTo>
                  <a:pt x="726117" y="121539"/>
                </a:lnTo>
                <a:lnTo>
                  <a:pt x="725596" y="121428"/>
                </a:lnTo>
                <a:lnTo>
                  <a:pt x="725083" y="121307"/>
                </a:lnTo>
                <a:lnTo>
                  <a:pt x="724580" y="121176"/>
                </a:lnTo>
                <a:lnTo>
                  <a:pt x="724085" y="121034"/>
                </a:lnTo>
                <a:lnTo>
                  <a:pt x="723599" y="120882"/>
                </a:lnTo>
                <a:lnTo>
                  <a:pt x="723121" y="120719"/>
                </a:lnTo>
                <a:lnTo>
                  <a:pt x="722652" y="120545"/>
                </a:lnTo>
                <a:lnTo>
                  <a:pt x="722192" y="120361"/>
                </a:lnTo>
                <a:lnTo>
                  <a:pt x="721741" y="120167"/>
                </a:lnTo>
                <a:lnTo>
                  <a:pt x="721298" y="119962"/>
                </a:lnTo>
                <a:lnTo>
                  <a:pt x="720864" y="119746"/>
                </a:lnTo>
                <a:lnTo>
                  <a:pt x="720439" y="119520"/>
                </a:lnTo>
                <a:lnTo>
                  <a:pt x="720022" y="119284"/>
                </a:lnTo>
                <a:lnTo>
                  <a:pt x="719614" y="119037"/>
                </a:lnTo>
                <a:lnTo>
                  <a:pt x="719214" y="118781"/>
                </a:lnTo>
                <a:lnTo>
                  <a:pt x="718820" y="118519"/>
                </a:lnTo>
                <a:lnTo>
                  <a:pt x="718433" y="118250"/>
                </a:lnTo>
                <a:lnTo>
                  <a:pt x="718053" y="117974"/>
                </a:lnTo>
                <a:lnTo>
                  <a:pt x="717680" y="117691"/>
                </a:lnTo>
                <a:lnTo>
                  <a:pt x="717313" y="117402"/>
                </a:lnTo>
                <a:lnTo>
                  <a:pt x="716953" y="117106"/>
                </a:lnTo>
                <a:lnTo>
                  <a:pt x="716600" y="116803"/>
                </a:lnTo>
                <a:lnTo>
                  <a:pt x="716253" y="116494"/>
                </a:lnTo>
                <a:lnTo>
                  <a:pt x="715914" y="116178"/>
                </a:lnTo>
                <a:lnTo>
                  <a:pt x="715581" y="115855"/>
                </a:lnTo>
                <a:lnTo>
                  <a:pt x="715254" y="115525"/>
                </a:lnTo>
                <a:lnTo>
                  <a:pt x="714935" y="115189"/>
                </a:lnTo>
                <a:lnTo>
                  <a:pt x="714622" y="114846"/>
                </a:lnTo>
                <a:lnTo>
                  <a:pt x="714316" y="114496"/>
                </a:lnTo>
                <a:lnTo>
                  <a:pt x="714017" y="114139"/>
                </a:lnTo>
                <a:lnTo>
                  <a:pt x="713724" y="113776"/>
                </a:lnTo>
                <a:lnTo>
                  <a:pt x="713438" y="113406"/>
                </a:lnTo>
                <a:lnTo>
                  <a:pt x="713159" y="113029"/>
                </a:lnTo>
                <a:lnTo>
                  <a:pt x="712886" y="112646"/>
                </a:lnTo>
                <a:lnTo>
                  <a:pt x="712621" y="112256"/>
                </a:lnTo>
                <a:lnTo>
                  <a:pt x="712362" y="111859"/>
                </a:lnTo>
                <a:lnTo>
                  <a:pt x="712109" y="111455"/>
                </a:lnTo>
                <a:lnTo>
                  <a:pt x="711864" y="111045"/>
                </a:lnTo>
                <a:lnTo>
                  <a:pt x="711624" y="110630"/>
                </a:lnTo>
                <a:lnTo>
                  <a:pt x="711388" y="110212"/>
                </a:lnTo>
                <a:lnTo>
                  <a:pt x="711299" y="110049"/>
                </a:lnTo>
                <a:lnTo>
                  <a:pt x="711299" y="68394"/>
                </a:lnTo>
                <a:lnTo>
                  <a:pt x="711379" y="68249"/>
                </a:lnTo>
                <a:lnTo>
                  <a:pt x="711563" y="67928"/>
                </a:lnTo>
                <a:lnTo>
                  <a:pt x="711750" y="67611"/>
                </a:lnTo>
                <a:lnTo>
                  <a:pt x="711941" y="67297"/>
                </a:lnTo>
                <a:lnTo>
                  <a:pt x="712136" y="66986"/>
                </a:lnTo>
                <a:close/>
                <a:moveTo>
                  <a:pt x="1506894" y="23793"/>
                </a:moveTo>
                <a:lnTo>
                  <a:pt x="1506944" y="24059"/>
                </a:lnTo>
                <a:lnTo>
                  <a:pt x="1507002" y="24322"/>
                </a:lnTo>
                <a:lnTo>
                  <a:pt x="1507067" y="24582"/>
                </a:lnTo>
                <a:lnTo>
                  <a:pt x="1507141" y="24838"/>
                </a:lnTo>
                <a:lnTo>
                  <a:pt x="1507222" y="25090"/>
                </a:lnTo>
                <a:lnTo>
                  <a:pt x="1507310" y="25339"/>
                </a:lnTo>
                <a:lnTo>
                  <a:pt x="1507407" y="25585"/>
                </a:lnTo>
                <a:lnTo>
                  <a:pt x="1507511" y="25827"/>
                </a:lnTo>
                <a:lnTo>
                  <a:pt x="1507622" y="26065"/>
                </a:lnTo>
                <a:lnTo>
                  <a:pt x="1507742" y="26300"/>
                </a:lnTo>
                <a:lnTo>
                  <a:pt x="1507869" y="26532"/>
                </a:lnTo>
                <a:lnTo>
                  <a:pt x="1508004" y="26760"/>
                </a:lnTo>
                <a:lnTo>
                  <a:pt x="1508147" y="26984"/>
                </a:lnTo>
                <a:lnTo>
                  <a:pt x="1508297" y="27205"/>
                </a:lnTo>
                <a:lnTo>
                  <a:pt x="1508455" y="27422"/>
                </a:lnTo>
                <a:lnTo>
                  <a:pt x="1508621" y="27636"/>
                </a:lnTo>
                <a:lnTo>
                  <a:pt x="1508794" y="27847"/>
                </a:lnTo>
                <a:lnTo>
                  <a:pt x="1508975" y="28054"/>
                </a:lnTo>
                <a:lnTo>
                  <a:pt x="1509164" y="28255"/>
                </a:lnTo>
                <a:lnTo>
                  <a:pt x="1509360" y="28447"/>
                </a:lnTo>
                <a:lnTo>
                  <a:pt x="1509564" y="28631"/>
                </a:lnTo>
                <a:lnTo>
                  <a:pt x="1509775" y="28806"/>
                </a:lnTo>
                <a:lnTo>
                  <a:pt x="1509993" y="28973"/>
                </a:lnTo>
                <a:lnTo>
                  <a:pt x="1510219" y="29131"/>
                </a:lnTo>
                <a:lnTo>
                  <a:pt x="1510452" y="29281"/>
                </a:lnTo>
                <a:lnTo>
                  <a:pt x="1510693" y="29422"/>
                </a:lnTo>
                <a:lnTo>
                  <a:pt x="1510941" y="29554"/>
                </a:lnTo>
                <a:lnTo>
                  <a:pt x="1511197" y="29678"/>
                </a:lnTo>
                <a:lnTo>
                  <a:pt x="1511460" y="29794"/>
                </a:lnTo>
                <a:lnTo>
                  <a:pt x="1511730" y="29901"/>
                </a:lnTo>
                <a:lnTo>
                  <a:pt x="1512008" y="29999"/>
                </a:lnTo>
                <a:lnTo>
                  <a:pt x="1512293" y="30089"/>
                </a:lnTo>
                <a:lnTo>
                  <a:pt x="1512586" y="30170"/>
                </a:lnTo>
                <a:lnTo>
                  <a:pt x="1512886" y="30242"/>
                </a:lnTo>
                <a:lnTo>
                  <a:pt x="1513194" y="30307"/>
                </a:lnTo>
                <a:lnTo>
                  <a:pt x="1513509" y="30362"/>
                </a:lnTo>
                <a:lnTo>
                  <a:pt x="1513831" y="30409"/>
                </a:lnTo>
                <a:lnTo>
                  <a:pt x="1514161" y="30448"/>
                </a:lnTo>
                <a:lnTo>
                  <a:pt x="1514498" y="30478"/>
                </a:lnTo>
                <a:lnTo>
                  <a:pt x="1514843" y="30499"/>
                </a:lnTo>
                <a:lnTo>
                  <a:pt x="1515195" y="30512"/>
                </a:lnTo>
                <a:lnTo>
                  <a:pt x="1515555" y="30516"/>
                </a:lnTo>
                <a:lnTo>
                  <a:pt x="1515908" y="30512"/>
                </a:lnTo>
                <a:lnTo>
                  <a:pt x="1516254" y="30499"/>
                </a:lnTo>
                <a:lnTo>
                  <a:pt x="1516594" y="30478"/>
                </a:lnTo>
                <a:lnTo>
                  <a:pt x="1516926" y="30448"/>
                </a:lnTo>
                <a:lnTo>
                  <a:pt x="1517252" y="30409"/>
                </a:lnTo>
                <a:lnTo>
                  <a:pt x="1517571" y="30362"/>
                </a:lnTo>
                <a:lnTo>
                  <a:pt x="1517882" y="30307"/>
                </a:lnTo>
                <a:lnTo>
                  <a:pt x="1518188" y="30242"/>
                </a:lnTo>
                <a:lnTo>
                  <a:pt x="1518486" y="30170"/>
                </a:lnTo>
                <a:lnTo>
                  <a:pt x="1518777" y="30089"/>
                </a:lnTo>
                <a:lnTo>
                  <a:pt x="1519061" y="29999"/>
                </a:lnTo>
                <a:lnTo>
                  <a:pt x="1519339" y="29901"/>
                </a:lnTo>
                <a:lnTo>
                  <a:pt x="1519610" y="29794"/>
                </a:lnTo>
                <a:lnTo>
                  <a:pt x="1519874" y="29678"/>
                </a:lnTo>
                <a:lnTo>
                  <a:pt x="1520131" y="29554"/>
                </a:lnTo>
                <a:lnTo>
                  <a:pt x="1520381" y="29422"/>
                </a:lnTo>
                <a:lnTo>
                  <a:pt x="1520624" y="29281"/>
                </a:lnTo>
                <a:lnTo>
                  <a:pt x="1520860" y="29131"/>
                </a:lnTo>
                <a:lnTo>
                  <a:pt x="1521090" y="28973"/>
                </a:lnTo>
                <a:lnTo>
                  <a:pt x="1521312" y="28806"/>
                </a:lnTo>
                <a:lnTo>
                  <a:pt x="1521528" y="28631"/>
                </a:lnTo>
                <a:lnTo>
                  <a:pt x="1521737" y="28447"/>
                </a:lnTo>
                <a:lnTo>
                  <a:pt x="1521939" y="28255"/>
                </a:lnTo>
                <a:lnTo>
                  <a:pt x="1522134" y="28054"/>
                </a:lnTo>
                <a:lnTo>
                  <a:pt x="1522322" y="27847"/>
                </a:lnTo>
                <a:lnTo>
                  <a:pt x="1522502" y="27636"/>
                </a:lnTo>
                <a:lnTo>
                  <a:pt x="1522674" y="27422"/>
                </a:lnTo>
                <a:lnTo>
                  <a:pt x="1522837" y="27205"/>
                </a:lnTo>
                <a:lnTo>
                  <a:pt x="1522993" y="26984"/>
                </a:lnTo>
                <a:lnTo>
                  <a:pt x="1523141" y="26760"/>
                </a:lnTo>
                <a:lnTo>
                  <a:pt x="1523281" y="26532"/>
                </a:lnTo>
                <a:lnTo>
                  <a:pt x="1523413" y="26300"/>
                </a:lnTo>
                <a:lnTo>
                  <a:pt x="1523536" y="26065"/>
                </a:lnTo>
                <a:lnTo>
                  <a:pt x="1523652" y="25827"/>
                </a:lnTo>
                <a:lnTo>
                  <a:pt x="1523760" y="25585"/>
                </a:lnTo>
                <a:lnTo>
                  <a:pt x="1523860" y="25339"/>
                </a:lnTo>
                <a:lnTo>
                  <a:pt x="1523952" y="25090"/>
                </a:lnTo>
                <a:lnTo>
                  <a:pt x="1524036" y="24838"/>
                </a:lnTo>
                <a:lnTo>
                  <a:pt x="1524112" y="24582"/>
                </a:lnTo>
                <a:lnTo>
                  <a:pt x="1524180" y="24322"/>
                </a:lnTo>
                <a:lnTo>
                  <a:pt x="1524239" y="24059"/>
                </a:lnTo>
                <a:lnTo>
                  <a:pt x="1524291" y="23793"/>
                </a:lnTo>
                <a:lnTo>
                  <a:pt x="1524335" y="23523"/>
                </a:lnTo>
                <a:lnTo>
                  <a:pt x="1524371" y="23249"/>
                </a:lnTo>
                <a:lnTo>
                  <a:pt x="1524399" y="22972"/>
                </a:lnTo>
                <a:lnTo>
                  <a:pt x="1524419" y="22692"/>
                </a:lnTo>
                <a:lnTo>
                  <a:pt x="1524431" y="22408"/>
                </a:lnTo>
                <a:lnTo>
                  <a:pt x="1524435" y="22120"/>
                </a:lnTo>
                <a:lnTo>
                  <a:pt x="1524431" y="21819"/>
                </a:lnTo>
                <a:lnTo>
                  <a:pt x="1524419" y="21522"/>
                </a:lnTo>
                <a:lnTo>
                  <a:pt x="1524399" y="21230"/>
                </a:lnTo>
                <a:lnTo>
                  <a:pt x="1524371" y="20941"/>
                </a:lnTo>
                <a:lnTo>
                  <a:pt x="1524335" y="20655"/>
                </a:lnTo>
                <a:lnTo>
                  <a:pt x="1524291" y="20374"/>
                </a:lnTo>
                <a:lnTo>
                  <a:pt x="1524239" y="20097"/>
                </a:lnTo>
                <a:lnTo>
                  <a:pt x="1524180" y="19824"/>
                </a:lnTo>
                <a:lnTo>
                  <a:pt x="1524112" y="19554"/>
                </a:lnTo>
                <a:lnTo>
                  <a:pt x="1524036" y="19289"/>
                </a:lnTo>
                <a:lnTo>
                  <a:pt x="1523952" y="19027"/>
                </a:lnTo>
                <a:lnTo>
                  <a:pt x="1523860" y="18770"/>
                </a:lnTo>
                <a:lnTo>
                  <a:pt x="1523760" y="18516"/>
                </a:lnTo>
                <a:lnTo>
                  <a:pt x="1523652" y="18266"/>
                </a:lnTo>
                <a:lnTo>
                  <a:pt x="1523536" y="18021"/>
                </a:lnTo>
                <a:lnTo>
                  <a:pt x="1523413" y="17779"/>
                </a:lnTo>
                <a:lnTo>
                  <a:pt x="1523281" y="17541"/>
                </a:lnTo>
                <a:lnTo>
                  <a:pt x="1523141" y="17307"/>
                </a:lnTo>
                <a:lnTo>
                  <a:pt x="1522993" y="17076"/>
                </a:lnTo>
                <a:lnTo>
                  <a:pt x="1522837" y="16850"/>
                </a:lnTo>
                <a:lnTo>
                  <a:pt x="1522674" y="16628"/>
                </a:lnTo>
                <a:lnTo>
                  <a:pt x="1522502" y="16410"/>
                </a:lnTo>
                <a:lnTo>
                  <a:pt x="1522322" y="16195"/>
                </a:lnTo>
                <a:lnTo>
                  <a:pt x="1522134" y="15985"/>
                </a:lnTo>
                <a:lnTo>
                  <a:pt x="1521939" y="15780"/>
                </a:lnTo>
                <a:lnTo>
                  <a:pt x="1521737" y="15585"/>
                </a:lnTo>
                <a:lnTo>
                  <a:pt x="1521528" y="15398"/>
                </a:lnTo>
                <a:lnTo>
                  <a:pt x="1521312" y="15220"/>
                </a:lnTo>
                <a:lnTo>
                  <a:pt x="1521090" y="15050"/>
                </a:lnTo>
                <a:lnTo>
                  <a:pt x="1520860" y="14890"/>
                </a:lnTo>
                <a:lnTo>
                  <a:pt x="1520624" y="14738"/>
                </a:lnTo>
                <a:lnTo>
                  <a:pt x="1520381" y="14594"/>
                </a:lnTo>
                <a:lnTo>
                  <a:pt x="1520131" y="14460"/>
                </a:lnTo>
                <a:lnTo>
                  <a:pt x="1519874" y="14334"/>
                </a:lnTo>
                <a:lnTo>
                  <a:pt x="1519610" y="14216"/>
                </a:lnTo>
                <a:lnTo>
                  <a:pt x="1519339" y="14108"/>
                </a:lnTo>
                <a:lnTo>
                  <a:pt x="1519061" y="14008"/>
                </a:lnTo>
                <a:lnTo>
                  <a:pt x="1518777" y="13916"/>
                </a:lnTo>
                <a:lnTo>
                  <a:pt x="1518486" y="13834"/>
                </a:lnTo>
                <a:lnTo>
                  <a:pt x="1518188" y="13760"/>
                </a:lnTo>
                <a:lnTo>
                  <a:pt x="1517882" y="13695"/>
                </a:lnTo>
                <a:lnTo>
                  <a:pt x="1517571" y="13638"/>
                </a:lnTo>
                <a:lnTo>
                  <a:pt x="1517252" y="13591"/>
                </a:lnTo>
                <a:lnTo>
                  <a:pt x="1516926" y="13551"/>
                </a:lnTo>
                <a:lnTo>
                  <a:pt x="1516594" y="13521"/>
                </a:lnTo>
                <a:lnTo>
                  <a:pt x="1516254" y="13499"/>
                </a:lnTo>
                <a:lnTo>
                  <a:pt x="1515908" y="13486"/>
                </a:lnTo>
                <a:lnTo>
                  <a:pt x="1515555" y="13482"/>
                </a:lnTo>
                <a:lnTo>
                  <a:pt x="1515195" y="13486"/>
                </a:lnTo>
                <a:lnTo>
                  <a:pt x="1514843" y="13499"/>
                </a:lnTo>
                <a:lnTo>
                  <a:pt x="1514498" y="13521"/>
                </a:lnTo>
                <a:lnTo>
                  <a:pt x="1514161" y="13551"/>
                </a:lnTo>
                <a:lnTo>
                  <a:pt x="1513831" y="13591"/>
                </a:lnTo>
                <a:lnTo>
                  <a:pt x="1513509" y="13638"/>
                </a:lnTo>
                <a:lnTo>
                  <a:pt x="1513194" y="13695"/>
                </a:lnTo>
                <a:lnTo>
                  <a:pt x="1512886" y="13760"/>
                </a:lnTo>
                <a:lnTo>
                  <a:pt x="1512586" y="13834"/>
                </a:lnTo>
                <a:lnTo>
                  <a:pt x="1512293" y="13916"/>
                </a:lnTo>
                <a:lnTo>
                  <a:pt x="1512008" y="14008"/>
                </a:lnTo>
                <a:lnTo>
                  <a:pt x="1511730" y="14108"/>
                </a:lnTo>
                <a:lnTo>
                  <a:pt x="1511460" y="14216"/>
                </a:lnTo>
                <a:lnTo>
                  <a:pt x="1511197" y="14334"/>
                </a:lnTo>
                <a:lnTo>
                  <a:pt x="1510941" y="14460"/>
                </a:lnTo>
                <a:lnTo>
                  <a:pt x="1510693" y="14594"/>
                </a:lnTo>
                <a:lnTo>
                  <a:pt x="1510452" y="14738"/>
                </a:lnTo>
                <a:lnTo>
                  <a:pt x="1510219" y="14890"/>
                </a:lnTo>
                <a:lnTo>
                  <a:pt x="1509993" y="15050"/>
                </a:lnTo>
                <a:lnTo>
                  <a:pt x="1509775" y="15220"/>
                </a:lnTo>
                <a:lnTo>
                  <a:pt x="1509564" y="15398"/>
                </a:lnTo>
                <a:lnTo>
                  <a:pt x="1509360" y="15585"/>
                </a:lnTo>
                <a:lnTo>
                  <a:pt x="1509164" y="15780"/>
                </a:lnTo>
                <a:lnTo>
                  <a:pt x="1508975" y="15985"/>
                </a:lnTo>
                <a:lnTo>
                  <a:pt x="1508794" y="16195"/>
                </a:lnTo>
                <a:lnTo>
                  <a:pt x="1508621" y="16410"/>
                </a:lnTo>
                <a:lnTo>
                  <a:pt x="1508455" y="16628"/>
                </a:lnTo>
                <a:lnTo>
                  <a:pt x="1508297" y="16850"/>
                </a:lnTo>
                <a:lnTo>
                  <a:pt x="1508147" y="17076"/>
                </a:lnTo>
                <a:lnTo>
                  <a:pt x="1508004" y="17307"/>
                </a:lnTo>
                <a:lnTo>
                  <a:pt x="1507869" y="17541"/>
                </a:lnTo>
                <a:lnTo>
                  <a:pt x="1507742" y="17779"/>
                </a:lnTo>
                <a:lnTo>
                  <a:pt x="1507622" y="18021"/>
                </a:lnTo>
                <a:lnTo>
                  <a:pt x="1507511" y="18266"/>
                </a:lnTo>
                <a:lnTo>
                  <a:pt x="1507407" y="18516"/>
                </a:lnTo>
                <a:lnTo>
                  <a:pt x="1507310" y="18770"/>
                </a:lnTo>
                <a:lnTo>
                  <a:pt x="1507222" y="19027"/>
                </a:lnTo>
                <a:lnTo>
                  <a:pt x="1507141" y="19289"/>
                </a:lnTo>
                <a:lnTo>
                  <a:pt x="1507067" y="19554"/>
                </a:lnTo>
                <a:lnTo>
                  <a:pt x="1507002" y="19824"/>
                </a:lnTo>
                <a:lnTo>
                  <a:pt x="1506944" y="20097"/>
                </a:lnTo>
                <a:lnTo>
                  <a:pt x="1506894" y="20374"/>
                </a:lnTo>
                <a:lnTo>
                  <a:pt x="1506852" y="20655"/>
                </a:lnTo>
                <a:lnTo>
                  <a:pt x="1506817" y="20941"/>
                </a:lnTo>
                <a:lnTo>
                  <a:pt x="1506790" y="21230"/>
                </a:lnTo>
                <a:lnTo>
                  <a:pt x="1506771" y="21522"/>
                </a:lnTo>
                <a:lnTo>
                  <a:pt x="1506759" y="21819"/>
                </a:lnTo>
                <a:lnTo>
                  <a:pt x="1506755" y="22120"/>
                </a:lnTo>
                <a:lnTo>
                  <a:pt x="1506759" y="22408"/>
                </a:lnTo>
                <a:lnTo>
                  <a:pt x="1506771" y="22692"/>
                </a:lnTo>
                <a:lnTo>
                  <a:pt x="1506790" y="22972"/>
                </a:lnTo>
                <a:lnTo>
                  <a:pt x="1506817" y="23249"/>
                </a:lnTo>
                <a:lnTo>
                  <a:pt x="1506852" y="23523"/>
                </a:lnTo>
                <a:lnTo>
                  <a:pt x="1506894" y="23793"/>
                </a:lnTo>
                <a:close/>
                <a:moveTo>
                  <a:pt x="898952" y="69234"/>
                </a:moveTo>
                <a:lnTo>
                  <a:pt x="899110" y="68925"/>
                </a:lnTo>
                <a:lnTo>
                  <a:pt x="899271" y="68621"/>
                </a:lnTo>
                <a:lnTo>
                  <a:pt x="899437" y="68320"/>
                </a:lnTo>
                <a:lnTo>
                  <a:pt x="899607" y="68023"/>
                </a:lnTo>
                <a:lnTo>
                  <a:pt x="899781" y="67730"/>
                </a:lnTo>
                <a:lnTo>
                  <a:pt x="899959" y="67440"/>
                </a:lnTo>
                <a:lnTo>
                  <a:pt x="900141" y="67154"/>
                </a:lnTo>
                <a:lnTo>
                  <a:pt x="900327" y="66872"/>
                </a:lnTo>
                <a:lnTo>
                  <a:pt x="900517" y="66594"/>
                </a:lnTo>
                <a:lnTo>
                  <a:pt x="900711" y="66320"/>
                </a:lnTo>
                <a:lnTo>
                  <a:pt x="900909" y="66049"/>
                </a:lnTo>
                <a:lnTo>
                  <a:pt x="901112" y="65783"/>
                </a:lnTo>
                <a:lnTo>
                  <a:pt x="901318" y="65520"/>
                </a:lnTo>
                <a:lnTo>
                  <a:pt x="901529" y="65260"/>
                </a:lnTo>
                <a:lnTo>
                  <a:pt x="901743" y="65005"/>
                </a:lnTo>
                <a:lnTo>
                  <a:pt x="901962" y="64753"/>
                </a:lnTo>
                <a:lnTo>
                  <a:pt x="902184" y="64505"/>
                </a:lnTo>
                <a:lnTo>
                  <a:pt x="902411" y="64261"/>
                </a:lnTo>
                <a:lnTo>
                  <a:pt x="902642" y="64021"/>
                </a:lnTo>
                <a:lnTo>
                  <a:pt x="902877" y="63786"/>
                </a:lnTo>
                <a:lnTo>
                  <a:pt x="903116" y="63555"/>
                </a:lnTo>
                <a:lnTo>
                  <a:pt x="903360" y="63328"/>
                </a:lnTo>
                <a:lnTo>
                  <a:pt x="903607" y="63106"/>
                </a:lnTo>
                <a:lnTo>
                  <a:pt x="903859" y="62889"/>
                </a:lnTo>
                <a:lnTo>
                  <a:pt x="904115" y="62676"/>
                </a:lnTo>
                <a:lnTo>
                  <a:pt x="904375" y="62467"/>
                </a:lnTo>
                <a:lnTo>
                  <a:pt x="904640" y="62263"/>
                </a:lnTo>
                <a:lnTo>
                  <a:pt x="904909" y="62064"/>
                </a:lnTo>
                <a:lnTo>
                  <a:pt x="905181" y="61869"/>
                </a:lnTo>
                <a:lnTo>
                  <a:pt x="905459" y="61678"/>
                </a:lnTo>
                <a:lnTo>
                  <a:pt x="905740" y="61492"/>
                </a:lnTo>
                <a:lnTo>
                  <a:pt x="906025" y="61310"/>
                </a:lnTo>
                <a:lnTo>
                  <a:pt x="906315" y="61133"/>
                </a:lnTo>
                <a:lnTo>
                  <a:pt x="906609" y="60960"/>
                </a:lnTo>
                <a:lnTo>
                  <a:pt x="906907" y="60792"/>
                </a:lnTo>
                <a:lnTo>
                  <a:pt x="907209" y="60629"/>
                </a:lnTo>
                <a:lnTo>
                  <a:pt x="907516" y="60469"/>
                </a:lnTo>
                <a:lnTo>
                  <a:pt x="907827" y="60315"/>
                </a:lnTo>
                <a:lnTo>
                  <a:pt x="908142" y="60164"/>
                </a:lnTo>
                <a:lnTo>
                  <a:pt x="908461" y="60019"/>
                </a:lnTo>
                <a:lnTo>
                  <a:pt x="908784" y="59877"/>
                </a:lnTo>
                <a:lnTo>
                  <a:pt x="909112" y="59740"/>
                </a:lnTo>
                <a:lnTo>
                  <a:pt x="909443" y="59609"/>
                </a:lnTo>
                <a:lnTo>
                  <a:pt x="909779" y="59483"/>
                </a:lnTo>
                <a:lnTo>
                  <a:pt x="910119" y="59362"/>
                </a:lnTo>
                <a:lnTo>
                  <a:pt x="910464" y="59247"/>
                </a:lnTo>
                <a:lnTo>
                  <a:pt x="910812" y="59138"/>
                </a:lnTo>
                <a:lnTo>
                  <a:pt x="911165" y="59034"/>
                </a:lnTo>
                <a:lnTo>
                  <a:pt x="911522" y="58936"/>
                </a:lnTo>
                <a:lnTo>
                  <a:pt x="911883" y="58843"/>
                </a:lnTo>
                <a:lnTo>
                  <a:pt x="912249" y="58757"/>
                </a:lnTo>
                <a:lnTo>
                  <a:pt x="912618" y="58675"/>
                </a:lnTo>
                <a:lnTo>
                  <a:pt x="912992" y="58600"/>
                </a:lnTo>
                <a:lnTo>
                  <a:pt x="913370" y="58530"/>
                </a:lnTo>
                <a:lnTo>
                  <a:pt x="913752" y="58465"/>
                </a:lnTo>
                <a:lnTo>
                  <a:pt x="914139" y="58406"/>
                </a:lnTo>
                <a:lnTo>
                  <a:pt x="914529" y="58353"/>
                </a:lnTo>
                <a:lnTo>
                  <a:pt x="914924" y="58305"/>
                </a:lnTo>
                <a:lnTo>
                  <a:pt x="915323" y="58263"/>
                </a:lnTo>
                <a:lnTo>
                  <a:pt x="915726" y="58227"/>
                </a:lnTo>
                <a:lnTo>
                  <a:pt x="916134" y="58196"/>
                </a:lnTo>
                <a:lnTo>
                  <a:pt x="916545" y="58171"/>
                </a:lnTo>
                <a:lnTo>
                  <a:pt x="916961" y="58151"/>
                </a:lnTo>
                <a:lnTo>
                  <a:pt x="917381" y="58137"/>
                </a:lnTo>
                <a:lnTo>
                  <a:pt x="917806" y="58129"/>
                </a:lnTo>
                <a:lnTo>
                  <a:pt x="918234" y="58126"/>
                </a:lnTo>
                <a:lnTo>
                  <a:pt x="918408" y="58126"/>
                </a:lnTo>
                <a:lnTo>
                  <a:pt x="918581" y="58127"/>
                </a:lnTo>
                <a:lnTo>
                  <a:pt x="918752" y="58128"/>
                </a:lnTo>
                <a:lnTo>
                  <a:pt x="918921" y="58129"/>
                </a:lnTo>
                <a:lnTo>
                  <a:pt x="919089" y="58131"/>
                </a:lnTo>
                <a:lnTo>
                  <a:pt x="919256" y="58133"/>
                </a:lnTo>
                <a:lnTo>
                  <a:pt x="919421" y="58136"/>
                </a:lnTo>
                <a:lnTo>
                  <a:pt x="919584" y="58139"/>
                </a:lnTo>
                <a:lnTo>
                  <a:pt x="919746" y="58143"/>
                </a:lnTo>
                <a:lnTo>
                  <a:pt x="919906" y="58147"/>
                </a:lnTo>
                <a:lnTo>
                  <a:pt x="920065" y="58151"/>
                </a:lnTo>
                <a:lnTo>
                  <a:pt x="920222" y="58156"/>
                </a:lnTo>
                <a:lnTo>
                  <a:pt x="920378" y="58161"/>
                </a:lnTo>
                <a:lnTo>
                  <a:pt x="920532" y="58167"/>
                </a:lnTo>
                <a:lnTo>
                  <a:pt x="920684" y="58173"/>
                </a:lnTo>
                <a:lnTo>
                  <a:pt x="920835" y="58180"/>
                </a:lnTo>
                <a:lnTo>
                  <a:pt x="920985" y="58187"/>
                </a:lnTo>
                <a:lnTo>
                  <a:pt x="921133" y="58194"/>
                </a:lnTo>
                <a:lnTo>
                  <a:pt x="921279" y="58202"/>
                </a:lnTo>
                <a:lnTo>
                  <a:pt x="921424" y="58210"/>
                </a:lnTo>
                <a:lnTo>
                  <a:pt x="921567" y="58219"/>
                </a:lnTo>
                <a:lnTo>
                  <a:pt x="921709" y="58228"/>
                </a:lnTo>
                <a:lnTo>
                  <a:pt x="921849" y="58237"/>
                </a:lnTo>
                <a:lnTo>
                  <a:pt x="921988" y="58247"/>
                </a:lnTo>
                <a:lnTo>
                  <a:pt x="922126" y="58258"/>
                </a:lnTo>
                <a:lnTo>
                  <a:pt x="922265" y="58269"/>
                </a:lnTo>
                <a:lnTo>
                  <a:pt x="922405" y="58282"/>
                </a:lnTo>
                <a:lnTo>
                  <a:pt x="922545" y="58295"/>
                </a:lnTo>
                <a:lnTo>
                  <a:pt x="922686" y="58310"/>
                </a:lnTo>
                <a:lnTo>
                  <a:pt x="922828" y="58325"/>
                </a:lnTo>
                <a:lnTo>
                  <a:pt x="922971" y="58342"/>
                </a:lnTo>
                <a:lnTo>
                  <a:pt x="923114" y="58359"/>
                </a:lnTo>
                <a:lnTo>
                  <a:pt x="923258" y="58378"/>
                </a:lnTo>
                <a:lnTo>
                  <a:pt x="923402" y="58397"/>
                </a:lnTo>
                <a:lnTo>
                  <a:pt x="923548" y="58417"/>
                </a:lnTo>
                <a:lnTo>
                  <a:pt x="923694" y="58439"/>
                </a:lnTo>
                <a:lnTo>
                  <a:pt x="923840" y="58461"/>
                </a:lnTo>
                <a:lnTo>
                  <a:pt x="923988" y="58484"/>
                </a:lnTo>
                <a:lnTo>
                  <a:pt x="924136" y="58509"/>
                </a:lnTo>
                <a:lnTo>
                  <a:pt x="924284" y="58534"/>
                </a:lnTo>
                <a:lnTo>
                  <a:pt x="924434" y="58560"/>
                </a:lnTo>
                <a:lnTo>
                  <a:pt x="924584" y="58588"/>
                </a:lnTo>
                <a:lnTo>
                  <a:pt x="924735" y="58616"/>
                </a:lnTo>
                <a:lnTo>
                  <a:pt x="924887" y="58645"/>
                </a:lnTo>
                <a:lnTo>
                  <a:pt x="925039" y="58675"/>
                </a:lnTo>
                <a:lnTo>
                  <a:pt x="925192" y="58706"/>
                </a:lnTo>
                <a:lnTo>
                  <a:pt x="925345" y="58739"/>
                </a:lnTo>
                <a:lnTo>
                  <a:pt x="925500" y="58772"/>
                </a:lnTo>
                <a:lnTo>
                  <a:pt x="925581" y="44886"/>
                </a:lnTo>
                <a:lnTo>
                  <a:pt x="925511" y="44853"/>
                </a:lnTo>
                <a:lnTo>
                  <a:pt x="925437" y="44819"/>
                </a:lnTo>
                <a:lnTo>
                  <a:pt x="925359" y="44786"/>
                </a:lnTo>
                <a:lnTo>
                  <a:pt x="925276" y="44753"/>
                </a:lnTo>
                <a:lnTo>
                  <a:pt x="925188" y="44720"/>
                </a:lnTo>
                <a:lnTo>
                  <a:pt x="925096" y="44687"/>
                </a:lnTo>
                <a:lnTo>
                  <a:pt x="925000" y="44654"/>
                </a:lnTo>
                <a:lnTo>
                  <a:pt x="924899" y="44621"/>
                </a:lnTo>
                <a:lnTo>
                  <a:pt x="924793" y="44589"/>
                </a:lnTo>
                <a:lnTo>
                  <a:pt x="924684" y="44557"/>
                </a:lnTo>
                <a:lnTo>
                  <a:pt x="924569" y="44525"/>
                </a:lnTo>
                <a:lnTo>
                  <a:pt x="924450" y="44493"/>
                </a:lnTo>
                <a:lnTo>
                  <a:pt x="924327" y="44461"/>
                </a:lnTo>
                <a:lnTo>
                  <a:pt x="924199" y="44429"/>
                </a:lnTo>
                <a:lnTo>
                  <a:pt x="924067" y="44397"/>
                </a:lnTo>
                <a:lnTo>
                  <a:pt x="923930" y="44366"/>
                </a:lnTo>
                <a:lnTo>
                  <a:pt x="923789" y="44335"/>
                </a:lnTo>
                <a:lnTo>
                  <a:pt x="923643" y="44303"/>
                </a:lnTo>
                <a:lnTo>
                  <a:pt x="923493" y="44272"/>
                </a:lnTo>
                <a:lnTo>
                  <a:pt x="923338" y="44241"/>
                </a:lnTo>
                <a:lnTo>
                  <a:pt x="923179" y="44211"/>
                </a:lnTo>
                <a:lnTo>
                  <a:pt x="923015" y="44180"/>
                </a:lnTo>
                <a:lnTo>
                  <a:pt x="922847" y="44149"/>
                </a:lnTo>
                <a:lnTo>
                  <a:pt x="922674" y="44119"/>
                </a:lnTo>
                <a:lnTo>
                  <a:pt x="922500" y="44090"/>
                </a:lnTo>
                <a:lnTo>
                  <a:pt x="922328" y="44061"/>
                </a:lnTo>
                <a:lnTo>
                  <a:pt x="922157" y="44034"/>
                </a:lnTo>
                <a:lnTo>
                  <a:pt x="921988" y="44008"/>
                </a:lnTo>
                <a:lnTo>
                  <a:pt x="921821" y="43984"/>
                </a:lnTo>
                <a:lnTo>
                  <a:pt x="921655" y="43960"/>
                </a:lnTo>
                <a:lnTo>
                  <a:pt x="921491" y="43938"/>
                </a:lnTo>
                <a:lnTo>
                  <a:pt x="921329" y="43917"/>
                </a:lnTo>
                <a:lnTo>
                  <a:pt x="921168" y="43898"/>
                </a:lnTo>
                <a:lnTo>
                  <a:pt x="921009" y="43879"/>
                </a:lnTo>
                <a:lnTo>
                  <a:pt x="920852" y="43862"/>
                </a:lnTo>
                <a:lnTo>
                  <a:pt x="920696" y="43847"/>
                </a:lnTo>
                <a:lnTo>
                  <a:pt x="920542" y="43832"/>
                </a:lnTo>
                <a:lnTo>
                  <a:pt x="920390" y="43819"/>
                </a:lnTo>
                <a:lnTo>
                  <a:pt x="920240" y="43807"/>
                </a:lnTo>
                <a:lnTo>
                  <a:pt x="920091" y="43796"/>
                </a:lnTo>
                <a:lnTo>
                  <a:pt x="919944" y="43787"/>
                </a:lnTo>
                <a:lnTo>
                  <a:pt x="919798" y="43779"/>
                </a:lnTo>
                <a:lnTo>
                  <a:pt x="919654" y="43772"/>
                </a:lnTo>
                <a:lnTo>
                  <a:pt x="919512" y="43766"/>
                </a:lnTo>
                <a:lnTo>
                  <a:pt x="919372" y="43762"/>
                </a:lnTo>
                <a:lnTo>
                  <a:pt x="919233" y="43758"/>
                </a:lnTo>
                <a:lnTo>
                  <a:pt x="919096" y="43756"/>
                </a:lnTo>
                <a:lnTo>
                  <a:pt x="918961" y="43756"/>
                </a:lnTo>
                <a:lnTo>
                  <a:pt x="918372" y="43761"/>
                </a:lnTo>
                <a:lnTo>
                  <a:pt x="917790" y="43777"/>
                </a:lnTo>
                <a:lnTo>
                  <a:pt x="917216" y="43803"/>
                </a:lnTo>
                <a:lnTo>
                  <a:pt x="916648" y="43840"/>
                </a:lnTo>
                <a:lnTo>
                  <a:pt x="916086" y="43887"/>
                </a:lnTo>
                <a:lnTo>
                  <a:pt x="915532" y="43945"/>
                </a:lnTo>
                <a:lnTo>
                  <a:pt x="914985" y="44013"/>
                </a:lnTo>
                <a:lnTo>
                  <a:pt x="914444" y="44092"/>
                </a:lnTo>
                <a:lnTo>
                  <a:pt x="913911" y="44182"/>
                </a:lnTo>
                <a:lnTo>
                  <a:pt x="913384" y="44281"/>
                </a:lnTo>
                <a:lnTo>
                  <a:pt x="912864" y="44392"/>
                </a:lnTo>
                <a:lnTo>
                  <a:pt x="912351" y="44513"/>
                </a:lnTo>
                <a:lnTo>
                  <a:pt x="911845" y="44644"/>
                </a:lnTo>
                <a:lnTo>
                  <a:pt x="911345" y="44786"/>
                </a:lnTo>
                <a:lnTo>
                  <a:pt x="910853" y="44938"/>
                </a:lnTo>
                <a:lnTo>
                  <a:pt x="910367" y="45101"/>
                </a:lnTo>
                <a:lnTo>
                  <a:pt x="909889" y="45275"/>
                </a:lnTo>
                <a:lnTo>
                  <a:pt x="909417" y="45459"/>
                </a:lnTo>
                <a:lnTo>
                  <a:pt x="908952" y="45653"/>
                </a:lnTo>
                <a:lnTo>
                  <a:pt x="908494" y="45858"/>
                </a:lnTo>
                <a:lnTo>
                  <a:pt x="908043" y="46074"/>
                </a:lnTo>
                <a:lnTo>
                  <a:pt x="907598" y="46300"/>
                </a:lnTo>
                <a:lnTo>
                  <a:pt x="907161" y="46536"/>
                </a:lnTo>
                <a:lnTo>
                  <a:pt x="906730" y="46783"/>
                </a:lnTo>
                <a:lnTo>
                  <a:pt x="906306" y="47040"/>
                </a:lnTo>
                <a:lnTo>
                  <a:pt x="905888" y="47304"/>
                </a:lnTo>
                <a:lnTo>
                  <a:pt x="905477" y="47577"/>
                </a:lnTo>
                <a:lnTo>
                  <a:pt x="905072" y="47857"/>
                </a:lnTo>
                <a:lnTo>
                  <a:pt x="904673" y="48146"/>
                </a:lnTo>
                <a:lnTo>
                  <a:pt x="904280" y="48443"/>
                </a:lnTo>
                <a:lnTo>
                  <a:pt x="903894" y="48748"/>
                </a:lnTo>
                <a:lnTo>
                  <a:pt x="903514" y="49062"/>
                </a:lnTo>
                <a:lnTo>
                  <a:pt x="903141" y="49383"/>
                </a:lnTo>
                <a:lnTo>
                  <a:pt x="902773" y="49713"/>
                </a:lnTo>
                <a:lnTo>
                  <a:pt x="902412" y="50050"/>
                </a:lnTo>
                <a:lnTo>
                  <a:pt x="902058" y="50396"/>
                </a:lnTo>
                <a:lnTo>
                  <a:pt x="901709" y="50750"/>
                </a:lnTo>
                <a:lnTo>
                  <a:pt x="901367" y="51112"/>
                </a:lnTo>
                <a:lnTo>
                  <a:pt x="901032" y="51482"/>
                </a:lnTo>
                <a:lnTo>
                  <a:pt x="900702" y="51860"/>
                </a:lnTo>
                <a:lnTo>
                  <a:pt x="900379" y="52247"/>
                </a:lnTo>
                <a:lnTo>
                  <a:pt x="900062" y="52641"/>
                </a:lnTo>
                <a:lnTo>
                  <a:pt x="899752" y="53044"/>
                </a:lnTo>
                <a:lnTo>
                  <a:pt x="899447" y="53455"/>
                </a:lnTo>
                <a:lnTo>
                  <a:pt x="899150" y="53874"/>
                </a:lnTo>
                <a:lnTo>
                  <a:pt x="898858" y="54301"/>
                </a:lnTo>
                <a:lnTo>
                  <a:pt x="898573" y="54736"/>
                </a:lnTo>
                <a:lnTo>
                  <a:pt x="898294" y="55179"/>
                </a:lnTo>
                <a:lnTo>
                  <a:pt x="898184" y="55360"/>
                </a:lnTo>
                <a:lnTo>
                  <a:pt x="897890" y="45370"/>
                </a:lnTo>
                <a:lnTo>
                  <a:pt x="883359" y="45370"/>
                </a:lnTo>
                <a:lnTo>
                  <a:pt x="883359" y="132721"/>
                </a:lnTo>
                <a:lnTo>
                  <a:pt x="898294" y="132721"/>
                </a:lnTo>
                <a:lnTo>
                  <a:pt x="898294" y="70669"/>
                </a:lnTo>
                <a:lnTo>
                  <a:pt x="898362" y="70505"/>
                </a:lnTo>
                <a:lnTo>
                  <a:pt x="898504" y="70182"/>
                </a:lnTo>
                <a:lnTo>
                  <a:pt x="898649" y="69862"/>
                </a:lnTo>
                <a:lnTo>
                  <a:pt x="898799" y="69546"/>
                </a:lnTo>
                <a:lnTo>
                  <a:pt x="898952" y="69234"/>
                </a:lnTo>
                <a:close/>
                <a:moveTo>
                  <a:pt x="1027089" y="132721"/>
                </a:moveTo>
                <a:lnTo>
                  <a:pt x="1042104" y="132721"/>
                </a:lnTo>
                <a:lnTo>
                  <a:pt x="1042104" y="8719"/>
                </a:lnTo>
                <a:lnTo>
                  <a:pt x="1027089" y="8719"/>
                </a:lnTo>
                <a:lnTo>
                  <a:pt x="1027089" y="132721"/>
                </a:lnTo>
                <a:close/>
                <a:moveTo>
                  <a:pt x="1467709" y="132721"/>
                </a:moveTo>
                <a:lnTo>
                  <a:pt x="1482725" y="132721"/>
                </a:lnTo>
                <a:lnTo>
                  <a:pt x="1482725" y="8719"/>
                </a:lnTo>
                <a:lnTo>
                  <a:pt x="1467709" y="8719"/>
                </a:lnTo>
                <a:lnTo>
                  <a:pt x="1467709" y="132721"/>
                </a:lnTo>
                <a:close/>
                <a:moveTo>
                  <a:pt x="1121831" y="132721"/>
                </a:moveTo>
                <a:lnTo>
                  <a:pt x="1124899" y="132721"/>
                </a:lnTo>
                <a:lnTo>
                  <a:pt x="1180603" y="132721"/>
                </a:lnTo>
                <a:lnTo>
                  <a:pt x="1180603" y="120046"/>
                </a:lnTo>
                <a:lnTo>
                  <a:pt x="1124899" y="120046"/>
                </a:lnTo>
                <a:lnTo>
                  <a:pt x="1124899" y="15177"/>
                </a:lnTo>
                <a:lnTo>
                  <a:pt x="1109318" y="15177"/>
                </a:lnTo>
                <a:lnTo>
                  <a:pt x="1109318" y="132721"/>
                </a:lnTo>
                <a:lnTo>
                  <a:pt x="1121831" y="132721"/>
                </a:lnTo>
                <a:close/>
                <a:moveTo>
                  <a:pt x="987970" y="123697"/>
                </a:moveTo>
                <a:lnTo>
                  <a:pt x="988011" y="124045"/>
                </a:lnTo>
                <a:lnTo>
                  <a:pt x="988055" y="124395"/>
                </a:lnTo>
                <a:lnTo>
                  <a:pt x="988101" y="124748"/>
                </a:lnTo>
                <a:lnTo>
                  <a:pt x="988149" y="125103"/>
                </a:lnTo>
                <a:lnTo>
                  <a:pt x="988200" y="125459"/>
                </a:lnTo>
                <a:lnTo>
                  <a:pt x="988252" y="125818"/>
                </a:lnTo>
                <a:lnTo>
                  <a:pt x="988307" y="126175"/>
                </a:lnTo>
                <a:lnTo>
                  <a:pt x="988363" y="126526"/>
                </a:lnTo>
                <a:lnTo>
                  <a:pt x="988421" y="126871"/>
                </a:lnTo>
                <a:lnTo>
                  <a:pt x="988481" y="127210"/>
                </a:lnTo>
                <a:lnTo>
                  <a:pt x="988543" y="127543"/>
                </a:lnTo>
                <a:lnTo>
                  <a:pt x="988606" y="127869"/>
                </a:lnTo>
                <a:lnTo>
                  <a:pt x="988670" y="128190"/>
                </a:lnTo>
                <a:lnTo>
                  <a:pt x="988737" y="128505"/>
                </a:lnTo>
                <a:lnTo>
                  <a:pt x="988805" y="128814"/>
                </a:lnTo>
                <a:lnTo>
                  <a:pt x="988875" y="129116"/>
                </a:lnTo>
                <a:lnTo>
                  <a:pt x="988946" y="129413"/>
                </a:lnTo>
                <a:lnTo>
                  <a:pt x="989019" y="129703"/>
                </a:lnTo>
                <a:lnTo>
                  <a:pt x="989094" y="129988"/>
                </a:lnTo>
                <a:lnTo>
                  <a:pt x="989171" y="130267"/>
                </a:lnTo>
                <a:lnTo>
                  <a:pt x="989249" y="130539"/>
                </a:lnTo>
                <a:lnTo>
                  <a:pt x="989329" y="130806"/>
                </a:lnTo>
                <a:lnTo>
                  <a:pt x="989410" y="131066"/>
                </a:lnTo>
                <a:lnTo>
                  <a:pt x="989494" y="131321"/>
                </a:lnTo>
                <a:lnTo>
                  <a:pt x="989579" y="131569"/>
                </a:lnTo>
                <a:lnTo>
                  <a:pt x="989665" y="131811"/>
                </a:lnTo>
                <a:lnTo>
                  <a:pt x="989754" y="132048"/>
                </a:lnTo>
                <a:lnTo>
                  <a:pt x="989843" y="132278"/>
                </a:lnTo>
                <a:lnTo>
                  <a:pt x="989935" y="132502"/>
                </a:lnTo>
                <a:lnTo>
                  <a:pt x="990028" y="132721"/>
                </a:lnTo>
                <a:lnTo>
                  <a:pt x="1005609" y="132721"/>
                </a:lnTo>
                <a:lnTo>
                  <a:pt x="1005609" y="131429"/>
                </a:lnTo>
                <a:lnTo>
                  <a:pt x="1005483" y="131131"/>
                </a:lnTo>
                <a:lnTo>
                  <a:pt x="1005359" y="130827"/>
                </a:lnTo>
                <a:lnTo>
                  <a:pt x="1005238" y="130520"/>
                </a:lnTo>
                <a:lnTo>
                  <a:pt x="1005119" y="130207"/>
                </a:lnTo>
                <a:lnTo>
                  <a:pt x="1005004" y="129889"/>
                </a:lnTo>
                <a:lnTo>
                  <a:pt x="1004890" y="129567"/>
                </a:lnTo>
                <a:lnTo>
                  <a:pt x="1004780" y="129240"/>
                </a:lnTo>
                <a:lnTo>
                  <a:pt x="1004672" y="128908"/>
                </a:lnTo>
                <a:lnTo>
                  <a:pt x="1004567" y="128572"/>
                </a:lnTo>
                <a:lnTo>
                  <a:pt x="1004464" y="128231"/>
                </a:lnTo>
                <a:lnTo>
                  <a:pt x="1004365" y="127885"/>
                </a:lnTo>
                <a:lnTo>
                  <a:pt x="1004267" y="127534"/>
                </a:lnTo>
                <a:lnTo>
                  <a:pt x="1004173" y="127178"/>
                </a:lnTo>
                <a:lnTo>
                  <a:pt x="1004081" y="126818"/>
                </a:lnTo>
                <a:lnTo>
                  <a:pt x="1003992" y="126453"/>
                </a:lnTo>
                <a:lnTo>
                  <a:pt x="1003905" y="126083"/>
                </a:lnTo>
                <a:lnTo>
                  <a:pt x="1003821" y="125708"/>
                </a:lnTo>
                <a:lnTo>
                  <a:pt x="1003740" y="125329"/>
                </a:lnTo>
                <a:lnTo>
                  <a:pt x="1003661" y="124945"/>
                </a:lnTo>
                <a:lnTo>
                  <a:pt x="1003586" y="124556"/>
                </a:lnTo>
                <a:lnTo>
                  <a:pt x="1003512" y="124162"/>
                </a:lnTo>
                <a:lnTo>
                  <a:pt x="1003442" y="123764"/>
                </a:lnTo>
                <a:lnTo>
                  <a:pt x="1003374" y="123360"/>
                </a:lnTo>
                <a:lnTo>
                  <a:pt x="1003309" y="122952"/>
                </a:lnTo>
                <a:lnTo>
                  <a:pt x="1003246" y="122543"/>
                </a:lnTo>
                <a:lnTo>
                  <a:pt x="1003186" y="122136"/>
                </a:lnTo>
                <a:lnTo>
                  <a:pt x="1003129" y="121730"/>
                </a:lnTo>
                <a:lnTo>
                  <a:pt x="1003074" y="121327"/>
                </a:lnTo>
                <a:lnTo>
                  <a:pt x="1003022" y="120925"/>
                </a:lnTo>
                <a:lnTo>
                  <a:pt x="1002973" y="120525"/>
                </a:lnTo>
                <a:lnTo>
                  <a:pt x="1002927" y="120128"/>
                </a:lnTo>
                <a:lnTo>
                  <a:pt x="1002883" y="119732"/>
                </a:lnTo>
                <a:lnTo>
                  <a:pt x="1002841" y="119338"/>
                </a:lnTo>
                <a:lnTo>
                  <a:pt x="1002803" y="118947"/>
                </a:lnTo>
                <a:lnTo>
                  <a:pt x="1002767" y="118557"/>
                </a:lnTo>
                <a:lnTo>
                  <a:pt x="1002733" y="118169"/>
                </a:lnTo>
                <a:lnTo>
                  <a:pt x="1002703" y="117783"/>
                </a:lnTo>
                <a:lnTo>
                  <a:pt x="1002675" y="117399"/>
                </a:lnTo>
                <a:lnTo>
                  <a:pt x="1002650" y="117017"/>
                </a:lnTo>
                <a:lnTo>
                  <a:pt x="1002627" y="116637"/>
                </a:lnTo>
                <a:lnTo>
                  <a:pt x="1002607" y="116259"/>
                </a:lnTo>
                <a:lnTo>
                  <a:pt x="1002590" y="115883"/>
                </a:lnTo>
                <a:lnTo>
                  <a:pt x="1002575" y="115509"/>
                </a:lnTo>
                <a:lnTo>
                  <a:pt x="1002563" y="115137"/>
                </a:lnTo>
                <a:lnTo>
                  <a:pt x="1002554" y="114767"/>
                </a:lnTo>
                <a:lnTo>
                  <a:pt x="1002547" y="114399"/>
                </a:lnTo>
                <a:lnTo>
                  <a:pt x="1002543" y="114033"/>
                </a:lnTo>
                <a:lnTo>
                  <a:pt x="1002542" y="113668"/>
                </a:lnTo>
                <a:lnTo>
                  <a:pt x="1002542" y="72980"/>
                </a:lnTo>
                <a:lnTo>
                  <a:pt x="1002534" y="72172"/>
                </a:lnTo>
                <a:lnTo>
                  <a:pt x="1002513" y="71375"/>
                </a:lnTo>
                <a:lnTo>
                  <a:pt x="1002477" y="70589"/>
                </a:lnTo>
                <a:lnTo>
                  <a:pt x="1002426" y="69815"/>
                </a:lnTo>
                <a:lnTo>
                  <a:pt x="1002361" y="69052"/>
                </a:lnTo>
                <a:lnTo>
                  <a:pt x="1002282" y="68300"/>
                </a:lnTo>
                <a:lnTo>
                  <a:pt x="1002188" y="67560"/>
                </a:lnTo>
                <a:lnTo>
                  <a:pt x="1002080" y="66831"/>
                </a:lnTo>
                <a:lnTo>
                  <a:pt x="1001957" y="66114"/>
                </a:lnTo>
                <a:lnTo>
                  <a:pt x="1001820" y="65408"/>
                </a:lnTo>
                <a:lnTo>
                  <a:pt x="1001668" y="64713"/>
                </a:lnTo>
                <a:lnTo>
                  <a:pt x="1001502" y="64029"/>
                </a:lnTo>
                <a:lnTo>
                  <a:pt x="1001322" y="63357"/>
                </a:lnTo>
                <a:lnTo>
                  <a:pt x="1001127" y="62696"/>
                </a:lnTo>
                <a:lnTo>
                  <a:pt x="1000918" y="62047"/>
                </a:lnTo>
                <a:lnTo>
                  <a:pt x="1000694" y="61409"/>
                </a:lnTo>
                <a:lnTo>
                  <a:pt x="1000456" y="60782"/>
                </a:lnTo>
                <a:lnTo>
                  <a:pt x="1000203" y="60167"/>
                </a:lnTo>
                <a:lnTo>
                  <a:pt x="999936" y="59563"/>
                </a:lnTo>
                <a:lnTo>
                  <a:pt x="999654" y="58970"/>
                </a:lnTo>
                <a:lnTo>
                  <a:pt x="999359" y="58389"/>
                </a:lnTo>
                <a:lnTo>
                  <a:pt x="999048" y="57819"/>
                </a:lnTo>
                <a:lnTo>
                  <a:pt x="998723" y="57260"/>
                </a:lnTo>
                <a:lnTo>
                  <a:pt x="998384" y="56713"/>
                </a:lnTo>
                <a:lnTo>
                  <a:pt x="998032" y="56177"/>
                </a:lnTo>
                <a:lnTo>
                  <a:pt x="997669" y="55653"/>
                </a:lnTo>
                <a:lnTo>
                  <a:pt x="997295" y="55139"/>
                </a:lnTo>
                <a:lnTo>
                  <a:pt x="996911" y="54638"/>
                </a:lnTo>
                <a:lnTo>
                  <a:pt x="996515" y="54147"/>
                </a:lnTo>
                <a:lnTo>
                  <a:pt x="996109" y="53668"/>
                </a:lnTo>
                <a:lnTo>
                  <a:pt x="995691" y="53200"/>
                </a:lnTo>
                <a:lnTo>
                  <a:pt x="995263" y="52744"/>
                </a:lnTo>
                <a:lnTo>
                  <a:pt x="994823" y="52299"/>
                </a:lnTo>
                <a:lnTo>
                  <a:pt x="994373" y="51865"/>
                </a:lnTo>
                <a:lnTo>
                  <a:pt x="993912" y="51443"/>
                </a:lnTo>
                <a:lnTo>
                  <a:pt x="993439" y="51032"/>
                </a:lnTo>
                <a:lnTo>
                  <a:pt x="992956" y="50632"/>
                </a:lnTo>
                <a:lnTo>
                  <a:pt x="992462" y="50244"/>
                </a:lnTo>
                <a:lnTo>
                  <a:pt x="991957" y="49867"/>
                </a:lnTo>
                <a:lnTo>
                  <a:pt x="991441" y="49501"/>
                </a:lnTo>
                <a:lnTo>
                  <a:pt x="990914" y="49147"/>
                </a:lnTo>
                <a:lnTo>
                  <a:pt x="990377" y="48804"/>
                </a:lnTo>
                <a:lnTo>
                  <a:pt x="989828" y="48472"/>
                </a:lnTo>
                <a:lnTo>
                  <a:pt x="989268" y="48152"/>
                </a:lnTo>
                <a:lnTo>
                  <a:pt x="988698" y="47843"/>
                </a:lnTo>
                <a:lnTo>
                  <a:pt x="988116" y="47546"/>
                </a:lnTo>
                <a:lnTo>
                  <a:pt x="987524" y="47260"/>
                </a:lnTo>
                <a:lnTo>
                  <a:pt x="986920" y="46985"/>
                </a:lnTo>
                <a:lnTo>
                  <a:pt x="986308" y="46722"/>
                </a:lnTo>
                <a:lnTo>
                  <a:pt x="985687" y="46469"/>
                </a:lnTo>
                <a:lnTo>
                  <a:pt x="985059" y="46228"/>
                </a:lnTo>
                <a:lnTo>
                  <a:pt x="984423" y="45998"/>
                </a:lnTo>
                <a:lnTo>
                  <a:pt x="983780" y="45780"/>
                </a:lnTo>
                <a:lnTo>
                  <a:pt x="983129" y="45572"/>
                </a:lnTo>
                <a:lnTo>
                  <a:pt x="982470" y="45376"/>
                </a:lnTo>
                <a:lnTo>
                  <a:pt x="981803" y="45191"/>
                </a:lnTo>
                <a:lnTo>
                  <a:pt x="981129" y="45017"/>
                </a:lnTo>
                <a:lnTo>
                  <a:pt x="980447" y="44855"/>
                </a:lnTo>
                <a:lnTo>
                  <a:pt x="979757" y="44703"/>
                </a:lnTo>
                <a:lnTo>
                  <a:pt x="979059" y="44563"/>
                </a:lnTo>
                <a:lnTo>
                  <a:pt x="978354" y="44434"/>
                </a:lnTo>
                <a:lnTo>
                  <a:pt x="977641" y="44316"/>
                </a:lnTo>
                <a:lnTo>
                  <a:pt x="976921" y="44210"/>
                </a:lnTo>
                <a:lnTo>
                  <a:pt x="976192" y="44115"/>
                </a:lnTo>
                <a:lnTo>
                  <a:pt x="975456" y="44031"/>
                </a:lnTo>
                <a:lnTo>
                  <a:pt x="974712" y="43958"/>
                </a:lnTo>
                <a:lnTo>
                  <a:pt x="973961" y="43896"/>
                </a:lnTo>
                <a:lnTo>
                  <a:pt x="973202" y="43846"/>
                </a:lnTo>
                <a:lnTo>
                  <a:pt x="972435" y="43806"/>
                </a:lnTo>
                <a:lnTo>
                  <a:pt x="971660" y="43778"/>
                </a:lnTo>
                <a:lnTo>
                  <a:pt x="970878" y="43761"/>
                </a:lnTo>
                <a:lnTo>
                  <a:pt x="970088" y="43756"/>
                </a:lnTo>
                <a:lnTo>
                  <a:pt x="969431" y="43760"/>
                </a:lnTo>
                <a:lnTo>
                  <a:pt x="968780" y="43771"/>
                </a:lnTo>
                <a:lnTo>
                  <a:pt x="968134" y="43791"/>
                </a:lnTo>
                <a:lnTo>
                  <a:pt x="967492" y="43818"/>
                </a:lnTo>
                <a:lnTo>
                  <a:pt x="966856" y="43852"/>
                </a:lnTo>
                <a:lnTo>
                  <a:pt x="966226" y="43895"/>
                </a:lnTo>
                <a:lnTo>
                  <a:pt x="965600" y="43945"/>
                </a:lnTo>
                <a:lnTo>
                  <a:pt x="964980" y="44003"/>
                </a:lnTo>
                <a:lnTo>
                  <a:pt x="964364" y="44068"/>
                </a:lnTo>
                <a:lnTo>
                  <a:pt x="963754" y="44141"/>
                </a:lnTo>
                <a:lnTo>
                  <a:pt x="963150" y="44222"/>
                </a:lnTo>
                <a:lnTo>
                  <a:pt x="962550" y="44311"/>
                </a:lnTo>
                <a:lnTo>
                  <a:pt x="961955" y="44407"/>
                </a:lnTo>
                <a:lnTo>
                  <a:pt x="961366" y="44511"/>
                </a:lnTo>
                <a:lnTo>
                  <a:pt x="960782" y="44623"/>
                </a:lnTo>
                <a:lnTo>
                  <a:pt x="960203" y="44743"/>
                </a:lnTo>
                <a:lnTo>
                  <a:pt x="959629" y="44870"/>
                </a:lnTo>
                <a:lnTo>
                  <a:pt x="959061" y="45005"/>
                </a:lnTo>
                <a:lnTo>
                  <a:pt x="958497" y="45147"/>
                </a:lnTo>
                <a:lnTo>
                  <a:pt x="957939" y="45298"/>
                </a:lnTo>
                <a:lnTo>
                  <a:pt x="957386" y="45456"/>
                </a:lnTo>
                <a:lnTo>
                  <a:pt x="956839" y="45621"/>
                </a:lnTo>
                <a:lnTo>
                  <a:pt x="956296" y="45795"/>
                </a:lnTo>
                <a:lnTo>
                  <a:pt x="955758" y="45976"/>
                </a:lnTo>
                <a:lnTo>
                  <a:pt x="955227" y="46164"/>
                </a:lnTo>
                <a:lnTo>
                  <a:pt x="954702" y="46357"/>
                </a:lnTo>
                <a:lnTo>
                  <a:pt x="954183" y="46555"/>
                </a:lnTo>
                <a:lnTo>
                  <a:pt x="953671" y="46759"/>
                </a:lnTo>
                <a:lnTo>
                  <a:pt x="953165" y="46968"/>
                </a:lnTo>
                <a:lnTo>
                  <a:pt x="952665" y="47182"/>
                </a:lnTo>
                <a:lnTo>
                  <a:pt x="952173" y="47401"/>
                </a:lnTo>
                <a:lnTo>
                  <a:pt x="951686" y="47626"/>
                </a:lnTo>
                <a:lnTo>
                  <a:pt x="951206" y="47857"/>
                </a:lnTo>
                <a:lnTo>
                  <a:pt x="950732" y="48092"/>
                </a:lnTo>
                <a:lnTo>
                  <a:pt x="950265" y="48333"/>
                </a:lnTo>
                <a:lnTo>
                  <a:pt x="949805" y="48580"/>
                </a:lnTo>
                <a:lnTo>
                  <a:pt x="949350" y="48831"/>
                </a:lnTo>
                <a:lnTo>
                  <a:pt x="948903" y="49088"/>
                </a:lnTo>
                <a:lnTo>
                  <a:pt x="948461" y="49350"/>
                </a:lnTo>
                <a:lnTo>
                  <a:pt x="948026" y="49618"/>
                </a:lnTo>
                <a:lnTo>
                  <a:pt x="947598" y="49891"/>
                </a:lnTo>
                <a:lnTo>
                  <a:pt x="947176" y="50169"/>
                </a:lnTo>
                <a:lnTo>
                  <a:pt x="946760" y="50452"/>
                </a:lnTo>
                <a:lnTo>
                  <a:pt x="946351" y="50741"/>
                </a:lnTo>
                <a:lnTo>
                  <a:pt x="945948" y="51035"/>
                </a:lnTo>
                <a:lnTo>
                  <a:pt x="945552" y="51335"/>
                </a:lnTo>
                <a:lnTo>
                  <a:pt x="945162" y="51640"/>
                </a:lnTo>
                <a:lnTo>
                  <a:pt x="944779" y="51950"/>
                </a:lnTo>
                <a:lnTo>
                  <a:pt x="944403" y="52264"/>
                </a:lnTo>
                <a:lnTo>
                  <a:pt x="944034" y="52582"/>
                </a:lnTo>
                <a:lnTo>
                  <a:pt x="943672" y="52902"/>
                </a:lnTo>
                <a:lnTo>
                  <a:pt x="943318" y="53225"/>
                </a:lnTo>
                <a:lnTo>
                  <a:pt x="942971" y="53551"/>
                </a:lnTo>
                <a:lnTo>
                  <a:pt x="942632" y="53880"/>
                </a:lnTo>
                <a:lnTo>
                  <a:pt x="942300" y="54212"/>
                </a:lnTo>
                <a:lnTo>
                  <a:pt x="941976" y="54547"/>
                </a:lnTo>
                <a:lnTo>
                  <a:pt x="941659" y="54885"/>
                </a:lnTo>
                <a:lnTo>
                  <a:pt x="941349" y="55225"/>
                </a:lnTo>
                <a:lnTo>
                  <a:pt x="941047" y="55569"/>
                </a:lnTo>
                <a:lnTo>
                  <a:pt x="940753" y="55916"/>
                </a:lnTo>
                <a:lnTo>
                  <a:pt x="940465" y="56265"/>
                </a:lnTo>
                <a:lnTo>
                  <a:pt x="940186" y="56618"/>
                </a:lnTo>
                <a:lnTo>
                  <a:pt x="939913" y="56974"/>
                </a:lnTo>
                <a:lnTo>
                  <a:pt x="939648" y="57332"/>
                </a:lnTo>
                <a:lnTo>
                  <a:pt x="939391" y="57693"/>
                </a:lnTo>
                <a:lnTo>
                  <a:pt x="939141" y="58058"/>
                </a:lnTo>
                <a:lnTo>
                  <a:pt x="938898" y="58425"/>
                </a:lnTo>
                <a:lnTo>
                  <a:pt x="938663" y="58795"/>
                </a:lnTo>
                <a:lnTo>
                  <a:pt x="938435" y="59168"/>
                </a:lnTo>
                <a:lnTo>
                  <a:pt x="938214" y="59545"/>
                </a:lnTo>
                <a:lnTo>
                  <a:pt x="938001" y="59924"/>
                </a:lnTo>
                <a:lnTo>
                  <a:pt x="937796" y="60306"/>
                </a:lnTo>
                <a:lnTo>
                  <a:pt x="937598" y="60689"/>
                </a:lnTo>
                <a:lnTo>
                  <a:pt x="937409" y="61073"/>
                </a:lnTo>
                <a:lnTo>
                  <a:pt x="937228" y="61457"/>
                </a:lnTo>
                <a:lnTo>
                  <a:pt x="937056" y="61842"/>
                </a:lnTo>
                <a:lnTo>
                  <a:pt x="936892" y="62226"/>
                </a:lnTo>
                <a:lnTo>
                  <a:pt x="936736" y="62611"/>
                </a:lnTo>
                <a:lnTo>
                  <a:pt x="936589" y="62997"/>
                </a:lnTo>
                <a:lnTo>
                  <a:pt x="936450" y="63382"/>
                </a:lnTo>
                <a:lnTo>
                  <a:pt x="936320" y="63768"/>
                </a:lnTo>
                <a:lnTo>
                  <a:pt x="936198" y="64154"/>
                </a:lnTo>
                <a:lnTo>
                  <a:pt x="936085" y="64541"/>
                </a:lnTo>
                <a:lnTo>
                  <a:pt x="935980" y="64927"/>
                </a:lnTo>
                <a:lnTo>
                  <a:pt x="935883" y="65314"/>
                </a:lnTo>
                <a:lnTo>
                  <a:pt x="935795" y="65702"/>
                </a:lnTo>
                <a:lnTo>
                  <a:pt x="935715" y="66089"/>
                </a:lnTo>
                <a:lnTo>
                  <a:pt x="935643" y="66477"/>
                </a:lnTo>
                <a:lnTo>
                  <a:pt x="935580" y="66865"/>
                </a:lnTo>
                <a:lnTo>
                  <a:pt x="935525" y="67253"/>
                </a:lnTo>
                <a:lnTo>
                  <a:pt x="935479" y="67642"/>
                </a:lnTo>
                <a:lnTo>
                  <a:pt x="935441" y="68031"/>
                </a:lnTo>
                <a:lnTo>
                  <a:pt x="935412" y="68420"/>
                </a:lnTo>
                <a:lnTo>
                  <a:pt x="935391" y="68810"/>
                </a:lnTo>
                <a:lnTo>
                  <a:pt x="935378" y="69200"/>
                </a:lnTo>
                <a:lnTo>
                  <a:pt x="935374" y="69590"/>
                </a:lnTo>
                <a:lnTo>
                  <a:pt x="950309" y="69590"/>
                </a:lnTo>
                <a:lnTo>
                  <a:pt x="950313" y="69288"/>
                </a:lnTo>
                <a:lnTo>
                  <a:pt x="950326" y="68987"/>
                </a:lnTo>
                <a:lnTo>
                  <a:pt x="950346" y="68689"/>
                </a:lnTo>
                <a:lnTo>
                  <a:pt x="950375" y="68392"/>
                </a:lnTo>
                <a:lnTo>
                  <a:pt x="950413" y="68097"/>
                </a:lnTo>
                <a:lnTo>
                  <a:pt x="950458" y="67803"/>
                </a:lnTo>
                <a:lnTo>
                  <a:pt x="950512" y="67512"/>
                </a:lnTo>
                <a:lnTo>
                  <a:pt x="950574" y="67221"/>
                </a:lnTo>
                <a:lnTo>
                  <a:pt x="950644" y="66933"/>
                </a:lnTo>
                <a:lnTo>
                  <a:pt x="950723" y="66646"/>
                </a:lnTo>
                <a:lnTo>
                  <a:pt x="950809" y="66361"/>
                </a:lnTo>
                <a:lnTo>
                  <a:pt x="950905" y="66078"/>
                </a:lnTo>
                <a:lnTo>
                  <a:pt x="951008" y="65796"/>
                </a:lnTo>
                <a:lnTo>
                  <a:pt x="951120" y="65516"/>
                </a:lnTo>
                <a:lnTo>
                  <a:pt x="951239" y="65238"/>
                </a:lnTo>
                <a:lnTo>
                  <a:pt x="951368" y="64961"/>
                </a:lnTo>
                <a:lnTo>
                  <a:pt x="951504" y="64686"/>
                </a:lnTo>
                <a:lnTo>
                  <a:pt x="951649" y="64413"/>
                </a:lnTo>
                <a:lnTo>
                  <a:pt x="951802" y="64141"/>
                </a:lnTo>
                <a:lnTo>
                  <a:pt x="951963" y="63871"/>
                </a:lnTo>
                <a:lnTo>
                  <a:pt x="952133" y="63603"/>
                </a:lnTo>
                <a:lnTo>
                  <a:pt x="952310" y="63336"/>
                </a:lnTo>
                <a:lnTo>
                  <a:pt x="952496" y="63071"/>
                </a:lnTo>
                <a:lnTo>
                  <a:pt x="952691" y="62808"/>
                </a:lnTo>
                <a:lnTo>
                  <a:pt x="952892" y="62548"/>
                </a:lnTo>
                <a:lnTo>
                  <a:pt x="953101" y="62292"/>
                </a:lnTo>
                <a:lnTo>
                  <a:pt x="953315" y="62040"/>
                </a:lnTo>
                <a:lnTo>
                  <a:pt x="953536" y="61792"/>
                </a:lnTo>
                <a:lnTo>
                  <a:pt x="953764" y="61549"/>
                </a:lnTo>
                <a:lnTo>
                  <a:pt x="953998" y="61310"/>
                </a:lnTo>
                <a:lnTo>
                  <a:pt x="954238" y="61075"/>
                </a:lnTo>
                <a:lnTo>
                  <a:pt x="954485" y="60844"/>
                </a:lnTo>
                <a:lnTo>
                  <a:pt x="954738" y="60617"/>
                </a:lnTo>
                <a:lnTo>
                  <a:pt x="954998" y="60395"/>
                </a:lnTo>
                <a:lnTo>
                  <a:pt x="955264" y="60177"/>
                </a:lnTo>
                <a:lnTo>
                  <a:pt x="955536" y="59962"/>
                </a:lnTo>
                <a:lnTo>
                  <a:pt x="955815" y="59753"/>
                </a:lnTo>
                <a:lnTo>
                  <a:pt x="956101" y="59547"/>
                </a:lnTo>
                <a:lnTo>
                  <a:pt x="956393" y="59346"/>
                </a:lnTo>
                <a:lnTo>
                  <a:pt x="956691" y="59148"/>
                </a:lnTo>
                <a:lnTo>
                  <a:pt x="956996" y="58955"/>
                </a:lnTo>
                <a:lnTo>
                  <a:pt x="957307" y="58767"/>
                </a:lnTo>
                <a:lnTo>
                  <a:pt x="957625" y="58582"/>
                </a:lnTo>
                <a:lnTo>
                  <a:pt x="957949" y="58402"/>
                </a:lnTo>
                <a:lnTo>
                  <a:pt x="958280" y="58226"/>
                </a:lnTo>
                <a:lnTo>
                  <a:pt x="958617" y="58054"/>
                </a:lnTo>
                <a:lnTo>
                  <a:pt x="958961" y="57886"/>
                </a:lnTo>
                <a:lnTo>
                  <a:pt x="959311" y="57722"/>
                </a:lnTo>
                <a:lnTo>
                  <a:pt x="959666" y="57564"/>
                </a:lnTo>
                <a:lnTo>
                  <a:pt x="960027" y="57413"/>
                </a:lnTo>
                <a:lnTo>
                  <a:pt x="960392" y="57268"/>
                </a:lnTo>
                <a:lnTo>
                  <a:pt x="960763" y="57130"/>
                </a:lnTo>
                <a:lnTo>
                  <a:pt x="961138" y="56999"/>
                </a:lnTo>
                <a:lnTo>
                  <a:pt x="961518" y="56875"/>
                </a:lnTo>
                <a:lnTo>
                  <a:pt x="961903" y="56757"/>
                </a:lnTo>
                <a:lnTo>
                  <a:pt x="962293" y="56646"/>
                </a:lnTo>
                <a:lnTo>
                  <a:pt x="962688" y="56542"/>
                </a:lnTo>
                <a:lnTo>
                  <a:pt x="963088" y="56444"/>
                </a:lnTo>
                <a:lnTo>
                  <a:pt x="963493" y="56353"/>
                </a:lnTo>
                <a:lnTo>
                  <a:pt x="963902" y="56269"/>
                </a:lnTo>
                <a:lnTo>
                  <a:pt x="964317" y="56192"/>
                </a:lnTo>
                <a:lnTo>
                  <a:pt x="964736" y="56121"/>
                </a:lnTo>
                <a:lnTo>
                  <a:pt x="965160" y="56057"/>
                </a:lnTo>
                <a:lnTo>
                  <a:pt x="965590" y="56000"/>
                </a:lnTo>
                <a:lnTo>
                  <a:pt x="966024" y="55950"/>
                </a:lnTo>
                <a:lnTo>
                  <a:pt x="966463" y="55906"/>
                </a:lnTo>
                <a:lnTo>
                  <a:pt x="966907" y="55869"/>
                </a:lnTo>
                <a:lnTo>
                  <a:pt x="967356" y="55839"/>
                </a:lnTo>
                <a:lnTo>
                  <a:pt x="967809" y="55815"/>
                </a:lnTo>
                <a:lnTo>
                  <a:pt x="968268" y="55798"/>
                </a:lnTo>
                <a:lnTo>
                  <a:pt x="968732" y="55788"/>
                </a:lnTo>
                <a:lnTo>
                  <a:pt x="969200" y="55785"/>
                </a:lnTo>
                <a:lnTo>
                  <a:pt x="969701" y="55788"/>
                </a:lnTo>
                <a:lnTo>
                  <a:pt x="970196" y="55799"/>
                </a:lnTo>
                <a:lnTo>
                  <a:pt x="970683" y="55817"/>
                </a:lnTo>
                <a:lnTo>
                  <a:pt x="971165" y="55843"/>
                </a:lnTo>
                <a:lnTo>
                  <a:pt x="971639" y="55876"/>
                </a:lnTo>
                <a:lnTo>
                  <a:pt x="972106" y="55916"/>
                </a:lnTo>
                <a:lnTo>
                  <a:pt x="972567" y="55963"/>
                </a:lnTo>
                <a:lnTo>
                  <a:pt x="973021" y="56018"/>
                </a:lnTo>
                <a:lnTo>
                  <a:pt x="973469" y="56080"/>
                </a:lnTo>
                <a:lnTo>
                  <a:pt x="973909" y="56149"/>
                </a:lnTo>
                <a:lnTo>
                  <a:pt x="974343" y="56226"/>
                </a:lnTo>
                <a:lnTo>
                  <a:pt x="974770" y="56309"/>
                </a:lnTo>
                <a:lnTo>
                  <a:pt x="975191" y="56401"/>
                </a:lnTo>
                <a:lnTo>
                  <a:pt x="975605" y="56499"/>
                </a:lnTo>
                <a:lnTo>
                  <a:pt x="976012" y="56605"/>
                </a:lnTo>
                <a:lnTo>
                  <a:pt x="976412" y="56718"/>
                </a:lnTo>
                <a:lnTo>
                  <a:pt x="976806" y="56838"/>
                </a:lnTo>
                <a:lnTo>
                  <a:pt x="977192" y="56965"/>
                </a:lnTo>
                <a:lnTo>
                  <a:pt x="977572" y="57100"/>
                </a:lnTo>
                <a:lnTo>
                  <a:pt x="977946" y="57242"/>
                </a:lnTo>
                <a:lnTo>
                  <a:pt x="978313" y="57392"/>
                </a:lnTo>
                <a:lnTo>
                  <a:pt x="978672" y="57548"/>
                </a:lnTo>
                <a:lnTo>
                  <a:pt x="979026" y="57712"/>
                </a:lnTo>
                <a:lnTo>
                  <a:pt x="979372" y="57884"/>
                </a:lnTo>
                <a:lnTo>
                  <a:pt x="979712" y="58062"/>
                </a:lnTo>
                <a:lnTo>
                  <a:pt x="980044" y="58246"/>
                </a:lnTo>
                <a:lnTo>
                  <a:pt x="980369" y="58436"/>
                </a:lnTo>
                <a:lnTo>
                  <a:pt x="980687" y="58632"/>
                </a:lnTo>
                <a:lnTo>
                  <a:pt x="980998" y="58834"/>
                </a:lnTo>
                <a:lnTo>
                  <a:pt x="981302" y="59042"/>
                </a:lnTo>
                <a:lnTo>
                  <a:pt x="981599" y="59256"/>
                </a:lnTo>
                <a:lnTo>
                  <a:pt x="981888" y="59476"/>
                </a:lnTo>
                <a:lnTo>
                  <a:pt x="982171" y="59702"/>
                </a:lnTo>
                <a:lnTo>
                  <a:pt x="982446" y="59934"/>
                </a:lnTo>
                <a:lnTo>
                  <a:pt x="982714" y="60172"/>
                </a:lnTo>
                <a:lnTo>
                  <a:pt x="982975" y="60417"/>
                </a:lnTo>
                <a:lnTo>
                  <a:pt x="983228" y="60667"/>
                </a:lnTo>
                <a:lnTo>
                  <a:pt x="983475" y="60923"/>
                </a:lnTo>
                <a:lnTo>
                  <a:pt x="983715" y="61185"/>
                </a:lnTo>
                <a:lnTo>
                  <a:pt x="983947" y="61454"/>
                </a:lnTo>
                <a:lnTo>
                  <a:pt x="984172" y="61728"/>
                </a:lnTo>
                <a:lnTo>
                  <a:pt x="984390" y="62008"/>
                </a:lnTo>
                <a:lnTo>
                  <a:pt x="984601" y="62295"/>
                </a:lnTo>
                <a:lnTo>
                  <a:pt x="984805" y="62587"/>
                </a:lnTo>
                <a:lnTo>
                  <a:pt x="985001" y="62886"/>
                </a:lnTo>
                <a:lnTo>
                  <a:pt x="985191" y="63190"/>
                </a:lnTo>
                <a:lnTo>
                  <a:pt x="985373" y="63501"/>
                </a:lnTo>
                <a:lnTo>
                  <a:pt x="985548" y="63817"/>
                </a:lnTo>
                <a:lnTo>
                  <a:pt x="985716" y="64139"/>
                </a:lnTo>
                <a:lnTo>
                  <a:pt x="985877" y="64466"/>
                </a:lnTo>
                <a:lnTo>
                  <a:pt x="986030" y="64797"/>
                </a:lnTo>
                <a:lnTo>
                  <a:pt x="986177" y="65133"/>
                </a:lnTo>
                <a:lnTo>
                  <a:pt x="986316" y="65473"/>
                </a:lnTo>
                <a:lnTo>
                  <a:pt x="986449" y="65818"/>
                </a:lnTo>
                <a:lnTo>
                  <a:pt x="986574" y="66168"/>
                </a:lnTo>
                <a:lnTo>
                  <a:pt x="986692" y="66522"/>
                </a:lnTo>
                <a:lnTo>
                  <a:pt x="986802" y="66881"/>
                </a:lnTo>
                <a:lnTo>
                  <a:pt x="986906" y="67244"/>
                </a:lnTo>
                <a:lnTo>
                  <a:pt x="987003" y="67612"/>
                </a:lnTo>
                <a:lnTo>
                  <a:pt x="987092" y="67985"/>
                </a:lnTo>
                <a:lnTo>
                  <a:pt x="987174" y="68362"/>
                </a:lnTo>
                <a:lnTo>
                  <a:pt x="987249" y="68744"/>
                </a:lnTo>
                <a:lnTo>
                  <a:pt x="987317" y="69131"/>
                </a:lnTo>
                <a:lnTo>
                  <a:pt x="987378" y="69522"/>
                </a:lnTo>
                <a:lnTo>
                  <a:pt x="987431" y="69918"/>
                </a:lnTo>
                <a:lnTo>
                  <a:pt x="987478" y="70319"/>
                </a:lnTo>
                <a:lnTo>
                  <a:pt x="987517" y="70724"/>
                </a:lnTo>
                <a:lnTo>
                  <a:pt x="987549" y="71134"/>
                </a:lnTo>
                <a:lnTo>
                  <a:pt x="987574" y="71548"/>
                </a:lnTo>
                <a:lnTo>
                  <a:pt x="987592" y="71967"/>
                </a:lnTo>
                <a:lnTo>
                  <a:pt x="987603" y="72391"/>
                </a:lnTo>
                <a:lnTo>
                  <a:pt x="987607" y="72819"/>
                </a:lnTo>
                <a:lnTo>
                  <a:pt x="987607" y="79762"/>
                </a:lnTo>
                <a:lnTo>
                  <a:pt x="972833" y="79762"/>
                </a:lnTo>
                <a:lnTo>
                  <a:pt x="972089" y="79765"/>
                </a:lnTo>
                <a:lnTo>
                  <a:pt x="971351" y="79775"/>
                </a:lnTo>
                <a:lnTo>
                  <a:pt x="970619" y="79791"/>
                </a:lnTo>
                <a:lnTo>
                  <a:pt x="969893" y="79813"/>
                </a:lnTo>
                <a:lnTo>
                  <a:pt x="969173" y="79842"/>
                </a:lnTo>
                <a:lnTo>
                  <a:pt x="968458" y="79878"/>
                </a:lnTo>
                <a:lnTo>
                  <a:pt x="967750" y="79920"/>
                </a:lnTo>
                <a:lnTo>
                  <a:pt x="967047" y="79968"/>
                </a:lnTo>
                <a:lnTo>
                  <a:pt x="966351" y="80023"/>
                </a:lnTo>
                <a:lnTo>
                  <a:pt x="965660" y="80084"/>
                </a:lnTo>
                <a:lnTo>
                  <a:pt x="964975" y="80152"/>
                </a:lnTo>
                <a:lnTo>
                  <a:pt x="964296" y="80226"/>
                </a:lnTo>
                <a:lnTo>
                  <a:pt x="963623" y="80306"/>
                </a:lnTo>
                <a:lnTo>
                  <a:pt x="962955" y="80393"/>
                </a:lnTo>
                <a:lnTo>
                  <a:pt x="962294" y="80487"/>
                </a:lnTo>
                <a:lnTo>
                  <a:pt x="961638" y="80587"/>
                </a:lnTo>
                <a:lnTo>
                  <a:pt x="960989" y="80693"/>
                </a:lnTo>
                <a:lnTo>
                  <a:pt x="960345" y="80806"/>
                </a:lnTo>
                <a:lnTo>
                  <a:pt x="959707" y="80925"/>
                </a:lnTo>
                <a:lnTo>
                  <a:pt x="959075" y="81051"/>
                </a:lnTo>
                <a:lnTo>
                  <a:pt x="958449" y="81183"/>
                </a:lnTo>
                <a:lnTo>
                  <a:pt x="957829" y="81322"/>
                </a:lnTo>
                <a:lnTo>
                  <a:pt x="957215" y="81467"/>
                </a:lnTo>
                <a:lnTo>
                  <a:pt x="956606" y="81618"/>
                </a:lnTo>
                <a:lnTo>
                  <a:pt x="956004" y="81776"/>
                </a:lnTo>
                <a:lnTo>
                  <a:pt x="955410" y="81940"/>
                </a:lnTo>
                <a:lnTo>
                  <a:pt x="954822" y="82110"/>
                </a:lnTo>
                <a:lnTo>
                  <a:pt x="954243" y="82286"/>
                </a:lnTo>
                <a:lnTo>
                  <a:pt x="953670" y="82467"/>
                </a:lnTo>
                <a:lnTo>
                  <a:pt x="953104" y="82655"/>
                </a:lnTo>
                <a:lnTo>
                  <a:pt x="952546" y="82849"/>
                </a:lnTo>
                <a:lnTo>
                  <a:pt x="951996" y="83049"/>
                </a:lnTo>
                <a:lnTo>
                  <a:pt x="951452" y="83255"/>
                </a:lnTo>
                <a:lnTo>
                  <a:pt x="950916" y="83467"/>
                </a:lnTo>
                <a:lnTo>
                  <a:pt x="950387" y="83685"/>
                </a:lnTo>
                <a:lnTo>
                  <a:pt x="949865" y="83909"/>
                </a:lnTo>
                <a:lnTo>
                  <a:pt x="949351" y="84139"/>
                </a:lnTo>
                <a:lnTo>
                  <a:pt x="948844" y="84375"/>
                </a:lnTo>
                <a:lnTo>
                  <a:pt x="948344" y="84617"/>
                </a:lnTo>
                <a:lnTo>
                  <a:pt x="947851" y="84866"/>
                </a:lnTo>
                <a:lnTo>
                  <a:pt x="947366" y="85120"/>
                </a:lnTo>
                <a:lnTo>
                  <a:pt x="946888" y="85380"/>
                </a:lnTo>
                <a:lnTo>
                  <a:pt x="946418" y="85646"/>
                </a:lnTo>
                <a:lnTo>
                  <a:pt x="945954" y="85918"/>
                </a:lnTo>
                <a:lnTo>
                  <a:pt x="945498" y="86197"/>
                </a:lnTo>
                <a:lnTo>
                  <a:pt x="945049" y="86481"/>
                </a:lnTo>
                <a:lnTo>
                  <a:pt x="944608" y="86771"/>
                </a:lnTo>
                <a:lnTo>
                  <a:pt x="944174" y="87068"/>
                </a:lnTo>
                <a:lnTo>
                  <a:pt x="943747" y="87370"/>
                </a:lnTo>
                <a:lnTo>
                  <a:pt x="943329" y="87679"/>
                </a:lnTo>
                <a:lnTo>
                  <a:pt x="942920" y="87994"/>
                </a:lnTo>
                <a:lnTo>
                  <a:pt x="942519" y="88315"/>
                </a:lnTo>
                <a:lnTo>
                  <a:pt x="942126" y="88642"/>
                </a:lnTo>
                <a:lnTo>
                  <a:pt x="941742" y="88975"/>
                </a:lnTo>
                <a:lnTo>
                  <a:pt x="941366" y="89314"/>
                </a:lnTo>
                <a:lnTo>
                  <a:pt x="940998" y="89660"/>
                </a:lnTo>
                <a:lnTo>
                  <a:pt x="940639" y="90012"/>
                </a:lnTo>
                <a:lnTo>
                  <a:pt x="940288" y="90370"/>
                </a:lnTo>
                <a:lnTo>
                  <a:pt x="939946" y="90734"/>
                </a:lnTo>
                <a:lnTo>
                  <a:pt x="939612" y="91104"/>
                </a:lnTo>
                <a:lnTo>
                  <a:pt x="939287" y="91481"/>
                </a:lnTo>
                <a:lnTo>
                  <a:pt x="938970" y="91863"/>
                </a:lnTo>
                <a:lnTo>
                  <a:pt x="938661" y="92252"/>
                </a:lnTo>
                <a:lnTo>
                  <a:pt x="938361" y="92647"/>
                </a:lnTo>
                <a:lnTo>
                  <a:pt x="938069" y="93048"/>
                </a:lnTo>
                <a:lnTo>
                  <a:pt x="937786" y="93455"/>
                </a:lnTo>
                <a:lnTo>
                  <a:pt x="937511" y="93869"/>
                </a:lnTo>
                <a:lnTo>
                  <a:pt x="937244" y="94289"/>
                </a:lnTo>
                <a:lnTo>
                  <a:pt x="936986" y="94714"/>
                </a:lnTo>
                <a:lnTo>
                  <a:pt x="936736" y="95146"/>
                </a:lnTo>
                <a:lnTo>
                  <a:pt x="936495" y="95584"/>
                </a:lnTo>
                <a:lnTo>
                  <a:pt x="936262" y="96029"/>
                </a:lnTo>
                <a:lnTo>
                  <a:pt x="936038" y="96479"/>
                </a:lnTo>
                <a:lnTo>
                  <a:pt x="935824" y="96935"/>
                </a:lnTo>
                <a:lnTo>
                  <a:pt x="935619" y="97397"/>
                </a:lnTo>
                <a:lnTo>
                  <a:pt x="935423" y="97864"/>
                </a:lnTo>
                <a:lnTo>
                  <a:pt x="935238" y="98338"/>
                </a:lnTo>
                <a:lnTo>
                  <a:pt x="935061" y="98816"/>
                </a:lnTo>
                <a:lnTo>
                  <a:pt x="934894" y="99301"/>
                </a:lnTo>
                <a:lnTo>
                  <a:pt x="934737" y="99792"/>
                </a:lnTo>
                <a:lnTo>
                  <a:pt x="934589" y="100288"/>
                </a:lnTo>
                <a:lnTo>
                  <a:pt x="934451" y="100790"/>
                </a:lnTo>
                <a:lnTo>
                  <a:pt x="934323" y="101298"/>
                </a:lnTo>
                <a:lnTo>
                  <a:pt x="934203" y="101811"/>
                </a:lnTo>
                <a:lnTo>
                  <a:pt x="934094" y="102330"/>
                </a:lnTo>
                <a:lnTo>
                  <a:pt x="933994" y="102855"/>
                </a:lnTo>
                <a:lnTo>
                  <a:pt x="933903" y="103386"/>
                </a:lnTo>
                <a:lnTo>
                  <a:pt x="933822" y="103922"/>
                </a:lnTo>
                <a:lnTo>
                  <a:pt x="933751" y="104465"/>
                </a:lnTo>
                <a:lnTo>
                  <a:pt x="933689" y="105013"/>
                </a:lnTo>
                <a:lnTo>
                  <a:pt x="933636" y="105566"/>
                </a:lnTo>
                <a:lnTo>
                  <a:pt x="933593" y="106126"/>
                </a:lnTo>
                <a:lnTo>
                  <a:pt x="933560" y="106691"/>
                </a:lnTo>
                <a:lnTo>
                  <a:pt x="933536" y="107262"/>
                </a:lnTo>
                <a:lnTo>
                  <a:pt x="933522" y="107838"/>
                </a:lnTo>
                <a:lnTo>
                  <a:pt x="933517" y="108421"/>
                </a:lnTo>
                <a:lnTo>
                  <a:pt x="933524" y="109024"/>
                </a:lnTo>
                <a:lnTo>
                  <a:pt x="933543" y="109622"/>
                </a:lnTo>
                <a:lnTo>
                  <a:pt x="933575" y="110215"/>
                </a:lnTo>
                <a:lnTo>
                  <a:pt x="933619" y="110804"/>
                </a:lnTo>
                <a:lnTo>
                  <a:pt x="933677" y="111387"/>
                </a:lnTo>
                <a:lnTo>
                  <a:pt x="933747" y="111965"/>
                </a:lnTo>
                <a:lnTo>
                  <a:pt x="933830" y="112539"/>
                </a:lnTo>
                <a:lnTo>
                  <a:pt x="933925" y="113108"/>
                </a:lnTo>
                <a:lnTo>
                  <a:pt x="934034" y="113672"/>
                </a:lnTo>
                <a:lnTo>
                  <a:pt x="934155" y="114230"/>
                </a:lnTo>
                <a:lnTo>
                  <a:pt x="934289" y="114784"/>
                </a:lnTo>
                <a:lnTo>
                  <a:pt x="934436" y="115333"/>
                </a:lnTo>
                <a:lnTo>
                  <a:pt x="934595" y="115878"/>
                </a:lnTo>
                <a:lnTo>
                  <a:pt x="934767" y="116417"/>
                </a:lnTo>
                <a:lnTo>
                  <a:pt x="934952" y="116951"/>
                </a:lnTo>
                <a:lnTo>
                  <a:pt x="935150" y="117481"/>
                </a:lnTo>
                <a:lnTo>
                  <a:pt x="935360" y="118005"/>
                </a:lnTo>
                <a:lnTo>
                  <a:pt x="935583" y="118525"/>
                </a:lnTo>
                <a:lnTo>
                  <a:pt x="935819" y="119040"/>
                </a:lnTo>
                <a:lnTo>
                  <a:pt x="936068" y="119549"/>
                </a:lnTo>
                <a:lnTo>
                  <a:pt x="936330" y="120054"/>
                </a:lnTo>
                <a:lnTo>
                  <a:pt x="936604" y="120554"/>
                </a:lnTo>
                <a:lnTo>
                  <a:pt x="936891" y="121049"/>
                </a:lnTo>
                <a:lnTo>
                  <a:pt x="937190" y="121540"/>
                </a:lnTo>
                <a:lnTo>
                  <a:pt x="937502" y="122023"/>
                </a:lnTo>
                <a:lnTo>
                  <a:pt x="937823" y="122499"/>
                </a:lnTo>
                <a:lnTo>
                  <a:pt x="938155" y="122966"/>
                </a:lnTo>
                <a:lnTo>
                  <a:pt x="938498" y="123424"/>
                </a:lnTo>
                <a:lnTo>
                  <a:pt x="938851" y="123875"/>
                </a:lnTo>
                <a:lnTo>
                  <a:pt x="939214" y="124317"/>
                </a:lnTo>
                <a:lnTo>
                  <a:pt x="939587" y="124751"/>
                </a:lnTo>
                <a:lnTo>
                  <a:pt x="939971" y="125177"/>
                </a:lnTo>
                <a:lnTo>
                  <a:pt x="940365" y="125594"/>
                </a:lnTo>
                <a:lnTo>
                  <a:pt x="940770" y="126004"/>
                </a:lnTo>
                <a:lnTo>
                  <a:pt x="941185" y="126404"/>
                </a:lnTo>
                <a:lnTo>
                  <a:pt x="941610" y="126797"/>
                </a:lnTo>
                <a:lnTo>
                  <a:pt x="942046" y="127182"/>
                </a:lnTo>
                <a:lnTo>
                  <a:pt x="942492" y="127558"/>
                </a:lnTo>
                <a:lnTo>
                  <a:pt x="942949" y="127925"/>
                </a:lnTo>
                <a:lnTo>
                  <a:pt x="943416" y="128285"/>
                </a:lnTo>
                <a:lnTo>
                  <a:pt x="943893" y="128636"/>
                </a:lnTo>
                <a:lnTo>
                  <a:pt x="944381" y="128979"/>
                </a:lnTo>
                <a:lnTo>
                  <a:pt x="944878" y="129314"/>
                </a:lnTo>
                <a:lnTo>
                  <a:pt x="945387" y="129641"/>
                </a:lnTo>
                <a:lnTo>
                  <a:pt x="945906" y="129959"/>
                </a:lnTo>
                <a:lnTo>
                  <a:pt x="946435" y="130269"/>
                </a:lnTo>
                <a:lnTo>
                  <a:pt x="946974" y="130571"/>
                </a:lnTo>
                <a:lnTo>
                  <a:pt x="947524" y="130864"/>
                </a:lnTo>
                <a:lnTo>
                  <a:pt x="948083" y="131147"/>
                </a:lnTo>
                <a:lnTo>
                  <a:pt x="948649" y="131418"/>
                </a:lnTo>
                <a:lnTo>
                  <a:pt x="949224" y="131678"/>
                </a:lnTo>
                <a:lnTo>
                  <a:pt x="949806" y="131925"/>
                </a:lnTo>
                <a:lnTo>
                  <a:pt x="950395" y="132160"/>
                </a:lnTo>
                <a:lnTo>
                  <a:pt x="950993" y="132383"/>
                </a:lnTo>
                <a:lnTo>
                  <a:pt x="951598" y="132594"/>
                </a:lnTo>
                <a:lnTo>
                  <a:pt x="952211" y="132792"/>
                </a:lnTo>
                <a:lnTo>
                  <a:pt x="952831" y="132979"/>
                </a:lnTo>
                <a:lnTo>
                  <a:pt x="953460" y="133154"/>
                </a:lnTo>
                <a:lnTo>
                  <a:pt x="954096" y="133317"/>
                </a:lnTo>
                <a:lnTo>
                  <a:pt x="954739" y="133467"/>
                </a:lnTo>
                <a:lnTo>
                  <a:pt x="955391" y="133606"/>
                </a:lnTo>
                <a:lnTo>
                  <a:pt x="956050" y="133733"/>
                </a:lnTo>
                <a:lnTo>
                  <a:pt x="956716" y="133847"/>
                </a:lnTo>
                <a:lnTo>
                  <a:pt x="957391" y="133950"/>
                </a:lnTo>
                <a:lnTo>
                  <a:pt x="958073" y="134040"/>
                </a:lnTo>
                <a:lnTo>
                  <a:pt x="958763" y="134118"/>
                </a:lnTo>
                <a:lnTo>
                  <a:pt x="959461" y="134185"/>
                </a:lnTo>
                <a:lnTo>
                  <a:pt x="960166" y="134239"/>
                </a:lnTo>
                <a:lnTo>
                  <a:pt x="960879" y="134281"/>
                </a:lnTo>
                <a:lnTo>
                  <a:pt x="961600" y="134311"/>
                </a:lnTo>
                <a:lnTo>
                  <a:pt x="962328" y="134329"/>
                </a:lnTo>
                <a:lnTo>
                  <a:pt x="963065" y="134335"/>
                </a:lnTo>
                <a:lnTo>
                  <a:pt x="963654" y="134331"/>
                </a:lnTo>
                <a:lnTo>
                  <a:pt x="964239" y="134318"/>
                </a:lnTo>
                <a:lnTo>
                  <a:pt x="964819" y="134297"/>
                </a:lnTo>
                <a:lnTo>
                  <a:pt x="965393" y="134267"/>
                </a:lnTo>
                <a:lnTo>
                  <a:pt x="965963" y="134228"/>
                </a:lnTo>
                <a:lnTo>
                  <a:pt x="966528" y="134181"/>
                </a:lnTo>
                <a:lnTo>
                  <a:pt x="967089" y="134126"/>
                </a:lnTo>
                <a:lnTo>
                  <a:pt x="967644" y="134062"/>
                </a:lnTo>
                <a:lnTo>
                  <a:pt x="968194" y="133989"/>
                </a:lnTo>
                <a:lnTo>
                  <a:pt x="968740" y="133908"/>
                </a:lnTo>
                <a:lnTo>
                  <a:pt x="969280" y="133818"/>
                </a:lnTo>
                <a:lnTo>
                  <a:pt x="969816" y="133720"/>
                </a:lnTo>
                <a:lnTo>
                  <a:pt x="970346" y="133613"/>
                </a:lnTo>
                <a:lnTo>
                  <a:pt x="970872" y="133497"/>
                </a:lnTo>
                <a:lnTo>
                  <a:pt x="971393" y="133374"/>
                </a:lnTo>
                <a:lnTo>
                  <a:pt x="971909" y="133241"/>
                </a:lnTo>
                <a:lnTo>
                  <a:pt x="972420" y="133100"/>
                </a:lnTo>
                <a:lnTo>
                  <a:pt x="972926" y="132950"/>
                </a:lnTo>
                <a:lnTo>
                  <a:pt x="973428" y="132792"/>
                </a:lnTo>
                <a:lnTo>
                  <a:pt x="973924" y="132625"/>
                </a:lnTo>
                <a:lnTo>
                  <a:pt x="974415" y="132450"/>
                </a:lnTo>
                <a:lnTo>
                  <a:pt x="974902" y="132266"/>
                </a:lnTo>
                <a:lnTo>
                  <a:pt x="975384" y="132074"/>
                </a:lnTo>
                <a:lnTo>
                  <a:pt x="975860" y="131873"/>
                </a:lnTo>
                <a:lnTo>
                  <a:pt x="976332" y="131666"/>
                </a:lnTo>
                <a:lnTo>
                  <a:pt x="976798" y="131454"/>
                </a:lnTo>
                <a:lnTo>
                  <a:pt x="977259" y="131237"/>
                </a:lnTo>
                <a:lnTo>
                  <a:pt x="977715" y="131016"/>
                </a:lnTo>
                <a:lnTo>
                  <a:pt x="978165" y="130791"/>
                </a:lnTo>
                <a:lnTo>
                  <a:pt x="978610" y="130561"/>
                </a:lnTo>
                <a:lnTo>
                  <a:pt x="979050" y="130327"/>
                </a:lnTo>
                <a:lnTo>
                  <a:pt x="979484" y="130088"/>
                </a:lnTo>
                <a:lnTo>
                  <a:pt x="979913" y="129845"/>
                </a:lnTo>
                <a:lnTo>
                  <a:pt x="980337" y="129597"/>
                </a:lnTo>
                <a:lnTo>
                  <a:pt x="980755" y="129345"/>
                </a:lnTo>
                <a:lnTo>
                  <a:pt x="981168" y="129088"/>
                </a:lnTo>
                <a:lnTo>
                  <a:pt x="981576" y="128827"/>
                </a:lnTo>
                <a:lnTo>
                  <a:pt x="981978" y="128561"/>
                </a:lnTo>
                <a:lnTo>
                  <a:pt x="982376" y="128291"/>
                </a:lnTo>
                <a:lnTo>
                  <a:pt x="982767" y="128016"/>
                </a:lnTo>
                <a:lnTo>
                  <a:pt x="983154" y="127737"/>
                </a:lnTo>
                <a:lnTo>
                  <a:pt x="983535" y="127453"/>
                </a:lnTo>
                <a:lnTo>
                  <a:pt x="983911" y="127165"/>
                </a:lnTo>
                <a:lnTo>
                  <a:pt x="984281" y="126872"/>
                </a:lnTo>
                <a:lnTo>
                  <a:pt x="984646" y="126575"/>
                </a:lnTo>
                <a:lnTo>
                  <a:pt x="985006" y="126274"/>
                </a:lnTo>
                <a:lnTo>
                  <a:pt x="985360" y="125967"/>
                </a:lnTo>
                <a:lnTo>
                  <a:pt x="985709" y="125657"/>
                </a:lnTo>
                <a:lnTo>
                  <a:pt x="986053" y="125343"/>
                </a:lnTo>
                <a:lnTo>
                  <a:pt x="986391" y="125029"/>
                </a:lnTo>
                <a:lnTo>
                  <a:pt x="986723" y="124713"/>
                </a:lnTo>
                <a:lnTo>
                  <a:pt x="987049" y="124395"/>
                </a:lnTo>
                <a:lnTo>
                  <a:pt x="987370" y="124077"/>
                </a:lnTo>
                <a:lnTo>
                  <a:pt x="987685" y="123757"/>
                </a:lnTo>
                <a:lnTo>
                  <a:pt x="987946" y="123486"/>
                </a:lnTo>
                <a:lnTo>
                  <a:pt x="987970" y="123697"/>
                </a:lnTo>
                <a:close/>
                <a:moveTo>
                  <a:pt x="987607" y="108193"/>
                </a:moveTo>
                <a:lnTo>
                  <a:pt x="987463" y="108475"/>
                </a:lnTo>
                <a:lnTo>
                  <a:pt x="987279" y="108818"/>
                </a:lnTo>
                <a:lnTo>
                  <a:pt x="987084" y="109163"/>
                </a:lnTo>
                <a:lnTo>
                  <a:pt x="986880" y="109508"/>
                </a:lnTo>
                <a:lnTo>
                  <a:pt x="986666" y="109854"/>
                </a:lnTo>
                <a:lnTo>
                  <a:pt x="986442" y="110201"/>
                </a:lnTo>
                <a:lnTo>
                  <a:pt x="986208" y="110548"/>
                </a:lnTo>
                <a:lnTo>
                  <a:pt x="985963" y="110897"/>
                </a:lnTo>
                <a:lnTo>
                  <a:pt x="985709" y="111246"/>
                </a:lnTo>
                <a:lnTo>
                  <a:pt x="985447" y="111594"/>
                </a:lnTo>
                <a:lnTo>
                  <a:pt x="985177" y="111937"/>
                </a:lnTo>
                <a:lnTo>
                  <a:pt x="984899" y="112276"/>
                </a:lnTo>
                <a:lnTo>
                  <a:pt x="984614" y="112610"/>
                </a:lnTo>
                <a:lnTo>
                  <a:pt x="984322" y="112940"/>
                </a:lnTo>
                <a:lnTo>
                  <a:pt x="984022" y="113265"/>
                </a:lnTo>
                <a:lnTo>
                  <a:pt x="983714" y="113585"/>
                </a:lnTo>
                <a:lnTo>
                  <a:pt x="983400" y="113902"/>
                </a:lnTo>
                <a:lnTo>
                  <a:pt x="983077" y="114213"/>
                </a:lnTo>
                <a:lnTo>
                  <a:pt x="982748" y="114521"/>
                </a:lnTo>
                <a:lnTo>
                  <a:pt x="982411" y="114823"/>
                </a:lnTo>
                <a:lnTo>
                  <a:pt x="982066" y="115122"/>
                </a:lnTo>
                <a:lnTo>
                  <a:pt x="981715" y="115415"/>
                </a:lnTo>
                <a:lnTo>
                  <a:pt x="981355" y="115705"/>
                </a:lnTo>
                <a:lnTo>
                  <a:pt x="980989" y="115989"/>
                </a:lnTo>
                <a:lnTo>
                  <a:pt x="980614" y="116270"/>
                </a:lnTo>
                <a:lnTo>
                  <a:pt x="980233" y="116546"/>
                </a:lnTo>
                <a:lnTo>
                  <a:pt x="979844" y="116817"/>
                </a:lnTo>
                <a:lnTo>
                  <a:pt x="979447" y="117084"/>
                </a:lnTo>
                <a:lnTo>
                  <a:pt x="979044" y="117346"/>
                </a:lnTo>
                <a:lnTo>
                  <a:pt x="978632" y="117604"/>
                </a:lnTo>
                <a:lnTo>
                  <a:pt x="978214" y="117857"/>
                </a:lnTo>
                <a:lnTo>
                  <a:pt x="977787" y="118106"/>
                </a:lnTo>
                <a:lnTo>
                  <a:pt x="977354" y="118351"/>
                </a:lnTo>
                <a:lnTo>
                  <a:pt x="976914" y="118588"/>
                </a:lnTo>
                <a:lnTo>
                  <a:pt x="976468" y="118815"/>
                </a:lnTo>
                <a:lnTo>
                  <a:pt x="976017" y="119032"/>
                </a:lnTo>
                <a:lnTo>
                  <a:pt x="975560" y="119239"/>
                </a:lnTo>
                <a:lnTo>
                  <a:pt x="975097" y="119436"/>
                </a:lnTo>
                <a:lnTo>
                  <a:pt x="974629" y="119622"/>
                </a:lnTo>
                <a:lnTo>
                  <a:pt x="974155" y="119799"/>
                </a:lnTo>
                <a:lnTo>
                  <a:pt x="973676" y="119965"/>
                </a:lnTo>
                <a:lnTo>
                  <a:pt x="973191" y="120122"/>
                </a:lnTo>
                <a:lnTo>
                  <a:pt x="972701" y="120268"/>
                </a:lnTo>
                <a:lnTo>
                  <a:pt x="972204" y="120404"/>
                </a:lnTo>
                <a:lnTo>
                  <a:pt x="971703" y="120530"/>
                </a:lnTo>
                <a:lnTo>
                  <a:pt x="971195" y="120646"/>
                </a:lnTo>
                <a:lnTo>
                  <a:pt x="970682" y="120752"/>
                </a:lnTo>
                <a:lnTo>
                  <a:pt x="970164" y="120848"/>
                </a:lnTo>
                <a:lnTo>
                  <a:pt x="969640" y="120934"/>
                </a:lnTo>
                <a:lnTo>
                  <a:pt x="969110" y="121010"/>
                </a:lnTo>
                <a:lnTo>
                  <a:pt x="968574" y="121075"/>
                </a:lnTo>
                <a:lnTo>
                  <a:pt x="968033" y="121131"/>
                </a:lnTo>
                <a:lnTo>
                  <a:pt x="967487" y="121176"/>
                </a:lnTo>
                <a:lnTo>
                  <a:pt x="966935" y="121212"/>
                </a:lnTo>
                <a:lnTo>
                  <a:pt x="966377" y="121237"/>
                </a:lnTo>
                <a:lnTo>
                  <a:pt x="965813" y="121252"/>
                </a:lnTo>
                <a:lnTo>
                  <a:pt x="965244" y="121257"/>
                </a:lnTo>
                <a:lnTo>
                  <a:pt x="964790" y="121254"/>
                </a:lnTo>
                <a:lnTo>
                  <a:pt x="964341" y="121243"/>
                </a:lnTo>
                <a:lnTo>
                  <a:pt x="963899" y="121226"/>
                </a:lnTo>
                <a:lnTo>
                  <a:pt x="963463" y="121202"/>
                </a:lnTo>
                <a:lnTo>
                  <a:pt x="963032" y="121171"/>
                </a:lnTo>
                <a:lnTo>
                  <a:pt x="962608" y="121133"/>
                </a:lnTo>
                <a:lnTo>
                  <a:pt x="962190" y="121089"/>
                </a:lnTo>
                <a:lnTo>
                  <a:pt x="961777" y="121037"/>
                </a:lnTo>
                <a:lnTo>
                  <a:pt x="961371" y="120979"/>
                </a:lnTo>
                <a:lnTo>
                  <a:pt x="960971" y="120914"/>
                </a:lnTo>
                <a:lnTo>
                  <a:pt x="960577" y="120842"/>
                </a:lnTo>
                <a:lnTo>
                  <a:pt x="960189" y="120763"/>
                </a:lnTo>
                <a:lnTo>
                  <a:pt x="959806" y="120677"/>
                </a:lnTo>
                <a:lnTo>
                  <a:pt x="959430" y="120584"/>
                </a:lnTo>
                <a:lnTo>
                  <a:pt x="959060" y="120484"/>
                </a:lnTo>
                <a:lnTo>
                  <a:pt x="958696" y="120378"/>
                </a:lnTo>
                <a:lnTo>
                  <a:pt x="958338" y="120265"/>
                </a:lnTo>
                <a:lnTo>
                  <a:pt x="957986" y="120144"/>
                </a:lnTo>
                <a:lnTo>
                  <a:pt x="957640" y="120017"/>
                </a:lnTo>
                <a:lnTo>
                  <a:pt x="957300" y="119883"/>
                </a:lnTo>
                <a:lnTo>
                  <a:pt x="956966" y="119743"/>
                </a:lnTo>
                <a:lnTo>
                  <a:pt x="956638" y="119595"/>
                </a:lnTo>
                <a:lnTo>
                  <a:pt x="956316" y="119441"/>
                </a:lnTo>
                <a:lnTo>
                  <a:pt x="956001" y="119279"/>
                </a:lnTo>
                <a:lnTo>
                  <a:pt x="955691" y="119112"/>
                </a:lnTo>
                <a:lnTo>
                  <a:pt x="955388" y="118940"/>
                </a:lnTo>
                <a:lnTo>
                  <a:pt x="955092" y="118763"/>
                </a:lnTo>
                <a:lnTo>
                  <a:pt x="954802" y="118581"/>
                </a:lnTo>
                <a:lnTo>
                  <a:pt x="954519" y="118394"/>
                </a:lnTo>
                <a:lnTo>
                  <a:pt x="954242" y="118202"/>
                </a:lnTo>
                <a:lnTo>
                  <a:pt x="953972" y="118005"/>
                </a:lnTo>
                <a:lnTo>
                  <a:pt x="953709" y="117804"/>
                </a:lnTo>
                <a:lnTo>
                  <a:pt x="953452" y="117597"/>
                </a:lnTo>
                <a:lnTo>
                  <a:pt x="953202" y="117386"/>
                </a:lnTo>
                <a:lnTo>
                  <a:pt x="952958" y="117169"/>
                </a:lnTo>
                <a:lnTo>
                  <a:pt x="952721" y="116948"/>
                </a:lnTo>
                <a:lnTo>
                  <a:pt x="952490" y="116722"/>
                </a:lnTo>
                <a:lnTo>
                  <a:pt x="952267" y="116491"/>
                </a:lnTo>
                <a:lnTo>
                  <a:pt x="952049" y="116255"/>
                </a:lnTo>
                <a:lnTo>
                  <a:pt x="951839" y="116014"/>
                </a:lnTo>
                <a:lnTo>
                  <a:pt x="951634" y="115768"/>
                </a:lnTo>
                <a:lnTo>
                  <a:pt x="951437" y="115518"/>
                </a:lnTo>
                <a:lnTo>
                  <a:pt x="951246" y="115262"/>
                </a:lnTo>
                <a:lnTo>
                  <a:pt x="951062" y="115002"/>
                </a:lnTo>
                <a:lnTo>
                  <a:pt x="950884" y="114736"/>
                </a:lnTo>
                <a:lnTo>
                  <a:pt x="950713" y="114466"/>
                </a:lnTo>
                <a:lnTo>
                  <a:pt x="950548" y="114191"/>
                </a:lnTo>
                <a:lnTo>
                  <a:pt x="950390" y="113911"/>
                </a:lnTo>
                <a:lnTo>
                  <a:pt x="950238" y="113627"/>
                </a:lnTo>
                <a:lnTo>
                  <a:pt x="950093" y="113340"/>
                </a:lnTo>
                <a:lnTo>
                  <a:pt x="949955" y="113052"/>
                </a:lnTo>
                <a:lnTo>
                  <a:pt x="949823" y="112760"/>
                </a:lnTo>
                <a:lnTo>
                  <a:pt x="949697" y="112466"/>
                </a:lnTo>
                <a:lnTo>
                  <a:pt x="949578" y="112170"/>
                </a:lnTo>
                <a:lnTo>
                  <a:pt x="949465" y="111871"/>
                </a:lnTo>
                <a:lnTo>
                  <a:pt x="949358" y="111569"/>
                </a:lnTo>
                <a:lnTo>
                  <a:pt x="949258" y="111265"/>
                </a:lnTo>
                <a:lnTo>
                  <a:pt x="949165" y="110959"/>
                </a:lnTo>
                <a:lnTo>
                  <a:pt x="949078" y="110650"/>
                </a:lnTo>
                <a:lnTo>
                  <a:pt x="948997" y="110338"/>
                </a:lnTo>
                <a:lnTo>
                  <a:pt x="948923" y="110024"/>
                </a:lnTo>
                <a:lnTo>
                  <a:pt x="948855" y="109708"/>
                </a:lnTo>
                <a:lnTo>
                  <a:pt x="948794" y="109388"/>
                </a:lnTo>
                <a:lnTo>
                  <a:pt x="948739" y="109067"/>
                </a:lnTo>
                <a:lnTo>
                  <a:pt x="948691" y="108743"/>
                </a:lnTo>
                <a:lnTo>
                  <a:pt x="948649" y="108416"/>
                </a:lnTo>
                <a:lnTo>
                  <a:pt x="948614" y="108087"/>
                </a:lnTo>
                <a:lnTo>
                  <a:pt x="948585" y="107755"/>
                </a:lnTo>
                <a:lnTo>
                  <a:pt x="948562" y="107421"/>
                </a:lnTo>
                <a:lnTo>
                  <a:pt x="948546" y="107084"/>
                </a:lnTo>
                <a:lnTo>
                  <a:pt x="948536" y="106744"/>
                </a:lnTo>
                <a:lnTo>
                  <a:pt x="948533" y="106403"/>
                </a:lnTo>
                <a:lnTo>
                  <a:pt x="948536" y="106068"/>
                </a:lnTo>
                <a:lnTo>
                  <a:pt x="948545" y="105737"/>
                </a:lnTo>
                <a:lnTo>
                  <a:pt x="948561" y="105409"/>
                </a:lnTo>
                <a:lnTo>
                  <a:pt x="948582" y="105085"/>
                </a:lnTo>
                <a:lnTo>
                  <a:pt x="948610" y="104765"/>
                </a:lnTo>
                <a:lnTo>
                  <a:pt x="948644" y="104447"/>
                </a:lnTo>
                <a:lnTo>
                  <a:pt x="948684" y="104134"/>
                </a:lnTo>
                <a:lnTo>
                  <a:pt x="948730" y="103824"/>
                </a:lnTo>
                <a:lnTo>
                  <a:pt x="948783" y="103517"/>
                </a:lnTo>
                <a:lnTo>
                  <a:pt x="948841" y="103214"/>
                </a:lnTo>
                <a:lnTo>
                  <a:pt x="948906" y="102914"/>
                </a:lnTo>
                <a:lnTo>
                  <a:pt x="948977" y="102618"/>
                </a:lnTo>
                <a:lnTo>
                  <a:pt x="949054" y="102326"/>
                </a:lnTo>
                <a:lnTo>
                  <a:pt x="949137" y="102037"/>
                </a:lnTo>
                <a:lnTo>
                  <a:pt x="949227" y="101751"/>
                </a:lnTo>
                <a:lnTo>
                  <a:pt x="949322" y="101469"/>
                </a:lnTo>
                <a:lnTo>
                  <a:pt x="949424" y="101191"/>
                </a:lnTo>
                <a:lnTo>
                  <a:pt x="949532" y="100915"/>
                </a:lnTo>
                <a:lnTo>
                  <a:pt x="949646" y="100644"/>
                </a:lnTo>
                <a:lnTo>
                  <a:pt x="949766" y="100376"/>
                </a:lnTo>
                <a:lnTo>
                  <a:pt x="949893" y="100111"/>
                </a:lnTo>
                <a:lnTo>
                  <a:pt x="950025" y="99850"/>
                </a:lnTo>
                <a:lnTo>
                  <a:pt x="950164" y="99593"/>
                </a:lnTo>
                <a:lnTo>
                  <a:pt x="950309" y="99339"/>
                </a:lnTo>
                <a:lnTo>
                  <a:pt x="950460" y="99088"/>
                </a:lnTo>
                <a:lnTo>
                  <a:pt x="950616" y="98841"/>
                </a:lnTo>
                <a:lnTo>
                  <a:pt x="950778" y="98598"/>
                </a:lnTo>
                <a:lnTo>
                  <a:pt x="950946" y="98358"/>
                </a:lnTo>
                <a:lnTo>
                  <a:pt x="951119" y="98121"/>
                </a:lnTo>
                <a:lnTo>
                  <a:pt x="951298" y="97888"/>
                </a:lnTo>
                <a:lnTo>
                  <a:pt x="951483" y="97659"/>
                </a:lnTo>
                <a:lnTo>
                  <a:pt x="951673" y="97433"/>
                </a:lnTo>
                <a:lnTo>
                  <a:pt x="951868" y="97210"/>
                </a:lnTo>
                <a:lnTo>
                  <a:pt x="952070" y="96991"/>
                </a:lnTo>
                <a:lnTo>
                  <a:pt x="952276" y="96776"/>
                </a:lnTo>
                <a:lnTo>
                  <a:pt x="952489" y="96564"/>
                </a:lnTo>
                <a:lnTo>
                  <a:pt x="952707" y="96355"/>
                </a:lnTo>
                <a:lnTo>
                  <a:pt x="952931" y="96150"/>
                </a:lnTo>
                <a:lnTo>
                  <a:pt x="953160" y="95949"/>
                </a:lnTo>
                <a:lnTo>
                  <a:pt x="953395" y="95751"/>
                </a:lnTo>
                <a:lnTo>
                  <a:pt x="953635" y="95556"/>
                </a:lnTo>
                <a:lnTo>
                  <a:pt x="953881" y="95365"/>
                </a:lnTo>
                <a:lnTo>
                  <a:pt x="954133" y="95178"/>
                </a:lnTo>
                <a:lnTo>
                  <a:pt x="954391" y="94994"/>
                </a:lnTo>
                <a:lnTo>
                  <a:pt x="954653" y="94813"/>
                </a:lnTo>
                <a:lnTo>
                  <a:pt x="954922" y="94636"/>
                </a:lnTo>
                <a:lnTo>
                  <a:pt x="955196" y="94463"/>
                </a:lnTo>
                <a:lnTo>
                  <a:pt x="955476" y="94293"/>
                </a:lnTo>
                <a:lnTo>
                  <a:pt x="955761" y="94127"/>
                </a:lnTo>
                <a:lnTo>
                  <a:pt x="956052" y="93964"/>
                </a:lnTo>
                <a:lnTo>
                  <a:pt x="956349" y="93804"/>
                </a:lnTo>
                <a:lnTo>
                  <a:pt x="956651" y="93648"/>
                </a:lnTo>
                <a:lnTo>
                  <a:pt x="956959" y="93496"/>
                </a:lnTo>
                <a:lnTo>
                  <a:pt x="957272" y="93347"/>
                </a:lnTo>
                <a:lnTo>
                  <a:pt x="957591" y="93202"/>
                </a:lnTo>
                <a:lnTo>
                  <a:pt x="957916" y="93060"/>
                </a:lnTo>
                <a:lnTo>
                  <a:pt x="958246" y="92921"/>
                </a:lnTo>
                <a:lnTo>
                  <a:pt x="958582" y="92786"/>
                </a:lnTo>
                <a:lnTo>
                  <a:pt x="958923" y="92655"/>
                </a:lnTo>
                <a:lnTo>
                  <a:pt x="959270" y="92527"/>
                </a:lnTo>
                <a:lnTo>
                  <a:pt x="959623" y="92403"/>
                </a:lnTo>
                <a:lnTo>
                  <a:pt x="959981" y="92282"/>
                </a:lnTo>
                <a:lnTo>
                  <a:pt x="960345" y="92164"/>
                </a:lnTo>
                <a:lnTo>
                  <a:pt x="960714" y="92051"/>
                </a:lnTo>
                <a:lnTo>
                  <a:pt x="961089" y="91940"/>
                </a:lnTo>
                <a:lnTo>
                  <a:pt x="961470" y="91833"/>
                </a:lnTo>
                <a:lnTo>
                  <a:pt x="961856" y="91730"/>
                </a:lnTo>
                <a:lnTo>
                  <a:pt x="962248" y="91630"/>
                </a:lnTo>
                <a:lnTo>
                  <a:pt x="962646" y="91534"/>
                </a:lnTo>
                <a:lnTo>
                  <a:pt x="963049" y="91441"/>
                </a:lnTo>
                <a:lnTo>
                  <a:pt x="963458" y="91352"/>
                </a:lnTo>
                <a:lnTo>
                  <a:pt x="963872" y="91266"/>
                </a:lnTo>
                <a:lnTo>
                  <a:pt x="964291" y="91183"/>
                </a:lnTo>
                <a:lnTo>
                  <a:pt x="964716" y="91105"/>
                </a:lnTo>
                <a:lnTo>
                  <a:pt x="965145" y="91029"/>
                </a:lnTo>
                <a:lnTo>
                  <a:pt x="965578" y="90957"/>
                </a:lnTo>
                <a:lnTo>
                  <a:pt x="966017" y="90889"/>
                </a:lnTo>
                <a:lnTo>
                  <a:pt x="966460" y="90824"/>
                </a:lnTo>
                <a:lnTo>
                  <a:pt x="966908" y="90763"/>
                </a:lnTo>
                <a:lnTo>
                  <a:pt x="967361" y="90705"/>
                </a:lnTo>
                <a:lnTo>
                  <a:pt x="967819" y="90651"/>
                </a:lnTo>
                <a:lnTo>
                  <a:pt x="968281" y="90600"/>
                </a:lnTo>
                <a:lnTo>
                  <a:pt x="968748" y="90553"/>
                </a:lnTo>
                <a:lnTo>
                  <a:pt x="969220" y="90509"/>
                </a:lnTo>
                <a:lnTo>
                  <a:pt x="969697" y="90469"/>
                </a:lnTo>
                <a:lnTo>
                  <a:pt x="970178" y="90432"/>
                </a:lnTo>
                <a:lnTo>
                  <a:pt x="970665" y="90398"/>
                </a:lnTo>
                <a:lnTo>
                  <a:pt x="971156" y="90369"/>
                </a:lnTo>
                <a:lnTo>
                  <a:pt x="971651" y="90342"/>
                </a:lnTo>
                <a:lnTo>
                  <a:pt x="972152" y="90320"/>
                </a:lnTo>
                <a:lnTo>
                  <a:pt x="972657" y="90300"/>
                </a:lnTo>
                <a:lnTo>
                  <a:pt x="973167" y="90285"/>
                </a:lnTo>
                <a:lnTo>
                  <a:pt x="973682" y="90272"/>
                </a:lnTo>
                <a:lnTo>
                  <a:pt x="974201" y="90264"/>
                </a:lnTo>
                <a:lnTo>
                  <a:pt x="974726" y="90258"/>
                </a:lnTo>
                <a:lnTo>
                  <a:pt x="975255" y="90257"/>
                </a:lnTo>
                <a:lnTo>
                  <a:pt x="987607" y="90257"/>
                </a:lnTo>
                <a:lnTo>
                  <a:pt x="987607" y="108193"/>
                </a:lnTo>
                <a:close/>
                <a:moveTo>
                  <a:pt x="1428590" y="123697"/>
                </a:moveTo>
                <a:lnTo>
                  <a:pt x="1428631" y="124045"/>
                </a:lnTo>
                <a:lnTo>
                  <a:pt x="1428675" y="124395"/>
                </a:lnTo>
                <a:lnTo>
                  <a:pt x="1428721" y="124748"/>
                </a:lnTo>
                <a:lnTo>
                  <a:pt x="1428769" y="125103"/>
                </a:lnTo>
                <a:lnTo>
                  <a:pt x="1428820" y="125459"/>
                </a:lnTo>
                <a:lnTo>
                  <a:pt x="1428872" y="125818"/>
                </a:lnTo>
                <a:lnTo>
                  <a:pt x="1428927" y="126175"/>
                </a:lnTo>
                <a:lnTo>
                  <a:pt x="1428983" y="126526"/>
                </a:lnTo>
                <a:lnTo>
                  <a:pt x="1429041" y="126871"/>
                </a:lnTo>
                <a:lnTo>
                  <a:pt x="1429101" y="127210"/>
                </a:lnTo>
                <a:lnTo>
                  <a:pt x="1429162" y="127543"/>
                </a:lnTo>
                <a:lnTo>
                  <a:pt x="1429226" y="127869"/>
                </a:lnTo>
                <a:lnTo>
                  <a:pt x="1429290" y="128190"/>
                </a:lnTo>
                <a:lnTo>
                  <a:pt x="1429357" y="128505"/>
                </a:lnTo>
                <a:lnTo>
                  <a:pt x="1429425" y="128814"/>
                </a:lnTo>
                <a:lnTo>
                  <a:pt x="1429495" y="129116"/>
                </a:lnTo>
                <a:lnTo>
                  <a:pt x="1429566" y="129413"/>
                </a:lnTo>
                <a:lnTo>
                  <a:pt x="1429639" y="129703"/>
                </a:lnTo>
                <a:lnTo>
                  <a:pt x="1429714" y="129988"/>
                </a:lnTo>
                <a:lnTo>
                  <a:pt x="1429791" y="130267"/>
                </a:lnTo>
                <a:lnTo>
                  <a:pt x="1429869" y="130539"/>
                </a:lnTo>
                <a:lnTo>
                  <a:pt x="1429949" y="130806"/>
                </a:lnTo>
                <a:lnTo>
                  <a:pt x="1430030" y="131066"/>
                </a:lnTo>
                <a:lnTo>
                  <a:pt x="1430114" y="131321"/>
                </a:lnTo>
                <a:lnTo>
                  <a:pt x="1430199" y="131569"/>
                </a:lnTo>
                <a:lnTo>
                  <a:pt x="1430285" y="131811"/>
                </a:lnTo>
                <a:lnTo>
                  <a:pt x="1430373" y="132048"/>
                </a:lnTo>
                <a:lnTo>
                  <a:pt x="1430463" y="132278"/>
                </a:lnTo>
                <a:lnTo>
                  <a:pt x="1430555" y="132502"/>
                </a:lnTo>
                <a:lnTo>
                  <a:pt x="1430648" y="132721"/>
                </a:lnTo>
                <a:lnTo>
                  <a:pt x="1446229" y="132721"/>
                </a:lnTo>
                <a:lnTo>
                  <a:pt x="1446229" y="131429"/>
                </a:lnTo>
                <a:lnTo>
                  <a:pt x="1446103" y="131131"/>
                </a:lnTo>
                <a:lnTo>
                  <a:pt x="1445979" y="130827"/>
                </a:lnTo>
                <a:lnTo>
                  <a:pt x="1445858" y="130520"/>
                </a:lnTo>
                <a:lnTo>
                  <a:pt x="1445739" y="130207"/>
                </a:lnTo>
                <a:lnTo>
                  <a:pt x="1445624" y="129889"/>
                </a:lnTo>
                <a:lnTo>
                  <a:pt x="1445510" y="129567"/>
                </a:lnTo>
                <a:lnTo>
                  <a:pt x="1445400" y="129240"/>
                </a:lnTo>
                <a:lnTo>
                  <a:pt x="1445292" y="128908"/>
                </a:lnTo>
                <a:lnTo>
                  <a:pt x="1445187" y="128572"/>
                </a:lnTo>
                <a:lnTo>
                  <a:pt x="1445084" y="128231"/>
                </a:lnTo>
                <a:lnTo>
                  <a:pt x="1444984" y="127885"/>
                </a:lnTo>
                <a:lnTo>
                  <a:pt x="1444887" y="127534"/>
                </a:lnTo>
                <a:lnTo>
                  <a:pt x="1444793" y="127178"/>
                </a:lnTo>
                <a:lnTo>
                  <a:pt x="1444701" y="126818"/>
                </a:lnTo>
                <a:lnTo>
                  <a:pt x="1444612" y="126453"/>
                </a:lnTo>
                <a:lnTo>
                  <a:pt x="1444525" y="126083"/>
                </a:lnTo>
                <a:lnTo>
                  <a:pt x="1444441" y="125708"/>
                </a:lnTo>
                <a:lnTo>
                  <a:pt x="1444360" y="125329"/>
                </a:lnTo>
                <a:lnTo>
                  <a:pt x="1444281" y="124945"/>
                </a:lnTo>
                <a:lnTo>
                  <a:pt x="1444206" y="124556"/>
                </a:lnTo>
                <a:lnTo>
                  <a:pt x="1444132" y="124162"/>
                </a:lnTo>
                <a:lnTo>
                  <a:pt x="1444062" y="123764"/>
                </a:lnTo>
                <a:lnTo>
                  <a:pt x="1443994" y="123360"/>
                </a:lnTo>
                <a:lnTo>
                  <a:pt x="1443929" y="122952"/>
                </a:lnTo>
                <a:lnTo>
                  <a:pt x="1443866" y="122543"/>
                </a:lnTo>
                <a:lnTo>
                  <a:pt x="1443806" y="122136"/>
                </a:lnTo>
                <a:lnTo>
                  <a:pt x="1443749" y="121730"/>
                </a:lnTo>
                <a:lnTo>
                  <a:pt x="1443694" y="121327"/>
                </a:lnTo>
                <a:lnTo>
                  <a:pt x="1443642" y="120925"/>
                </a:lnTo>
                <a:lnTo>
                  <a:pt x="1443593" y="120525"/>
                </a:lnTo>
                <a:lnTo>
                  <a:pt x="1443546" y="120128"/>
                </a:lnTo>
                <a:lnTo>
                  <a:pt x="1443502" y="119732"/>
                </a:lnTo>
                <a:lnTo>
                  <a:pt x="1443461" y="119338"/>
                </a:lnTo>
                <a:lnTo>
                  <a:pt x="1443423" y="118947"/>
                </a:lnTo>
                <a:lnTo>
                  <a:pt x="1443387" y="118557"/>
                </a:lnTo>
                <a:lnTo>
                  <a:pt x="1443353" y="118169"/>
                </a:lnTo>
                <a:lnTo>
                  <a:pt x="1443323" y="117783"/>
                </a:lnTo>
                <a:lnTo>
                  <a:pt x="1443295" y="117399"/>
                </a:lnTo>
                <a:lnTo>
                  <a:pt x="1443269" y="117017"/>
                </a:lnTo>
                <a:lnTo>
                  <a:pt x="1443247" y="116637"/>
                </a:lnTo>
                <a:lnTo>
                  <a:pt x="1443227" y="116259"/>
                </a:lnTo>
                <a:lnTo>
                  <a:pt x="1443210" y="115883"/>
                </a:lnTo>
                <a:lnTo>
                  <a:pt x="1443195" y="115509"/>
                </a:lnTo>
                <a:lnTo>
                  <a:pt x="1443183" y="115137"/>
                </a:lnTo>
                <a:lnTo>
                  <a:pt x="1443174" y="114767"/>
                </a:lnTo>
                <a:lnTo>
                  <a:pt x="1443167" y="114399"/>
                </a:lnTo>
                <a:lnTo>
                  <a:pt x="1443163" y="114033"/>
                </a:lnTo>
                <a:lnTo>
                  <a:pt x="1443162" y="113668"/>
                </a:lnTo>
                <a:lnTo>
                  <a:pt x="1443162" y="72980"/>
                </a:lnTo>
                <a:lnTo>
                  <a:pt x="1443154" y="72172"/>
                </a:lnTo>
                <a:lnTo>
                  <a:pt x="1443133" y="71375"/>
                </a:lnTo>
                <a:lnTo>
                  <a:pt x="1443097" y="70589"/>
                </a:lnTo>
                <a:lnTo>
                  <a:pt x="1443046" y="69815"/>
                </a:lnTo>
                <a:lnTo>
                  <a:pt x="1442981" y="69052"/>
                </a:lnTo>
                <a:lnTo>
                  <a:pt x="1442902" y="68300"/>
                </a:lnTo>
                <a:lnTo>
                  <a:pt x="1442808" y="67560"/>
                </a:lnTo>
                <a:lnTo>
                  <a:pt x="1442700" y="66831"/>
                </a:lnTo>
                <a:lnTo>
                  <a:pt x="1442577" y="66114"/>
                </a:lnTo>
                <a:lnTo>
                  <a:pt x="1442440" y="65408"/>
                </a:lnTo>
                <a:lnTo>
                  <a:pt x="1442288" y="64713"/>
                </a:lnTo>
                <a:lnTo>
                  <a:pt x="1442122" y="64029"/>
                </a:lnTo>
                <a:lnTo>
                  <a:pt x="1441942" y="63357"/>
                </a:lnTo>
                <a:lnTo>
                  <a:pt x="1441747" y="62696"/>
                </a:lnTo>
                <a:lnTo>
                  <a:pt x="1441538" y="62047"/>
                </a:lnTo>
                <a:lnTo>
                  <a:pt x="1441314" y="61409"/>
                </a:lnTo>
                <a:lnTo>
                  <a:pt x="1441076" y="60782"/>
                </a:lnTo>
                <a:lnTo>
                  <a:pt x="1440823" y="60167"/>
                </a:lnTo>
                <a:lnTo>
                  <a:pt x="1440556" y="59563"/>
                </a:lnTo>
                <a:lnTo>
                  <a:pt x="1440274" y="58970"/>
                </a:lnTo>
                <a:lnTo>
                  <a:pt x="1439978" y="58389"/>
                </a:lnTo>
                <a:lnTo>
                  <a:pt x="1439668" y="57819"/>
                </a:lnTo>
                <a:lnTo>
                  <a:pt x="1439343" y="57260"/>
                </a:lnTo>
                <a:lnTo>
                  <a:pt x="1439004" y="56713"/>
                </a:lnTo>
                <a:lnTo>
                  <a:pt x="1438652" y="56177"/>
                </a:lnTo>
                <a:lnTo>
                  <a:pt x="1438289" y="55653"/>
                </a:lnTo>
                <a:lnTo>
                  <a:pt x="1437915" y="55139"/>
                </a:lnTo>
                <a:lnTo>
                  <a:pt x="1437531" y="54638"/>
                </a:lnTo>
                <a:lnTo>
                  <a:pt x="1437135" y="54147"/>
                </a:lnTo>
                <a:lnTo>
                  <a:pt x="1436728" y="53668"/>
                </a:lnTo>
                <a:lnTo>
                  <a:pt x="1436311" y="53200"/>
                </a:lnTo>
                <a:lnTo>
                  <a:pt x="1435882" y="52744"/>
                </a:lnTo>
                <a:lnTo>
                  <a:pt x="1435443" y="52299"/>
                </a:lnTo>
                <a:lnTo>
                  <a:pt x="1434993" y="51865"/>
                </a:lnTo>
                <a:lnTo>
                  <a:pt x="1434531" y="51443"/>
                </a:lnTo>
                <a:lnTo>
                  <a:pt x="1434059" y="51032"/>
                </a:lnTo>
                <a:lnTo>
                  <a:pt x="1433576" y="50632"/>
                </a:lnTo>
                <a:lnTo>
                  <a:pt x="1433082" y="50244"/>
                </a:lnTo>
                <a:lnTo>
                  <a:pt x="1432577" y="49867"/>
                </a:lnTo>
                <a:lnTo>
                  <a:pt x="1432061" y="49501"/>
                </a:lnTo>
                <a:lnTo>
                  <a:pt x="1431534" y="49147"/>
                </a:lnTo>
                <a:lnTo>
                  <a:pt x="1430997" y="48804"/>
                </a:lnTo>
                <a:lnTo>
                  <a:pt x="1430448" y="48472"/>
                </a:lnTo>
                <a:lnTo>
                  <a:pt x="1429888" y="48152"/>
                </a:lnTo>
                <a:lnTo>
                  <a:pt x="1429318" y="47843"/>
                </a:lnTo>
                <a:lnTo>
                  <a:pt x="1428736" y="47546"/>
                </a:lnTo>
                <a:lnTo>
                  <a:pt x="1428144" y="47260"/>
                </a:lnTo>
                <a:lnTo>
                  <a:pt x="1427540" y="46985"/>
                </a:lnTo>
                <a:lnTo>
                  <a:pt x="1426928" y="46722"/>
                </a:lnTo>
                <a:lnTo>
                  <a:pt x="1426307" y="46469"/>
                </a:lnTo>
                <a:lnTo>
                  <a:pt x="1425679" y="46228"/>
                </a:lnTo>
                <a:lnTo>
                  <a:pt x="1425043" y="45998"/>
                </a:lnTo>
                <a:lnTo>
                  <a:pt x="1424400" y="45780"/>
                </a:lnTo>
                <a:lnTo>
                  <a:pt x="1423749" y="45572"/>
                </a:lnTo>
                <a:lnTo>
                  <a:pt x="1423090" y="45376"/>
                </a:lnTo>
                <a:lnTo>
                  <a:pt x="1422423" y="45191"/>
                </a:lnTo>
                <a:lnTo>
                  <a:pt x="1421749" y="45017"/>
                </a:lnTo>
                <a:lnTo>
                  <a:pt x="1421066" y="44855"/>
                </a:lnTo>
                <a:lnTo>
                  <a:pt x="1420377" y="44703"/>
                </a:lnTo>
                <a:lnTo>
                  <a:pt x="1419679" y="44563"/>
                </a:lnTo>
                <a:lnTo>
                  <a:pt x="1418974" y="44434"/>
                </a:lnTo>
                <a:lnTo>
                  <a:pt x="1418261" y="44316"/>
                </a:lnTo>
                <a:lnTo>
                  <a:pt x="1417540" y="44210"/>
                </a:lnTo>
                <a:lnTo>
                  <a:pt x="1416812" y="44115"/>
                </a:lnTo>
                <a:lnTo>
                  <a:pt x="1416076" y="44031"/>
                </a:lnTo>
                <a:lnTo>
                  <a:pt x="1415332" y="43958"/>
                </a:lnTo>
                <a:lnTo>
                  <a:pt x="1414581" y="43896"/>
                </a:lnTo>
                <a:lnTo>
                  <a:pt x="1413822" y="43846"/>
                </a:lnTo>
                <a:lnTo>
                  <a:pt x="1413055" y="43806"/>
                </a:lnTo>
                <a:lnTo>
                  <a:pt x="1412280" y="43778"/>
                </a:lnTo>
                <a:lnTo>
                  <a:pt x="1411498" y="43761"/>
                </a:lnTo>
                <a:lnTo>
                  <a:pt x="1410708" y="43756"/>
                </a:lnTo>
                <a:lnTo>
                  <a:pt x="1410051" y="43760"/>
                </a:lnTo>
                <a:lnTo>
                  <a:pt x="1409400" y="43771"/>
                </a:lnTo>
                <a:lnTo>
                  <a:pt x="1408753" y="43791"/>
                </a:lnTo>
                <a:lnTo>
                  <a:pt x="1408112" y="43818"/>
                </a:lnTo>
                <a:lnTo>
                  <a:pt x="1407476" y="43852"/>
                </a:lnTo>
                <a:lnTo>
                  <a:pt x="1406846" y="43895"/>
                </a:lnTo>
                <a:lnTo>
                  <a:pt x="1406220" y="43945"/>
                </a:lnTo>
                <a:lnTo>
                  <a:pt x="1405600" y="44003"/>
                </a:lnTo>
                <a:lnTo>
                  <a:pt x="1404984" y="44068"/>
                </a:lnTo>
                <a:lnTo>
                  <a:pt x="1404374" y="44141"/>
                </a:lnTo>
                <a:lnTo>
                  <a:pt x="1403769" y="44222"/>
                </a:lnTo>
                <a:lnTo>
                  <a:pt x="1403170" y="44311"/>
                </a:lnTo>
                <a:lnTo>
                  <a:pt x="1402575" y="44407"/>
                </a:lnTo>
                <a:lnTo>
                  <a:pt x="1401986" y="44511"/>
                </a:lnTo>
                <a:lnTo>
                  <a:pt x="1401402" y="44623"/>
                </a:lnTo>
                <a:lnTo>
                  <a:pt x="1400823" y="44743"/>
                </a:lnTo>
                <a:lnTo>
                  <a:pt x="1400249" y="44870"/>
                </a:lnTo>
                <a:lnTo>
                  <a:pt x="1399681" y="45005"/>
                </a:lnTo>
                <a:lnTo>
                  <a:pt x="1399117" y="45147"/>
                </a:lnTo>
                <a:lnTo>
                  <a:pt x="1398559" y="45298"/>
                </a:lnTo>
                <a:lnTo>
                  <a:pt x="1398006" y="45456"/>
                </a:lnTo>
                <a:lnTo>
                  <a:pt x="1397458" y="45621"/>
                </a:lnTo>
                <a:lnTo>
                  <a:pt x="1396916" y="45795"/>
                </a:lnTo>
                <a:lnTo>
                  <a:pt x="1396378" y="45976"/>
                </a:lnTo>
                <a:lnTo>
                  <a:pt x="1395847" y="46164"/>
                </a:lnTo>
                <a:lnTo>
                  <a:pt x="1395322" y="46357"/>
                </a:lnTo>
                <a:lnTo>
                  <a:pt x="1394803" y="46555"/>
                </a:lnTo>
                <a:lnTo>
                  <a:pt x="1394291" y="46759"/>
                </a:lnTo>
                <a:lnTo>
                  <a:pt x="1393785" y="46968"/>
                </a:lnTo>
                <a:lnTo>
                  <a:pt x="1393285" y="47182"/>
                </a:lnTo>
                <a:lnTo>
                  <a:pt x="1392792" y="47401"/>
                </a:lnTo>
                <a:lnTo>
                  <a:pt x="1392306" y="47626"/>
                </a:lnTo>
                <a:lnTo>
                  <a:pt x="1391826" y="47857"/>
                </a:lnTo>
                <a:lnTo>
                  <a:pt x="1391352" y="48092"/>
                </a:lnTo>
                <a:lnTo>
                  <a:pt x="1390885" y="48333"/>
                </a:lnTo>
                <a:lnTo>
                  <a:pt x="1390425" y="48580"/>
                </a:lnTo>
                <a:lnTo>
                  <a:pt x="1389970" y="48831"/>
                </a:lnTo>
                <a:lnTo>
                  <a:pt x="1389522" y="49088"/>
                </a:lnTo>
                <a:lnTo>
                  <a:pt x="1389081" y="49350"/>
                </a:lnTo>
                <a:lnTo>
                  <a:pt x="1388646" y="49618"/>
                </a:lnTo>
                <a:lnTo>
                  <a:pt x="1388218" y="49891"/>
                </a:lnTo>
                <a:lnTo>
                  <a:pt x="1387796" y="50169"/>
                </a:lnTo>
                <a:lnTo>
                  <a:pt x="1387380" y="50452"/>
                </a:lnTo>
                <a:lnTo>
                  <a:pt x="1386971" y="50741"/>
                </a:lnTo>
                <a:lnTo>
                  <a:pt x="1386568" y="51035"/>
                </a:lnTo>
                <a:lnTo>
                  <a:pt x="1386172" y="51335"/>
                </a:lnTo>
                <a:lnTo>
                  <a:pt x="1385782" y="51640"/>
                </a:lnTo>
                <a:lnTo>
                  <a:pt x="1385399" y="51950"/>
                </a:lnTo>
                <a:lnTo>
                  <a:pt x="1385023" y="52264"/>
                </a:lnTo>
                <a:lnTo>
                  <a:pt x="1384654" y="52582"/>
                </a:lnTo>
                <a:lnTo>
                  <a:pt x="1384292" y="52902"/>
                </a:lnTo>
                <a:lnTo>
                  <a:pt x="1383938" y="53225"/>
                </a:lnTo>
                <a:lnTo>
                  <a:pt x="1383591" y="53551"/>
                </a:lnTo>
                <a:lnTo>
                  <a:pt x="1383252" y="53880"/>
                </a:lnTo>
                <a:lnTo>
                  <a:pt x="1382920" y="54212"/>
                </a:lnTo>
                <a:lnTo>
                  <a:pt x="1382596" y="54547"/>
                </a:lnTo>
                <a:lnTo>
                  <a:pt x="1382279" y="54885"/>
                </a:lnTo>
                <a:lnTo>
                  <a:pt x="1381969" y="55225"/>
                </a:lnTo>
                <a:lnTo>
                  <a:pt x="1381667" y="55569"/>
                </a:lnTo>
                <a:lnTo>
                  <a:pt x="1381373" y="55916"/>
                </a:lnTo>
                <a:lnTo>
                  <a:pt x="1381085" y="56265"/>
                </a:lnTo>
                <a:lnTo>
                  <a:pt x="1380806" y="56618"/>
                </a:lnTo>
                <a:lnTo>
                  <a:pt x="1380533" y="56974"/>
                </a:lnTo>
                <a:lnTo>
                  <a:pt x="1380268" y="57332"/>
                </a:lnTo>
                <a:lnTo>
                  <a:pt x="1380011" y="57693"/>
                </a:lnTo>
                <a:lnTo>
                  <a:pt x="1379761" y="58058"/>
                </a:lnTo>
                <a:lnTo>
                  <a:pt x="1379518" y="58425"/>
                </a:lnTo>
                <a:lnTo>
                  <a:pt x="1379283" y="58795"/>
                </a:lnTo>
                <a:lnTo>
                  <a:pt x="1379055" y="59168"/>
                </a:lnTo>
                <a:lnTo>
                  <a:pt x="1378834" y="59545"/>
                </a:lnTo>
                <a:lnTo>
                  <a:pt x="1378621" y="59924"/>
                </a:lnTo>
                <a:lnTo>
                  <a:pt x="1378416" y="60306"/>
                </a:lnTo>
                <a:lnTo>
                  <a:pt x="1378218" y="60689"/>
                </a:lnTo>
                <a:lnTo>
                  <a:pt x="1378029" y="61073"/>
                </a:lnTo>
                <a:lnTo>
                  <a:pt x="1377848" y="61457"/>
                </a:lnTo>
                <a:lnTo>
                  <a:pt x="1377676" y="61842"/>
                </a:lnTo>
                <a:lnTo>
                  <a:pt x="1377512" y="62226"/>
                </a:lnTo>
                <a:lnTo>
                  <a:pt x="1377356" y="62611"/>
                </a:lnTo>
                <a:lnTo>
                  <a:pt x="1377209" y="62997"/>
                </a:lnTo>
                <a:lnTo>
                  <a:pt x="1377070" y="63382"/>
                </a:lnTo>
                <a:lnTo>
                  <a:pt x="1376940" y="63768"/>
                </a:lnTo>
                <a:lnTo>
                  <a:pt x="1376818" y="64154"/>
                </a:lnTo>
                <a:lnTo>
                  <a:pt x="1376705" y="64541"/>
                </a:lnTo>
                <a:lnTo>
                  <a:pt x="1376599" y="64927"/>
                </a:lnTo>
                <a:lnTo>
                  <a:pt x="1376503" y="65314"/>
                </a:lnTo>
                <a:lnTo>
                  <a:pt x="1376414" y="65702"/>
                </a:lnTo>
                <a:lnTo>
                  <a:pt x="1376335" y="66089"/>
                </a:lnTo>
                <a:lnTo>
                  <a:pt x="1376263" y="66477"/>
                </a:lnTo>
                <a:lnTo>
                  <a:pt x="1376200" y="66865"/>
                </a:lnTo>
                <a:lnTo>
                  <a:pt x="1376145" y="67253"/>
                </a:lnTo>
                <a:lnTo>
                  <a:pt x="1376099" y="67642"/>
                </a:lnTo>
                <a:lnTo>
                  <a:pt x="1376061" y="68031"/>
                </a:lnTo>
                <a:lnTo>
                  <a:pt x="1376032" y="68420"/>
                </a:lnTo>
                <a:lnTo>
                  <a:pt x="1376011" y="68810"/>
                </a:lnTo>
                <a:lnTo>
                  <a:pt x="1375998" y="69200"/>
                </a:lnTo>
                <a:lnTo>
                  <a:pt x="1375994" y="69590"/>
                </a:lnTo>
                <a:lnTo>
                  <a:pt x="1390929" y="69590"/>
                </a:lnTo>
                <a:lnTo>
                  <a:pt x="1390933" y="69288"/>
                </a:lnTo>
                <a:lnTo>
                  <a:pt x="1390946" y="68987"/>
                </a:lnTo>
                <a:lnTo>
                  <a:pt x="1390966" y="68689"/>
                </a:lnTo>
                <a:lnTo>
                  <a:pt x="1390995" y="68392"/>
                </a:lnTo>
                <a:lnTo>
                  <a:pt x="1391032" y="68097"/>
                </a:lnTo>
                <a:lnTo>
                  <a:pt x="1391078" y="67803"/>
                </a:lnTo>
                <a:lnTo>
                  <a:pt x="1391132" y="67512"/>
                </a:lnTo>
                <a:lnTo>
                  <a:pt x="1391194" y="67221"/>
                </a:lnTo>
                <a:lnTo>
                  <a:pt x="1391264" y="66933"/>
                </a:lnTo>
                <a:lnTo>
                  <a:pt x="1391343" y="66646"/>
                </a:lnTo>
                <a:lnTo>
                  <a:pt x="1391429" y="66361"/>
                </a:lnTo>
                <a:lnTo>
                  <a:pt x="1391524" y="66078"/>
                </a:lnTo>
                <a:lnTo>
                  <a:pt x="1391628" y="65796"/>
                </a:lnTo>
                <a:lnTo>
                  <a:pt x="1391739" y="65516"/>
                </a:lnTo>
                <a:lnTo>
                  <a:pt x="1391859" y="65238"/>
                </a:lnTo>
                <a:lnTo>
                  <a:pt x="1391988" y="64961"/>
                </a:lnTo>
                <a:lnTo>
                  <a:pt x="1392124" y="64686"/>
                </a:lnTo>
                <a:lnTo>
                  <a:pt x="1392269" y="64413"/>
                </a:lnTo>
                <a:lnTo>
                  <a:pt x="1392422" y="64141"/>
                </a:lnTo>
                <a:lnTo>
                  <a:pt x="1392583" y="63871"/>
                </a:lnTo>
                <a:lnTo>
                  <a:pt x="1392752" y="63603"/>
                </a:lnTo>
                <a:lnTo>
                  <a:pt x="1392930" y="63336"/>
                </a:lnTo>
                <a:lnTo>
                  <a:pt x="1393116" y="63071"/>
                </a:lnTo>
                <a:lnTo>
                  <a:pt x="1393311" y="62808"/>
                </a:lnTo>
                <a:lnTo>
                  <a:pt x="1393512" y="62548"/>
                </a:lnTo>
                <a:lnTo>
                  <a:pt x="1393720" y="62292"/>
                </a:lnTo>
                <a:lnTo>
                  <a:pt x="1393935" y="62040"/>
                </a:lnTo>
                <a:lnTo>
                  <a:pt x="1394156" y="61792"/>
                </a:lnTo>
                <a:lnTo>
                  <a:pt x="1394384" y="61549"/>
                </a:lnTo>
                <a:lnTo>
                  <a:pt x="1394617" y="61310"/>
                </a:lnTo>
                <a:lnTo>
                  <a:pt x="1394858" y="61075"/>
                </a:lnTo>
                <a:lnTo>
                  <a:pt x="1395105" y="60844"/>
                </a:lnTo>
                <a:lnTo>
                  <a:pt x="1395358" y="60617"/>
                </a:lnTo>
                <a:lnTo>
                  <a:pt x="1395618" y="60395"/>
                </a:lnTo>
                <a:lnTo>
                  <a:pt x="1395884" y="60177"/>
                </a:lnTo>
                <a:lnTo>
                  <a:pt x="1396156" y="59962"/>
                </a:lnTo>
                <a:lnTo>
                  <a:pt x="1396435" y="59753"/>
                </a:lnTo>
                <a:lnTo>
                  <a:pt x="1396721" y="59547"/>
                </a:lnTo>
                <a:lnTo>
                  <a:pt x="1397013" y="59346"/>
                </a:lnTo>
                <a:lnTo>
                  <a:pt x="1397311" y="59148"/>
                </a:lnTo>
                <a:lnTo>
                  <a:pt x="1397616" y="58955"/>
                </a:lnTo>
                <a:lnTo>
                  <a:pt x="1397927" y="58767"/>
                </a:lnTo>
                <a:lnTo>
                  <a:pt x="1398245" y="58582"/>
                </a:lnTo>
                <a:lnTo>
                  <a:pt x="1398569" y="58402"/>
                </a:lnTo>
                <a:lnTo>
                  <a:pt x="1398900" y="58226"/>
                </a:lnTo>
                <a:lnTo>
                  <a:pt x="1399237" y="58054"/>
                </a:lnTo>
                <a:lnTo>
                  <a:pt x="1399581" y="57886"/>
                </a:lnTo>
                <a:lnTo>
                  <a:pt x="1399931" y="57722"/>
                </a:lnTo>
                <a:lnTo>
                  <a:pt x="1400286" y="57564"/>
                </a:lnTo>
                <a:lnTo>
                  <a:pt x="1400647" y="57413"/>
                </a:lnTo>
                <a:lnTo>
                  <a:pt x="1401012" y="57268"/>
                </a:lnTo>
                <a:lnTo>
                  <a:pt x="1401383" y="57130"/>
                </a:lnTo>
                <a:lnTo>
                  <a:pt x="1401758" y="56999"/>
                </a:lnTo>
                <a:lnTo>
                  <a:pt x="1402138" y="56875"/>
                </a:lnTo>
                <a:lnTo>
                  <a:pt x="1402523" y="56757"/>
                </a:lnTo>
                <a:lnTo>
                  <a:pt x="1402913" y="56646"/>
                </a:lnTo>
                <a:lnTo>
                  <a:pt x="1403308" y="56542"/>
                </a:lnTo>
                <a:lnTo>
                  <a:pt x="1403708" y="56444"/>
                </a:lnTo>
                <a:lnTo>
                  <a:pt x="1404112" y="56353"/>
                </a:lnTo>
                <a:lnTo>
                  <a:pt x="1404522" y="56269"/>
                </a:lnTo>
                <a:lnTo>
                  <a:pt x="1404937" y="56192"/>
                </a:lnTo>
                <a:lnTo>
                  <a:pt x="1405356" y="56121"/>
                </a:lnTo>
                <a:lnTo>
                  <a:pt x="1405780" y="56057"/>
                </a:lnTo>
                <a:lnTo>
                  <a:pt x="1406210" y="56000"/>
                </a:lnTo>
                <a:lnTo>
                  <a:pt x="1406644" y="55950"/>
                </a:lnTo>
                <a:lnTo>
                  <a:pt x="1407083" y="55906"/>
                </a:lnTo>
                <a:lnTo>
                  <a:pt x="1407527" y="55869"/>
                </a:lnTo>
                <a:lnTo>
                  <a:pt x="1407976" y="55839"/>
                </a:lnTo>
                <a:lnTo>
                  <a:pt x="1408429" y="55815"/>
                </a:lnTo>
                <a:lnTo>
                  <a:pt x="1408888" y="55798"/>
                </a:lnTo>
                <a:lnTo>
                  <a:pt x="1409352" y="55788"/>
                </a:lnTo>
                <a:lnTo>
                  <a:pt x="1409820" y="55785"/>
                </a:lnTo>
                <a:lnTo>
                  <a:pt x="1410321" y="55788"/>
                </a:lnTo>
                <a:lnTo>
                  <a:pt x="1410816" y="55799"/>
                </a:lnTo>
                <a:lnTo>
                  <a:pt x="1411303" y="55817"/>
                </a:lnTo>
                <a:lnTo>
                  <a:pt x="1411784" y="55843"/>
                </a:lnTo>
                <a:lnTo>
                  <a:pt x="1412259" y="55876"/>
                </a:lnTo>
                <a:lnTo>
                  <a:pt x="1412726" y="55916"/>
                </a:lnTo>
                <a:lnTo>
                  <a:pt x="1413187" y="55963"/>
                </a:lnTo>
                <a:lnTo>
                  <a:pt x="1413641" y="56018"/>
                </a:lnTo>
                <a:lnTo>
                  <a:pt x="1414089" y="56080"/>
                </a:lnTo>
                <a:lnTo>
                  <a:pt x="1414529" y="56149"/>
                </a:lnTo>
                <a:lnTo>
                  <a:pt x="1414963" y="56226"/>
                </a:lnTo>
                <a:lnTo>
                  <a:pt x="1415390" y="56309"/>
                </a:lnTo>
                <a:lnTo>
                  <a:pt x="1415811" y="56401"/>
                </a:lnTo>
                <a:lnTo>
                  <a:pt x="1416225" y="56499"/>
                </a:lnTo>
                <a:lnTo>
                  <a:pt x="1416632" y="56605"/>
                </a:lnTo>
                <a:lnTo>
                  <a:pt x="1417032" y="56718"/>
                </a:lnTo>
                <a:lnTo>
                  <a:pt x="1417425" y="56838"/>
                </a:lnTo>
                <a:lnTo>
                  <a:pt x="1417812" y="56965"/>
                </a:lnTo>
                <a:lnTo>
                  <a:pt x="1418192" y="57100"/>
                </a:lnTo>
                <a:lnTo>
                  <a:pt x="1418566" y="57242"/>
                </a:lnTo>
                <a:lnTo>
                  <a:pt x="1418932" y="57392"/>
                </a:lnTo>
                <a:lnTo>
                  <a:pt x="1419292" y="57548"/>
                </a:lnTo>
                <a:lnTo>
                  <a:pt x="1419646" y="57712"/>
                </a:lnTo>
                <a:lnTo>
                  <a:pt x="1419992" y="57884"/>
                </a:lnTo>
                <a:lnTo>
                  <a:pt x="1420332" y="58062"/>
                </a:lnTo>
                <a:lnTo>
                  <a:pt x="1420664" y="58246"/>
                </a:lnTo>
                <a:lnTo>
                  <a:pt x="1420989" y="58436"/>
                </a:lnTo>
                <a:lnTo>
                  <a:pt x="1421307" y="58632"/>
                </a:lnTo>
                <a:lnTo>
                  <a:pt x="1421618" y="58834"/>
                </a:lnTo>
                <a:lnTo>
                  <a:pt x="1421922" y="59042"/>
                </a:lnTo>
                <a:lnTo>
                  <a:pt x="1422219" y="59256"/>
                </a:lnTo>
                <a:lnTo>
                  <a:pt x="1422508" y="59476"/>
                </a:lnTo>
                <a:lnTo>
                  <a:pt x="1422790" y="59702"/>
                </a:lnTo>
                <a:lnTo>
                  <a:pt x="1423066" y="59934"/>
                </a:lnTo>
                <a:lnTo>
                  <a:pt x="1423334" y="60172"/>
                </a:lnTo>
                <a:lnTo>
                  <a:pt x="1423595" y="60417"/>
                </a:lnTo>
                <a:lnTo>
                  <a:pt x="1423848" y="60667"/>
                </a:lnTo>
                <a:lnTo>
                  <a:pt x="1424095" y="60923"/>
                </a:lnTo>
                <a:lnTo>
                  <a:pt x="1424334" y="61185"/>
                </a:lnTo>
                <a:lnTo>
                  <a:pt x="1424567" y="61454"/>
                </a:lnTo>
                <a:lnTo>
                  <a:pt x="1424792" y="61728"/>
                </a:lnTo>
                <a:lnTo>
                  <a:pt x="1425010" y="62008"/>
                </a:lnTo>
                <a:lnTo>
                  <a:pt x="1425221" y="62295"/>
                </a:lnTo>
                <a:lnTo>
                  <a:pt x="1425424" y="62587"/>
                </a:lnTo>
                <a:lnTo>
                  <a:pt x="1425621" y="62886"/>
                </a:lnTo>
                <a:lnTo>
                  <a:pt x="1425810" y="63190"/>
                </a:lnTo>
                <a:lnTo>
                  <a:pt x="1425993" y="63501"/>
                </a:lnTo>
                <a:lnTo>
                  <a:pt x="1426168" y="63817"/>
                </a:lnTo>
                <a:lnTo>
                  <a:pt x="1426336" y="64139"/>
                </a:lnTo>
                <a:lnTo>
                  <a:pt x="1426497" y="64466"/>
                </a:lnTo>
                <a:lnTo>
                  <a:pt x="1426650" y="64797"/>
                </a:lnTo>
                <a:lnTo>
                  <a:pt x="1426797" y="65133"/>
                </a:lnTo>
                <a:lnTo>
                  <a:pt x="1426936" y="65473"/>
                </a:lnTo>
                <a:lnTo>
                  <a:pt x="1427069" y="65818"/>
                </a:lnTo>
                <a:lnTo>
                  <a:pt x="1427194" y="66168"/>
                </a:lnTo>
                <a:lnTo>
                  <a:pt x="1427312" y="66522"/>
                </a:lnTo>
                <a:lnTo>
                  <a:pt x="1427422" y="66881"/>
                </a:lnTo>
                <a:lnTo>
                  <a:pt x="1427526" y="67244"/>
                </a:lnTo>
                <a:lnTo>
                  <a:pt x="1427623" y="67612"/>
                </a:lnTo>
                <a:lnTo>
                  <a:pt x="1427712" y="67985"/>
                </a:lnTo>
                <a:lnTo>
                  <a:pt x="1427794" y="68362"/>
                </a:lnTo>
                <a:lnTo>
                  <a:pt x="1427869" y="68744"/>
                </a:lnTo>
                <a:lnTo>
                  <a:pt x="1427937" y="69131"/>
                </a:lnTo>
                <a:lnTo>
                  <a:pt x="1427998" y="69522"/>
                </a:lnTo>
                <a:lnTo>
                  <a:pt x="1428051" y="69918"/>
                </a:lnTo>
                <a:lnTo>
                  <a:pt x="1428098" y="70319"/>
                </a:lnTo>
                <a:lnTo>
                  <a:pt x="1428137" y="70724"/>
                </a:lnTo>
                <a:lnTo>
                  <a:pt x="1428169" y="71134"/>
                </a:lnTo>
                <a:lnTo>
                  <a:pt x="1428194" y="71548"/>
                </a:lnTo>
                <a:lnTo>
                  <a:pt x="1428212" y="71967"/>
                </a:lnTo>
                <a:lnTo>
                  <a:pt x="1428223" y="72391"/>
                </a:lnTo>
                <a:lnTo>
                  <a:pt x="1428227" y="72819"/>
                </a:lnTo>
                <a:lnTo>
                  <a:pt x="1428227" y="79762"/>
                </a:lnTo>
                <a:lnTo>
                  <a:pt x="1413453" y="79762"/>
                </a:lnTo>
                <a:lnTo>
                  <a:pt x="1412709" y="79765"/>
                </a:lnTo>
                <a:lnTo>
                  <a:pt x="1411971" y="79775"/>
                </a:lnTo>
                <a:lnTo>
                  <a:pt x="1411239" y="79791"/>
                </a:lnTo>
                <a:lnTo>
                  <a:pt x="1410513" y="79813"/>
                </a:lnTo>
                <a:lnTo>
                  <a:pt x="1409793" y="79842"/>
                </a:lnTo>
                <a:lnTo>
                  <a:pt x="1409078" y="79878"/>
                </a:lnTo>
                <a:lnTo>
                  <a:pt x="1408370" y="79920"/>
                </a:lnTo>
                <a:lnTo>
                  <a:pt x="1407667" y="79968"/>
                </a:lnTo>
                <a:lnTo>
                  <a:pt x="1406970" y="80023"/>
                </a:lnTo>
                <a:lnTo>
                  <a:pt x="1406280" y="80084"/>
                </a:lnTo>
                <a:lnTo>
                  <a:pt x="1405595" y="80152"/>
                </a:lnTo>
                <a:lnTo>
                  <a:pt x="1404916" y="80226"/>
                </a:lnTo>
                <a:lnTo>
                  <a:pt x="1404242" y="80306"/>
                </a:lnTo>
                <a:lnTo>
                  <a:pt x="1403575" y="80393"/>
                </a:lnTo>
                <a:lnTo>
                  <a:pt x="1402914" y="80487"/>
                </a:lnTo>
                <a:lnTo>
                  <a:pt x="1402258" y="80587"/>
                </a:lnTo>
                <a:lnTo>
                  <a:pt x="1401609" y="80693"/>
                </a:lnTo>
                <a:lnTo>
                  <a:pt x="1400965" y="80806"/>
                </a:lnTo>
                <a:lnTo>
                  <a:pt x="1400327" y="80925"/>
                </a:lnTo>
                <a:lnTo>
                  <a:pt x="1399695" y="81051"/>
                </a:lnTo>
                <a:lnTo>
                  <a:pt x="1399069" y="81183"/>
                </a:lnTo>
                <a:lnTo>
                  <a:pt x="1398449" y="81322"/>
                </a:lnTo>
                <a:lnTo>
                  <a:pt x="1397834" y="81467"/>
                </a:lnTo>
                <a:lnTo>
                  <a:pt x="1397226" y="81618"/>
                </a:lnTo>
                <a:lnTo>
                  <a:pt x="1396624" y="81776"/>
                </a:lnTo>
                <a:lnTo>
                  <a:pt x="1396030" y="81940"/>
                </a:lnTo>
                <a:lnTo>
                  <a:pt x="1395442" y="82110"/>
                </a:lnTo>
                <a:lnTo>
                  <a:pt x="1394862" y="82286"/>
                </a:lnTo>
                <a:lnTo>
                  <a:pt x="1394290" y="82467"/>
                </a:lnTo>
                <a:lnTo>
                  <a:pt x="1393724" y="82655"/>
                </a:lnTo>
                <a:lnTo>
                  <a:pt x="1393166" y="82849"/>
                </a:lnTo>
                <a:lnTo>
                  <a:pt x="1392615" y="83049"/>
                </a:lnTo>
                <a:lnTo>
                  <a:pt x="1392072" y="83255"/>
                </a:lnTo>
                <a:lnTo>
                  <a:pt x="1391536" y="83467"/>
                </a:lnTo>
                <a:lnTo>
                  <a:pt x="1391007" y="83685"/>
                </a:lnTo>
                <a:lnTo>
                  <a:pt x="1390485" y="83909"/>
                </a:lnTo>
                <a:lnTo>
                  <a:pt x="1389971" y="84139"/>
                </a:lnTo>
                <a:lnTo>
                  <a:pt x="1389464" y="84375"/>
                </a:lnTo>
                <a:lnTo>
                  <a:pt x="1388964" y="84617"/>
                </a:lnTo>
                <a:lnTo>
                  <a:pt x="1388471" y="84866"/>
                </a:lnTo>
                <a:lnTo>
                  <a:pt x="1387986" y="85120"/>
                </a:lnTo>
                <a:lnTo>
                  <a:pt x="1387508" y="85380"/>
                </a:lnTo>
                <a:lnTo>
                  <a:pt x="1387037" y="85646"/>
                </a:lnTo>
                <a:lnTo>
                  <a:pt x="1386574" y="85918"/>
                </a:lnTo>
                <a:lnTo>
                  <a:pt x="1386118" y="86197"/>
                </a:lnTo>
                <a:lnTo>
                  <a:pt x="1385669" y="86481"/>
                </a:lnTo>
                <a:lnTo>
                  <a:pt x="1385228" y="86771"/>
                </a:lnTo>
                <a:lnTo>
                  <a:pt x="1384794" y="87068"/>
                </a:lnTo>
                <a:lnTo>
                  <a:pt x="1384367" y="87370"/>
                </a:lnTo>
                <a:lnTo>
                  <a:pt x="1383949" y="87679"/>
                </a:lnTo>
                <a:lnTo>
                  <a:pt x="1383540" y="87994"/>
                </a:lnTo>
                <a:lnTo>
                  <a:pt x="1383139" y="88315"/>
                </a:lnTo>
                <a:lnTo>
                  <a:pt x="1382746" y="88642"/>
                </a:lnTo>
                <a:lnTo>
                  <a:pt x="1382362" y="88975"/>
                </a:lnTo>
                <a:lnTo>
                  <a:pt x="1381986" y="89314"/>
                </a:lnTo>
                <a:lnTo>
                  <a:pt x="1381618" y="89660"/>
                </a:lnTo>
                <a:lnTo>
                  <a:pt x="1381259" y="90012"/>
                </a:lnTo>
                <a:lnTo>
                  <a:pt x="1380908" y="90370"/>
                </a:lnTo>
                <a:lnTo>
                  <a:pt x="1380566" y="90734"/>
                </a:lnTo>
                <a:lnTo>
                  <a:pt x="1380232" y="91104"/>
                </a:lnTo>
                <a:lnTo>
                  <a:pt x="1379907" y="91481"/>
                </a:lnTo>
                <a:lnTo>
                  <a:pt x="1379590" y="91863"/>
                </a:lnTo>
                <a:lnTo>
                  <a:pt x="1379281" y="92252"/>
                </a:lnTo>
                <a:lnTo>
                  <a:pt x="1378981" y="92647"/>
                </a:lnTo>
                <a:lnTo>
                  <a:pt x="1378689" y="93048"/>
                </a:lnTo>
                <a:lnTo>
                  <a:pt x="1378406" y="93455"/>
                </a:lnTo>
                <a:lnTo>
                  <a:pt x="1378131" y="93869"/>
                </a:lnTo>
                <a:lnTo>
                  <a:pt x="1377864" y="94289"/>
                </a:lnTo>
                <a:lnTo>
                  <a:pt x="1377606" y="94714"/>
                </a:lnTo>
                <a:lnTo>
                  <a:pt x="1377356" y="95146"/>
                </a:lnTo>
                <a:lnTo>
                  <a:pt x="1377115" y="95584"/>
                </a:lnTo>
                <a:lnTo>
                  <a:pt x="1376882" y="96029"/>
                </a:lnTo>
                <a:lnTo>
                  <a:pt x="1376658" y="96479"/>
                </a:lnTo>
                <a:lnTo>
                  <a:pt x="1376444" y="96935"/>
                </a:lnTo>
                <a:lnTo>
                  <a:pt x="1376239" y="97397"/>
                </a:lnTo>
                <a:lnTo>
                  <a:pt x="1376043" y="97864"/>
                </a:lnTo>
                <a:lnTo>
                  <a:pt x="1375857" y="98338"/>
                </a:lnTo>
                <a:lnTo>
                  <a:pt x="1375681" y="98816"/>
                </a:lnTo>
                <a:lnTo>
                  <a:pt x="1375514" y="99301"/>
                </a:lnTo>
                <a:lnTo>
                  <a:pt x="1375357" y="99792"/>
                </a:lnTo>
                <a:lnTo>
                  <a:pt x="1375209" y="100288"/>
                </a:lnTo>
                <a:lnTo>
                  <a:pt x="1375071" y="100790"/>
                </a:lnTo>
                <a:lnTo>
                  <a:pt x="1374943" y="101298"/>
                </a:lnTo>
                <a:lnTo>
                  <a:pt x="1374823" y="101811"/>
                </a:lnTo>
                <a:lnTo>
                  <a:pt x="1374714" y="102330"/>
                </a:lnTo>
                <a:lnTo>
                  <a:pt x="1374614" y="102855"/>
                </a:lnTo>
                <a:lnTo>
                  <a:pt x="1374523" y="103386"/>
                </a:lnTo>
                <a:lnTo>
                  <a:pt x="1374442" y="103922"/>
                </a:lnTo>
                <a:lnTo>
                  <a:pt x="1374371" y="104465"/>
                </a:lnTo>
                <a:lnTo>
                  <a:pt x="1374309" y="105013"/>
                </a:lnTo>
                <a:lnTo>
                  <a:pt x="1374256" y="105566"/>
                </a:lnTo>
                <a:lnTo>
                  <a:pt x="1374213" y="106126"/>
                </a:lnTo>
                <a:lnTo>
                  <a:pt x="1374180" y="106691"/>
                </a:lnTo>
                <a:lnTo>
                  <a:pt x="1374156" y="107262"/>
                </a:lnTo>
                <a:lnTo>
                  <a:pt x="1374142" y="107838"/>
                </a:lnTo>
                <a:lnTo>
                  <a:pt x="1374137" y="108421"/>
                </a:lnTo>
                <a:lnTo>
                  <a:pt x="1374144" y="109024"/>
                </a:lnTo>
                <a:lnTo>
                  <a:pt x="1374163" y="109622"/>
                </a:lnTo>
                <a:lnTo>
                  <a:pt x="1374195" y="110215"/>
                </a:lnTo>
                <a:lnTo>
                  <a:pt x="1374239" y="110804"/>
                </a:lnTo>
                <a:lnTo>
                  <a:pt x="1374297" y="111387"/>
                </a:lnTo>
                <a:lnTo>
                  <a:pt x="1374367" y="111965"/>
                </a:lnTo>
                <a:lnTo>
                  <a:pt x="1374450" y="112539"/>
                </a:lnTo>
                <a:lnTo>
                  <a:pt x="1374545" y="113108"/>
                </a:lnTo>
                <a:lnTo>
                  <a:pt x="1374654" y="113672"/>
                </a:lnTo>
                <a:lnTo>
                  <a:pt x="1374775" y="114230"/>
                </a:lnTo>
                <a:lnTo>
                  <a:pt x="1374909" y="114784"/>
                </a:lnTo>
                <a:lnTo>
                  <a:pt x="1375055" y="115333"/>
                </a:lnTo>
                <a:lnTo>
                  <a:pt x="1375215" y="115878"/>
                </a:lnTo>
                <a:lnTo>
                  <a:pt x="1375387" y="116417"/>
                </a:lnTo>
                <a:lnTo>
                  <a:pt x="1375572" y="116951"/>
                </a:lnTo>
                <a:lnTo>
                  <a:pt x="1375770" y="117481"/>
                </a:lnTo>
                <a:lnTo>
                  <a:pt x="1375980" y="118005"/>
                </a:lnTo>
                <a:lnTo>
                  <a:pt x="1376203" y="118525"/>
                </a:lnTo>
                <a:lnTo>
                  <a:pt x="1376439" y="119040"/>
                </a:lnTo>
                <a:lnTo>
                  <a:pt x="1376688" y="119549"/>
                </a:lnTo>
                <a:lnTo>
                  <a:pt x="1376949" y="120054"/>
                </a:lnTo>
                <a:lnTo>
                  <a:pt x="1377224" y="120554"/>
                </a:lnTo>
                <a:lnTo>
                  <a:pt x="1377511" y="121049"/>
                </a:lnTo>
                <a:lnTo>
                  <a:pt x="1377810" y="121540"/>
                </a:lnTo>
                <a:lnTo>
                  <a:pt x="1378122" y="122023"/>
                </a:lnTo>
                <a:lnTo>
                  <a:pt x="1378443" y="122499"/>
                </a:lnTo>
                <a:lnTo>
                  <a:pt x="1378775" y="122966"/>
                </a:lnTo>
                <a:lnTo>
                  <a:pt x="1379118" y="123424"/>
                </a:lnTo>
                <a:lnTo>
                  <a:pt x="1379471" y="123875"/>
                </a:lnTo>
                <a:lnTo>
                  <a:pt x="1379834" y="124317"/>
                </a:lnTo>
                <a:lnTo>
                  <a:pt x="1380207" y="124751"/>
                </a:lnTo>
                <a:lnTo>
                  <a:pt x="1380591" y="125177"/>
                </a:lnTo>
                <a:lnTo>
                  <a:pt x="1380985" y="125594"/>
                </a:lnTo>
                <a:lnTo>
                  <a:pt x="1381390" y="126004"/>
                </a:lnTo>
                <a:lnTo>
                  <a:pt x="1381805" y="126404"/>
                </a:lnTo>
                <a:lnTo>
                  <a:pt x="1382230" y="126797"/>
                </a:lnTo>
                <a:lnTo>
                  <a:pt x="1382666" y="127182"/>
                </a:lnTo>
                <a:lnTo>
                  <a:pt x="1383112" y="127558"/>
                </a:lnTo>
                <a:lnTo>
                  <a:pt x="1383569" y="127925"/>
                </a:lnTo>
                <a:lnTo>
                  <a:pt x="1384036" y="128285"/>
                </a:lnTo>
                <a:lnTo>
                  <a:pt x="1384513" y="128636"/>
                </a:lnTo>
                <a:lnTo>
                  <a:pt x="1385000" y="128979"/>
                </a:lnTo>
                <a:lnTo>
                  <a:pt x="1385498" y="129314"/>
                </a:lnTo>
                <a:lnTo>
                  <a:pt x="1386007" y="129641"/>
                </a:lnTo>
                <a:lnTo>
                  <a:pt x="1386525" y="129959"/>
                </a:lnTo>
                <a:lnTo>
                  <a:pt x="1387055" y="130269"/>
                </a:lnTo>
                <a:lnTo>
                  <a:pt x="1387594" y="130571"/>
                </a:lnTo>
                <a:lnTo>
                  <a:pt x="1388144" y="130864"/>
                </a:lnTo>
                <a:lnTo>
                  <a:pt x="1388703" y="131147"/>
                </a:lnTo>
                <a:lnTo>
                  <a:pt x="1389269" y="131418"/>
                </a:lnTo>
                <a:lnTo>
                  <a:pt x="1389844" y="131678"/>
                </a:lnTo>
                <a:lnTo>
                  <a:pt x="1390426" y="131925"/>
                </a:lnTo>
                <a:lnTo>
                  <a:pt x="1391015" y="132160"/>
                </a:lnTo>
                <a:lnTo>
                  <a:pt x="1391613" y="132383"/>
                </a:lnTo>
                <a:lnTo>
                  <a:pt x="1392218" y="132594"/>
                </a:lnTo>
                <a:lnTo>
                  <a:pt x="1392831" y="132792"/>
                </a:lnTo>
                <a:lnTo>
                  <a:pt x="1393451" y="132979"/>
                </a:lnTo>
                <a:lnTo>
                  <a:pt x="1394080" y="133154"/>
                </a:lnTo>
                <a:lnTo>
                  <a:pt x="1394715" y="133317"/>
                </a:lnTo>
                <a:lnTo>
                  <a:pt x="1395359" y="133467"/>
                </a:lnTo>
                <a:lnTo>
                  <a:pt x="1396011" y="133606"/>
                </a:lnTo>
                <a:lnTo>
                  <a:pt x="1396670" y="133733"/>
                </a:lnTo>
                <a:lnTo>
                  <a:pt x="1397336" y="133847"/>
                </a:lnTo>
                <a:lnTo>
                  <a:pt x="1398011" y="133950"/>
                </a:lnTo>
                <a:lnTo>
                  <a:pt x="1398693" y="134040"/>
                </a:lnTo>
                <a:lnTo>
                  <a:pt x="1399383" y="134118"/>
                </a:lnTo>
                <a:lnTo>
                  <a:pt x="1400081" y="134185"/>
                </a:lnTo>
                <a:lnTo>
                  <a:pt x="1400786" y="134239"/>
                </a:lnTo>
                <a:lnTo>
                  <a:pt x="1401499" y="134281"/>
                </a:lnTo>
                <a:lnTo>
                  <a:pt x="1402220" y="134311"/>
                </a:lnTo>
                <a:lnTo>
                  <a:pt x="1402948" y="134329"/>
                </a:lnTo>
                <a:lnTo>
                  <a:pt x="1403684" y="134335"/>
                </a:lnTo>
                <a:lnTo>
                  <a:pt x="1404274" y="134331"/>
                </a:lnTo>
                <a:lnTo>
                  <a:pt x="1404859" y="134318"/>
                </a:lnTo>
                <a:lnTo>
                  <a:pt x="1405438" y="134297"/>
                </a:lnTo>
                <a:lnTo>
                  <a:pt x="1406013" y="134267"/>
                </a:lnTo>
                <a:lnTo>
                  <a:pt x="1406583" y="134228"/>
                </a:lnTo>
                <a:lnTo>
                  <a:pt x="1407148" y="134181"/>
                </a:lnTo>
                <a:lnTo>
                  <a:pt x="1407708" y="134126"/>
                </a:lnTo>
                <a:lnTo>
                  <a:pt x="1408264" y="134062"/>
                </a:lnTo>
                <a:lnTo>
                  <a:pt x="1408814" y="133989"/>
                </a:lnTo>
                <a:lnTo>
                  <a:pt x="1409359" y="133908"/>
                </a:lnTo>
                <a:lnTo>
                  <a:pt x="1409900" y="133818"/>
                </a:lnTo>
                <a:lnTo>
                  <a:pt x="1410436" y="133720"/>
                </a:lnTo>
                <a:lnTo>
                  <a:pt x="1410966" y="133613"/>
                </a:lnTo>
                <a:lnTo>
                  <a:pt x="1411492" y="133497"/>
                </a:lnTo>
                <a:lnTo>
                  <a:pt x="1412013" y="133374"/>
                </a:lnTo>
                <a:lnTo>
                  <a:pt x="1412529" y="133241"/>
                </a:lnTo>
                <a:lnTo>
                  <a:pt x="1413040" y="133100"/>
                </a:lnTo>
                <a:lnTo>
                  <a:pt x="1413546" y="132950"/>
                </a:lnTo>
                <a:lnTo>
                  <a:pt x="1414047" y="132792"/>
                </a:lnTo>
                <a:lnTo>
                  <a:pt x="1414544" y="132625"/>
                </a:lnTo>
                <a:lnTo>
                  <a:pt x="1415035" y="132450"/>
                </a:lnTo>
                <a:lnTo>
                  <a:pt x="1415522" y="132266"/>
                </a:lnTo>
                <a:lnTo>
                  <a:pt x="1416004" y="132074"/>
                </a:lnTo>
                <a:lnTo>
                  <a:pt x="1416480" y="131873"/>
                </a:lnTo>
                <a:lnTo>
                  <a:pt x="1416952" y="131666"/>
                </a:lnTo>
                <a:lnTo>
                  <a:pt x="1417418" y="131454"/>
                </a:lnTo>
                <a:lnTo>
                  <a:pt x="1417879" y="131237"/>
                </a:lnTo>
                <a:lnTo>
                  <a:pt x="1418335" y="131016"/>
                </a:lnTo>
                <a:lnTo>
                  <a:pt x="1418785" y="130791"/>
                </a:lnTo>
                <a:lnTo>
                  <a:pt x="1419230" y="130561"/>
                </a:lnTo>
                <a:lnTo>
                  <a:pt x="1419670" y="130327"/>
                </a:lnTo>
                <a:lnTo>
                  <a:pt x="1420104" y="130088"/>
                </a:lnTo>
                <a:lnTo>
                  <a:pt x="1420533" y="129845"/>
                </a:lnTo>
                <a:lnTo>
                  <a:pt x="1420957" y="129597"/>
                </a:lnTo>
                <a:lnTo>
                  <a:pt x="1421375" y="129345"/>
                </a:lnTo>
                <a:lnTo>
                  <a:pt x="1421788" y="129088"/>
                </a:lnTo>
                <a:lnTo>
                  <a:pt x="1422196" y="128827"/>
                </a:lnTo>
                <a:lnTo>
                  <a:pt x="1422598" y="128561"/>
                </a:lnTo>
                <a:lnTo>
                  <a:pt x="1422995" y="128291"/>
                </a:lnTo>
                <a:lnTo>
                  <a:pt x="1423387" y="128016"/>
                </a:lnTo>
                <a:lnTo>
                  <a:pt x="1423774" y="127737"/>
                </a:lnTo>
                <a:lnTo>
                  <a:pt x="1424155" y="127453"/>
                </a:lnTo>
                <a:lnTo>
                  <a:pt x="1424530" y="127165"/>
                </a:lnTo>
                <a:lnTo>
                  <a:pt x="1424901" y="126872"/>
                </a:lnTo>
                <a:lnTo>
                  <a:pt x="1425266" y="126575"/>
                </a:lnTo>
                <a:lnTo>
                  <a:pt x="1425626" y="126274"/>
                </a:lnTo>
                <a:lnTo>
                  <a:pt x="1425980" y="125967"/>
                </a:lnTo>
                <a:lnTo>
                  <a:pt x="1426329" y="125657"/>
                </a:lnTo>
                <a:lnTo>
                  <a:pt x="1426673" y="125343"/>
                </a:lnTo>
                <a:lnTo>
                  <a:pt x="1427011" y="125029"/>
                </a:lnTo>
                <a:lnTo>
                  <a:pt x="1427343" y="124713"/>
                </a:lnTo>
                <a:lnTo>
                  <a:pt x="1427669" y="124395"/>
                </a:lnTo>
                <a:lnTo>
                  <a:pt x="1427990" y="124077"/>
                </a:lnTo>
                <a:lnTo>
                  <a:pt x="1428305" y="123757"/>
                </a:lnTo>
                <a:lnTo>
                  <a:pt x="1428566" y="123486"/>
                </a:lnTo>
                <a:lnTo>
                  <a:pt x="1428590" y="123697"/>
                </a:lnTo>
                <a:close/>
                <a:moveTo>
                  <a:pt x="1428227" y="108193"/>
                </a:moveTo>
                <a:lnTo>
                  <a:pt x="1428083" y="108475"/>
                </a:lnTo>
                <a:lnTo>
                  <a:pt x="1427899" y="108818"/>
                </a:lnTo>
                <a:lnTo>
                  <a:pt x="1427704" y="109163"/>
                </a:lnTo>
                <a:lnTo>
                  <a:pt x="1427500" y="109508"/>
                </a:lnTo>
                <a:lnTo>
                  <a:pt x="1427286" y="109854"/>
                </a:lnTo>
                <a:lnTo>
                  <a:pt x="1427062" y="110201"/>
                </a:lnTo>
                <a:lnTo>
                  <a:pt x="1426827" y="110548"/>
                </a:lnTo>
                <a:lnTo>
                  <a:pt x="1426583" y="110897"/>
                </a:lnTo>
                <a:lnTo>
                  <a:pt x="1426329" y="111246"/>
                </a:lnTo>
                <a:lnTo>
                  <a:pt x="1426067" y="111594"/>
                </a:lnTo>
                <a:lnTo>
                  <a:pt x="1425796" y="111937"/>
                </a:lnTo>
                <a:lnTo>
                  <a:pt x="1425519" y="112276"/>
                </a:lnTo>
                <a:lnTo>
                  <a:pt x="1425234" y="112610"/>
                </a:lnTo>
                <a:lnTo>
                  <a:pt x="1424941" y="112940"/>
                </a:lnTo>
                <a:lnTo>
                  <a:pt x="1424642" y="113265"/>
                </a:lnTo>
                <a:lnTo>
                  <a:pt x="1424334" y="113585"/>
                </a:lnTo>
                <a:lnTo>
                  <a:pt x="1424020" y="113902"/>
                </a:lnTo>
                <a:lnTo>
                  <a:pt x="1423697" y="114213"/>
                </a:lnTo>
                <a:lnTo>
                  <a:pt x="1423368" y="114521"/>
                </a:lnTo>
                <a:lnTo>
                  <a:pt x="1423031" y="114823"/>
                </a:lnTo>
                <a:lnTo>
                  <a:pt x="1422686" y="115122"/>
                </a:lnTo>
                <a:lnTo>
                  <a:pt x="1422335" y="115415"/>
                </a:lnTo>
                <a:lnTo>
                  <a:pt x="1421975" y="115705"/>
                </a:lnTo>
                <a:lnTo>
                  <a:pt x="1421609" y="115989"/>
                </a:lnTo>
                <a:lnTo>
                  <a:pt x="1421234" y="116270"/>
                </a:lnTo>
                <a:lnTo>
                  <a:pt x="1420853" y="116546"/>
                </a:lnTo>
                <a:lnTo>
                  <a:pt x="1420464" y="116817"/>
                </a:lnTo>
                <a:lnTo>
                  <a:pt x="1420067" y="117084"/>
                </a:lnTo>
                <a:lnTo>
                  <a:pt x="1419663" y="117346"/>
                </a:lnTo>
                <a:lnTo>
                  <a:pt x="1419252" y="117604"/>
                </a:lnTo>
                <a:lnTo>
                  <a:pt x="1418833" y="117857"/>
                </a:lnTo>
                <a:lnTo>
                  <a:pt x="1418407" y="118106"/>
                </a:lnTo>
                <a:lnTo>
                  <a:pt x="1417974" y="118351"/>
                </a:lnTo>
                <a:lnTo>
                  <a:pt x="1417534" y="118588"/>
                </a:lnTo>
                <a:lnTo>
                  <a:pt x="1417088" y="118815"/>
                </a:lnTo>
                <a:lnTo>
                  <a:pt x="1416637" y="119032"/>
                </a:lnTo>
                <a:lnTo>
                  <a:pt x="1416180" y="119239"/>
                </a:lnTo>
                <a:lnTo>
                  <a:pt x="1415717" y="119436"/>
                </a:lnTo>
                <a:lnTo>
                  <a:pt x="1415249" y="119622"/>
                </a:lnTo>
                <a:lnTo>
                  <a:pt x="1414775" y="119799"/>
                </a:lnTo>
                <a:lnTo>
                  <a:pt x="1414296" y="119965"/>
                </a:lnTo>
                <a:lnTo>
                  <a:pt x="1413811" y="120122"/>
                </a:lnTo>
                <a:lnTo>
                  <a:pt x="1413321" y="120268"/>
                </a:lnTo>
                <a:lnTo>
                  <a:pt x="1412824" y="120404"/>
                </a:lnTo>
                <a:lnTo>
                  <a:pt x="1412323" y="120530"/>
                </a:lnTo>
                <a:lnTo>
                  <a:pt x="1411815" y="120646"/>
                </a:lnTo>
                <a:lnTo>
                  <a:pt x="1411302" y="120752"/>
                </a:lnTo>
                <a:lnTo>
                  <a:pt x="1410784" y="120848"/>
                </a:lnTo>
                <a:lnTo>
                  <a:pt x="1410260" y="120934"/>
                </a:lnTo>
                <a:lnTo>
                  <a:pt x="1409730" y="121010"/>
                </a:lnTo>
                <a:lnTo>
                  <a:pt x="1409194" y="121075"/>
                </a:lnTo>
                <a:lnTo>
                  <a:pt x="1408653" y="121131"/>
                </a:lnTo>
                <a:lnTo>
                  <a:pt x="1408107" y="121176"/>
                </a:lnTo>
                <a:lnTo>
                  <a:pt x="1407554" y="121212"/>
                </a:lnTo>
                <a:lnTo>
                  <a:pt x="1406997" y="121237"/>
                </a:lnTo>
                <a:lnTo>
                  <a:pt x="1406433" y="121252"/>
                </a:lnTo>
                <a:lnTo>
                  <a:pt x="1405864" y="121257"/>
                </a:lnTo>
                <a:lnTo>
                  <a:pt x="1405410" y="121254"/>
                </a:lnTo>
                <a:lnTo>
                  <a:pt x="1404961" y="121243"/>
                </a:lnTo>
                <a:lnTo>
                  <a:pt x="1404519" y="121226"/>
                </a:lnTo>
                <a:lnTo>
                  <a:pt x="1404083" y="121202"/>
                </a:lnTo>
                <a:lnTo>
                  <a:pt x="1403652" y="121171"/>
                </a:lnTo>
                <a:lnTo>
                  <a:pt x="1403228" y="121133"/>
                </a:lnTo>
                <a:lnTo>
                  <a:pt x="1402810" y="121089"/>
                </a:lnTo>
                <a:lnTo>
                  <a:pt x="1402397" y="121037"/>
                </a:lnTo>
                <a:lnTo>
                  <a:pt x="1401991" y="120979"/>
                </a:lnTo>
                <a:lnTo>
                  <a:pt x="1401591" y="120914"/>
                </a:lnTo>
                <a:lnTo>
                  <a:pt x="1401197" y="120842"/>
                </a:lnTo>
                <a:lnTo>
                  <a:pt x="1400808" y="120763"/>
                </a:lnTo>
                <a:lnTo>
                  <a:pt x="1400426" y="120677"/>
                </a:lnTo>
                <a:lnTo>
                  <a:pt x="1400050" y="120584"/>
                </a:lnTo>
                <a:lnTo>
                  <a:pt x="1399680" y="120484"/>
                </a:lnTo>
                <a:lnTo>
                  <a:pt x="1399316" y="120378"/>
                </a:lnTo>
                <a:lnTo>
                  <a:pt x="1398958" y="120265"/>
                </a:lnTo>
                <a:lnTo>
                  <a:pt x="1398606" y="120144"/>
                </a:lnTo>
                <a:lnTo>
                  <a:pt x="1398260" y="120017"/>
                </a:lnTo>
                <a:lnTo>
                  <a:pt x="1397920" y="119883"/>
                </a:lnTo>
                <a:lnTo>
                  <a:pt x="1397586" y="119743"/>
                </a:lnTo>
                <a:lnTo>
                  <a:pt x="1397258" y="119595"/>
                </a:lnTo>
                <a:lnTo>
                  <a:pt x="1396936" y="119441"/>
                </a:lnTo>
                <a:lnTo>
                  <a:pt x="1396621" y="119279"/>
                </a:lnTo>
                <a:lnTo>
                  <a:pt x="1396311" y="119112"/>
                </a:lnTo>
                <a:lnTo>
                  <a:pt x="1396008" y="118940"/>
                </a:lnTo>
                <a:lnTo>
                  <a:pt x="1395712" y="118763"/>
                </a:lnTo>
                <a:lnTo>
                  <a:pt x="1395422" y="118581"/>
                </a:lnTo>
                <a:lnTo>
                  <a:pt x="1395139" y="118394"/>
                </a:lnTo>
                <a:lnTo>
                  <a:pt x="1394862" y="118202"/>
                </a:lnTo>
                <a:lnTo>
                  <a:pt x="1394592" y="118005"/>
                </a:lnTo>
                <a:lnTo>
                  <a:pt x="1394329" y="117804"/>
                </a:lnTo>
                <a:lnTo>
                  <a:pt x="1394072" y="117597"/>
                </a:lnTo>
                <a:lnTo>
                  <a:pt x="1393822" y="117386"/>
                </a:lnTo>
                <a:lnTo>
                  <a:pt x="1393578" y="117169"/>
                </a:lnTo>
                <a:lnTo>
                  <a:pt x="1393341" y="116948"/>
                </a:lnTo>
                <a:lnTo>
                  <a:pt x="1393110" y="116722"/>
                </a:lnTo>
                <a:lnTo>
                  <a:pt x="1392887" y="116491"/>
                </a:lnTo>
                <a:lnTo>
                  <a:pt x="1392669" y="116255"/>
                </a:lnTo>
                <a:lnTo>
                  <a:pt x="1392458" y="116014"/>
                </a:lnTo>
                <a:lnTo>
                  <a:pt x="1392254" y="115768"/>
                </a:lnTo>
                <a:lnTo>
                  <a:pt x="1392057" y="115518"/>
                </a:lnTo>
                <a:lnTo>
                  <a:pt x="1391866" y="115262"/>
                </a:lnTo>
                <a:lnTo>
                  <a:pt x="1391681" y="115002"/>
                </a:lnTo>
                <a:lnTo>
                  <a:pt x="1391504" y="114736"/>
                </a:lnTo>
                <a:lnTo>
                  <a:pt x="1391332" y="114466"/>
                </a:lnTo>
                <a:lnTo>
                  <a:pt x="1391168" y="114191"/>
                </a:lnTo>
                <a:lnTo>
                  <a:pt x="1391010" y="113911"/>
                </a:lnTo>
                <a:lnTo>
                  <a:pt x="1390858" y="113627"/>
                </a:lnTo>
                <a:lnTo>
                  <a:pt x="1390713" y="113340"/>
                </a:lnTo>
                <a:lnTo>
                  <a:pt x="1390575" y="113052"/>
                </a:lnTo>
                <a:lnTo>
                  <a:pt x="1390442" y="112760"/>
                </a:lnTo>
                <a:lnTo>
                  <a:pt x="1390317" y="112466"/>
                </a:lnTo>
                <a:lnTo>
                  <a:pt x="1390197" y="112170"/>
                </a:lnTo>
                <a:lnTo>
                  <a:pt x="1390085" y="111871"/>
                </a:lnTo>
                <a:lnTo>
                  <a:pt x="1389978" y="111569"/>
                </a:lnTo>
                <a:lnTo>
                  <a:pt x="1389878" y="111265"/>
                </a:lnTo>
                <a:lnTo>
                  <a:pt x="1389785" y="110959"/>
                </a:lnTo>
                <a:lnTo>
                  <a:pt x="1389698" y="110650"/>
                </a:lnTo>
                <a:lnTo>
                  <a:pt x="1389617" y="110338"/>
                </a:lnTo>
                <a:lnTo>
                  <a:pt x="1389543" y="110024"/>
                </a:lnTo>
                <a:lnTo>
                  <a:pt x="1389475" y="109708"/>
                </a:lnTo>
                <a:lnTo>
                  <a:pt x="1389414" y="109388"/>
                </a:lnTo>
                <a:lnTo>
                  <a:pt x="1389359" y="109067"/>
                </a:lnTo>
                <a:lnTo>
                  <a:pt x="1389311" y="108743"/>
                </a:lnTo>
                <a:lnTo>
                  <a:pt x="1389269" y="108416"/>
                </a:lnTo>
                <a:lnTo>
                  <a:pt x="1389234" y="108087"/>
                </a:lnTo>
                <a:lnTo>
                  <a:pt x="1389205" y="107755"/>
                </a:lnTo>
                <a:lnTo>
                  <a:pt x="1389182" y="107421"/>
                </a:lnTo>
                <a:lnTo>
                  <a:pt x="1389166" y="107084"/>
                </a:lnTo>
                <a:lnTo>
                  <a:pt x="1389156" y="106744"/>
                </a:lnTo>
                <a:lnTo>
                  <a:pt x="1389153" y="106403"/>
                </a:lnTo>
                <a:lnTo>
                  <a:pt x="1389156" y="106068"/>
                </a:lnTo>
                <a:lnTo>
                  <a:pt x="1389165" y="105737"/>
                </a:lnTo>
                <a:lnTo>
                  <a:pt x="1389181" y="105409"/>
                </a:lnTo>
                <a:lnTo>
                  <a:pt x="1389202" y="105085"/>
                </a:lnTo>
                <a:lnTo>
                  <a:pt x="1389230" y="104765"/>
                </a:lnTo>
                <a:lnTo>
                  <a:pt x="1389264" y="104447"/>
                </a:lnTo>
                <a:lnTo>
                  <a:pt x="1389304" y="104134"/>
                </a:lnTo>
                <a:lnTo>
                  <a:pt x="1389350" y="103824"/>
                </a:lnTo>
                <a:lnTo>
                  <a:pt x="1389403" y="103517"/>
                </a:lnTo>
                <a:lnTo>
                  <a:pt x="1389461" y="103214"/>
                </a:lnTo>
                <a:lnTo>
                  <a:pt x="1389526" y="102914"/>
                </a:lnTo>
                <a:lnTo>
                  <a:pt x="1389597" y="102618"/>
                </a:lnTo>
                <a:lnTo>
                  <a:pt x="1389674" y="102326"/>
                </a:lnTo>
                <a:lnTo>
                  <a:pt x="1389757" y="102037"/>
                </a:lnTo>
                <a:lnTo>
                  <a:pt x="1389847" y="101751"/>
                </a:lnTo>
                <a:lnTo>
                  <a:pt x="1389942" y="101469"/>
                </a:lnTo>
                <a:lnTo>
                  <a:pt x="1390044" y="101191"/>
                </a:lnTo>
                <a:lnTo>
                  <a:pt x="1390152" y="100915"/>
                </a:lnTo>
                <a:lnTo>
                  <a:pt x="1390266" y="100644"/>
                </a:lnTo>
                <a:lnTo>
                  <a:pt x="1390386" y="100376"/>
                </a:lnTo>
                <a:lnTo>
                  <a:pt x="1390513" y="100111"/>
                </a:lnTo>
                <a:lnTo>
                  <a:pt x="1390645" y="99850"/>
                </a:lnTo>
                <a:lnTo>
                  <a:pt x="1390784" y="99593"/>
                </a:lnTo>
                <a:lnTo>
                  <a:pt x="1390929" y="99339"/>
                </a:lnTo>
                <a:lnTo>
                  <a:pt x="1391080" y="99088"/>
                </a:lnTo>
                <a:lnTo>
                  <a:pt x="1391236" y="98841"/>
                </a:lnTo>
                <a:lnTo>
                  <a:pt x="1391398" y="98598"/>
                </a:lnTo>
                <a:lnTo>
                  <a:pt x="1391566" y="98358"/>
                </a:lnTo>
                <a:lnTo>
                  <a:pt x="1391739" y="98121"/>
                </a:lnTo>
                <a:lnTo>
                  <a:pt x="1391918" y="97888"/>
                </a:lnTo>
                <a:lnTo>
                  <a:pt x="1392102" y="97659"/>
                </a:lnTo>
                <a:lnTo>
                  <a:pt x="1392293" y="97433"/>
                </a:lnTo>
                <a:lnTo>
                  <a:pt x="1392488" y="97210"/>
                </a:lnTo>
                <a:lnTo>
                  <a:pt x="1392689" y="96991"/>
                </a:lnTo>
                <a:lnTo>
                  <a:pt x="1392896" y="96776"/>
                </a:lnTo>
                <a:lnTo>
                  <a:pt x="1393109" y="96564"/>
                </a:lnTo>
                <a:lnTo>
                  <a:pt x="1393327" y="96355"/>
                </a:lnTo>
                <a:lnTo>
                  <a:pt x="1393551" y="96150"/>
                </a:lnTo>
                <a:lnTo>
                  <a:pt x="1393780" y="95949"/>
                </a:lnTo>
                <a:lnTo>
                  <a:pt x="1394015" y="95751"/>
                </a:lnTo>
                <a:lnTo>
                  <a:pt x="1394255" y="95556"/>
                </a:lnTo>
                <a:lnTo>
                  <a:pt x="1394501" y="95365"/>
                </a:lnTo>
                <a:lnTo>
                  <a:pt x="1394753" y="95178"/>
                </a:lnTo>
                <a:lnTo>
                  <a:pt x="1395010" y="94994"/>
                </a:lnTo>
                <a:lnTo>
                  <a:pt x="1395273" y="94813"/>
                </a:lnTo>
                <a:lnTo>
                  <a:pt x="1395542" y="94636"/>
                </a:lnTo>
                <a:lnTo>
                  <a:pt x="1395816" y="94463"/>
                </a:lnTo>
                <a:lnTo>
                  <a:pt x="1396096" y="94293"/>
                </a:lnTo>
                <a:lnTo>
                  <a:pt x="1396381" y="94127"/>
                </a:lnTo>
                <a:lnTo>
                  <a:pt x="1396672" y="93964"/>
                </a:lnTo>
                <a:lnTo>
                  <a:pt x="1396969" y="93804"/>
                </a:lnTo>
                <a:lnTo>
                  <a:pt x="1397271" y="93648"/>
                </a:lnTo>
                <a:lnTo>
                  <a:pt x="1397579" y="93496"/>
                </a:lnTo>
                <a:lnTo>
                  <a:pt x="1397892" y="93347"/>
                </a:lnTo>
                <a:lnTo>
                  <a:pt x="1398211" y="93202"/>
                </a:lnTo>
                <a:lnTo>
                  <a:pt x="1398536" y="93060"/>
                </a:lnTo>
                <a:lnTo>
                  <a:pt x="1398866" y="92921"/>
                </a:lnTo>
                <a:lnTo>
                  <a:pt x="1399202" y="92786"/>
                </a:lnTo>
                <a:lnTo>
                  <a:pt x="1399543" y="92655"/>
                </a:lnTo>
                <a:lnTo>
                  <a:pt x="1399890" y="92527"/>
                </a:lnTo>
                <a:lnTo>
                  <a:pt x="1400243" y="92403"/>
                </a:lnTo>
                <a:lnTo>
                  <a:pt x="1400601" y="92282"/>
                </a:lnTo>
                <a:lnTo>
                  <a:pt x="1400965" y="92164"/>
                </a:lnTo>
                <a:lnTo>
                  <a:pt x="1401334" y="92051"/>
                </a:lnTo>
                <a:lnTo>
                  <a:pt x="1401709" y="91940"/>
                </a:lnTo>
                <a:lnTo>
                  <a:pt x="1402090" y="91833"/>
                </a:lnTo>
                <a:lnTo>
                  <a:pt x="1402476" y="91730"/>
                </a:lnTo>
                <a:lnTo>
                  <a:pt x="1402868" y="91630"/>
                </a:lnTo>
                <a:lnTo>
                  <a:pt x="1403266" y="91534"/>
                </a:lnTo>
                <a:lnTo>
                  <a:pt x="1403669" y="91441"/>
                </a:lnTo>
                <a:lnTo>
                  <a:pt x="1404077" y="91352"/>
                </a:lnTo>
                <a:lnTo>
                  <a:pt x="1404492" y="91266"/>
                </a:lnTo>
                <a:lnTo>
                  <a:pt x="1404911" y="91183"/>
                </a:lnTo>
                <a:lnTo>
                  <a:pt x="1405336" y="91105"/>
                </a:lnTo>
                <a:lnTo>
                  <a:pt x="1405765" y="91029"/>
                </a:lnTo>
                <a:lnTo>
                  <a:pt x="1406198" y="90957"/>
                </a:lnTo>
                <a:lnTo>
                  <a:pt x="1406637" y="90889"/>
                </a:lnTo>
                <a:lnTo>
                  <a:pt x="1407080" y="90824"/>
                </a:lnTo>
                <a:lnTo>
                  <a:pt x="1407528" y="90763"/>
                </a:lnTo>
                <a:lnTo>
                  <a:pt x="1407981" y="90705"/>
                </a:lnTo>
                <a:lnTo>
                  <a:pt x="1408439" y="90651"/>
                </a:lnTo>
                <a:lnTo>
                  <a:pt x="1408901" y="90600"/>
                </a:lnTo>
                <a:lnTo>
                  <a:pt x="1409368" y="90553"/>
                </a:lnTo>
                <a:lnTo>
                  <a:pt x="1409840" y="90509"/>
                </a:lnTo>
                <a:lnTo>
                  <a:pt x="1410317" y="90469"/>
                </a:lnTo>
                <a:lnTo>
                  <a:pt x="1410798" y="90432"/>
                </a:lnTo>
                <a:lnTo>
                  <a:pt x="1411284" y="90398"/>
                </a:lnTo>
                <a:lnTo>
                  <a:pt x="1411775" y="90369"/>
                </a:lnTo>
                <a:lnTo>
                  <a:pt x="1412271" y="90342"/>
                </a:lnTo>
                <a:lnTo>
                  <a:pt x="1412772" y="90320"/>
                </a:lnTo>
                <a:lnTo>
                  <a:pt x="1413277" y="90300"/>
                </a:lnTo>
                <a:lnTo>
                  <a:pt x="1413787" y="90285"/>
                </a:lnTo>
                <a:lnTo>
                  <a:pt x="1414302" y="90272"/>
                </a:lnTo>
                <a:lnTo>
                  <a:pt x="1414821" y="90264"/>
                </a:lnTo>
                <a:lnTo>
                  <a:pt x="1415346" y="90258"/>
                </a:lnTo>
                <a:lnTo>
                  <a:pt x="1415875" y="90257"/>
                </a:lnTo>
                <a:lnTo>
                  <a:pt x="1428227" y="90257"/>
                </a:lnTo>
                <a:lnTo>
                  <a:pt x="1428227" y="108193"/>
                </a:lnTo>
                <a:close/>
                <a:moveTo>
                  <a:pt x="785280" y="93890"/>
                </a:moveTo>
                <a:lnTo>
                  <a:pt x="785333" y="94651"/>
                </a:lnTo>
                <a:lnTo>
                  <a:pt x="785395" y="95407"/>
                </a:lnTo>
                <a:lnTo>
                  <a:pt x="785466" y="96159"/>
                </a:lnTo>
                <a:lnTo>
                  <a:pt x="785547" y="96905"/>
                </a:lnTo>
                <a:lnTo>
                  <a:pt x="785638" y="97647"/>
                </a:lnTo>
                <a:lnTo>
                  <a:pt x="785738" y="98384"/>
                </a:lnTo>
                <a:lnTo>
                  <a:pt x="785847" y="99117"/>
                </a:lnTo>
                <a:lnTo>
                  <a:pt x="785966" y="99844"/>
                </a:lnTo>
                <a:lnTo>
                  <a:pt x="786095" y="100567"/>
                </a:lnTo>
                <a:lnTo>
                  <a:pt x="786233" y="101285"/>
                </a:lnTo>
                <a:lnTo>
                  <a:pt x="786381" y="101998"/>
                </a:lnTo>
                <a:lnTo>
                  <a:pt x="786538" y="102707"/>
                </a:lnTo>
                <a:lnTo>
                  <a:pt x="786705" y="103411"/>
                </a:lnTo>
                <a:lnTo>
                  <a:pt x="786881" y="104110"/>
                </a:lnTo>
                <a:lnTo>
                  <a:pt x="787067" y="104804"/>
                </a:lnTo>
                <a:lnTo>
                  <a:pt x="787263" y="105493"/>
                </a:lnTo>
                <a:lnTo>
                  <a:pt x="787467" y="106178"/>
                </a:lnTo>
                <a:lnTo>
                  <a:pt x="787682" y="106858"/>
                </a:lnTo>
                <a:lnTo>
                  <a:pt x="787906" y="107533"/>
                </a:lnTo>
                <a:lnTo>
                  <a:pt x="788139" y="108202"/>
                </a:lnTo>
                <a:lnTo>
                  <a:pt x="788380" y="108864"/>
                </a:lnTo>
                <a:lnTo>
                  <a:pt x="788631" y="109519"/>
                </a:lnTo>
                <a:lnTo>
                  <a:pt x="788889" y="110167"/>
                </a:lnTo>
                <a:lnTo>
                  <a:pt x="789156" y="110807"/>
                </a:lnTo>
                <a:lnTo>
                  <a:pt x="789432" y="111441"/>
                </a:lnTo>
                <a:lnTo>
                  <a:pt x="789716" y="112067"/>
                </a:lnTo>
                <a:lnTo>
                  <a:pt x="790009" y="112686"/>
                </a:lnTo>
                <a:lnTo>
                  <a:pt x="790311" y="113298"/>
                </a:lnTo>
                <a:lnTo>
                  <a:pt x="790621" y="113903"/>
                </a:lnTo>
                <a:lnTo>
                  <a:pt x="790939" y="114501"/>
                </a:lnTo>
                <a:lnTo>
                  <a:pt x="791266" y="115091"/>
                </a:lnTo>
                <a:lnTo>
                  <a:pt x="791602" y="115675"/>
                </a:lnTo>
                <a:lnTo>
                  <a:pt x="791946" y="116251"/>
                </a:lnTo>
                <a:lnTo>
                  <a:pt x="792299" y="116820"/>
                </a:lnTo>
                <a:lnTo>
                  <a:pt x="792660" y="117382"/>
                </a:lnTo>
                <a:lnTo>
                  <a:pt x="793030" y="117937"/>
                </a:lnTo>
                <a:lnTo>
                  <a:pt x="793408" y="118484"/>
                </a:lnTo>
                <a:lnTo>
                  <a:pt x="793795" y="119025"/>
                </a:lnTo>
                <a:lnTo>
                  <a:pt x="794190" y="119558"/>
                </a:lnTo>
                <a:lnTo>
                  <a:pt x="794594" y="120085"/>
                </a:lnTo>
                <a:lnTo>
                  <a:pt x="795007" y="120604"/>
                </a:lnTo>
                <a:lnTo>
                  <a:pt x="795428" y="121116"/>
                </a:lnTo>
                <a:lnTo>
                  <a:pt x="795858" y="121620"/>
                </a:lnTo>
                <a:lnTo>
                  <a:pt x="796295" y="122117"/>
                </a:lnTo>
                <a:lnTo>
                  <a:pt x="796741" y="122604"/>
                </a:lnTo>
                <a:lnTo>
                  <a:pt x="797193" y="123082"/>
                </a:lnTo>
                <a:lnTo>
                  <a:pt x="797653" y="123551"/>
                </a:lnTo>
                <a:lnTo>
                  <a:pt x="798120" y="124011"/>
                </a:lnTo>
                <a:lnTo>
                  <a:pt x="798595" y="124461"/>
                </a:lnTo>
                <a:lnTo>
                  <a:pt x="799077" y="124902"/>
                </a:lnTo>
                <a:lnTo>
                  <a:pt x="799567" y="125334"/>
                </a:lnTo>
                <a:lnTo>
                  <a:pt x="800064" y="125756"/>
                </a:lnTo>
                <a:lnTo>
                  <a:pt x="800568" y="126170"/>
                </a:lnTo>
                <a:lnTo>
                  <a:pt x="801080" y="126574"/>
                </a:lnTo>
                <a:lnTo>
                  <a:pt x="801600" y="126969"/>
                </a:lnTo>
                <a:lnTo>
                  <a:pt x="802127" y="127354"/>
                </a:lnTo>
                <a:lnTo>
                  <a:pt x="802661" y="127731"/>
                </a:lnTo>
                <a:lnTo>
                  <a:pt x="803202" y="128098"/>
                </a:lnTo>
                <a:lnTo>
                  <a:pt x="803751" y="128455"/>
                </a:lnTo>
                <a:lnTo>
                  <a:pt x="804308" y="128804"/>
                </a:lnTo>
                <a:lnTo>
                  <a:pt x="804872" y="129143"/>
                </a:lnTo>
                <a:lnTo>
                  <a:pt x="805443" y="129473"/>
                </a:lnTo>
                <a:lnTo>
                  <a:pt x="806022" y="129794"/>
                </a:lnTo>
                <a:lnTo>
                  <a:pt x="806608" y="130106"/>
                </a:lnTo>
                <a:lnTo>
                  <a:pt x="807202" y="130408"/>
                </a:lnTo>
                <a:lnTo>
                  <a:pt x="807803" y="130701"/>
                </a:lnTo>
                <a:lnTo>
                  <a:pt x="808411" y="130985"/>
                </a:lnTo>
                <a:lnTo>
                  <a:pt x="809027" y="131258"/>
                </a:lnTo>
                <a:lnTo>
                  <a:pt x="809649" y="131520"/>
                </a:lnTo>
                <a:lnTo>
                  <a:pt x="810277" y="131770"/>
                </a:lnTo>
                <a:lnTo>
                  <a:pt x="810912" y="132009"/>
                </a:lnTo>
                <a:lnTo>
                  <a:pt x="811553" y="132236"/>
                </a:lnTo>
                <a:lnTo>
                  <a:pt x="812201" y="132451"/>
                </a:lnTo>
                <a:lnTo>
                  <a:pt x="812855" y="132654"/>
                </a:lnTo>
                <a:lnTo>
                  <a:pt x="813515" y="132846"/>
                </a:lnTo>
                <a:lnTo>
                  <a:pt x="814182" y="133027"/>
                </a:lnTo>
                <a:lnTo>
                  <a:pt x="814856" y="133195"/>
                </a:lnTo>
                <a:lnTo>
                  <a:pt x="815536" y="133352"/>
                </a:lnTo>
                <a:lnTo>
                  <a:pt x="816222" y="133498"/>
                </a:lnTo>
                <a:lnTo>
                  <a:pt x="816915" y="133632"/>
                </a:lnTo>
                <a:lnTo>
                  <a:pt x="817614" y="133754"/>
                </a:lnTo>
                <a:lnTo>
                  <a:pt x="818320" y="133864"/>
                </a:lnTo>
                <a:lnTo>
                  <a:pt x="819032" y="133963"/>
                </a:lnTo>
                <a:lnTo>
                  <a:pt x="819750" y="134050"/>
                </a:lnTo>
                <a:lnTo>
                  <a:pt x="820476" y="134126"/>
                </a:lnTo>
                <a:lnTo>
                  <a:pt x="821207" y="134190"/>
                </a:lnTo>
                <a:lnTo>
                  <a:pt x="821945" y="134242"/>
                </a:lnTo>
                <a:lnTo>
                  <a:pt x="822689" y="134283"/>
                </a:lnTo>
                <a:lnTo>
                  <a:pt x="823440" y="134312"/>
                </a:lnTo>
                <a:lnTo>
                  <a:pt x="824197" y="134330"/>
                </a:lnTo>
                <a:lnTo>
                  <a:pt x="824961" y="134335"/>
                </a:lnTo>
                <a:lnTo>
                  <a:pt x="825725" y="134330"/>
                </a:lnTo>
                <a:lnTo>
                  <a:pt x="826482" y="134312"/>
                </a:lnTo>
                <a:lnTo>
                  <a:pt x="827232" y="134283"/>
                </a:lnTo>
                <a:lnTo>
                  <a:pt x="827976" y="134242"/>
                </a:lnTo>
                <a:lnTo>
                  <a:pt x="828713" y="134190"/>
                </a:lnTo>
                <a:lnTo>
                  <a:pt x="829444" y="134126"/>
                </a:lnTo>
                <a:lnTo>
                  <a:pt x="830168" y="134050"/>
                </a:lnTo>
                <a:lnTo>
                  <a:pt x="830886" y="133963"/>
                </a:lnTo>
                <a:lnTo>
                  <a:pt x="831597" y="133864"/>
                </a:lnTo>
                <a:lnTo>
                  <a:pt x="832301" y="133754"/>
                </a:lnTo>
                <a:lnTo>
                  <a:pt x="832999" y="133632"/>
                </a:lnTo>
                <a:lnTo>
                  <a:pt x="833690" y="133498"/>
                </a:lnTo>
                <a:lnTo>
                  <a:pt x="834375" y="133352"/>
                </a:lnTo>
                <a:lnTo>
                  <a:pt x="835053" y="133195"/>
                </a:lnTo>
                <a:lnTo>
                  <a:pt x="835724" y="133027"/>
                </a:lnTo>
                <a:lnTo>
                  <a:pt x="836389" y="132846"/>
                </a:lnTo>
                <a:lnTo>
                  <a:pt x="837047" y="132654"/>
                </a:lnTo>
                <a:lnTo>
                  <a:pt x="837699" y="132451"/>
                </a:lnTo>
                <a:lnTo>
                  <a:pt x="838344" y="132236"/>
                </a:lnTo>
                <a:lnTo>
                  <a:pt x="838982" y="132009"/>
                </a:lnTo>
                <a:lnTo>
                  <a:pt x="839614" y="131770"/>
                </a:lnTo>
                <a:lnTo>
                  <a:pt x="840240" y="131520"/>
                </a:lnTo>
                <a:lnTo>
                  <a:pt x="840858" y="131258"/>
                </a:lnTo>
                <a:lnTo>
                  <a:pt x="841470" y="130985"/>
                </a:lnTo>
                <a:lnTo>
                  <a:pt x="842076" y="130701"/>
                </a:lnTo>
                <a:lnTo>
                  <a:pt x="842674" y="130408"/>
                </a:lnTo>
                <a:lnTo>
                  <a:pt x="843264" y="130106"/>
                </a:lnTo>
                <a:lnTo>
                  <a:pt x="843848" y="129794"/>
                </a:lnTo>
                <a:lnTo>
                  <a:pt x="844424" y="129473"/>
                </a:lnTo>
                <a:lnTo>
                  <a:pt x="844992" y="129143"/>
                </a:lnTo>
                <a:lnTo>
                  <a:pt x="845554" y="128804"/>
                </a:lnTo>
                <a:lnTo>
                  <a:pt x="846108" y="128455"/>
                </a:lnTo>
                <a:lnTo>
                  <a:pt x="846655" y="128098"/>
                </a:lnTo>
                <a:lnTo>
                  <a:pt x="847194" y="127731"/>
                </a:lnTo>
                <a:lnTo>
                  <a:pt x="847727" y="127354"/>
                </a:lnTo>
                <a:lnTo>
                  <a:pt x="848252" y="126969"/>
                </a:lnTo>
                <a:lnTo>
                  <a:pt x="848770" y="126574"/>
                </a:lnTo>
                <a:lnTo>
                  <a:pt x="849280" y="126170"/>
                </a:lnTo>
                <a:lnTo>
                  <a:pt x="849783" y="125756"/>
                </a:lnTo>
                <a:lnTo>
                  <a:pt x="850279" y="125334"/>
                </a:lnTo>
                <a:lnTo>
                  <a:pt x="850768" y="124902"/>
                </a:lnTo>
                <a:lnTo>
                  <a:pt x="851249" y="124461"/>
                </a:lnTo>
                <a:lnTo>
                  <a:pt x="851723" y="124011"/>
                </a:lnTo>
                <a:lnTo>
                  <a:pt x="852190" y="123551"/>
                </a:lnTo>
                <a:lnTo>
                  <a:pt x="852649" y="123082"/>
                </a:lnTo>
                <a:lnTo>
                  <a:pt x="853101" y="122604"/>
                </a:lnTo>
                <a:lnTo>
                  <a:pt x="853546" y="122117"/>
                </a:lnTo>
                <a:lnTo>
                  <a:pt x="853984" y="121620"/>
                </a:lnTo>
                <a:lnTo>
                  <a:pt x="854413" y="121116"/>
                </a:lnTo>
                <a:lnTo>
                  <a:pt x="854834" y="120604"/>
                </a:lnTo>
                <a:lnTo>
                  <a:pt x="855247" y="120085"/>
                </a:lnTo>
                <a:lnTo>
                  <a:pt x="855651" y="119558"/>
                </a:lnTo>
                <a:lnTo>
                  <a:pt x="856046" y="119025"/>
                </a:lnTo>
                <a:lnTo>
                  <a:pt x="856433" y="118484"/>
                </a:lnTo>
                <a:lnTo>
                  <a:pt x="856812" y="117937"/>
                </a:lnTo>
                <a:lnTo>
                  <a:pt x="857181" y="117382"/>
                </a:lnTo>
                <a:lnTo>
                  <a:pt x="857543" y="116820"/>
                </a:lnTo>
                <a:lnTo>
                  <a:pt x="857895" y="116251"/>
                </a:lnTo>
                <a:lnTo>
                  <a:pt x="858240" y="115675"/>
                </a:lnTo>
                <a:lnTo>
                  <a:pt x="858575" y="115091"/>
                </a:lnTo>
                <a:lnTo>
                  <a:pt x="858902" y="114501"/>
                </a:lnTo>
                <a:lnTo>
                  <a:pt x="859221" y="113903"/>
                </a:lnTo>
                <a:lnTo>
                  <a:pt x="859531" y="113298"/>
                </a:lnTo>
                <a:lnTo>
                  <a:pt x="859832" y="112686"/>
                </a:lnTo>
                <a:lnTo>
                  <a:pt x="860125" y="112067"/>
                </a:lnTo>
                <a:lnTo>
                  <a:pt x="860409" y="111441"/>
                </a:lnTo>
                <a:lnTo>
                  <a:pt x="860685" y="110807"/>
                </a:lnTo>
                <a:lnTo>
                  <a:pt x="860952" y="110167"/>
                </a:lnTo>
                <a:lnTo>
                  <a:pt x="861211" y="109519"/>
                </a:lnTo>
                <a:lnTo>
                  <a:pt x="861461" y="108864"/>
                </a:lnTo>
                <a:lnTo>
                  <a:pt x="861703" y="108202"/>
                </a:lnTo>
                <a:lnTo>
                  <a:pt x="861936" y="107533"/>
                </a:lnTo>
                <a:lnTo>
                  <a:pt x="862160" y="106858"/>
                </a:lnTo>
                <a:lnTo>
                  <a:pt x="862374" y="106178"/>
                </a:lnTo>
                <a:lnTo>
                  <a:pt x="862579" y="105493"/>
                </a:lnTo>
                <a:lnTo>
                  <a:pt x="862774" y="104804"/>
                </a:lnTo>
                <a:lnTo>
                  <a:pt x="862960" y="104110"/>
                </a:lnTo>
                <a:lnTo>
                  <a:pt x="863136" y="103411"/>
                </a:lnTo>
                <a:lnTo>
                  <a:pt x="863303" y="102707"/>
                </a:lnTo>
                <a:lnTo>
                  <a:pt x="863461" y="101998"/>
                </a:lnTo>
                <a:lnTo>
                  <a:pt x="863608" y="101285"/>
                </a:lnTo>
                <a:lnTo>
                  <a:pt x="863746" y="100567"/>
                </a:lnTo>
                <a:lnTo>
                  <a:pt x="863875" y="99844"/>
                </a:lnTo>
                <a:lnTo>
                  <a:pt x="863994" y="99117"/>
                </a:lnTo>
                <a:lnTo>
                  <a:pt x="864104" y="98384"/>
                </a:lnTo>
                <a:lnTo>
                  <a:pt x="864204" y="97647"/>
                </a:lnTo>
                <a:lnTo>
                  <a:pt x="864294" y="96905"/>
                </a:lnTo>
                <a:lnTo>
                  <a:pt x="864375" y="96159"/>
                </a:lnTo>
                <a:lnTo>
                  <a:pt x="864447" y="95407"/>
                </a:lnTo>
                <a:lnTo>
                  <a:pt x="864509" y="94651"/>
                </a:lnTo>
                <a:lnTo>
                  <a:pt x="864561" y="93890"/>
                </a:lnTo>
                <a:lnTo>
                  <a:pt x="864604" y="93125"/>
                </a:lnTo>
                <a:lnTo>
                  <a:pt x="864638" y="92354"/>
                </a:lnTo>
                <a:lnTo>
                  <a:pt x="864661" y="91579"/>
                </a:lnTo>
                <a:lnTo>
                  <a:pt x="864676" y="90799"/>
                </a:lnTo>
                <a:lnTo>
                  <a:pt x="864680" y="90014"/>
                </a:lnTo>
                <a:lnTo>
                  <a:pt x="864680" y="88158"/>
                </a:lnTo>
                <a:lnTo>
                  <a:pt x="864676" y="87373"/>
                </a:lnTo>
                <a:lnTo>
                  <a:pt x="864661" y="86593"/>
                </a:lnTo>
                <a:lnTo>
                  <a:pt x="864638" y="85817"/>
                </a:lnTo>
                <a:lnTo>
                  <a:pt x="864604" y="85046"/>
                </a:lnTo>
                <a:lnTo>
                  <a:pt x="864561" y="84280"/>
                </a:lnTo>
                <a:lnTo>
                  <a:pt x="864509" y="83518"/>
                </a:lnTo>
                <a:lnTo>
                  <a:pt x="864447" y="82761"/>
                </a:lnTo>
                <a:lnTo>
                  <a:pt x="864375" y="82009"/>
                </a:lnTo>
                <a:lnTo>
                  <a:pt x="864294" y="81261"/>
                </a:lnTo>
                <a:lnTo>
                  <a:pt x="864204" y="80518"/>
                </a:lnTo>
                <a:lnTo>
                  <a:pt x="864104" y="79779"/>
                </a:lnTo>
                <a:lnTo>
                  <a:pt x="863994" y="79045"/>
                </a:lnTo>
                <a:lnTo>
                  <a:pt x="863875" y="78316"/>
                </a:lnTo>
                <a:lnTo>
                  <a:pt x="863746" y="77591"/>
                </a:lnTo>
                <a:lnTo>
                  <a:pt x="863608" y="76871"/>
                </a:lnTo>
                <a:lnTo>
                  <a:pt x="863461" y="76156"/>
                </a:lnTo>
                <a:lnTo>
                  <a:pt x="863303" y="75445"/>
                </a:lnTo>
                <a:lnTo>
                  <a:pt x="863136" y="74739"/>
                </a:lnTo>
                <a:lnTo>
                  <a:pt x="862960" y="74037"/>
                </a:lnTo>
                <a:lnTo>
                  <a:pt x="862774" y="73340"/>
                </a:lnTo>
                <a:lnTo>
                  <a:pt x="862579" y="72648"/>
                </a:lnTo>
                <a:lnTo>
                  <a:pt x="862374" y="71960"/>
                </a:lnTo>
                <a:lnTo>
                  <a:pt x="862160" y="71277"/>
                </a:lnTo>
                <a:lnTo>
                  <a:pt x="861936" y="70599"/>
                </a:lnTo>
                <a:lnTo>
                  <a:pt x="861703" y="69926"/>
                </a:lnTo>
                <a:lnTo>
                  <a:pt x="861461" y="69261"/>
                </a:lnTo>
                <a:lnTo>
                  <a:pt x="861211" y="68603"/>
                </a:lnTo>
                <a:lnTo>
                  <a:pt x="860952" y="67953"/>
                </a:lnTo>
                <a:lnTo>
                  <a:pt x="860685" y="67309"/>
                </a:lnTo>
                <a:lnTo>
                  <a:pt x="860409" y="66673"/>
                </a:lnTo>
                <a:lnTo>
                  <a:pt x="860125" y="66044"/>
                </a:lnTo>
                <a:lnTo>
                  <a:pt x="859832" y="65423"/>
                </a:lnTo>
                <a:lnTo>
                  <a:pt x="859531" y="64809"/>
                </a:lnTo>
                <a:lnTo>
                  <a:pt x="859221" y="64202"/>
                </a:lnTo>
                <a:lnTo>
                  <a:pt x="858902" y="63602"/>
                </a:lnTo>
                <a:lnTo>
                  <a:pt x="858575" y="63010"/>
                </a:lnTo>
                <a:lnTo>
                  <a:pt x="858240" y="62425"/>
                </a:lnTo>
                <a:lnTo>
                  <a:pt x="857895" y="61847"/>
                </a:lnTo>
                <a:lnTo>
                  <a:pt x="857543" y="61277"/>
                </a:lnTo>
                <a:lnTo>
                  <a:pt x="857181" y="60714"/>
                </a:lnTo>
                <a:lnTo>
                  <a:pt x="856812" y="60158"/>
                </a:lnTo>
                <a:lnTo>
                  <a:pt x="856433" y="59609"/>
                </a:lnTo>
                <a:lnTo>
                  <a:pt x="856046" y="59068"/>
                </a:lnTo>
                <a:lnTo>
                  <a:pt x="855651" y="58534"/>
                </a:lnTo>
                <a:lnTo>
                  <a:pt x="855247" y="58007"/>
                </a:lnTo>
                <a:lnTo>
                  <a:pt x="854834" y="57488"/>
                </a:lnTo>
                <a:lnTo>
                  <a:pt x="854413" y="56976"/>
                </a:lnTo>
                <a:lnTo>
                  <a:pt x="853984" y="56471"/>
                </a:lnTo>
                <a:lnTo>
                  <a:pt x="853546" y="55974"/>
                </a:lnTo>
                <a:lnTo>
                  <a:pt x="853101" y="55487"/>
                </a:lnTo>
                <a:lnTo>
                  <a:pt x="852648" y="55009"/>
                </a:lnTo>
                <a:lnTo>
                  <a:pt x="852187" y="54540"/>
                </a:lnTo>
                <a:lnTo>
                  <a:pt x="851719" y="54081"/>
                </a:lnTo>
                <a:lnTo>
                  <a:pt x="851244" y="53630"/>
                </a:lnTo>
                <a:lnTo>
                  <a:pt x="850761" y="53189"/>
                </a:lnTo>
                <a:lnTo>
                  <a:pt x="850270" y="52757"/>
                </a:lnTo>
                <a:lnTo>
                  <a:pt x="849772" y="52335"/>
                </a:lnTo>
                <a:lnTo>
                  <a:pt x="849266" y="51921"/>
                </a:lnTo>
                <a:lnTo>
                  <a:pt x="848753" y="51517"/>
                </a:lnTo>
                <a:lnTo>
                  <a:pt x="848232" y="51123"/>
                </a:lnTo>
                <a:lnTo>
                  <a:pt x="847703" y="50737"/>
                </a:lnTo>
                <a:lnTo>
                  <a:pt x="847167" y="50361"/>
                </a:lnTo>
                <a:lnTo>
                  <a:pt x="846623" y="49994"/>
                </a:lnTo>
                <a:lnTo>
                  <a:pt x="846072" y="49636"/>
                </a:lnTo>
                <a:lnTo>
                  <a:pt x="845513" y="49287"/>
                </a:lnTo>
                <a:lnTo>
                  <a:pt x="844947" y="48948"/>
                </a:lnTo>
                <a:lnTo>
                  <a:pt x="844373" y="48618"/>
                </a:lnTo>
                <a:lnTo>
                  <a:pt x="843791" y="48297"/>
                </a:lnTo>
                <a:lnTo>
                  <a:pt x="843202" y="47985"/>
                </a:lnTo>
                <a:lnTo>
                  <a:pt x="842606" y="47683"/>
                </a:lnTo>
                <a:lnTo>
                  <a:pt x="842002" y="47390"/>
                </a:lnTo>
                <a:lnTo>
                  <a:pt x="841390" y="47106"/>
                </a:lnTo>
                <a:lnTo>
                  <a:pt x="840771" y="46833"/>
                </a:lnTo>
                <a:lnTo>
                  <a:pt x="840146" y="46571"/>
                </a:lnTo>
                <a:lnTo>
                  <a:pt x="839515" y="46321"/>
                </a:lnTo>
                <a:lnTo>
                  <a:pt x="838877" y="46082"/>
                </a:lnTo>
                <a:lnTo>
                  <a:pt x="838233" y="45856"/>
                </a:lnTo>
                <a:lnTo>
                  <a:pt x="837583" y="45640"/>
                </a:lnTo>
                <a:lnTo>
                  <a:pt x="836926" y="45437"/>
                </a:lnTo>
                <a:lnTo>
                  <a:pt x="836263" y="45245"/>
                </a:lnTo>
                <a:lnTo>
                  <a:pt x="835594" y="45065"/>
                </a:lnTo>
                <a:lnTo>
                  <a:pt x="834919" y="44896"/>
                </a:lnTo>
                <a:lnTo>
                  <a:pt x="834237" y="44739"/>
                </a:lnTo>
                <a:lnTo>
                  <a:pt x="833549" y="44593"/>
                </a:lnTo>
                <a:lnTo>
                  <a:pt x="832854" y="44460"/>
                </a:lnTo>
                <a:lnTo>
                  <a:pt x="832154" y="44338"/>
                </a:lnTo>
                <a:lnTo>
                  <a:pt x="831447" y="44227"/>
                </a:lnTo>
                <a:lnTo>
                  <a:pt x="830733" y="44128"/>
                </a:lnTo>
                <a:lnTo>
                  <a:pt x="830014" y="44041"/>
                </a:lnTo>
                <a:lnTo>
                  <a:pt x="829288" y="43965"/>
                </a:lnTo>
                <a:lnTo>
                  <a:pt x="828555" y="43901"/>
                </a:lnTo>
                <a:lnTo>
                  <a:pt x="827817" y="43849"/>
                </a:lnTo>
                <a:lnTo>
                  <a:pt x="827072" y="43808"/>
                </a:lnTo>
                <a:lnTo>
                  <a:pt x="826321" y="43779"/>
                </a:lnTo>
                <a:lnTo>
                  <a:pt x="825563" y="43762"/>
                </a:lnTo>
                <a:lnTo>
                  <a:pt x="824800" y="43756"/>
                </a:lnTo>
                <a:lnTo>
                  <a:pt x="824043" y="43762"/>
                </a:lnTo>
                <a:lnTo>
                  <a:pt x="823292" y="43779"/>
                </a:lnTo>
                <a:lnTo>
                  <a:pt x="822547" y="43808"/>
                </a:lnTo>
                <a:lnTo>
                  <a:pt x="821808" y="43849"/>
                </a:lnTo>
                <a:lnTo>
                  <a:pt x="821076" y="43901"/>
                </a:lnTo>
                <a:lnTo>
                  <a:pt x="820349" y="43965"/>
                </a:lnTo>
                <a:lnTo>
                  <a:pt x="819629" y="44041"/>
                </a:lnTo>
                <a:lnTo>
                  <a:pt x="818915" y="44128"/>
                </a:lnTo>
                <a:lnTo>
                  <a:pt x="818207" y="44227"/>
                </a:lnTo>
                <a:lnTo>
                  <a:pt x="817506" y="44338"/>
                </a:lnTo>
                <a:lnTo>
                  <a:pt x="816810" y="44460"/>
                </a:lnTo>
                <a:lnTo>
                  <a:pt x="816121" y="44593"/>
                </a:lnTo>
                <a:lnTo>
                  <a:pt x="815438" y="44739"/>
                </a:lnTo>
                <a:lnTo>
                  <a:pt x="814761" y="44896"/>
                </a:lnTo>
                <a:lnTo>
                  <a:pt x="814090" y="45065"/>
                </a:lnTo>
                <a:lnTo>
                  <a:pt x="813426" y="45245"/>
                </a:lnTo>
                <a:lnTo>
                  <a:pt x="812767" y="45437"/>
                </a:lnTo>
                <a:lnTo>
                  <a:pt x="812115" y="45640"/>
                </a:lnTo>
                <a:lnTo>
                  <a:pt x="811469" y="45856"/>
                </a:lnTo>
                <a:lnTo>
                  <a:pt x="810829" y="46082"/>
                </a:lnTo>
                <a:lnTo>
                  <a:pt x="810195" y="46321"/>
                </a:lnTo>
                <a:lnTo>
                  <a:pt x="809567" y="46571"/>
                </a:lnTo>
                <a:lnTo>
                  <a:pt x="808946" y="46833"/>
                </a:lnTo>
                <a:lnTo>
                  <a:pt x="808331" y="47106"/>
                </a:lnTo>
                <a:lnTo>
                  <a:pt x="807722" y="47390"/>
                </a:lnTo>
                <a:lnTo>
                  <a:pt x="807121" y="47683"/>
                </a:lnTo>
                <a:lnTo>
                  <a:pt x="806528" y="47985"/>
                </a:lnTo>
                <a:lnTo>
                  <a:pt x="805942" y="48297"/>
                </a:lnTo>
                <a:lnTo>
                  <a:pt x="805364" y="48618"/>
                </a:lnTo>
                <a:lnTo>
                  <a:pt x="804794" y="48948"/>
                </a:lnTo>
                <a:lnTo>
                  <a:pt x="804231" y="49287"/>
                </a:lnTo>
                <a:lnTo>
                  <a:pt x="803675" y="49636"/>
                </a:lnTo>
                <a:lnTo>
                  <a:pt x="803127" y="49994"/>
                </a:lnTo>
                <a:lnTo>
                  <a:pt x="802587" y="50361"/>
                </a:lnTo>
                <a:lnTo>
                  <a:pt x="802054" y="50737"/>
                </a:lnTo>
                <a:lnTo>
                  <a:pt x="801529" y="51123"/>
                </a:lnTo>
                <a:lnTo>
                  <a:pt x="801012" y="51517"/>
                </a:lnTo>
                <a:lnTo>
                  <a:pt x="800501" y="51921"/>
                </a:lnTo>
                <a:lnTo>
                  <a:pt x="799999" y="52335"/>
                </a:lnTo>
                <a:lnTo>
                  <a:pt x="799504" y="52757"/>
                </a:lnTo>
                <a:lnTo>
                  <a:pt x="799017" y="53189"/>
                </a:lnTo>
                <a:lnTo>
                  <a:pt x="798537" y="53630"/>
                </a:lnTo>
                <a:lnTo>
                  <a:pt x="798065" y="54081"/>
                </a:lnTo>
                <a:lnTo>
                  <a:pt x="797600" y="54540"/>
                </a:lnTo>
                <a:lnTo>
                  <a:pt x="797143" y="55009"/>
                </a:lnTo>
                <a:lnTo>
                  <a:pt x="796694" y="55487"/>
                </a:lnTo>
                <a:lnTo>
                  <a:pt x="796252" y="55974"/>
                </a:lnTo>
                <a:lnTo>
                  <a:pt x="795817" y="56471"/>
                </a:lnTo>
                <a:lnTo>
                  <a:pt x="795391" y="56976"/>
                </a:lnTo>
                <a:lnTo>
                  <a:pt x="794973" y="57488"/>
                </a:lnTo>
                <a:lnTo>
                  <a:pt x="794564" y="58007"/>
                </a:lnTo>
                <a:lnTo>
                  <a:pt x="794162" y="58534"/>
                </a:lnTo>
                <a:lnTo>
                  <a:pt x="793770" y="59068"/>
                </a:lnTo>
                <a:lnTo>
                  <a:pt x="793385" y="59609"/>
                </a:lnTo>
                <a:lnTo>
                  <a:pt x="793010" y="60158"/>
                </a:lnTo>
                <a:lnTo>
                  <a:pt x="792642" y="60714"/>
                </a:lnTo>
                <a:lnTo>
                  <a:pt x="792283" y="61277"/>
                </a:lnTo>
                <a:lnTo>
                  <a:pt x="791932" y="61847"/>
                </a:lnTo>
                <a:lnTo>
                  <a:pt x="791590" y="62425"/>
                </a:lnTo>
                <a:lnTo>
                  <a:pt x="791256" y="63010"/>
                </a:lnTo>
                <a:lnTo>
                  <a:pt x="790931" y="63602"/>
                </a:lnTo>
                <a:lnTo>
                  <a:pt x="790614" y="64202"/>
                </a:lnTo>
                <a:lnTo>
                  <a:pt x="790305" y="64809"/>
                </a:lnTo>
                <a:lnTo>
                  <a:pt x="790005" y="65423"/>
                </a:lnTo>
                <a:lnTo>
                  <a:pt x="789713" y="66044"/>
                </a:lnTo>
                <a:lnTo>
                  <a:pt x="789430" y="66673"/>
                </a:lnTo>
                <a:lnTo>
                  <a:pt x="789155" y="67309"/>
                </a:lnTo>
                <a:lnTo>
                  <a:pt x="788888" y="67953"/>
                </a:lnTo>
                <a:lnTo>
                  <a:pt x="788630" y="68603"/>
                </a:lnTo>
                <a:lnTo>
                  <a:pt x="788380" y="69261"/>
                </a:lnTo>
                <a:lnTo>
                  <a:pt x="788139" y="69926"/>
                </a:lnTo>
                <a:lnTo>
                  <a:pt x="787906" y="70599"/>
                </a:lnTo>
                <a:lnTo>
                  <a:pt x="787682" y="71277"/>
                </a:lnTo>
                <a:lnTo>
                  <a:pt x="787467" y="71960"/>
                </a:lnTo>
                <a:lnTo>
                  <a:pt x="787263" y="72648"/>
                </a:lnTo>
                <a:lnTo>
                  <a:pt x="787067" y="73340"/>
                </a:lnTo>
                <a:lnTo>
                  <a:pt x="786881" y="74037"/>
                </a:lnTo>
                <a:lnTo>
                  <a:pt x="786705" y="74739"/>
                </a:lnTo>
                <a:lnTo>
                  <a:pt x="786538" y="75445"/>
                </a:lnTo>
                <a:lnTo>
                  <a:pt x="786381" y="76156"/>
                </a:lnTo>
                <a:lnTo>
                  <a:pt x="786233" y="76871"/>
                </a:lnTo>
                <a:lnTo>
                  <a:pt x="786095" y="77591"/>
                </a:lnTo>
                <a:lnTo>
                  <a:pt x="785966" y="78316"/>
                </a:lnTo>
                <a:lnTo>
                  <a:pt x="785847" y="79045"/>
                </a:lnTo>
                <a:lnTo>
                  <a:pt x="785738" y="79779"/>
                </a:lnTo>
                <a:lnTo>
                  <a:pt x="785638" y="80518"/>
                </a:lnTo>
                <a:lnTo>
                  <a:pt x="785547" y="81261"/>
                </a:lnTo>
                <a:lnTo>
                  <a:pt x="785466" y="82009"/>
                </a:lnTo>
                <a:lnTo>
                  <a:pt x="785395" y="82761"/>
                </a:lnTo>
                <a:lnTo>
                  <a:pt x="785333" y="83518"/>
                </a:lnTo>
                <a:lnTo>
                  <a:pt x="785280" y="84280"/>
                </a:lnTo>
                <a:lnTo>
                  <a:pt x="785237" y="85046"/>
                </a:lnTo>
                <a:lnTo>
                  <a:pt x="785204" y="85817"/>
                </a:lnTo>
                <a:lnTo>
                  <a:pt x="785180" y="86593"/>
                </a:lnTo>
                <a:lnTo>
                  <a:pt x="785166" y="87373"/>
                </a:lnTo>
                <a:lnTo>
                  <a:pt x="785161" y="88158"/>
                </a:lnTo>
                <a:lnTo>
                  <a:pt x="785161" y="90014"/>
                </a:lnTo>
                <a:lnTo>
                  <a:pt x="785166" y="90799"/>
                </a:lnTo>
                <a:lnTo>
                  <a:pt x="785180" y="91579"/>
                </a:lnTo>
                <a:lnTo>
                  <a:pt x="785204" y="92354"/>
                </a:lnTo>
                <a:lnTo>
                  <a:pt x="785237" y="93125"/>
                </a:lnTo>
                <a:lnTo>
                  <a:pt x="785280" y="93890"/>
                </a:lnTo>
                <a:close/>
                <a:moveTo>
                  <a:pt x="800163" y="85496"/>
                </a:moveTo>
                <a:lnTo>
                  <a:pt x="800192" y="84971"/>
                </a:lnTo>
                <a:lnTo>
                  <a:pt x="800227" y="84449"/>
                </a:lnTo>
                <a:lnTo>
                  <a:pt x="800267" y="83928"/>
                </a:lnTo>
                <a:lnTo>
                  <a:pt x="800312" y="83410"/>
                </a:lnTo>
                <a:lnTo>
                  <a:pt x="800362" y="82895"/>
                </a:lnTo>
                <a:lnTo>
                  <a:pt x="800418" y="82381"/>
                </a:lnTo>
                <a:lnTo>
                  <a:pt x="800480" y="81871"/>
                </a:lnTo>
                <a:lnTo>
                  <a:pt x="800546" y="81362"/>
                </a:lnTo>
                <a:lnTo>
                  <a:pt x="800618" y="80856"/>
                </a:lnTo>
                <a:lnTo>
                  <a:pt x="800695" y="80353"/>
                </a:lnTo>
                <a:lnTo>
                  <a:pt x="800778" y="79851"/>
                </a:lnTo>
                <a:lnTo>
                  <a:pt x="800866" y="79352"/>
                </a:lnTo>
                <a:lnTo>
                  <a:pt x="800959" y="78856"/>
                </a:lnTo>
                <a:lnTo>
                  <a:pt x="801057" y="78362"/>
                </a:lnTo>
                <a:lnTo>
                  <a:pt x="801161" y="77870"/>
                </a:lnTo>
                <a:lnTo>
                  <a:pt x="801271" y="77381"/>
                </a:lnTo>
                <a:lnTo>
                  <a:pt x="801385" y="76894"/>
                </a:lnTo>
                <a:lnTo>
                  <a:pt x="801505" y="76409"/>
                </a:lnTo>
                <a:lnTo>
                  <a:pt x="801630" y="75927"/>
                </a:lnTo>
                <a:lnTo>
                  <a:pt x="801761" y="75448"/>
                </a:lnTo>
                <a:lnTo>
                  <a:pt x="801897" y="74974"/>
                </a:lnTo>
                <a:lnTo>
                  <a:pt x="802038" y="74504"/>
                </a:lnTo>
                <a:lnTo>
                  <a:pt x="802185" y="74039"/>
                </a:lnTo>
                <a:lnTo>
                  <a:pt x="802337" y="73578"/>
                </a:lnTo>
                <a:lnTo>
                  <a:pt x="802495" y="73122"/>
                </a:lnTo>
                <a:lnTo>
                  <a:pt x="802659" y="72670"/>
                </a:lnTo>
                <a:lnTo>
                  <a:pt x="802828" y="72222"/>
                </a:lnTo>
                <a:lnTo>
                  <a:pt x="803002" y="71779"/>
                </a:lnTo>
                <a:lnTo>
                  <a:pt x="803182" y="71341"/>
                </a:lnTo>
                <a:lnTo>
                  <a:pt x="803367" y="70907"/>
                </a:lnTo>
                <a:lnTo>
                  <a:pt x="803557" y="70478"/>
                </a:lnTo>
                <a:lnTo>
                  <a:pt x="803754" y="70053"/>
                </a:lnTo>
                <a:lnTo>
                  <a:pt x="803955" y="69632"/>
                </a:lnTo>
                <a:lnTo>
                  <a:pt x="804162" y="69216"/>
                </a:lnTo>
                <a:lnTo>
                  <a:pt x="804375" y="68805"/>
                </a:lnTo>
                <a:lnTo>
                  <a:pt x="804593" y="68398"/>
                </a:lnTo>
                <a:lnTo>
                  <a:pt x="804816" y="67995"/>
                </a:lnTo>
                <a:lnTo>
                  <a:pt x="805045" y="67597"/>
                </a:lnTo>
                <a:lnTo>
                  <a:pt x="805280" y="67204"/>
                </a:lnTo>
                <a:lnTo>
                  <a:pt x="805520" y="66814"/>
                </a:lnTo>
                <a:lnTo>
                  <a:pt x="805765" y="66430"/>
                </a:lnTo>
                <a:lnTo>
                  <a:pt x="806016" y="66050"/>
                </a:lnTo>
                <a:lnTo>
                  <a:pt x="806272" y="65674"/>
                </a:lnTo>
                <a:lnTo>
                  <a:pt x="806534" y="65304"/>
                </a:lnTo>
                <a:lnTo>
                  <a:pt x="806801" y="64941"/>
                </a:lnTo>
                <a:lnTo>
                  <a:pt x="807073" y="64584"/>
                </a:lnTo>
                <a:lnTo>
                  <a:pt x="807351" y="64233"/>
                </a:lnTo>
                <a:lnTo>
                  <a:pt x="807634" y="63890"/>
                </a:lnTo>
                <a:lnTo>
                  <a:pt x="807922" y="63552"/>
                </a:lnTo>
                <a:lnTo>
                  <a:pt x="808216" y="63222"/>
                </a:lnTo>
                <a:lnTo>
                  <a:pt x="808515" y="62898"/>
                </a:lnTo>
                <a:lnTo>
                  <a:pt x="808819" y="62581"/>
                </a:lnTo>
                <a:lnTo>
                  <a:pt x="809128" y="62270"/>
                </a:lnTo>
                <a:lnTo>
                  <a:pt x="809443" y="61966"/>
                </a:lnTo>
                <a:lnTo>
                  <a:pt x="809764" y="61668"/>
                </a:lnTo>
                <a:lnTo>
                  <a:pt x="810089" y="61377"/>
                </a:lnTo>
                <a:lnTo>
                  <a:pt x="810420" y="61092"/>
                </a:lnTo>
                <a:lnTo>
                  <a:pt x="810756" y="60815"/>
                </a:lnTo>
                <a:lnTo>
                  <a:pt x="811098" y="60543"/>
                </a:lnTo>
                <a:lnTo>
                  <a:pt x="811445" y="60279"/>
                </a:lnTo>
                <a:lnTo>
                  <a:pt x="811797" y="60021"/>
                </a:lnTo>
                <a:lnTo>
                  <a:pt x="812155" y="59769"/>
                </a:lnTo>
                <a:lnTo>
                  <a:pt x="812517" y="59524"/>
                </a:lnTo>
                <a:lnTo>
                  <a:pt x="812886" y="59286"/>
                </a:lnTo>
                <a:lnTo>
                  <a:pt x="813259" y="59054"/>
                </a:lnTo>
                <a:lnTo>
                  <a:pt x="813638" y="58829"/>
                </a:lnTo>
                <a:lnTo>
                  <a:pt x="814022" y="58610"/>
                </a:lnTo>
                <a:lnTo>
                  <a:pt x="814412" y="58399"/>
                </a:lnTo>
                <a:lnTo>
                  <a:pt x="814806" y="58198"/>
                </a:lnTo>
                <a:lnTo>
                  <a:pt x="815206" y="58005"/>
                </a:lnTo>
                <a:lnTo>
                  <a:pt x="815611" y="57821"/>
                </a:lnTo>
                <a:lnTo>
                  <a:pt x="816021" y="57646"/>
                </a:lnTo>
                <a:lnTo>
                  <a:pt x="816436" y="57480"/>
                </a:lnTo>
                <a:lnTo>
                  <a:pt x="816857" y="57323"/>
                </a:lnTo>
                <a:lnTo>
                  <a:pt x="817283" y="57175"/>
                </a:lnTo>
                <a:lnTo>
                  <a:pt x="817714" y="57036"/>
                </a:lnTo>
                <a:lnTo>
                  <a:pt x="818150" y="56906"/>
                </a:lnTo>
                <a:lnTo>
                  <a:pt x="818591" y="56785"/>
                </a:lnTo>
                <a:lnTo>
                  <a:pt x="819038" y="56673"/>
                </a:lnTo>
                <a:lnTo>
                  <a:pt x="819489" y="56570"/>
                </a:lnTo>
                <a:lnTo>
                  <a:pt x="819946" y="56475"/>
                </a:lnTo>
                <a:lnTo>
                  <a:pt x="820408" y="56390"/>
                </a:lnTo>
                <a:lnTo>
                  <a:pt x="820875" y="56314"/>
                </a:lnTo>
                <a:lnTo>
                  <a:pt x="821348" y="56247"/>
                </a:lnTo>
                <a:lnTo>
                  <a:pt x="821825" y="56188"/>
                </a:lnTo>
                <a:lnTo>
                  <a:pt x="822308" y="56139"/>
                </a:lnTo>
                <a:lnTo>
                  <a:pt x="822796" y="56099"/>
                </a:lnTo>
                <a:lnTo>
                  <a:pt x="823289" y="56067"/>
                </a:lnTo>
                <a:lnTo>
                  <a:pt x="823787" y="56045"/>
                </a:lnTo>
                <a:lnTo>
                  <a:pt x="824291" y="56031"/>
                </a:lnTo>
                <a:lnTo>
                  <a:pt x="824800" y="56027"/>
                </a:lnTo>
                <a:lnTo>
                  <a:pt x="825315" y="56031"/>
                </a:lnTo>
                <a:lnTo>
                  <a:pt x="825825" y="56045"/>
                </a:lnTo>
                <a:lnTo>
                  <a:pt x="826329" y="56067"/>
                </a:lnTo>
                <a:lnTo>
                  <a:pt x="826828" y="56099"/>
                </a:lnTo>
                <a:lnTo>
                  <a:pt x="827321" y="56139"/>
                </a:lnTo>
                <a:lnTo>
                  <a:pt x="827809" y="56188"/>
                </a:lnTo>
                <a:lnTo>
                  <a:pt x="828292" y="56247"/>
                </a:lnTo>
                <a:lnTo>
                  <a:pt x="828769" y="56314"/>
                </a:lnTo>
                <a:lnTo>
                  <a:pt x="829240" y="56390"/>
                </a:lnTo>
                <a:lnTo>
                  <a:pt x="829707" y="56475"/>
                </a:lnTo>
                <a:lnTo>
                  <a:pt x="830167" y="56570"/>
                </a:lnTo>
                <a:lnTo>
                  <a:pt x="830622" y="56673"/>
                </a:lnTo>
                <a:lnTo>
                  <a:pt x="831072" y="56785"/>
                </a:lnTo>
                <a:lnTo>
                  <a:pt x="831516" y="56906"/>
                </a:lnTo>
                <a:lnTo>
                  <a:pt x="831955" y="57036"/>
                </a:lnTo>
                <a:lnTo>
                  <a:pt x="832388" y="57175"/>
                </a:lnTo>
                <a:lnTo>
                  <a:pt x="832816" y="57323"/>
                </a:lnTo>
                <a:lnTo>
                  <a:pt x="833238" y="57480"/>
                </a:lnTo>
                <a:lnTo>
                  <a:pt x="833655" y="57646"/>
                </a:lnTo>
                <a:lnTo>
                  <a:pt x="834067" y="57821"/>
                </a:lnTo>
                <a:lnTo>
                  <a:pt x="834473" y="58005"/>
                </a:lnTo>
                <a:lnTo>
                  <a:pt x="834873" y="58198"/>
                </a:lnTo>
                <a:lnTo>
                  <a:pt x="835268" y="58399"/>
                </a:lnTo>
                <a:lnTo>
                  <a:pt x="835658" y="58610"/>
                </a:lnTo>
                <a:lnTo>
                  <a:pt x="836042" y="58829"/>
                </a:lnTo>
                <a:lnTo>
                  <a:pt x="836421" y="59054"/>
                </a:lnTo>
                <a:lnTo>
                  <a:pt x="836794" y="59286"/>
                </a:lnTo>
                <a:lnTo>
                  <a:pt x="837163" y="59524"/>
                </a:lnTo>
                <a:lnTo>
                  <a:pt x="837525" y="59769"/>
                </a:lnTo>
                <a:lnTo>
                  <a:pt x="837883" y="60021"/>
                </a:lnTo>
                <a:lnTo>
                  <a:pt x="838235" y="60279"/>
                </a:lnTo>
                <a:lnTo>
                  <a:pt x="838582" y="60543"/>
                </a:lnTo>
                <a:lnTo>
                  <a:pt x="838924" y="60815"/>
                </a:lnTo>
                <a:lnTo>
                  <a:pt x="839260" y="61092"/>
                </a:lnTo>
                <a:lnTo>
                  <a:pt x="839591" y="61377"/>
                </a:lnTo>
                <a:lnTo>
                  <a:pt x="839916" y="61668"/>
                </a:lnTo>
                <a:lnTo>
                  <a:pt x="840237" y="61966"/>
                </a:lnTo>
                <a:lnTo>
                  <a:pt x="840552" y="62270"/>
                </a:lnTo>
                <a:lnTo>
                  <a:pt x="840861" y="62581"/>
                </a:lnTo>
                <a:lnTo>
                  <a:pt x="841165" y="62898"/>
                </a:lnTo>
                <a:lnTo>
                  <a:pt x="841464" y="63222"/>
                </a:lnTo>
                <a:lnTo>
                  <a:pt x="841758" y="63552"/>
                </a:lnTo>
                <a:lnTo>
                  <a:pt x="842046" y="63890"/>
                </a:lnTo>
                <a:lnTo>
                  <a:pt x="842329" y="64233"/>
                </a:lnTo>
                <a:lnTo>
                  <a:pt x="842607" y="64584"/>
                </a:lnTo>
                <a:lnTo>
                  <a:pt x="842879" y="64941"/>
                </a:lnTo>
                <a:lnTo>
                  <a:pt x="843146" y="65304"/>
                </a:lnTo>
                <a:lnTo>
                  <a:pt x="843408" y="65674"/>
                </a:lnTo>
                <a:lnTo>
                  <a:pt x="843664" y="66050"/>
                </a:lnTo>
                <a:lnTo>
                  <a:pt x="843915" y="66430"/>
                </a:lnTo>
                <a:lnTo>
                  <a:pt x="844161" y="66814"/>
                </a:lnTo>
                <a:lnTo>
                  <a:pt x="844401" y="67204"/>
                </a:lnTo>
                <a:lnTo>
                  <a:pt x="844636" y="67597"/>
                </a:lnTo>
                <a:lnTo>
                  <a:pt x="844866" y="67995"/>
                </a:lnTo>
                <a:lnTo>
                  <a:pt x="845091" y="68398"/>
                </a:lnTo>
                <a:lnTo>
                  <a:pt x="845310" y="68805"/>
                </a:lnTo>
                <a:lnTo>
                  <a:pt x="845523" y="69216"/>
                </a:lnTo>
                <a:lnTo>
                  <a:pt x="845732" y="69632"/>
                </a:lnTo>
                <a:lnTo>
                  <a:pt x="845935" y="70053"/>
                </a:lnTo>
                <a:lnTo>
                  <a:pt x="846133" y="70478"/>
                </a:lnTo>
                <a:lnTo>
                  <a:pt x="846325" y="70907"/>
                </a:lnTo>
                <a:lnTo>
                  <a:pt x="846512" y="71341"/>
                </a:lnTo>
                <a:lnTo>
                  <a:pt x="846694" y="71779"/>
                </a:lnTo>
                <a:lnTo>
                  <a:pt x="846870" y="72222"/>
                </a:lnTo>
                <a:lnTo>
                  <a:pt x="847042" y="72670"/>
                </a:lnTo>
                <a:lnTo>
                  <a:pt x="847207" y="73122"/>
                </a:lnTo>
                <a:lnTo>
                  <a:pt x="847368" y="73578"/>
                </a:lnTo>
                <a:lnTo>
                  <a:pt x="847523" y="74039"/>
                </a:lnTo>
                <a:lnTo>
                  <a:pt x="847673" y="74504"/>
                </a:lnTo>
                <a:lnTo>
                  <a:pt x="847817" y="74974"/>
                </a:lnTo>
                <a:lnTo>
                  <a:pt x="847956" y="75448"/>
                </a:lnTo>
                <a:lnTo>
                  <a:pt x="848090" y="75927"/>
                </a:lnTo>
                <a:lnTo>
                  <a:pt x="848219" y="76409"/>
                </a:lnTo>
                <a:lnTo>
                  <a:pt x="848342" y="76894"/>
                </a:lnTo>
                <a:lnTo>
                  <a:pt x="848459" y="77381"/>
                </a:lnTo>
                <a:lnTo>
                  <a:pt x="848571" y="77870"/>
                </a:lnTo>
                <a:lnTo>
                  <a:pt x="848678" y="78362"/>
                </a:lnTo>
                <a:lnTo>
                  <a:pt x="848779" y="78856"/>
                </a:lnTo>
                <a:lnTo>
                  <a:pt x="848875" y="79352"/>
                </a:lnTo>
                <a:lnTo>
                  <a:pt x="848965" y="79851"/>
                </a:lnTo>
                <a:lnTo>
                  <a:pt x="849050" y="80353"/>
                </a:lnTo>
                <a:lnTo>
                  <a:pt x="849129" y="80856"/>
                </a:lnTo>
                <a:lnTo>
                  <a:pt x="849203" y="81362"/>
                </a:lnTo>
                <a:lnTo>
                  <a:pt x="849271" y="81871"/>
                </a:lnTo>
                <a:lnTo>
                  <a:pt x="849334" y="82381"/>
                </a:lnTo>
                <a:lnTo>
                  <a:pt x="849391" y="82895"/>
                </a:lnTo>
                <a:lnTo>
                  <a:pt x="849443" y="83410"/>
                </a:lnTo>
                <a:lnTo>
                  <a:pt x="849490" y="83928"/>
                </a:lnTo>
                <a:lnTo>
                  <a:pt x="849531" y="84449"/>
                </a:lnTo>
                <a:lnTo>
                  <a:pt x="849566" y="84971"/>
                </a:lnTo>
                <a:lnTo>
                  <a:pt x="849596" y="85496"/>
                </a:lnTo>
                <a:lnTo>
                  <a:pt x="849621" y="86024"/>
                </a:lnTo>
                <a:lnTo>
                  <a:pt x="849640" y="86554"/>
                </a:lnTo>
                <a:lnTo>
                  <a:pt x="849654" y="87086"/>
                </a:lnTo>
                <a:lnTo>
                  <a:pt x="849662" y="87621"/>
                </a:lnTo>
                <a:lnTo>
                  <a:pt x="849665" y="88158"/>
                </a:lnTo>
                <a:lnTo>
                  <a:pt x="849665" y="90014"/>
                </a:lnTo>
                <a:lnTo>
                  <a:pt x="849662" y="90558"/>
                </a:lnTo>
                <a:lnTo>
                  <a:pt x="849654" y="91099"/>
                </a:lnTo>
                <a:lnTo>
                  <a:pt x="849640" y="91637"/>
                </a:lnTo>
                <a:lnTo>
                  <a:pt x="849621" y="92173"/>
                </a:lnTo>
                <a:lnTo>
                  <a:pt x="849596" y="92706"/>
                </a:lnTo>
                <a:lnTo>
                  <a:pt x="849566" y="93236"/>
                </a:lnTo>
                <a:lnTo>
                  <a:pt x="849531" y="93764"/>
                </a:lnTo>
                <a:lnTo>
                  <a:pt x="849490" y="94289"/>
                </a:lnTo>
                <a:lnTo>
                  <a:pt x="849443" y="94811"/>
                </a:lnTo>
                <a:lnTo>
                  <a:pt x="849391" y="95331"/>
                </a:lnTo>
                <a:lnTo>
                  <a:pt x="849334" y="95847"/>
                </a:lnTo>
                <a:lnTo>
                  <a:pt x="849271" y="96362"/>
                </a:lnTo>
                <a:lnTo>
                  <a:pt x="849203" y="96873"/>
                </a:lnTo>
                <a:lnTo>
                  <a:pt x="849129" y="97382"/>
                </a:lnTo>
                <a:lnTo>
                  <a:pt x="849050" y="97889"/>
                </a:lnTo>
                <a:lnTo>
                  <a:pt x="848965" y="98392"/>
                </a:lnTo>
                <a:lnTo>
                  <a:pt x="848875" y="98893"/>
                </a:lnTo>
                <a:lnTo>
                  <a:pt x="848779" y="99392"/>
                </a:lnTo>
                <a:lnTo>
                  <a:pt x="848678" y="99887"/>
                </a:lnTo>
                <a:lnTo>
                  <a:pt x="848571" y="100380"/>
                </a:lnTo>
                <a:lnTo>
                  <a:pt x="848459" y="100871"/>
                </a:lnTo>
                <a:lnTo>
                  <a:pt x="848342" y="101358"/>
                </a:lnTo>
                <a:lnTo>
                  <a:pt x="848219" y="101843"/>
                </a:lnTo>
                <a:lnTo>
                  <a:pt x="848090" y="102326"/>
                </a:lnTo>
                <a:lnTo>
                  <a:pt x="847957" y="102804"/>
                </a:lnTo>
                <a:lnTo>
                  <a:pt x="847818" y="103279"/>
                </a:lnTo>
                <a:lnTo>
                  <a:pt x="847673" y="103748"/>
                </a:lnTo>
                <a:lnTo>
                  <a:pt x="847524" y="104213"/>
                </a:lnTo>
                <a:lnTo>
                  <a:pt x="847370" y="104673"/>
                </a:lnTo>
                <a:lnTo>
                  <a:pt x="847210" y="105129"/>
                </a:lnTo>
                <a:lnTo>
                  <a:pt x="847045" y="105580"/>
                </a:lnTo>
                <a:lnTo>
                  <a:pt x="846875" y="106026"/>
                </a:lnTo>
                <a:lnTo>
                  <a:pt x="846700" y="106468"/>
                </a:lnTo>
                <a:lnTo>
                  <a:pt x="846519" y="106905"/>
                </a:lnTo>
                <a:lnTo>
                  <a:pt x="846334" y="107337"/>
                </a:lnTo>
                <a:lnTo>
                  <a:pt x="846143" y="107765"/>
                </a:lnTo>
                <a:lnTo>
                  <a:pt x="845947" y="108188"/>
                </a:lnTo>
                <a:lnTo>
                  <a:pt x="845746" y="108607"/>
                </a:lnTo>
                <a:lnTo>
                  <a:pt x="845539" y="109021"/>
                </a:lnTo>
                <a:lnTo>
                  <a:pt x="845328" y="109430"/>
                </a:lnTo>
                <a:lnTo>
                  <a:pt x="845111" y="109835"/>
                </a:lnTo>
                <a:lnTo>
                  <a:pt x="844889" y="110235"/>
                </a:lnTo>
                <a:lnTo>
                  <a:pt x="844662" y="110630"/>
                </a:lnTo>
                <a:lnTo>
                  <a:pt x="844429" y="111021"/>
                </a:lnTo>
                <a:lnTo>
                  <a:pt x="844192" y="111407"/>
                </a:lnTo>
                <a:lnTo>
                  <a:pt x="843949" y="111789"/>
                </a:lnTo>
                <a:lnTo>
                  <a:pt x="843701" y="112166"/>
                </a:lnTo>
                <a:lnTo>
                  <a:pt x="843448" y="112538"/>
                </a:lnTo>
                <a:lnTo>
                  <a:pt x="843190" y="112905"/>
                </a:lnTo>
                <a:lnTo>
                  <a:pt x="842926" y="113265"/>
                </a:lnTo>
                <a:lnTo>
                  <a:pt x="842657" y="113619"/>
                </a:lnTo>
                <a:lnTo>
                  <a:pt x="842382" y="113965"/>
                </a:lnTo>
                <a:lnTo>
                  <a:pt x="842102" y="114306"/>
                </a:lnTo>
                <a:lnTo>
                  <a:pt x="841816" y="114640"/>
                </a:lnTo>
                <a:lnTo>
                  <a:pt x="841525" y="114967"/>
                </a:lnTo>
                <a:lnTo>
                  <a:pt x="841228" y="115287"/>
                </a:lnTo>
                <a:lnTo>
                  <a:pt x="840926" y="115601"/>
                </a:lnTo>
                <a:lnTo>
                  <a:pt x="840619" y="115909"/>
                </a:lnTo>
                <a:lnTo>
                  <a:pt x="840306" y="116210"/>
                </a:lnTo>
                <a:lnTo>
                  <a:pt x="839987" y="116504"/>
                </a:lnTo>
                <a:lnTo>
                  <a:pt x="839663" y="116792"/>
                </a:lnTo>
                <a:lnTo>
                  <a:pt x="839334" y="117073"/>
                </a:lnTo>
                <a:lnTo>
                  <a:pt x="838999" y="117347"/>
                </a:lnTo>
                <a:lnTo>
                  <a:pt x="838658" y="117615"/>
                </a:lnTo>
                <a:lnTo>
                  <a:pt x="838313" y="117877"/>
                </a:lnTo>
                <a:lnTo>
                  <a:pt x="837961" y="118131"/>
                </a:lnTo>
                <a:lnTo>
                  <a:pt x="837604" y="118379"/>
                </a:lnTo>
                <a:lnTo>
                  <a:pt x="837242" y="118621"/>
                </a:lnTo>
                <a:lnTo>
                  <a:pt x="836875" y="118856"/>
                </a:lnTo>
                <a:lnTo>
                  <a:pt x="836501" y="119084"/>
                </a:lnTo>
                <a:lnTo>
                  <a:pt x="836123" y="119306"/>
                </a:lnTo>
                <a:lnTo>
                  <a:pt x="835739" y="119521"/>
                </a:lnTo>
                <a:lnTo>
                  <a:pt x="835349" y="119729"/>
                </a:lnTo>
                <a:lnTo>
                  <a:pt x="834955" y="119927"/>
                </a:lnTo>
                <a:lnTo>
                  <a:pt x="834555" y="120117"/>
                </a:lnTo>
                <a:lnTo>
                  <a:pt x="834150" y="120298"/>
                </a:lnTo>
                <a:lnTo>
                  <a:pt x="833740" y="120471"/>
                </a:lnTo>
                <a:lnTo>
                  <a:pt x="833324" y="120634"/>
                </a:lnTo>
                <a:lnTo>
                  <a:pt x="832904" y="120788"/>
                </a:lnTo>
                <a:lnTo>
                  <a:pt x="832478" y="120934"/>
                </a:lnTo>
                <a:lnTo>
                  <a:pt x="832047" y="121071"/>
                </a:lnTo>
                <a:lnTo>
                  <a:pt x="831611" y="121199"/>
                </a:lnTo>
                <a:lnTo>
                  <a:pt x="831170" y="121318"/>
                </a:lnTo>
                <a:lnTo>
                  <a:pt x="830723" y="121429"/>
                </a:lnTo>
                <a:lnTo>
                  <a:pt x="830272" y="121530"/>
                </a:lnTo>
                <a:lnTo>
                  <a:pt x="829815" y="121623"/>
                </a:lnTo>
                <a:lnTo>
                  <a:pt x="829353" y="121707"/>
                </a:lnTo>
                <a:lnTo>
                  <a:pt x="828885" y="121782"/>
                </a:lnTo>
                <a:lnTo>
                  <a:pt x="828413" y="121848"/>
                </a:lnTo>
                <a:lnTo>
                  <a:pt x="827936" y="121905"/>
                </a:lnTo>
                <a:lnTo>
                  <a:pt x="827453" y="121954"/>
                </a:lnTo>
                <a:lnTo>
                  <a:pt x="826965" y="121994"/>
                </a:lnTo>
                <a:lnTo>
                  <a:pt x="826472" y="122025"/>
                </a:lnTo>
                <a:lnTo>
                  <a:pt x="825973" y="122047"/>
                </a:lnTo>
                <a:lnTo>
                  <a:pt x="825470" y="122060"/>
                </a:lnTo>
                <a:lnTo>
                  <a:pt x="824961" y="122064"/>
                </a:lnTo>
                <a:lnTo>
                  <a:pt x="824446" y="122060"/>
                </a:lnTo>
                <a:lnTo>
                  <a:pt x="823936" y="122047"/>
                </a:lnTo>
                <a:lnTo>
                  <a:pt x="823431" y="122025"/>
                </a:lnTo>
                <a:lnTo>
                  <a:pt x="822932" y="121994"/>
                </a:lnTo>
                <a:lnTo>
                  <a:pt x="822438" y="121954"/>
                </a:lnTo>
                <a:lnTo>
                  <a:pt x="821949" y="121905"/>
                </a:lnTo>
                <a:lnTo>
                  <a:pt x="821465" y="121848"/>
                </a:lnTo>
                <a:lnTo>
                  <a:pt x="820987" y="121782"/>
                </a:lnTo>
                <a:lnTo>
                  <a:pt x="820515" y="121707"/>
                </a:lnTo>
                <a:lnTo>
                  <a:pt x="820047" y="121623"/>
                </a:lnTo>
                <a:lnTo>
                  <a:pt x="819585" y="121530"/>
                </a:lnTo>
                <a:lnTo>
                  <a:pt x="819128" y="121429"/>
                </a:lnTo>
                <a:lnTo>
                  <a:pt x="818677" y="121318"/>
                </a:lnTo>
                <a:lnTo>
                  <a:pt x="818231" y="121199"/>
                </a:lnTo>
                <a:lnTo>
                  <a:pt x="817790" y="121071"/>
                </a:lnTo>
                <a:lnTo>
                  <a:pt x="817355" y="120934"/>
                </a:lnTo>
                <a:lnTo>
                  <a:pt x="816924" y="120788"/>
                </a:lnTo>
                <a:lnTo>
                  <a:pt x="816500" y="120634"/>
                </a:lnTo>
                <a:lnTo>
                  <a:pt x="816080" y="120471"/>
                </a:lnTo>
                <a:lnTo>
                  <a:pt x="815666" y="120298"/>
                </a:lnTo>
                <a:lnTo>
                  <a:pt x="815257" y="120117"/>
                </a:lnTo>
                <a:lnTo>
                  <a:pt x="814854" y="119927"/>
                </a:lnTo>
                <a:lnTo>
                  <a:pt x="814455" y="119729"/>
                </a:lnTo>
                <a:lnTo>
                  <a:pt x="814062" y="119521"/>
                </a:lnTo>
                <a:lnTo>
                  <a:pt x="813675" y="119306"/>
                </a:lnTo>
                <a:lnTo>
                  <a:pt x="813293" y="119084"/>
                </a:lnTo>
                <a:lnTo>
                  <a:pt x="812917" y="118856"/>
                </a:lnTo>
                <a:lnTo>
                  <a:pt x="812545" y="118621"/>
                </a:lnTo>
                <a:lnTo>
                  <a:pt x="812180" y="118379"/>
                </a:lnTo>
                <a:lnTo>
                  <a:pt x="811820" y="118131"/>
                </a:lnTo>
                <a:lnTo>
                  <a:pt x="811465" y="117877"/>
                </a:lnTo>
                <a:lnTo>
                  <a:pt x="811116" y="117615"/>
                </a:lnTo>
                <a:lnTo>
                  <a:pt x="810772" y="117347"/>
                </a:lnTo>
                <a:lnTo>
                  <a:pt x="810434" y="117073"/>
                </a:lnTo>
                <a:lnTo>
                  <a:pt x="810101" y="116792"/>
                </a:lnTo>
                <a:lnTo>
                  <a:pt x="809774" y="116504"/>
                </a:lnTo>
                <a:lnTo>
                  <a:pt x="809452" y="116210"/>
                </a:lnTo>
                <a:lnTo>
                  <a:pt x="809135" y="115909"/>
                </a:lnTo>
                <a:lnTo>
                  <a:pt x="808824" y="115601"/>
                </a:lnTo>
                <a:lnTo>
                  <a:pt x="808519" y="115287"/>
                </a:lnTo>
                <a:lnTo>
                  <a:pt x="808219" y="114967"/>
                </a:lnTo>
                <a:lnTo>
                  <a:pt x="807924" y="114640"/>
                </a:lnTo>
                <a:lnTo>
                  <a:pt x="807635" y="114306"/>
                </a:lnTo>
                <a:lnTo>
                  <a:pt x="807352" y="113965"/>
                </a:lnTo>
                <a:lnTo>
                  <a:pt x="807074" y="113619"/>
                </a:lnTo>
                <a:lnTo>
                  <a:pt x="806801" y="113265"/>
                </a:lnTo>
                <a:lnTo>
                  <a:pt x="806534" y="112905"/>
                </a:lnTo>
                <a:lnTo>
                  <a:pt x="806272" y="112538"/>
                </a:lnTo>
                <a:lnTo>
                  <a:pt x="806016" y="112166"/>
                </a:lnTo>
                <a:lnTo>
                  <a:pt x="805765" y="111789"/>
                </a:lnTo>
                <a:lnTo>
                  <a:pt x="805520" y="111407"/>
                </a:lnTo>
                <a:lnTo>
                  <a:pt x="805280" y="111021"/>
                </a:lnTo>
                <a:lnTo>
                  <a:pt x="805045" y="110630"/>
                </a:lnTo>
                <a:lnTo>
                  <a:pt x="804816" y="110235"/>
                </a:lnTo>
                <a:lnTo>
                  <a:pt x="804593" y="109835"/>
                </a:lnTo>
                <a:lnTo>
                  <a:pt x="804375" y="109430"/>
                </a:lnTo>
                <a:lnTo>
                  <a:pt x="804162" y="109021"/>
                </a:lnTo>
                <a:lnTo>
                  <a:pt x="803955" y="108607"/>
                </a:lnTo>
                <a:lnTo>
                  <a:pt x="803754" y="108188"/>
                </a:lnTo>
                <a:lnTo>
                  <a:pt x="803557" y="107765"/>
                </a:lnTo>
                <a:lnTo>
                  <a:pt x="803367" y="107337"/>
                </a:lnTo>
                <a:lnTo>
                  <a:pt x="803182" y="106905"/>
                </a:lnTo>
                <a:lnTo>
                  <a:pt x="803002" y="106468"/>
                </a:lnTo>
                <a:lnTo>
                  <a:pt x="802828" y="106026"/>
                </a:lnTo>
                <a:lnTo>
                  <a:pt x="802659" y="105580"/>
                </a:lnTo>
                <a:lnTo>
                  <a:pt x="802495" y="105129"/>
                </a:lnTo>
                <a:lnTo>
                  <a:pt x="802337" y="104673"/>
                </a:lnTo>
                <a:lnTo>
                  <a:pt x="802185" y="104213"/>
                </a:lnTo>
                <a:lnTo>
                  <a:pt x="802038" y="103748"/>
                </a:lnTo>
                <a:lnTo>
                  <a:pt x="801897" y="103279"/>
                </a:lnTo>
                <a:lnTo>
                  <a:pt x="801761" y="102804"/>
                </a:lnTo>
                <a:lnTo>
                  <a:pt x="801630" y="102326"/>
                </a:lnTo>
                <a:lnTo>
                  <a:pt x="801505" y="101843"/>
                </a:lnTo>
                <a:lnTo>
                  <a:pt x="801385" y="101358"/>
                </a:lnTo>
                <a:lnTo>
                  <a:pt x="801271" y="100871"/>
                </a:lnTo>
                <a:lnTo>
                  <a:pt x="801161" y="100380"/>
                </a:lnTo>
                <a:lnTo>
                  <a:pt x="801057" y="99887"/>
                </a:lnTo>
                <a:lnTo>
                  <a:pt x="800959" y="99392"/>
                </a:lnTo>
                <a:lnTo>
                  <a:pt x="800866" y="98893"/>
                </a:lnTo>
                <a:lnTo>
                  <a:pt x="800778" y="98392"/>
                </a:lnTo>
                <a:lnTo>
                  <a:pt x="800695" y="97889"/>
                </a:lnTo>
                <a:lnTo>
                  <a:pt x="800618" y="97382"/>
                </a:lnTo>
                <a:lnTo>
                  <a:pt x="800546" y="96873"/>
                </a:lnTo>
                <a:lnTo>
                  <a:pt x="800480" y="96362"/>
                </a:lnTo>
                <a:lnTo>
                  <a:pt x="800418" y="95847"/>
                </a:lnTo>
                <a:lnTo>
                  <a:pt x="800362" y="95331"/>
                </a:lnTo>
                <a:lnTo>
                  <a:pt x="800312" y="94811"/>
                </a:lnTo>
                <a:lnTo>
                  <a:pt x="800267" y="94289"/>
                </a:lnTo>
                <a:lnTo>
                  <a:pt x="800227" y="93764"/>
                </a:lnTo>
                <a:lnTo>
                  <a:pt x="800192" y="93236"/>
                </a:lnTo>
                <a:lnTo>
                  <a:pt x="800163" y="92706"/>
                </a:lnTo>
                <a:lnTo>
                  <a:pt x="800139" y="92173"/>
                </a:lnTo>
                <a:lnTo>
                  <a:pt x="800120" y="91637"/>
                </a:lnTo>
                <a:lnTo>
                  <a:pt x="800107" y="91099"/>
                </a:lnTo>
                <a:lnTo>
                  <a:pt x="800099" y="90558"/>
                </a:lnTo>
                <a:lnTo>
                  <a:pt x="800096" y="90014"/>
                </a:lnTo>
                <a:lnTo>
                  <a:pt x="800096" y="88158"/>
                </a:lnTo>
                <a:lnTo>
                  <a:pt x="800099" y="87621"/>
                </a:lnTo>
                <a:lnTo>
                  <a:pt x="800107" y="87086"/>
                </a:lnTo>
                <a:lnTo>
                  <a:pt x="800120" y="86554"/>
                </a:lnTo>
                <a:lnTo>
                  <a:pt x="800139" y="86024"/>
                </a:lnTo>
                <a:lnTo>
                  <a:pt x="800163" y="85496"/>
                </a:lnTo>
                <a:close/>
                <a:moveTo>
                  <a:pt x="1192224" y="94651"/>
                </a:moveTo>
                <a:lnTo>
                  <a:pt x="1192286" y="95407"/>
                </a:lnTo>
                <a:lnTo>
                  <a:pt x="1192357" y="96159"/>
                </a:lnTo>
                <a:lnTo>
                  <a:pt x="1192438" y="96905"/>
                </a:lnTo>
                <a:lnTo>
                  <a:pt x="1192529" y="97647"/>
                </a:lnTo>
                <a:lnTo>
                  <a:pt x="1192629" y="98384"/>
                </a:lnTo>
                <a:lnTo>
                  <a:pt x="1192739" y="99117"/>
                </a:lnTo>
                <a:lnTo>
                  <a:pt x="1192858" y="99844"/>
                </a:lnTo>
                <a:lnTo>
                  <a:pt x="1192986" y="100567"/>
                </a:lnTo>
                <a:lnTo>
                  <a:pt x="1193125" y="101285"/>
                </a:lnTo>
                <a:lnTo>
                  <a:pt x="1193272" y="101998"/>
                </a:lnTo>
                <a:lnTo>
                  <a:pt x="1193430" y="102707"/>
                </a:lnTo>
                <a:lnTo>
                  <a:pt x="1193596" y="103411"/>
                </a:lnTo>
                <a:lnTo>
                  <a:pt x="1193773" y="104110"/>
                </a:lnTo>
                <a:lnTo>
                  <a:pt x="1193959" y="104804"/>
                </a:lnTo>
                <a:lnTo>
                  <a:pt x="1194154" y="105493"/>
                </a:lnTo>
                <a:lnTo>
                  <a:pt x="1194359" y="106178"/>
                </a:lnTo>
                <a:lnTo>
                  <a:pt x="1194573" y="106858"/>
                </a:lnTo>
                <a:lnTo>
                  <a:pt x="1194797" y="107533"/>
                </a:lnTo>
                <a:lnTo>
                  <a:pt x="1195030" y="108202"/>
                </a:lnTo>
                <a:lnTo>
                  <a:pt x="1195272" y="108864"/>
                </a:lnTo>
                <a:lnTo>
                  <a:pt x="1195522" y="109519"/>
                </a:lnTo>
                <a:lnTo>
                  <a:pt x="1195781" y="110167"/>
                </a:lnTo>
                <a:lnTo>
                  <a:pt x="1196048" y="110807"/>
                </a:lnTo>
                <a:lnTo>
                  <a:pt x="1196324" y="111441"/>
                </a:lnTo>
                <a:lnTo>
                  <a:pt x="1196608" y="112067"/>
                </a:lnTo>
                <a:lnTo>
                  <a:pt x="1196901" y="112686"/>
                </a:lnTo>
                <a:lnTo>
                  <a:pt x="1197202" y="113298"/>
                </a:lnTo>
                <a:lnTo>
                  <a:pt x="1197512" y="113903"/>
                </a:lnTo>
                <a:lnTo>
                  <a:pt x="1197831" y="114501"/>
                </a:lnTo>
                <a:lnTo>
                  <a:pt x="1198158" y="115091"/>
                </a:lnTo>
                <a:lnTo>
                  <a:pt x="1198493" y="115675"/>
                </a:lnTo>
                <a:lnTo>
                  <a:pt x="1198837" y="116251"/>
                </a:lnTo>
                <a:lnTo>
                  <a:pt x="1199190" y="116820"/>
                </a:lnTo>
                <a:lnTo>
                  <a:pt x="1199551" y="117382"/>
                </a:lnTo>
                <a:lnTo>
                  <a:pt x="1199921" y="117937"/>
                </a:lnTo>
                <a:lnTo>
                  <a:pt x="1200300" y="118484"/>
                </a:lnTo>
                <a:lnTo>
                  <a:pt x="1200686" y="119025"/>
                </a:lnTo>
                <a:lnTo>
                  <a:pt x="1201082" y="119558"/>
                </a:lnTo>
                <a:lnTo>
                  <a:pt x="1201486" y="120085"/>
                </a:lnTo>
                <a:lnTo>
                  <a:pt x="1201898" y="120604"/>
                </a:lnTo>
                <a:lnTo>
                  <a:pt x="1202320" y="121116"/>
                </a:lnTo>
                <a:lnTo>
                  <a:pt x="1202749" y="121620"/>
                </a:lnTo>
                <a:lnTo>
                  <a:pt x="1203187" y="122117"/>
                </a:lnTo>
                <a:lnTo>
                  <a:pt x="1203632" y="122604"/>
                </a:lnTo>
                <a:lnTo>
                  <a:pt x="1204084" y="123082"/>
                </a:lnTo>
                <a:lnTo>
                  <a:pt x="1204544" y="123551"/>
                </a:lnTo>
                <a:lnTo>
                  <a:pt x="1205012" y="124011"/>
                </a:lnTo>
                <a:lnTo>
                  <a:pt x="1205486" y="124461"/>
                </a:lnTo>
                <a:lnTo>
                  <a:pt x="1205969" y="124902"/>
                </a:lnTo>
                <a:lnTo>
                  <a:pt x="1206458" y="125334"/>
                </a:lnTo>
                <a:lnTo>
                  <a:pt x="1206955" y="125756"/>
                </a:lnTo>
                <a:lnTo>
                  <a:pt x="1207460" y="126170"/>
                </a:lnTo>
                <a:lnTo>
                  <a:pt x="1207972" y="126574"/>
                </a:lnTo>
                <a:lnTo>
                  <a:pt x="1208491" y="126969"/>
                </a:lnTo>
                <a:lnTo>
                  <a:pt x="1209018" y="127354"/>
                </a:lnTo>
                <a:lnTo>
                  <a:pt x="1209552" y="127731"/>
                </a:lnTo>
                <a:lnTo>
                  <a:pt x="1210094" y="128098"/>
                </a:lnTo>
                <a:lnTo>
                  <a:pt x="1210643" y="128455"/>
                </a:lnTo>
                <a:lnTo>
                  <a:pt x="1211199" y="128804"/>
                </a:lnTo>
                <a:lnTo>
                  <a:pt x="1211763" y="129143"/>
                </a:lnTo>
                <a:lnTo>
                  <a:pt x="1212335" y="129473"/>
                </a:lnTo>
                <a:lnTo>
                  <a:pt x="1212913" y="129794"/>
                </a:lnTo>
                <a:lnTo>
                  <a:pt x="1213500" y="130106"/>
                </a:lnTo>
                <a:lnTo>
                  <a:pt x="1214093" y="130408"/>
                </a:lnTo>
                <a:lnTo>
                  <a:pt x="1214694" y="130701"/>
                </a:lnTo>
                <a:lnTo>
                  <a:pt x="1215303" y="130985"/>
                </a:lnTo>
                <a:lnTo>
                  <a:pt x="1215918" y="131258"/>
                </a:lnTo>
                <a:lnTo>
                  <a:pt x="1216540" y="131520"/>
                </a:lnTo>
                <a:lnTo>
                  <a:pt x="1217168" y="131770"/>
                </a:lnTo>
                <a:lnTo>
                  <a:pt x="1217803" y="132009"/>
                </a:lnTo>
                <a:lnTo>
                  <a:pt x="1218444" y="132236"/>
                </a:lnTo>
                <a:lnTo>
                  <a:pt x="1219092" y="132451"/>
                </a:lnTo>
                <a:lnTo>
                  <a:pt x="1219746" y="132654"/>
                </a:lnTo>
                <a:lnTo>
                  <a:pt x="1220407" y="132846"/>
                </a:lnTo>
                <a:lnTo>
                  <a:pt x="1221074" y="133027"/>
                </a:lnTo>
                <a:lnTo>
                  <a:pt x="1221747" y="133195"/>
                </a:lnTo>
                <a:lnTo>
                  <a:pt x="1222427" y="133352"/>
                </a:lnTo>
                <a:lnTo>
                  <a:pt x="1223113" y="133498"/>
                </a:lnTo>
                <a:lnTo>
                  <a:pt x="1223806" y="133632"/>
                </a:lnTo>
                <a:lnTo>
                  <a:pt x="1224505" y="133754"/>
                </a:lnTo>
                <a:lnTo>
                  <a:pt x="1225211" y="133864"/>
                </a:lnTo>
                <a:lnTo>
                  <a:pt x="1225923" y="133963"/>
                </a:lnTo>
                <a:lnTo>
                  <a:pt x="1226642" y="134050"/>
                </a:lnTo>
                <a:lnTo>
                  <a:pt x="1227367" y="134126"/>
                </a:lnTo>
                <a:lnTo>
                  <a:pt x="1228098" y="134190"/>
                </a:lnTo>
                <a:lnTo>
                  <a:pt x="1228836" y="134242"/>
                </a:lnTo>
                <a:lnTo>
                  <a:pt x="1229581" y="134283"/>
                </a:lnTo>
                <a:lnTo>
                  <a:pt x="1230332" y="134312"/>
                </a:lnTo>
                <a:lnTo>
                  <a:pt x="1231089" y="134330"/>
                </a:lnTo>
                <a:lnTo>
                  <a:pt x="1231853" y="134335"/>
                </a:lnTo>
                <a:lnTo>
                  <a:pt x="1232616" y="134330"/>
                </a:lnTo>
                <a:lnTo>
                  <a:pt x="1233373" y="134312"/>
                </a:lnTo>
                <a:lnTo>
                  <a:pt x="1234124" y="134283"/>
                </a:lnTo>
                <a:lnTo>
                  <a:pt x="1234868" y="134242"/>
                </a:lnTo>
                <a:lnTo>
                  <a:pt x="1235605" y="134190"/>
                </a:lnTo>
                <a:lnTo>
                  <a:pt x="1236336" y="134126"/>
                </a:lnTo>
                <a:lnTo>
                  <a:pt x="1237060" y="134050"/>
                </a:lnTo>
                <a:lnTo>
                  <a:pt x="1237777" y="133963"/>
                </a:lnTo>
                <a:lnTo>
                  <a:pt x="1238488" y="133864"/>
                </a:lnTo>
                <a:lnTo>
                  <a:pt x="1239193" y="133754"/>
                </a:lnTo>
                <a:lnTo>
                  <a:pt x="1239890" y="133632"/>
                </a:lnTo>
                <a:lnTo>
                  <a:pt x="1240581" y="133498"/>
                </a:lnTo>
                <a:lnTo>
                  <a:pt x="1241266" y="133352"/>
                </a:lnTo>
                <a:lnTo>
                  <a:pt x="1241944" y="133195"/>
                </a:lnTo>
                <a:lnTo>
                  <a:pt x="1242616" y="133027"/>
                </a:lnTo>
                <a:lnTo>
                  <a:pt x="1243280" y="132846"/>
                </a:lnTo>
                <a:lnTo>
                  <a:pt x="1243939" y="132654"/>
                </a:lnTo>
                <a:lnTo>
                  <a:pt x="1244590" y="132451"/>
                </a:lnTo>
                <a:lnTo>
                  <a:pt x="1245235" y="132236"/>
                </a:lnTo>
                <a:lnTo>
                  <a:pt x="1245874" y="132009"/>
                </a:lnTo>
                <a:lnTo>
                  <a:pt x="1246506" y="131770"/>
                </a:lnTo>
                <a:lnTo>
                  <a:pt x="1247131" y="131520"/>
                </a:lnTo>
                <a:lnTo>
                  <a:pt x="1247750" y="131258"/>
                </a:lnTo>
                <a:lnTo>
                  <a:pt x="1248362" y="130985"/>
                </a:lnTo>
                <a:lnTo>
                  <a:pt x="1248967" y="130701"/>
                </a:lnTo>
                <a:lnTo>
                  <a:pt x="1249565" y="130408"/>
                </a:lnTo>
                <a:lnTo>
                  <a:pt x="1250156" y="130106"/>
                </a:lnTo>
                <a:lnTo>
                  <a:pt x="1250739" y="129794"/>
                </a:lnTo>
                <a:lnTo>
                  <a:pt x="1251315" y="129473"/>
                </a:lnTo>
                <a:lnTo>
                  <a:pt x="1251884" y="129143"/>
                </a:lnTo>
                <a:lnTo>
                  <a:pt x="1252445" y="128804"/>
                </a:lnTo>
                <a:lnTo>
                  <a:pt x="1252999" y="128455"/>
                </a:lnTo>
                <a:lnTo>
                  <a:pt x="1253546" y="128098"/>
                </a:lnTo>
                <a:lnTo>
                  <a:pt x="1254086" y="127731"/>
                </a:lnTo>
                <a:lnTo>
                  <a:pt x="1254618" y="127354"/>
                </a:lnTo>
                <a:lnTo>
                  <a:pt x="1255143" y="126969"/>
                </a:lnTo>
                <a:lnTo>
                  <a:pt x="1255661" y="126574"/>
                </a:lnTo>
                <a:lnTo>
                  <a:pt x="1256171" y="126170"/>
                </a:lnTo>
                <a:lnTo>
                  <a:pt x="1256675" y="125756"/>
                </a:lnTo>
                <a:lnTo>
                  <a:pt x="1257170" y="125334"/>
                </a:lnTo>
                <a:lnTo>
                  <a:pt x="1257659" y="124902"/>
                </a:lnTo>
                <a:lnTo>
                  <a:pt x="1258140" y="124461"/>
                </a:lnTo>
                <a:lnTo>
                  <a:pt x="1258614" y="124011"/>
                </a:lnTo>
                <a:lnTo>
                  <a:pt x="1259081" y="123551"/>
                </a:lnTo>
                <a:lnTo>
                  <a:pt x="1259541" y="123082"/>
                </a:lnTo>
                <a:lnTo>
                  <a:pt x="1259993" y="122604"/>
                </a:lnTo>
                <a:lnTo>
                  <a:pt x="1260438" y="122117"/>
                </a:lnTo>
                <a:lnTo>
                  <a:pt x="1260875" y="121620"/>
                </a:lnTo>
                <a:lnTo>
                  <a:pt x="1261305" y="121116"/>
                </a:lnTo>
                <a:lnTo>
                  <a:pt x="1261726" y="120604"/>
                </a:lnTo>
                <a:lnTo>
                  <a:pt x="1262138" y="120085"/>
                </a:lnTo>
                <a:lnTo>
                  <a:pt x="1262542" y="119558"/>
                </a:lnTo>
                <a:lnTo>
                  <a:pt x="1262938" y="119025"/>
                </a:lnTo>
                <a:lnTo>
                  <a:pt x="1263325" y="118484"/>
                </a:lnTo>
                <a:lnTo>
                  <a:pt x="1263703" y="117937"/>
                </a:lnTo>
                <a:lnTo>
                  <a:pt x="1264073" y="117382"/>
                </a:lnTo>
                <a:lnTo>
                  <a:pt x="1264434" y="116820"/>
                </a:lnTo>
                <a:lnTo>
                  <a:pt x="1264787" y="116251"/>
                </a:lnTo>
                <a:lnTo>
                  <a:pt x="1265131" y="115675"/>
                </a:lnTo>
                <a:lnTo>
                  <a:pt x="1265467" y="115091"/>
                </a:lnTo>
                <a:lnTo>
                  <a:pt x="1265794" y="114501"/>
                </a:lnTo>
                <a:lnTo>
                  <a:pt x="1266112" y="113903"/>
                </a:lnTo>
                <a:lnTo>
                  <a:pt x="1266422" y="113298"/>
                </a:lnTo>
                <a:lnTo>
                  <a:pt x="1266724" y="112686"/>
                </a:lnTo>
                <a:lnTo>
                  <a:pt x="1267016" y="112067"/>
                </a:lnTo>
                <a:lnTo>
                  <a:pt x="1267301" y="111441"/>
                </a:lnTo>
                <a:lnTo>
                  <a:pt x="1267576" y="110807"/>
                </a:lnTo>
                <a:lnTo>
                  <a:pt x="1267844" y="110167"/>
                </a:lnTo>
                <a:lnTo>
                  <a:pt x="1268102" y="109519"/>
                </a:lnTo>
                <a:lnTo>
                  <a:pt x="1268352" y="108864"/>
                </a:lnTo>
                <a:lnTo>
                  <a:pt x="1268594" y="108202"/>
                </a:lnTo>
                <a:lnTo>
                  <a:pt x="1268827" y="107533"/>
                </a:lnTo>
                <a:lnTo>
                  <a:pt x="1269051" y="106858"/>
                </a:lnTo>
                <a:lnTo>
                  <a:pt x="1269265" y="106178"/>
                </a:lnTo>
                <a:lnTo>
                  <a:pt x="1269470" y="105493"/>
                </a:lnTo>
                <a:lnTo>
                  <a:pt x="1269666" y="104804"/>
                </a:lnTo>
                <a:lnTo>
                  <a:pt x="1269852" y="104110"/>
                </a:lnTo>
                <a:lnTo>
                  <a:pt x="1270028" y="103411"/>
                </a:lnTo>
                <a:lnTo>
                  <a:pt x="1270195" y="102707"/>
                </a:lnTo>
                <a:lnTo>
                  <a:pt x="1270352" y="101998"/>
                </a:lnTo>
                <a:lnTo>
                  <a:pt x="1270500" y="101285"/>
                </a:lnTo>
                <a:lnTo>
                  <a:pt x="1270638" y="100567"/>
                </a:lnTo>
                <a:lnTo>
                  <a:pt x="1270767" y="99844"/>
                </a:lnTo>
                <a:lnTo>
                  <a:pt x="1270886" y="99117"/>
                </a:lnTo>
                <a:lnTo>
                  <a:pt x="1270995" y="98384"/>
                </a:lnTo>
                <a:lnTo>
                  <a:pt x="1271095" y="97647"/>
                </a:lnTo>
                <a:lnTo>
                  <a:pt x="1271186" y="96905"/>
                </a:lnTo>
                <a:lnTo>
                  <a:pt x="1271267" y="96159"/>
                </a:lnTo>
                <a:lnTo>
                  <a:pt x="1271338" y="95407"/>
                </a:lnTo>
                <a:lnTo>
                  <a:pt x="1271400" y="94651"/>
                </a:lnTo>
                <a:lnTo>
                  <a:pt x="1271453" y="93890"/>
                </a:lnTo>
                <a:lnTo>
                  <a:pt x="1271496" y="93125"/>
                </a:lnTo>
                <a:lnTo>
                  <a:pt x="1271529" y="92354"/>
                </a:lnTo>
                <a:lnTo>
                  <a:pt x="1271553" y="91579"/>
                </a:lnTo>
                <a:lnTo>
                  <a:pt x="1271567" y="90799"/>
                </a:lnTo>
                <a:lnTo>
                  <a:pt x="1271572" y="90014"/>
                </a:lnTo>
                <a:lnTo>
                  <a:pt x="1271572" y="88158"/>
                </a:lnTo>
                <a:lnTo>
                  <a:pt x="1271567" y="87373"/>
                </a:lnTo>
                <a:lnTo>
                  <a:pt x="1271553" y="86593"/>
                </a:lnTo>
                <a:lnTo>
                  <a:pt x="1271529" y="85817"/>
                </a:lnTo>
                <a:lnTo>
                  <a:pt x="1271496" y="85046"/>
                </a:lnTo>
                <a:lnTo>
                  <a:pt x="1271453" y="84280"/>
                </a:lnTo>
                <a:lnTo>
                  <a:pt x="1271400" y="83518"/>
                </a:lnTo>
                <a:lnTo>
                  <a:pt x="1271338" y="82761"/>
                </a:lnTo>
                <a:lnTo>
                  <a:pt x="1271267" y="82009"/>
                </a:lnTo>
                <a:lnTo>
                  <a:pt x="1271186" y="81261"/>
                </a:lnTo>
                <a:lnTo>
                  <a:pt x="1271095" y="80518"/>
                </a:lnTo>
                <a:lnTo>
                  <a:pt x="1270995" y="79779"/>
                </a:lnTo>
                <a:lnTo>
                  <a:pt x="1270886" y="79045"/>
                </a:lnTo>
                <a:lnTo>
                  <a:pt x="1270767" y="78316"/>
                </a:lnTo>
                <a:lnTo>
                  <a:pt x="1270638" y="77591"/>
                </a:lnTo>
                <a:lnTo>
                  <a:pt x="1270500" y="76871"/>
                </a:lnTo>
                <a:lnTo>
                  <a:pt x="1270352" y="76156"/>
                </a:lnTo>
                <a:lnTo>
                  <a:pt x="1270195" y="75445"/>
                </a:lnTo>
                <a:lnTo>
                  <a:pt x="1270028" y="74739"/>
                </a:lnTo>
                <a:lnTo>
                  <a:pt x="1269852" y="74037"/>
                </a:lnTo>
                <a:lnTo>
                  <a:pt x="1269666" y="73340"/>
                </a:lnTo>
                <a:lnTo>
                  <a:pt x="1269470" y="72648"/>
                </a:lnTo>
                <a:lnTo>
                  <a:pt x="1269265" y="71960"/>
                </a:lnTo>
                <a:lnTo>
                  <a:pt x="1269051" y="71277"/>
                </a:lnTo>
                <a:lnTo>
                  <a:pt x="1268827" y="70599"/>
                </a:lnTo>
                <a:lnTo>
                  <a:pt x="1268594" y="69926"/>
                </a:lnTo>
                <a:lnTo>
                  <a:pt x="1268352" y="69261"/>
                </a:lnTo>
                <a:lnTo>
                  <a:pt x="1268102" y="68603"/>
                </a:lnTo>
                <a:lnTo>
                  <a:pt x="1267844" y="67953"/>
                </a:lnTo>
                <a:lnTo>
                  <a:pt x="1267576" y="67309"/>
                </a:lnTo>
                <a:lnTo>
                  <a:pt x="1267301" y="66673"/>
                </a:lnTo>
                <a:lnTo>
                  <a:pt x="1267016" y="66044"/>
                </a:lnTo>
                <a:lnTo>
                  <a:pt x="1266724" y="65423"/>
                </a:lnTo>
                <a:lnTo>
                  <a:pt x="1266422" y="64809"/>
                </a:lnTo>
                <a:lnTo>
                  <a:pt x="1266112" y="64202"/>
                </a:lnTo>
                <a:lnTo>
                  <a:pt x="1265794" y="63602"/>
                </a:lnTo>
                <a:lnTo>
                  <a:pt x="1265467" y="63010"/>
                </a:lnTo>
                <a:lnTo>
                  <a:pt x="1265131" y="62425"/>
                </a:lnTo>
                <a:lnTo>
                  <a:pt x="1264787" y="61847"/>
                </a:lnTo>
                <a:lnTo>
                  <a:pt x="1264434" y="61277"/>
                </a:lnTo>
                <a:lnTo>
                  <a:pt x="1264073" y="60714"/>
                </a:lnTo>
                <a:lnTo>
                  <a:pt x="1263703" y="60158"/>
                </a:lnTo>
                <a:lnTo>
                  <a:pt x="1263325" y="59609"/>
                </a:lnTo>
                <a:lnTo>
                  <a:pt x="1262938" y="59068"/>
                </a:lnTo>
                <a:lnTo>
                  <a:pt x="1262542" y="58534"/>
                </a:lnTo>
                <a:lnTo>
                  <a:pt x="1262138" y="58007"/>
                </a:lnTo>
                <a:lnTo>
                  <a:pt x="1261726" y="57488"/>
                </a:lnTo>
                <a:lnTo>
                  <a:pt x="1261305" y="56976"/>
                </a:lnTo>
                <a:lnTo>
                  <a:pt x="1260875" y="56471"/>
                </a:lnTo>
                <a:lnTo>
                  <a:pt x="1260437" y="55974"/>
                </a:lnTo>
                <a:lnTo>
                  <a:pt x="1259992" y="55487"/>
                </a:lnTo>
                <a:lnTo>
                  <a:pt x="1259539" y="55009"/>
                </a:lnTo>
                <a:lnTo>
                  <a:pt x="1259079" y="54540"/>
                </a:lnTo>
                <a:lnTo>
                  <a:pt x="1258611" y="54081"/>
                </a:lnTo>
                <a:lnTo>
                  <a:pt x="1258135" y="53630"/>
                </a:lnTo>
                <a:lnTo>
                  <a:pt x="1257652" y="53189"/>
                </a:lnTo>
                <a:lnTo>
                  <a:pt x="1257161" y="52757"/>
                </a:lnTo>
                <a:lnTo>
                  <a:pt x="1256663" y="52335"/>
                </a:lnTo>
                <a:lnTo>
                  <a:pt x="1256157" y="51921"/>
                </a:lnTo>
                <a:lnTo>
                  <a:pt x="1255644" y="51517"/>
                </a:lnTo>
                <a:lnTo>
                  <a:pt x="1255123" y="51123"/>
                </a:lnTo>
                <a:lnTo>
                  <a:pt x="1254595" y="50737"/>
                </a:lnTo>
                <a:lnTo>
                  <a:pt x="1254058" y="50361"/>
                </a:lnTo>
                <a:lnTo>
                  <a:pt x="1253515" y="49994"/>
                </a:lnTo>
                <a:lnTo>
                  <a:pt x="1252964" y="49636"/>
                </a:lnTo>
                <a:lnTo>
                  <a:pt x="1252405" y="49287"/>
                </a:lnTo>
                <a:lnTo>
                  <a:pt x="1251838" y="48948"/>
                </a:lnTo>
                <a:lnTo>
                  <a:pt x="1251264" y="48618"/>
                </a:lnTo>
                <a:lnTo>
                  <a:pt x="1250683" y="48297"/>
                </a:lnTo>
                <a:lnTo>
                  <a:pt x="1250094" y="47985"/>
                </a:lnTo>
                <a:lnTo>
                  <a:pt x="1249497" y="47683"/>
                </a:lnTo>
                <a:lnTo>
                  <a:pt x="1248893" y="47390"/>
                </a:lnTo>
                <a:lnTo>
                  <a:pt x="1248281" y="47106"/>
                </a:lnTo>
                <a:lnTo>
                  <a:pt x="1247662" y="46833"/>
                </a:lnTo>
                <a:lnTo>
                  <a:pt x="1247037" y="46571"/>
                </a:lnTo>
                <a:lnTo>
                  <a:pt x="1246406" y="46321"/>
                </a:lnTo>
                <a:lnTo>
                  <a:pt x="1245768" y="46082"/>
                </a:lnTo>
                <a:lnTo>
                  <a:pt x="1245124" y="45856"/>
                </a:lnTo>
                <a:lnTo>
                  <a:pt x="1244474" y="45640"/>
                </a:lnTo>
                <a:lnTo>
                  <a:pt x="1243818" y="45437"/>
                </a:lnTo>
                <a:lnTo>
                  <a:pt x="1243155" y="45245"/>
                </a:lnTo>
                <a:lnTo>
                  <a:pt x="1242486" y="45065"/>
                </a:lnTo>
                <a:lnTo>
                  <a:pt x="1241810" y="44896"/>
                </a:lnTo>
                <a:lnTo>
                  <a:pt x="1241128" y="44739"/>
                </a:lnTo>
                <a:lnTo>
                  <a:pt x="1240440" y="44593"/>
                </a:lnTo>
                <a:lnTo>
                  <a:pt x="1239746" y="44460"/>
                </a:lnTo>
                <a:lnTo>
                  <a:pt x="1239045" y="44338"/>
                </a:lnTo>
                <a:lnTo>
                  <a:pt x="1238338" y="44227"/>
                </a:lnTo>
                <a:lnTo>
                  <a:pt x="1237625" y="44128"/>
                </a:lnTo>
                <a:lnTo>
                  <a:pt x="1236905" y="44041"/>
                </a:lnTo>
                <a:lnTo>
                  <a:pt x="1236179" y="43965"/>
                </a:lnTo>
                <a:lnTo>
                  <a:pt x="1235447" y="43901"/>
                </a:lnTo>
                <a:lnTo>
                  <a:pt x="1234708" y="43849"/>
                </a:lnTo>
                <a:lnTo>
                  <a:pt x="1233963" y="43808"/>
                </a:lnTo>
                <a:lnTo>
                  <a:pt x="1233212" y="43779"/>
                </a:lnTo>
                <a:lnTo>
                  <a:pt x="1232455" y="43762"/>
                </a:lnTo>
                <a:lnTo>
                  <a:pt x="1231691" y="43756"/>
                </a:lnTo>
                <a:lnTo>
                  <a:pt x="1230934" y="43762"/>
                </a:lnTo>
                <a:lnTo>
                  <a:pt x="1230183" y="43779"/>
                </a:lnTo>
                <a:lnTo>
                  <a:pt x="1229438" y="43808"/>
                </a:lnTo>
                <a:lnTo>
                  <a:pt x="1228700" y="43849"/>
                </a:lnTo>
                <a:lnTo>
                  <a:pt x="1227967" y="43901"/>
                </a:lnTo>
                <a:lnTo>
                  <a:pt x="1227241" y="43965"/>
                </a:lnTo>
                <a:lnTo>
                  <a:pt x="1226521" y="44041"/>
                </a:lnTo>
                <a:lnTo>
                  <a:pt x="1225807" y="44128"/>
                </a:lnTo>
                <a:lnTo>
                  <a:pt x="1225099" y="44227"/>
                </a:lnTo>
                <a:lnTo>
                  <a:pt x="1224397" y="44338"/>
                </a:lnTo>
                <a:lnTo>
                  <a:pt x="1223702" y="44460"/>
                </a:lnTo>
                <a:lnTo>
                  <a:pt x="1223013" y="44593"/>
                </a:lnTo>
                <a:lnTo>
                  <a:pt x="1222329" y="44739"/>
                </a:lnTo>
                <a:lnTo>
                  <a:pt x="1221652" y="44896"/>
                </a:lnTo>
                <a:lnTo>
                  <a:pt x="1220982" y="45065"/>
                </a:lnTo>
                <a:lnTo>
                  <a:pt x="1220317" y="45245"/>
                </a:lnTo>
                <a:lnTo>
                  <a:pt x="1219659" y="45437"/>
                </a:lnTo>
                <a:lnTo>
                  <a:pt x="1219006" y="45640"/>
                </a:lnTo>
                <a:lnTo>
                  <a:pt x="1218360" y="45856"/>
                </a:lnTo>
                <a:lnTo>
                  <a:pt x="1217720" y="46082"/>
                </a:lnTo>
                <a:lnTo>
                  <a:pt x="1217086" y="46321"/>
                </a:lnTo>
                <a:lnTo>
                  <a:pt x="1216459" y="46571"/>
                </a:lnTo>
                <a:lnTo>
                  <a:pt x="1215837" y="46833"/>
                </a:lnTo>
                <a:lnTo>
                  <a:pt x="1215222" y="47106"/>
                </a:lnTo>
                <a:lnTo>
                  <a:pt x="1214614" y="47390"/>
                </a:lnTo>
                <a:lnTo>
                  <a:pt x="1214013" y="47683"/>
                </a:lnTo>
                <a:lnTo>
                  <a:pt x="1213420" y="47985"/>
                </a:lnTo>
                <a:lnTo>
                  <a:pt x="1212834" y="48297"/>
                </a:lnTo>
                <a:lnTo>
                  <a:pt x="1212256" y="48618"/>
                </a:lnTo>
                <a:lnTo>
                  <a:pt x="1211685" y="48948"/>
                </a:lnTo>
                <a:lnTo>
                  <a:pt x="1211122" y="49287"/>
                </a:lnTo>
                <a:lnTo>
                  <a:pt x="1210567" y="49636"/>
                </a:lnTo>
                <a:lnTo>
                  <a:pt x="1210019" y="49994"/>
                </a:lnTo>
                <a:lnTo>
                  <a:pt x="1209478" y="50361"/>
                </a:lnTo>
                <a:lnTo>
                  <a:pt x="1208946" y="50737"/>
                </a:lnTo>
                <a:lnTo>
                  <a:pt x="1208421" y="51123"/>
                </a:lnTo>
                <a:lnTo>
                  <a:pt x="1207903" y="51517"/>
                </a:lnTo>
                <a:lnTo>
                  <a:pt x="1207393" y="51921"/>
                </a:lnTo>
                <a:lnTo>
                  <a:pt x="1206890" y="52335"/>
                </a:lnTo>
                <a:lnTo>
                  <a:pt x="1206396" y="52757"/>
                </a:lnTo>
                <a:lnTo>
                  <a:pt x="1205908" y="53189"/>
                </a:lnTo>
                <a:lnTo>
                  <a:pt x="1205428" y="53630"/>
                </a:lnTo>
                <a:lnTo>
                  <a:pt x="1204956" y="54081"/>
                </a:lnTo>
                <a:lnTo>
                  <a:pt x="1204492" y="54540"/>
                </a:lnTo>
                <a:lnTo>
                  <a:pt x="1204035" y="55009"/>
                </a:lnTo>
                <a:lnTo>
                  <a:pt x="1203585" y="55487"/>
                </a:lnTo>
                <a:lnTo>
                  <a:pt x="1203143" y="55974"/>
                </a:lnTo>
                <a:lnTo>
                  <a:pt x="1202709" y="56471"/>
                </a:lnTo>
                <a:lnTo>
                  <a:pt x="1202283" y="56976"/>
                </a:lnTo>
                <a:lnTo>
                  <a:pt x="1201865" y="57488"/>
                </a:lnTo>
                <a:lnTo>
                  <a:pt x="1201455" y="58007"/>
                </a:lnTo>
                <a:lnTo>
                  <a:pt x="1201054" y="58534"/>
                </a:lnTo>
                <a:lnTo>
                  <a:pt x="1200661" y="59068"/>
                </a:lnTo>
                <a:lnTo>
                  <a:pt x="1200277" y="59609"/>
                </a:lnTo>
                <a:lnTo>
                  <a:pt x="1199901" y="60158"/>
                </a:lnTo>
                <a:lnTo>
                  <a:pt x="1199533" y="60714"/>
                </a:lnTo>
                <a:lnTo>
                  <a:pt x="1199174" y="61277"/>
                </a:lnTo>
                <a:lnTo>
                  <a:pt x="1198824" y="61847"/>
                </a:lnTo>
                <a:lnTo>
                  <a:pt x="1198481" y="62425"/>
                </a:lnTo>
                <a:lnTo>
                  <a:pt x="1198148" y="63010"/>
                </a:lnTo>
                <a:lnTo>
                  <a:pt x="1197822" y="63602"/>
                </a:lnTo>
                <a:lnTo>
                  <a:pt x="1197505" y="64202"/>
                </a:lnTo>
                <a:lnTo>
                  <a:pt x="1197196" y="64809"/>
                </a:lnTo>
                <a:lnTo>
                  <a:pt x="1196896" y="65423"/>
                </a:lnTo>
                <a:lnTo>
                  <a:pt x="1196604" y="66044"/>
                </a:lnTo>
                <a:lnTo>
                  <a:pt x="1196321" y="66673"/>
                </a:lnTo>
                <a:lnTo>
                  <a:pt x="1196046" y="67309"/>
                </a:lnTo>
                <a:lnTo>
                  <a:pt x="1195780" y="67953"/>
                </a:lnTo>
                <a:lnTo>
                  <a:pt x="1195521" y="68603"/>
                </a:lnTo>
                <a:lnTo>
                  <a:pt x="1195272" y="69261"/>
                </a:lnTo>
                <a:lnTo>
                  <a:pt x="1195030" y="69926"/>
                </a:lnTo>
                <a:lnTo>
                  <a:pt x="1194797" y="70599"/>
                </a:lnTo>
                <a:lnTo>
                  <a:pt x="1194573" y="71277"/>
                </a:lnTo>
                <a:lnTo>
                  <a:pt x="1194359" y="71960"/>
                </a:lnTo>
                <a:lnTo>
                  <a:pt x="1194154" y="72648"/>
                </a:lnTo>
                <a:lnTo>
                  <a:pt x="1193959" y="73340"/>
                </a:lnTo>
                <a:lnTo>
                  <a:pt x="1193773" y="74037"/>
                </a:lnTo>
                <a:lnTo>
                  <a:pt x="1193596" y="74739"/>
                </a:lnTo>
                <a:lnTo>
                  <a:pt x="1193430" y="75445"/>
                </a:lnTo>
                <a:lnTo>
                  <a:pt x="1193272" y="76156"/>
                </a:lnTo>
                <a:lnTo>
                  <a:pt x="1193125" y="76871"/>
                </a:lnTo>
                <a:lnTo>
                  <a:pt x="1192986" y="77591"/>
                </a:lnTo>
                <a:lnTo>
                  <a:pt x="1192858" y="78316"/>
                </a:lnTo>
                <a:lnTo>
                  <a:pt x="1192739" y="79045"/>
                </a:lnTo>
                <a:lnTo>
                  <a:pt x="1192629" y="79779"/>
                </a:lnTo>
                <a:lnTo>
                  <a:pt x="1192529" y="80518"/>
                </a:lnTo>
                <a:lnTo>
                  <a:pt x="1192438" y="81261"/>
                </a:lnTo>
                <a:lnTo>
                  <a:pt x="1192357" y="82009"/>
                </a:lnTo>
                <a:lnTo>
                  <a:pt x="1192286" y="82761"/>
                </a:lnTo>
                <a:lnTo>
                  <a:pt x="1192224" y="83518"/>
                </a:lnTo>
                <a:lnTo>
                  <a:pt x="1192172" y="84280"/>
                </a:lnTo>
                <a:lnTo>
                  <a:pt x="1192129" y="85046"/>
                </a:lnTo>
                <a:lnTo>
                  <a:pt x="1192095" y="85817"/>
                </a:lnTo>
                <a:lnTo>
                  <a:pt x="1192072" y="86593"/>
                </a:lnTo>
                <a:lnTo>
                  <a:pt x="1192057" y="87373"/>
                </a:lnTo>
                <a:lnTo>
                  <a:pt x="1192052" y="88158"/>
                </a:lnTo>
                <a:lnTo>
                  <a:pt x="1192052" y="90014"/>
                </a:lnTo>
                <a:lnTo>
                  <a:pt x="1192057" y="90799"/>
                </a:lnTo>
                <a:lnTo>
                  <a:pt x="1192072" y="91579"/>
                </a:lnTo>
                <a:lnTo>
                  <a:pt x="1192095" y="92354"/>
                </a:lnTo>
                <a:lnTo>
                  <a:pt x="1192129" y="93125"/>
                </a:lnTo>
                <a:lnTo>
                  <a:pt x="1192172" y="93890"/>
                </a:lnTo>
                <a:lnTo>
                  <a:pt x="1192224" y="94651"/>
                </a:lnTo>
                <a:close/>
                <a:moveTo>
                  <a:pt x="1207083" y="84971"/>
                </a:moveTo>
                <a:lnTo>
                  <a:pt x="1207118" y="84449"/>
                </a:lnTo>
                <a:lnTo>
                  <a:pt x="1207158" y="83928"/>
                </a:lnTo>
                <a:lnTo>
                  <a:pt x="1207203" y="83410"/>
                </a:lnTo>
                <a:lnTo>
                  <a:pt x="1207254" y="82895"/>
                </a:lnTo>
                <a:lnTo>
                  <a:pt x="1207310" y="82381"/>
                </a:lnTo>
                <a:lnTo>
                  <a:pt x="1207371" y="81871"/>
                </a:lnTo>
                <a:lnTo>
                  <a:pt x="1207438" y="81362"/>
                </a:lnTo>
                <a:lnTo>
                  <a:pt x="1207510" y="80856"/>
                </a:lnTo>
                <a:lnTo>
                  <a:pt x="1207587" y="80353"/>
                </a:lnTo>
                <a:lnTo>
                  <a:pt x="1207669" y="79851"/>
                </a:lnTo>
                <a:lnTo>
                  <a:pt x="1207757" y="79352"/>
                </a:lnTo>
                <a:lnTo>
                  <a:pt x="1207850" y="78856"/>
                </a:lnTo>
                <a:lnTo>
                  <a:pt x="1207949" y="78362"/>
                </a:lnTo>
                <a:lnTo>
                  <a:pt x="1208053" y="77870"/>
                </a:lnTo>
                <a:lnTo>
                  <a:pt x="1208162" y="77381"/>
                </a:lnTo>
                <a:lnTo>
                  <a:pt x="1208276" y="76894"/>
                </a:lnTo>
                <a:lnTo>
                  <a:pt x="1208396" y="76409"/>
                </a:lnTo>
                <a:lnTo>
                  <a:pt x="1208521" y="75927"/>
                </a:lnTo>
                <a:lnTo>
                  <a:pt x="1208652" y="75448"/>
                </a:lnTo>
                <a:lnTo>
                  <a:pt x="1208788" y="74974"/>
                </a:lnTo>
                <a:lnTo>
                  <a:pt x="1208930" y="74504"/>
                </a:lnTo>
                <a:lnTo>
                  <a:pt x="1209076" y="74039"/>
                </a:lnTo>
                <a:lnTo>
                  <a:pt x="1209229" y="73578"/>
                </a:lnTo>
                <a:lnTo>
                  <a:pt x="1209387" y="73122"/>
                </a:lnTo>
                <a:lnTo>
                  <a:pt x="1209550" y="72670"/>
                </a:lnTo>
                <a:lnTo>
                  <a:pt x="1209719" y="72222"/>
                </a:lnTo>
                <a:lnTo>
                  <a:pt x="1209893" y="71779"/>
                </a:lnTo>
                <a:lnTo>
                  <a:pt x="1210073" y="71341"/>
                </a:lnTo>
                <a:lnTo>
                  <a:pt x="1210258" y="70907"/>
                </a:lnTo>
                <a:lnTo>
                  <a:pt x="1210449" y="70478"/>
                </a:lnTo>
                <a:lnTo>
                  <a:pt x="1210645" y="70053"/>
                </a:lnTo>
                <a:lnTo>
                  <a:pt x="1210847" y="69632"/>
                </a:lnTo>
                <a:lnTo>
                  <a:pt x="1211054" y="69216"/>
                </a:lnTo>
                <a:lnTo>
                  <a:pt x="1211266" y="68805"/>
                </a:lnTo>
                <a:lnTo>
                  <a:pt x="1211484" y="68398"/>
                </a:lnTo>
                <a:lnTo>
                  <a:pt x="1211708" y="67995"/>
                </a:lnTo>
                <a:lnTo>
                  <a:pt x="1211937" y="67597"/>
                </a:lnTo>
                <a:lnTo>
                  <a:pt x="1212171" y="67204"/>
                </a:lnTo>
                <a:lnTo>
                  <a:pt x="1212411" y="66814"/>
                </a:lnTo>
                <a:lnTo>
                  <a:pt x="1212656" y="66430"/>
                </a:lnTo>
                <a:lnTo>
                  <a:pt x="1212907" y="66050"/>
                </a:lnTo>
                <a:lnTo>
                  <a:pt x="1213163" y="65674"/>
                </a:lnTo>
                <a:lnTo>
                  <a:pt x="1213425" y="65304"/>
                </a:lnTo>
                <a:lnTo>
                  <a:pt x="1213692" y="64941"/>
                </a:lnTo>
                <a:lnTo>
                  <a:pt x="1213964" y="64584"/>
                </a:lnTo>
                <a:lnTo>
                  <a:pt x="1214242" y="64233"/>
                </a:lnTo>
                <a:lnTo>
                  <a:pt x="1214525" y="63890"/>
                </a:lnTo>
                <a:lnTo>
                  <a:pt x="1214813" y="63552"/>
                </a:lnTo>
                <a:lnTo>
                  <a:pt x="1215107" y="63222"/>
                </a:lnTo>
                <a:lnTo>
                  <a:pt x="1215406" y="62898"/>
                </a:lnTo>
                <a:lnTo>
                  <a:pt x="1215710" y="62581"/>
                </a:lnTo>
                <a:lnTo>
                  <a:pt x="1216020" y="62270"/>
                </a:lnTo>
                <a:lnTo>
                  <a:pt x="1216335" y="61966"/>
                </a:lnTo>
                <a:lnTo>
                  <a:pt x="1216655" y="61668"/>
                </a:lnTo>
                <a:lnTo>
                  <a:pt x="1216981" y="61377"/>
                </a:lnTo>
                <a:lnTo>
                  <a:pt x="1217312" y="61092"/>
                </a:lnTo>
                <a:lnTo>
                  <a:pt x="1217648" y="60815"/>
                </a:lnTo>
                <a:lnTo>
                  <a:pt x="1217989" y="60543"/>
                </a:lnTo>
                <a:lnTo>
                  <a:pt x="1218336" y="60279"/>
                </a:lnTo>
                <a:lnTo>
                  <a:pt x="1218688" y="60021"/>
                </a:lnTo>
                <a:lnTo>
                  <a:pt x="1219046" y="59769"/>
                </a:lnTo>
                <a:lnTo>
                  <a:pt x="1219409" y="59524"/>
                </a:lnTo>
                <a:lnTo>
                  <a:pt x="1219777" y="59286"/>
                </a:lnTo>
                <a:lnTo>
                  <a:pt x="1220151" y="59054"/>
                </a:lnTo>
                <a:lnTo>
                  <a:pt x="1220529" y="58829"/>
                </a:lnTo>
                <a:lnTo>
                  <a:pt x="1220914" y="58610"/>
                </a:lnTo>
                <a:lnTo>
                  <a:pt x="1221303" y="58399"/>
                </a:lnTo>
                <a:lnTo>
                  <a:pt x="1221698" y="58198"/>
                </a:lnTo>
                <a:lnTo>
                  <a:pt x="1222097" y="58005"/>
                </a:lnTo>
                <a:lnTo>
                  <a:pt x="1222502" y="57821"/>
                </a:lnTo>
                <a:lnTo>
                  <a:pt x="1222913" y="57646"/>
                </a:lnTo>
                <a:lnTo>
                  <a:pt x="1223328" y="57480"/>
                </a:lnTo>
                <a:lnTo>
                  <a:pt x="1223748" y="57323"/>
                </a:lnTo>
                <a:lnTo>
                  <a:pt x="1224174" y="57175"/>
                </a:lnTo>
                <a:lnTo>
                  <a:pt x="1224605" y="57036"/>
                </a:lnTo>
                <a:lnTo>
                  <a:pt x="1225041" y="56906"/>
                </a:lnTo>
                <a:lnTo>
                  <a:pt x="1225482" y="56785"/>
                </a:lnTo>
                <a:lnTo>
                  <a:pt x="1225929" y="56673"/>
                </a:lnTo>
                <a:lnTo>
                  <a:pt x="1226381" y="56570"/>
                </a:lnTo>
                <a:lnTo>
                  <a:pt x="1226837" y="56475"/>
                </a:lnTo>
                <a:lnTo>
                  <a:pt x="1227299" y="56390"/>
                </a:lnTo>
                <a:lnTo>
                  <a:pt x="1227767" y="56314"/>
                </a:lnTo>
                <a:lnTo>
                  <a:pt x="1228239" y="56247"/>
                </a:lnTo>
                <a:lnTo>
                  <a:pt x="1228717" y="56188"/>
                </a:lnTo>
                <a:lnTo>
                  <a:pt x="1229199" y="56139"/>
                </a:lnTo>
                <a:lnTo>
                  <a:pt x="1229687" y="56099"/>
                </a:lnTo>
                <a:lnTo>
                  <a:pt x="1230181" y="56067"/>
                </a:lnTo>
                <a:lnTo>
                  <a:pt x="1230679" y="56045"/>
                </a:lnTo>
                <a:lnTo>
                  <a:pt x="1231182" y="56031"/>
                </a:lnTo>
                <a:lnTo>
                  <a:pt x="1231691" y="56027"/>
                </a:lnTo>
                <a:lnTo>
                  <a:pt x="1232206" y="56031"/>
                </a:lnTo>
                <a:lnTo>
                  <a:pt x="1232716" y="56045"/>
                </a:lnTo>
                <a:lnTo>
                  <a:pt x="1233221" y="56067"/>
                </a:lnTo>
                <a:lnTo>
                  <a:pt x="1233719" y="56099"/>
                </a:lnTo>
                <a:lnTo>
                  <a:pt x="1234213" y="56139"/>
                </a:lnTo>
                <a:lnTo>
                  <a:pt x="1234701" y="56188"/>
                </a:lnTo>
                <a:lnTo>
                  <a:pt x="1235183" y="56247"/>
                </a:lnTo>
                <a:lnTo>
                  <a:pt x="1235660" y="56314"/>
                </a:lnTo>
                <a:lnTo>
                  <a:pt x="1236132" y="56390"/>
                </a:lnTo>
                <a:lnTo>
                  <a:pt x="1236598" y="56475"/>
                </a:lnTo>
                <a:lnTo>
                  <a:pt x="1237059" y="56570"/>
                </a:lnTo>
                <a:lnTo>
                  <a:pt x="1237514" y="56673"/>
                </a:lnTo>
                <a:lnTo>
                  <a:pt x="1237963" y="56785"/>
                </a:lnTo>
                <a:lnTo>
                  <a:pt x="1238408" y="56906"/>
                </a:lnTo>
                <a:lnTo>
                  <a:pt x="1238846" y="57036"/>
                </a:lnTo>
                <a:lnTo>
                  <a:pt x="1239280" y="57175"/>
                </a:lnTo>
                <a:lnTo>
                  <a:pt x="1239708" y="57323"/>
                </a:lnTo>
                <a:lnTo>
                  <a:pt x="1240130" y="57480"/>
                </a:lnTo>
                <a:lnTo>
                  <a:pt x="1240547" y="57646"/>
                </a:lnTo>
                <a:lnTo>
                  <a:pt x="1240958" y="57821"/>
                </a:lnTo>
                <a:lnTo>
                  <a:pt x="1241364" y="58005"/>
                </a:lnTo>
                <a:lnTo>
                  <a:pt x="1241765" y="58198"/>
                </a:lnTo>
                <a:lnTo>
                  <a:pt x="1242160" y="58399"/>
                </a:lnTo>
                <a:lnTo>
                  <a:pt x="1242549" y="58610"/>
                </a:lnTo>
                <a:lnTo>
                  <a:pt x="1242933" y="58829"/>
                </a:lnTo>
                <a:lnTo>
                  <a:pt x="1243312" y="59054"/>
                </a:lnTo>
                <a:lnTo>
                  <a:pt x="1243686" y="59286"/>
                </a:lnTo>
                <a:lnTo>
                  <a:pt x="1244054" y="59524"/>
                </a:lnTo>
                <a:lnTo>
                  <a:pt x="1244417" y="59769"/>
                </a:lnTo>
                <a:lnTo>
                  <a:pt x="1244774" y="60021"/>
                </a:lnTo>
                <a:lnTo>
                  <a:pt x="1245127" y="60279"/>
                </a:lnTo>
                <a:lnTo>
                  <a:pt x="1245474" y="60543"/>
                </a:lnTo>
                <a:lnTo>
                  <a:pt x="1245815" y="60815"/>
                </a:lnTo>
                <a:lnTo>
                  <a:pt x="1246151" y="61092"/>
                </a:lnTo>
                <a:lnTo>
                  <a:pt x="1246482" y="61377"/>
                </a:lnTo>
                <a:lnTo>
                  <a:pt x="1246808" y="61668"/>
                </a:lnTo>
                <a:lnTo>
                  <a:pt x="1247128" y="61966"/>
                </a:lnTo>
                <a:lnTo>
                  <a:pt x="1247443" y="62270"/>
                </a:lnTo>
                <a:lnTo>
                  <a:pt x="1247753" y="62581"/>
                </a:lnTo>
                <a:lnTo>
                  <a:pt x="1248057" y="62898"/>
                </a:lnTo>
                <a:lnTo>
                  <a:pt x="1248356" y="63222"/>
                </a:lnTo>
                <a:lnTo>
                  <a:pt x="1248649" y="63552"/>
                </a:lnTo>
                <a:lnTo>
                  <a:pt x="1248938" y="63890"/>
                </a:lnTo>
                <a:lnTo>
                  <a:pt x="1249221" y="64233"/>
                </a:lnTo>
                <a:lnTo>
                  <a:pt x="1249498" y="64584"/>
                </a:lnTo>
                <a:lnTo>
                  <a:pt x="1249771" y="64941"/>
                </a:lnTo>
                <a:lnTo>
                  <a:pt x="1250038" y="65304"/>
                </a:lnTo>
                <a:lnTo>
                  <a:pt x="1250299" y="65674"/>
                </a:lnTo>
                <a:lnTo>
                  <a:pt x="1250556" y="66050"/>
                </a:lnTo>
                <a:lnTo>
                  <a:pt x="1250807" y="66430"/>
                </a:lnTo>
                <a:lnTo>
                  <a:pt x="1251052" y="66814"/>
                </a:lnTo>
                <a:lnTo>
                  <a:pt x="1251293" y="67204"/>
                </a:lnTo>
                <a:lnTo>
                  <a:pt x="1251528" y="67597"/>
                </a:lnTo>
                <a:lnTo>
                  <a:pt x="1251758" y="67995"/>
                </a:lnTo>
                <a:lnTo>
                  <a:pt x="1251982" y="68398"/>
                </a:lnTo>
                <a:lnTo>
                  <a:pt x="1252201" y="68805"/>
                </a:lnTo>
                <a:lnTo>
                  <a:pt x="1252415" y="69216"/>
                </a:lnTo>
                <a:lnTo>
                  <a:pt x="1252623" y="69632"/>
                </a:lnTo>
                <a:lnTo>
                  <a:pt x="1252826" y="70053"/>
                </a:lnTo>
                <a:lnTo>
                  <a:pt x="1253024" y="70478"/>
                </a:lnTo>
                <a:lnTo>
                  <a:pt x="1253216" y="70907"/>
                </a:lnTo>
                <a:lnTo>
                  <a:pt x="1253404" y="71341"/>
                </a:lnTo>
                <a:lnTo>
                  <a:pt x="1253585" y="71779"/>
                </a:lnTo>
                <a:lnTo>
                  <a:pt x="1253762" y="72222"/>
                </a:lnTo>
                <a:lnTo>
                  <a:pt x="1253933" y="72670"/>
                </a:lnTo>
                <a:lnTo>
                  <a:pt x="1254099" y="73122"/>
                </a:lnTo>
                <a:lnTo>
                  <a:pt x="1254259" y="73578"/>
                </a:lnTo>
                <a:lnTo>
                  <a:pt x="1254414" y="74039"/>
                </a:lnTo>
                <a:lnTo>
                  <a:pt x="1254564" y="74504"/>
                </a:lnTo>
                <a:lnTo>
                  <a:pt x="1254709" y="74974"/>
                </a:lnTo>
                <a:lnTo>
                  <a:pt x="1254848" y="75448"/>
                </a:lnTo>
                <a:lnTo>
                  <a:pt x="1254982" y="75927"/>
                </a:lnTo>
                <a:lnTo>
                  <a:pt x="1255110" y="76409"/>
                </a:lnTo>
                <a:lnTo>
                  <a:pt x="1255233" y="76894"/>
                </a:lnTo>
                <a:lnTo>
                  <a:pt x="1255351" y="77381"/>
                </a:lnTo>
                <a:lnTo>
                  <a:pt x="1255463" y="77870"/>
                </a:lnTo>
                <a:lnTo>
                  <a:pt x="1255569" y="78362"/>
                </a:lnTo>
                <a:lnTo>
                  <a:pt x="1255671" y="78856"/>
                </a:lnTo>
                <a:lnTo>
                  <a:pt x="1255766" y="79352"/>
                </a:lnTo>
                <a:lnTo>
                  <a:pt x="1255856" y="79851"/>
                </a:lnTo>
                <a:lnTo>
                  <a:pt x="1255941" y="80353"/>
                </a:lnTo>
                <a:lnTo>
                  <a:pt x="1256020" y="80856"/>
                </a:lnTo>
                <a:lnTo>
                  <a:pt x="1256094" y="81362"/>
                </a:lnTo>
                <a:lnTo>
                  <a:pt x="1256162" y="81871"/>
                </a:lnTo>
                <a:lnTo>
                  <a:pt x="1256225" y="82381"/>
                </a:lnTo>
                <a:lnTo>
                  <a:pt x="1256283" y="82895"/>
                </a:lnTo>
                <a:lnTo>
                  <a:pt x="1256335" y="83410"/>
                </a:lnTo>
                <a:lnTo>
                  <a:pt x="1256381" y="83928"/>
                </a:lnTo>
                <a:lnTo>
                  <a:pt x="1256422" y="84449"/>
                </a:lnTo>
                <a:lnTo>
                  <a:pt x="1256458" y="84971"/>
                </a:lnTo>
                <a:lnTo>
                  <a:pt x="1256488" y="85496"/>
                </a:lnTo>
                <a:lnTo>
                  <a:pt x="1256512" y="86024"/>
                </a:lnTo>
                <a:lnTo>
                  <a:pt x="1256531" y="86554"/>
                </a:lnTo>
                <a:lnTo>
                  <a:pt x="1256545" y="87086"/>
                </a:lnTo>
                <a:lnTo>
                  <a:pt x="1256553" y="87621"/>
                </a:lnTo>
                <a:lnTo>
                  <a:pt x="1256556" y="88158"/>
                </a:lnTo>
                <a:lnTo>
                  <a:pt x="1256556" y="90014"/>
                </a:lnTo>
                <a:lnTo>
                  <a:pt x="1256553" y="90558"/>
                </a:lnTo>
                <a:lnTo>
                  <a:pt x="1256545" y="91099"/>
                </a:lnTo>
                <a:lnTo>
                  <a:pt x="1256531" y="91637"/>
                </a:lnTo>
                <a:lnTo>
                  <a:pt x="1256512" y="92173"/>
                </a:lnTo>
                <a:lnTo>
                  <a:pt x="1256488" y="92706"/>
                </a:lnTo>
                <a:lnTo>
                  <a:pt x="1256458" y="93236"/>
                </a:lnTo>
                <a:lnTo>
                  <a:pt x="1256422" y="93764"/>
                </a:lnTo>
                <a:lnTo>
                  <a:pt x="1256381" y="94289"/>
                </a:lnTo>
                <a:lnTo>
                  <a:pt x="1256335" y="94811"/>
                </a:lnTo>
                <a:lnTo>
                  <a:pt x="1256283" y="95331"/>
                </a:lnTo>
                <a:lnTo>
                  <a:pt x="1256225" y="95847"/>
                </a:lnTo>
                <a:lnTo>
                  <a:pt x="1256162" y="96362"/>
                </a:lnTo>
                <a:lnTo>
                  <a:pt x="1256094" y="96873"/>
                </a:lnTo>
                <a:lnTo>
                  <a:pt x="1256020" y="97382"/>
                </a:lnTo>
                <a:lnTo>
                  <a:pt x="1255941" y="97889"/>
                </a:lnTo>
                <a:lnTo>
                  <a:pt x="1255856" y="98392"/>
                </a:lnTo>
                <a:lnTo>
                  <a:pt x="1255766" y="98893"/>
                </a:lnTo>
                <a:lnTo>
                  <a:pt x="1255671" y="99392"/>
                </a:lnTo>
                <a:lnTo>
                  <a:pt x="1255569" y="99887"/>
                </a:lnTo>
                <a:lnTo>
                  <a:pt x="1255463" y="100380"/>
                </a:lnTo>
                <a:lnTo>
                  <a:pt x="1255351" y="100871"/>
                </a:lnTo>
                <a:lnTo>
                  <a:pt x="1255233" y="101358"/>
                </a:lnTo>
                <a:lnTo>
                  <a:pt x="1255110" y="101843"/>
                </a:lnTo>
                <a:lnTo>
                  <a:pt x="1254982" y="102326"/>
                </a:lnTo>
                <a:lnTo>
                  <a:pt x="1254848" y="102804"/>
                </a:lnTo>
                <a:lnTo>
                  <a:pt x="1254709" y="103279"/>
                </a:lnTo>
                <a:lnTo>
                  <a:pt x="1254565" y="103748"/>
                </a:lnTo>
                <a:lnTo>
                  <a:pt x="1254416" y="104213"/>
                </a:lnTo>
                <a:lnTo>
                  <a:pt x="1254261" y="104673"/>
                </a:lnTo>
                <a:lnTo>
                  <a:pt x="1254101" y="105129"/>
                </a:lnTo>
                <a:lnTo>
                  <a:pt x="1253936" y="105580"/>
                </a:lnTo>
                <a:lnTo>
                  <a:pt x="1253766" y="106026"/>
                </a:lnTo>
                <a:lnTo>
                  <a:pt x="1253591" y="106468"/>
                </a:lnTo>
                <a:lnTo>
                  <a:pt x="1253411" y="106905"/>
                </a:lnTo>
                <a:lnTo>
                  <a:pt x="1253225" y="107337"/>
                </a:lnTo>
                <a:lnTo>
                  <a:pt x="1253034" y="107765"/>
                </a:lnTo>
                <a:lnTo>
                  <a:pt x="1252838" y="108188"/>
                </a:lnTo>
                <a:lnTo>
                  <a:pt x="1252637" y="108607"/>
                </a:lnTo>
                <a:lnTo>
                  <a:pt x="1252431" y="109021"/>
                </a:lnTo>
                <a:lnTo>
                  <a:pt x="1252219" y="109430"/>
                </a:lnTo>
                <a:lnTo>
                  <a:pt x="1252002" y="109835"/>
                </a:lnTo>
                <a:lnTo>
                  <a:pt x="1251780" y="110235"/>
                </a:lnTo>
                <a:lnTo>
                  <a:pt x="1251553" y="110630"/>
                </a:lnTo>
                <a:lnTo>
                  <a:pt x="1251321" y="111021"/>
                </a:lnTo>
                <a:lnTo>
                  <a:pt x="1251083" y="111407"/>
                </a:lnTo>
                <a:lnTo>
                  <a:pt x="1250841" y="111789"/>
                </a:lnTo>
                <a:lnTo>
                  <a:pt x="1250593" y="112166"/>
                </a:lnTo>
                <a:lnTo>
                  <a:pt x="1250340" y="112538"/>
                </a:lnTo>
                <a:lnTo>
                  <a:pt x="1250081" y="112905"/>
                </a:lnTo>
                <a:lnTo>
                  <a:pt x="1249818" y="113265"/>
                </a:lnTo>
                <a:lnTo>
                  <a:pt x="1249548" y="113619"/>
                </a:lnTo>
                <a:lnTo>
                  <a:pt x="1249273" y="113965"/>
                </a:lnTo>
                <a:lnTo>
                  <a:pt x="1248993" y="114306"/>
                </a:lnTo>
                <a:lnTo>
                  <a:pt x="1248708" y="114640"/>
                </a:lnTo>
                <a:lnTo>
                  <a:pt x="1248416" y="114967"/>
                </a:lnTo>
                <a:lnTo>
                  <a:pt x="1248120" y="115287"/>
                </a:lnTo>
                <a:lnTo>
                  <a:pt x="1247818" y="115601"/>
                </a:lnTo>
                <a:lnTo>
                  <a:pt x="1247510" y="115909"/>
                </a:lnTo>
                <a:lnTo>
                  <a:pt x="1247197" y="116210"/>
                </a:lnTo>
                <a:lnTo>
                  <a:pt x="1246878" y="116504"/>
                </a:lnTo>
                <a:lnTo>
                  <a:pt x="1246554" y="116792"/>
                </a:lnTo>
                <a:lnTo>
                  <a:pt x="1246225" y="117073"/>
                </a:lnTo>
                <a:lnTo>
                  <a:pt x="1245890" y="117347"/>
                </a:lnTo>
                <a:lnTo>
                  <a:pt x="1245550" y="117615"/>
                </a:lnTo>
                <a:lnTo>
                  <a:pt x="1245204" y="117877"/>
                </a:lnTo>
                <a:lnTo>
                  <a:pt x="1244853" y="118131"/>
                </a:lnTo>
                <a:lnTo>
                  <a:pt x="1244496" y="118379"/>
                </a:lnTo>
                <a:lnTo>
                  <a:pt x="1244134" y="118621"/>
                </a:lnTo>
                <a:lnTo>
                  <a:pt x="1243766" y="118856"/>
                </a:lnTo>
                <a:lnTo>
                  <a:pt x="1243393" y="119084"/>
                </a:lnTo>
                <a:lnTo>
                  <a:pt x="1243014" y="119306"/>
                </a:lnTo>
                <a:lnTo>
                  <a:pt x="1242630" y="119521"/>
                </a:lnTo>
                <a:lnTo>
                  <a:pt x="1242241" y="119729"/>
                </a:lnTo>
                <a:lnTo>
                  <a:pt x="1241846" y="119927"/>
                </a:lnTo>
                <a:lnTo>
                  <a:pt x="1241446" y="120117"/>
                </a:lnTo>
                <a:lnTo>
                  <a:pt x="1241041" y="120298"/>
                </a:lnTo>
                <a:lnTo>
                  <a:pt x="1240631" y="120471"/>
                </a:lnTo>
                <a:lnTo>
                  <a:pt x="1240216" y="120634"/>
                </a:lnTo>
                <a:lnTo>
                  <a:pt x="1239795" y="120788"/>
                </a:lnTo>
                <a:lnTo>
                  <a:pt x="1239369" y="120934"/>
                </a:lnTo>
                <a:lnTo>
                  <a:pt x="1238939" y="121071"/>
                </a:lnTo>
                <a:lnTo>
                  <a:pt x="1238502" y="121199"/>
                </a:lnTo>
                <a:lnTo>
                  <a:pt x="1238061" y="121318"/>
                </a:lnTo>
                <a:lnTo>
                  <a:pt x="1237615" y="121429"/>
                </a:lnTo>
                <a:lnTo>
                  <a:pt x="1237163" y="121530"/>
                </a:lnTo>
                <a:lnTo>
                  <a:pt x="1236706" y="121623"/>
                </a:lnTo>
                <a:lnTo>
                  <a:pt x="1236244" y="121707"/>
                </a:lnTo>
                <a:lnTo>
                  <a:pt x="1235777" y="121782"/>
                </a:lnTo>
                <a:lnTo>
                  <a:pt x="1235305" y="121848"/>
                </a:lnTo>
                <a:lnTo>
                  <a:pt x="1234827" y="121905"/>
                </a:lnTo>
                <a:lnTo>
                  <a:pt x="1234344" y="121954"/>
                </a:lnTo>
                <a:lnTo>
                  <a:pt x="1233856" y="121994"/>
                </a:lnTo>
                <a:lnTo>
                  <a:pt x="1233363" y="122025"/>
                </a:lnTo>
                <a:lnTo>
                  <a:pt x="1232865" y="122047"/>
                </a:lnTo>
                <a:lnTo>
                  <a:pt x="1232361" y="122060"/>
                </a:lnTo>
                <a:lnTo>
                  <a:pt x="1231853" y="122064"/>
                </a:lnTo>
                <a:lnTo>
                  <a:pt x="1231337" y="122060"/>
                </a:lnTo>
                <a:lnTo>
                  <a:pt x="1230827" y="122047"/>
                </a:lnTo>
                <a:lnTo>
                  <a:pt x="1230322" y="122025"/>
                </a:lnTo>
                <a:lnTo>
                  <a:pt x="1229823" y="121994"/>
                </a:lnTo>
                <a:lnTo>
                  <a:pt x="1229329" y="121954"/>
                </a:lnTo>
                <a:lnTo>
                  <a:pt x="1228840" y="121905"/>
                </a:lnTo>
                <a:lnTo>
                  <a:pt x="1228357" y="121848"/>
                </a:lnTo>
                <a:lnTo>
                  <a:pt x="1227879" y="121782"/>
                </a:lnTo>
                <a:lnTo>
                  <a:pt x="1227406" y="121707"/>
                </a:lnTo>
                <a:lnTo>
                  <a:pt x="1226939" y="121623"/>
                </a:lnTo>
                <a:lnTo>
                  <a:pt x="1226477" y="121530"/>
                </a:lnTo>
                <a:lnTo>
                  <a:pt x="1226020" y="121429"/>
                </a:lnTo>
                <a:lnTo>
                  <a:pt x="1225568" y="121318"/>
                </a:lnTo>
                <a:lnTo>
                  <a:pt x="1225122" y="121199"/>
                </a:lnTo>
                <a:lnTo>
                  <a:pt x="1224681" y="121071"/>
                </a:lnTo>
                <a:lnTo>
                  <a:pt x="1224246" y="120934"/>
                </a:lnTo>
                <a:lnTo>
                  <a:pt x="1223816" y="120788"/>
                </a:lnTo>
                <a:lnTo>
                  <a:pt x="1223391" y="120634"/>
                </a:lnTo>
                <a:lnTo>
                  <a:pt x="1222971" y="120471"/>
                </a:lnTo>
                <a:lnTo>
                  <a:pt x="1222557" y="120298"/>
                </a:lnTo>
                <a:lnTo>
                  <a:pt x="1222148" y="120117"/>
                </a:lnTo>
                <a:lnTo>
                  <a:pt x="1221745" y="119927"/>
                </a:lnTo>
                <a:lnTo>
                  <a:pt x="1221347" y="119729"/>
                </a:lnTo>
                <a:lnTo>
                  <a:pt x="1220954" y="119521"/>
                </a:lnTo>
                <a:lnTo>
                  <a:pt x="1220566" y="119306"/>
                </a:lnTo>
                <a:lnTo>
                  <a:pt x="1220184" y="119084"/>
                </a:lnTo>
                <a:lnTo>
                  <a:pt x="1219808" y="118856"/>
                </a:lnTo>
                <a:lnTo>
                  <a:pt x="1219437" y="118621"/>
                </a:lnTo>
                <a:lnTo>
                  <a:pt x="1219071" y="118379"/>
                </a:lnTo>
                <a:lnTo>
                  <a:pt x="1218711" y="118131"/>
                </a:lnTo>
                <a:lnTo>
                  <a:pt x="1218356" y="117877"/>
                </a:lnTo>
                <a:lnTo>
                  <a:pt x="1218007" y="117615"/>
                </a:lnTo>
                <a:lnTo>
                  <a:pt x="1217664" y="117347"/>
                </a:lnTo>
                <a:lnTo>
                  <a:pt x="1217325" y="117073"/>
                </a:lnTo>
                <a:lnTo>
                  <a:pt x="1216992" y="116792"/>
                </a:lnTo>
                <a:lnTo>
                  <a:pt x="1216665" y="116504"/>
                </a:lnTo>
                <a:lnTo>
                  <a:pt x="1216343" y="116210"/>
                </a:lnTo>
                <a:lnTo>
                  <a:pt x="1216027" y="115909"/>
                </a:lnTo>
                <a:lnTo>
                  <a:pt x="1215716" y="115601"/>
                </a:lnTo>
                <a:lnTo>
                  <a:pt x="1215410" y="115287"/>
                </a:lnTo>
                <a:lnTo>
                  <a:pt x="1215110" y="114967"/>
                </a:lnTo>
                <a:lnTo>
                  <a:pt x="1214816" y="114640"/>
                </a:lnTo>
                <a:lnTo>
                  <a:pt x="1214527" y="114306"/>
                </a:lnTo>
                <a:lnTo>
                  <a:pt x="1214243" y="113965"/>
                </a:lnTo>
                <a:lnTo>
                  <a:pt x="1213965" y="113619"/>
                </a:lnTo>
                <a:lnTo>
                  <a:pt x="1213692" y="113265"/>
                </a:lnTo>
                <a:lnTo>
                  <a:pt x="1213425" y="112905"/>
                </a:lnTo>
                <a:lnTo>
                  <a:pt x="1213163" y="112538"/>
                </a:lnTo>
                <a:lnTo>
                  <a:pt x="1212907" y="112166"/>
                </a:lnTo>
                <a:lnTo>
                  <a:pt x="1212656" y="111789"/>
                </a:lnTo>
                <a:lnTo>
                  <a:pt x="1212411" y="111407"/>
                </a:lnTo>
                <a:lnTo>
                  <a:pt x="1212171" y="111021"/>
                </a:lnTo>
                <a:lnTo>
                  <a:pt x="1211937" y="110630"/>
                </a:lnTo>
                <a:lnTo>
                  <a:pt x="1211708" y="110235"/>
                </a:lnTo>
                <a:lnTo>
                  <a:pt x="1211484" y="109835"/>
                </a:lnTo>
                <a:lnTo>
                  <a:pt x="1211266" y="109430"/>
                </a:lnTo>
                <a:lnTo>
                  <a:pt x="1211054" y="109021"/>
                </a:lnTo>
                <a:lnTo>
                  <a:pt x="1210847" y="108607"/>
                </a:lnTo>
                <a:lnTo>
                  <a:pt x="1210645" y="108188"/>
                </a:lnTo>
                <a:lnTo>
                  <a:pt x="1210449" y="107765"/>
                </a:lnTo>
                <a:lnTo>
                  <a:pt x="1210258" y="107337"/>
                </a:lnTo>
                <a:lnTo>
                  <a:pt x="1210073" y="106905"/>
                </a:lnTo>
                <a:lnTo>
                  <a:pt x="1209893" y="106468"/>
                </a:lnTo>
                <a:lnTo>
                  <a:pt x="1209719" y="106026"/>
                </a:lnTo>
                <a:lnTo>
                  <a:pt x="1209550" y="105580"/>
                </a:lnTo>
                <a:lnTo>
                  <a:pt x="1209387" y="105129"/>
                </a:lnTo>
                <a:lnTo>
                  <a:pt x="1209229" y="104673"/>
                </a:lnTo>
                <a:lnTo>
                  <a:pt x="1209076" y="104213"/>
                </a:lnTo>
                <a:lnTo>
                  <a:pt x="1208930" y="103748"/>
                </a:lnTo>
                <a:lnTo>
                  <a:pt x="1208788" y="103279"/>
                </a:lnTo>
                <a:lnTo>
                  <a:pt x="1208652" y="102804"/>
                </a:lnTo>
                <a:lnTo>
                  <a:pt x="1208521" y="102326"/>
                </a:lnTo>
                <a:lnTo>
                  <a:pt x="1208396" y="101843"/>
                </a:lnTo>
                <a:lnTo>
                  <a:pt x="1208276" y="101358"/>
                </a:lnTo>
                <a:lnTo>
                  <a:pt x="1208162" y="100871"/>
                </a:lnTo>
                <a:lnTo>
                  <a:pt x="1208053" y="100380"/>
                </a:lnTo>
                <a:lnTo>
                  <a:pt x="1207949" y="99887"/>
                </a:lnTo>
                <a:lnTo>
                  <a:pt x="1207850" y="99392"/>
                </a:lnTo>
                <a:lnTo>
                  <a:pt x="1207757" y="98893"/>
                </a:lnTo>
                <a:lnTo>
                  <a:pt x="1207669" y="98392"/>
                </a:lnTo>
                <a:lnTo>
                  <a:pt x="1207587" y="97889"/>
                </a:lnTo>
                <a:lnTo>
                  <a:pt x="1207510" y="97382"/>
                </a:lnTo>
                <a:lnTo>
                  <a:pt x="1207438" y="96873"/>
                </a:lnTo>
                <a:lnTo>
                  <a:pt x="1207371" y="96362"/>
                </a:lnTo>
                <a:lnTo>
                  <a:pt x="1207310" y="95847"/>
                </a:lnTo>
                <a:lnTo>
                  <a:pt x="1207254" y="95331"/>
                </a:lnTo>
                <a:lnTo>
                  <a:pt x="1207203" y="94811"/>
                </a:lnTo>
                <a:lnTo>
                  <a:pt x="1207158" y="94289"/>
                </a:lnTo>
                <a:lnTo>
                  <a:pt x="1207118" y="93764"/>
                </a:lnTo>
                <a:lnTo>
                  <a:pt x="1207083" y="93236"/>
                </a:lnTo>
                <a:lnTo>
                  <a:pt x="1207054" y="92706"/>
                </a:lnTo>
                <a:lnTo>
                  <a:pt x="1207030" y="92173"/>
                </a:lnTo>
                <a:lnTo>
                  <a:pt x="1207012" y="91637"/>
                </a:lnTo>
                <a:lnTo>
                  <a:pt x="1206998" y="91099"/>
                </a:lnTo>
                <a:lnTo>
                  <a:pt x="1206990" y="90558"/>
                </a:lnTo>
                <a:lnTo>
                  <a:pt x="1206988" y="90014"/>
                </a:lnTo>
                <a:lnTo>
                  <a:pt x="1206988" y="88158"/>
                </a:lnTo>
                <a:lnTo>
                  <a:pt x="1206990" y="87621"/>
                </a:lnTo>
                <a:lnTo>
                  <a:pt x="1206998" y="87086"/>
                </a:lnTo>
                <a:lnTo>
                  <a:pt x="1207012" y="86554"/>
                </a:lnTo>
                <a:lnTo>
                  <a:pt x="1207030" y="86024"/>
                </a:lnTo>
                <a:lnTo>
                  <a:pt x="1207054" y="85496"/>
                </a:lnTo>
                <a:lnTo>
                  <a:pt x="1207083" y="84971"/>
                </a:lnTo>
                <a:close/>
                <a:moveTo>
                  <a:pt x="1321879" y="121895"/>
                </a:moveTo>
                <a:lnTo>
                  <a:pt x="1321352" y="121834"/>
                </a:lnTo>
                <a:lnTo>
                  <a:pt x="1320833" y="121764"/>
                </a:lnTo>
                <a:lnTo>
                  <a:pt x="1320323" y="121684"/>
                </a:lnTo>
                <a:lnTo>
                  <a:pt x="1319820" y="121595"/>
                </a:lnTo>
                <a:lnTo>
                  <a:pt x="1319325" y="121496"/>
                </a:lnTo>
                <a:lnTo>
                  <a:pt x="1318839" y="121388"/>
                </a:lnTo>
                <a:lnTo>
                  <a:pt x="1318360" y="121271"/>
                </a:lnTo>
                <a:lnTo>
                  <a:pt x="1317889" y="121144"/>
                </a:lnTo>
                <a:lnTo>
                  <a:pt x="1317427" y="121008"/>
                </a:lnTo>
                <a:lnTo>
                  <a:pt x="1316972" y="120862"/>
                </a:lnTo>
                <a:lnTo>
                  <a:pt x="1316525" y="120707"/>
                </a:lnTo>
                <a:lnTo>
                  <a:pt x="1316086" y="120543"/>
                </a:lnTo>
                <a:lnTo>
                  <a:pt x="1315655" y="120369"/>
                </a:lnTo>
                <a:lnTo>
                  <a:pt x="1315233" y="120186"/>
                </a:lnTo>
                <a:lnTo>
                  <a:pt x="1314818" y="119994"/>
                </a:lnTo>
                <a:lnTo>
                  <a:pt x="1314411" y="119792"/>
                </a:lnTo>
                <a:lnTo>
                  <a:pt x="1314012" y="119581"/>
                </a:lnTo>
                <a:lnTo>
                  <a:pt x="1313621" y="119360"/>
                </a:lnTo>
                <a:lnTo>
                  <a:pt x="1313238" y="119131"/>
                </a:lnTo>
                <a:lnTo>
                  <a:pt x="1312861" y="118896"/>
                </a:lnTo>
                <a:lnTo>
                  <a:pt x="1312491" y="118655"/>
                </a:lnTo>
                <a:lnTo>
                  <a:pt x="1312128" y="118408"/>
                </a:lnTo>
                <a:lnTo>
                  <a:pt x="1311771" y="118154"/>
                </a:lnTo>
                <a:lnTo>
                  <a:pt x="1311422" y="117894"/>
                </a:lnTo>
                <a:lnTo>
                  <a:pt x="1311078" y="117628"/>
                </a:lnTo>
                <a:lnTo>
                  <a:pt x="1310742" y="117355"/>
                </a:lnTo>
                <a:lnTo>
                  <a:pt x="1310412" y="117076"/>
                </a:lnTo>
                <a:lnTo>
                  <a:pt x="1310090" y="116791"/>
                </a:lnTo>
                <a:lnTo>
                  <a:pt x="1309773" y="116499"/>
                </a:lnTo>
                <a:lnTo>
                  <a:pt x="1309464" y="116201"/>
                </a:lnTo>
                <a:lnTo>
                  <a:pt x="1309161" y="115897"/>
                </a:lnTo>
                <a:lnTo>
                  <a:pt x="1308865" y="115587"/>
                </a:lnTo>
                <a:lnTo>
                  <a:pt x="1308576" y="115270"/>
                </a:lnTo>
                <a:lnTo>
                  <a:pt x="1308293" y="114947"/>
                </a:lnTo>
                <a:lnTo>
                  <a:pt x="1308017" y="114617"/>
                </a:lnTo>
                <a:lnTo>
                  <a:pt x="1307748" y="114281"/>
                </a:lnTo>
                <a:lnTo>
                  <a:pt x="1307486" y="113939"/>
                </a:lnTo>
                <a:lnTo>
                  <a:pt x="1307230" y="113591"/>
                </a:lnTo>
                <a:lnTo>
                  <a:pt x="1306981" y="113236"/>
                </a:lnTo>
                <a:lnTo>
                  <a:pt x="1306739" y="112875"/>
                </a:lnTo>
                <a:lnTo>
                  <a:pt x="1306504" y="112508"/>
                </a:lnTo>
                <a:lnTo>
                  <a:pt x="1306275" y="112134"/>
                </a:lnTo>
                <a:lnTo>
                  <a:pt x="1306052" y="111756"/>
                </a:lnTo>
                <a:lnTo>
                  <a:pt x="1305835" y="111374"/>
                </a:lnTo>
                <a:lnTo>
                  <a:pt x="1305623" y="110988"/>
                </a:lnTo>
                <a:lnTo>
                  <a:pt x="1305417" y="110598"/>
                </a:lnTo>
                <a:lnTo>
                  <a:pt x="1305216" y="110205"/>
                </a:lnTo>
                <a:lnTo>
                  <a:pt x="1305021" y="109808"/>
                </a:lnTo>
                <a:lnTo>
                  <a:pt x="1304831" y="109408"/>
                </a:lnTo>
                <a:lnTo>
                  <a:pt x="1304647" y="109004"/>
                </a:lnTo>
                <a:lnTo>
                  <a:pt x="1304468" y="108596"/>
                </a:lnTo>
                <a:lnTo>
                  <a:pt x="1304295" y="108185"/>
                </a:lnTo>
                <a:lnTo>
                  <a:pt x="1304127" y="107770"/>
                </a:lnTo>
                <a:lnTo>
                  <a:pt x="1303964" y="107351"/>
                </a:lnTo>
                <a:lnTo>
                  <a:pt x="1303807" y="106929"/>
                </a:lnTo>
                <a:lnTo>
                  <a:pt x="1303655" y="106503"/>
                </a:lnTo>
                <a:lnTo>
                  <a:pt x="1303509" y="106073"/>
                </a:lnTo>
                <a:lnTo>
                  <a:pt x="1303369" y="105640"/>
                </a:lnTo>
                <a:lnTo>
                  <a:pt x="1303234" y="105203"/>
                </a:lnTo>
                <a:lnTo>
                  <a:pt x="1303104" y="104763"/>
                </a:lnTo>
                <a:lnTo>
                  <a:pt x="1302980" y="104319"/>
                </a:lnTo>
                <a:lnTo>
                  <a:pt x="1302861" y="103871"/>
                </a:lnTo>
                <a:lnTo>
                  <a:pt x="1302747" y="103419"/>
                </a:lnTo>
                <a:lnTo>
                  <a:pt x="1302640" y="102964"/>
                </a:lnTo>
                <a:lnTo>
                  <a:pt x="1302537" y="102506"/>
                </a:lnTo>
                <a:lnTo>
                  <a:pt x="1302440" y="102043"/>
                </a:lnTo>
                <a:lnTo>
                  <a:pt x="1302348" y="101579"/>
                </a:lnTo>
                <a:lnTo>
                  <a:pt x="1302260" y="101114"/>
                </a:lnTo>
                <a:lnTo>
                  <a:pt x="1302175" y="100648"/>
                </a:lnTo>
                <a:lnTo>
                  <a:pt x="1302095" y="100182"/>
                </a:lnTo>
                <a:lnTo>
                  <a:pt x="1302018" y="99715"/>
                </a:lnTo>
                <a:lnTo>
                  <a:pt x="1301946" y="99248"/>
                </a:lnTo>
                <a:lnTo>
                  <a:pt x="1301877" y="98780"/>
                </a:lnTo>
                <a:lnTo>
                  <a:pt x="1301812" y="98312"/>
                </a:lnTo>
                <a:lnTo>
                  <a:pt x="1301752" y="97843"/>
                </a:lnTo>
                <a:lnTo>
                  <a:pt x="1301695" y="97373"/>
                </a:lnTo>
                <a:lnTo>
                  <a:pt x="1301642" y="96903"/>
                </a:lnTo>
                <a:lnTo>
                  <a:pt x="1301593" y="96432"/>
                </a:lnTo>
                <a:lnTo>
                  <a:pt x="1301548" y="95961"/>
                </a:lnTo>
                <a:lnTo>
                  <a:pt x="1301506" y="95489"/>
                </a:lnTo>
                <a:lnTo>
                  <a:pt x="1301469" y="95017"/>
                </a:lnTo>
                <a:lnTo>
                  <a:pt x="1301436" y="94544"/>
                </a:lnTo>
                <a:lnTo>
                  <a:pt x="1301406" y="94071"/>
                </a:lnTo>
                <a:lnTo>
                  <a:pt x="1301381" y="93597"/>
                </a:lnTo>
                <a:lnTo>
                  <a:pt x="1301359" y="93122"/>
                </a:lnTo>
                <a:lnTo>
                  <a:pt x="1301341" y="92647"/>
                </a:lnTo>
                <a:lnTo>
                  <a:pt x="1301328" y="92171"/>
                </a:lnTo>
                <a:lnTo>
                  <a:pt x="1301318" y="91695"/>
                </a:lnTo>
                <a:lnTo>
                  <a:pt x="1301312" y="91218"/>
                </a:lnTo>
                <a:lnTo>
                  <a:pt x="1301310" y="90741"/>
                </a:lnTo>
                <a:lnTo>
                  <a:pt x="1301310" y="87350"/>
                </a:lnTo>
                <a:lnTo>
                  <a:pt x="1301312" y="86873"/>
                </a:lnTo>
                <a:lnTo>
                  <a:pt x="1301318" y="86396"/>
                </a:lnTo>
                <a:lnTo>
                  <a:pt x="1301328" y="85920"/>
                </a:lnTo>
                <a:lnTo>
                  <a:pt x="1301343" y="85445"/>
                </a:lnTo>
                <a:lnTo>
                  <a:pt x="1301361" y="84971"/>
                </a:lnTo>
                <a:lnTo>
                  <a:pt x="1301383" y="84497"/>
                </a:lnTo>
                <a:lnTo>
                  <a:pt x="1301410" y="84024"/>
                </a:lnTo>
                <a:lnTo>
                  <a:pt x="1301440" y="83551"/>
                </a:lnTo>
                <a:lnTo>
                  <a:pt x="1301475" y="83080"/>
                </a:lnTo>
                <a:lnTo>
                  <a:pt x="1301513" y="82609"/>
                </a:lnTo>
                <a:lnTo>
                  <a:pt x="1301556" y="82138"/>
                </a:lnTo>
                <a:lnTo>
                  <a:pt x="1301603" y="81669"/>
                </a:lnTo>
                <a:lnTo>
                  <a:pt x="1301654" y="81200"/>
                </a:lnTo>
                <a:lnTo>
                  <a:pt x="1301708" y="80732"/>
                </a:lnTo>
                <a:lnTo>
                  <a:pt x="1301767" y="80264"/>
                </a:lnTo>
                <a:lnTo>
                  <a:pt x="1301830" y="79797"/>
                </a:lnTo>
                <a:lnTo>
                  <a:pt x="1301897" y="79331"/>
                </a:lnTo>
                <a:lnTo>
                  <a:pt x="1301969" y="78866"/>
                </a:lnTo>
                <a:lnTo>
                  <a:pt x="1302044" y="78401"/>
                </a:lnTo>
                <a:lnTo>
                  <a:pt x="1302123" y="77937"/>
                </a:lnTo>
                <a:lnTo>
                  <a:pt x="1302206" y="77474"/>
                </a:lnTo>
                <a:lnTo>
                  <a:pt x="1302294" y="77011"/>
                </a:lnTo>
                <a:lnTo>
                  <a:pt x="1302385" y="76550"/>
                </a:lnTo>
                <a:lnTo>
                  <a:pt x="1302481" y="76088"/>
                </a:lnTo>
                <a:lnTo>
                  <a:pt x="1302581" y="75629"/>
                </a:lnTo>
                <a:lnTo>
                  <a:pt x="1302686" y="75173"/>
                </a:lnTo>
                <a:lnTo>
                  <a:pt x="1302797" y="74721"/>
                </a:lnTo>
                <a:lnTo>
                  <a:pt x="1302913" y="74272"/>
                </a:lnTo>
                <a:lnTo>
                  <a:pt x="1303035" y="73826"/>
                </a:lnTo>
                <a:lnTo>
                  <a:pt x="1303162" y="73384"/>
                </a:lnTo>
                <a:lnTo>
                  <a:pt x="1303294" y="72945"/>
                </a:lnTo>
                <a:lnTo>
                  <a:pt x="1303431" y="72509"/>
                </a:lnTo>
                <a:lnTo>
                  <a:pt x="1303574" y="72077"/>
                </a:lnTo>
                <a:lnTo>
                  <a:pt x="1303722" y="71648"/>
                </a:lnTo>
                <a:lnTo>
                  <a:pt x="1303876" y="71223"/>
                </a:lnTo>
                <a:lnTo>
                  <a:pt x="1304035" y="70801"/>
                </a:lnTo>
                <a:lnTo>
                  <a:pt x="1304199" y="70382"/>
                </a:lnTo>
                <a:lnTo>
                  <a:pt x="1304368" y="69966"/>
                </a:lnTo>
                <a:lnTo>
                  <a:pt x="1304543" y="69554"/>
                </a:lnTo>
                <a:lnTo>
                  <a:pt x="1304723" y="69146"/>
                </a:lnTo>
                <a:lnTo>
                  <a:pt x="1304909" y="68740"/>
                </a:lnTo>
                <a:lnTo>
                  <a:pt x="1305099" y="68338"/>
                </a:lnTo>
                <a:lnTo>
                  <a:pt x="1305295" y="67940"/>
                </a:lnTo>
                <a:lnTo>
                  <a:pt x="1305497" y="67544"/>
                </a:lnTo>
                <a:lnTo>
                  <a:pt x="1305704" y="67153"/>
                </a:lnTo>
                <a:lnTo>
                  <a:pt x="1305916" y="66764"/>
                </a:lnTo>
                <a:lnTo>
                  <a:pt x="1306133" y="66379"/>
                </a:lnTo>
                <a:lnTo>
                  <a:pt x="1306356" y="65997"/>
                </a:lnTo>
                <a:lnTo>
                  <a:pt x="1306584" y="65620"/>
                </a:lnTo>
                <a:lnTo>
                  <a:pt x="1306820" y="65250"/>
                </a:lnTo>
                <a:lnTo>
                  <a:pt x="1307062" y="64886"/>
                </a:lnTo>
                <a:lnTo>
                  <a:pt x="1307311" y="64528"/>
                </a:lnTo>
                <a:lnTo>
                  <a:pt x="1307567" y="64177"/>
                </a:lnTo>
                <a:lnTo>
                  <a:pt x="1307829" y="63832"/>
                </a:lnTo>
                <a:lnTo>
                  <a:pt x="1308098" y="63494"/>
                </a:lnTo>
                <a:lnTo>
                  <a:pt x="1308374" y="63163"/>
                </a:lnTo>
                <a:lnTo>
                  <a:pt x="1308657" y="62837"/>
                </a:lnTo>
                <a:lnTo>
                  <a:pt x="1308946" y="62518"/>
                </a:lnTo>
                <a:lnTo>
                  <a:pt x="1309242" y="62206"/>
                </a:lnTo>
                <a:lnTo>
                  <a:pt x="1309545" y="61900"/>
                </a:lnTo>
                <a:lnTo>
                  <a:pt x="1309854" y="61600"/>
                </a:lnTo>
                <a:lnTo>
                  <a:pt x="1310170" y="61307"/>
                </a:lnTo>
                <a:lnTo>
                  <a:pt x="1310493" y="61021"/>
                </a:lnTo>
                <a:lnTo>
                  <a:pt x="1310823" y="60741"/>
                </a:lnTo>
                <a:lnTo>
                  <a:pt x="1311159" y="60467"/>
                </a:lnTo>
                <a:lnTo>
                  <a:pt x="1311502" y="60200"/>
                </a:lnTo>
                <a:lnTo>
                  <a:pt x="1311852" y="59939"/>
                </a:lnTo>
                <a:lnTo>
                  <a:pt x="1312209" y="59684"/>
                </a:lnTo>
                <a:lnTo>
                  <a:pt x="1312572" y="59436"/>
                </a:lnTo>
                <a:lnTo>
                  <a:pt x="1312942" y="59195"/>
                </a:lnTo>
                <a:lnTo>
                  <a:pt x="1313319" y="58960"/>
                </a:lnTo>
                <a:lnTo>
                  <a:pt x="1313702" y="58731"/>
                </a:lnTo>
                <a:lnTo>
                  <a:pt x="1314093" y="58511"/>
                </a:lnTo>
                <a:lnTo>
                  <a:pt x="1314491" y="58299"/>
                </a:lnTo>
                <a:lnTo>
                  <a:pt x="1314897" y="58097"/>
                </a:lnTo>
                <a:lnTo>
                  <a:pt x="1315311" y="57905"/>
                </a:lnTo>
                <a:lnTo>
                  <a:pt x="1315733" y="57722"/>
                </a:lnTo>
                <a:lnTo>
                  <a:pt x="1316162" y="57548"/>
                </a:lnTo>
                <a:lnTo>
                  <a:pt x="1316599" y="57384"/>
                </a:lnTo>
                <a:lnTo>
                  <a:pt x="1317044" y="57229"/>
                </a:lnTo>
                <a:lnTo>
                  <a:pt x="1317496" y="57083"/>
                </a:lnTo>
                <a:lnTo>
                  <a:pt x="1317956" y="56947"/>
                </a:lnTo>
                <a:lnTo>
                  <a:pt x="1318424" y="56820"/>
                </a:lnTo>
                <a:lnTo>
                  <a:pt x="1318899" y="56703"/>
                </a:lnTo>
                <a:lnTo>
                  <a:pt x="1319382" y="56595"/>
                </a:lnTo>
                <a:lnTo>
                  <a:pt x="1319873" y="56496"/>
                </a:lnTo>
                <a:lnTo>
                  <a:pt x="1320372" y="56407"/>
                </a:lnTo>
                <a:lnTo>
                  <a:pt x="1320878" y="56327"/>
                </a:lnTo>
                <a:lnTo>
                  <a:pt x="1321392" y="56257"/>
                </a:lnTo>
                <a:lnTo>
                  <a:pt x="1321914" y="56196"/>
                </a:lnTo>
                <a:lnTo>
                  <a:pt x="1322443" y="56144"/>
                </a:lnTo>
                <a:lnTo>
                  <a:pt x="1322981" y="56102"/>
                </a:lnTo>
                <a:lnTo>
                  <a:pt x="1323525" y="56069"/>
                </a:lnTo>
                <a:lnTo>
                  <a:pt x="1324078" y="56046"/>
                </a:lnTo>
                <a:lnTo>
                  <a:pt x="1324638" y="56032"/>
                </a:lnTo>
                <a:lnTo>
                  <a:pt x="1325206" y="56027"/>
                </a:lnTo>
                <a:lnTo>
                  <a:pt x="1325702" y="56031"/>
                </a:lnTo>
                <a:lnTo>
                  <a:pt x="1326192" y="56045"/>
                </a:lnTo>
                <a:lnTo>
                  <a:pt x="1326676" y="56068"/>
                </a:lnTo>
                <a:lnTo>
                  <a:pt x="1327156" y="56100"/>
                </a:lnTo>
                <a:lnTo>
                  <a:pt x="1327631" y="56141"/>
                </a:lnTo>
                <a:lnTo>
                  <a:pt x="1328100" y="56191"/>
                </a:lnTo>
                <a:lnTo>
                  <a:pt x="1328564" y="56250"/>
                </a:lnTo>
                <a:lnTo>
                  <a:pt x="1329023" y="56318"/>
                </a:lnTo>
                <a:lnTo>
                  <a:pt x="1329477" y="56396"/>
                </a:lnTo>
                <a:lnTo>
                  <a:pt x="1329925" y="56482"/>
                </a:lnTo>
                <a:lnTo>
                  <a:pt x="1330369" y="56578"/>
                </a:lnTo>
                <a:lnTo>
                  <a:pt x="1330807" y="56683"/>
                </a:lnTo>
                <a:lnTo>
                  <a:pt x="1331240" y="56797"/>
                </a:lnTo>
                <a:lnTo>
                  <a:pt x="1331668" y="56920"/>
                </a:lnTo>
                <a:lnTo>
                  <a:pt x="1332090" y="57052"/>
                </a:lnTo>
                <a:lnTo>
                  <a:pt x="1332508" y="57193"/>
                </a:lnTo>
                <a:lnTo>
                  <a:pt x="1332920" y="57343"/>
                </a:lnTo>
                <a:lnTo>
                  <a:pt x="1333327" y="57503"/>
                </a:lnTo>
                <a:lnTo>
                  <a:pt x="1333729" y="57671"/>
                </a:lnTo>
                <a:lnTo>
                  <a:pt x="1334126" y="57849"/>
                </a:lnTo>
                <a:lnTo>
                  <a:pt x="1334517" y="58036"/>
                </a:lnTo>
                <a:lnTo>
                  <a:pt x="1334904" y="58232"/>
                </a:lnTo>
                <a:lnTo>
                  <a:pt x="1335285" y="58437"/>
                </a:lnTo>
                <a:lnTo>
                  <a:pt x="1335661" y="58651"/>
                </a:lnTo>
                <a:lnTo>
                  <a:pt x="1336031" y="58872"/>
                </a:lnTo>
                <a:lnTo>
                  <a:pt x="1336395" y="59100"/>
                </a:lnTo>
                <a:lnTo>
                  <a:pt x="1336752" y="59334"/>
                </a:lnTo>
                <a:lnTo>
                  <a:pt x="1337103" y="59573"/>
                </a:lnTo>
                <a:lnTo>
                  <a:pt x="1337447" y="59819"/>
                </a:lnTo>
                <a:lnTo>
                  <a:pt x="1337785" y="60071"/>
                </a:lnTo>
                <a:lnTo>
                  <a:pt x="1338117" y="60329"/>
                </a:lnTo>
                <a:lnTo>
                  <a:pt x="1338442" y="60593"/>
                </a:lnTo>
                <a:lnTo>
                  <a:pt x="1338760" y="60863"/>
                </a:lnTo>
                <a:lnTo>
                  <a:pt x="1339072" y="61138"/>
                </a:lnTo>
                <a:lnTo>
                  <a:pt x="1339378" y="61420"/>
                </a:lnTo>
                <a:lnTo>
                  <a:pt x="1339677" y="61708"/>
                </a:lnTo>
                <a:lnTo>
                  <a:pt x="1339970" y="62002"/>
                </a:lnTo>
                <a:lnTo>
                  <a:pt x="1340256" y="62302"/>
                </a:lnTo>
                <a:lnTo>
                  <a:pt x="1340536" y="62608"/>
                </a:lnTo>
                <a:lnTo>
                  <a:pt x="1340810" y="62920"/>
                </a:lnTo>
                <a:lnTo>
                  <a:pt x="1341077" y="63238"/>
                </a:lnTo>
                <a:lnTo>
                  <a:pt x="1341337" y="63563"/>
                </a:lnTo>
                <a:lnTo>
                  <a:pt x="1341591" y="63893"/>
                </a:lnTo>
                <a:lnTo>
                  <a:pt x="1341839" y="64229"/>
                </a:lnTo>
                <a:lnTo>
                  <a:pt x="1342080" y="64571"/>
                </a:lnTo>
                <a:lnTo>
                  <a:pt x="1342315" y="64919"/>
                </a:lnTo>
                <a:lnTo>
                  <a:pt x="1342543" y="65274"/>
                </a:lnTo>
                <a:lnTo>
                  <a:pt x="1342765" y="65634"/>
                </a:lnTo>
                <a:lnTo>
                  <a:pt x="1342980" y="65999"/>
                </a:lnTo>
                <a:lnTo>
                  <a:pt x="1343187" y="66368"/>
                </a:lnTo>
                <a:lnTo>
                  <a:pt x="1343386" y="66740"/>
                </a:lnTo>
                <a:lnTo>
                  <a:pt x="1343578" y="67116"/>
                </a:lnTo>
                <a:lnTo>
                  <a:pt x="1343762" y="67496"/>
                </a:lnTo>
                <a:lnTo>
                  <a:pt x="1343938" y="67879"/>
                </a:lnTo>
                <a:lnTo>
                  <a:pt x="1344107" y="68266"/>
                </a:lnTo>
                <a:lnTo>
                  <a:pt x="1344268" y="68657"/>
                </a:lnTo>
                <a:lnTo>
                  <a:pt x="1344421" y="69051"/>
                </a:lnTo>
                <a:lnTo>
                  <a:pt x="1344566" y="69449"/>
                </a:lnTo>
                <a:lnTo>
                  <a:pt x="1344704" y="69850"/>
                </a:lnTo>
                <a:lnTo>
                  <a:pt x="1344834" y="70256"/>
                </a:lnTo>
                <a:lnTo>
                  <a:pt x="1344956" y="70664"/>
                </a:lnTo>
                <a:lnTo>
                  <a:pt x="1345071" y="71077"/>
                </a:lnTo>
                <a:lnTo>
                  <a:pt x="1345178" y="71493"/>
                </a:lnTo>
                <a:lnTo>
                  <a:pt x="1345277" y="71913"/>
                </a:lnTo>
                <a:lnTo>
                  <a:pt x="1345368" y="72336"/>
                </a:lnTo>
                <a:lnTo>
                  <a:pt x="1345452" y="72763"/>
                </a:lnTo>
                <a:lnTo>
                  <a:pt x="1345528" y="73194"/>
                </a:lnTo>
                <a:lnTo>
                  <a:pt x="1345596" y="73628"/>
                </a:lnTo>
                <a:lnTo>
                  <a:pt x="1345657" y="74066"/>
                </a:lnTo>
                <a:lnTo>
                  <a:pt x="1345710" y="74508"/>
                </a:lnTo>
                <a:lnTo>
                  <a:pt x="1345755" y="74953"/>
                </a:lnTo>
                <a:lnTo>
                  <a:pt x="1345793" y="75402"/>
                </a:lnTo>
                <a:lnTo>
                  <a:pt x="1360001" y="75402"/>
                </a:lnTo>
                <a:lnTo>
                  <a:pt x="1359960" y="74652"/>
                </a:lnTo>
                <a:lnTo>
                  <a:pt x="1359906" y="73908"/>
                </a:lnTo>
                <a:lnTo>
                  <a:pt x="1359838" y="73171"/>
                </a:lnTo>
                <a:lnTo>
                  <a:pt x="1359756" y="72441"/>
                </a:lnTo>
                <a:lnTo>
                  <a:pt x="1359659" y="71717"/>
                </a:lnTo>
                <a:lnTo>
                  <a:pt x="1359549" y="71000"/>
                </a:lnTo>
                <a:lnTo>
                  <a:pt x="1359426" y="70289"/>
                </a:lnTo>
                <a:lnTo>
                  <a:pt x="1359288" y="69585"/>
                </a:lnTo>
                <a:lnTo>
                  <a:pt x="1359136" y="68888"/>
                </a:lnTo>
                <a:lnTo>
                  <a:pt x="1358971" y="68197"/>
                </a:lnTo>
                <a:lnTo>
                  <a:pt x="1358792" y="67512"/>
                </a:lnTo>
                <a:lnTo>
                  <a:pt x="1358598" y="66835"/>
                </a:lnTo>
                <a:lnTo>
                  <a:pt x="1358391" y="66164"/>
                </a:lnTo>
                <a:lnTo>
                  <a:pt x="1358170" y="65499"/>
                </a:lnTo>
                <a:lnTo>
                  <a:pt x="1357935" y="64841"/>
                </a:lnTo>
                <a:lnTo>
                  <a:pt x="1357687" y="64190"/>
                </a:lnTo>
                <a:lnTo>
                  <a:pt x="1357424" y="63545"/>
                </a:lnTo>
                <a:lnTo>
                  <a:pt x="1357148" y="62907"/>
                </a:lnTo>
                <a:lnTo>
                  <a:pt x="1356857" y="62275"/>
                </a:lnTo>
                <a:lnTo>
                  <a:pt x="1356553" y="61650"/>
                </a:lnTo>
                <a:lnTo>
                  <a:pt x="1356235" y="61032"/>
                </a:lnTo>
                <a:lnTo>
                  <a:pt x="1355903" y="60420"/>
                </a:lnTo>
                <a:lnTo>
                  <a:pt x="1355557" y="59814"/>
                </a:lnTo>
                <a:lnTo>
                  <a:pt x="1355198" y="59216"/>
                </a:lnTo>
                <a:lnTo>
                  <a:pt x="1354825" y="58626"/>
                </a:lnTo>
                <a:lnTo>
                  <a:pt x="1354442" y="58046"/>
                </a:lnTo>
                <a:lnTo>
                  <a:pt x="1354047" y="57476"/>
                </a:lnTo>
                <a:lnTo>
                  <a:pt x="1353640" y="56917"/>
                </a:lnTo>
                <a:lnTo>
                  <a:pt x="1353222" y="56368"/>
                </a:lnTo>
                <a:lnTo>
                  <a:pt x="1352793" y="55830"/>
                </a:lnTo>
                <a:lnTo>
                  <a:pt x="1352353" y="55302"/>
                </a:lnTo>
                <a:lnTo>
                  <a:pt x="1351901" y="54785"/>
                </a:lnTo>
                <a:lnTo>
                  <a:pt x="1351438" y="54277"/>
                </a:lnTo>
                <a:lnTo>
                  <a:pt x="1350963" y="53780"/>
                </a:lnTo>
                <a:lnTo>
                  <a:pt x="1350478" y="53294"/>
                </a:lnTo>
                <a:lnTo>
                  <a:pt x="1349980" y="52818"/>
                </a:lnTo>
                <a:lnTo>
                  <a:pt x="1349472" y="52352"/>
                </a:lnTo>
                <a:lnTo>
                  <a:pt x="1348952" y="51897"/>
                </a:lnTo>
                <a:lnTo>
                  <a:pt x="1348421" y="51452"/>
                </a:lnTo>
                <a:lnTo>
                  <a:pt x="1347878" y="51017"/>
                </a:lnTo>
                <a:lnTo>
                  <a:pt x="1347324" y="50593"/>
                </a:lnTo>
                <a:lnTo>
                  <a:pt x="1346759" y="50179"/>
                </a:lnTo>
                <a:lnTo>
                  <a:pt x="1346182" y="49775"/>
                </a:lnTo>
                <a:lnTo>
                  <a:pt x="1345594" y="49382"/>
                </a:lnTo>
                <a:lnTo>
                  <a:pt x="1344995" y="49000"/>
                </a:lnTo>
                <a:lnTo>
                  <a:pt x="1344384" y="48627"/>
                </a:lnTo>
                <a:lnTo>
                  <a:pt x="1343762" y="48265"/>
                </a:lnTo>
                <a:lnTo>
                  <a:pt x="1343128" y="47913"/>
                </a:lnTo>
                <a:lnTo>
                  <a:pt x="1342485" y="47574"/>
                </a:lnTo>
                <a:lnTo>
                  <a:pt x="1341832" y="47249"/>
                </a:lnTo>
                <a:lnTo>
                  <a:pt x="1341171" y="46939"/>
                </a:lnTo>
                <a:lnTo>
                  <a:pt x="1340500" y="46643"/>
                </a:lnTo>
                <a:lnTo>
                  <a:pt x="1339821" y="46362"/>
                </a:lnTo>
                <a:lnTo>
                  <a:pt x="1339132" y="46095"/>
                </a:lnTo>
                <a:lnTo>
                  <a:pt x="1338435" y="45842"/>
                </a:lnTo>
                <a:lnTo>
                  <a:pt x="1337728" y="45604"/>
                </a:lnTo>
                <a:lnTo>
                  <a:pt x="1337013" y="45380"/>
                </a:lnTo>
                <a:lnTo>
                  <a:pt x="1336289" y="45171"/>
                </a:lnTo>
                <a:lnTo>
                  <a:pt x="1335555" y="44976"/>
                </a:lnTo>
                <a:lnTo>
                  <a:pt x="1334813" y="44795"/>
                </a:lnTo>
                <a:lnTo>
                  <a:pt x="1334062" y="44629"/>
                </a:lnTo>
                <a:lnTo>
                  <a:pt x="1333302" y="44478"/>
                </a:lnTo>
                <a:lnTo>
                  <a:pt x="1332533" y="44341"/>
                </a:lnTo>
                <a:lnTo>
                  <a:pt x="1331754" y="44218"/>
                </a:lnTo>
                <a:lnTo>
                  <a:pt x="1330967" y="44110"/>
                </a:lnTo>
                <a:lnTo>
                  <a:pt x="1330171" y="44016"/>
                </a:lnTo>
                <a:lnTo>
                  <a:pt x="1329366" y="43936"/>
                </a:lnTo>
                <a:lnTo>
                  <a:pt x="1328552" y="43871"/>
                </a:lnTo>
                <a:lnTo>
                  <a:pt x="1327729" y="43821"/>
                </a:lnTo>
                <a:lnTo>
                  <a:pt x="1326897" y="43785"/>
                </a:lnTo>
                <a:lnTo>
                  <a:pt x="1326056" y="43763"/>
                </a:lnTo>
                <a:lnTo>
                  <a:pt x="1325206" y="43756"/>
                </a:lnTo>
                <a:lnTo>
                  <a:pt x="1324390" y="43762"/>
                </a:lnTo>
                <a:lnTo>
                  <a:pt x="1323582" y="43780"/>
                </a:lnTo>
                <a:lnTo>
                  <a:pt x="1322784" y="43810"/>
                </a:lnTo>
                <a:lnTo>
                  <a:pt x="1321994" y="43852"/>
                </a:lnTo>
                <a:lnTo>
                  <a:pt x="1321213" y="43907"/>
                </a:lnTo>
                <a:lnTo>
                  <a:pt x="1320441" y="43973"/>
                </a:lnTo>
                <a:lnTo>
                  <a:pt x="1319677" y="44051"/>
                </a:lnTo>
                <a:lnTo>
                  <a:pt x="1318923" y="44142"/>
                </a:lnTo>
                <a:lnTo>
                  <a:pt x="1318177" y="44244"/>
                </a:lnTo>
                <a:lnTo>
                  <a:pt x="1317440" y="44359"/>
                </a:lnTo>
                <a:lnTo>
                  <a:pt x="1316712" y="44485"/>
                </a:lnTo>
                <a:lnTo>
                  <a:pt x="1315993" y="44624"/>
                </a:lnTo>
                <a:lnTo>
                  <a:pt x="1315283" y="44774"/>
                </a:lnTo>
                <a:lnTo>
                  <a:pt x="1314581" y="44937"/>
                </a:lnTo>
                <a:lnTo>
                  <a:pt x="1313888" y="45112"/>
                </a:lnTo>
                <a:lnTo>
                  <a:pt x="1313204" y="45299"/>
                </a:lnTo>
                <a:lnTo>
                  <a:pt x="1312529" y="45498"/>
                </a:lnTo>
                <a:lnTo>
                  <a:pt x="1311863" y="45709"/>
                </a:lnTo>
                <a:lnTo>
                  <a:pt x="1311206" y="45932"/>
                </a:lnTo>
                <a:lnTo>
                  <a:pt x="1310557" y="46167"/>
                </a:lnTo>
                <a:lnTo>
                  <a:pt x="1309917" y="46414"/>
                </a:lnTo>
                <a:lnTo>
                  <a:pt x="1309286" y="46673"/>
                </a:lnTo>
                <a:lnTo>
                  <a:pt x="1308664" y="46944"/>
                </a:lnTo>
                <a:lnTo>
                  <a:pt x="1308051" y="47227"/>
                </a:lnTo>
                <a:lnTo>
                  <a:pt x="1307447" y="47521"/>
                </a:lnTo>
                <a:lnTo>
                  <a:pt x="1306851" y="47824"/>
                </a:lnTo>
                <a:lnTo>
                  <a:pt x="1306264" y="48135"/>
                </a:lnTo>
                <a:lnTo>
                  <a:pt x="1305685" y="48456"/>
                </a:lnTo>
                <a:lnTo>
                  <a:pt x="1305115" y="48786"/>
                </a:lnTo>
                <a:lnTo>
                  <a:pt x="1304554" y="49124"/>
                </a:lnTo>
                <a:lnTo>
                  <a:pt x="1304002" y="49472"/>
                </a:lnTo>
                <a:lnTo>
                  <a:pt x="1303458" y="49829"/>
                </a:lnTo>
                <a:lnTo>
                  <a:pt x="1302923" y="50194"/>
                </a:lnTo>
                <a:lnTo>
                  <a:pt x="1302397" y="50569"/>
                </a:lnTo>
                <a:lnTo>
                  <a:pt x="1301880" y="50952"/>
                </a:lnTo>
                <a:lnTo>
                  <a:pt x="1301371" y="51345"/>
                </a:lnTo>
                <a:lnTo>
                  <a:pt x="1300870" y="51746"/>
                </a:lnTo>
                <a:lnTo>
                  <a:pt x="1300379" y="52156"/>
                </a:lnTo>
                <a:lnTo>
                  <a:pt x="1299896" y="52576"/>
                </a:lnTo>
                <a:lnTo>
                  <a:pt x="1299422" y="53004"/>
                </a:lnTo>
                <a:lnTo>
                  <a:pt x="1298956" y="53441"/>
                </a:lnTo>
                <a:lnTo>
                  <a:pt x="1298500" y="53888"/>
                </a:lnTo>
                <a:lnTo>
                  <a:pt x="1298052" y="54343"/>
                </a:lnTo>
                <a:lnTo>
                  <a:pt x="1297612" y="54807"/>
                </a:lnTo>
                <a:lnTo>
                  <a:pt x="1297181" y="55280"/>
                </a:lnTo>
                <a:lnTo>
                  <a:pt x="1296759" y="55762"/>
                </a:lnTo>
                <a:lnTo>
                  <a:pt x="1296346" y="56253"/>
                </a:lnTo>
                <a:lnTo>
                  <a:pt x="1295942" y="56753"/>
                </a:lnTo>
                <a:lnTo>
                  <a:pt x="1295545" y="57261"/>
                </a:lnTo>
                <a:lnTo>
                  <a:pt x="1295158" y="57775"/>
                </a:lnTo>
                <a:lnTo>
                  <a:pt x="1294778" y="58296"/>
                </a:lnTo>
                <a:lnTo>
                  <a:pt x="1294408" y="58822"/>
                </a:lnTo>
                <a:lnTo>
                  <a:pt x="1294045" y="59355"/>
                </a:lnTo>
                <a:lnTo>
                  <a:pt x="1293691" y="59894"/>
                </a:lnTo>
                <a:lnTo>
                  <a:pt x="1293346" y="60440"/>
                </a:lnTo>
                <a:lnTo>
                  <a:pt x="1293008" y="60992"/>
                </a:lnTo>
                <a:lnTo>
                  <a:pt x="1292679" y="61550"/>
                </a:lnTo>
                <a:lnTo>
                  <a:pt x="1292359" y="62114"/>
                </a:lnTo>
                <a:lnTo>
                  <a:pt x="1292047" y="62685"/>
                </a:lnTo>
                <a:lnTo>
                  <a:pt x="1291744" y="63262"/>
                </a:lnTo>
                <a:lnTo>
                  <a:pt x="1291448" y="63846"/>
                </a:lnTo>
                <a:lnTo>
                  <a:pt x="1291162" y="64435"/>
                </a:lnTo>
                <a:lnTo>
                  <a:pt x="1290883" y="65031"/>
                </a:lnTo>
                <a:lnTo>
                  <a:pt x="1290613" y="65634"/>
                </a:lnTo>
                <a:lnTo>
                  <a:pt x="1290352" y="66242"/>
                </a:lnTo>
                <a:lnTo>
                  <a:pt x="1290099" y="66857"/>
                </a:lnTo>
                <a:lnTo>
                  <a:pt x="1289854" y="67479"/>
                </a:lnTo>
                <a:lnTo>
                  <a:pt x="1289618" y="68106"/>
                </a:lnTo>
                <a:lnTo>
                  <a:pt x="1289390" y="68740"/>
                </a:lnTo>
                <a:lnTo>
                  <a:pt x="1289170" y="69380"/>
                </a:lnTo>
                <a:lnTo>
                  <a:pt x="1288959" y="70027"/>
                </a:lnTo>
                <a:lnTo>
                  <a:pt x="1288757" y="70679"/>
                </a:lnTo>
                <a:lnTo>
                  <a:pt x="1288562" y="71337"/>
                </a:lnTo>
                <a:lnTo>
                  <a:pt x="1288376" y="71998"/>
                </a:lnTo>
                <a:lnTo>
                  <a:pt x="1288198" y="72662"/>
                </a:lnTo>
                <a:lnTo>
                  <a:pt x="1288029" y="73329"/>
                </a:lnTo>
                <a:lnTo>
                  <a:pt x="1287868" y="73999"/>
                </a:lnTo>
                <a:lnTo>
                  <a:pt x="1287715" y="74673"/>
                </a:lnTo>
                <a:lnTo>
                  <a:pt x="1287570" y="75350"/>
                </a:lnTo>
                <a:lnTo>
                  <a:pt x="1287433" y="76030"/>
                </a:lnTo>
                <a:lnTo>
                  <a:pt x="1287305" y="76713"/>
                </a:lnTo>
                <a:lnTo>
                  <a:pt x="1287185" y="77400"/>
                </a:lnTo>
                <a:lnTo>
                  <a:pt x="1287074" y="78090"/>
                </a:lnTo>
                <a:lnTo>
                  <a:pt x="1286970" y="78783"/>
                </a:lnTo>
                <a:lnTo>
                  <a:pt x="1286875" y="79479"/>
                </a:lnTo>
                <a:lnTo>
                  <a:pt x="1286788" y="80178"/>
                </a:lnTo>
                <a:lnTo>
                  <a:pt x="1286710" y="80881"/>
                </a:lnTo>
                <a:lnTo>
                  <a:pt x="1286640" y="81587"/>
                </a:lnTo>
                <a:lnTo>
                  <a:pt x="1286578" y="82296"/>
                </a:lnTo>
                <a:lnTo>
                  <a:pt x="1286524" y="83008"/>
                </a:lnTo>
                <a:lnTo>
                  <a:pt x="1286478" y="83724"/>
                </a:lnTo>
                <a:lnTo>
                  <a:pt x="1286441" y="84443"/>
                </a:lnTo>
                <a:lnTo>
                  <a:pt x="1286412" y="85165"/>
                </a:lnTo>
                <a:lnTo>
                  <a:pt x="1286391" y="85890"/>
                </a:lnTo>
                <a:lnTo>
                  <a:pt x="1286379" y="86619"/>
                </a:lnTo>
                <a:lnTo>
                  <a:pt x="1286375" y="87350"/>
                </a:lnTo>
                <a:lnTo>
                  <a:pt x="1286375" y="90741"/>
                </a:lnTo>
                <a:lnTo>
                  <a:pt x="1286379" y="91473"/>
                </a:lnTo>
                <a:lnTo>
                  <a:pt x="1286391" y="92201"/>
                </a:lnTo>
                <a:lnTo>
                  <a:pt x="1286412" y="92926"/>
                </a:lnTo>
                <a:lnTo>
                  <a:pt x="1286441" y="93648"/>
                </a:lnTo>
                <a:lnTo>
                  <a:pt x="1286478" y="94367"/>
                </a:lnTo>
                <a:lnTo>
                  <a:pt x="1286524" y="95083"/>
                </a:lnTo>
                <a:lnTo>
                  <a:pt x="1286578" y="95795"/>
                </a:lnTo>
                <a:lnTo>
                  <a:pt x="1286640" y="96504"/>
                </a:lnTo>
                <a:lnTo>
                  <a:pt x="1286710" y="97210"/>
                </a:lnTo>
                <a:lnTo>
                  <a:pt x="1286788" y="97913"/>
                </a:lnTo>
                <a:lnTo>
                  <a:pt x="1286875" y="98612"/>
                </a:lnTo>
                <a:lnTo>
                  <a:pt x="1286970" y="99308"/>
                </a:lnTo>
                <a:lnTo>
                  <a:pt x="1287074" y="100001"/>
                </a:lnTo>
                <a:lnTo>
                  <a:pt x="1287185" y="100691"/>
                </a:lnTo>
                <a:lnTo>
                  <a:pt x="1287305" y="101378"/>
                </a:lnTo>
                <a:lnTo>
                  <a:pt x="1287433" y="102061"/>
                </a:lnTo>
                <a:lnTo>
                  <a:pt x="1287570" y="102741"/>
                </a:lnTo>
                <a:lnTo>
                  <a:pt x="1287715" y="103418"/>
                </a:lnTo>
                <a:lnTo>
                  <a:pt x="1287868" y="104092"/>
                </a:lnTo>
                <a:lnTo>
                  <a:pt x="1288029" y="104762"/>
                </a:lnTo>
                <a:lnTo>
                  <a:pt x="1288198" y="105429"/>
                </a:lnTo>
                <a:lnTo>
                  <a:pt x="1288376" y="106093"/>
                </a:lnTo>
                <a:lnTo>
                  <a:pt x="1288562" y="106754"/>
                </a:lnTo>
                <a:lnTo>
                  <a:pt x="1288757" y="107412"/>
                </a:lnTo>
                <a:lnTo>
                  <a:pt x="1288959" y="108065"/>
                </a:lnTo>
                <a:lnTo>
                  <a:pt x="1289170" y="108711"/>
                </a:lnTo>
                <a:lnTo>
                  <a:pt x="1289390" y="109351"/>
                </a:lnTo>
                <a:lnTo>
                  <a:pt x="1289618" y="109985"/>
                </a:lnTo>
                <a:lnTo>
                  <a:pt x="1289854" y="110613"/>
                </a:lnTo>
                <a:lnTo>
                  <a:pt x="1290099" y="111234"/>
                </a:lnTo>
                <a:lnTo>
                  <a:pt x="1290352" y="111849"/>
                </a:lnTo>
                <a:lnTo>
                  <a:pt x="1290613" y="112457"/>
                </a:lnTo>
                <a:lnTo>
                  <a:pt x="1290883" y="113060"/>
                </a:lnTo>
                <a:lnTo>
                  <a:pt x="1291162" y="113656"/>
                </a:lnTo>
                <a:lnTo>
                  <a:pt x="1291448" y="114245"/>
                </a:lnTo>
                <a:lnTo>
                  <a:pt x="1291744" y="114829"/>
                </a:lnTo>
                <a:lnTo>
                  <a:pt x="1292047" y="115406"/>
                </a:lnTo>
                <a:lnTo>
                  <a:pt x="1292359" y="115977"/>
                </a:lnTo>
                <a:lnTo>
                  <a:pt x="1292679" y="116541"/>
                </a:lnTo>
                <a:lnTo>
                  <a:pt x="1293008" y="117099"/>
                </a:lnTo>
                <a:lnTo>
                  <a:pt x="1293346" y="117651"/>
                </a:lnTo>
                <a:lnTo>
                  <a:pt x="1293691" y="118197"/>
                </a:lnTo>
                <a:lnTo>
                  <a:pt x="1294045" y="118736"/>
                </a:lnTo>
                <a:lnTo>
                  <a:pt x="1294408" y="119269"/>
                </a:lnTo>
                <a:lnTo>
                  <a:pt x="1294778" y="119796"/>
                </a:lnTo>
                <a:lnTo>
                  <a:pt x="1295158" y="120316"/>
                </a:lnTo>
                <a:lnTo>
                  <a:pt x="1295545" y="120830"/>
                </a:lnTo>
                <a:lnTo>
                  <a:pt x="1295942" y="121338"/>
                </a:lnTo>
                <a:lnTo>
                  <a:pt x="1296346" y="121838"/>
                </a:lnTo>
                <a:lnTo>
                  <a:pt x="1296759" y="122329"/>
                </a:lnTo>
                <a:lnTo>
                  <a:pt x="1297181" y="122811"/>
                </a:lnTo>
                <a:lnTo>
                  <a:pt x="1297612" y="123284"/>
                </a:lnTo>
                <a:lnTo>
                  <a:pt x="1298052" y="123748"/>
                </a:lnTo>
                <a:lnTo>
                  <a:pt x="1298500" y="124204"/>
                </a:lnTo>
                <a:lnTo>
                  <a:pt x="1298956" y="124650"/>
                </a:lnTo>
                <a:lnTo>
                  <a:pt x="1299422" y="125087"/>
                </a:lnTo>
                <a:lnTo>
                  <a:pt x="1299896" y="125516"/>
                </a:lnTo>
                <a:lnTo>
                  <a:pt x="1300379" y="125935"/>
                </a:lnTo>
                <a:lnTo>
                  <a:pt x="1300870" y="126345"/>
                </a:lnTo>
                <a:lnTo>
                  <a:pt x="1301371" y="126747"/>
                </a:lnTo>
                <a:lnTo>
                  <a:pt x="1301880" y="127139"/>
                </a:lnTo>
                <a:lnTo>
                  <a:pt x="1302397" y="127523"/>
                </a:lnTo>
                <a:lnTo>
                  <a:pt x="1302923" y="127897"/>
                </a:lnTo>
                <a:lnTo>
                  <a:pt x="1303458" y="128263"/>
                </a:lnTo>
                <a:lnTo>
                  <a:pt x="1304002" y="128619"/>
                </a:lnTo>
                <a:lnTo>
                  <a:pt x="1304554" y="128967"/>
                </a:lnTo>
                <a:lnTo>
                  <a:pt x="1305115" y="129305"/>
                </a:lnTo>
                <a:lnTo>
                  <a:pt x="1305685" y="129635"/>
                </a:lnTo>
                <a:lnTo>
                  <a:pt x="1306264" y="129956"/>
                </a:lnTo>
                <a:lnTo>
                  <a:pt x="1306851" y="130267"/>
                </a:lnTo>
                <a:lnTo>
                  <a:pt x="1307447" y="130570"/>
                </a:lnTo>
                <a:lnTo>
                  <a:pt x="1308051" y="130864"/>
                </a:lnTo>
                <a:lnTo>
                  <a:pt x="1308664" y="131147"/>
                </a:lnTo>
                <a:lnTo>
                  <a:pt x="1309286" y="131418"/>
                </a:lnTo>
                <a:lnTo>
                  <a:pt x="1309917" y="131678"/>
                </a:lnTo>
                <a:lnTo>
                  <a:pt x="1310557" y="131925"/>
                </a:lnTo>
                <a:lnTo>
                  <a:pt x="1311206" y="132160"/>
                </a:lnTo>
                <a:lnTo>
                  <a:pt x="1311863" y="132383"/>
                </a:lnTo>
                <a:lnTo>
                  <a:pt x="1312529" y="132594"/>
                </a:lnTo>
                <a:lnTo>
                  <a:pt x="1313204" y="132792"/>
                </a:lnTo>
                <a:lnTo>
                  <a:pt x="1313888" y="132979"/>
                </a:lnTo>
                <a:lnTo>
                  <a:pt x="1314581" y="133154"/>
                </a:lnTo>
                <a:lnTo>
                  <a:pt x="1315283" y="133317"/>
                </a:lnTo>
                <a:lnTo>
                  <a:pt x="1315993" y="133467"/>
                </a:lnTo>
                <a:lnTo>
                  <a:pt x="1316712" y="133606"/>
                </a:lnTo>
                <a:lnTo>
                  <a:pt x="1317440" y="133733"/>
                </a:lnTo>
                <a:lnTo>
                  <a:pt x="1318177" y="133847"/>
                </a:lnTo>
                <a:lnTo>
                  <a:pt x="1318923" y="133950"/>
                </a:lnTo>
                <a:lnTo>
                  <a:pt x="1319677" y="134040"/>
                </a:lnTo>
                <a:lnTo>
                  <a:pt x="1320441" y="134118"/>
                </a:lnTo>
                <a:lnTo>
                  <a:pt x="1321213" y="134185"/>
                </a:lnTo>
                <a:lnTo>
                  <a:pt x="1321994" y="134239"/>
                </a:lnTo>
                <a:lnTo>
                  <a:pt x="1322784" y="134281"/>
                </a:lnTo>
                <a:lnTo>
                  <a:pt x="1323582" y="134311"/>
                </a:lnTo>
                <a:lnTo>
                  <a:pt x="1324390" y="134329"/>
                </a:lnTo>
                <a:lnTo>
                  <a:pt x="1325206" y="134335"/>
                </a:lnTo>
                <a:lnTo>
                  <a:pt x="1325977" y="134328"/>
                </a:lnTo>
                <a:lnTo>
                  <a:pt x="1326743" y="134307"/>
                </a:lnTo>
                <a:lnTo>
                  <a:pt x="1327503" y="134272"/>
                </a:lnTo>
                <a:lnTo>
                  <a:pt x="1328258" y="134222"/>
                </a:lnTo>
                <a:lnTo>
                  <a:pt x="1329008" y="134158"/>
                </a:lnTo>
                <a:lnTo>
                  <a:pt x="1329752" y="134081"/>
                </a:lnTo>
                <a:lnTo>
                  <a:pt x="1330491" y="133989"/>
                </a:lnTo>
                <a:lnTo>
                  <a:pt x="1331225" y="133882"/>
                </a:lnTo>
                <a:lnTo>
                  <a:pt x="1331954" y="133762"/>
                </a:lnTo>
                <a:lnTo>
                  <a:pt x="1332677" y="133628"/>
                </a:lnTo>
                <a:lnTo>
                  <a:pt x="1333394" y="133479"/>
                </a:lnTo>
                <a:lnTo>
                  <a:pt x="1334107" y="133316"/>
                </a:lnTo>
                <a:lnTo>
                  <a:pt x="1334814" y="133139"/>
                </a:lnTo>
                <a:lnTo>
                  <a:pt x="1335516" y="132948"/>
                </a:lnTo>
                <a:lnTo>
                  <a:pt x="1336212" y="132743"/>
                </a:lnTo>
                <a:lnTo>
                  <a:pt x="1336903" y="132523"/>
                </a:lnTo>
                <a:lnTo>
                  <a:pt x="1337589" y="132290"/>
                </a:lnTo>
                <a:lnTo>
                  <a:pt x="1338269" y="132042"/>
                </a:lnTo>
                <a:lnTo>
                  <a:pt x="1338945" y="131780"/>
                </a:lnTo>
                <a:lnTo>
                  <a:pt x="1339614" y="131504"/>
                </a:lnTo>
                <a:lnTo>
                  <a:pt x="1340279" y="131214"/>
                </a:lnTo>
                <a:lnTo>
                  <a:pt x="1340938" y="130910"/>
                </a:lnTo>
                <a:lnTo>
                  <a:pt x="1341592" y="130591"/>
                </a:lnTo>
                <a:lnTo>
                  <a:pt x="1342240" y="130258"/>
                </a:lnTo>
                <a:lnTo>
                  <a:pt x="1342881" y="129914"/>
                </a:lnTo>
                <a:lnTo>
                  <a:pt x="1343512" y="129561"/>
                </a:lnTo>
                <a:lnTo>
                  <a:pt x="1344132" y="129199"/>
                </a:lnTo>
                <a:lnTo>
                  <a:pt x="1344742" y="128828"/>
                </a:lnTo>
                <a:lnTo>
                  <a:pt x="1345342" y="128448"/>
                </a:lnTo>
                <a:lnTo>
                  <a:pt x="1345931" y="128059"/>
                </a:lnTo>
                <a:lnTo>
                  <a:pt x="1346511" y="127661"/>
                </a:lnTo>
                <a:lnTo>
                  <a:pt x="1347080" y="127253"/>
                </a:lnTo>
                <a:lnTo>
                  <a:pt x="1347639" y="126838"/>
                </a:lnTo>
                <a:lnTo>
                  <a:pt x="1348187" y="126413"/>
                </a:lnTo>
                <a:lnTo>
                  <a:pt x="1348726" y="125979"/>
                </a:lnTo>
                <a:lnTo>
                  <a:pt x="1349254" y="125536"/>
                </a:lnTo>
                <a:lnTo>
                  <a:pt x="1349772" y="125084"/>
                </a:lnTo>
                <a:lnTo>
                  <a:pt x="1350279" y="124623"/>
                </a:lnTo>
                <a:lnTo>
                  <a:pt x="1350777" y="124153"/>
                </a:lnTo>
                <a:lnTo>
                  <a:pt x="1351264" y="123674"/>
                </a:lnTo>
                <a:lnTo>
                  <a:pt x="1351741" y="123187"/>
                </a:lnTo>
                <a:lnTo>
                  <a:pt x="1352208" y="122690"/>
                </a:lnTo>
                <a:lnTo>
                  <a:pt x="1352665" y="122184"/>
                </a:lnTo>
                <a:lnTo>
                  <a:pt x="1353111" y="121670"/>
                </a:lnTo>
                <a:lnTo>
                  <a:pt x="1353547" y="121146"/>
                </a:lnTo>
                <a:lnTo>
                  <a:pt x="1353973" y="120613"/>
                </a:lnTo>
                <a:lnTo>
                  <a:pt x="1354389" y="120072"/>
                </a:lnTo>
                <a:lnTo>
                  <a:pt x="1354794" y="119521"/>
                </a:lnTo>
                <a:lnTo>
                  <a:pt x="1355187" y="118964"/>
                </a:lnTo>
                <a:lnTo>
                  <a:pt x="1355564" y="118404"/>
                </a:lnTo>
                <a:lnTo>
                  <a:pt x="1355926" y="117839"/>
                </a:lnTo>
                <a:lnTo>
                  <a:pt x="1356273" y="117271"/>
                </a:lnTo>
                <a:lnTo>
                  <a:pt x="1356604" y="116699"/>
                </a:lnTo>
                <a:lnTo>
                  <a:pt x="1356921" y="116123"/>
                </a:lnTo>
                <a:lnTo>
                  <a:pt x="1357222" y="115543"/>
                </a:lnTo>
                <a:lnTo>
                  <a:pt x="1357507" y="114960"/>
                </a:lnTo>
                <a:lnTo>
                  <a:pt x="1357778" y="114373"/>
                </a:lnTo>
                <a:lnTo>
                  <a:pt x="1358033" y="113782"/>
                </a:lnTo>
                <a:lnTo>
                  <a:pt x="1358273" y="113187"/>
                </a:lnTo>
                <a:lnTo>
                  <a:pt x="1358497" y="112589"/>
                </a:lnTo>
                <a:lnTo>
                  <a:pt x="1358707" y="111986"/>
                </a:lnTo>
                <a:lnTo>
                  <a:pt x="1358901" y="111380"/>
                </a:lnTo>
                <a:lnTo>
                  <a:pt x="1359080" y="110770"/>
                </a:lnTo>
                <a:lnTo>
                  <a:pt x="1359243" y="110157"/>
                </a:lnTo>
                <a:lnTo>
                  <a:pt x="1359391" y="109539"/>
                </a:lnTo>
                <a:lnTo>
                  <a:pt x="1359524" y="108918"/>
                </a:lnTo>
                <a:lnTo>
                  <a:pt x="1359642" y="108293"/>
                </a:lnTo>
                <a:lnTo>
                  <a:pt x="1359744" y="107664"/>
                </a:lnTo>
                <a:lnTo>
                  <a:pt x="1359831" y="107031"/>
                </a:lnTo>
                <a:lnTo>
                  <a:pt x="1359903" y="106395"/>
                </a:lnTo>
                <a:lnTo>
                  <a:pt x="1359960" y="105755"/>
                </a:lnTo>
                <a:lnTo>
                  <a:pt x="1360001" y="105111"/>
                </a:lnTo>
                <a:lnTo>
                  <a:pt x="1345793" y="105111"/>
                </a:lnTo>
                <a:lnTo>
                  <a:pt x="1345755" y="105519"/>
                </a:lnTo>
                <a:lnTo>
                  <a:pt x="1345708" y="105924"/>
                </a:lnTo>
                <a:lnTo>
                  <a:pt x="1345652" y="106325"/>
                </a:lnTo>
                <a:lnTo>
                  <a:pt x="1345588" y="106722"/>
                </a:lnTo>
                <a:lnTo>
                  <a:pt x="1345516" y="107116"/>
                </a:lnTo>
                <a:lnTo>
                  <a:pt x="1345434" y="107505"/>
                </a:lnTo>
                <a:lnTo>
                  <a:pt x="1345344" y="107891"/>
                </a:lnTo>
                <a:lnTo>
                  <a:pt x="1345245" y="108273"/>
                </a:lnTo>
                <a:lnTo>
                  <a:pt x="1345138" y="108651"/>
                </a:lnTo>
                <a:lnTo>
                  <a:pt x="1345022" y="109026"/>
                </a:lnTo>
                <a:lnTo>
                  <a:pt x="1344897" y="109396"/>
                </a:lnTo>
                <a:lnTo>
                  <a:pt x="1344763" y="109763"/>
                </a:lnTo>
                <a:lnTo>
                  <a:pt x="1344621" y="110126"/>
                </a:lnTo>
                <a:lnTo>
                  <a:pt x="1344470" y="110485"/>
                </a:lnTo>
                <a:lnTo>
                  <a:pt x="1344310" y="110841"/>
                </a:lnTo>
                <a:lnTo>
                  <a:pt x="1344142" y="111193"/>
                </a:lnTo>
                <a:lnTo>
                  <a:pt x="1343965" y="111541"/>
                </a:lnTo>
                <a:lnTo>
                  <a:pt x="1343779" y="111885"/>
                </a:lnTo>
                <a:lnTo>
                  <a:pt x="1343585" y="112225"/>
                </a:lnTo>
                <a:lnTo>
                  <a:pt x="1343382" y="112562"/>
                </a:lnTo>
                <a:lnTo>
                  <a:pt x="1343170" y="112894"/>
                </a:lnTo>
                <a:lnTo>
                  <a:pt x="1342950" y="113224"/>
                </a:lnTo>
                <a:lnTo>
                  <a:pt x="1342720" y="113549"/>
                </a:lnTo>
                <a:lnTo>
                  <a:pt x="1342483" y="113870"/>
                </a:lnTo>
                <a:lnTo>
                  <a:pt x="1342238" y="114187"/>
                </a:lnTo>
                <a:lnTo>
                  <a:pt x="1341987" y="114498"/>
                </a:lnTo>
                <a:lnTo>
                  <a:pt x="1341731" y="114803"/>
                </a:lnTo>
                <a:lnTo>
                  <a:pt x="1341469" y="115102"/>
                </a:lnTo>
                <a:lnTo>
                  <a:pt x="1341202" y="115396"/>
                </a:lnTo>
                <a:lnTo>
                  <a:pt x="1340929" y="115684"/>
                </a:lnTo>
                <a:lnTo>
                  <a:pt x="1340650" y="115966"/>
                </a:lnTo>
                <a:lnTo>
                  <a:pt x="1340366" y="116243"/>
                </a:lnTo>
                <a:lnTo>
                  <a:pt x="1340076" y="116513"/>
                </a:lnTo>
                <a:lnTo>
                  <a:pt x="1339780" y="116778"/>
                </a:lnTo>
                <a:lnTo>
                  <a:pt x="1339479" y="117038"/>
                </a:lnTo>
                <a:lnTo>
                  <a:pt x="1339173" y="117291"/>
                </a:lnTo>
                <a:lnTo>
                  <a:pt x="1338860" y="117539"/>
                </a:lnTo>
                <a:lnTo>
                  <a:pt x="1338542" y="117781"/>
                </a:lnTo>
                <a:lnTo>
                  <a:pt x="1338219" y="118017"/>
                </a:lnTo>
                <a:lnTo>
                  <a:pt x="1337890" y="118248"/>
                </a:lnTo>
                <a:lnTo>
                  <a:pt x="1337555" y="118472"/>
                </a:lnTo>
                <a:lnTo>
                  <a:pt x="1337215" y="118691"/>
                </a:lnTo>
                <a:lnTo>
                  <a:pt x="1336869" y="118905"/>
                </a:lnTo>
                <a:lnTo>
                  <a:pt x="1336517" y="119112"/>
                </a:lnTo>
                <a:lnTo>
                  <a:pt x="1336160" y="119314"/>
                </a:lnTo>
                <a:lnTo>
                  <a:pt x="1335798" y="119510"/>
                </a:lnTo>
                <a:lnTo>
                  <a:pt x="1335429" y="119700"/>
                </a:lnTo>
                <a:lnTo>
                  <a:pt x="1335055" y="119885"/>
                </a:lnTo>
                <a:lnTo>
                  <a:pt x="1334677" y="120062"/>
                </a:lnTo>
                <a:lnTo>
                  <a:pt x="1334296" y="120233"/>
                </a:lnTo>
                <a:lnTo>
                  <a:pt x="1333913" y="120395"/>
                </a:lnTo>
                <a:lnTo>
                  <a:pt x="1333526" y="120551"/>
                </a:lnTo>
                <a:lnTo>
                  <a:pt x="1333137" y="120698"/>
                </a:lnTo>
                <a:lnTo>
                  <a:pt x="1332744" y="120838"/>
                </a:lnTo>
                <a:lnTo>
                  <a:pt x="1332350" y="120971"/>
                </a:lnTo>
                <a:lnTo>
                  <a:pt x="1331952" y="121096"/>
                </a:lnTo>
                <a:lnTo>
                  <a:pt x="1331551" y="121213"/>
                </a:lnTo>
                <a:lnTo>
                  <a:pt x="1331148" y="121323"/>
                </a:lnTo>
                <a:lnTo>
                  <a:pt x="1330742" y="121425"/>
                </a:lnTo>
                <a:lnTo>
                  <a:pt x="1330333" y="121519"/>
                </a:lnTo>
                <a:lnTo>
                  <a:pt x="1329921" y="121606"/>
                </a:lnTo>
                <a:lnTo>
                  <a:pt x="1329506" y="121686"/>
                </a:lnTo>
                <a:lnTo>
                  <a:pt x="1329089" y="121758"/>
                </a:lnTo>
                <a:lnTo>
                  <a:pt x="1328669" y="121822"/>
                </a:lnTo>
                <a:lnTo>
                  <a:pt x="1328246" y="121879"/>
                </a:lnTo>
                <a:lnTo>
                  <a:pt x="1327820" y="121928"/>
                </a:lnTo>
                <a:lnTo>
                  <a:pt x="1327391" y="121970"/>
                </a:lnTo>
                <a:lnTo>
                  <a:pt x="1326960" y="122004"/>
                </a:lnTo>
                <a:lnTo>
                  <a:pt x="1326526" y="122030"/>
                </a:lnTo>
                <a:lnTo>
                  <a:pt x="1326089" y="122049"/>
                </a:lnTo>
                <a:lnTo>
                  <a:pt x="1325649" y="122061"/>
                </a:lnTo>
                <a:lnTo>
                  <a:pt x="1325206" y="122064"/>
                </a:lnTo>
                <a:lnTo>
                  <a:pt x="1324632" y="122060"/>
                </a:lnTo>
                <a:lnTo>
                  <a:pt x="1324065" y="122046"/>
                </a:lnTo>
                <a:lnTo>
                  <a:pt x="1323507" y="122022"/>
                </a:lnTo>
                <a:lnTo>
                  <a:pt x="1322956" y="121989"/>
                </a:lnTo>
                <a:lnTo>
                  <a:pt x="1322413" y="121947"/>
                </a:lnTo>
                <a:lnTo>
                  <a:pt x="1321879" y="121895"/>
                </a:lnTo>
                <a:close/>
                <a:moveTo>
                  <a:pt x="1507885" y="132721"/>
                </a:moveTo>
                <a:lnTo>
                  <a:pt x="1522901" y="132721"/>
                </a:lnTo>
                <a:lnTo>
                  <a:pt x="1522901" y="45370"/>
                </a:lnTo>
                <a:lnTo>
                  <a:pt x="1507885" y="45370"/>
                </a:lnTo>
                <a:lnTo>
                  <a:pt x="1507885" y="132721"/>
                </a:lnTo>
                <a:close/>
                <a:moveTo>
                  <a:pt x="1772920" y="23793"/>
                </a:moveTo>
                <a:lnTo>
                  <a:pt x="1772970" y="24059"/>
                </a:lnTo>
                <a:lnTo>
                  <a:pt x="1773027" y="24322"/>
                </a:lnTo>
                <a:lnTo>
                  <a:pt x="1773093" y="24582"/>
                </a:lnTo>
                <a:lnTo>
                  <a:pt x="1773166" y="24838"/>
                </a:lnTo>
                <a:lnTo>
                  <a:pt x="1773247" y="25090"/>
                </a:lnTo>
                <a:lnTo>
                  <a:pt x="1773336" y="25339"/>
                </a:lnTo>
                <a:lnTo>
                  <a:pt x="1773432" y="25585"/>
                </a:lnTo>
                <a:lnTo>
                  <a:pt x="1773536" y="25827"/>
                </a:lnTo>
                <a:lnTo>
                  <a:pt x="1773648" y="26065"/>
                </a:lnTo>
                <a:lnTo>
                  <a:pt x="1773767" y="26300"/>
                </a:lnTo>
                <a:lnTo>
                  <a:pt x="1773895" y="26532"/>
                </a:lnTo>
                <a:lnTo>
                  <a:pt x="1774030" y="26760"/>
                </a:lnTo>
                <a:lnTo>
                  <a:pt x="1774172" y="26984"/>
                </a:lnTo>
                <a:lnTo>
                  <a:pt x="1774322" y="27205"/>
                </a:lnTo>
                <a:lnTo>
                  <a:pt x="1774481" y="27422"/>
                </a:lnTo>
                <a:lnTo>
                  <a:pt x="1774646" y="27636"/>
                </a:lnTo>
                <a:lnTo>
                  <a:pt x="1774820" y="27847"/>
                </a:lnTo>
                <a:lnTo>
                  <a:pt x="1775001" y="28054"/>
                </a:lnTo>
                <a:lnTo>
                  <a:pt x="1775190" y="28255"/>
                </a:lnTo>
                <a:lnTo>
                  <a:pt x="1775386" y="28447"/>
                </a:lnTo>
                <a:lnTo>
                  <a:pt x="1775589" y="28631"/>
                </a:lnTo>
                <a:lnTo>
                  <a:pt x="1775800" y="28806"/>
                </a:lnTo>
                <a:lnTo>
                  <a:pt x="1776019" y="28973"/>
                </a:lnTo>
                <a:lnTo>
                  <a:pt x="1776245" y="29131"/>
                </a:lnTo>
                <a:lnTo>
                  <a:pt x="1776478" y="29281"/>
                </a:lnTo>
                <a:lnTo>
                  <a:pt x="1776719" y="29422"/>
                </a:lnTo>
                <a:lnTo>
                  <a:pt x="1776967" y="29554"/>
                </a:lnTo>
                <a:lnTo>
                  <a:pt x="1777222" y="29678"/>
                </a:lnTo>
                <a:lnTo>
                  <a:pt x="1777485" y="29794"/>
                </a:lnTo>
                <a:lnTo>
                  <a:pt x="1777756" y="29901"/>
                </a:lnTo>
                <a:lnTo>
                  <a:pt x="1778034" y="29999"/>
                </a:lnTo>
                <a:lnTo>
                  <a:pt x="1778319" y="30089"/>
                </a:lnTo>
                <a:lnTo>
                  <a:pt x="1778612" y="30170"/>
                </a:lnTo>
                <a:lnTo>
                  <a:pt x="1778912" y="30242"/>
                </a:lnTo>
                <a:lnTo>
                  <a:pt x="1779219" y="30307"/>
                </a:lnTo>
                <a:lnTo>
                  <a:pt x="1779534" y="30362"/>
                </a:lnTo>
                <a:lnTo>
                  <a:pt x="1779857" y="30409"/>
                </a:lnTo>
                <a:lnTo>
                  <a:pt x="1780187" y="30448"/>
                </a:lnTo>
                <a:lnTo>
                  <a:pt x="1780524" y="30478"/>
                </a:lnTo>
                <a:lnTo>
                  <a:pt x="1780869" y="30499"/>
                </a:lnTo>
                <a:lnTo>
                  <a:pt x="1781221" y="30512"/>
                </a:lnTo>
                <a:lnTo>
                  <a:pt x="1781580" y="30516"/>
                </a:lnTo>
                <a:lnTo>
                  <a:pt x="1781933" y="30512"/>
                </a:lnTo>
                <a:lnTo>
                  <a:pt x="1782280" y="30499"/>
                </a:lnTo>
                <a:lnTo>
                  <a:pt x="1782619" y="30478"/>
                </a:lnTo>
                <a:lnTo>
                  <a:pt x="1782952" y="30448"/>
                </a:lnTo>
                <a:lnTo>
                  <a:pt x="1783277" y="30409"/>
                </a:lnTo>
                <a:lnTo>
                  <a:pt x="1783596" y="30362"/>
                </a:lnTo>
                <a:lnTo>
                  <a:pt x="1783908" y="30307"/>
                </a:lnTo>
                <a:lnTo>
                  <a:pt x="1784213" y="30242"/>
                </a:lnTo>
                <a:lnTo>
                  <a:pt x="1784511" y="30170"/>
                </a:lnTo>
                <a:lnTo>
                  <a:pt x="1784803" y="30089"/>
                </a:lnTo>
                <a:lnTo>
                  <a:pt x="1785087" y="29999"/>
                </a:lnTo>
                <a:lnTo>
                  <a:pt x="1785365" y="29901"/>
                </a:lnTo>
                <a:lnTo>
                  <a:pt x="1785635" y="29794"/>
                </a:lnTo>
                <a:lnTo>
                  <a:pt x="1785899" y="29678"/>
                </a:lnTo>
                <a:lnTo>
                  <a:pt x="1786156" y="29554"/>
                </a:lnTo>
                <a:lnTo>
                  <a:pt x="1786406" y="29422"/>
                </a:lnTo>
                <a:lnTo>
                  <a:pt x="1786649" y="29281"/>
                </a:lnTo>
                <a:lnTo>
                  <a:pt x="1786886" y="29131"/>
                </a:lnTo>
                <a:lnTo>
                  <a:pt x="1787115" y="28973"/>
                </a:lnTo>
                <a:lnTo>
                  <a:pt x="1787338" y="28806"/>
                </a:lnTo>
                <a:lnTo>
                  <a:pt x="1787554" y="28631"/>
                </a:lnTo>
                <a:lnTo>
                  <a:pt x="1787763" y="28447"/>
                </a:lnTo>
                <a:lnTo>
                  <a:pt x="1787965" y="28255"/>
                </a:lnTo>
                <a:lnTo>
                  <a:pt x="1788160" y="28054"/>
                </a:lnTo>
                <a:lnTo>
                  <a:pt x="1788348" y="27847"/>
                </a:lnTo>
                <a:lnTo>
                  <a:pt x="1788527" y="27636"/>
                </a:lnTo>
                <a:lnTo>
                  <a:pt x="1788699" y="27422"/>
                </a:lnTo>
                <a:lnTo>
                  <a:pt x="1788863" y="27205"/>
                </a:lnTo>
                <a:lnTo>
                  <a:pt x="1789019" y="26984"/>
                </a:lnTo>
                <a:lnTo>
                  <a:pt x="1789167" y="26760"/>
                </a:lnTo>
                <a:lnTo>
                  <a:pt x="1789306" y="26532"/>
                </a:lnTo>
                <a:lnTo>
                  <a:pt x="1789438" y="26300"/>
                </a:lnTo>
                <a:lnTo>
                  <a:pt x="1789562" y="26065"/>
                </a:lnTo>
                <a:lnTo>
                  <a:pt x="1789678" y="25827"/>
                </a:lnTo>
                <a:lnTo>
                  <a:pt x="1789786" y="25585"/>
                </a:lnTo>
                <a:lnTo>
                  <a:pt x="1789886" y="25339"/>
                </a:lnTo>
                <a:lnTo>
                  <a:pt x="1789977" y="25090"/>
                </a:lnTo>
                <a:lnTo>
                  <a:pt x="1790061" y="24838"/>
                </a:lnTo>
                <a:lnTo>
                  <a:pt x="1790137" y="24582"/>
                </a:lnTo>
                <a:lnTo>
                  <a:pt x="1790205" y="24322"/>
                </a:lnTo>
                <a:lnTo>
                  <a:pt x="1790265" y="24059"/>
                </a:lnTo>
                <a:lnTo>
                  <a:pt x="1790317" y="23793"/>
                </a:lnTo>
                <a:lnTo>
                  <a:pt x="1790361" y="23523"/>
                </a:lnTo>
                <a:lnTo>
                  <a:pt x="1790397" y="23249"/>
                </a:lnTo>
                <a:lnTo>
                  <a:pt x="1790425" y="22972"/>
                </a:lnTo>
                <a:lnTo>
                  <a:pt x="1790445" y="22692"/>
                </a:lnTo>
                <a:lnTo>
                  <a:pt x="1790457" y="22408"/>
                </a:lnTo>
                <a:lnTo>
                  <a:pt x="1790461" y="22120"/>
                </a:lnTo>
                <a:lnTo>
                  <a:pt x="1790457" y="21819"/>
                </a:lnTo>
                <a:lnTo>
                  <a:pt x="1790445" y="21522"/>
                </a:lnTo>
                <a:lnTo>
                  <a:pt x="1790425" y="21230"/>
                </a:lnTo>
                <a:lnTo>
                  <a:pt x="1790397" y="20941"/>
                </a:lnTo>
                <a:lnTo>
                  <a:pt x="1790361" y="20655"/>
                </a:lnTo>
                <a:lnTo>
                  <a:pt x="1790317" y="20374"/>
                </a:lnTo>
                <a:lnTo>
                  <a:pt x="1790265" y="20097"/>
                </a:lnTo>
                <a:lnTo>
                  <a:pt x="1790205" y="19824"/>
                </a:lnTo>
                <a:lnTo>
                  <a:pt x="1790137" y="19554"/>
                </a:lnTo>
                <a:lnTo>
                  <a:pt x="1790061" y="19289"/>
                </a:lnTo>
                <a:lnTo>
                  <a:pt x="1789977" y="19027"/>
                </a:lnTo>
                <a:lnTo>
                  <a:pt x="1789886" y="18770"/>
                </a:lnTo>
                <a:lnTo>
                  <a:pt x="1789786" y="18516"/>
                </a:lnTo>
                <a:lnTo>
                  <a:pt x="1789678" y="18266"/>
                </a:lnTo>
                <a:lnTo>
                  <a:pt x="1789562" y="18021"/>
                </a:lnTo>
                <a:lnTo>
                  <a:pt x="1789438" y="17779"/>
                </a:lnTo>
                <a:lnTo>
                  <a:pt x="1789306" y="17541"/>
                </a:lnTo>
                <a:lnTo>
                  <a:pt x="1789167" y="17307"/>
                </a:lnTo>
                <a:lnTo>
                  <a:pt x="1789019" y="17076"/>
                </a:lnTo>
                <a:lnTo>
                  <a:pt x="1788863" y="16850"/>
                </a:lnTo>
                <a:lnTo>
                  <a:pt x="1788699" y="16628"/>
                </a:lnTo>
                <a:lnTo>
                  <a:pt x="1788527" y="16410"/>
                </a:lnTo>
                <a:lnTo>
                  <a:pt x="1788348" y="16195"/>
                </a:lnTo>
                <a:lnTo>
                  <a:pt x="1788160" y="15985"/>
                </a:lnTo>
                <a:lnTo>
                  <a:pt x="1787965" y="15780"/>
                </a:lnTo>
                <a:lnTo>
                  <a:pt x="1787763" y="15585"/>
                </a:lnTo>
                <a:lnTo>
                  <a:pt x="1787554" y="15398"/>
                </a:lnTo>
                <a:lnTo>
                  <a:pt x="1787338" y="15220"/>
                </a:lnTo>
                <a:lnTo>
                  <a:pt x="1787115" y="15050"/>
                </a:lnTo>
                <a:lnTo>
                  <a:pt x="1786886" y="14890"/>
                </a:lnTo>
                <a:lnTo>
                  <a:pt x="1786649" y="14738"/>
                </a:lnTo>
                <a:lnTo>
                  <a:pt x="1786406" y="14594"/>
                </a:lnTo>
                <a:lnTo>
                  <a:pt x="1786156" y="14460"/>
                </a:lnTo>
                <a:lnTo>
                  <a:pt x="1785899" y="14334"/>
                </a:lnTo>
                <a:lnTo>
                  <a:pt x="1785635" y="14216"/>
                </a:lnTo>
                <a:lnTo>
                  <a:pt x="1785365" y="14108"/>
                </a:lnTo>
                <a:lnTo>
                  <a:pt x="1785087" y="14008"/>
                </a:lnTo>
                <a:lnTo>
                  <a:pt x="1784803" y="13916"/>
                </a:lnTo>
                <a:lnTo>
                  <a:pt x="1784511" y="13834"/>
                </a:lnTo>
                <a:lnTo>
                  <a:pt x="1784213" y="13760"/>
                </a:lnTo>
                <a:lnTo>
                  <a:pt x="1783908" y="13695"/>
                </a:lnTo>
                <a:lnTo>
                  <a:pt x="1783596" y="13638"/>
                </a:lnTo>
                <a:lnTo>
                  <a:pt x="1783277" y="13591"/>
                </a:lnTo>
                <a:lnTo>
                  <a:pt x="1782952" y="13551"/>
                </a:lnTo>
                <a:lnTo>
                  <a:pt x="1782619" y="13521"/>
                </a:lnTo>
                <a:lnTo>
                  <a:pt x="1782280" y="13499"/>
                </a:lnTo>
                <a:lnTo>
                  <a:pt x="1781933" y="13486"/>
                </a:lnTo>
                <a:lnTo>
                  <a:pt x="1781580" y="13482"/>
                </a:lnTo>
                <a:lnTo>
                  <a:pt x="1781221" y="13486"/>
                </a:lnTo>
                <a:lnTo>
                  <a:pt x="1780869" y="13499"/>
                </a:lnTo>
                <a:lnTo>
                  <a:pt x="1780524" y="13521"/>
                </a:lnTo>
                <a:lnTo>
                  <a:pt x="1780187" y="13551"/>
                </a:lnTo>
                <a:lnTo>
                  <a:pt x="1779857" y="13591"/>
                </a:lnTo>
                <a:lnTo>
                  <a:pt x="1779534" y="13638"/>
                </a:lnTo>
                <a:lnTo>
                  <a:pt x="1779219" y="13695"/>
                </a:lnTo>
                <a:lnTo>
                  <a:pt x="1778912" y="13760"/>
                </a:lnTo>
                <a:lnTo>
                  <a:pt x="1778612" y="13834"/>
                </a:lnTo>
                <a:lnTo>
                  <a:pt x="1778319" y="13916"/>
                </a:lnTo>
                <a:lnTo>
                  <a:pt x="1778034" y="14008"/>
                </a:lnTo>
                <a:lnTo>
                  <a:pt x="1777756" y="14108"/>
                </a:lnTo>
                <a:lnTo>
                  <a:pt x="1777485" y="14216"/>
                </a:lnTo>
                <a:lnTo>
                  <a:pt x="1777222" y="14334"/>
                </a:lnTo>
                <a:lnTo>
                  <a:pt x="1776967" y="14460"/>
                </a:lnTo>
                <a:lnTo>
                  <a:pt x="1776719" y="14594"/>
                </a:lnTo>
                <a:lnTo>
                  <a:pt x="1776478" y="14738"/>
                </a:lnTo>
                <a:lnTo>
                  <a:pt x="1776245" y="14890"/>
                </a:lnTo>
                <a:lnTo>
                  <a:pt x="1776019" y="15050"/>
                </a:lnTo>
                <a:lnTo>
                  <a:pt x="1775800" y="15220"/>
                </a:lnTo>
                <a:lnTo>
                  <a:pt x="1775589" y="15398"/>
                </a:lnTo>
                <a:lnTo>
                  <a:pt x="1775386" y="15585"/>
                </a:lnTo>
                <a:lnTo>
                  <a:pt x="1775190" y="15780"/>
                </a:lnTo>
                <a:lnTo>
                  <a:pt x="1775001" y="15985"/>
                </a:lnTo>
                <a:lnTo>
                  <a:pt x="1774820" y="16195"/>
                </a:lnTo>
                <a:lnTo>
                  <a:pt x="1774646" y="16410"/>
                </a:lnTo>
                <a:lnTo>
                  <a:pt x="1774481" y="16628"/>
                </a:lnTo>
                <a:lnTo>
                  <a:pt x="1774322" y="16850"/>
                </a:lnTo>
                <a:lnTo>
                  <a:pt x="1774172" y="17076"/>
                </a:lnTo>
                <a:lnTo>
                  <a:pt x="1774030" y="17307"/>
                </a:lnTo>
                <a:lnTo>
                  <a:pt x="1773895" y="17541"/>
                </a:lnTo>
                <a:lnTo>
                  <a:pt x="1773767" y="17779"/>
                </a:lnTo>
                <a:lnTo>
                  <a:pt x="1773648" y="18021"/>
                </a:lnTo>
                <a:lnTo>
                  <a:pt x="1773536" y="18266"/>
                </a:lnTo>
                <a:lnTo>
                  <a:pt x="1773432" y="18516"/>
                </a:lnTo>
                <a:lnTo>
                  <a:pt x="1773336" y="18770"/>
                </a:lnTo>
                <a:lnTo>
                  <a:pt x="1773247" y="19027"/>
                </a:lnTo>
                <a:lnTo>
                  <a:pt x="1773166" y="19289"/>
                </a:lnTo>
                <a:lnTo>
                  <a:pt x="1773093" y="19554"/>
                </a:lnTo>
                <a:lnTo>
                  <a:pt x="1773027" y="19824"/>
                </a:lnTo>
                <a:lnTo>
                  <a:pt x="1772970" y="20097"/>
                </a:lnTo>
                <a:lnTo>
                  <a:pt x="1772920" y="20374"/>
                </a:lnTo>
                <a:lnTo>
                  <a:pt x="1772877" y="20655"/>
                </a:lnTo>
                <a:lnTo>
                  <a:pt x="1772842" y="20941"/>
                </a:lnTo>
                <a:lnTo>
                  <a:pt x="1772815" y="21230"/>
                </a:lnTo>
                <a:lnTo>
                  <a:pt x="1772796" y="21522"/>
                </a:lnTo>
                <a:lnTo>
                  <a:pt x="1772785" y="21819"/>
                </a:lnTo>
                <a:lnTo>
                  <a:pt x="1772781" y="22120"/>
                </a:lnTo>
                <a:lnTo>
                  <a:pt x="1772785" y="22408"/>
                </a:lnTo>
                <a:lnTo>
                  <a:pt x="1772796" y="22692"/>
                </a:lnTo>
                <a:lnTo>
                  <a:pt x="1772815" y="22972"/>
                </a:lnTo>
                <a:lnTo>
                  <a:pt x="1772842" y="23249"/>
                </a:lnTo>
                <a:lnTo>
                  <a:pt x="1772877" y="23523"/>
                </a:lnTo>
                <a:lnTo>
                  <a:pt x="1772920" y="23793"/>
                </a:lnTo>
                <a:close/>
                <a:moveTo>
                  <a:pt x="1707979" y="56834"/>
                </a:moveTo>
                <a:lnTo>
                  <a:pt x="1723964" y="56834"/>
                </a:lnTo>
                <a:lnTo>
                  <a:pt x="1723964" y="110987"/>
                </a:lnTo>
                <a:lnTo>
                  <a:pt x="1723968" y="111708"/>
                </a:lnTo>
                <a:lnTo>
                  <a:pt x="1723983" y="112416"/>
                </a:lnTo>
                <a:lnTo>
                  <a:pt x="1724006" y="113112"/>
                </a:lnTo>
                <a:lnTo>
                  <a:pt x="1724039" y="113796"/>
                </a:lnTo>
                <a:lnTo>
                  <a:pt x="1724081" y="114467"/>
                </a:lnTo>
                <a:lnTo>
                  <a:pt x="1724133" y="115125"/>
                </a:lnTo>
                <a:lnTo>
                  <a:pt x="1724194" y="115771"/>
                </a:lnTo>
                <a:lnTo>
                  <a:pt x="1724264" y="116405"/>
                </a:lnTo>
                <a:lnTo>
                  <a:pt x="1724344" y="117026"/>
                </a:lnTo>
                <a:lnTo>
                  <a:pt x="1724433" y="117635"/>
                </a:lnTo>
                <a:lnTo>
                  <a:pt x="1724532" y="118231"/>
                </a:lnTo>
                <a:lnTo>
                  <a:pt x="1724640" y="118814"/>
                </a:lnTo>
                <a:lnTo>
                  <a:pt x="1724757" y="119385"/>
                </a:lnTo>
                <a:lnTo>
                  <a:pt x="1724884" y="119944"/>
                </a:lnTo>
                <a:lnTo>
                  <a:pt x="1725020" y="120490"/>
                </a:lnTo>
                <a:lnTo>
                  <a:pt x="1725166" y="121024"/>
                </a:lnTo>
                <a:lnTo>
                  <a:pt x="1725321" y="121545"/>
                </a:lnTo>
                <a:lnTo>
                  <a:pt x="1725485" y="122054"/>
                </a:lnTo>
                <a:lnTo>
                  <a:pt x="1725659" y="122550"/>
                </a:lnTo>
                <a:lnTo>
                  <a:pt x="1725842" y="123034"/>
                </a:lnTo>
                <a:lnTo>
                  <a:pt x="1726034" y="123505"/>
                </a:lnTo>
                <a:lnTo>
                  <a:pt x="1726236" y="123964"/>
                </a:lnTo>
                <a:lnTo>
                  <a:pt x="1726448" y="124411"/>
                </a:lnTo>
                <a:lnTo>
                  <a:pt x="1726668" y="124844"/>
                </a:lnTo>
                <a:lnTo>
                  <a:pt x="1726897" y="125267"/>
                </a:lnTo>
                <a:lnTo>
                  <a:pt x="1727132" y="125679"/>
                </a:lnTo>
                <a:lnTo>
                  <a:pt x="1727374" y="126081"/>
                </a:lnTo>
                <a:lnTo>
                  <a:pt x="1727622" y="126472"/>
                </a:lnTo>
                <a:lnTo>
                  <a:pt x="1727877" y="126854"/>
                </a:lnTo>
                <a:lnTo>
                  <a:pt x="1728139" y="127225"/>
                </a:lnTo>
                <a:lnTo>
                  <a:pt x="1728407" y="127586"/>
                </a:lnTo>
                <a:lnTo>
                  <a:pt x="1728682" y="127936"/>
                </a:lnTo>
                <a:lnTo>
                  <a:pt x="1728963" y="128277"/>
                </a:lnTo>
                <a:lnTo>
                  <a:pt x="1729251" y="128607"/>
                </a:lnTo>
                <a:lnTo>
                  <a:pt x="1729546" y="128927"/>
                </a:lnTo>
                <a:lnTo>
                  <a:pt x="1729847" y="129237"/>
                </a:lnTo>
                <a:lnTo>
                  <a:pt x="1730155" y="129536"/>
                </a:lnTo>
                <a:lnTo>
                  <a:pt x="1730469" y="129826"/>
                </a:lnTo>
                <a:lnTo>
                  <a:pt x="1730790" y="130105"/>
                </a:lnTo>
                <a:lnTo>
                  <a:pt x="1731117" y="130373"/>
                </a:lnTo>
                <a:lnTo>
                  <a:pt x="1731451" y="130632"/>
                </a:lnTo>
                <a:lnTo>
                  <a:pt x="1731792" y="130880"/>
                </a:lnTo>
                <a:lnTo>
                  <a:pt x="1732139" y="131118"/>
                </a:lnTo>
                <a:lnTo>
                  <a:pt x="1732493" y="131346"/>
                </a:lnTo>
                <a:lnTo>
                  <a:pt x="1732854" y="131564"/>
                </a:lnTo>
                <a:lnTo>
                  <a:pt x="1733221" y="131771"/>
                </a:lnTo>
                <a:lnTo>
                  <a:pt x="1733594" y="131969"/>
                </a:lnTo>
                <a:lnTo>
                  <a:pt x="1733974" y="132156"/>
                </a:lnTo>
                <a:lnTo>
                  <a:pt x="1734359" y="132333"/>
                </a:lnTo>
                <a:lnTo>
                  <a:pt x="1734747" y="132504"/>
                </a:lnTo>
                <a:lnTo>
                  <a:pt x="1735139" y="132666"/>
                </a:lnTo>
                <a:lnTo>
                  <a:pt x="1735533" y="132822"/>
                </a:lnTo>
                <a:lnTo>
                  <a:pt x="1735930" y="132969"/>
                </a:lnTo>
                <a:lnTo>
                  <a:pt x="1736331" y="133109"/>
                </a:lnTo>
                <a:lnTo>
                  <a:pt x="1736734" y="133242"/>
                </a:lnTo>
                <a:lnTo>
                  <a:pt x="1737141" y="133367"/>
                </a:lnTo>
                <a:lnTo>
                  <a:pt x="1737550" y="133484"/>
                </a:lnTo>
                <a:lnTo>
                  <a:pt x="1737963" y="133594"/>
                </a:lnTo>
                <a:lnTo>
                  <a:pt x="1738379" y="133696"/>
                </a:lnTo>
                <a:lnTo>
                  <a:pt x="1738798" y="133790"/>
                </a:lnTo>
                <a:lnTo>
                  <a:pt x="1739220" y="133877"/>
                </a:lnTo>
                <a:lnTo>
                  <a:pt x="1739645" y="133957"/>
                </a:lnTo>
                <a:lnTo>
                  <a:pt x="1740073" y="134029"/>
                </a:lnTo>
                <a:lnTo>
                  <a:pt x="1740505" y="134093"/>
                </a:lnTo>
                <a:lnTo>
                  <a:pt x="1740939" y="134150"/>
                </a:lnTo>
                <a:lnTo>
                  <a:pt x="1741376" y="134199"/>
                </a:lnTo>
                <a:lnTo>
                  <a:pt x="1741817" y="134241"/>
                </a:lnTo>
                <a:lnTo>
                  <a:pt x="1742260" y="134275"/>
                </a:lnTo>
                <a:lnTo>
                  <a:pt x="1742707" y="134301"/>
                </a:lnTo>
                <a:lnTo>
                  <a:pt x="1743157" y="134320"/>
                </a:lnTo>
                <a:lnTo>
                  <a:pt x="1743610" y="134332"/>
                </a:lnTo>
                <a:lnTo>
                  <a:pt x="1744066" y="134335"/>
                </a:lnTo>
                <a:lnTo>
                  <a:pt x="1744400" y="134334"/>
                </a:lnTo>
                <a:lnTo>
                  <a:pt x="1744730" y="134332"/>
                </a:lnTo>
                <a:lnTo>
                  <a:pt x="1745056" y="134327"/>
                </a:lnTo>
                <a:lnTo>
                  <a:pt x="1745379" y="134321"/>
                </a:lnTo>
                <a:lnTo>
                  <a:pt x="1745697" y="134313"/>
                </a:lnTo>
                <a:lnTo>
                  <a:pt x="1746011" y="134303"/>
                </a:lnTo>
                <a:lnTo>
                  <a:pt x="1746321" y="134291"/>
                </a:lnTo>
                <a:lnTo>
                  <a:pt x="1746627" y="134277"/>
                </a:lnTo>
                <a:lnTo>
                  <a:pt x="1746928" y="134262"/>
                </a:lnTo>
                <a:lnTo>
                  <a:pt x="1747226" y="134244"/>
                </a:lnTo>
                <a:lnTo>
                  <a:pt x="1747520" y="134225"/>
                </a:lnTo>
                <a:lnTo>
                  <a:pt x="1747809" y="134204"/>
                </a:lnTo>
                <a:lnTo>
                  <a:pt x="1748095" y="134181"/>
                </a:lnTo>
                <a:lnTo>
                  <a:pt x="1748377" y="134157"/>
                </a:lnTo>
                <a:lnTo>
                  <a:pt x="1748654" y="134130"/>
                </a:lnTo>
                <a:lnTo>
                  <a:pt x="1748927" y="134102"/>
                </a:lnTo>
                <a:lnTo>
                  <a:pt x="1749197" y="134072"/>
                </a:lnTo>
                <a:lnTo>
                  <a:pt x="1749462" y="134040"/>
                </a:lnTo>
                <a:lnTo>
                  <a:pt x="1749723" y="134006"/>
                </a:lnTo>
                <a:lnTo>
                  <a:pt x="1749980" y="133971"/>
                </a:lnTo>
                <a:lnTo>
                  <a:pt x="1750233" y="133934"/>
                </a:lnTo>
                <a:lnTo>
                  <a:pt x="1750482" y="133894"/>
                </a:lnTo>
                <a:lnTo>
                  <a:pt x="1750727" y="133853"/>
                </a:lnTo>
                <a:lnTo>
                  <a:pt x="1750968" y="133811"/>
                </a:lnTo>
                <a:lnTo>
                  <a:pt x="1751205" y="133767"/>
                </a:lnTo>
                <a:lnTo>
                  <a:pt x="1751438" y="133723"/>
                </a:lnTo>
                <a:lnTo>
                  <a:pt x="1751668" y="133679"/>
                </a:lnTo>
                <a:lnTo>
                  <a:pt x="1751893" y="133635"/>
                </a:lnTo>
                <a:lnTo>
                  <a:pt x="1752115" y="133590"/>
                </a:lnTo>
                <a:lnTo>
                  <a:pt x="1752333" y="133546"/>
                </a:lnTo>
                <a:lnTo>
                  <a:pt x="1752547" y="133501"/>
                </a:lnTo>
                <a:lnTo>
                  <a:pt x="1752758" y="133456"/>
                </a:lnTo>
                <a:lnTo>
                  <a:pt x="1752964" y="133411"/>
                </a:lnTo>
                <a:lnTo>
                  <a:pt x="1753167" y="133366"/>
                </a:lnTo>
                <a:lnTo>
                  <a:pt x="1753366" y="133321"/>
                </a:lnTo>
                <a:lnTo>
                  <a:pt x="1753562" y="133276"/>
                </a:lnTo>
                <a:lnTo>
                  <a:pt x="1753753" y="133230"/>
                </a:lnTo>
                <a:lnTo>
                  <a:pt x="1753941" y="133185"/>
                </a:lnTo>
                <a:lnTo>
                  <a:pt x="1754125" y="133139"/>
                </a:lnTo>
                <a:lnTo>
                  <a:pt x="1754305" y="133093"/>
                </a:lnTo>
                <a:lnTo>
                  <a:pt x="1754481" y="133047"/>
                </a:lnTo>
                <a:lnTo>
                  <a:pt x="1754654" y="133001"/>
                </a:lnTo>
                <a:lnTo>
                  <a:pt x="1754823" y="132954"/>
                </a:lnTo>
                <a:lnTo>
                  <a:pt x="1754988" y="132908"/>
                </a:lnTo>
                <a:lnTo>
                  <a:pt x="1755149" y="132861"/>
                </a:lnTo>
                <a:lnTo>
                  <a:pt x="1755306" y="132815"/>
                </a:lnTo>
                <a:lnTo>
                  <a:pt x="1755460" y="132768"/>
                </a:lnTo>
                <a:lnTo>
                  <a:pt x="1755610" y="132721"/>
                </a:lnTo>
                <a:lnTo>
                  <a:pt x="1755529" y="120530"/>
                </a:lnTo>
                <a:lnTo>
                  <a:pt x="1755440" y="120551"/>
                </a:lnTo>
                <a:lnTo>
                  <a:pt x="1755347" y="120572"/>
                </a:lnTo>
                <a:lnTo>
                  <a:pt x="1755251" y="120593"/>
                </a:lnTo>
                <a:lnTo>
                  <a:pt x="1755151" y="120615"/>
                </a:lnTo>
                <a:lnTo>
                  <a:pt x="1755048" y="120637"/>
                </a:lnTo>
                <a:lnTo>
                  <a:pt x="1754942" y="120659"/>
                </a:lnTo>
                <a:lnTo>
                  <a:pt x="1754831" y="120682"/>
                </a:lnTo>
                <a:lnTo>
                  <a:pt x="1754718" y="120705"/>
                </a:lnTo>
                <a:lnTo>
                  <a:pt x="1754600" y="120729"/>
                </a:lnTo>
                <a:lnTo>
                  <a:pt x="1754480" y="120753"/>
                </a:lnTo>
                <a:lnTo>
                  <a:pt x="1754355" y="120778"/>
                </a:lnTo>
                <a:lnTo>
                  <a:pt x="1754228" y="120803"/>
                </a:lnTo>
                <a:lnTo>
                  <a:pt x="1754096" y="120828"/>
                </a:lnTo>
                <a:lnTo>
                  <a:pt x="1753962" y="120854"/>
                </a:lnTo>
                <a:lnTo>
                  <a:pt x="1753823" y="120880"/>
                </a:lnTo>
                <a:lnTo>
                  <a:pt x="1753682" y="120907"/>
                </a:lnTo>
                <a:lnTo>
                  <a:pt x="1753536" y="120934"/>
                </a:lnTo>
                <a:lnTo>
                  <a:pt x="1753387" y="120962"/>
                </a:lnTo>
                <a:lnTo>
                  <a:pt x="1753235" y="120990"/>
                </a:lnTo>
                <a:lnTo>
                  <a:pt x="1753079" y="121018"/>
                </a:lnTo>
                <a:lnTo>
                  <a:pt x="1752920" y="121047"/>
                </a:lnTo>
                <a:lnTo>
                  <a:pt x="1752757" y="121076"/>
                </a:lnTo>
                <a:lnTo>
                  <a:pt x="1752591" y="121106"/>
                </a:lnTo>
                <a:lnTo>
                  <a:pt x="1752421" y="121136"/>
                </a:lnTo>
                <a:lnTo>
                  <a:pt x="1752250" y="121166"/>
                </a:lnTo>
                <a:lnTo>
                  <a:pt x="1752080" y="121194"/>
                </a:lnTo>
                <a:lnTo>
                  <a:pt x="1751910" y="121221"/>
                </a:lnTo>
                <a:lnTo>
                  <a:pt x="1751741" y="121247"/>
                </a:lnTo>
                <a:lnTo>
                  <a:pt x="1751572" y="121272"/>
                </a:lnTo>
                <a:lnTo>
                  <a:pt x="1751405" y="121295"/>
                </a:lnTo>
                <a:lnTo>
                  <a:pt x="1751238" y="121317"/>
                </a:lnTo>
                <a:lnTo>
                  <a:pt x="1751071" y="121338"/>
                </a:lnTo>
                <a:lnTo>
                  <a:pt x="1750906" y="121357"/>
                </a:lnTo>
                <a:lnTo>
                  <a:pt x="1750741" y="121376"/>
                </a:lnTo>
                <a:lnTo>
                  <a:pt x="1750577" y="121393"/>
                </a:lnTo>
                <a:lnTo>
                  <a:pt x="1750413" y="121408"/>
                </a:lnTo>
                <a:lnTo>
                  <a:pt x="1750250" y="121423"/>
                </a:lnTo>
                <a:lnTo>
                  <a:pt x="1750088" y="121436"/>
                </a:lnTo>
                <a:lnTo>
                  <a:pt x="1749927" y="121448"/>
                </a:lnTo>
                <a:lnTo>
                  <a:pt x="1749766" y="121459"/>
                </a:lnTo>
                <a:lnTo>
                  <a:pt x="1749606" y="121468"/>
                </a:lnTo>
                <a:lnTo>
                  <a:pt x="1749447" y="121477"/>
                </a:lnTo>
                <a:lnTo>
                  <a:pt x="1749288" y="121483"/>
                </a:lnTo>
                <a:lnTo>
                  <a:pt x="1749130" y="121489"/>
                </a:lnTo>
                <a:lnTo>
                  <a:pt x="1748973" y="121494"/>
                </a:lnTo>
                <a:lnTo>
                  <a:pt x="1748817" y="121497"/>
                </a:lnTo>
                <a:lnTo>
                  <a:pt x="1748661" y="121499"/>
                </a:lnTo>
                <a:lnTo>
                  <a:pt x="1748506" y="121499"/>
                </a:lnTo>
                <a:lnTo>
                  <a:pt x="1748298" y="121498"/>
                </a:lnTo>
                <a:lnTo>
                  <a:pt x="1748091" y="121494"/>
                </a:lnTo>
                <a:lnTo>
                  <a:pt x="1747885" y="121488"/>
                </a:lnTo>
                <a:lnTo>
                  <a:pt x="1747681" y="121479"/>
                </a:lnTo>
                <a:lnTo>
                  <a:pt x="1747477" y="121468"/>
                </a:lnTo>
                <a:lnTo>
                  <a:pt x="1747275" y="121454"/>
                </a:lnTo>
                <a:lnTo>
                  <a:pt x="1747073" y="121437"/>
                </a:lnTo>
                <a:lnTo>
                  <a:pt x="1746873" y="121418"/>
                </a:lnTo>
                <a:lnTo>
                  <a:pt x="1746674" y="121397"/>
                </a:lnTo>
                <a:lnTo>
                  <a:pt x="1746476" y="121373"/>
                </a:lnTo>
                <a:lnTo>
                  <a:pt x="1746280" y="121347"/>
                </a:lnTo>
                <a:lnTo>
                  <a:pt x="1746084" y="121318"/>
                </a:lnTo>
                <a:lnTo>
                  <a:pt x="1745889" y="121286"/>
                </a:lnTo>
                <a:lnTo>
                  <a:pt x="1745696" y="121252"/>
                </a:lnTo>
                <a:lnTo>
                  <a:pt x="1745504" y="121215"/>
                </a:lnTo>
                <a:lnTo>
                  <a:pt x="1745312" y="121176"/>
                </a:lnTo>
                <a:lnTo>
                  <a:pt x="1745122" y="121135"/>
                </a:lnTo>
                <a:lnTo>
                  <a:pt x="1744933" y="121091"/>
                </a:lnTo>
                <a:lnTo>
                  <a:pt x="1744746" y="121044"/>
                </a:lnTo>
                <a:lnTo>
                  <a:pt x="1744559" y="120995"/>
                </a:lnTo>
                <a:lnTo>
                  <a:pt x="1744373" y="120943"/>
                </a:lnTo>
                <a:lnTo>
                  <a:pt x="1744189" y="120889"/>
                </a:lnTo>
                <a:lnTo>
                  <a:pt x="1744006" y="120832"/>
                </a:lnTo>
                <a:lnTo>
                  <a:pt x="1743823" y="120773"/>
                </a:lnTo>
                <a:lnTo>
                  <a:pt x="1743643" y="120709"/>
                </a:lnTo>
                <a:lnTo>
                  <a:pt x="1743466" y="120641"/>
                </a:lnTo>
                <a:lnTo>
                  <a:pt x="1743291" y="120567"/>
                </a:lnTo>
                <a:lnTo>
                  <a:pt x="1743119" y="120488"/>
                </a:lnTo>
                <a:lnTo>
                  <a:pt x="1742950" y="120403"/>
                </a:lnTo>
                <a:lnTo>
                  <a:pt x="1742784" y="120313"/>
                </a:lnTo>
                <a:lnTo>
                  <a:pt x="1742621" y="120218"/>
                </a:lnTo>
                <a:lnTo>
                  <a:pt x="1742460" y="120118"/>
                </a:lnTo>
                <a:lnTo>
                  <a:pt x="1742302" y="120012"/>
                </a:lnTo>
                <a:lnTo>
                  <a:pt x="1742147" y="119900"/>
                </a:lnTo>
                <a:lnTo>
                  <a:pt x="1741995" y="119784"/>
                </a:lnTo>
                <a:lnTo>
                  <a:pt x="1741846" y="119662"/>
                </a:lnTo>
                <a:lnTo>
                  <a:pt x="1741699" y="119535"/>
                </a:lnTo>
                <a:lnTo>
                  <a:pt x="1741555" y="119402"/>
                </a:lnTo>
                <a:lnTo>
                  <a:pt x="1741414" y="119264"/>
                </a:lnTo>
                <a:lnTo>
                  <a:pt x="1741276" y="119121"/>
                </a:lnTo>
                <a:lnTo>
                  <a:pt x="1741141" y="118972"/>
                </a:lnTo>
                <a:lnTo>
                  <a:pt x="1741008" y="118819"/>
                </a:lnTo>
                <a:lnTo>
                  <a:pt x="1740878" y="118659"/>
                </a:lnTo>
                <a:lnTo>
                  <a:pt x="1740751" y="118495"/>
                </a:lnTo>
                <a:lnTo>
                  <a:pt x="1740627" y="118325"/>
                </a:lnTo>
                <a:lnTo>
                  <a:pt x="1740506" y="118150"/>
                </a:lnTo>
                <a:lnTo>
                  <a:pt x="1740387" y="117969"/>
                </a:lnTo>
                <a:lnTo>
                  <a:pt x="1740271" y="117783"/>
                </a:lnTo>
                <a:lnTo>
                  <a:pt x="1740159" y="117591"/>
                </a:lnTo>
                <a:lnTo>
                  <a:pt x="1740052" y="117391"/>
                </a:lnTo>
                <a:lnTo>
                  <a:pt x="1739950" y="117183"/>
                </a:lnTo>
                <a:lnTo>
                  <a:pt x="1739852" y="116968"/>
                </a:lnTo>
                <a:lnTo>
                  <a:pt x="1739759" y="116746"/>
                </a:lnTo>
                <a:lnTo>
                  <a:pt x="1739671" y="116515"/>
                </a:lnTo>
                <a:lnTo>
                  <a:pt x="1739587" y="116278"/>
                </a:lnTo>
                <a:lnTo>
                  <a:pt x="1739509" y="116032"/>
                </a:lnTo>
                <a:lnTo>
                  <a:pt x="1739435" y="115779"/>
                </a:lnTo>
                <a:lnTo>
                  <a:pt x="1739366" y="115519"/>
                </a:lnTo>
                <a:lnTo>
                  <a:pt x="1739302" y="115251"/>
                </a:lnTo>
                <a:lnTo>
                  <a:pt x="1739242" y="114975"/>
                </a:lnTo>
                <a:lnTo>
                  <a:pt x="1739187" y="114692"/>
                </a:lnTo>
                <a:lnTo>
                  <a:pt x="1739137" y="114401"/>
                </a:lnTo>
                <a:lnTo>
                  <a:pt x="1739092" y="114103"/>
                </a:lnTo>
                <a:lnTo>
                  <a:pt x="1739051" y="113797"/>
                </a:lnTo>
                <a:lnTo>
                  <a:pt x="1739016" y="113484"/>
                </a:lnTo>
                <a:lnTo>
                  <a:pt x="1738985" y="113163"/>
                </a:lnTo>
                <a:lnTo>
                  <a:pt x="1738958" y="112834"/>
                </a:lnTo>
                <a:lnTo>
                  <a:pt x="1738937" y="112498"/>
                </a:lnTo>
                <a:lnTo>
                  <a:pt x="1738920" y="112154"/>
                </a:lnTo>
                <a:lnTo>
                  <a:pt x="1738908" y="111803"/>
                </a:lnTo>
                <a:lnTo>
                  <a:pt x="1738901" y="111444"/>
                </a:lnTo>
                <a:lnTo>
                  <a:pt x="1738899" y="111077"/>
                </a:lnTo>
                <a:lnTo>
                  <a:pt x="1738899" y="56834"/>
                </a:lnTo>
                <a:lnTo>
                  <a:pt x="1755206" y="56834"/>
                </a:lnTo>
                <a:lnTo>
                  <a:pt x="1755206" y="45370"/>
                </a:lnTo>
                <a:lnTo>
                  <a:pt x="1738899" y="45370"/>
                </a:lnTo>
                <a:lnTo>
                  <a:pt x="1738899" y="24058"/>
                </a:lnTo>
                <a:lnTo>
                  <a:pt x="1723964" y="24058"/>
                </a:lnTo>
                <a:lnTo>
                  <a:pt x="1723964" y="45370"/>
                </a:lnTo>
                <a:lnTo>
                  <a:pt x="1707979" y="45370"/>
                </a:lnTo>
                <a:lnTo>
                  <a:pt x="1707979" y="56834"/>
                </a:lnTo>
                <a:close/>
                <a:moveTo>
                  <a:pt x="1542653" y="132721"/>
                </a:moveTo>
                <a:lnTo>
                  <a:pt x="1548385" y="132721"/>
                </a:lnTo>
                <a:lnTo>
                  <a:pt x="1551775" y="132721"/>
                </a:lnTo>
                <a:lnTo>
                  <a:pt x="1611920" y="132721"/>
                </a:lnTo>
                <a:lnTo>
                  <a:pt x="1611920" y="120450"/>
                </a:lnTo>
                <a:lnTo>
                  <a:pt x="1561014" y="120450"/>
                </a:lnTo>
                <a:lnTo>
                  <a:pt x="1609578" y="55946"/>
                </a:lnTo>
                <a:lnTo>
                  <a:pt x="1609578" y="45370"/>
                </a:lnTo>
                <a:lnTo>
                  <a:pt x="1602959" y="45370"/>
                </a:lnTo>
                <a:lnTo>
                  <a:pt x="1600052" y="45370"/>
                </a:lnTo>
                <a:lnTo>
                  <a:pt x="1543299" y="45370"/>
                </a:lnTo>
                <a:lnTo>
                  <a:pt x="1543299" y="57722"/>
                </a:lnTo>
                <a:lnTo>
                  <a:pt x="1590769" y="57722"/>
                </a:lnTo>
                <a:lnTo>
                  <a:pt x="1542653" y="121741"/>
                </a:lnTo>
                <a:lnTo>
                  <a:pt x="1542653" y="132721"/>
                </a:lnTo>
                <a:close/>
                <a:moveTo>
                  <a:pt x="1922497" y="69559"/>
                </a:moveTo>
                <a:lnTo>
                  <a:pt x="1922712" y="69169"/>
                </a:lnTo>
                <a:lnTo>
                  <a:pt x="1922931" y="68784"/>
                </a:lnTo>
                <a:lnTo>
                  <a:pt x="1923156" y="68402"/>
                </a:lnTo>
                <a:lnTo>
                  <a:pt x="1923385" y="68024"/>
                </a:lnTo>
                <a:lnTo>
                  <a:pt x="1923620" y="67651"/>
                </a:lnTo>
                <a:lnTo>
                  <a:pt x="1923860" y="67281"/>
                </a:lnTo>
                <a:lnTo>
                  <a:pt x="1924104" y="66916"/>
                </a:lnTo>
                <a:lnTo>
                  <a:pt x="1924354" y="66554"/>
                </a:lnTo>
                <a:lnTo>
                  <a:pt x="1924609" y="66197"/>
                </a:lnTo>
                <a:lnTo>
                  <a:pt x="1924869" y="65844"/>
                </a:lnTo>
                <a:lnTo>
                  <a:pt x="1925134" y="65495"/>
                </a:lnTo>
                <a:lnTo>
                  <a:pt x="1925404" y="65149"/>
                </a:lnTo>
                <a:lnTo>
                  <a:pt x="1925678" y="64809"/>
                </a:lnTo>
                <a:lnTo>
                  <a:pt x="1925958" y="64476"/>
                </a:lnTo>
                <a:lnTo>
                  <a:pt x="1926241" y="64148"/>
                </a:lnTo>
                <a:lnTo>
                  <a:pt x="1926529" y="63826"/>
                </a:lnTo>
                <a:lnTo>
                  <a:pt x="1926822" y="63511"/>
                </a:lnTo>
                <a:lnTo>
                  <a:pt x="1927119" y="63202"/>
                </a:lnTo>
                <a:lnTo>
                  <a:pt x="1927421" y="62899"/>
                </a:lnTo>
                <a:lnTo>
                  <a:pt x="1927727" y="62602"/>
                </a:lnTo>
                <a:lnTo>
                  <a:pt x="1928038" y="62311"/>
                </a:lnTo>
                <a:lnTo>
                  <a:pt x="1928353" y="62027"/>
                </a:lnTo>
                <a:lnTo>
                  <a:pt x="1928672" y="61748"/>
                </a:lnTo>
                <a:lnTo>
                  <a:pt x="1928996" y="61476"/>
                </a:lnTo>
                <a:lnTo>
                  <a:pt x="1929325" y="61210"/>
                </a:lnTo>
                <a:lnTo>
                  <a:pt x="1929658" y="60950"/>
                </a:lnTo>
                <a:lnTo>
                  <a:pt x="1929995" y="60697"/>
                </a:lnTo>
                <a:lnTo>
                  <a:pt x="1930337" y="60449"/>
                </a:lnTo>
                <a:lnTo>
                  <a:pt x="1930684" y="60208"/>
                </a:lnTo>
                <a:lnTo>
                  <a:pt x="1931035" y="59973"/>
                </a:lnTo>
                <a:lnTo>
                  <a:pt x="1931390" y="59744"/>
                </a:lnTo>
                <a:lnTo>
                  <a:pt x="1931750" y="59521"/>
                </a:lnTo>
                <a:lnTo>
                  <a:pt x="1932114" y="59304"/>
                </a:lnTo>
                <a:lnTo>
                  <a:pt x="1932483" y="59094"/>
                </a:lnTo>
                <a:lnTo>
                  <a:pt x="1932857" y="58889"/>
                </a:lnTo>
                <a:lnTo>
                  <a:pt x="1933235" y="58691"/>
                </a:lnTo>
                <a:lnTo>
                  <a:pt x="1933616" y="58500"/>
                </a:lnTo>
                <a:lnTo>
                  <a:pt x="1934002" y="58317"/>
                </a:lnTo>
                <a:lnTo>
                  <a:pt x="1934391" y="58142"/>
                </a:lnTo>
                <a:lnTo>
                  <a:pt x="1934783" y="57976"/>
                </a:lnTo>
                <a:lnTo>
                  <a:pt x="1935179" y="57817"/>
                </a:lnTo>
                <a:lnTo>
                  <a:pt x="1935578" y="57667"/>
                </a:lnTo>
                <a:lnTo>
                  <a:pt x="1935981" y="57524"/>
                </a:lnTo>
                <a:lnTo>
                  <a:pt x="1936388" y="57390"/>
                </a:lnTo>
                <a:lnTo>
                  <a:pt x="1936797" y="57264"/>
                </a:lnTo>
                <a:lnTo>
                  <a:pt x="1937211" y="57146"/>
                </a:lnTo>
                <a:lnTo>
                  <a:pt x="1937628" y="57037"/>
                </a:lnTo>
                <a:lnTo>
                  <a:pt x="1938048" y="56935"/>
                </a:lnTo>
                <a:lnTo>
                  <a:pt x="1938472" y="56842"/>
                </a:lnTo>
                <a:lnTo>
                  <a:pt x="1938899" y="56756"/>
                </a:lnTo>
                <a:lnTo>
                  <a:pt x="1939330" y="56679"/>
                </a:lnTo>
                <a:lnTo>
                  <a:pt x="1939765" y="56610"/>
                </a:lnTo>
                <a:lnTo>
                  <a:pt x="1940203" y="56549"/>
                </a:lnTo>
                <a:lnTo>
                  <a:pt x="1940644" y="56496"/>
                </a:lnTo>
                <a:lnTo>
                  <a:pt x="1941089" y="56451"/>
                </a:lnTo>
                <a:lnTo>
                  <a:pt x="1941537" y="56415"/>
                </a:lnTo>
                <a:lnTo>
                  <a:pt x="1941989" y="56386"/>
                </a:lnTo>
                <a:lnTo>
                  <a:pt x="1942445" y="56366"/>
                </a:lnTo>
                <a:lnTo>
                  <a:pt x="1942904" y="56354"/>
                </a:lnTo>
                <a:lnTo>
                  <a:pt x="1943366" y="56350"/>
                </a:lnTo>
                <a:lnTo>
                  <a:pt x="1943834" y="56353"/>
                </a:lnTo>
                <a:lnTo>
                  <a:pt x="1944296" y="56363"/>
                </a:lnTo>
                <a:lnTo>
                  <a:pt x="1944751" y="56379"/>
                </a:lnTo>
                <a:lnTo>
                  <a:pt x="1945201" y="56402"/>
                </a:lnTo>
                <a:lnTo>
                  <a:pt x="1945644" y="56432"/>
                </a:lnTo>
                <a:lnTo>
                  <a:pt x="1946081" y="56468"/>
                </a:lnTo>
                <a:lnTo>
                  <a:pt x="1946512" y="56511"/>
                </a:lnTo>
                <a:lnTo>
                  <a:pt x="1946936" y="56561"/>
                </a:lnTo>
                <a:lnTo>
                  <a:pt x="1947355" y="56617"/>
                </a:lnTo>
                <a:lnTo>
                  <a:pt x="1947767" y="56679"/>
                </a:lnTo>
                <a:lnTo>
                  <a:pt x="1948173" y="56748"/>
                </a:lnTo>
                <a:lnTo>
                  <a:pt x="1948573" y="56824"/>
                </a:lnTo>
                <a:lnTo>
                  <a:pt x="1948967" y="56906"/>
                </a:lnTo>
                <a:lnTo>
                  <a:pt x="1949355" y="56995"/>
                </a:lnTo>
                <a:lnTo>
                  <a:pt x="1949736" y="57091"/>
                </a:lnTo>
                <a:lnTo>
                  <a:pt x="1950112" y="57193"/>
                </a:lnTo>
                <a:lnTo>
                  <a:pt x="1950481" y="57302"/>
                </a:lnTo>
                <a:lnTo>
                  <a:pt x="1950844" y="57417"/>
                </a:lnTo>
                <a:lnTo>
                  <a:pt x="1951201" y="57539"/>
                </a:lnTo>
                <a:lnTo>
                  <a:pt x="1951551" y="57667"/>
                </a:lnTo>
                <a:lnTo>
                  <a:pt x="1951896" y="57802"/>
                </a:lnTo>
                <a:lnTo>
                  <a:pt x="1952234" y="57944"/>
                </a:lnTo>
                <a:lnTo>
                  <a:pt x="1952566" y="58092"/>
                </a:lnTo>
                <a:lnTo>
                  <a:pt x="1952892" y="58247"/>
                </a:lnTo>
                <a:lnTo>
                  <a:pt x="1953212" y="58409"/>
                </a:lnTo>
                <a:lnTo>
                  <a:pt x="1953525" y="58579"/>
                </a:lnTo>
                <a:lnTo>
                  <a:pt x="1953832" y="58757"/>
                </a:lnTo>
                <a:lnTo>
                  <a:pt x="1954132" y="58942"/>
                </a:lnTo>
                <a:lnTo>
                  <a:pt x="1954426" y="59136"/>
                </a:lnTo>
                <a:lnTo>
                  <a:pt x="1954714" y="59337"/>
                </a:lnTo>
                <a:lnTo>
                  <a:pt x="1954995" y="59546"/>
                </a:lnTo>
                <a:lnTo>
                  <a:pt x="1955269" y="59763"/>
                </a:lnTo>
                <a:lnTo>
                  <a:pt x="1955538" y="59988"/>
                </a:lnTo>
                <a:lnTo>
                  <a:pt x="1955799" y="60220"/>
                </a:lnTo>
                <a:lnTo>
                  <a:pt x="1956054" y="60461"/>
                </a:lnTo>
                <a:lnTo>
                  <a:pt x="1956303" y="60709"/>
                </a:lnTo>
                <a:lnTo>
                  <a:pt x="1956546" y="60965"/>
                </a:lnTo>
                <a:lnTo>
                  <a:pt x="1956781" y="61230"/>
                </a:lnTo>
                <a:lnTo>
                  <a:pt x="1957011" y="61501"/>
                </a:lnTo>
                <a:lnTo>
                  <a:pt x="1957234" y="61781"/>
                </a:lnTo>
                <a:lnTo>
                  <a:pt x="1957450" y="62069"/>
                </a:lnTo>
                <a:lnTo>
                  <a:pt x="1957661" y="62364"/>
                </a:lnTo>
                <a:lnTo>
                  <a:pt x="1957864" y="62668"/>
                </a:lnTo>
                <a:lnTo>
                  <a:pt x="1958061" y="62979"/>
                </a:lnTo>
                <a:lnTo>
                  <a:pt x="1958252" y="63298"/>
                </a:lnTo>
                <a:lnTo>
                  <a:pt x="1958436" y="63625"/>
                </a:lnTo>
                <a:lnTo>
                  <a:pt x="1958614" y="63959"/>
                </a:lnTo>
                <a:lnTo>
                  <a:pt x="1958786" y="64302"/>
                </a:lnTo>
                <a:lnTo>
                  <a:pt x="1958950" y="64653"/>
                </a:lnTo>
                <a:lnTo>
                  <a:pt x="1959108" y="65013"/>
                </a:lnTo>
                <a:lnTo>
                  <a:pt x="1959259" y="65383"/>
                </a:lnTo>
                <a:lnTo>
                  <a:pt x="1959402" y="65763"/>
                </a:lnTo>
                <a:lnTo>
                  <a:pt x="1959539" y="66151"/>
                </a:lnTo>
                <a:lnTo>
                  <a:pt x="1959669" y="66550"/>
                </a:lnTo>
                <a:lnTo>
                  <a:pt x="1959791" y="66957"/>
                </a:lnTo>
                <a:lnTo>
                  <a:pt x="1959907" y="67374"/>
                </a:lnTo>
                <a:lnTo>
                  <a:pt x="1960016" y="67800"/>
                </a:lnTo>
                <a:lnTo>
                  <a:pt x="1960117" y="68236"/>
                </a:lnTo>
                <a:lnTo>
                  <a:pt x="1960212" y="68681"/>
                </a:lnTo>
                <a:lnTo>
                  <a:pt x="1960299" y="69135"/>
                </a:lnTo>
                <a:lnTo>
                  <a:pt x="1960380" y="69599"/>
                </a:lnTo>
                <a:lnTo>
                  <a:pt x="1960454" y="70073"/>
                </a:lnTo>
                <a:lnTo>
                  <a:pt x="1960520" y="70555"/>
                </a:lnTo>
                <a:lnTo>
                  <a:pt x="1960580" y="71047"/>
                </a:lnTo>
                <a:lnTo>
                  <a:pt x="1960632" y="71549"/>
                </a:lnTo>
                <a:lnTo>
                  <a:pt x="1960678" y="72059"/>
                </a:lnTo>
                <a:lnTo>
                  <a:pt x="1960716" y="72580"/>
                </a:lnTo>
                <a:lnTo>
                  <a:pt x="1960748" y="73109"/>
                </a:lnTo>
                <a:lnTo>
                  <a:pt x="1960772" y="73648"/>
                </a:lnTo>
                <a:lnTo>
                  <a:pt x="1960790" y="74197"/>
                </a:lnTo>
                <a:lnTo>
                  <a:pt x="1960800" y="74754"/>
                </a:lnTo>
                <a:lnTo>
                  <a:pt x="1960804" y="75321"/>
                </a:lnTo>
                <a:lnTo>
                  <a:pt x="1960804" y="132721"/>
                </a:lnTo>
                <a:lnTo>
                  <a:pt x="1975820" y="132721"/>
                </a:lnTo>
                <a:lnTo>
                  <a:pt x="1975820" y="75483"/>
                </a:lnTo>
                <a:lnTo>
                  <a:pt x="1975816" y="74768"/>
                </a:lnTo>
                <a:lnTo>
                  <a:pt x="1975806" y="74061"/>
                </a:lnTo>
                <a:lnTo>
                  <a:pt x="1975790" y="73364"/>
                </a:lnTo>
                <a:lnTo>
                  <a:pt x="1975766" y="72676"/>
                </a:lnTo>
                <a:lnTo>
                  <a:pt x="1975736" y="71998"/>
                </a:lnTo>
                <a:lnTo>
                  <a:pt x="1975699" y="71328"/>
                </a:lnTo>
                <a:lnTo>
                  <a:pt x="1975655" y="70667"/>
                </a:lnTo>
                <a:lnTo>
                  <a:pt x="1975605" y="70016"/>
                </a:lnTo>
                <a:lnTo>
                  <a:pt x="1975547" y="69373"/>
                </a:lnTo>
                <a:lnTo>
                  <a:pt x="1975483" y="68740"/>
                </a:lnTo>
                <a:lnTo>
                  <a:pt x="1975413" y="68116"/>
                </a:lnTo>
                <a:lnTo>
                  <a:pt x="1975335" y="67501"/>
                </a:lnTo>
                <a:lnTo>
                  <a:pt x="1975251" y="66895"/>
                </a:lnTo>
                <a:lnTo>
                  <a:pt x="1975161" y="66298"/>
                </a:lnTo>
                <a:lnTo>
                  <a:pt x="1975063" y="65710"/>
                </a:lnTo>
                <a:lnTo>
                  <a:pt x="1974959" y="65131"/>
                </a:lnTo>
                <a:lnTo>
                  <a:pt x="1974848" y="64562"/>
                </a:lnTo>
                <a:lnTo>
                  <a:pt x="1974730" y="64002"/>
                </a:lnTo>
                <a:lnTo>
                  <a:pt x="1974605" y="63450"/>
                </a:lnTo>
                <a:lnTo>
                  <a:pt x="1974474" y="62908"/>
                </a:lnTo>
                <a:lnTo>
                  <a:pt x="1974336" y="62375"/>
                </a:lnTo>
                <a:lnTo>
                  <a:pt x="1974192" y="61851"/>
                </a:lnTo>
                <a:lnTo>
                  <a:pt x="1974040" y="61336"/>
                </a:lnTo>
                <a:lnTo>
                  <a:pt x="1973882" y="60830"/>
                </a:lnTo>
                <a:lnTo>
                  <a:pt x="1973718" y="60333"/>
                </a:lnTo>
                <a:lnTo>
                  <a:pt x="1973547" y="59843"/>
                </a:lnTo>
                <a:lnTo>
                  <a:pt x="1973371" y="59361"/>
                </a:lnTo>
                <a:lnTo>
                  <a:pt x="1973188" y="58887"/>
                </a:lnTo>
                <a:lnTo>
                  <a:pt x="1973000" y="58421"/>
                </a:lnTo>
                <a:lnTo>
                  <a:pt x="1972805" y="57962"/>
                </a:lnTo>
                <a:lnTo>
                  <a:pt x="1972604" y="57511"/>
                </a:lnTo>
                <a:lnTo>
                  <a:pt x="1972398" y="57067"/>
                </a:lnTo>
                <a:lnTo>
                  <a:pt x="1972185" y="56632"/>
                </a:lnTo>
                <a:lnTo>
                  <a:pt x="1971966" y="56204"/>
                </a:lnTo>
                <a:lnTo>
                  <a:pt x="1971742" y="55783"/>
                </a:lnTo>
                <a:lnTo>
                  <a:pt x="1971511" y="55371"/>
                </a:lnTo>
                <a:lnTo>
                  <a:pt x="1971274" y="54966"/>
                </a:lnTo>
                <a:lnTo>
                  <a:pt x="1971031" y="54569"/>
                </a:lnTo>
                <a:lnTo>
                  <a:pt x="1970782" y="54180"/>
                </a:lnTo>
                <a:lnTo>
                  <a:pt x="1970527" y="53798"/>
                </a:lnTo>
                <a:lnTo>
                  <a:pt x="1970267" y="53424"/>
                </a:lnTo>
                <a:lnTo>
                  <a:pt x="1970000" y="53058"/>
                </a:lnTo>
                <a:lnTo>
                  <a:pt x="1969727" y="52699"/>
                </a:lnTo>
                <a:lnTo>
                  <a:pt x="1969448" y="52348"/>
                </a:lnTo>
                <a:lnTo>
                  <a:pt x="1969163" y="52005"/>
                </a:lnTo>
                <a:lnTo>
                  <a:pt x="1968872" y="51669"/>
                </a:lnTo>
                <a:lnTo>
                  <a:pt x="1968575" y="51342"/>
                </a:lnTo>
                <a:lnTo>
                  <a:pt x="1968272" y="51022"/>
                </a:lnTo>
                <a:lnTo>
                  <a:pt x="1967963" y="50709"/>
                </a:lnTo>
                <a:lnTo>
                  <a:pt x="1967649" y="50404"/>
                </a:lnTo>
                <a:lnTo>
                  <a:pt x="1967330" y="50105"/>
                </a:lnTo>
                <a:lnTo>
                  <a:pt x="1967006" y="49814"/>
                </a:lnTo>
                <a:lnTo>
                  <a:pt x="1966676" y="49530"/>
                </a:lnTo>
                <a:lnTo>
                  <a:pt x="1966342" y="49253"/>
                </a:lnTo>
                <a:lnTo>
                  <a:pt x="1966002" y="48983"/>
                </a:lnTo>
                <a:lnTo>
                  <a:pt x="1965657" y="48721"/>
                </a:lnTo>
                <a:lnTo>
                  <a:pt x="1965307" y="48465"/>
                </a:lnTo>
                <a:lnTo>
                  <a:pt x="1964951" y="48217"/>
                </a:lnTo>
                <a:lnTo>
                  <a:pt x="1964591" y="47976"/>
                </a:lnTo>
                <a:lnTo>
                  <a:pt x="1964225" y="47742"/>
                </a:lnTo>
                <a:lnTo>
                  <a:pt x="1963854" y="47515"/>
                </a:lnTo>
                <a:lnTo>
                  <a:pt x="1963478" y="47295"/>
                </a:lnTo>
                <a:lnTo>
                  <a:pt x="1963097" y="47083"/>
                </a:lnTo>
                <a:lnTo>
                  <a:pt x="1962710" y="46877"/>
                </a:lnTo>
                <a:lnTo>
                  <a:pt x="1962318" y="46679"/>
                </a:lnTo>
                <a:lnTo>
                  <a:pt x="1961922" y="46488"/>
                </a:lnTo>
                <a:lnTo>
                  <a:pt x="1961520" y="46304"/>
                </a:lnTo>
                <a:lnTo>
                  <a:pt x="1961112" y="46127"/>
                </a:lnTo>
                <a:lnTo>
                  <a:pt x="1960700" y="45958"/>
                </a:lnTo>
                <a:lnTo>
                  <a:pt x="1960282" y="45795"/>
                </a:lnTo>
                <a:lnTo>
                  <a:pt x="1959860" y="45640"/>
                </a:lnTo>
                <a:lnTo>
                  <a:pt x="1959432" y="45492"/>
                </a:lnTo>
                <a:lnTo>
                  <a:pt x="1958999" y="45350"/>
                </a:lnTo>
                <a:lnTo>
                  <a:pt x="1958561" y="45214"/>
                </a:lnTo>
                <a:lnTo>
                  <a:pt x="1958120" y="45085"/>
                </a:lnTo>
                <a:lnTo>
                  <a:pt x="1957673" y="44961"/>
                </a:lnTo>
                <a:lnTo>
                  <a:pt x="1957223" y="44844"/>
                </a:lnTo>
                <a:lnTo>
                  <a:pt x="1956767" y="44732"/>
                </a:lnTo>
                <a:lnTo>
                  <a:pt x="1956308" y="44627"/>
                </a:lnTo>
                <a:lnTo>
                  <a:pt x="1955844" y="44527"/>
                </a:lnTo>
                <a:lnTo>
                  <a:pt x="1955375" y="44434"/>
                </a:lnTo>
                <a:lnTo>
                  <a:pt x="1954902" y="44346"/>
                </a:lnTo>
                <a:lnTo>
                  <a:pt x="1954424" y="44265"/>
                </a:lnTo>
                <a:lnTo>
                  <a:pt x="1953942" y="44190"/>
                </a:lnTo>
                <a:lnTo>
                  <a:pt x="1953455" y="44120"/>
                </a:lnTo>
                <a:lnTo>
                  <a:pt x="1952964" y="44057"/>
                </a:lnTo>
                <a:lnTo>
                  <a:pt x="1952469" y="44000"/>
                </a:lnTo>
                <a:lnTo>
                  <a:pt x="1951968" y="43949"/>
                </a:lnTo>
                <a:lnTo>
                  <a:pt x="1951464" y="43904"/>
                </a:lnTo>
                <a:lnTo>
                  <a:pt x="1950955" y="43864"/>
                </a:lnTo>
                <a:lnTo>
                  <a:pt x="1950441" y="43831"/>
                </a:lnTo>
                <a:lnTo>
                  <a:pt x="1949923" y="43804"/>
                </a:lnTo>
                <a:lnTo>
                  <a:pt x="1949401" y="43783"/>
                </a:lnTo>
                <a:lnTo>
                  <a:pt x="1948874" y="43768"/>
                </a:lnTo>
                <a:lnTo>
                  <a:pt x="1948342" y="43759"/>
                </a:lnTo>
                <a:lnTo>
                  <a:pt x="1947806" y="43756"/>
                </a:lnTo>
                <a:lnTo>
                  <a:pt x="1947150" y="43761"/>
                </a:lnTo>
                <a:lnTo>
                  <a:pt x="1946498" y="43777"/>
                </a:lnTo>
                <a:lnTo>
                  <a:pt x="1945851" y="43804"/>
                </a:lnTo>
                <a:lnTo>
                  <a:pt x="1945208" y="43842"/>
                </a:lnTo>
                <a:lnTo>
                  <a:pt x="1944571" y="43891"/>
                </a:lnTo>
                <a:lnTo>
                  <a:pt x="1943939" y="43950"/>
                </a:lnTo>
                <a:lnTo>
                  <a:pt x="1943311" y="44020"/>
                </a:lnTo>
                <a:lnTo>
                  <a:pt x="1942689" y="44101"/>
                </a:lnTo>
                <a:lnTo>
                  <a:pt x="1942071" y="44193"/>
                </a:lnTo>
                <a:lnTo>
                  <a:pt x="1941459" y="44295"/>
                </a:lnTo>
                <a:lnTo>
                  <a:pt x="1940851" y="44409"/>
                </a:lnTo>
                <a:lnTo>
                  <a:pt x="1940248" y="44533"/>
                </a:lnTo>
                <a:lnTo>
                  <a:pt x="1939650" y="44668"/>
                </a:lnTo>
                <a:lnTo>
                  <a:pt x="1939057" y="44813"/>
                </a:lnTo>
                <a:lnTo>
                  <a:pt x="1938469" y="44970"/>
                </a:lnTo>
                <a:lnTo>
                  <a:pt x="1937886" y="45137"/>
                </a:lnTo>
                <a:lnTo>
                  <a:pt x="1937307" y="45315"/>
                </a:lnTo>
                <a:lnTo>
                  <a:pt x="1936734" y="45504"/>
                </a:lnTo>
                <a:lnTo>
                  <a:pt x="1936165" y="45704"/>
                </a:lnTo>
                <a:lnTo>
                  <a:pt x="1935602" y="45914"/>
                </a:lnTo>
                <a:lnTo>
                  <a:pt x="1935043" y="46136"/>
                </a:lnTo>
                <a:lnTo>
                  <a:pt x="1934489" y="46368"/>
                </a:lnTo>
                <a:lnTo>
                  <a:pt x="1933940" y="46610"/>
                </a:lnTo>
                <a:lnTo>
                  <a:pt x="1933396" y="46864"/>
                </a:lnTo>
                <a:lnTo>
                  <a:pt x="1932858" y="47127"/>
                </a:lnTo>
                <a:lnTo>
                  <a:pt x="1932325" y="47400"/>
                </a:lnTo>
                <a:lnTo>
                  <a:pt x="1931800" y="47681"/>
                </a:lnTo>
                <a:lnTo>
                  <a:pt x="1931280" y="47971"/>
                </a:lnTo>
                <a:lnTo>
                  <a:pt x="1930767" y="48269"/>
                </a:lnTo>
                <a:lnTo>
                  <a:pt x="1930260" y="48577"/>
                </a:lnTo>
                <a:lnTo>
                  <a:pt x="1929760" y="48893"/>
                </a:lnTo>
                <a:lnTo>
                  <a:pt x="1929265" y="49219"/>
                </a:lnTo>
                <a:lnTo>
                  <a:pt x="1928777" y="49553"/>
                </a:lnTo>
                <a:lnTo>
                  <a:pt x="1928296" y="49896"/>
                </a:lnTo>
                <a:lnTo>
                  <a:pt x="1927820" y="50247"/>
                </a:lnTo>
                <a:lnTo>
                  <a:pt x="1927351" y="50608"/>
                </a:lnTo>
                <a:lnTo>
                  <a:pt x="1926889" y="50977"/>
                </a:lnTo>
                <a:lnTo>
                  <a:pt x="1926432" y="51355"/>
                </a:lnTo>
                <a:lnTo>
                  <a:pt x="1925982" y="51742"/>
                </a:lnTo>
                <a:lnTo>
                  <a:pt x="1925538" y="52138"/>
                </a:lnTo>
                <a:lnTo>
                  <a:pt x="1925101" y="52543"/>
                </a:lnTo>
                <a:lnTo>
                  <a:pt x="1924670" y="52957"/>
                </a:lnTo>
                <a:lnTo>
                  <a:pt x="1924245" y="53379"/>
                </a:lnTo>
                <a:lnTo>
                  <a:pt x="1923826" y="53810"/>
                </a:lnTo>
                <a:lnTo>
                  <a:pt x="1923414" y="54250"/>
                </a:lnTo>
                <a:lnTo>
                  <a:pt x="1923008" y="54699"/>
                </a:lnTo>
                <a:lnTo>
                  <a:pt x="1922608" y="55157"/>
                </a:lnTo>
                <a:lnTo>
                  <a:pt x="1922215" y="55623"/>
                </a:lnTo>
                <a:lnTo>
                  <a:pt x="1921828" y="56098"/>
                </a:lnTo>
                <a:lnTo>
                  <a:pt x="1921717" y="56239"/>
                </a:lnTo>
                <a:lnTo>
                  <a:pt x="1921246" y="45370"/>
                </a:lnTo>
                <a:lnTo>
                  <a:pt x="1907118" y="45370"/>
                </a:lnTo>
                <a:lnTo>
                  <a:pt x="1907118" y="132721"/>
                </a:lnTo>
                <a:lnTo>
                  <a:pt x="1922053" y="132721"/>
                </a:lnTo>
                <a:lnTo>
                  <a:pt x="1922053" y="70412"/>
                </a:lnTo>
                <a:lnTo>
                  <a:pt x="1922084" y="70351"/>
                </a:lnTo>
                <a:lnTo>
                  <a:pt x="1922288" y="69953"/>
                </a:lnTo>
                <a:lnTo>
                  <a:pt x="1922497" y="69559"/>
                </a:lnTo>
                <a:close/>
                <a:moveTo>
                  <a:pt x="1680813" y="124395"/>
                </a:moveTo>
                <a:lnTo>
                  <a:pt x="1680859" y="124748"/>
                </a:lnTo>
                <a:lnTo>
                  <a:pt x="1680907" y="125103"/>
                </a:lnTo>
                <a:lnTo>
                  <a:pt x="1680957" y="125459"/>
                </a:lnTo>
                <a:lnTo>
                  <a:pt x="1681010" y="125818"/>
                </a:lnTo>
                <a:lnTo>
                  <a:pt x="1681065" y="126175"/>
                </a:lnTo>
                <a:lnTo>
                  <a:pt x="1681121" y="126526"/>
                </a:lnTo>
                <a:lnTo>
                  <a:pt x="1681179" y="126871"/>
                </a:lnTo>
                <a:lnTo>
                  <a:pt x="1681239" y="127210"/>
                </a:lnTo>
                <a:lnTo>
                  <a:pt x="1681300" y="127543"/>
                </a:lnTo>
                <a:lnTo>
                  <a:pt x="1681363" y="127869"/>
                </a:lnTo>
                <a:lnTo>
                  <a:pt x="1681428" y="128190"/>
                </a:lnTo>
                <a:lnTo>
                  <a:pt x="1681494" y="128505"/>
                </a:lnTo>
                <a:lnTo>
                  <a:pt x="1681562" y="128814"/>
                </a:lnTo>
                <a:lnTo>
                  <a:pt x="1681632" y="129116"/>
                </a:lnTo>
                <a:lnTo>
                  <a:pt x="1681704" y="129413"/>
                </a:lnTo>
                <a:lnTo>
                  <a:pt x="1681777" y="129703"/>
                </a:lnTo>
                <a:lnTo>
                  <a:pt x="1681852" y="129988"/>
                </a:lnTo>
                <a:lnTo>
                  <a:pt x="1681928" y="130267"/>
                </a:lnTo>
                <a:lnTo>
                  <a:pt x="1682006" y="130539"/>
                </a:lnTo>
                <a:lnTo>
                  <a:pt x="1682086" y="130806"/>
                </a:lnTo>
                <a:lnTo>
                  <a:pt x="1682168" y="131066"/>
                </a:lnTo>
                <a:lnTo>
                  <a:pt x="1682251" y="131321"/>
                </a:lnTo>
                <a:lnTo>
                  <a:pt x="1682336" y="131569"/>
                </a:lnTo>
                <a:lnTo>
                  <a:pt x="1682423" y="131811"/>
                </a:lnTo>
                <a:lnTo>
                  <a:pt x="1682511" y="132048"/>
                </a:lnTo>
                <a:lnTo>
                  <a:pt x="1682601" y="132278"/>
                </a:lnTo>
                <a:lnTo>
                  <a:pt x="1682693" y="132502"/>
                </a:lnTo>
                <a:lnTo>
                  <a:pt x="1682786" y="132721"/>
                </a:lnTo>
                <a:lnTo>
                  <a:pt x="1698367" y="132721"/>
                </a:lnTo>
                <a:lnTo>
                  <a:pt x="1698367" y="131429"/>
                </a:lnTo>
                <a:lnTo>
                  <a:pt x="1698240" y="131131"/>
                </a:lnTo>
                <a:lnTo>
                  <a:pt x="1698117" y="130827"/>
                </a:lnTo>
                <a:lnTo>
                  <a:pt x="1697995" y="130520"/>
                </a:lnTo>
                <a:lnTo>
                  <a:pt x="1697877" y="130207"/>
                </a:lnTo>
                <a:lnTo>
                  <a:pt x="1697761" y="129889"/>
                </a:lnTo>
                <a:lnTo>
                  <a:pt x="1697648" y="129567"/>
                </a:lnTo>
                <a:lnTo>
                  <a:pt x="1697537" y="129240"/>
                </a:lnTo>
                <a:lnTo>
                  <a:pt x="1697430" y="128908"/>
                </a:lnTo>
                <a:lnTo>
                  <a:pt x="1697324" y="128572"/>
                </a:lnTo>
                <a:lnTo>
                  <a:pt x="1697222" y="128231"/>
                </a:lnTo>
                <a:lnTo>
                  <a:pt x="1697122" y="127885"/>
                </a:lnTo>
                <a:lnTo>
                  <a:pt x="1697025" y="127534"/>
                </a:lnTo>
                <a:lnTo>
                  <a:pt x="1696930" y="127178"/>
                </a:lnTo>
                <a:lnTo>
                  <a:pt x="1696838" y="126818"/>
                </a:lnTo>
                <a:lnTo>
                  <a:pt x="1696749" y="126453"/>
                </a:lnTo>
                <a:lnTo>
                  <a:pt x="1696663" y="126083"/>
                </a:lnTo>
                <a:lnTo>
                  <a:pt x="1696579" y="125708"/>
                </a:lnTo>
                <a:lnTo>
                  <a:pt x="1696497" y="125329"/>
                </a:lnTo>
                <a:lnTo>
                  <a:pt x="1696419" y="124945"/>
                </a:lnTo>
                <a:lnTo>
                  <a:pt x="1696343" y="124556"/>
                </a:lnTo>
                <a:lnTo>
                  <a:pt x="1696270" y="124162"/>
                </a:lnTo>
                <a:lnTo>
                  <a:pt x="1696199" y="123764"/>
                </a:lnTo>
                <a:lnTo>
                  <a:pt x="1696131" y="123360"/>
                </a:lnTo>
                <a:lnTo>
                  <a:pt x="1696066" y="122952"/>
                </a:lnTo>
                <a:lnTo>
                  <a:pt x="1696004" y="122543"/>
                </a:lnTo>
                <a:lnTo>
                  <a:pt x="1695944" y="122136"/>
                </a:lnTo>
                <a:lnTo>
                  <a:pt x="1695886" y="121730"/>
                </a:lnTo>
                <a:lnTo>
                  <a:pt x="1695832" y="121327"/>
                </a:lnTo>
                <a:lnTo>
                  <a:pt x="1695780" y="120925"/>
                </a:lnTo>
                <a:lnTo>
                  <a:pt x="1695731" y="120525"/>
                </a:lnTo>
                <a:lnTo>
                  <a:pt x="1695684" y="120128"/>
                </a:lnTo>
                <a:lnTo>
                  <a:pt x="1695640" y="119732"/>
                </a:lnTo>
                <a:lnTo>
                  <a:pt x="1695599" y="119338"/>
                </a:lnTo>
                <a:lnTo>
                  <a:pt x="1695560" y="118947"/>
                </a:lnTo>
                <a:lnTo>
                  <a:pt x="1695524" y="118557"/>
                </a:lnTo>
                <a:lnTo>
                  <a:pt x="1695491" y="118169"/>
                </a:lnTo>
                <a:lnTo>
                  <a:pt x="1695460" y="117783"/>
                </a:lnTo>
                <a:lnTo>
                  <a:pt x="1695432" y="117399"/>
                </a:lnTo>
                <a:lnTo>
                  <a:pt x="1695407" y="117017"/>
                </a:lnTo>
                <a:lnTo>
                  <a:pt x="1695384" y="116637"/>
                </a:lnTo>
                <a:lnTo>
                  <a:pt x="1695364" y="116259"/>
                </a:lnTo>
                <a:lnTo>
                  <a:pt x="1695347" y="115883"/>
                </a:lnTo>
                <a:lnTo>
                  <a:pt x="1695332" y="115509"/>
                </a:lnTo>
                <a:lnTo>
                  <a:pt x="1695320" y="115137"/>
                </a:lnTo>
                <a:lnTo>
                  <a:pt x="1695311" y="114767"/>
                </a:lnTo>
                <a:lnTo>
                  <a:pt x="1695304" y="114399"/>
                </a:lnTo>
                <a:lnTo>
                  <a:pt x="1695300" y="114033"/>
                </a:lnTo>
                <a:lnTo>
                  <a:pt x="1695299" y="113668"/>
                </a:lnTo>
                <a:lnTo>
                  <a:pt x="1695299" y="72980"/>
                </a:lnTo>
                <a:lnTo>
                  <a:pt x="1695292" y="72172"/>
                </a:lnTo>
                <a:lnTo>
                  <a:pt x="1695270" y="71375"/>
                </a:lnTo>
                <a:lnTo>
                  <a:pt x="1695234" y="70589"/>
                </a:lnTo>
                <a:lnTo>
                  <a:pt x="1695184" y="69815"/>
                </a:lnTo>
                <a:lnTo>
                  <a:pt x="1695119" y="69052"/>
                </a:lnTo>
                <a:lnTo>
                  <a:pt x="1695039" y="68300"/>
                </a:lnTo>
                <a:lnTo>
                  <a:pt x="1694945" y="67560"/>
                </a:lnTo>
                <a:lnTo>
                  <a:pt x="1694837" y="66831"/>
                </a:lnTo>
                <a:lnTo>
                  <a:pt x="1694714" y="66114"/>
                </a:lnTo>
                <a:lnTo>
                  <a:pt x="1694577" y="65408"/>
                </a:lnTo>
                <a:lnTo>
                  <a:pt x="1694426" y="64713"/>
                </a:lnTo>
                <a:lnTo>
                  <a:pt x="1694260" y="64029"/>
                </a:lnTo>
                <a:lnTo>
                  <a:pt x="1694079" y="63357"/>
                </a:lnTo>
                <a:lnTo>
                  <a:pt x="1693884" y="62696"/>
                </a:lnTo>
                <a:lnTo>
                  <a:pt x="1693675" y="62047"/>
                </a:lnTo>
                <a:lnTo>
                  <a:pt x="1693451" y="61409"/>
                </a:lnTo>
                <a:lnTo>
                  <a:pt x="1693213" y="60782"/>
                </a:lnTo>
                <a:lnTo>
                  <a:pt x="1692960" y="60167"/>
                </a:lnTo>
                <a:lnTo>
                  <a:pt x="1692693" y="59563"/>
                </a:lnTo>
                <a:lnTo>
                  <a:pt x="1692412" y="58970"/>
                </a:lnTo>
                <a:lnTo>
                  <a:pt x="1692116" y="58389"/>
                </a:lnTo>
                <a:lnTo>
                  <a:pt x="1691806" y="57819"/>
                </a:lnTo>
                <a:lnTo>
                  <a:pt x="1691481" y="57260"/>
                </a:lnTo>
                <a:lnTo>
                  <a:pt x="1691142" y="56713"/>
                </a:lnTo>
                <a:lnTo>
                  <a:pt x="1690790" y="56177"/>
                </a:lnTo>
                <a:lnTo>
                  <a:pt x="1690427" y="55653"/>
                </a:lnTo>
                <a:lnTo>
                  <a:pt x="1690053" y="55139"/>
                </a:lnTo>
                <a:lnTo>
                  <a:pt x="1689668" y="54638"/>
                </a:lnTo>
                <a:lnTo>
                  <a:pt x="1689273" y="54147"/>
                </a:lnTo>
                <a:lnTo>
                  <a:pt x="1688866" y="53668"/>
                </a:lnTo>
                <a:lnTo>
                  <a:pt x="1688448" y="53200"/>
                </a:lnTo>
                <a:lnTo>
                  <a:pt x="1688020" y="52744"/>
                </a:lnTo>
                <a:lnTo>
                  <a:pt x="1687581" y="52299"/>
                </a:lnTo>
                <a:lnTo>
                  <a:pt x="1687130" y="51865"/>
                </a:lnTo>
                <a:lnTo>
                  <a:pt x="1686669" y="51443"/>
                </a:lnTo>
                <a:lnTo>
                  <a:pt x="1686197" y="51032"/>
                </a:lnTo>
                <a:lnTo>
                  <a:pt x="1685714" y="50632"/>
                </a:lnTo>
                <a:lnTo>
                  <a:pt x="1685220" y="50244"/>
                </a:lnTo>
                <a:lnTo>
                  <a:pt x="1684715" y="49867"/>
                </a:lnTo>
                <a:lnTo>
                  <a:pt x="1684199" y="49501"/>
                </a:lnTo>
                <a:lnTo>
                  <a:pt x="1683672" y="49147"/>
                </a:lnTo>
                <a:lnTo>
                  <a:pt x="1683134" y="48804"/>
                </a:lnTo>
                <a:lnTo>
                  <a:pt x="1682585" y="48472"/>
                </a:lnTo>
                <a:lnTo>
                  <a:pt x="1682026" y="48152"/>
                </a:lnTo>
                <a:lnTo>
                  <a:pt x="1681455" y="47843"/>
                </a:lnTo>
                <a:lnTo>
                  <a:pt x="1680874" y="47546"/>
                </a:lnTo>
                <a:lnTo>
                  <a:pt x="1680281" y="47260"/>
                </a:lnTo>
                <a:lnTo>
                  <a:pt x="1679678" y="46985"/>
                </a:lnTo>
                <a:lnTo>
                  <a:pt x="1679065" y="46722"/>
                </a:lnTo>
                <a:lnTo>
                  <a:pt x="1678445" y="46469"/>
                </a:lnTo>
                <a:lnTo>
                  <a:pt x="1677817" y="46228"/>
                </a:lnTo>
                <a:lnTo>
                  <a:pt x="1677181" y="45998"/>
                </a:lnTo>
                <a:lnTo>
                  <a:pt x="1676537" y="45780"/>
                </a:lnTo>
                <a:lnTo>
                  <a:pt x="1675886" y="45572"/>
                </a:lnTo>
                <a:lnTo>
                  <a:pt x="1675227" y="45376"/>
                </a:lnTo>
                <a:lnTo>
                  <a:pt x="1674560" y="45191"/>
                </a:lnTo>
                <a:lnTo>
                  <a:pt x="1673886" y="45017"/>
                </a:lnTo>
                <a:lnTo>
                  <a:pt x="1673204" y="44855"/>
                </a:lnTo>
                <a:lnTo>
                  <a:pt x="1672514" y="44703"/>
                </a:lnTo>
                <a:lnTo>
                  <a:pt x="1671817" y="44563"/>
                </a:lnTo>
                <a:lnTo>
                  <a:pt x="1671112" y="44434"/>
                </a:lnTo>
                <a:lnTo>
                  <a:pt x="1670399" y="44316"/>
                </a:lnTo>
                <a:lnTo>
                  <a:pt x="1669678" y="44210"/>
                </a:lnTo>
                <a:lnTo>
                  <a:pt x="1668950" y="44115"/>
                </a:lnTo>
                <a:lnTo>
                  <a:pt x="1668214" y="44031"/>
                </a:lnTo>
                <a:lnTo>
                  <a:pt x="1667470" y="43958"/>
                </a:lnTo>
                <a:lnTo>
                  <a:pt x="1666718" y="43896"/>
                </a:lnTo>
                <a:lnTo>
                  <a:pt x="1665959" y="43846"/>
                </a:lnTo>
                <a:lnTo>
                  <a:pt x="1665192" y="43806"/>
                </a:lnTo>
                <a:lnTo>
                  <a:pt x="1664418" y="43778"/>
                </a:lnTo>
                <a:lnTo>
                  <a:pt x="1663636" y="43761"/>
                </a:lnTo>
                <a:lnTo>
                  <a:pt x="1662846" y="43756"/>
                </a:lnTo>
                <a:lnTo>
                  <a:pt x="1662189" y="43760"/>
                </a:lnTo>
                <a:lnTo>
                  <a:pt x="1661537" y="43771"/>
                </a:lnTo>
                <a:lnTo>
                  <a:pt x="1660891" y="43791"/>
                </a:lnTo>
                <a:lnTo>
                  <a:pt x="1660250" y="43818"/>
                </a:lnTo>
                <a:lnTo>
                  <a:pt x="1659614" y="43852"/>
                </a:lnTo>
                <a:lnTo>
                  <a:pt x="1658983" y="43895"/>
                </a:lnTo>
                <a:lnTo>
                  <a:pt x="1658358" y="43945"/>
                </a:lnTo>
                <a:lnTo>
                  <a:pt x="1657737" y="44003"/>
                </a:lnTo>
                <a:lnTo>
                  <a:pt x="1657122" y="44068"/>
                </a:lnTo>
                <a:lnTo>
                  <a:pt x="1656512" y="44141"/>
                </a:lnTo>
                <a:lnTo>
                  <a:pt x="1655907" y="44222"/>
                </a:lnTo>
                <a:lnTo>
                  <a:pt x="1655307" y="44311"/>
                </a:lnTo>
                <a:lnTo>
                  <a:pt x="1654713" y="44407"/>
                </a:lnTo>
                <a:lnTo>
                  <a:pt x="1654124" y="44511"/>
                </a:lnTo>
                <a:lnTo>
                  <a:pt x="1653539" y="44623"/>
                </a:lnTo>
                <a:lnTo>
                  <a:pt x="1652961" y="44743"/>
                </a:lnTo>
                <a:lnTo>
                  <a:pt x="1652387" y="44870"/>
                </a:lnTo>
                <a:lnTo>
                  <a:pt x="1651818" y="45005"/>
                </a:lnTo>
                <a:lnTo>
                  <a:pt x="1651255" y="45147"/>
                </a:lnTo>
                <a:lnTo>
                  <a:pt x="1650697" y="45298"/>
                </a:lnTo>
                <a:lnTo>
                  <a:pt x="1650144" y="45456"/>
                </a:lnTo>
                <a:lnTo>
                  <a:pt x="1649596" y="45621"/>
                </a:lnTo>
                <a:lnTo>
                  <a:pt x="1649053" y="45795"/>
                </a:lnTo>
                <a:lnTo>
                  <a:pt x="1648516" y="45976"/>
                </a:lnTo>
                <a:lnTo>
                  <a:pt x="1647984" y="46164"/>
                </a:lnTo>
                <a:lnTo>
                  <a:pt x="1647459" y="46357"/>
                </a:lnTo>
                <a:lnTo>
                  <a:pt x="1646940" y="46555"/>
                </a:lnTo>
                <a:lnTo>
                  <a:pt x="1646428" y="46759"/>
                </a:lnTo>
                <a:lnTo>
                  <a:pt x="1645922" y="46968"/>
                </a:lnTo>
                <a:lnTo>
                  <a:pt x="1645423" y="47182"/>
                </a:lnTo>
                <a:lnTo>
                  <a:pt x="1644930" y="47401"/>
                </a:lnTo>
                <a:lnTo>
                  <a:pt x="1644443" y="47626"/>
                </a:lnTo>
                <a:lnTo>
                  <a:pt x="1643963" y="47857"/>
                </a:lnTo>
                <a:lnTo>
                  <a:pt x="1643490" y="48092"/>
                </a:lnTo>
                <a:lnTo>
                  <a:pt x="1643023" y="48333"/>
                </a:lnTo>
                <a:lnTo>
                  <a:pt x="1642562" y="48580"/>
                </a:lnTo>
                <a:lnTo>
                  <a:pt x="1642108" y="48831"/>
                </a:lnTo>
                <a:lnTo>
                  <a:pt x="1641660" y="49088"/>
                </a:lnTo>
                <a:lnTo>
                  <a:pt x="1641219" y="49350"/>
                </a:lnTo>
                <a:lnTo>
                  <a:pt x="1640784" y="49618"/>
                </a:lnTo>
                <a:lnTo>
                  <a:pt x="1640355" y="49891"/>
                </a:lnTo>
                <a:lnTo>
                  <a:pt x="1639933" y="50169"/>
                </a:lnTo>
                <a:lnTo>
                  <a:pt x="1639518" y="50452"/>
                </a:lnTo>
                <a:lnTo>
                  <a:pt x="1639109" y="50741"/>
                </a:lnTo>
                <a:lnTo>
                  <a:pt x="1638706" y="51035"/>
                </a:lnTo>
                <a:lnTo>
                  <a:pt x="1638310" y="51335"/>
                </a:lnTo>
                <a:lnTo>
                  <a:pt x="1637920" y="51640"/>
                </a:lnTo>
                <a:lnTo>
                  <a:pt x="1637537" y="51950"/>
                </a:lnTo>
                <a:lnTo>
                  <a:pt x="1637160" y="52264"/>
                </a:lnTo>
                <a:lnTo>
                  <a:pt x="1636791" y="52582"/>
                </a:lnTo>
                <a:lnTo>
                  <a:pt x="1636430" y="52902"/>
                </a:lnTo>
                <a:lnTo>
                  <a:pt x="1636076" y="53225"/>
                </a:lnTo>
                <a:lnTo>
                  <a:pt x="1635729" y="53551"/>
                </a:lnTo>
                <a:lnTo>
                  <a:pt x="1635390" y="53880"/>
                </a:lnTo>
                <a:lnTo>
                  <a:pt x="1635058" y="54212"/>
                </a:lnTo>
                <a:lnTo>
                  <a:pt x="1634733" y="54547"/>
                </a:lnTo>
                <a:lnTo>
                  <a:pt x="1634416" y="54885"/>
                </a:lnTo>
                <a:lnTo>
                  <a:pt x="1634107" y="55225"/>
                </a:lnTo>
                <a:lnTo>
                  <a:pt x="1633805" y="55569"/>
                </a:lnTo>
                <a:lnTo>
                  <a:pt x="1633510" y="55916"/>
                </a:lnTo>
                <a:lnTo>
                  <a:pt x="1633223" y="56265"/>
                </a:lnTo>
                <a:lnTo>
                  <a:pt x="1632943" y="56618"/>
                </a:lnTo>
                <a:lnTo>
                  <a:pt x="1632671" y="56974"/>
                </a:lnTo>
                <a:lnTo>
                  <a:pt x="1632406" y="57332"/>
                </a:lnTo>
                <a:lnTo>
                  <a:pt x="1632148" y="57693"/>
                </a:lnTo>
                <a:lnTo>
                  <a:pt x="1631898" y="58058"/>
                </a:lnTo>
                <a:lnTo>
                  <a:pt x="1631655" y="58425"/>
                </a:lnTo>
                <a:lnTo>
                  <a:pt x="1631420" y="58795"/>
                </a:lnTo>
                <a:lnTo>
                  <a:pt x="1631192" y="59168"/>
                </a:lnTo>
                <a:lnTo>
                  <a:pt x="1630972" y="59545"/>
                </a:lnTo>
                <a:lnTo>
                  <a:pt x="1630759" y="59924"/>
                </a:lnTo>
                <a:lnTo>
                  <a:pt x="1630553" y="60306"/>
                </a:lnTo>
                <a:lnTo>
                  <a:pt x="1630356" y="60689"/>
                </a:lnTo>
                <a:lnTo>
                  <a:pt x="1630167" y="61073"/>
                </a:lnTo>
                <a:lnTo>
                  <a:pt x="1629986" y="61457"/>
                </a:lnTo>
                <a:lnTo>
                  <a:pt x="1629813" y="61842"/>
                </a:lnTo>
                <a:lnTo>
                  <a:pt x="1629649" y="62226"/>
                </a:lnTo>
                <a:lnTo>
                  <a:pt x="1629494" y="62611"/>
                </a:lnTo>
                <a:lnTo>
                  <a:pt x="1629347" y="62997"/>
                </a:lnTo>
                <a:lnTo>
                  <a:pt x="1629208" y="63382"/>
                </a:lnTo>
                <a:lnTo>
                  <a:pt x="1629078" y="63768"/>
                </a:lnTo>
                <a:lnTo>
                  <a:pt x="1628956" y="64154"/>
                </a:lnTo>
                <a:lnTo>
                  <a:pt x="1628842" y="64541"/>
                </a:lnTo>
                <a:lnTo>
                  <a:pt x="1628737" y="64927"/>
                </a:lnTo>
                <a:lnTo>
                  <a:pt x="1628640" y="65314"/>
                </a:lnTo>
                <a:lnTo>
                  <a:pt x="1628552" y="65702"/>
                </a:lnTo>
                <a:lnTo>
                  <a:pt x="1628472" y="66089"/>
                </a:lnTo>
                <a:lnTo>
                  <a:pt x="1628401" y="66477"/>
                </a:lnTo>
                <a:lnTo>
                  <a:pt x="1628338" y="66865"/>
                </a:lnTo>
                <a:lnTo>
                  <a:pt x="1628283" y="67253"/>
                </a:lnTo>
                <a:lnTo>
                  <a:pt x="1628237" y="67642"/>
                </a:lnTo>
                <a:lnTo>
                  <a:pt x="1628199" y="68031"/>
                </a:lnTo>
                <a:lnTo>
                  <a:pt x="1628169" y="68420"/>
                </a:lnTo>
                <a:lnTo>
                  <a:pt x="1628148" y="68810"/>
                </a:lnTo>
                <a:lnTo>
                  <a:pt x="1628136" y="69200"/>
                </a:lnTo>
                <a:lnTo>
                  <a:pt x="1628131" y="69590"/>
                </a:lnTo>
                <a:lnTo>
                  <a:pt x="1643067" y="69590"/>
                </a:lnTo>
                <a:lnTo>
                  <a:pt x="1643071" y="69288"/>
                </a:lnTo>
                <a:lnTo>
                  <a:pt x="1643083" y="68987"/>
                </a:lnTo>
                <a:lnTo>
                  <a:pt x="1643104" y="68689"/>
                </a:lnTo>
                <a:lnTo>
                  <a:pt x="1643133" y="68392"/>
                </a:lnTo>
                <a:lnTo>
                  <a:pt x="1643170" y="68097"/>
                </a:lnTo>
                <a:lnTo>
                  <a:pt x="1643215" y="67803"/>
                </a:lnTo>
                <a:lnTo>
                  <a:pt x="1643269" y="67512"/>
                </a:lnTo>
                <a:lnTo>
                  <a:pt x="1643331" y="67221"/>
                </a:lnTo>
                <a:lnTo>
                  <a:pt x="1643402" y="66933"/>
                </a:lnTo>
                <a:lnTo>
                  <a:pt x="1643480" y="66646"/>
                </a:lnTo>
                <a:lnTo>
                  <a:pt x="1643567" y="66361"/>
                </a:lnTo>
                <a:lnTo>
                  <a:pt x="1643662" y="66078"/>
                </a:lnTo>
                <a:lnTo>
                  <a:pt x="1643765" y="65796"/>
                </a:lnTo>
                <a:lnTo>
                  <a:pt x="1643877" y="65516"/>
                </a:lnTo>
                <a:lnTo>
                  <a:pt x="1643997" y="65238"/>
                </a:lnTo>
                <a:lnTo>
                  <a:pt x="1644125" y="64961"/>
                </a:lnTo>
                <a:lnTo>
                  <a:pt x="1644262" y="64686"/>
                </a:lnTo>
                <a:lnTo>
                  <a:pt x="1644406" y="64413"/>
                </a:lnTo>
                <a:lnTo>
                  <a:pt x="1644559" y="64141"/>
                </a:lnTo>
                <a:lnTo>
                  <a:pt x="1644720" y="63871"/>
                </a:lnTo>
                <a:lnTo>
                  <a:pt x="1644890" y="63603"/>
                </a:lnTo>
                <a:lnTo>
                  <a:pt x="1645068" y="63336"/>
                </a:lnTo>
                <a:lnTo>
                  <a:pt x="1645254" y="63071"/>
                </a:lnTo>
                <a:lnTo>
                  <a:pt x="1645448" y="62808"/>
                </a:lnTo>
                <a:lnTo>
                  <a:pt x="1645650" y="62548"/>
                </a:lnTo>
                <a:lnTo>
                  <a:pt x="1645858" y="62292"/>
                </a:lnTo>
                <a:lnTo>
                  <a:pt x="1646073" y="62040"/>
                </a:lnTo>
                <a:lnTo>
                  <a:pt x="1646294" y="61792"/>
                </a:lnTo>
                <a:lnTo>
                  <a:pt x="1646521" y="61549"/>
                </a:lnTo>
                <a:lnTo>
                  <a:pt x="1646755" y="61310"/>
                </a:lnTo>
                <a:lnTo>
                  <a:pt x="1646995" y="61075"/>
                </a:lnTo>
                <a:lnTo>
                  <a:pt x="1647242" y="60844"/>
                </a:lnTo>
                <a:lnTo>
                  <a:pt x="1647495" y="60617"/>
                </a:lnTo>
                <a:lnTo>
                  <a:pt x="1647755" y="60395"/>
                </a:lnTo>
                <a:lnTo>
                  <a:pt x="1648021" y="60177"/>
                </a:lnTo>
                <a:lnTo>
                  <a:pt x="1648294" y="59962"/>
                </a:lnTo>
                <a:lnTo>
                  <a:pt x="1648573" y="59753"/>
                </a:lnTo>
                <a:lnTo>
                  <a:pt x="1648858" y="59547"/>
                </a:lnTo>
                <a:lnTo>
                  <a:pt x="1649150" y="59346"/>
                </a:lnTo>
                <a:lnTo>
                  <a:pt x="1649449" y="59148"/>
                </a:lnTo>
                <a:lnTo>
                  <a:pt x="1649754" y="58955"/>
                </a:lnTo>
                <a:lnTo>
                  <a:pt x="1650065" y="58767"/>
                </a:lnTo>
                <a:lnTo>
                  <a:pt x="1650383" y="58582"/>
                </a:lnTo>
                <a:lnTo>
                  <a:pt x="1650707" y="58402"/>
                </a:lnTo>
                <a:lnTo>
                  <a:pt x="1651037" y="58226"/>
                </a:lnTo>
                <a:lnTo>
                  <a:pt x="1651375" y="58054"/>
                </a:lnTo>
                <a:lnTo>
                  <a:pt x="1651718" y="57886"/>
                </a:lnTo>
                <a:lnTo>
                  <a:pt x="1652068" y="57722"/>
                </a:lnTo>
                <a:lnTo>
                  <a:pt x="1652424" y="57564"/>
                </a:lnTo>
                <a:lnTo>
                  <a:pt x="1652784" y="57413"/>
                </a:lnTo>
                <a:lnTo>
                  <a:pt x="1653150" y="57268"/>
                </a:lnTo>
                <a:lnTo>
                  <a:pt x="1653520" y="57130"/>
                </a:lnTo>
                <a:lnTo>
                  <a:pt x="1653895" y="56999"/>
                </a:lnTo>
                <a:lnTo>
                  <a:pt x="1654276" y="56875"/>
                </a:lnTo>
                <a:lnTo>
                  <a:pt x="1654661" y="56757"/>
                </a:lnTo>
                <a:lnTo>
                  <a:pt x="1655051" y="56646"/>
                </a:lnTo>
                <a:lnTo>
                  <a:pt x="1655445" y="56542"/>
                </a:lnTo>
                <a:lnTo>
                  <a:pt x="1655845" y="56444"/>
                </a:lnTo>
                <a:lnTo>
                  <a:pt x="1656250" y="56353"/>
                </a:lnTo>
                <a:lnTo>
                  <a:pt x="1656660" y="56269"/>
                </a:lnTo>
                <a:lnTo>
                  <a:pt x="1657074" y="56192"/>
                </a:lnTo>
                <a:lnTo>
                  <a:pt x="1657494" y="56121"/>
                </a:lnTo>
                <a:lnTo>
                  <a:pt x="1657918" y="56057"/>
                </a:lnTo>
                <a:lnTo>
                  <a:pt x="1658347" y="56000"/>
                </a:lnTo>
                <a:lnTo>
                  <a:pt x="1658781" y="55950"/>
                </a:lnTo>
                <a:lnTo>
                  <a:pt x="1659220" y="55906"/>
                </a:lnTo>
                <a:lnTo>
                  <a:pt x="1659664" y="55869"/>
                </a:lnTo>
                <a:lnTo>
                  <a:pt x="1660113" y="55839"/>
                </a:lnTo>
                <a:lnTo>
                  <a:pt x="1660567" y="55815"/>
                </a:lnTo>
                <a:lnTo>
                  <a:pt x="1661025" y="55798"/>
                </a:lnTo>
                <a:lnTo>
                  <a:pt x="1661489" y="55788"/>
                </a:lnTo>
                <a:lnTo>
                  <a:pt x="1661958" y="55785"/>
                </a:lnTo>
                <a:lnTo>
                  <a:pt x="1662459" y="55788"/>
                </a:lnTo>
                <a:lnTo>
                  <a:pt x="1662953" y="55799"/>
                </a:lnTo>
                <a:lnTo>
                  <a:pt x="1663441" y="55817"/>
                </a:lnTo>
                <a:lnTo>
                  <a:pt x="1663922" y="55843"/>
                </a:lnTo>
                <a:lnTo>
                  <a:pt x="1664396" y="55876"/>
                </a:lnTo>
                <a:lnTo>
                  <a:pt x="1664864" y="55916"/>
                </a:lnTo>
                <a:lnTo>
                  <a:pt x="1665325" y="55963"/>
                </a:lnTo>
                <a:lnTo>
                  <a:pt x="1665779" y="56018"/>
                </a:lnTo>
                <a:lnTo>
                  <a:pt x="1666226" y="56080"/>
                </a:lnTo>
                <a:lnTo>
                  <a:pt x="1666667" y="56149"/>
                </a:lnTo>
                <a:lnTo>
                  <a:pt x="1667101" y="56226"/>
                </a:lnTo>
                <a:lnTo>
                  <a:pt x="1667528" y="56309"/>
                </a:lnTo>
                <a:lnTo>
                  <a:pt x="1667948" y="56401"/>
                </a:lnTo>
                <a:lnTo>
                  <a:pt x="1668362" y="56499"/>
                </a:lnTo>
                <a:lnTo>
                  <a:pt x="1668769" y="56605"/>
                </a:lnTo>
                <a:lnTo>
                  <a:pt x="1669169" y="56718"/>
                </a:lnTo>
                <a:lnTo>
                  <a:pt x="1669563" y="56838"/>
                </a:lnTo>
                <a:lnTo>
                  <a:pt x="1669950" y="56965"/>
                </a:lnTo>
                <a:lnTo>
                  <a:pt x="1670330" y="57100"/>
                </a:lnTo>
                <a:lnTo>
                  <a:pt x="1670703" y="57242"/>
                </a:lnTo>
                <a:lnTo>
                  <a:pt x="1671070" y="57392"/>
                </a:lnTo>
                <a:lnTo>
                  <a:pt x="1671430" y="57548"/>
                </a:lnTo>
                <a:lnTo>
                  <a:pt x="1671783" y="57712"/>
                </a:lnTo>
                <a:lnTo>
                  <a:pt x="1672130" y="57884"/>
                </a:lnTo>
                <a:lnTo>
                  <a:pt x="1672469" y="58062"/>
                </a:lnTo>
                <a:lnTo>
                  <a:pt x="1672801" y="58246"/>
                </a:lnTo>
                <a:lnTo>
                  <a:pt x="1673127" y="58436"/>
                </a:lnTo>
                <a:lnTo>
                  <a:pt x="1673445" y="58632"/>
                </a:lnTo>
                <a:lnTo>
                  <a:pt x="1673756" y="58834"/>
                </a:lnTo>
                <a:lnTo>
                  <a:pt x="1674059" y="59042"/>
                </a:lnTo>
                <a:lnTo>
                  <a:pt x="1674356" y="59256"/>
                </a:lnTo>
                <a:lnTo>
                  <a:pt x="1674646" y="59476"/>
                </a:lnTo>
                <a:lnTo>
                  <a:pt x="1674928" y="59702"/>
                </a:lnTo>
                <a:lnTo>
                  <a:pt x="1675203" y="59934"/>
                </a:lnTo>
                <a:lnTo>
                  <a:pt x="1675471" y="60172"/>
                </a:lnTo>
                <a:lnTo>
                  <a:pt x="1675732" y="60417"/>
                </a:lnTo>
                <a:lnTo>
                  <a:pt x="1675986" y="60667"/>
                </a:lnTo>
                <a:lnTo>
                  <a:pt x="1676232" y="60923"/>
                </a:lnTo>
                <a:lnTo>
                  <a:pt x="1676472" y="61185"/>
                </a:lnTo>
                <a:lnTo>
                  <a:pt x="1676704" y="61454"/>
                </a:lnTo>
                <a:lnTo>
                  <a:pt x="1676929" y="61728"/>
                </a:lnTo>
                <a:lnTo>
                  <a:pt x="1677147" y="62008"/>
                </a:lnTo>
                <a:lnTo>
                  <a:pt x="1677358" y="62295"/>
                </a:lnTo>
                <a:lnTo>
                  <a:pt x="1677562" y="62587"/>
                </a:lnTo>
                <a:lnTo>
                  <a:pt x="1677759" y="62886"/>
                </a:lnTo>
                <a:lnTo>
                  <a:pt x="1677948" y="63190"/>
                </a:lnTo>
                <a:lnTo>
                  <a:pt x="1678130" y="63501"/>
                </a:lnTo>
                <a:lnTo>
                  <a:pt x="1678305" y="63817"/>
                </a:lnTo>
                <a:lnTo>
                  <a:pt x="1678473" y="64139"/>
                </a:lnTo>
                <a:lnTo>
                  <a:pt x="1678634" y="64466"/>
                </a:lnTo>
                <a:lnTo>
                  <a:pt x="1678788" y="64797"/>
                </a:lnTo>
                <a:lnTo>
                  <a:pt x="1678934" y="65133"/>
                </a:lnTo>
                <a:lnTo>
                  <a:pt x="1679074" y="65473"/>
                </a:lnTo>
                <a:lnTo>
                  <a:pt x="1679206" y="65818"/>
                </a:lnTo>
                <a:lnTo>
                  <a:pt x="1679331" y="66168"/>
                </a:lnTo>
                <a:lnTo>
                  <a:pt x="1679449" y="66522"/>
                </a:lnTo>
                <a:lnTo>
                  <a:pt x="1679560" y="66881"/>
                </a:lnTo>
                <a:lnTo>
                  <a:pt x="1679664" y="67244"/>
                </a:lnTo>
                <a:lnTo>
                  <a:pt x="1679760" y="67612"/>
                </a:lnTo>
                <a:lnTo>
                  <a:pt x="1679849" y="67985"/>
                </a:lnTo>
                <a:lnTo>
                  <a:pt x="1679932" y="68362"/>
                </a:lnTo>
                <a:lnTo>
                  <a:pt x="1680007" y="68744"/>
                </a:lnTo>
                <a:lnTo>
                  <a:pt x="1680075" y="69131"/>
                </a:lnTo>
                <a:lnTo>
                  <a:pt x="1680135" y="69522"/>
                </a:lnTo>
                <a:lnTo>
                  <a:pt x="1680189" y="69918"/>
                </a:lnTo>
                <a:lnTo>
                  <a:pt x="1680235" y="70319"/>
                </a:lnTo>
                <a:lnTo>
                  <a:pt x="1680275" y="70724"/>
                </a:lnTo>
                <a:lnTo>
                  <a:pt x="1680307" y="71134"/>
                </a:lnTo>
                <a:lnTo>
                  <a:pt x="1680332" y="71548"/>
                </a:lnTo>
                <a:lnTo>
                  <a:pt x="1680350" y="71967"/>
                </a:lnTo>
                <a:lnTo>
                  <a:pt x="1680360" y="72391"/>
                </a:lnTo>
                <a:lnTo>
                  <a:pt x="1680364" y="72819"/>
                </a:lnTo>
                <a:lnTo>
                  <a:pt x="1680364" y="79762"/>
                </a:lnTo>
                <a:lnTo>
                  <a:pt x="1665590" y="79762"/>
                </a:lnTo>
                <a:lnTo>
                  <a:pt x="1664847" y="79765"/>
                </a:lnTo>
                <a:lnTo>
                  <a:pt x="1664109" y="79775"/>
                </a:lnTo>
                <a:lnTo>
                  <a:pt x="1663377" y="79791"/>
                </a:lnTo>
                <a:lnTo>
                  <a:pt x="1662650" y="79813"/>
                </a:lnTo>
                <a:lnTo>
                  <a:pt x="1661930" y="79842"/>
                </a:lnTo>
                <a:lnTo>
                  <a:pt x="1661216" y="79878"/>
                </a:lnTo>
                <a:lnTo>
                  <a:pt x="1660507" y="79920"/>
                </a:lnTo>
                <a:lnTo>
                  <a:pt x="1659805" y="79968"/>
                </a:lnTo>
                <a:lnTo>
                  <a:pt x="1659108" y="80023"/>
                </a:lnTo>
                <a:lnTo>
                  <a:pt x="1658417" y="80084"/>
                </a:lnTo>
                <a:lnTo>
                  <a:pt x="1657732" y="80152"/>
                </a:lnTo>
                <a:lnTo>
                  <a:pt x="1657053" y="80226"/>
                </a:lnTo>
                <a:lnTo>
                  <a:pt x="1656380" y="80306"/>
                </a:lnTo>
                <a:lnTo>
                  <a:pt x="1655713" y="80393"/>
                </a:lnTo>
                <a:lnTo>
                  <a:pt x="1655051" y="80487"/>
                </a:lnTo>
                <a:lnTo>
                  <a:pt x="1654396" y="80587"/>
                </a:lnTo>
                <a:lnTo>
                  <a:pt x="1653746" y="80693"/>
                </a:lnTo>
                <a:lnTo>
                  <a:pt x="1653102" y="80806"/>
                </a:lnTo>
                <a:lnTo>
                  <a:pt x="1652465" y="80925"/>
                </a:lnTo>
                <a:lnTo>
                  <a:pt x="1651833" y="81051"/>
                </a:lnTo>
                <a:lnTo>
                  <a:pt x="1651206" y="81183"/>
                </a:lnTo>
                <a:lnTo>
                  <a:pt x="1650586" y="81322"/>
                </a:lnTo>
                <a:lnTo>
                  <a:pt x="1649972" y="81467"/>
                </a:lnTo>
                <a:lnTo>
                  <a:pt x="1649364" y="81618"/>
                </a:lnTo>
                <a:lnTo>
                  <a:pt x="1648762" y="81776"/>
                </a:lnTo>
                <a:lnTo>
                  <a:pt x="1648167" y="81940"/>
                </a:lnTo>
                <a:lnTo>
                  <a:pt x="1647580" y="82110"/>
                </a:lnTo>
                <a:lnTo>
                  <a:pt x="1647000" y="82286"/>
                </a:lnTo>
                <a:lnTo>
                  <a:pt x="1646427" y="82467"/>
                </a:lnTo>
                <a:lnTo>
                  <a:pt x="1645862" y="82655"/>
                </a:lnTo>
                <a:lnTo>
                  <a:pt x="1645304" y="82849"/>
                </a:lnTo>
                <a:lnTo>
                  <a:pt x="1644753" y="83049"/>
                </a:lnTo>
                <a:lnTo>
                  <a:pt x="1644209" y="83255"/>
                </a:lnTo>
                <a:lnTo>
                  <a:pt x="1643673" y="83467"/>
                </a:lnTo>
                <a:lnTo>
                  <a:pt x="1643144" y="83685"/>
                </a:lnTo>
                <a:lnTo>
                  <a:pt x="1642623" y="83909"/>
                </a:lnTo>
                <a:lnTo>
                  <a:pt x="1642108" y="84139"/>
                </a:lnTo>
                <a:lnTo>
                  <a:pt x="1641601" y="84375"/>
                </a:lnTo>
                <a:lnTo>
                  <a:pt x="1641101" y="84617"/>
                </a:lnTo>
                <a:lnTo>
                  <a:pt x="1640609" y="84866"/>
                </a:lnTo>
                <a:lnTo>
                  <a:pt x="1640124" y="85120"/>
                </a:lnTo>
                <a:lnTo>
                  <a:pt x="1639646" y="85380"/>
                </a:lnTo>
                <a:lnTo>
                  <a:pt x="1639175" y="85646"/>
                </a:lnTo>
                <a:lnTo>
                  <a:pt x="1638712" y="85918"/>
                </a:lnTo>
                <a:lnTo>
                  <a:pt x="1638256" y="86197"/>
                </a:lnTo>
                <a:lnTo>
                  <a:pt x="1637807" y="86481"/>
                </a:lnTo>
                <a:lnTo>
                  <a:pt x="1637365" y="86771"/>
                </a:lnTo>
                <a:lnTo>
                  <a:pt x="1636931" y="87068"/>
                </a:lnTo>
                <a:lnTo>
                  <a:pt x="1636505" y="87370"/>
                </a:lnTo>
                <a:lnTo>
                  <a:pt x="1636087" y="87679"/>
                </a:lnTo>
                <a:lnTo>
                  <a:pt x="1635677" y="87994"/>
                </a:lnTo>
                <a:lnTo>
                  <a:pt x="1635276" y="88315"/>
                </a:lnTo>
                <a:lnTo>
                  <a:pt x="1634883" y="88642"/>
                </a:lnTo>
                <a:lnTo>
                  <a:pt x="1634499" y="88975"/>
                </a:lnTo>
                <a:lnTo>
                  <a:pt x="1634123" y="89314"/>
                </a:lnTo>
                <a:lnTo>
                  <a:pt x="1633756" y="89660"/>
                </a:lnTo>
                <a:lnTo>
                  <a:pt x="1633397" y="90012"/>
                </a:lnTo>
                <a:lnTo>
                  <a:pt x="1633046" y="90370"/>
                </a:lnTo>
                <a:lnTo>
                  <a:pt x="1632704" y="90734"/>
                </a:lnTo>
                <a:lnTo>
                  <a:pt x="1632370" y="91104"/>
                </a:lnTo>
                <a:lnTo>
                  <a:pt x="1632044" y="91481"/>
                </a:lnTo>
                <a:lnTo>
                  <a:pt x="1631727" y="91863"/>
                </a:lnTo>
                <a:lnTo>
                  <a:pt x="1631419" y="92252"/>
                </a:lnTo>
                <a:lnTo>
                  <a:pt x="1631119" y="92647"/>
                </a:lnTo>
                <a:lnTo>
                  <a:pt x="1630827" y="93048"/>
                </a:lnTo>
                <a:lnTo>
                  <a:pt x="1630543" y="93455"/>
                </a:lnTo>
                <a:lnTo>
                  <a:pt x="1630268" y="93869"/>
                </a:lnTo>
                <a:lnTo>
                  <a:pt x="1630002" y="94289"/>
                </a:lnTo>
                <a:lnTo>
                  <a:pt x="1629744" y="94714"/>
                </a:lnTo>
                <a:lnTo>
                  <a:pt x="1629494" y="95146"/>
                </a:lnTo>
                <a:lnTo>
                  <a:pt x="1629252" y="95584"/>
                </a:lnTo>
                <a:lnTo>
                  <a:pt x="1629020" y="96029"/>
                </a:lnTo>
                <a:lnTo>
                  <a:pt x="1628796" y="96479"/>
                </a:lnTo>
                <a:lnTo>
                  <a:pt x="1628581" y="96935"/>
                </a:lnTo>
                <a:lnTo>
                  <a:pt x="1628376" y="97397"/>
                </a:lnTo>
                <a:lnTo>
                  <a:pt x="1628181" y="97864"/>
                </a:lnTo>
                <a:lnTo>
                  <a:pt x="1627995" y="98338"/>
                </a:lnTo>
                <a:lnTo>
                  <a:pt x="1627819" y="98816"/>
                </a:lnTo>
                <a:lnTo>
                  <a:pt x="1627652" y="99301"/>
                </a:lnTo>
                <a:lnTo>
                  <a:pt x="1627495" y="99792"/>
                </a:lnTo>
                <a:lnTo>
                  <a:pt x="1627347" y="100288"/>
                </a:lnTo>
                <a:lnTo>
                  <a:pt x="1627209" y="100790"/>
                </a:lnTo>
                <a:lnTo>
                  <a:pt x="1627080" y="101298"/>
                </a:lnTo>
                <a:lnTo>
                  <a:pt x="1626961" y="101811"/>
                </a:lnTo>
                <a:lnTo>
                  <a:pt x="1626851" y="102330"/>
                </a:lnTo>
                <a:lnTo>
                  <a:pt x="1626751" y="102855"/>
                </a:lnTo>
                <a:lnTo>
                  <a:pt x="1626661" y="103386"/>
                </a:lnTo>
                <a:lnTo>
                  <a:pt x="1626580" y="103922"/>
                </a:lnTo>
                <a:lnTo>
                  <a:pt x="1626508" y="104465"/>
                </a:lnTo>
                <a:lnTo>
                  <a:pt x="1626446" y="105013"/>
                </a:lnTo>
                <a:lnTo>
                  <a:pt x="1626394" y="105566"/>
                </a:lnTo>
                <a:lnTo>
                  <a:pt x="1626351" y="106126"/>
                </a:lnTo>
                <a:lnTo>
                  <a:pt x="1626318" y="106691"/>
                </a:lnTo>
                <a:lnTo>
                  <a:pt x="1626294" y="107262"/>
                </a:lnTo>
                <a:lnTo>
                  <a:pt x="1626279" y="107838"/>
                </a:lnTo>
                <a:lnTo>
                  <a:pt x="1626275" y="108421"/>
                </a:lnTo>
                <a:lnTo>
                  <a:pt x="1626281" y="109024"/>
                </a:lnTo>
                <a:lnTo>
                  <a:pt x="1626300" y="109622"/>
                </a:lnTo>
                <a:lnTo>
                  <a:pt x="1626332" y="110215"/>
                </a:lnTo>
                <a:lnTo>
                  <a:pt x="1626377" y="110804"/>
                </a:lnTo>
                <a:lnTo>
                  <a:pt x="1626434" y="111387"/>
                </a:lnTo>
                <a:lnTo>
                  <a:pt x="1626504" y="111965"/>
                </a:lnTo>
                <a:lnTo>
                  <a:pt x="1626587" y="112539"/>
                </a:lnTo>
                <a:lnTo>
                  <a:pt x="1626683" y="113108"/>
                </a:lnTo>
                <a:lnTo>
                  <a:pt x="1626791" y="113672"/>
                </a:lnTo>
                <a:lnTo>
                  <a:pt x="1626912" y="114230"/>
                </a:lnTo>
                <a:lnTo>
                  <a:pt x="1627046" y="114784"/>
                </a:lnTo>
                <a:lnTo>
                  <a:pt x="1627193" y="115333"/>
                </a:lnTo>
                <a:lnTo>
                  <a:pt x="1627352" y="115878"/>
                </a:lnTo>
                <a:lnTo>
                  <a:pt x="1627525" y="116417"/>
                </a:lnTo>
                <a:lnTo>
                  <a:pt x="1627710" y="116951"/>
                </a:lnTo>
                <a:lnTo>
                  <a:pt x="1627907" y="117481"/>
                </a:lnTo>
                <a:lnTo>
                  <a:pt x="1628118" y="118005"/>
                </a:lnTo>
                <a:lnTo>
                  <a:pt x="1628341" y="118525"/>
                </a:lnTo>
                <a:lnTo>
                  <a:pt x="1628577" y="119040"/>
                </a:lnTo>
                <a:lnTo>
                  <a:pt x="1628826" y="119549"/>
                </a:lnTo>
                <a:lnTo>
                  <a:pt x="1629087" y="120054"/>
                </a:lnTo>
                <a:lnTo>
                  <a:pt x="1629361" y="120554"/>
                </a:lnTo>
                <a:lnTo>
                  <a:pt x="1629648" y="121049"/>
                </a:lnTo>
                <a:lnTo>
                  <a:pt x="1629948" y="121540"/>
                </a:lnTo>
                <a:lnTo>
                  <a:pt x="1630259" y="122023"/>
                </a:lnTo>
                <a:lnTo>
                  <a:pt x="1630581" y="122499"/>
                </a:lnTo>
                <a:lnTo>
                  <a:pt x="1630913" y="122966"/>
                </a:lnTo>
                <a:lnTo>
                  <a:pt x="1631255" y="123424"/>
                </a:lnTo>
                <a:lnTo>
                  <a:pt x="1631608" y="123875"/>
                </a:lnTo>
                <a:lnTo>
                  <a:pt x="1631971" y="124317"/>
                </a:lnTo>
                <a:lnTo>
                  <a:pt x="1632345" y="124751"/>
                </a:lnTo>
                <a:lnTo>
                  <a:pt x="1632729" y="125177"/>
                </a:lnTo>
                <a:lnTo>
                  <a:pt x="1633123" y="125594"/>
                </a:lnTo>
                <a:lnTo>
                  <a:pt x="1633528" y="126004"/>
                </a:lnTo>
                <a:lnTo>
                  <a:pt x="1633943" y="126404"/>
                </a:lnTo>
                <a:lnTo>
                  <a:pt x="1634368" y="126797"/>
                </a:lnTo>
                <a:lnTo>
                  <a:pt x="1634804" y="127182"/>
                </a:lnTo>
                <a:lnTo>
                  <a:pt x="1635250" y="127558"/>
                </a:lnTo>
                <a:lnTo>
                  <a:pt x="1635706" y="127925"/>
                </a:lnTo>
                <a:lnTo>
                  <a:pt x="1636173" y="128285"/>
                </a:lnTo>
                <a:lnTo>
                  <a:pt x="1636650" y="128636"/>
                </a:lnTo>
                <a:lnTo>
                  <a:pt x="1637138" y="128979"/>
                </a:lnTo>
                <a:lnTo>
                  <a:pt x="1637636" y="129314"/>
                </a:lnTo>
                <a:lnTo>
                  <a:pt x="1638144" y="129641"/>
                </a:lnTo>
                <a:lnTo>
                  <a:pt x="1638663" y="129959"/>
                </a:lnTo>
                <a:lnTo>
                  <a:pt x="1639192" y="130269"/>
                </a:lnTo>
                <a:lnTo>
                  <a:pt x="1639732" y="130571"/>
                </a:lnTo>
                <a:lnTo>
                  <a:pt x="1640281" y="130864"/>
                </a:lnTo>
                <a:lnTo>
                  <a:pt x="1640840" y="131147"/>
                </a:lnTo>
                <a:lnTo>
                  <a:pt x="1641407" y="131418"/>
                </a:lnTo>
                <a:lnTo>
                  <a:pt x="1641981" y="131678"/>
                </a:lnTo>
                <a:lnTo>
                  <a:pt x="1642563" y="131925"/>
                </a:lnTo>
                <a:lnTo>
                  <a:pt x="1643153" y="132160"/>
                </a:lnTo>
                <a:lnTo>
                  <a:pt x="1643750" y="132383"/>
                </a:lnTo>
                <a:lnTo>
                  <a:pt x="1644355" y="132594"/>
                </a:lnTo>
                <a:lnTo>
                  <a:pt x="1644968" y="132792"/>
                </a:lnTo>
                <a:lnTo>
                  <a:pt x="1645589" y="132979"/>
                </a:lnTo>
                <a:lnTo>
                  <a:pt x="1646217" y="133154"/>
                </a:lnTo>
                <a:lnTo>
                  <a:pt x="1646853" y="133317"/>
                </a:lnTo>
                <a:lnTo>
                  <a:pt x="1647497" y="133467"/>
                </a:lnTo>
                <a:lnTo>
                  <a:pt x="1648148" y="133606"/>
                </a:lnTo>
                <a:lnTo>
                  <a:pt x="1648807" y="133733"/>
                </a:lnTo>
                <a:lnTo>
                  <a:pt x="1649474" y="133847"/>
                </a:lnTo>
                <a:lnTo>
                  <a:pt x="1650148" y="133950"/>
                </a:lnTo>
                <a:lnTo>
                  <a:pt x="1650831" y="134040"/>
                </a:lnTo>
                <a:lnTo>
                  <a:pt x="1651521" y="134118"/>
                </a:lnTo>
                <a:lnTo>
                  <a:pt x="1652218" y="134185"/>
                </a:lnTo>
                <a:lnTo>
                  <a:pt x="1652924" y="134239"/>
                </a:lnTo>
                <a:lnTo>
                  <a:pt x="1653637" y="134281"/>
                </a:lnTo>
                <a:lnTo>
                  <a:pt x="1654357" y="134311"/>
                </a:lnTo>
                <a:lnTo>
                  <a:pt x="1655086" y="134329"/>
                </a:lnTo>
                <a:lnTo>
                  <a:pt x="1655822" y="134335"/>
                </a:lnTo>
                <a:lnTo>
                  <a:pt x="1656412" y="134331"/>
                </a:lnTo>
                <a:lnTo>
                  <a:pt x="1656996" y="134318"/>
                </a:lnTo>
                <a:lnTo>
                  <a:pt x="1657576" y="134297"/>
                </a:lnTo>
                <a:lnTo>
                  <a:pt x="1658151" y="134267"/>
                </a:lnTo>
                <a:lnTo>
                  <a:pt x="1658721" y="134228"/>
                </a:lnTo>
                <a:lnTo>
                  <a:pt x="1659286" y="134181"/>
                </a:lnTo>
                <a:lnTo>
                  <a:pt x="1659846" y="134126"/>
                </a:lnTo>
                <a:lnTo>
                  <a:pt x="1660401" y="134062"/>
                </a:lnTo>
                <a:lnTo>
                  <a:pt x="1660952" y="133989"/>
                </a:lnTo>
                <a:lnTo>
                  <a:pt x="1661497" y="133908"/>
                </a:lnTo>
                <a:lnTo>
                  <a:pt x="1662037" y="133818"/>
                </a:lnTo>
                <a:lnTo>
                  <a:pt x="1662573" y="133720"/>
                </a:lnTo>
                <a:lnTo>
                  <a:pt x="1663104" y="133613"/>
                </a:lnTo>
                <a:lnTo>
                  <a:pt x="1663630" y="133497"/>
                </a:lnTo>
                <a:lnTo>
                  <a:pt x="1664150" y="133374"/>
                </a:lnTo>
                <a:lnTo>
                  <a:pt x="1664666" y="133241"/>
                </a:lnTo>
                <a:lnTo>
                  <a:pt x="1665178" y="133100"/>
                </a:lnTo>
                <a:lnTo>
                  <a:pt x="1665684" y="132950"/>
                </a:lnTo>
                <a:lnTo>
                  <a:pt x="1666185" y="132792"/>
                </a:lnTo>
                <a:lnTo>
                  <a:pt x="1666681" y="132625"/>
                </a:lnTo>
                <a:lnTo>
                  <a:pt x="1667173" y="132450"/>
                </a:lnTo>
                <a:lnTo>
                  <a:pt x="1667659" y="132266"/>
                </a:lnTo>
                <a:lnTo>
                  <a:pt x="1668141" y="132074"/>
                </a:lnTo>
                <a:lnTo>
                  <a:pt x="1668618" y="131873"/>
                </a:lnTo>
                <a:lnTo>
                  <a:pt x="1669089" y="131666"/>
                </a:lnTo>
                <a:lnTo>
                  <a:pt x="1669556" y="131454"/>
                </a:lnTo>
                <a:lnTo>
                  <a:pt x="1670017" y="131237"/>
                </a:lnTo>
                <a:lnTo>
                  <a:pt x="1670472" y="131016"/>
                </a:lnTo>
                <a:lnTo>
                  <a:pt x="1670923" y="130791"/>
                </a:lnTo>
                <a:lnTo>
                  <a:pt x="1671368" y="130561"/>
                </a:lnTo>
                <a:lnTo>
                  <a:pt x="1671807" y="130327"/>
                </a:lnTo>
                <a:lnTo>
                  <a:pt x="1672242" y="130088"/>
                </a:lnTo>
                <a:lnTo>
                  <a:pt x="1672671" y="129845"/>
                </a:lnTo>
                <a:lnTo>
                  <a:pt x="1673094" y="129597"/>
                </a:lnTo>
                <a:lnTo>
                  <a:pt x="1673513" y="129345"/>
                </a:lnTo>
                <a:lnTo>
                  <a:pt x="1673926" y="129088"/>
                </a:lnTo>
                <a:lnTo>
                  <a:pt x="1674333" y="128827"/>
                </a:lnTo>
                <a:lnTo>
                  <a:pt x="1674736" y="128561"/>
                </a:lnTo>
                <a:lnTo>
                  <a:pt x="1675133" y="128291"/>
                </a:lnTo>
                <a:lnTo>
                  <a:pt x="1675525" y="128016"/>
                </a:lnTo>
                <a:lnTo>
                  <a:pt x="1675911" y="127737"/>
                </a:lnTo>
                <a:lnTo>
                  <a:pt x="1676292" y="127453"/>
                </a:lnTo>
                <a:lnTo>
                  <a:pt x="1676668" y="127165"/>
                </a:lnTo>
                <a:lnTo>
                  <a:pt x="1677038" y="126872"/>
                </a:lnTo>
                <a:lnTo>
                  <a:pt x="1677403" y="126575"/>
                </a:lnTo>
                <a:lnTo>
                  <a:pt x="1677763" y="126274"/>
                </a:lnTo>
                <a:lnTo>
                  <a:pt x="1678118" y="125967"/>
                </a:lnTo>
                <a:lnTo>
                  <a:pt x="1678467" y="125657"/>
                </a:lnTo>
                <a:lnTo>
                  <a:pt x="1678810" y="125343"/>
                </a:lnTo>
                <a:lnTo>
                  <a:pt x="1679148" y="125029"/>
                </a:lnTo>
                <a:lnTo>
                  <a:pt x="1679480" y="124713"/>
                </a:lnTo>
                <a:lnTo>
                  <a:pt x="1679807" y="124395"/>
                </a:lnTo>
                <a:lnTo>
                  <a:pt x="1680127" y="124077"/>
                </a:lnTo>
                <a:lnTo>
                  <a:pt x="1680442" y="123757"/>
                </a:lnTo>
                <a:lnTo>
                  <a:pt x="1680703" y="123486"/>
                </a:lnTo>
                <a:lnTo>
                  <a:pt x="1680727" y="123697"/>
                </a:lnTo>
                <a:lnTo>
                  <a:pt x="1680769" y="124045"/>
                </a:lnTo>
                <a:lnTo>
                  <a:pt x="1680813" y="124395"/>
                </a:lnTo>
                <a:close/>
                <a:moveTo>
                  <a:pt x="1680036" y="108818"/>
                </a:moveTo>
                <a:lnTo>
                  <a:pt x="1679842" y="109163"/>
                </a:lnTo>
                <a:lnTo>
                  <a:pt x="1679638" y="109508"/>
                </a:lnTo>
                <a:lnTo>
                  <a:pt x="1679423" y="109854"/>
                </a:lnTo>
                <a:lnTo>
                  <a:pt x="1679199" y="110201"/>
                </a:lnTo>
                <a:lnTo>
                  <a:pt x="1678965" y="110548"/>
                </a:lnTo>
                <a:lnTo>
                  <a:pt x="1678721" y="110897"/>
                </a:lnTo>
                <a:lnTo>
                  <a:pt x="1678467" y="111246"/>
                </a:lnTo>
                <a:lnTo>
                  <a:pt x="1678204" y="111594"/>
                </a:lnTo>
                <a:lnTo>
                  <a:pt x="1677934" y="111937"/>
                </a:lnTo>
                <a:lnTo>
                  <a:pt x="1677656" y="112276"/>
                </a:lnTo>
                <a:lnTo>
                  <a:pt x="1677371" y="112610"/>
                </a:lnTo>
                <a:lnTo>
                  <a:pt x="1677079" y="112940"/>
                </a:lnTo>
                <a:lnTo>
                  <a:pt x="1676779" y="113265"/>
                </a:lnTo>
                <a:lnTo>
                  <a:pt x="1676472" y="113585"/>
                </a:lnTo>
                <a:lnTo>
                  <a:pt x="1676157" y="113902"/>
                </a:lnTo>
                <a:lnTo>
                  <a:pt x="1675835" y="114213"/>
                </a:lnTo>
                <a:lnTo>
                  <a:pt x="1675505" y="114521"/>
                </a:lnTo>
                <a:lnTo>
                  <a:pt x="1675168" y="114823"/>
                </a:lnTo>
                <a:lnTo>
                  <a:pt x="1674824" y="115122"/>
                </a:lnTo>
                <a:lnTo>
                  <a:pt x="1674472" y="115415"/>
                </a:lnTo>
                <a:lnTo>
                  <a:pt x="1674113" y="115705"/>
                </a:lnTo>
                <a:lnTo>
                  <a:pt x="1673746" y="115989"/>
                </a:lnTo>
                <a:lnTo>
                  <a:pt x="1673372" y="116270"/>
                </a:lnTo>
                <a:lnTo>
                  <a:pt x="1672990" y="116546"/>
                </a:lnTo>
                <a:lnTo>
                  <a:pt x="1672601" y="116817"/>
                </a:lnTo>
                <a:lnTo>
                  <a:pt x="1672205" y="117084"/>
                </a:lnTo>
                <a:lnTo>
                  <a:pt x="1671801" y="117346"/>
                </a:lnTo>
                <a:lnTo>
                  <a:pt x="1671390" y="117604"/>
                </a:lnTo>
                <a:lnTo>
                  <a:pt x="1670971" y="117857"/>
                </a:lnTo>
                <a:lnTo>
                  <a:pt x="1670545" y="118106"/>
                </a:lnTo>
                <a:lnTo>
                  <a:pt x="1670111" y="118351"/>
                </a:lnTo>
                <a:lnTo>
                  <a:pt x="1669671" y="118588"/>
                </a:lnTo>
                <a:lnTo>
                  <a:pt x="1669225" y="118815"/>
                </a:lnTo>
                <a:lnTo>
                  <a:pt x="1668774" y="119032"/>
                </a:lnTo>
                <a:lnTo>
                  <a:pt x="1668317" y="119239"/>
                </a:lnTo>
                <a:lnTo>
                  <a:pt x="1667855" y="119436"/>
                </a:lnTo>
                <a:lnTo>
                  <a:pt x="1667387" y="119622"/>
                </a:lnTo>
                <a:lnTo>
                  <a:pt x="1666913" y="119799"/>
                </a:lnTo>
                <a:lnTo>
                  <a:pt x="1666434" y="119965"/>
                </a:lnTo>
                <a:lnTo>
                  <a:pt x="1665949" y="120122"/>
                </a:lnTo>
                <a:lnTo>
                  <a:pt x="1665458" y="120268"/>
                </a:lnTo>
                <a:lnTo>
                  <a:pt x="1664962" y="120404"/>
                </a:lnTo>
                <a:lnTo>
                  <a:pt x="1664460" y="120530"/>
                </a:lnTo>
                <a:lnTo>
                  <a:pt x="1663953" y="120646"/>
                </a:lnTo>
                <a:lnTo>
                  <a:pt x="1663440" y="120752"/>
                </a:lnTo>
                <a:lnTo>
                  <a:pt x="1662921" y="120848"/>
                </a:lnTo>
                <a:lnTo>
                  <a:pt x="1662397" y="120934"/>
                </a:lnTo>
                <a:lnTo>
                  <a:pt x="1661867" y="121010"/>
                </a:lnTo>
                <a:lnTo>
                  <a:pt x="1661332" y="121075"/>
                </a:lnTo>
                <a:lnTo>
                  <a:pt x="1660791" y="121131"/>
                </a:lnTo>
                <a:lnTo>
                  <a:pt x="1660244" y="121176"/>
                </a:lnTo>
                <a:lnTo>
                  <a:pt x="1659692" y="121212"/>
                </a:lnTo>
                <a:lnTo>
                  <a:pt x="1659134" y="121237"/>
                </a:lnTo>
                <a:lnTo>
                  <a:pt x="1658571" y="121252"/>
                </a:lnTo>
                <a:lnTo>
                  <a:pt x="1658002" y="121257"/>
                </a:lnTo>
                <a:lnTo>
                  <a:pt x="1657547" y="121254"/>
                </a:lnTo>
                <a:lnTo>
                  <a:pt x="1657099" y="121243"/>
                </a:lnTo>
                <a:lnTo>
                  <a:pt x="1656656" y="121226"/>
                </a:lnTo>
                <a:lnTo>
                  <a:pt x="1656220" y="121202"/>
                </a:lnTo>
                <a:lnTo>
                  <a:pt x="1655790" y="121171"/>
                </a:lnTo>
                <a:lnTo>
                  <a:pt x="1655365" y="121133"/>
                </a:lnTo>
                <a:lnTo>
                  <a:pt x="1654947" y="121089"/>
                </a:lnTo>
                <a:lnTo>
                  <a:pt x="1654535" y="121037"/>
                </a:lnTo>
                <a:lnTo>
                  <a:pt x="1654129" y="120979"/>
                </a:lnTo>
                <a:lnTo>
                  <a:pt x="1653728" y="120914"/>
                </a:lnTo>
                <a:lnTo>
                  <a:pt x="1653334" y="120842"/>
                </a:lnTo>
                <a:lnTo>
                  <a:pt x="1652946" y="120763"/>
                </a:lnTo>
                <a:lnTo>
                  <a:pt x="1652564" y="120677"/>
                </a:lnTo>
                <a:lnTo>
                  <a:pt x="1652188" y="120584"/>
                </a:lnTo>
                <a:lnTo>
                  <a:pt x="1651818" y="120484"/>
                </a:lnTo>
                <a:lnTo>
                  <a:pt x="1651454" y="120378"/>
                </a:lnTo>
                <a:lnTo>
                  <a:pt x="1651096" y="120265"/>
                </a:lnTo>
                <a:lnTo>
                  <a:pt x="1650744" y="120144"/>
                </a:lnTo>
                <a:lnTo>
                  <a:pt x="1650398" y="120017"/>
                </a:lnTo>
                <a:lnTo>
                  <a:pt x="1650058" y="119883"/>
                </a:lnTo>
                <a:lnTo>
                  <a:pt x="1649724" y="119743"/>
                </a:lnTo>
                <a:lnTo>
                  <a:pt x="1649396" y="119595"/>
                </a:lnTo>
                <a:lnTo>
                  <a:pt x="1649074" y="119441"/>
                </a:lnTo>
                <a:lnTo>
                  <a:pt x="1648758" y="119279"/>
                </a:lnTo>
                <a:lnTo>
                  <a:pt x="1648449" y="119112"/>
                </a:lnTo>
                <a:lnTo>
                  <a:pt x="1648146" y="118940"/>
                </a:lnTo>
                <a:lnTo>
                  <a:pt x="1647849" y="118763"/>
                </a:lnTo>
                <a:lnTo>
                  <a:pt x="1647559" y="118581"/>
                </a:lnTo>
                <a:lnTo>
                  <a:pt x="1647276" y="118394"/>
                </a:lnTo>
                <a:lnTo>
                  <a:pt x="1647000" y="118202"/>
                </a:lnTo>
                <a:lnTo>
                  <a:pt x="1646730" y="118005"/>
                </a:lnTo>
                <a:lnTo>
                  <a:pt x="1646466" y="117804"/>
                </a:lnTo>
                <a:lnTo>
                  <a:pt x="1646209" y="117597"/>
                </a:lnTo>
                <a:lnTo>
                  <a:pt x="1645959" y="117386"/>
                </a:lnTo>
                <a:lnTo>
                  <a:pt x="1645715" y="117169"/>
                </a:lnTo>
                <a:lnTo>
                  <a:pt x="1645478" y="116948"/>
                </a:lnTo>
                <a:lnTo>
                  <a:pt x="1645248" y="116722"/>
                </a:lnTo>
                <a:lnTo>
                  <a:pt x="1645024" y="116491"/>
                </a:lnTo>
                <a:lnTo>
                  <a:pt x="1644807" y="116255"/>
                </a:lnTo>
                <a:lnTo>
                  <a:pt x="1644596" y="116014"/>
                </a:lnTo>
                <a:lnTo>
                  <a:pt x="1644392" y="115768"/>
                </a:lnTo>
                <a:lnTo>
                  <a:pt x="1644194" y="115518"/>
                </a:lnTo>
                <a:lnTo>
                  <a:pt x="1644003" y="115262"/>
                </a:lnTo>
                <a:lnTo>
                  <a:pt x="1643819" y="115002"/>
                </a:lnTo>
                <a:lnTo>
                  <a:pt x="1643641" y="114736"/>
                </a:lnTo>
                <a:lnTo>
                  <a:pt x="1643470" y="114466"/>
                </a:lnTo>
                <a:lnTo>
                  <a:pt x="1643305" y="114191"/>
                </a:lnTo>
                <a:lnTo>
                  <a:pt x="1643147" y="113911"/>
                </a:lnTo>
                <a:lnTo>
                  <a:pt x="1642996" y="113627"/>
                </a:lnTo>
                <a:lnTo>
                  <a:pt x="1642851" y="113340"/>
                </a:lnTo>
                <a:lnTo>
                  <a:pt x="1642712" y="113052"/>
                </a:lnTo>
                <a:lnTo>
                  <a:pt x="1642580" y="112760"/>
                </a:lnTo>
                <a:lnTo>
                  <a:pt x="1642454" y="112466"/>
                </a:lnTo>
                <a:lnTo>
                  <a:pt x="1642335" y="112170"/>
                </a:lnTo>
                <a:lnTo>
                  <a:pt x="1642222" y="111871"/>
                </a:lnTo>
                <a:lnTo>
                  <a:pt x="1642116" y="111569"/>
                </a:lnTo>
                <a:lnTo>
                  <a:pt x="1642016" y="111265"/>
                </a:lnTo>
                <a:lnTo>
                  <a:pt x="1641922" y="110959"/>
                </a:lnTo>
                <a:lnTo>
                  <a:pt x="1641835" y="110650"/>
                </a:lnTo>
                <a:lnTo>
                  <a:pt x="1641755" y="110338"/>
                </a:lnTo>
                <a:lnTo>
                  <a:pt x="1641681" y="110024"/>
                </a:lnTo>
                <a:lnTo>
                  <a:pt x="1641613" y="109708"/>
                </a:lnTo>
                <a:lnTo>
                  <a:pt x="1641552" y="109388"/>
                </a:lnTo>
                <a:lnTo>
                  <a:pt x="1641497" y="109067"/>
                </a:lnTo>
                <a:lnTo>
                  <a:pt x="1641448" y="108743"/>
                </a:lnTo>
                <a:lnTo>
                  <a:pt x="1641407" y="108416"/>
                </a:lnTo>
                <a:lnTo>
                  <a:pt x="1641371" y="108087"/>
                </a:lnTo>
                <a:lnTo>
                  <a:pt x="1641342" y="107755"/>
                </a:lnTo>
                <a:lnTo>
                  <a:pt x="1641320" y="107421"/>
                </a:lnTo>
                <a:lnTo>
                  <a:pt x="1641303" y="107084"/>
                </a:lnTo>
                <a:lnTo>
                  <a:pt x="1641294" y="106744"/>
                </a:lnTo>
                <a:lnTo>
                  <a:pt x="1641291" y="106403"/>
                </a:lnTo>
                <a:lnTo>
                  <a:pt x="1641294" y="106068"/>
                </a:lnTo>
                <a:lnTo>
                  <a:pt x="1641303" y="105737"/>
                </a:lnTo>
                <a:lnTo>
                  <a:pt x="1641318" y="105409"/>
                </a:lnTo>
                <a:lnTo>
                  <a:pt x="1641340" y="105085"/>
                </a:lnTo>
                <a:lnTo>
                  <a:pt x="1641368" y="104765"/>
                </a:lnTo>
                <a:lnTo>
                  <a:pt x="1641402" y="104447"/>
                </a:lnTo>
                <a:lnTo>
                  <a:pt x="1641442" y="104134"/>
                </a:lnTo>
                <a:lnTo>
                  <a:pt x="1641488" y="103824"/>
                </a:lnTo>
                <a:lnTo>
                  <a:pt x="1641540" y="103517"/>
                </a:lnTo>
                <a:lnTo>
                  <a:pt x="1641599" y="103214"/>
                </a:lnTo>
                <a:lnTo>
                  <a:pt x="1641664" y="102914"/>
                </a:lnTo>
                <a:lnTo>
                  <a:pt x="1641735" y="102618"/>
                </a:lnTo>
                <a:lnTo>
                  <a:pt x="1641812" y="102326"/>
                </a:lnTo>
                <a:lnTo>
                  <a:pt x="1641895" y="102037"/>
                </a:lnTo>
                <a:lnTo>
                  <a:pt x="1641984" y="101751"/>
                </a:lnTo>
                <a:lnTo>
                  <a:pt x="1642080" y="101469"/>
                </a:lnTo>
                <a:lnTo>
                  <a:pt x="1642182" y="101191"/>
                </a:lnTo>
                <a:lnTo>
                  <a:pt x="1642290" y="100915"/>
                </a:lnTo>
                <a:lnTo>
                  <a:pt x="1642404" y="100644"/>
                </a:lnTo>
                <a:lnTo>
                  <a:pt x="1642524" y="100376"/>
                </a:lnTo>
                <a:lnTo>
                  <a:pt x="1642650" y="100111"/>
                </a:lnTo>
                <a:lnTo>
                  <a:pt x="1642783" y="99850"/>
                </a:lnTo>
                <a:lnTo>
                  <a:pt x="1642922" y="99593"/>
                </a:lnTo>
                <a:lnTo>
                  <a:pt x="1643067" y="99339"/>
                </a:lnTo>
                <a:lnTo>
                  <a:pt x="1643217" y="99088"/>
                </a:lnTo>
                <a:lnTo>
                  <a:pt x="1643374" y="98841"/>
                </a:lnTo>
                <a:lnTo>
                  <a:pt x="1643536" y="98598"/>
                </a:lnTo>
                <a:lnTo>
                  <a:pt x="1643703" y="98358"/>
                </a:lnTo>
                <a:lnTo>
                  <a:pt x="1643877" y="98121"/>
                </a:lnTo>
                <a:lnTo>
                  <a:pt x="1644056" y="97888"/>
                </a:lnTo>
                <a:lnTo>
                  <a:pt x="1644240" y="97659"/>
                </a:lnTo>
                <a:lnTo>
                  <a:pt x="1644430" y="97433"/>
                </a:lnTo>
                <a:lnTo>
                  <a:pt x="1644626" y="97210"/>
                </a:lnTo>
                <a:lnTo>
                  <a:pt x="1644827" y="96991"/>
                </a:lnTo>
                <a:lnTo>
                  <a:pt x="1645034" y="96776"/>
                </a:lnTo>
                <a:lnTo>
                  <a:pt x="1645246" y="96564"/>
                </a:lnTo>
                <a:lnTo>
                  <a:pt x="1645464" y="96355"/>
                </a:lnTo>
                <a:lnTo>
                  <a:pt x="1645688" y="96150"/>
                </a:lnTo>
                <a:lnTo>
                  <a:pt x="1645917" y="95949"/>
                </a:lnTo>
                <a:lnTo>
                  <a:pt x="1646152" y="95751"/>
                </a:lnTo>
                <a:lnTo>
                  <a:pt x="1646393" y="95556"/>
                </a:lnTo>
                <a:lnTo>
                  <a:pt x="1646639" y="95365"/>
                </a:lnTo>
                <a:lnTo>
                  <a:pt x="1646891" y="95178"/>
                </a:lnTo>
                <a:lnTo>
                  <a:pt x="1647148" y="94994"/>
                </a:lnTo>
                <a:lnTo>
                  <a:pt x="1647411" y="94813"/>
                </a:lnTo>
                <a:lnTo>
                  <a:pt x="1647679" y="94636"/>
                </a:lnTo>
                <a:lnTo>
                  <a:pt x="1647954" y="94463"/>
                </a:lnTo>
                <a:lnTo>
                  <a:pt x="1648233" y="94293"/>
                </a:lnTo>
                <a:lnTo>
                  <a:pt x="1648519" y="94127"/>
                </a:lnTo>
                <a:lnTo>
                  <a:pt x="1648810" y="93964"/>
                </a:lnTo>
                <a:lnTo>
                  <a:pt x="1649106" y="93804"/>
                </a:lnTo>
                <a:lnTo>
                  <a:pt x="1649408" y="93648"/>
                </a:lnTo>
                <a:lnTo>
                  <a:pt x="1649716" y="93496"/>
                </a:lnTo>
                <a:lnTo>
                  <a:pt x="1650030" y="93347"/>
                </a:lnTo>
                <a:lnTo>
                  <a:pt x="1650349" y="93202"/>
                </a:lnTo>
                <a:lnTo>
                  <a:pt x="1650673" y="93060"/>
                </a:lnTo>
                <a:lnTo>
                  <a:pt x="1651003" y="92921"/>
                </a:lnTo>
                <a:lnTo>
                  <a:pt x="1651339" y="92786"/>
                </a:lnTo>
                <a:lnTo>
                  <a:pt x="1651681" y="92655"/>
                </a:lnTo>
                <a:lnTo>
                  <a:pt x="1652028" y="92527"/>
                </a:lnTo>
                <a:lnTo>
                  <a:pt x="1652380" y="92403"/>
                </a:lnTo>
                <a:lnTo>
                  <a:pt x="1652739" y="92282"/>
                </a:lnTo>
                <a:lnTo>
                  <a:pt x="1653102" y="92164"/>
                </a:lnTo>
                <a:lnTo>
                  <a:pt x="1653472" y="92051"/>
                </a:lnTo>
                <a:lnTo>
                  <a:pt x="1653847" y="91940"/>
                </a:lnTo>
                <a:lnTo>
                  <a:pt x="1654228" y="91833"/>
                </a:lnTo>
                <a:lnTo>
                  <a:pt x="1654614" y="91730"/>
                </a:lnTo>
                <a:lnTo>
                  <a:pt x="1655006" y="91630"/>
                </a:lnTo>
                <a:lnTo>
                  <a:pt x="1655403" y="91534"/>
                </a:lnTo>
                <a:lnTo>
                  <a:pt x="1655806" y="91441"/>
                </a:lnTo>
                <a:lnTo>
                  <a:pt x="1656215" y="91352"/>
                </a:lnTo>
                <a:lnTo>
                  <a:pt x="1656629" y="91266"/>
                </a:lnTo>
                <a:lnTo>
                  <a:pt x="1657049" y="91183"/>
                </a:lnTo>
                <a:lnTo>
                  <a:pt x="1657473" y="91105"/>
                </a:lnTo>
                <a:lnTo>
                  <a:pt x="1657902" y="91029"/>
                </a:lnTo>
                <a:lnTo>
                  <a:pt x="1658336" y="90957"/>
                </a:lnTo>
                <a:lnTo>
                  <a:pt x="1658774" y="90889"/>
                </a:lnTo>
                <a:lnTo>
                  <a:pt x="1659218" y="90824"/>
                </a:lnTo>
                <a:lnTo>
                  <a:pt x="1659666" y="90763"/>
                </a:lnTo>
                <a:lnTo>
                  <a:pt x="1660119" y="90705"/>
                </a:lnTo>
                <a:lnTo>
                  <a:pt x="1660576" y="90651"/>
                </a:lnTo>
                <a:lnTo>
                  <a:pt x="1661039" y="90600"/>
                </a:lnTo>
                <a:lnTo>
                  <a:pt x="1661506" y="90553"/>
                </a:lnTo>
                <a:lnTo>
                  <a:pt x="1661978" y="90509"/>
                </a:lnTo>
                <a:lnTo>
                  <a:pt x="1662454" y="90469"/>
                </a:lnTo>
                <a:lnTo>
                  <a:pt x="1662936" y="90432"/>
                </a:lnTo>
                <a:lnTo>
                  <a:pt x="1663422" y="90398"/>
                </a:lnTo>
                <a:lnTo>
                  <a:pt x="1663913" y="90369"/>
                </a:lnTo>
                <a:lnTo>
                  <a:pt x="1664409" y="90342"/>
                </a:lnTo>
                <a:lnTo>
                  <a:pt x="1664909" y="90320"/>
                </a:lnTo>
                <a:lnTo>
                  <a:pt x="1665414" y="90300"/>
                </a:lnTo>
                <a:lnTo>
                  <a:pt x="1665925" y="90285"/>
                </a:lnTo>
                <a:lnTo>
                  <a:pt x="1666439" y="90272"/>
                </a:lnTo>
                <a:lnTo>
                  <a:pt x="1666959" y="90264"/>
                </a:lnTo>
                <a:lnTo>
                  <a:pt x="1667483" y="90258"/>
                </a:lnTo>
                <a:lnTo>
                  <a:pt x="1668012" y="90257"/>
                </a:lnTo>
                <a:lnTo>
                  <a:pt x="1680364" y="90257"/>
                </a:lnTo>
                <a:lnTo>
                  <a:pt x="1680364" y="108193"/>
                </a:lnTo>
                <a:lnTo>
                  <a:pt x="1680221" y="108475"/>
                </a:lnTo>
                <a:lnTo>
                  <a:pt x="1680036" y="108818"/>
                </a:lnTo>
                <a:close/>
                <a:moveTo>
                  <a:pt x="1809092" y="94651"/>
                </a:moveTo>
                <a:lnTo>
                  <a:pt x="1809154" y="95407"/>
                </a:lnTo>
                <a:lnTo>
                  <a:pt x="1809226" y="96159"/>
                </a:lnTo>
                <a:lnTo>
                  <a:pt x="1809307" y="96905"/>
                </a:lnTo>
                <a:lnTo>
                  <a:pt x="1809397" y="97647"/>
                </a:lnTo>
                <a:lnTo>
                  <a:pt x="1809497" y="98384"/>
                </a:lnTo>
                <a:lnTo>
                  <a:pt x="1809607" y="99117"/>
                </a:lnTo>
                <a:lnTo>
                  <a:pt x="1809726" y="99844"/>
                </a:lnTo>
                <a:lnTo>
                  <a:pt x="1809855" y="100567"/>
                </a:lnTo>
                <a:lnTo>
                  <a:pt x="1809993" y="101285"/>
                </a:lnTo>
                <a:lnTo>
                  <a:pt x="1810141" y="101998"/>
                </a:lnTo>
                <a:lnTo>
                  <a:pt x="1810298" y="102707"/>
                </a:lnTo>
                <a:lnTo>
                  <a:pt x="1810465" y="103411"/>
                </a:lnTo>
                <a:lnTo>
                  <a:pt x="1810641" y="104110"/>
                </a:lnTo>
                <a:lnTo>
                  <a:pt x="1810827" y="104804"/>
                </a:lnTo>
                <a:lnTo>
                  <a:pt x="1811022" y="105493"/>
                </a:lnTo>
                <a:lnTo>
                  <a:pt x="1811227" y="106178"/>
                </a:lnTo>
                <a:lnTo>
                  <a:pt x="1811442" y="106858"/>
                </a:lnTo>
                <a:lnTo>
                  <a:pt x="1811666" y="107533"/>
                </a:lnTo>
                <a:lnTo>
                  <a:pt x="1811899" y="108202"/>
                </a:lnTo>
                <a:lnTo>
                  <a:pt x="1812140" y="108864"/>
                </a:lnTo>
                <a:lnTo>
                  <a:pt x="1812390" y="109519"/>
                </a:lnTo>
                <a:lnTo>
                  <a:pt x="1812649" y="110167"/>
                </a:lnTo>
                <a:lnTo>
                  <a:pt x="1812916" y="110807"/>
                </a:lnTo>
                <a:lnTo>
                  <a:pt x="1813192" y="111441"/>
                </a:lnTo>
                <a:lnTo>
                  <a:pt x="1813476" y="112067"/>
                </a:lnTo>
                <a:lnTo>
                  <a:pt x="1813769" y="112686"/>
                </a:lnTo>
                <a:lnTo>
                  <a:pt x="1814070" y="113298"/>
                </a:lnTo>
                <a:lnTo>
                  <a:pt x="1814380" y="113903"/>
                </a:lnTo>
                <a:lnTo>
                  <a:pt x="1814699" y="114501"/>
                </a:lnTo>
                <a:lnTo>
                  <a:pt x="1815026" y="115091"/>
                </a:lnTo>
                <a:lnTo>
                  <a:pt x="1815362" y="115675"/>
                </a:lnTo>
                <a:lnTo>
                  <a:pt x="1815706" y="116251"/>
                </a:lnTo>
                <a:lnTo>
                  <a:pt x="1816058" y="116820"/>
                </a:lnTo>
                <a:lnTo>
                  <a:pt x="1816420" y="117382"/>
                </a:lnTo>
                <a:lnTo>
                  <a:pt x="1816789" y="117937"/>
                </a:lnTo>
                <a:lnTo>
                  <a:pt x="1817168" y="118484"/>
                </a:lnTo>
                <a:lnTo>
                  <a:pt x="1817555" y="119025"/>
                </a:lnTo>
                <a:lnTo>
                  <a:pt x="1817950" y="119558"/>
                </a:lnTo>
                <a:lnTo>
                  <a:pt x="1818354" y="120085"/>
                </a:lnTo>
                <a:lnTo>
                  <a:pt x="1818767" y="120604"/>
                </a:lnTo>
                <a:lnTo>
                  <a:pt x="1819188" y="121116"/>
                </a:lnTo>
                <a:lnTo>
                  <a:pt x="1819617" y="121620"/>
                </a:lnTo>
                <a:lnTo>
                  <a:pt x="1820055" y="122117"/>
                </a:lnTo>
                <a:lnTo>
                  <a:pt x="1820500" y="122604"/>
                </a:lnTo>
                <a:lnTo>
                  <a:pt x="1820953" y="123082"/>
                </a:lnTo>
                <a:lnTo>
                  <a:pt x="1821413" y="123551"/>
                </a:lnTo>
                <a:lnTo>
                  <a:pt x="1821880" y="124011"/>
                </a:lnTo>
                <a:lnTo>
                  <a:pt x="1822355" y="124461"/>
                </a:lnTo>
                <a:lnTo>
                  <a:pt x="1822837" y="124902"/>
                </a:lnTo>
                <a:lnTo>
                  <a:pt x="1823327" y="125334"/>
                </a:lnTo>
                <a:lnTo>
                  <a:pt x="1823824" y="125756"/>
                </a:lnTo>
                <a:lnTo>
                  <a:pt x="1824328" y="126170"/>
                </a:lnTo>
                <a:lnTo>
                  <a:pt x="1824840" y="126574"/>
                </a:lnTo>
                <a:lnTo>
                  <a:pt x="1825359" y="126969"/>
                </a:lnTo>
                <a:lnTo>
                  <a:pt x="1825886" y="127354"/>
                </a:lnTo>
                <a:lnTo>
                  <a:pt x="1826420" y="127731"/>
                </a:lnTo>
                <a:lnTo>
                  <a:pt x="1826962" y="128098"/>
                </a:lnTo>
                <a:lnTo>
                  <a:pt x="1827511" y="128455"/>
                </a:lnTo>
                <a:lnTo>
                  <a:pt x="1828068" y="128804"/>
                </a:lnTo>
                <a:lnTo>
                  <a:pt x="1828632" y="129143"/>
                </a:lnTo>
                <a:lnTo>
                  <a:pt x="1829203" y="129473"/>
                </a:lnTo>
                <a:lnTo>
                  <a:pt x="1829782" y="129794"/>
                </a:lnTo>
                <a:lnTo>
                  <a:pt x="1830368" y="130106"/>
                </a:lnTo>
                <a:lnTo>
                  <a:pt x="1830961" y="130408"/>
                </a:lnTo>
                <a:lnTo>
                  <a:pt x="1831563" y="130701"/>
                </a:lnTo>
                <a:lnTo>
                  <a:pt x="1832171" y="130985"/>
                </a:lnTo>
                <a:lnTo>
                  <a:pt x="1832786" y="131258"/>
                </a:lnTo>
                <a:lnTo>
                  <a:pt x="1833408" y="131520"/>
                </a:lnTo>
                <a:lnTo>
                  <a:pt x="1834037" y="131770"/>
                </a:lnTo>
                <a:lnTo>
                  <a:pt x="1834671" y="132009"/>
                </a:lnTo>
                <a:lnTo>
                  <a:pt x="1835313" y="132236"/>
                </a:lnTo>
                <a:lnTo>
                  <a:pt x="1835960" y="132451"/>
                </a:lnTo>
                <a:lnTo>
                  <a:pt x="1836614" y="132654"/>
                </a:lnTo>
                <a:lnTo>
                  <a:pt x="1837275" y="132846"/>
                </a:lnTo>
                <a:lnTo>
                  <a:pt x="1837942" y="133027"/>
                </a:lnTo>
                <a:lnTo>
                  <a:pt x="1838615" y="133195"/>
                </a:lnTo>
                <a:lnTo>
                  <a:pt x="1839295" y="133352"/>
                </a:lnTo>
                <a:lnTo>
                  <a:pt x="1839982" y="133498"/>
                </a:lnTo>
                <a:lnTo>
                  <a:pt x="1840674" y="133632"/>
                </a:lnTo>
                <a:lnTo>
                  <a:pt x="1841374" y="133754"/>
                </a:lnTo>
                <a:lnTo>
                  <a:pt x="1842079" y="133864"/>
                </a:lnTo>
                <a:lnTo>
                  <a:pt x="1842792" y="133963"/>
                </a:lnTo>
                <a:lnTo>
                  <a:pt x="1843510" y="134050"/>
                </a:lnTo>
                <a:lnTo>
                  <a:pt x="1844235" y="134126"/>
                </a:lnTo>
                <a:lnTo>
                  <a:pt x="1844967" y="134190"/>
                </a:lnTo>
                <a:lnTo>
                  <a:pt x="1845705" y="134242"/>
                </a:lnTo>
                <a:lnTo>
                  <a:pt x="1846449" y="134283"/>
                </a:lnTo>
                <a:lnTo>
                  <a:pt x="1847200" y="134312"/>
                </a:lnTo>
                <a:lnTo>
                  <a:pt x="1847957" y="134330"/>
                </a:lnTo>
                <a:lnTo>
                  <a:pt x="1848721" y="134335"/>
                </a:lnTo>
                <a:lnTo>
                  <a:pt x="1849484" y="134330"/>
                </a:lnTo>
                <a:lnTo>
                  <a:pt x="1850241" y="134312"/>
                </a:lnTo>
                <a:lnTo>
                  <a:pt x="1850992" y="134283"/>
                </a:lnTo>
                <a:lnTo>
                  <a:pt x="1851736" y="134242"/>
                </a:lnTo>
                <a:lnTo>
                  <a:pt x="1852473" y="134190"/>
                </a:lnTo>
                <a:lnTo>
                  <a:pt x="1853204" y="134126"/>
                </a:lnTo>
                <a:lnTo>
                  <a:pt x="1853928" y="134050"/>
                </a:lnTo>
                <a:lnTo>
                  <a:pt x="1854645" y="133963"/>
                </a:lnTo>
                <a:lnTo>
                  <a:pt x="1855356" y="133864"/>
                </a:lnTo>
                <a:lnTo>
                  <a:pt x="1856061" y="133754"/>
                </a:lnTo>
                <a:lnTo>
                  <a:pt x="1856759" y="133632"/>
                </a:lnTo>
                <a:lnTo>
                  <a:pt x="1857450" y="133498"/>
                </a:lnTo>
                <a:lnTo>
                  <a:pt x="1858134" y="133352"/>
                </a:lnTo>
                <a:lnTo>
                  <a:pt x="1858812" y="133195"/>
                </a:lnTo>
                <a:lnTo>
                  <a:pt x="1859484" y="133027"/>
                </a:lnTo>
                <a:lnTo>
                  <a:pt x="1860149" y="132846"/>
                </a:lnTo>
                <a:lnTo>
                  <a:pt x="1860807" y="132654"/>
                </a:lnTo>
                <a:lnTo>
                  <a:pt x="1861459" y="132451"/>
                </a:lnTo>
                <a:lnTo>
                  <a:pt x="1862104" y="132236"/>
                </a:lnTo>
                <a:lnTo>
                  <a:pt x="1862742" y="132009"/>
                </a:lnTo>
                <a:lnTo>
                  <a:pt x="1863374" y="131770"/>
                </a:lnTo>
                <a:lnTo>
                  <a:pt x="1863999" y="131520"/>
                </a:lnTo>
                <a:lnTo>
                  <a:pt x="1864618" y="131258"/>
                </a:lnTo>
                <a:lnTo>
                  <a:pt x="1865230" y="130985"/>
                </a:lnTo>
                <a:lnTo>
                  <a:pt x="1865835" y="130701"/>
                </a:lnTo>
                <a:lnTo>
                  <a:pt x="1866433" y="130408"/>
                </a:lnTo>
                <a:lnTo>
                  <a:pt x="1867024" y="130106"/>
                </a:lnTo>
                <a:lnTo>
                  <a:pt x="1867607" y="129794"/>
                </a:lnTo>
                <a:lnTo>
                  <a:pt x="1868183" y="129473"/>
                </a:lnTo>
                <a:lnTo>
                  <a:pt x="1868752" y="129143"/>
                </a:lnTo>
                <a:lnTo>
                  <a:pt x="1869313" y="128804"/>
                </a:lnTo>
                <a:lnTo>
                  <a:pt x="1869868" y="128455"/>
                </a:lnTo>
                <a:lnTo>
                  <a:pt x="1870415" y="128098"/>
                </a:lnTo>
                <a:lnTo>
                  <a:pt x="1870954" y="127731"/>
                </a:lnTo>
                <a:lnTo>
                  <a:pt x="1871486" y="127354"/>
                </a:lnTo>
                <a:lnTo>
                  <a:pt x="1872011" y="126969"/>
                </a:lnTo>
                <a:lnTo>
                  <a:pt x="1872529" y="126574"/>
                </a:lnTo>
                <a:lnTo>
                  <a:pt x="1873040" y="126170"/>
                </a:lnTo>
                <a:lnTo>
                  <a:pt x="1873543" y="125756"/>
                </a:lnTo>
                <a:lnTo>
                  <a:pt x="1874039" y="125334"/>
                </a:lnTo>
                <a:lnTo>
                  <a:pt x="1874527" y="124902"/>
                </a:lnTo>
                <a:lnTo>
                  <a:pt x="1875009" y="124461"/>
                </a:lnTo>
                <a:lnTo>
                  <a:pt x="1875483" y="124011"/>
                </a:lnTo>
                <a:lnTo>
                  <a:pt x="1875949" y="123551"/>
                </a:lnTo>
                <a:lnTo>
                  <a:pt x="1876409" y="123082"/>
                </a:lnTo>
                <a:lnTo>
                  <a:pt x="1876861" y="122604"/>
                </a:lnTo>
                <a:lnTo>
                  <a:pt x="1877306" y="122117"/>
                </a:lnTo>
                <a:lnTo>
                  <a:pt x="1877743" y="121620"/>
                </a:lnTo>
                <a:lnTo>
                  <a:pt x="1878173" y="121116"/>
                </a:lnTo>
                <a:lnTo>
                  <a:pt x="1878594" y="120604"/>
                </a:lnTo>
                <a:lnTo>
                  <a:pt x="1879007" y="120085"/>
                </a:lnTo>
                <a:lnTo>
                  <a:pt x="1879411" y="119558"/>
                </a:lnTo>
                <a:lnTo>
                  <a:pt x="1879806" y="119025"/>
                </a:lnTo>
                <a:lnTo>
                  <a:pt x="1880193" y="118484"/>
                </a:lnTo>
                <a:lnTo>
                  <a:pt x="1880571" y="117937"/>
                </a:lnTo>
                <a:lnTo>
                  <a:pt x="1880941" y="117382"/>
                </a:lnTo>
                <a:lnTo>
                  <a:pt x="1881302" y="116820"/>
                </a:lnTo>
                <a:lnTo>
                  <a:pt x="1881655" y="116251"/>
                </a:lnTo>
                <a:lnTo>
                  <a:pt x="1881999" y="115675"/>
                </a:lnTo>
                <a:lnTo>
                  <a:pt x="1882335" y="115091"/>
                </a:lnTo>
                <a:lnTo>
                  <a:pt x="1882662" y="114501"/>
                </a:lnTo>
                <a:lnTo>
                  <a:pt x="1882980" y="113903"/>
                </a:lnTo>
                <a:lnTo>
                  <a:pt x="1883290" y="113298"/>
                </a:lnTo>
                <a:lnTo>
                  <a:pt x="1883592" y="112686"/>
                </a:lnTo>
                <a:lnTo>
                  <a:pt x="1883885" y="112067"/>
                </a:lnTo>
                <a:lnTo>
                  <a:pt x="1884169" y="111441"/>
                </a:lnTo>
                <a:lnTo>
                  <a:pt x="1884445" y="110807"/>
                </a:lnTo>
                <a:lnTo>
                  <a:pt x="1884712" y="110167"/>
                </a:lnTo>
                <a:lnTo>
                  <a:pt x="1884971" y="109519"/>
                </a:lnTo>
                <a:lnTo>
                  <a:pt x="1885221" y="108864"/>
                </a:lnTo>
                <a:lnTo>
                  <a:pt x="1885462" y="108202"/>
                </a:lnTo>
                <a:lnTo>
                  <a:pt x="1885695" y="107533"/>
                </a:lnTo>
                <a:lnTo>
                  <a:pt x="1885919" y="106858"/>
                </a:lnTo>
                <a:lnTo>
                  <a:pt x="1886134" y="106178"/>
                </a:lnTo>
                <a:lnTo>
                  <a:pt x="1886339" y="105493"/>
                </a:lnTo>
                <a:lnTo>
                  <a:pt x="1886534" y="104804"/>
                </a:lnTo>
                <a:lnTo>
                  <a:pt x="1886720" y="104110"/>
                </a:lnTo>
                <a:lnTo>
                  <a:pt x="1886896" y="103411"/>
                </a:lnTo>
                <a:lnTo>
                  <a:pt x="1887063" y="102707"/>
                </a:lnTo>
                <a:lnTo>
                  <a:pt x="1887220" y="101998"/>
                </a:lnTo>
                <a:lnTo>
                  <a:pt x="1887368" y="101285"/>
                </a:lnTo>
                <a:lnTo>
                  <a:pt x="1887506" y="100567"/>
                </a:lnTo>
                <a:lnTo>
                  <a:pt x="1887635" y="99844"/>
                </a:lnTo>
                <a:lnTo>
                  <a:pt x="1887754" y="99117"/>
                </a:lnTo>
                <a:lnTo>
                  <a:pt x="1887863" y="98384"/>
                </a:lnTo>
                <a:lnTo>
                  <a:pt x="1887964" y="97647"/>
                </a:lnTo>
                <a:lnTo>
                  <a:pt x="1888054" y="96905"/>
                </a:lnTo>
                <a:lnTo>
                  <a:pt x="1888135" y="96159"/>
                </a:lnTo>
                <a:lnTo>
                  <a:pt x="1888207" y="95407"/>
                </a:lnTo>
                <a:lnTo>
                  <a:pt x="1888269" y="94651"/>
                </a:lnTo>
                <a:lnTo>
                  <a:pt x="1888321" y="93890"/>
                </a:lnTo>
                <a:lnTo>
                  <a:pt x="1888364" y="93125"/>
                </a:lnTo>
                <a:lnTo>
                  <a:pt x="1888397" y="92354"/>
                </a:lnTo>
                <a:lnTo>
                  <a:pt x="1888421" y="91579"/>
                </a:lnTo>
                <a:lnTo>
                  <a:pt x="1888435" y="90799"/>
                </a:lnTo>
                <a:lnTo>
                  <a:pt x="1888440" y="90014"/>
                </a:lnTo>
                <a:lnTo>
                  <a:pt x="1888440" y="88158"/>
                </a:lnTo>
                <a:lnTo>
                  <a:pt x="1888435" y="87373"/>
                </a:lnTo>
                <a:lnTo>
                  <a:pt x="1888421" y="86593"/>
                </a:lnTo>
                <a:lnTo>
                  <a:pt x="1888397" y="85817"/>
                </a:lnTo>
                <a:lnTo>
                  <a:pt x="1888364" y="85046"/>
                </a:lnTo>
                <a:lnTo>
                  <a:pt x="1888321" y="84280"/>
                </a:lnTo>
                <a:lnTo>
                  <a:pt x="1888269" y="83518"/>
                </a:lnTo>
                <a:lnTo>
                  <a:pt x="1888207" y="82761"/>
                </a:lnTo>
                <a:lnTo>
                  <a:pt x="1888135" y="82009"/>
                </a:lnTo>
                <a:lnTo>
                  <a:pt x="1888054" y="81261"/>
                </a:lnTo>
                <a:lnTo>
                  <a:pt x="1887964" y="80518"/>
                </a:lnTo>
                <a:lnTo>
                  <a:pt x="1887863" y="79779"/>
                </a:lnTo>
                <a:lnTo>
                  <a:pt x="1887754" y="79045"/>
                </a:lnTo>
                <a:lnTo>
                  <a:pt x="1887635" y="78316"/>
                </a:lnTo>
                <a:lnTo>
                  <a:pt x="1887506" y="77591"/>
                </a:lnTo>
                <a:lnTo>
                  <a:pt x="1887368" y="76871"/>
                </a:lnTo>
                <a:lnTo>
                  <a:pt x="1887220" y="76156"/>
                </a:lnTo>
                <a:lnTo>
                  <a:pt x="1887063" y="75445"/>
                </a:lnTo>
                <a:lnTo>
                  <a:pt x="1886896" y="74739"/>
                </a:lnTo>
                <a:lnTo>
                  <a:pt x="1886720" y="74037"/>
                </a:lnTo>
                <a:lnTo>
                  <a:pt x="1886534" y="73340"/>
                </a:lnTo>
                <a:lnTo>
                  <a:pt x="1886339" y="72648"/>
                </a:lnTo>
                <a:lnTo>
                  <a:pt x="1886134" y="71960"/>
                </a:lnTo>
                <a:lnTo>
                  <a:pt x="1885919" y="71277"/>
                </a:lnTo>
                <a:lnTo>
                  <a:pt x="1885695" y="70599"/>
                </a:lnTo>
                <a:lnTo>
                  <a:pt x="1885462" y="69926"/>
                </a:lnTo>
                <a:lnTo>
                  <a:pt x="1885221" y="69261"/>
                </a:lnTo>
                <a:lnTo>
                  <a:pt x="1884971" y="68603"/>
                </a:lnTo>
                <a:lnTo>
                  <a:pt x="1884712" y="67953"/>
                </a:lnTo>
                <a:lnTo>
                  <a:pt x="1884445" y="67309"/>
                </a:lnTo>
                <a:lnTo>
                  <a:pt x="1884169" y="66673"/>
                </a:lnTo>
                <a:lnTo>
                  <a:pt x="1883885" y="66044"/>
                </a:lnTo>
                <a:lnTo>
                  <a:pt x="1883592" y="65423"/>
                </a:lnTo>
                <a:lnTo>
                  <a:pt x="1883290" y="64809"/>
                </a:lnTo>
                <a:lnTo>
                  <a:pt x="1882980" y="64202"/>
                </a:lnTo>
                <a:lnTo>
                  <a:pt x="1882662" y="63602"/>
                </a:lnTo>
                <a:lnTo>
                  <a:pt x="1882335" y="63010"/>
                </a:lnTo>
                <a:lnTo>
                  <a:pt x="1881999" y="62425"/>
                </a:lnTo>
                <a:lnTo>
                  <a:pt x="1881655" y="61847"/>
                </a:lnTo>
                <a:lnTo>
                  <a:pt x="1881302" y="61277"/>
                </a:lnTo>
                <a:lnTo>
                  <a:pt x="1880941" y="60714"/>
                </a:lnTo>
                <a:lnTo>
                  <a:pt x="1880571" y="60158"/>
                </a:lnTo>
                <a:lnTo>
                  <a:pt x="1880193" y="59609"/>
                </a:lnTo>
                <a:lnTo>
                  <a:pt x="1879806" y="59068"/>
                </a:lnTo>
                <a:lnTo>
                  <a:pt x="1879411" y="58534"/>
                </a:lnTo>
                <a:lnTo>
                  <a:pt x="1879007" y="58007"/>
                </a:lnTo>
                <a:lnTo>
                  <a:pt x="1878594" y="57488"/>
                </a:lnTo>
                <a:lnTo>
                  <a:pt x="1878173" y="56976"/>
                </a:lnTo>
                <a:lnTo>
                  <a:pt x="1877743" y="56471"/>
                </a:lnTo>
                <a:lnTo>
                  <a:pt x="1877306" y="55974"/>
                </a:lnTo>
                <a:lnTo>
                  <a:pt x="1876860" y="55487"/>
                </a:lnTo>
                <a:lnTo>
                  <a:pt x="1876407" y="55009"/>
                </a:lnTo>
                <a:lnTo>
                  <a:pt x="1875947" y="54540"/>
                </a:lnTo>
                <a:lnTo>
                  <a:pt x="1875479" y="54081"/>
                </a:lnTo>
                <a:lnTo>
                  <a:pt x="1875004" y="53630"/>
                </a:lnTo>
                <a:lnTo>
                  <a:pt x="1874520" y="53189"/>
                </a:lnTo>
                <a:lnTo>
                  <a:pt x="1874030" y="52757"/>
                </a:lnTo>
                <a:lnTo>
                  <a:pt x="1873531" y="52335"/>
                </a:lnTo>
                <a:lnTo>
                  <a:pt x="1873026" y="51921"/>
                </a:lnTo>
                <a:lnTo>
                  <a:pt x="1872512" y="51517"/>
                </a:lnTo>
                <a:lnTo>
                  <a:pt x="1871991" y="51123"/>
                </a:lnTo>
                <a:lnTo>
                  <a:pt x="1871463" y="50737"/>
                </a:lnTo>
                <a:lnTo>
                  <a:pt x="1870927" y="50361"/>
                </a:lnTo>
                <a:lnTo>
                  <a:pt x="1870383" y="49994"/>
                </a:lnTo>
                <a:lnTo>
                  <a:pt x="1869832" y="49636"/>
                </a:lnTo>
                <a:lnTo>
                  <a:pt x="1869273" y="49287"/>
                </a:lnTo>
                <a:lnTo>
                  <a:pt x="1868707" y="48948"/>
                </a:lnTo>
                <a:lnTo>
                  <a:pt x="1868133" y="48618"/>
                </a:lnTo>
                <a:lnTo>
                  <a:pt x="1867551" y="48297"/>
                </a:lnTo>
                <a:lnTo>
                  <a:pt x="1866962" y="47985"/>
                </a:lnTo>
                <a:lnTo>
                  <a:pt x="1866365" y="47683"/>
                </a:lnTo>
                <a:lnTo>
                  <a:pt x="1865761" y="47390"/>
                </a:lnTo>
                <a:lnTo>
                  <a:pt x="1865149" y="47106"/>
                </a:lnTo>
                <a:lnTo>
                  <a:pt x="1864531" y="46833"/>
                </a:lnTo>
                <a:lnTo>
                  <a:pt x="1863906" y="46571"/>
                </a:lnTo>
                <a:lnTo>
                  <a:pt x="1863274" y="46321"/>
                </a:lnTo>
                <a:lnTo>
                  <a:pt x="1862637" y="46082"/>
                </a:lnTo>
                <a:lnTo>
                  <a:pt x="1861993" y="45856"/>
                </a:lnTo>
                <a:lnTo>
                  <a:pt x="1861342" y="45640"/>
                </a:lnTo>
                <a:lnTo>
                  <a:pt x="1860686" y="45437"/>
                </a:lnTo>
                <a:lnTo>
                  <a:pt x="1860023" y="45245"/>
                </a:lnTo>
                <a:lnTo>
                  <a:pt x="1859354" y="45065"/>
                </a:lnTo>
                <a:lnTo>
                  <a:pt x="1858678" y="44896"/>
                </a:lnTo>
                <a:lnTo>
                  <a:pt x="1857997" y="44739"/>
                </a:lnTo>
                <a:lnTo>
                  <a:pt x="1857308" y="44593"/>
                </a:lnTo>
                <a:lnTo>
                  <a:pt x="1856614" y="44460"/>
                </a:lnTo>
                <a:lnTo>
                  <a:pt x="1855913" y="44338"/>
                </a:lnTo>
                <a:lnTo>
                  <a:pt x="1855206" y="44227"/>
                </a:lnTo>
                <a:lnTo>
                  <a:pt x="1854493" y="44128"/>
                </a:lnTo>
                <a:lnTo>
                  <a:pt x="1853773" y="44041"/>
                </a:lnTo>
                <a:lnTo>
                  <a:pt x="1853047" y="43965"/>
                </a:lnTo>
                <a:lnTo>
                  <a:pt x="1852315" y="43901"/>
                </a:lnTo>
                <a:lnTo>
                  <a:pt x="1851577" y="43849"/>
                </a:lnTo>
                <a:lnTo>
                  <a:pt x="1850832" y="43808"/>
                </a:lnTo>
                <a:lnTo>
                  <a:pt x="1850081" y="43779"/>
                </a:lnTo>
                <a:lnTo>
                  <a:pt x="1849323" y="43762"/>
                </a:lnTo>
                <a:lnTo>
                  <a:pt x="1848559" y="43756"/>
                </a:lnTo>
                <a:lnTo>
                  <a:pt x="1847802" y="43762"/>
                </a:lnTo>
                <a:lnTo>
                  <a:pt x="1847051" y="43779"/>
                </a:lnTo>
                <a:lnTo>
                  <a:pt x="1846306" y="43808"/>
                </a:lnTo>
                <a:lnTo>
                  <a:pt x="1845568" y="43849"/>
                </a:lnTo>
                <a:lnTo>
                  <a:pt x="1844835" y="43901"/>
                </a:lnTo>
                <a:lnTo>
                  <a:pt x="1844109" y="43965"/>
                </a:lnTo>
                <a:lnTo>
                  <a:pt x="1843389" y="44041"/>
                </a:lnTo>
                <a:lnTo>
                  <a:pt x="1842675" y="44128"/>
                </a:lnTo>
                <a:lnTo>
                  <a:pt x="1841967" y="44227"/>
                </a:lnTo>
                <a:lnTo>
                  <a:pt x="1841266" y="44338"/>
                </a:lnTo>
                <a:lnTo>
                  <a:pt x="1840570" y="44460"/>
                </a:lnTo>
                <a:lnTo>
                  <a:pt x="1839881" y="44593"/>
                </a:lnTo>
                <a:lnTo>
                  <a:pt x="1839198" y="44739"/>
                </a:lnTo>
                <a:lnTo>
                  <a:pt x="1838521" y="44896"/>
                </a:lnTo>
                <a:lnTo>
                  <a:pt x="1837850" y="45065"/>
                </a:lnTo>
                <a:lnTo>
                  <a:pt x="1837185" y="45245"/>
                </a:lnTo>
                <a:lnTo>
                  <a:pt x="1836527" y="45437"/>
                </a:lnTo>
                <a:lnTo>
                  <a:pt x="1835875" y="45640"/>
                </a:lnTo>
                <a:lnTo>
                  <a:pt x="1835228" y="45856"/>
                </a:lnTo>
                <a:lnTo>
                  <a:pt x="1834588" y="46082"/>
                </a:lnTo>
                <a:lnTo>
                  <a:pt x="1833955" y="46321"/>
                </a:lnTo>
                <a:lnTo>
                  <a:pt x="1833327" y="46571"/>
                </a:lnTo>
                <a:lnTo>
                  <a:pt x="1832706" y="46833"/>
                </a:lnTo>
                <a:lnTo>
                  <a:pt x="1832090" y="47106"/>
                </a:lnTo>
                <a:lnTo>
                  <a:pt x="1831482" y="47390"/>
                </a:lnTo>
                <a:lnTo>
                  <a:pt x="1830881" y="47683"/>
                </a:lnTo>
                <a:lnTo>
                  <a:pt x="1830288" y="47985"/>
                </a:lnTo>
                <a:lnTo>
                  <a:pt x="1829702" y="48297"/>
                </a:lnTo>
                <a:lnTo>
                  <a:pt x="1829124" y="48618"/>
                </a:lnTo>
                <a:lnTo>
                  <a:pt x="1828553" y="48948"/>
                </a:lnTo>
                <a:lnTo>
                  <a:pt x="1827990" y="49287"/>
                </a:lnTo>
                <a:lnTo>
                  <a:pt x="1827435" y="49636"/>
                </a:lnTo>
                <a:lnTo>
                  <a:pt x="1826887" y="49994"/>
                </a:lnTo>
                <a:lnTo>
                  <a:pt x="1826347" y="50361"/>
                </a:lnTo>
                <a:lnTo>
                  <a:pt x="1825814" y="50737"/>
                </a:lnTo>
                <a:lnTo>
                  <a:pt x="1825289" y="51123"/>
                </a:lnTo>
                <a:lnTo>
                  <a:pt x="1824771" y="51517"/>
                </a:lnTo>
                <a:lnTo>
                  <a:pt x="1824261" y="51921"/>
                </a:lnTo>
                <a:lnTo>
                  <a:pt x="1823759" y="52335"/>
                </a:lnTo>
                <a:lnTo>
                  <a:pt x="1823264" y="52757"/>
                </a:lnTo>
                <a:lnTo>
                  <a:pt x="1822776" y="53189"/>
                </a:lnTo>
                <a:lnTo>
                  <a:pt x="1822297" y="53630"/>
                </a:lnTo>
                <a:lnTo>
                  <a:pt x="1821825" y="54081"/>
                </a:lnTo>
                <a:lnTo>
                  <a:pt x="1821360" y="54540"/>
                </a:lnTo>
                <a:lnTo>
                  <a:pt x="1820903" y="55009"/>
                </a:lnTo>
                <a:lnTo>
                  <a:pt x="1820453" y="55487"/>
                </a:lnTo>
                <a:lnTo>
                  <a:pt x="1820011" y="55974"/>
                </a:lnTo>
                <a:lnTo>
                  <a:pt x="1819577" y="56471"/>
                </a:lnTo>
                <a:lnTo>
                  <a:pt x="1819151" y="56976"/>
                </a:lnTo>
                <a:lnTo>
                  <a:pt x="1818733" y="57488"/>
                </a:lnTo>
                <a:lnTo>
                  <a:pt x="1818323" y="58007"/>
                </a:lnTo>
                <a:lnTo>
                  <a:pt x="1817922" y="58534"/>
                </a:lnTo>
                <a:lnTo>
                  <a:pt x="1817529" y="59068"/>
                </a:lnTo>
                <a:lnTo>
                  <a:pt x="1817145" y="59609"/>
                </a:lnTo>
                <a:lnTo>
                  <a:pt x="1816769" y="60158"/>
                </a:lnTo>
                <a:lnTo>
                  <a:pt x="1816402" y="60714"/>
                </a:lnTo>
                <a:lnTo>
                  <a:pt x="1816043" y="61277"/>
                </a:lnTo>
                <a:lnTo>
                  <a:pt x="1815692" y="61847"/>
                </a:lnTo>
                <a:lnTo>
                  <a:pt x="1815350" y="62425"/>
                </a:lnTo>
                <a:lnTo>
                  <a:pt x="1815016" y="63010"/>
                </a:lnTo>
                <a:lnTo>
                  <a:pt x="1814690" y="63602"/>
                </a:lnTo>
                <a:lnTo>
                  <a:pt x="1814373" y="64202"/>
                </a:lnTo>
                <a:lnTo>
                  <a:pt x="1814065" y="64809"/>
                </a:lnTo>
                <a:lnTo>
                  <a:pt x="1813765" y="65423"/>
                </a:lnTo>
                <a:lnTo>
                  <a:pt x="1813473" y="66044"/>
                </a:lnTo>
                <a:lnTo>
                  <a:pt x="1813189" y="66673"/>
                </a:lnTo>
                <a:lnTo>
                  <a:pt x="1812914" y="67309"/>
                </a:lnTo>
                <a:lnTo>
                  <a:pt x="1812648" y="67953"/>
                </a:lnTo>
                <a:lnTo>
                  <a:pt x="1812390" y="68603"/>
                </a:lnTo>
                <a:lnTo>
                  <a:pt x="1812140" y="69261"/>
                </a:lnTo>
                <a:lnTo>
                  <a:pt x="1811898" y="69926"/>
                </a:lnTo>
                <a:lnTo>
                  <a:pt x="1811666" y="70599"/>
                </a:lnTo>
                <a:lnTo>
                  <a:pt x="1811442" y="71277"/>
                </a:lnTo>
                <a:lnTo>
                  <a:pt x="1811227" y="71960"/>
                </a:lnTo>
                <a:lnTo>
                  <a:pt x="1811022" y="72648"/>
                </a:lnTo>
                <a:lnTo>
                  <a:pt x="1810827" y="73340"/>
                </a:lnTo>
                <a:lnTo>
                  <a:pt x="1810641" y="74037"/>
                </a:lnTo>
                <a:lnTo>
                  <a:pt x="1810465" y="74739"/>
                </a:lnTo>
                <a:lnTo>
                  <a:pt x="1810298" y="75445"/>
                </a:lnTo>
                <a:lnTo>
                  <a:pt x="1810141" y="76156"/>
                </a:lnTo>
                <a:lnTo>
                  <a:pt x="1809993" y="76871"/>
                </a:lnTo>
                <a:lnTo>
                  <a:pt x="1809855" y="77591"/>
                </a:lnTo>
                <a:lnTo>
                  <a:pt x="1809726" y="78316"/>
                </a:lnTo>
                <a:lnTo>
                  <a:pt x="1809607" y="79045"/>
                </a:lnTo>
                <a:lnTo>
                  <a:pt x="1809497" y="79779"/>
                </a:lnTo>
                <a:lnTo>
                  <a:pt x="1809397" y="80518"/>
                </a:lnTo>
                <a:lnTo>
                  <a:pt x="1809307" y="81261"/>
                </a:lnTo>
                <a:lnTo>
                  <a:pt x="1809226" y="82009"/>
                </a:lnTo>
                <a:lnTo>
                  <a:pt x="1809154" y="82761"/>
                </a:lnTo>
                <a:lnTo>
                  <a:pt x="1809092" y="83518"/>
                </a:lnTo>
                <a:lnTo>
                  <a:pt x="1809040" y="84280"/>
                </a:lnTo>
                <a:lnTo>
                  <a:pt x="1808997" y="85046"/>
                </a:lnTo>
                <a:lnTo>
                  <a:pt x="1808964" y="85817"/>
                </a:lnTo>
                <a:lnTo>
                  <a:pt x="1808940" y="86593"/>
                </a:lnTo>
                <a:lnTo>
                  <a:pt x="1808925" y="87373"/>
                </a:lnTo>
                <a:lnTo>
                  <a:pt x="1808921" y="88158"/>
                </a:lnTo>
                <a:lnTo>
                  <a:pt x="1808921" y="90014"/>
                </a:lnTo>
                <a:lnTo>
                  <a:pt x="1808925" y="90799"/>
                </a:lnTo>
                <a:lnTo>
                  <a:pt x="1808940" y="91579"/>
                </a:lnTo>
                <a:lnTo>
                  <a:pt x="1808964" y="92354"/>
                </a:lnTo>
                <a:lnTo>
                  <a:pt x="1808997" y="93125"/>
                </a:lnTo>
                <a:lnTo>
                  <a:pt x="1809040" y="93890"/>
                </a:lnTo>
                <a:lnTo>
                  <a:pt x="1809092" y="94651"/>
                </a:lnTo>
                <a:close/>
                <a:moveTo>
                  <a:pt x="1823952" y="84971"/>
                </a:moveTo>
                <a:lnTo>
                  <a:pt x="1823986" y="84449"/>
                </a:lnTo>
                <a:lnTo>
                  <a:pt x="1824026" y="83928"/>
                </a:lnTo>
                <a:lnTo>
                  <a:pt x="1824072" y="83410"/>
                </a:lnTo>
                <a:lnTo>
                  <a:pt x="1824122" y="82895"/>
                </a:lnTo>
                <a:lnTo>
                  <a:pt x="1824178" y="82381"/>
                </a:lnTo>
                <a:lnTo>
                  <a:pt x="1824239" y="81871"/>
                </a:lnTo>
                <a:lnTo>
                  <a:pt x="1824306" y="81362"/>
                </a:lnTo>
                <a:lnTo>
                  <a:pt x="1824378" y="80856"/>
                </a:lnTo>
                <a:lnTo>
                  <a:pt x="1824455" y="80353"/>
                </a:lnTo>
                <a:lnTo>
                  <a:pt x="1824538" y="79851"/>
                </a:lnTo>
                <a:lnTo>
                  <a:pt x="1824625" y="79352"/>
                </a:lnTo>
                <a:lnTo>
                  <a:pt x="1824719" y="78856"/>
                </a:lnTo>
                <a:lnTo>
                  <a:pt x="1824817" y="78362"/>
                </a:lnTo>
                <a:lnTo>
                  <a:pt x="1824921" y="77870"/>
                </a:lnTo>
                <a:lnTo>
                  <a:pt x="1825030" y="77381"/>
                </a:lnTo>
                <a:lnTo>
                  <a:pt x="1825145" y="76894"/>
                </a:lnTo>
                <a:lnTo>
                  <a:pt x="1825265" y="76409"/>
                </a:lnTo>
                <a:lnTo>
                  <a:pt x="1825390" y="75927"/>
                </a:lnTo>
                <a:lnTo>
                  <a:pt x="1825520" y="75448"/>
                </a:lnTo>
                <a:lnTo>
                  <a:pt x="1825656" y="74974"/>
                </a:lnTo>
                <a:lnTo>
                  <a:pt x="1825798" y="74504"/>
                </a:lnTo>
                <a:lnTo>
                  <a:pt x="1825945" y="74039"/>
                </a:lnTo>
                <a:lnTo>
                  <a:pt x="1826097" y="73578"/>
                </a:lnTo>
                <a:lnTo>
                  <a:pt x="1826255" y="73122"/>
                </a:lnTo>
                <a:lnTo>
                  <a:pt x="1826418" y="72670"/>
                </a:lnTo>
                <a:lnTo>
                  <a:pt x="1826587" y="72222"/>
                </a:lnTo>
                <a:lnTo>
                  <a:pt x="1826761" y="71779"/>
                </a:lnTo>
                <a:lnTo>
                  <a:pt x="1826941" y="71341"/>
                </a:lnTo>
                <a:lnTo>
                  <a:pt x="1827126" y="70907"/>
                </a:lnTo>
                <a:lnTo>
                  <a:pt x="1827317" y="70478"/>
                </a:lnTo>
                <a:lnTo>
                  <a:pt x="1827513" y="70053"/>
                </a:lnTo>
                <a:lnTo>
                  <a:pt x="1827715" y="69632"/>
                </a:lnTo>
                <a:lnTo>
                  <a:pt x="1827922" y="69216"/>
                </a:lnTo>
                <a:lnTo>
                  <a:pt x="1828135" y="68805"/>
                </a:lnTo>
                <a:lnTo>
                  <a:pt x="1828353" y="68398"/>
                </a:lnTo>
                <a:lnTo>
                  <a:pt x="1828576" y="67995"/>
                </a:lnTo>
                <a:lnTo>
                  <a:pt x="1828805" y="67597"/>
                </a:lnTo>
                <a:lnTo>
                  <a:pt x="1829039" y="67204"/>
                </a:lnTo>
                <a:lnTo>
                  <a:pt x="1829279" y="66814"/>
                </a:lnTo>
                <a:lnTo>
                  <a:pt x="1829525" y="66430"/>
                </a:lnTo>
                <a:lnTo>
                  <a:pt x="1829775" y="66050"/>
                </a:lnTo>
                <a:lnTo>
                  <a:pt x="1830032" y="65674"/>
                </a:lnTo>
                <a:lnTo>
                  <a:pt x="1830293" y="65304"/>
                </a:lnTo>
                <a:lnTo>
                  <a:pt x="1830560" y="64941"/>
                </a:lnTo>
                <a:lnTo>
                  <a:pt x="1830833" y="64584"/>
                </a:lnTo>
                <a:lnTo>
                  <a:pt x="1831110" y="64233"/>
                </a:lnTo>
                <a:lnTo>
                  <a:pt x="1831393" y="63890"/>
                </a:lnTo>
                <a:lnTo>
                  <a:pt x="1831682" y="63552"/>
                </a:lnTo>
                <a:lnTo>
                  <a:pt x="1831975" y="63222"/>
                </a:lnTo>
                <a:lnTo>
                  <a:pt x="1832274" y="62898"/>
                </a:lnTo>
                <a:lnTo>
                  <a:pt x="1832578" y="62581"/>
                </a:lnTo>
                <a:lnTo>
                  <a:pt x="1832888" y="62270"/>
                </a:lnTo>
                <a:lnTo>
                  <a:pt x="1833203" y="61966"/>
                </a:lnTo>
                <a:lnTo>
                  <a:pt x="1833523" y="61668"/>
                </a:lnTo>
                <a:lnTo>
                  <a:pt x="1833849" y="61377"/>
                </a:lnTo>
                <a:lnTo>
                  <a:pt x="1834180" y="61092"/>
                </a:lnTo>
                <a:lnTo>
                  <a:pt x="1834516" y="60815"/>
                </a:lnTo>
                <a:lnTo>
                  <a:pt x="1834858" y="60543"/>
                </a:lnTo>
                <a:lnTo>
                  <a:pt x="1835204" y="60279"/>
                </a:lnTo>
                <a:lnTo>
                  <a:pt x="1835557" y="60021"/>
                </a:lnTo>
                <a:lnTo>
                  <a:pt x="1835914" y="59769"/>
                </a:lnTo>
                <a:lnTo>
                  <a:pt x="1836277" y="59524"/>
                </a:lnTo>
                <a:lnTo>
                  <a:pt x="1836645" y="59286"/>
                </a:lnTo>
                <a:lnTo>
                  <a:pt x="1837019" y="59054"/>
                </a:lnTo>
                <a:lnTo>
                  <a:pt x="1837398" y="58829"/>
                </a:lnTo>
                <a:lnTo>
                  <a:pt x="1837782" y="58610"/>
                </a:lnTo>
                <a:lnTo>
                  <a:pt x="1838171" y="58399"/>
                </a:lnTo>
                <a:lnTo>
                  <a:pt x="1838566" y="58198"/>
                </a:lnTo>
                <a:lnTo>
                  <a:pt x="1838966" y="58005"/>
                </a:lnTo>
                <a:lnTo>
                  <a:pt x="1839371" y="57821"/>
                </a:lnTo>
                <a:lnTo>
                  <a:pt x="1839781" y="57646"/>
                </a:lnTo>
                <a:lnTo>
                  <a:pt x="1840196" y="57480"/>
                </a:lnTo>
                <a:lnTo>
                  <a:pt x="1840617" y="57323"/>
                </a:lnTo>
                <a:lnTo>
                  <a:pt x="1841042" y="57175"/>
                </a:lnTo>
                <a:lnTo>
                  <a:pt x="1841473" y="57036"/>
                </a:lnTo>
                <a:lnTo>
                  <a:pt x="1841909" y="56906"/>
                </a:lnTo>
                <a:lnTo>
                  <a:pt x="1842351" y="56785"/>
                </a:lnTo>
                <a:lnTo>
                  <a:pt x="1842797" y="56673"/>
                </a:lnTo>
                <a:lnTo>
                  <a:pt x="1843249" y="56570"/>
                </a:lnTo>
                <a:lnTo>
                  <a:pt x="1843706" y="56475"/>
                </a:lnTo>
                <a:lnTo>
                  <a:pt x="1844168" y="56390"/>
                </a:lnTo>
                <a:lnTo>
                  <a:pt x="1844635" y="56314"/>
                </a:lnTo>
                <a:lnTo>
                  <a:pt x="1845107" y="56247"/>
                </a:lnTo>
                <a:lnTo>
                  <a:pt x="1845585" y="56188"/>
                </a:lnTo>
                <a:lnTo>
                  <a:pt x="1846068" y="56139"/>
                </a:lnTo>
                <a:lnTo>
                  <a:pt x="1846556" y="56099"/>
                </a:lnTo>
                <a:lnTo>
                  <a:pt x="1847049" y="56067"/>
                </a:lnTo>
                <a:lnTo>
                  <a:pt x="1847547" y="56045"/>
                </a:lnTo>
                <a:lnTo>
                  <a:pt x="1848051" y="56031"/>
                </a:lnTo>
                <a:lnTo>
                  <a:pt x="1848559" y="56027"/>
                </a:lnTo>
                <a:lnTo>
                  <a:pt x="1849075" y="56031"/>
                </a:lnTo>
                <a:lnTo>
                  <a:pt x="1849584" y="56045"/>
                </a:lnTo>
                <a:lnTo>
                  <a:pt x="1850089" y="56067"/>
                </a:lnTo>
                <a:lnTo>
                  <a:pt x="1850588" y="56099"/>
                </a:lnTo>
                <a:lnTo>
                  <a:pt x="1851081" y="56139"/>
                </a:lnTo>
                <a:lnTo>
                  <a:pt x="1851569" y="56188"/>
                </a:lnTo>
                <a:lnTo>
                  <a:pt x="1852052" y="56247"/>
                </a:lnTo>
                <a:lnTo>
                  <a:pt x="1852529" y="56314"/>
                </a:lnTo>
                <a:lnTo>
                  <a:pt x="1853000" y="56390"/>
                </a:lnTo>
                <a:lnTo>
                  <a:pt x="1853466" y="56475"/>
                </a:lnTo>
                <a:lnTo>
                  <a:pt x="1853927" y="56570"/>
                </a:lnTo>
                <a:lnTo>
                  <a:pt x="1854382" y="56673"/>
                </a:lnTo>
                <a:lnTo>
                  <a:pt x="1854832" y="56785"/>
                </a:lnTo>
                <a:lnTo>
                  <a:pt x="1855276" y="56906"/>
                </a:lnTo>
                <a:lnTo>
                  <a:pt x="1855715" y="57036"/>
                </a:lnTo>
                <a:lnTo>
                  <a:pt x="1856148" y="57175"/>
                </a:lnTo>
                <a:lnTo>
                  <a:pt x="1856576" y="57323"/>
                </a:lnTo>
                <a:lnTo>
                  <a:pt x="1856998" y="57480"/>
                </a:lnTo>
                <a:lnTo>
                  <a:pt x="1857415" y="57646"/>
                </a:lnTo>
                <a:lnTo>
                  <a:pt x="1857826" y="57821"/>
                </a:lnTo>
                <a:lnTo>
                  <a:pt x="1858232" y="58005"/>
                </a:lnTo>
                <a:lnTo>
                  <a:pt x="1858633" y="58198"/>
                </a:lnTo>
                <a:lnTo>
                  <a:pt x="1859028" y="58399"/>
                </a:lnTo>
                <a:lnTo>
                  <a:pt x="1859418" y="58610"/>
                </a:lnTo>
                <a:lnTo>
                  <a:pt x="1859802" y="58829"/>
                </a:lnTo>
                <a:lnTo>
                  <a:pt x="1860181" y="59054"/>
                </a:lnTo>
                <a:lnTo>
                  <a:pt x="1860554" y="59286"/>
                </a:lnTo>
                <a:lnTo>
                  <a:pt x="1860922" y="59524"/>
                </a:lnTo>
                <a:lnTo>
                  <a:pt x="1861285" y="59769"/>
                </a:lnTo>
                <a:lnTo>
                  <a:pt x="1861643" y="60021"/>
                </a:lnTo>
                <a:lnTo>
                  <a:pt x="1861995" y="60279"/>
                </a:lnTo>
                <a:lnTo>
                  <a:pt x="1862342" y="60543"/>
                </a:lnTo>
                <a:lnTo>
                  <a:pt x="1862683" y="60815"/>
                </a:lnTo>
                <a:lnTo>
                  <a:pt x="1863020" y="61092"/>
                </a:lnTo>
                <a:lnTo>
                  <a:pt x="1863350" y="61377"/>
                </a:lnTo>
                <a:lnTo>
                  <a:pt x="1863676" y="61668"/>
                </a:lnTo>
                <a:lnTo>
                  <a:pt x="1863996" y="61966"/>
                </a:lnTo>
                <a:lnTo>
                  <a:pt x="1864311" y="62270"/>
                </a:lnTo>
                <a:lnTo>
                  <a:pt x="1864621" y="62581"/>
                </a:lnTo>
                <a:lnTo>
                  <a:pt x="1864925" y="62898"/>
                </a:lnTo>
                <a:lnTo>
                  <a:pt x="1865224" y="63222"/>
                </a:lnTo>
                <a:lnTo>
                  <a:pt x="1865518" y="63552"/>
                </a:lnTo>
                <a:lnTo>
                  <a:pt x="1865806" y="63890"/>
                </a:lnTo>
                <a:lnTo>
                  <a:pt x="1866089" y="64233"/>
                </a:lnTo>
                <a:lnTo>
                  <a:pt x="1866367" y="64584"/>
                </a:lnTo>
                <a:lnTo>
                  <a:pt x="1866639" y="64941"/>
                </a:lnTo>
                <a:lnTo>
                  <a:pt x="1866906" y="65304"/>
                </a:lnTo>
                <a:lnTo>
                  <a:pt x="1867168" y="65674"/>
                </a:lnTo>
                <a:lnTo>
                  <a:pt x="1867424" y="66050"/>
                </a:lnTo>
                <a:lnTo>
                  <a:pt x="1867675" y="66430"/>
                </a:lnTo>
                <a:lnTo>
                  <a:pt x="1867921" y="66814"/>
                </a:lnTo>
                <a:lnTo>
                  <a:pt x="1868161" y="67204"/>
                </a:lnTo>
                <a:lnTo>
                  <a:pt x="1868396" y="67597"/>
                </a:lnTo>
                <a:lnTo>
                  <a:pt x="1868626" y="67995"/>
                </a:lnTo>
                <a:lnTo>
                  <a:pt x="1868850" y="68398"/>
                </a:lnTo>
                <a:lnTo>
                  <a:pt x="1869069" y="68805"/>
                </a:lnTo>
                <a:lnTo>
                  <a:pt x="1869283" y="69216"/>
                </a:lnTo>
                <a:lnTo>
                  <a:pt x="1869491" y="69632"/>
                </a:lnTo>
                <a:lnTo>
                  <a:pt x="1869695" y="70053"/>
                </a:lnTo>
                <a:lnTo>
                  <a:pt x="1869892" y="70478"/>
                </a:lnTo>
                <a:lnTo>
                  <a:pt x="1870085" y="70907"/>
                </a:lnTo>
                <a:lnTo>
                  <a:pt x="1870272" y="71341"/>
                </a:lnTo>
                <a:lnTo>
                  <a:pt x="1870454" y="71779"/>
                </a:lnTo>
                <a:lnTo>
                  <a:pt x="1870630" y="72222"/>
                </a:lnTo>
                <a:lnTo>
                  <a:pt x="1870801" y="72670"/>
                </a:lnTo>
                <a:lnTo>
                  <a:pt x="1870967" y="73122"/>
                </a:lnTo>
                <a:lnTo>
                  <a:pt x="1871128" y="73578"/>
                </a:lnTo>
                <a:lnTo>
                  <a:pt x="1871283" y="74039"/>
                </a:lnTo>
                <a:lnTo>
                  <a:pt x="1871432" y="74504"/>
                </a:lnTo>
                <a:lnTo>
                  <a:pt x="1871577" y="74974"/>
                </a:lnTo>
                <a:lnTo>
                  <a:pt x="1871716" y="75448"/>
                </a:lnTo>
                <a:lnTo>
                  <a:pt x="1871850" y="75927"/>
                </a:lnTo>
                <a:lnTo>
                  <a:pt x="1871978" y="76409"/>
                </a:lnTo>
                <a:lnTo>
                  <a:pt x="1872101" y="76894"/>
                </a:lnTo>
                <a:lnTo>
                  <a:pt x="1872219" y="77381"/>
                </a:lnTo>
                <a:lnTo>
                  <a:pt x="1872331" y="77870"/>
                </a:lnTo>
                <a:lnTo>
                  <a:pt x="1872438" y="78362"/>
                </a:lnTo>
                <a:lnTo>
                  <a:pt x="1872539" y="78856"/>
                </a:lnTo>
                <a:lnTo>
                  <a:pt x="1872634" y="79352"/>
                </a:lnTo>
                <a:lnTo>
                  <a:pt x="1872725" y="79851"/>
                </a:lnTo>
                <a:lnTo>
                  <a:pt x="1872809" y="80353"/>
                </a:lnTo>
                <a:lnTo>
                  <a:pt x="1872889" y="80856"/>
                </a:lnTo>
                <a:lnTo>
                  <a:pt x="1872962" y="81362"/>
                </a:lnTo>
                <a:lnTo>
                  <a:pt x="1873031" y="81871"/>
                </a:lnTo>
                <a:lnTo>
                  <a:pt x="1873094" y="82381"/>
                </a:lnTo>
                <a:lnTo>
                  <a:pt x="1873151" y="82895"/>
                </a:lnTo>
                <a:lnTo>
                  <a:pt x="1873203" y="83410"/>
                </a:lnTo>
                <a:lnTo>
                  <a:pt x="1873249" y="83928"/>
                </a:lnTo>
                <a:lnTo>
                  <a:pt x="1873290" y="84449"/>
                </a:lnTo>
                <a:lnTo>
                  <a:pt x="1873326" y="84971"/>
                </a:lnTo>
                <a:lnTo>
                  <a:pt x="1873356" y="85496"/>
                </a:lnTo>
                <a:lnTo>
                  <a:pt x="1873381" y="86024"/>
                </a:lnTo>
                <a:lnTo>
                  <a:pt x="1873400" y="86554"/>
                </a:lnTo>
                <a:lnTo>
                  <a:pt x="1873413" y="87086"/>
                </a:lnTo>
                <a:lnTo>
                  <a:pt x="1873422" y="87621"/>
                </a:lnTo>
                <a:lnTo>
                  <a:pt x="1873424" y="88158"/>
                </a:lnTo>
                <a:lnTo>
                  <a:pt x="1873424" y="90014"/>
                </a:lnTo>
                <a:lnTo>
                  <a:pt x="1873422" y="90558"/>
                </a:lnTo>
                <a:lnTo>
                  <a:pt x="1873413" y="91099"/>
                </a:lnTo>
                <a:lnTo>
                  <a:pt x="1873400" y="91637"/>
                </a:lnTo>
                <a:lnTo>
                  <a:pt x="1873381" y="92173"/>
                </a:lnTo>
                <a:lnTo>
                  <a:pt x="1873356" y="92706"/>
                </a:lnTo>
                <a:lnTo>
                  <a:pt x="1873326" y="93236"/>
                </a:lnTo>
                <a:lnTo>
                  <a:pt x="1873290" y="93764"/>
                </a:lnTo>
                <a:lnTo>
                  <a:pt x="1873249" y="94289"/>
                </a:lnTo>
                <a:lnTo>
                  <a:pt x="1873203" y="94811"/>
                </a:lnTo>
                <a:lnTo>
                  <a:pt x="1873151" y="95331"/>
                </a:lnTo>
                <a:lnTo>
                  <a:pt x="1873094" y="95847"/>
                </a:lnTo>
                <a:lnTo>
                  <a:pt x="1873031" y="96362"/>
                </a:lnTo>
                <a:lnTo>
                  <a:pt x="1872962" y="96873"/>
                </a:lnTo>
                <a:lnTo>
                  <a:pt x="1872889" y="97382"/>
                </a:lnTo>
                <a:lnTo>
                  <a:pt x="1872809" y="97889"/>
                </a:lnTo>
                <a:lnTo>
                  <a:pt x="1872725" y="98392"/>
                </a:lnTo>
                <a:lnTo>
                  <a:pt x="1872634" y="98893"/>
                </a:lnTo>
                <a:lnTo>
                  <a:pt x="1872539" y="99392"/>
                </a:lnTo>
                <a:lnTo>
                  <a:pt x="1872438" y="99887"/>
                </a:lnTo>
                <a:lnTo>
                  <a:pt x="1872331" y="100380"/>
                </a:lnTo>
                <a:lnTo>
                  <a:pt x="1872219" y="100871"/>
                </a:lnTo>
                <a:lnTo>
                  <a:pt x="1872101" y="101358"/>
                </a:lnTo>
                <a:lnTo>
                  <a:pt x="1871978" y="101843"/>
                </a:lnTo>
                <a:lnTo>
                  <a:pt x="1871850" y="102326"/>
                </a:lnTo>
                <a:lnTo>
                  <a:pt x="1871716" y="102804"/>
                </a:lnTo>
                <a:lnTo>
                  <a:pt x="1871577" y="103279"/>
                </a:lnTo>
                <a:lnTo>
                  <a:pt x="1871433" y="103748"/>
                </a:lnTo>
                <a:lnTo>
                  <a:pt x="1871284" y="104213"/>
                </a:lnTo>
                <a:lnTo>
                  <a:pt x="1871129" y="104673"/>
                </a:lnTo>
                <a:lnTo>
                  <a:pt x="1870970" y="105129"/>
                </a:lnTo>
                <a:lnTo>
                  <a:pt x="1870805" y="105580"/>
                </a:lnTo>
                <a:lnTo>
                  <a:pt x="1870635" y="106026"/>
                </a:lnTo>
                <a:lnTo>
                  <a:pt x="1870459" y="106468"/>
                </a:lnTo>
                <a:lnTo>
                  <a:pt x="1870279" y="106905"/>
                </a:lnTo>
                <a:lnTo>
                  <a:pt x="1870093" y="107337"/>
                </a:lnTo>
                <a:lnTo>
                  <a:pt x="1869902" y="107765"/>
                </a:lnTo>
                <a:lnTo>
                  <a:pt x="1869706" y="108188"/>
                </a:lnTo>
                <a:lnTo>
                  <a:pt x="1869505" y="108607"/>
                </a:lnTo>
                <a:lnTo>
                  <a:pt x="1869299" y="109021"/>
                </a:lnTo>
                <a:lnTo>
                  <a:pt x="1869087" y="109430"/>
                </a:lnTo>
                <a:lnTo>
                  <a:pt x="1868870" y="109835"/>
                </a:lnTo>
                <a:lnTo>
                  <a:pt x="1868649" y="110235"/>
                </a:lnTo>
                <a:lnTo>
                  <a:pt x="1868421" y="110630"/>
                </a:lnTo>
                <a:lnTo>
                  <a:pt x="1868189" y="111021"/>
                </a:lnTo>
                <a:lnTo>
                  <a:pt x="1867952" y="111407"/>
                </a:lnTo>
                <a:lnTo>
                  <a:pt x="1867709" y="111789"/>
                </a:lnTo>
                <a:lnTo>
                  <a:pt x="1867461" y="112166"/>
                </a:lnTo>
                <a:lnTo>
                  <a:pt x="1867208" y="112538"/>
                </a:lnTo>
                <a:lnTo>
                  <a:pt x="1866950" y="112905"/>
                </a:lnTo>
                <a:lnTo>
                  <a:pt x="1866686" y="113265"/>
                </a:lnTo>
                <a:lnTo>
                  <a:pt x="1866416" y="113619"/>
                </a:lnTo>
                <a:lnTo>
                  <a:pt x="1866142" y="113965"/>
                </a:lnTo>
                <a:lnTo>
                  <a:pt x="1865861" y="114306"/>
                </a:lnTo>
                <a:lnTo>
                  <a:pt x="1865576" y="114640"/>
                </a:lnTo>
                <a:lnTo>
                  <a:pt x="1865285" y="114967"/>
                </a:lnTo>
                <a:lnTo>
                  <a:pt x="1864988" y="115287"/>
                </a:lnTo>
                <a:lnTo>
                  <a:pt x="1864686" y="115601"/>
                </a:lnTo>
                <a:lnTo>
                  <a:pt x="1864378" y="115909"/>
                </a:lnTo>
                <a:lnTo>
                  <a:pt x="1864065" y="116210"/>
                </a:lnTo>
                <a:lnTo>
                  <a:pt x="1863747" y="116504"/>
                </a:lnTo>
                <a:lnTo>
                  <a:pt x="1863423" y="116792"/>
                </a:lnTo>
                <a:lnTo>
                  <a:pt x="1863093" y="117073"/>
                </a:lnTo>
                <a:lnTo>
                  <a:pt x="1862758" y="117347"/>
                </a:lnTo>
                <a:lnTo>
                  <a:pt x="1862418" y="117615"/>
                </a:lnTo>
                <a:lnTo>
                  <a:pt x="1862072" y="117877"/>
                </a:lnTo>
                <a:lnTo>
                  <a:pt x="1861721" y="118131"/>
                </a:lnTo>
                <a:lnTo>
                  <a:pt x="1861364" y="118379"/>
                </a:lnTo>
                <a:lnTo>
                  <a:pt x="1861002" y="118621"/>
                </a:lnTo>
                <a:lnTo>
                  <a:pt x="1860634" y="118856"/>
                </a:lnTo>
                <a:lnTo>
                  <a:pt x="1860261" y="119084"/>
                </a:lnTo>
                <a:lnTo>
                  <a:pt x="1859882" y="119306"/>
                </a:lnTo>
                <a:lnTo>
                  <a:pt x="1859498" y="119521"/>
                </a:lnTo>
                <a:lnTo>
                  <a:pt x="1859109" y="119729"/>
                </a:lnTo>
                <a:lnTo>
                  <a:pt x="1858714" y="119927"/>
                </a:lnTo>
                <a:lnTo>
                  <a:pt x="1858314" y="120117"/>
                </a:lnTo>
                <a:lnTo>
                  <a:pt x="1857909" y="120298"/>
                </a:lnTo>
                <a:lnTo>
                  <a:pt x="1857499" y="120471"/>
                </a:lnTo>
                <a:lnTo>
                  <a:pt x="1857084" y="120634"/>
                </a:lnTo>
                <a:lnTo>
                  <a:pt x="1856663" y="120788"/>
                </a:lnTo>
                <a:lnTo>
                  <a:pt x="1856238" y="120934"/>
                </a:lnTo>
                <a:lnTo>
                  <a:pt x="1855807" y="121071"/>
                </a:lnTo>
                <a:lnTo>
                  <a:pt x="1855371" y="121199"/>
                </a:lnTo>
                <a:lnTo>
                  <a:pt x="1854929" y="121318"/>
                </a:lnTo>
                <a:lnTo>
                  <a:pt x="1854483" y="121429"/>
                </a:lnTo>
                <a:lnTo>
                  <a:pt x="1854031" y="121530"/>
                </a:lnTo>
                <a:lnTo>
                  <a:pt x="1853574" y="121623"/>
                </a:lnTo>
                <a:lnTo>
                  <a:pt x="1853112" y="121707"/>
                </a:lnTo>
                <a:lnTo>
                  <a:pt x="1852645" y="121782"/>
                </a:lnTo>
                <a:lnTo>
                  <a:pt x="1852173" y="121848"/>
                </a:lnTo>
                <a:lnTo>
                  <a:pt x="1851695" y="121905"/>
                </a:lnTo>
                <a:lnTo>
                  <a:pt x="1851212" y="121954"/>
                </a:lnTo>
                <a:lnTo>
                  <a:pt x="1850724" y="121994"/>
                </a:lnTo>
                <a:lnTo>
                  <a:pt x="1850231" y="122025"/>
                </a:lnTo>
                <a:lnTo>
                  <a:pt x="1849733" y="122047"/>
                </a:lnTo>
                <a:lnTo>
                  <a:pt x="1849229" y="122060"/>
                </a:lnTo>
                <a:lnTo>
                  <a:pt x="1848721" y="122064"/>
                </a:lnTo>
                <a:lnTo>
                  <a:pt x="1848205" y="122060"/>
                </a:lnTo>
                <a:lnTo>
                  <a:pt x="1847695" y="122047"/>
                </a:lnTo>
                <a:lnTo>
                  <a:pt x="1847191" y="122025"/>
                </a:lnTo>
                <a:lnTo>
                  <a:pt x="1846691" y="121994"/>
                </a:lnTo>
                <a:lnTo>
                  <a:pt x="1846197" y="121954"/>
                </a:lnTo>
                <a:lnTo>
                  <a:pt x="1845709" y="121905"/>
                </a:lnTo>
                <a:lnTo>
                  <a:pt x="1845225" y="121848"/>
                </a:lnTo>
                <a:lnTo>
                  <a:pt x="1844747" y="121782"/>
                </a:lnTo>
                <a:lnTo>
                  <a:pt x="1844274" y="121707"/>
                </a:lnTo>
                <a:lnTo>
                  <a:pt x="1843807" y="121623"/>
                </a:lnTo>
                <a:lnTo>
                  <a:pt x="1843345" y="121530"/>
                </a:lnTo>
                <a:lnTo>
                  <a:pt x="1842888" y="121429"/>
                </a:lnTo>
                <a:lnTo>
                  <a:pt x="1842437" y="121318"/>
                </a:lnTo>
                <a:lnTo>
                  <a:pt x="1841990" y="121199"/>
                </a:lnTo>
                <a:lnTo>
                  <a:pt x="1841550" y="121071"/>
                </a:lnTo>
                <a:lnTo>
                  <a:pt x="1841114" y="120934"/>
                </a:lnTo>
                <a:lnTo>
                  <a:pt x="1840684" y="120788"/>
                </a:lnTo>
                <a:lnTo>
                  <a:pt x="1840259" y="120634"/>
                </a:lnTo>
                <a:lnTo>
                  <a:pt x="1839840" y="120471"/>
                </a:lnTo>
                <a:lnTo>
                  <a:pt x="1839426" y="120298"/>
                </a:lnTo>
                <a:lnTo>
                  <a:pt x="1839017" y="120117"/>
                </a:lnTo>
                <a:lnTo>
                  <a:pt x="1838613" y="119927"/>
                </a:lnTo>
                <a:lnTo>
                  <a:pt x="1838215" y="119729"/>
                </a:lnTo>
                <a:lnTo>
                  <a:pt x="1837822" y="119521"/>
                </a:lnTo>
                <a:lnTo>
                  <a:pt x="1837435" y="119306"/>
                </a:lnTo>
                <a:lnTo>
                  <a:pt x="1837053" y="119084"/>
                </a:lnTo>
                <a:lnTo>
                  <a:pt x="1836676" y="118856"/>
                </a:lnTo>
                <a:lnTo>
                  <a:pt x="1836305" y="118621"/>
                </a:lnTo>
                <a:lnTo>
                  <a:pt x="1835940" y="118379"/>
                </a:lnTo>
                <a:lnTo>
                  <a:pt x="1835579" y="118131"/>
                </a:lnTo>
                <a:lnTo>
                  <a:pt x="1835225" y="117877"/>
                </a:lnTo>
                <a:lnTo>
                  <a:pt x="1834876" y="117615"/>
                </a:lnTo>
                <a:lnTo>
                  <a:pt x="1834532" y="117347"/>
                </a:lnTo>
                <a:lnTo>
                  <a:pt x="1834194" y="117073"/>
                </a:lnTo>
                <a:lnTo>
                  <a:pt x="1833861" y="116792"/>
                </a:lnTo>
                <a:lnTo>
                  <a:pt x="1833533" y="116504"/>
                </a:lnTo>
                <a:lnTo>
                  <a:pt x="1833211" y="116210"/>
                </a:lnTo>
                <a:lnTo>
                  <a:pt x="1832895" y="115909"/>
                </a:lnTo>
                <a:lnTo>
                  <a:pt x="1832584" y="115601"/>
                </a:lnTo>
                <a:lnTo>
                  <a:pt x="1832279" y="115287"/>
                </a:lnTo>
                <a:lnTo>
                  <a:pt x="1831979" y="114967"/>
                </a:lnTo>
                <a:lnTo>
                  <a:pt x="1831684" y="114640"/>
                </a:lnTo>
                <a:lnTo>
                  <a:pt x="1831395" y="114306"/>
                </a:lnTo>
                <a:lnTo>
                  <a:pt x="1831111" y="113965"/>
                </a:lnTo>
                <a:lnTo>
                  <a:pt x="1830833" y="113619"/>
                </a:lnTo>
                <a:lnTo>
                  <a:pt x="1830561" y="113265"/>
                </a:lnTo>
                <a:lnTo>
                  <a:pt x="1830293" y="112905"/>
                </a:lnTo>
                <a:lnTo>
                  <a:pt x="1830032" y="112538"/>
                </a:lnTo>
                <a:lnTo>
                  <a:pt x="1829775" y="112166"/>
                </a:lnTo>
                <a:lnTo>
                  <a:pt x="1829525" y="111789"/>
                </a:lnTo>
                <a:lnTo>
                  <a:pt x="1829279" y="111407"/>
                </a:lnTo>
                <a:lnTo>
                  <a:pt x="1829039" y="111021"/>
                </a:lnTo>
                <a:lnTo>
                  <a:pt x="1828805" y="110630"/>
                </a:lnTo>
                <a:lnTo>
                  <a:pt x="1828576" y="110235"/>
                </a:lnTo>
                <a:lnTo>
                  <a:pt x="1828353" y="109835"/>
                </a:lnTo>
                <a:lnTo>
                  <a:pt x="1828135" y="109430"/>
                </a:lnTo>
                <a:lnTo>
                  <a:pt x="1827922" y="109021"/>
                </a:lnTo>
                <a:lnTo>
                  <a:pt x="1827715" y="108607"/>
                </a:lnTo>
                <a:lnTo>
                  <a:pt x="1827513" y="108188"/>
                </a:lnTo>
                <a:lnTo>
                  <a:pt x="1827317" y="107765"/>
                </a:lnTo>
                <a:lnTo>
                  <a:pt x="1827126" y="107337"/>
                </a:lnTo>
                <a:lnTo>
                  <a:pt x="1826941" y="106905"/>
                </a:lnTo>
                <a:lnTo>
                  <a:pt x="1826761" y="106468"/>
                </a:lnTo>
                <a:lnTo>
                  <a:pt x="1826587" y="106026"/>
                </a:lnTo>
                <a:lnTo>
                  <a:pt x="1826418" y="105580"/>
                </a:lnTo>
                <a:lnTo>
                  <a:pt x="1826255" y="105129"/>
                </a:lnTo>
                <a:lnTo>
                  <a:pt x="1826097" y="104673"/>
                </a:lnTo>
                <a:lnTo>
                  <a:pt x="1825945" y="104213"/>
                </a:lnTo>
                <a:lnTo>
                  <a:pt x="1825798" y="103748"/>
                </a:lnTo>
                <a:lnTo>
                  <a:pt x="1825656" y="103279"/>
                </a:lnTo>
                <a:lnTo>
                  <a:pt x="1825520" y="102804"/>
                </a:lnTo>
                <a:lnTo>
                  <a:pt x="1825390" y="102326"/>
                </a:lnTo>
                <a:lnTo>
                  <a:pt x="1825265" y="101843"/>
                </a:lnTo>
                <a:lnTo>
                  <a:pt x="1825145" y="101358"/>
                </a:lnTo>
                <a:lnTo>
                  <a:pt x="1825030" y="100871"/>
                </a:lnTo>
                <a:lnTo>
                  <a:pt x="1824921" y="100380"/>
                </a:lnTo>
                <a:lnTo>
                  <a:pt x="1824817" y="99887"/>
                </a:lnTo>
                <a:lnTo>
                  <a:pt x="1824719" y="99392"/>
                </a:lnTo>
                <a:lnTo>
                  <a:pt x="1824625" y="98893"/>
                </a:lnTo>
                <a:lnTo>
                  <a:pt x="1824538" y="98392"/>
                </a:lnTo>
                <a:lnTo>
                  <a:pt x="1824455" y="97889"/>
                </a:lnTo>
                <a:lnTo>
                  <a:pt x="1824378" y="97382"/>
                </a:lnTo>
                <a:lnTo>
                  <a:pt x="1824306" y="96873"/>
                </a:lnTo>
                <a:lnTo>
                  <a:pt x="1824239" y="96362"/>
                </a:lnTo>
                <a:lnTo>
                  <a:pt x="1824178" y="95847"/>
                </a:lnTo>
                <a:lnTo>
                  <a:pt x="1824122" y="95331"/>
                </a:lnTo>
                <a:lnTo>
                  <a:pt x="1824072" y="94811"/>
                </a:lnTo>
                <a:lnTo>
                  <a:pt x="1824026" y="94289"/>
                </a:lnTo>
                <a:lnTo>
                  <a:pt x="1823986" y="93764"/>
                </a:lnTo>
                <a:lnTo>
                  <a:pt x="1823952" y="93236"/>
                </a:lnTo>
                <a:lnTo>
                  <a:pt x="1823922" y="92706"/>
                </a:lnTo>
                <a:lnTo>
                  <a:pt x="1823898" y="92173"/>
                </a:lnTo>
                <a:lnTo>
                  <a:pt x="1823880" y="91637"/>
                </a:lnTo>
                <a:lnTo>
                  <a:pt x="1823866" y="91099"/>
                </a:lnTo>
                <a:lnTo>
                  <a:pt x="1823858" y="90558"/>
                </a:lnTo>
                <a:lnTo>
                  <a:pt x="1823856" y="90014"/>
                </a:lnTo>
                <a:lnTo>
                  <a:pt x="1823856" y="88158"/>
                </a:lnTo>
                <a:lnTo>
                  <a:pt x="1823858" y="87621"/>
                </a:lnTo>
                <a:lnTo>
                  <a:pt x="1823866" y="87086"/>
                </a:lnTo>
                <a:lnTo>
                  <a:pt x="1823880" y="86554"/>
                </a:lnTo>
                <a:lnTo>
                  <a:pt x="1823898" y="86024"/>
                </a:lnTo>
                <a:lnTo>
                  <a:pt x="1823922" y="85496"/>
                </a:lnTo>
                <a:lnTo>
                  <a:pt x="1823952" y="84971"/>
                </a:lnTo>
                <a:close/>
                <a:moveTo>
                  <a:pt x="1773911" y="132721"/>
                </a:moveTo>
                <a:lnTo>
                  <a:pt x="1788927" y="132721"/>
                </a:lnTo>
                <a:lnTo>
                  <a:pt x="1788927" y="45370"/>
                </a:lnTo>
                <a:lnTo>
                  <a:pt x="1773911" y="45370"/>
                </a:lnTo>
                <a:lnTo>
                  <a:pt x="1773911" y="1327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E05771-D1A8-4ECA-9C34-0E8ACFE5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01" y="142208"/>
            <a:ext cx="2645373" cy="235419"/>
          </a:xfrm>
          <a:custGeom xmlns:a="http://schemas.openxmlformats.org/drawingml/2006/main">
            <a:pathLst>
              <a:path w="2645373" h="235419">
                <a:moveTo>
                  <a:pt x="0" y="0"/>
                </a:moveTo>
                <a:lnTo>
                  <a:pt x="2527663" y="0"/>
                </a:lnTo>
                <a:lnTo>
                  <a:pt x="2645373" y="117710"/>
                </a:lnTo>
                <a:lnTo>
                  <a:pt x="2527663" y="235419"/>
                </a:lnTo>
                <a:lnTo>
                  <a:pt x="0" y="2354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Text Stage1">
            <a:extLst xmlns:a="http://schemas.openxmlformats.org/drawingml/2006/main">
              <a:ext uri="{FF2B5EF4-FFF2-40B4-BE49-F238E27FC236}">
                <a16:creationId xmlns:a16="http://schemas.microsoft.com/office/drawing/2014/main" id="{D048369F-839E-4B56-8D6F-9087DF83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930" y="199591"/>
            <a:ext cx="515584" cy="153630"/>
          </a:xfrm>
          <a:custGeom xmlns:a="http://schemas.openxmlformats.org/drawingml/2006/main">
            <a:pathLst>
              <a:path w="515584" h="153630">
                <a:moveTo>
                  <a:pt x="108216" y="31808"/>
                </a:moveTo>
                <a:lnTo>
                  <a:pt x="92232" y="31808"/>
                </a:lnTo>
                <a:lnTo>
                  <a:pt x="92232" y="43271"/>
                </a:lnTo>
                <a:lnTo>
                  <a:pt x="108216" y="43271"/>
                </a:lnTo>
                <a:lnTo>
                  <a:pt x="108216" y="97424"/>
                </a:lnTo>
                <a:lnTo>
                  <a:pt x="108221" y="98145"/>
                </a:lnTo>
                <a:lnTo>
                  <a:pt x="108235" y="98853"/>
                </a:lnTo>
                <a:lnTo>
                  <a:pt x="108259" y="99549"/>
                </a:lnTo>
                <a:lnTo>
                  <a:pt x="108291" y="100233"/>
                </a:lnTo>
                <a:lnTo>
                  <a:pt x="108334" y="100904"/>
                </a:lnTo>
                <a:lnTo>
                  <a:pt x="108385" y="101562"/>
                </a:lnTo>
                <a:lnTo>
                  <a:pt x="108446" y="102208"/>
                </a:lnTo>
                <a:lnTo>
                  <a:pt x="108517" y="102842"/>
                </a:lnTo>
                <a:lnTo>
                  <a:pt x="108597" y="103463"/>
                </a:lnTo>
                <a:lnTo>
                  <a:pt x="108686" y="104072"/>
                </a:lnTo>
                <a:lnTo>
                  <a:pt x="108784" y="104668"/>
                </a:lnTo>
                <a:lnTo>
                  <a:pt x="108892" y="105252"/>
                </a:lnTo>
                <a:lnTo>
                  <a:pt x="109010" y="105823"/>
                </a:lnTo>
                <a:lnTo>
                  <a:pt x="109137" y="106381"/>
                </a:lnTo>
                <a:lnTo>
                  <a:pt x="109273" y="106928"/>
                </a:lnTo>
                <a:lnTo>
                  <a:pt x="109418" y="107461"/>
                </a:lnTo>
                <a:lnTo>
                  <a:pt x="109573" y="107983"/>
                </a:lnTo>
                <a:lnTo>
                  <a:pt x="109738" y="108491"/>
                </a:lnTo>
                <a:lnTo>
                  <a:pt x="109911" y="108988"/>
                </a:lnTo>
                <a:lnTo>
                  <a:pt x="110094" y="109471"/>
                </a:lnTo>
                <a:lnTo>
                  <a:pt x="110287" y="109943"/>
                </a:lnTo>
                <a:lnTo>
                  <a:pt x="110489" y="110402"/>
                </a:lnTo>
                <a:lnTo>
                  <a:pt x="110700" y="110848"/>
                </a:lnTo>
                <a:lnTo>
                  <a:pt x="110921" y="111282"/>
                </a:lnTo>
                <a:lnTo>
                  <a:pt x="111149" y="111704"/>
                </a:lnTo>
                <a:lnTo>
                  <a:pt x="111385" y="112116"/>
                </a:lnTo>
                <a:lnTo>
                  <a:pt x="111626" y="112518"/>
                </a:lnTo>
                <a:lnTo>
                  <a:pt x="111875" y="112910"/>
                </a:lnTo>
                <a:lnTo>
                  <a:pt x="112130" y="113291"/>
                </a:lnTo>
                <a:lnTo>
                  <a:pt x="112392" y="113662"/>
                </a:lnTo>
                <a:lnTo>
                  <a:pt x="112660" y="114023"/>
                </a:lnTo>
                <a:lnTo>
                  <a:pt x="112934" y="114374"/>
                </a:lnTo>
                <a:lnTo>
                  <a:pt x="113216" y="114714"/>
                </a:lnTo>
                <a:lnTo>
                  <a:pt x="113504" y="115044"/>
                </a:lnTo>
                <a:lnTo>
                  <a:pt x="113798" y="115364"/>
                </a:lnTo>
                <a:lnTo>
                  <a:pt x="114099" y="115674"/>
                </a:lnTo>
                <a:lnTo>
                  <a:pt x="114407" y="115974"/>
                </a:lnTo>
                <a:lnTo>
                  <a:pt x="114721" y="116263"/>
                </a:lnTo>
                <a:lnTo>
                  <a:pt x="115042" y="116542"/>
                </a:lnTo>
                <a:lnTo>
                  <a:pt x="115370" y="116811"/>
                </a:lnTo>
                <a:lnTo>
                  <a:pt x="115704" y="117069"/>
                </a:lnTo>
                <a:lnTo>
                  <a:pt x="116045" y="117318"/>
                </a:lnTo>
                <a:lnTo>
                  <a:pt x="116392" y="117556"/>
                </a:lnTo>
                <a:lnTo>
                  <a:pt x="116746" y="117784"/>
                </a:lnTo>
                <a:lnTo>
                  <a:pt x="117106" y="118001"/>
                </a:lnTo>
                <a:lnTo>
                  <a:pt x="117473" y="118209"/>
                </a:lnTo>
                <a:lnTo>
                  <a:pt x="117847" y="118406"/>
                </a:lnTo>
                <a:lnTo>
                  <a:pt x="118227" y="118593"/>
                </a:lnTo>
                <a:lnTo>
                  <a:pt x="118612" y="118771"/>
                </a:lnTo>
                <a:lnTo>
                  <a:pt x="119000" y="118941"/>
                </a:lnTo>
                <a:lnTo>
                  <a:pt x="119391" y="119104"/>
                </a:lnTo>
                <a:lnTo>
                  <a:pt x="119785" y="119259"/>
                </a:lnTo>
                <a:lnTo>
                  <a:pt x="120183" y="119407"/>
                </a:lnTo>
                <a:lnTo>
                  <a:pt x="120583" y="119547"/>
                </a:lnTo>
                <a:lnTo>
                  <a:pt x="120987" y="119679"/>
                </a:lnTo>
                <a:lnTo>
                  <a:pt x="121393" y="119804"/>
                </a:lnTo>
                <a:lnTo>
                  <a:pt x="121803" y="119921"/>
                </a:lnTo>
                <a:lnTo>
                  <a:pt x="122216" y="120031"/>
                </a:lnTo>
                <a:lnTo>
                  <a:pt x="122632" y="120133"/>
                </a:lnTo>
                <a:lnTo>
                  <a:pt x="123050" y="120228"/>
                </a:lnTo>
                <a:lnTo>
                  <a:pt x="123472" y="120315"/>
                </a:lnTo>
                <a:lnTo>
                  <a:pt x="123898" y="120394"/>
                </a:lnTo>
                <a:lnTo>
                  <a:pt x="124326" y="120466"/>
                </a:lnTo>
                <a:lnTo>
                  <a:pt x="124757" y="120530"/>
                </a:lnTo>
                <a:lnTo>
                  <a:pt x="125191" y="120587"/>
                </a:lnTo>
                <a:lnTo>
                  <a:pt x="125629" y="120636"/>
                </a:lnTo>
                <a:lnTo>
                  <a:pt x="126069" y="120678"/>
                </a:lnTo>
                <a:lnTo>
                  <a:pt x="126513" y="120712"/>
                </a:lnTo>
                <a:lnTo>
                  <a:pt x="126960" y="120739"/>
                </a:lnTo>
                <a:lnTo>
                  <a:pt x="127409" y="120757"/>
                </a:lnTo>
                <a:lnTo>
                  <a:pt x="127862" y="120769"/>
                </a:lnTo>
                <a:lnTo>
                  <a:pt x="128318" y="120773"/>
                </a:lnTo>
                <a:lnTo>
                  <a:pt x="128652" y="120772"/>
                </a:lnTo>
                <a:lnTo>
                  <a:pt x="128983" y="120769"/>
                </a:lnTo>
                <a:lnTo>
                  <a:pt x="129309" y="120764"/>
                </a:lnTo>
                <a:lnTo>
                  <a:pt x="129631" y="120758"/>
                </a:lnTo>
                <a:lnTo>
                  <a:pt x="129949" y="120750"/>
                </a:lnTo>
                <a:lnTo>
                  <a:pt x="130263" y="120740"/>
                </a:lnTo>
                <a:lnTo>
                  <a:pt x="130573" y="120728"/>
                </a:lnTo>
                <a:lnTo>
                  <a:pt x="130879" y="120714"/>
                </a:lnTo>
                <a:lnTo>
                  <a:pt x="131181" y="120699"/>
                </a:lnTo>
                <a:lnTo>
                  <a:pt x="131479" y="120682"/>
                </a:lnTo>
                <a:lnTo>
                  <a:pt x="131772" y="120662"/>
                </a:lnTo>
                <a:lnTo>
                  <a:pt x="132062" y="120641"/>
                </a:lnTo>
                <a:lnTo>
                  <a:pt x="132348" y="120619"/>
                </a:lnTo>
                <a:lnTo>
                  <a:pt x="132629" y="120594"/>
                </a:lnTo>
                <a:lnTo>
                  <a:pt x="132906" y="120568"/>
                </a:lnTo>
                <a:lnTo>
                  <a:pt x="133180" y="120539"/>
                </a:lnTo>
                <a:lnTo>
                  <a:pt x="133449" y="120509"/>
                </a:lnTo>
                <a:lnTo>
                  <a:pt x="133714" y="120477"/>
                </a:lnTo>
                <a:lnTo>
                  <a:pt x="133976" y="120444"/>
                </a:lnTo>
                <a:lnTo>
                  <a:pt x="134233" y="120408"/>
                </a:lnTo>
                <a:lnTo>
                  <a:pt x="134486" y="120371"/>
                </a:lnTo>
                <a:lnTo>
                  <a:pt x="134735" y="120332"/>
                </a:lnTo>
                <a:lnTo>
                  <a:pt x="134980" y="120291"/>
                </a:lnTo>
                <a:lnTo>
                  <a:pt x="135221" y="120248"/>
                </a:lnTo>
                <a:lnTo>
                  <a:pt x="135457" y="120204"/>
                </a:lnTo>
                <a:lnTo>
                  <a:pt x="135691" y="120160"/>
                </a:lnTo>
                <a:lnTo>
                  <a:pt x="135920" y="120116"/>
                </a:lnTo>
                <a:lnTo>
                  <a:pt x="136146" y="120072"/>
                </a:lnTo>
                <a:lnTo>
                  <a:pt x="136367" y="120027"/>
                </a:lnTo>
                <a:lnTo>
                  <a:pt x="136585" y="119983"/>
                </a:lnTo>
                <a:lnTo>
                  <a:pt x="136800" y="119938"/>
                </a:lnTo>
                <a:lnTo>
                  <a:pt x="137010" y="119894"/>
                </a:lnTo>
                <a:lnTo>
                  <a:pt x="137217" y="119849"/>
                </a:lnTo>
                <a:lnTo>
                  <a:pt x="137420" y="119804"/>
                </a:lnTo>
                <a:lnTo>
                  <a:pt x="137619" y="119758"/>
                </a:lnTo>
                <a:lnTo>
                  <a:pt x="137814" y="119713"/>
                </a:lnTo>
                <a:lnTo>
                  <a:pt x="138006" y="119668"/>
                </a:lnTo>
                <a:lnTo>
                  <a:pt x="138193" y="119622"/>
                </a:lnTo>
                <a:lnTo>
                  <a:pt x="138377" y="119576"/>
                </a:lnTo>
                <a:lnTo>
                  <a:pt x="138557" y="119530"/>
                </a:lnTo>
                <a:lnTo>
                  <a:pt x="138734" y="119484"/>
                </a:lnTo>
                <a:lnTo>
                  <a:pt x="138906" y="119438"/>
                </a:lnTo>
                <a:lnTo>
                  <a:pt x="139075" y="119392"/>
                </a:lnTo>
                <a:lnTo>
                  <a:pt x="139240" y="119345"/>
                </a:lnTo>
                <a:lnTo>
                  <a:pt x="139402" y="119299"/>
                </a:lnTo>
                <a:lnTo>
                  <a:pt x="139559" y="119252"/>
                </a:lnTo>
                <a:lnTo>
                  <a:pt x="139713" y="119205"/>
                </a:lnTo>
                <a:lnTo>
                  <a:pt x="139863" y="119158"/>
                </a:lnTo>
                <a:lnTo>
                  <a:pt x="139782" y="106968"/>
                </a:lnTo>
                <a:lnTo>
                  <a:pt x="139693" y="106988"/>
                </a:lnTo>
                <a:lnTo>
                  <a:pt x="139600" y="107009"/>
                </a:lnTo>
                <a:lnTo>
                  <a:pt x="139504" y="107030"/>
                </a:lnTo>
                <a:lnTo>
                  <a:pt x="139404" y="107052"/>
                </a:lnTo>
                <a:lnTo>
                  <a:pt x="139301" y="107074"/>
                </a:lnTo>
                <a:lnTo>
                  <a:pt x="139194" y="107096"/>
                </a:lnTo>
                <a:lnTo>
                  <a:pt x="139084" y="107119"/>
                </a:lnTo>
                <a:lnTo>
                  <a:pt x="138970" y="107143"/>
                </a:lnTo>
                <a:lnTo>
                  <a:pt x="138853" y="107166"/>
                </a:lnTo>
                <a:lnTo>
                  <a:pt x="138732" y="107191"/>
                </a:lnTo>
                <a:lnTo>
                  <a:pt x="138608" y="107215"/>
                </a:lnTo>
                <a:lnTo>
                  <a:pt x="138480" y="107240"/>
                </a:lnTo>
                <a:lnTo>
                  <a:pt x="138349" y="107266"/>
                </a:lnTo>
                <a:lnTo>
                  <a:pt x="138214" y="107291"/>
                </a:lnTo>
                <a:lnTo>
                  <a:pt x="138076" y="107318"/>
                </a:lnTo>
                <a:lnTo>
                  <a:pt x="137934" y="107344"/>
                </a:lnTo>
                <a:lnTo>
                  <a:pt x="137789" y="107372"/>
                </a:lnTo>
                <a:lnTo>
                  <a:pt x="137640" y="107399"/>
                </a:lnTo>
                <a:lnTo>
                  <a:pt x="137488" y="107427"/>
                </a:lnTo>
                <a:lnTo>
                  <a:pt x="137332" y="107455"/>
                </a:lnTo>
                <a:lnTo>
                  <a:pt x="137173" y="107484"/>
                </a:lnTo>
                <a:lnTo>
                  <a:pt x="137010" y="107514"/>
                </a:lnTo>
                <a:lnTo>
                  <a:pt x="136844" y="107543"/>
                </a:lnTo>
                <a:lnTo>
                  <a:pt x="136674" y="107573"/>
                </a:lnTo>
                <a:lnTo>
                  <a:pt x="136503" y="107603"/>
                </a:lnTo>
                <a:lnTo>
                  <a:pt x="136332" y="107631"/>
                </a:lnTo>
                <a:lnTo>
                  <a:pt x="136162" y="107658"/>
                </a:lnTo>
                <a:lnTo>
                  <a:pt x="135993" y="107684"/>
                </a:lnTo>
                <a:lnTo>
                  <a:pt x="135825" y="107709"/>
                </a:lnTo>
                <a:lnTo>
                  <a:pt x="135657" y="107732"/>
                </a:lnTo>
                <a:lnTo>
                  <a:pt x="135490" y="107754"/>
                </a:lnTo>
                <a:lnTo>
                  <a:pt x="135324" y="107775"/>
                </a:lnTo>
                <a:lnTo>
                  <a:pt x="135158" y="107795"/>
                </a:lnTo>
                <a:lnTo>
                  <a:pt x="134993" y="107813"/>
                </a:lnTo>
                <a:lnTo>
                  <a:pt x="134829" y="107830"/>
                </a:lnTo>
                <a:lnTo>
                  <a:pt x="134666" y="107846"/>
                </a:lnTo>
                <a:lnTo>
                  <a:pt x="134503" y="107860"/>
                </a:lnTo>
                <a:lnTo>
                  <a:pt x="134341" y="107873"/>
                </a:lnTo>
                <a:lnTo>
                  <a:pt x="134179" y="107885"/>
                </a:lnTo>
                <a:lnTo>
                  <a:pt x="134019" y="107896"/>
                </a:lnTo>
                <a:lnTo>
                  <a:pt x="133859" y="107906"/>
                </a:lnTo>
                <a:lnTo>
                  <a:pt x="133699" y="107914"/>
                </a:lnTo>
                <a:lnTo>
                  <a:pt x="133541" y="107921"/>
                </a:lnTo>
                <a:lnTo>
                  <a:pt x="133383" y="107926"/>
                </a:lnTo>
                <a:lnTo>
                  <a:pt x="133226" y="107931"/>
                </a:lnTo>
                <a:lnTo>
                  <a:pt x="133069" y="107934"/>
                </a:lnTo>
                <a:lnTo>
                  <a:pt x="132913" y="107936"/>
                </a:lnTo>
                <a:lnTo>
                  <a:pt x="132758" y="107936"/>
                </a:lnTo>
                <a:lnTo>
                  <a:pt x="132550" y="107935"/>
                </a:lnTo>
                <a:lnTo>
                  <a:pt x="132343" y="107931"/>
                </a:lnTo>
                <a:lnTo>
                  <a:pt x="132138" y="107925"/>
                </a:lnTo>
                <a:lnTo>
                  <a:pt x="131933" y="107916"/>
                </a:lnTo>
                <a:lnTo>
                  <a:pt x="131730" y="107905"/>
                </a:lnTo>
                <a:lnTo>
                  <a:pt x="131527" y="107891"/>
                </a:lnTo>
                <a:lnTo>
                  <a:pt x="131326" y="107875"/>
                </a:lnTo>
                <a:lnTo>
                  <a:pt x="131126" y="107856"/>
                </a:lnTo>
                <a:lnTo>
                  <a:pt x="130927" y="107834"/>
                </a:lnTo>
                <a:lnTo>
                  <a:pt x="130729" y="107810"/>
                </a:lnTo>
                <a:lnTo>
                  <a:pt x="130532" y="107784"/>
                </a:lnTo>
                <a:lnTo>
                  <a:pt x="130336" y="107755"/>
                </a:lnTo>
                <a:lnTo>
                  <a:pt x="130142" y="107723"/>
                </a:lnTo>
                <a:lnTo>
                  <a:pt x="129948" y="107689"/>
                </a:lnTo>
                <a:lnTo>
                  <a:pt x="129756" y="107653"/>
                </a:lnTo>
                <a:lnTo>
                  <a:pt x="129565" y="107614"/>
                </a:lnTo>
                <a:lnTo>
                  <a:pt x="129375" y="107572"/>
                </a:lnTo>
                <a:lnTo>
                  <a:pt x="129186" y="107528"/>
                </a:lnTo>
                <a:lnTo>
                  <a:pt x="128998" y="107481"/>
                </a:lnTo>
                <a:lnTo>
                  <a:pt x="128811" y="107432"/>
                </a:lnTo>
                <a:lnTo>
                  <a:pt x="128626" y="107380"/>
                </a:lnTo>
                <a:lnTo>
                  <a:pt x="128441" y="107326"/>
                </a:lnTo>
                <a:lnTo>
                  <a:pt x="128258" y="107269"/>
                </a:lnTo>
                <a:lnTo>
                  <a:pt x="128076" y="107210"/>
                </a:lnTo>
                <a:lnTo>
                  <a:pt x="127896" y="107147"/>
                </a:lnTo>
                <a:lnTo>
                  <a:pt x="127718" y="107078"/>
                </a:lnTo>
                <a:lnTo>
                  <a:pt x="127544" y="107004"/>
                </a:lnTo>
                <a:lnTo>
                  <a:pt x="127372" y="106925"/>
                </a:lnTo>
                <a:lnTo>
                  <a:pt x="127203" y="106841"/>
                </a:lnTo>
                <a:lnTo>
                  <a:pt x="127037" y="106751"/>
                </a:lnTo>
                <a:lnTo>
                  <a:pt x="126873" y="106655"/>
                </a:lnTo>
                <a:lnTo>
                  <a:pt x="126712" y="106555"/>
                </a:lnTo>
                <a:lnTo>
                  <a:pt x="126555" y="106449"/>
                </a:lnTo>
                <a:lnTo>
                  <a:pt x="126400" y="106338"/>
                </a:lnTo>
                <a:lnTo>
                  <a:pt x="126247" y="106221"/>
                </a:lnTo>
                <a:lnTo>
                  <a:pt x="126098" y="106099"/>
                </a:lnTo>
                <a:lnTo>
                  <a:pt x="125951" y="105972"/>
                </a:lnTo>
                <a:lnTo>
                  <a:pt x="125808" y="105839"/>
                </a:lnTo>
                <a:lnTo>
                  <a:pt x="125667" y="105702"/>
                </a:lnTo>
                <a:lnTo>
                  <a:pt x="125528" y="105558"/>
                </a:lnTo>
                <a:lnTo>
                  <a:pt x="125393" y="105410"/>
                </a:lnTo>
                <a:lnTo>
                  <a:pt x="125260" y="105256"/>
                </a:lnTo>
                <a:lnTo>
                  <a:pt x="125131" y="105097"/>
                </a:lnTo>
                <a:lnTo>
                  <a:pt x="125004" y="104932"/>
                </a:lnTo>
                <a:lnTo>
                  <a:pt x="124880" y="104762"/>
                </a:lnTo>
                <a:lnTo>
                  <a:pt x="124758" y="104587"/>
                </a:lnTo>
                <a:lnTo>
                  <a:pt x="124640" y="104406"/>
                </a:lnTo>
                <a:lnTo>
                  <a:pt x="124524" y="104220"/>
                </a:lnTo>
                <a:lnTo>
                  <a:pt x="124412" y="104028"/>
                </a:lnTo>
                <a:lnTo>
                  <a:pt x="124305" y="103828"/>
                </a:lnTo>
                <a:lnTo>
                  <a:pt x="124202" y="103621"/>
                </a:lnTo>
                <a:lnTo>
                  <a:pt x="124104" y="103406"/>
                </a:lnTo>
                <a:lnTo>
                  <a:pt x="124012" y="103183"/>
                </a:lnTo>
                <a:lnTo>
                  <a:pt x="123923" y="102953"/>
                </a:lnTo>
                <a:lnTo>
                  <a:pt x="123840" y="102715"/>
                </a:lnTo>
                <a:lnTo>
                  <a:pt x="123761" y="102470"/>
                </a:lnTo>
                <a:lnTo>
                  <a:pt x="123687" y="102217"/>
                </a:lnTo>
                <a:lnTo>
                  <a:pt x="123618" y="101956"/>
                </a:lnTo>
                <a:lnTo>
                  <a:pt x="123554" y="101688"/>
                </a:lnTo>
                <a:lnTo>
                  <a:pt x="123494" y="101412"/>
                </a:lnTo>
                <a:lnTo>
                  <a:pt x="123440" y="101129"/>
                </a:lnTo>
                <a:lnTo>
                  <a:pt x="123390" y="100839"/>
                </a:lnTo>
                <a:lnTo>
                  <a:pt x="123344" y="100540"/>
                </a:lnTo>
                <a:lnTo>
                  <a:pt x="123304" y="100234"/>
                </a:lnTo>
                <a:lnTo>
                  <a:pt x="123268" y="99921"/>
                </a:lnTo>
                <a:lnTo>
                  <a:pt x="123237" y="99600"/>
                </a:lnTo>
                <a:lnTo>
                  <a:pt x="123211" y="99271"/>
                </a:lnTo>
                <a:lnTo>
                  <a:pt x="123189" y="98935"/>
                </a:lnTo>
                <a:lnTo>
                  <a:pt x="123173" y="98591"/>
                </a:lnTo>
                <a:lnTo>
                  <a:pt x="123161" y="98240"/>
                </a:lnTo>
                <a:lnTo>
                  <a:pt x="123154" y="97881"/>
                </a:lnTo>
                <a:lnTo>
                  <a:pt x="123151" y="97515"/>
                </a:lnTo>
                <a:lnTo>
                  <a:pt x="123151" y="43271"/>
                </a:lnTo>
                <a:lnTo>
                  <a:pt x="139459" y="43271"/>
                </a:lnTo>
                <a:lnTo>
                  <a:pt x="139459" y="31808"/>
                </a:lnTo>
                <a:lnTo>
                  <a:pt x="123151" y="31808"/>
                </a:lnTo>
                <a:lnTo>
                  <a:pt x="123151" y="10495"/>
                </a:lnTo>
                <a:lnTo>
                  <a:pt x="108216" y="10495"/>
                </a:lnTo>
                <a:lnTo>
                  <a:pt x="108216" y="31808"/>
                </a:lnTo>
                <a:close/>
                <a:moveTo>
                  <a:pt x="69669" y="91317"/>
                </a:moveTo>
                <a:lnTo>
                  <a:pt x="69623" y="91771"/>
                </a:lnTo>
                <a:lnTo>
                  <a:pt x="69567" y="92219"/>
                </a:lnTo>
                <a:lnTo>
                  <a:pt x="69500" y="92662"/>
                </a:lnTo>
                <a:lnTo>
                  <a:pt x="69424" y="93100"/>
                </a:lnTo>
                <a:lnTo>
                  <a:pt x="69337" y="93532"/>
                </a:lnTo>
                <a:lnTo>
                  <a:pt x="69239" y="93959"/>
                </a:lnTo>
                <a:lnTo>
                  <a:pt x="69132" y="94381"/>
                </a:lnTo>
                <a:lnTo>
                  <a:pt x="69014" y="94798"/>
                </a:lnTo>
                <a:lnTo>
                  <a:pt x="68886" y="95209"/>
                </a:lnTo>
                <a:lnTo>
                  <a:pt x="68748" y="95614"/>
                </a:lnTo>
                <a:lnTo>
                  <a:pt x="68600" y="96015"/>
                </a:lnTo>
                <a:lnTo>
                  <a:pt x="68441" y="96410"/>
                </a:lnTo>
                <a:lnTo>
                  <a:pt x="68273" y="96800"/>
                </a:lnTo>
                <a:lnTo>
                  <a:pt x="68094" y="97184"/>
                </a:lnTo>
                <a:lnTo>
                  <a:pt x="67904" y="97563"/>
                </a:lnTo>
                <a:lnTo>
                  <a:pt x="67705" y="97937"/>
                </a:lnTo>
                <a:lnTo>
                  <a:pt x="67495" y="98306"/>
                </a:lnTo>
                <a:lnTo>
                  <a:pt x="67275" y="98669"/>
                </a:lnTo>
                <a:lnTo>
                  <a:pt x="67045" y="99027"/>
                </a:lnTo>
                <a:lnTo>
                  <a:pt x="66804" y="99379"/>
                </a:lnTo>
                <a:lnTo>
                  <a:pt x="66554" y="99726"/>
                </a:lnTo>
                <a:lnTo>
                  <a:pt x="66294" y="100065"/>
                </a:lnTo>
                <a:lnTo>
                  <a:pt x="66025" y="100398"/>
                </a:lnTo>
                <a:lnTo>
                  <a:pt x="65747" y="100725"/>
                </a:lnTo>
                <a:lnTo>
                  <a:pt x="65459" y="101044"/>
                </a:lnTo>
                <a:lnTo>
                  <a:pt x="65162" y="101357"/>
                </a:lnTo>
                <a:lnTo>
                  <a:pt x="64855" y="101663"/>
                </a:lnTo>
                <a:lnTo>
                  <a:pt x="64539" y="101962"/>
                </a:lnTo>
                <a:lnTo>
                  <a:pt x="64214" y="102255"/>
                </a:lnTo>
                <a:lnTo>
                  <a:pt x="63879" y="102541"/>
                </a:lnTo>
                <a:lnTo>
                  <a:pt x="63535" y="102820"/>
                </a:lnTo>
                <a:lnTo>
                  <a:pt x="63182" y="103093"/>
                </a:lnTo>
                <a:lnTo>
                  <a:pt x="62819" y="103358"/>
                </a:lnTo>
                <a:lnTo>
                  <a:pt x="62446" y="103617"/>
                </a:lnTo>
                <a:lnTo>
                  <a:pt x="62065" y="103870"/>
                </a:lnTo>
                <a:lnTo>
                  <a:pt x="61674" y="104115"/>
                </a:lnTo>
                <a:lnTo>
                  <a:pt x="61273" y="104354"/>
                </a:lnTo>
                <a:lnTo>
                  <a:pt x="60863" y="104586"/>
                </a:lnTo>
                <a:lnTo>
                  <a:pt x="60444" y="104812"/>
                </a:lnTo>
                <a:lnTo>
                  <a:pt x="60015" y="105030"/>
                </a:lnTo>
                <a:lnTo>
                  <a:pt x="59577" y="105242"/>
                </a:lnTo>
                <a:lnTo>
                  <a:pt x="59130" y="105447"/>
                </a:lnTo>
                <a:lnTo>
                  <a:pt x="58673" y="105646"/>
                </a:lnTo>
                <a:lnTo>
                  <a:pt x="58207" y="105838"/>
                </a:lnTo>
                <a:lnTo>
                  <a:pt x="57731" y="106022"/>
                </a:lnTo>
                <a:lnTo>
                  <a:pt x="57247" y="106199"/>
                </a:lnTo>
                <a:lnTo>
                  <a:pt x="56755" y="106367"/>
                </a:lnTo>
                <a:lnTo>
                  <a:pt x="56253" y="106528"/>
                </a:lnTo>
                <a:lnTo>
                  <a:pt x="55743" y="106681"/>
                </a:lnTo>
                <a:lnTo>
                  <a:pt x="55225" y="106826"/>
                </a:lnTo>
                <a:lnTo>
                  <a:pt x="54697" y="106964"/>
                </a:lnTo>
                <a:lnTo>
                  <a:pt x="54161" y="107093"/>
                </a:lnTo>
                <a:lnTo>
                  <a:pt x="53616" y="107215"/>
                </a:lnTo>
                <a:lnTo>
                  <a:pt x="53063" y="107329"/>
                </a:lnTo>
                <a:lnTo>
                  <a:pt x="52501" y="107435"/>
                </a:lnTo>
                <a:lnTo>
                  <a:pt x="51930" y="107533"/>
                </a:lnTo>
                <a:lnTo>
                  <a:pt x="51350" y="107623"/>
                </a:lnTo>
                <a:lnTo>
                  <a:pt x="50762" y="107706"/>
                </a:lnTo>
                <a:lnTo>
                  <a:pt x="50165" y="107780"/>
                </a:lnTo>
                <a:lnTo>
                  <a:pt x="49559" y="107847"/>
                </a:lnTo>
                <a:lnTo>
                  <a:pt x="48945" y="107906"/>
                </a:lnTo>
                <a:lnTo>
                  <a:pt x="48322" y="107957"/>
                </a:lnTo>
                <a:lnTo>
                  <a:pt x="47690" y="108000"/>
                </a:lnTo>
                <a:lnTo>
                  <a:pt x="47050" y="108035"/>
                </a:lnTo>
                <a:lnTo>
                  <a:pt x="46401" y="108063"/>
                </a:lnTo>
                <a:lnTo>
                  <a:pt x="45743" y="108082"/>
                </a:lnTo>
                <a:lnTo>
                  <a:pt x="45077" y="108094"/>
                </a:lnTo>
                <a:lnTo>
                  <a:pt x="44402" y="108098"/>
                </a:lnTo>
                <a:lnTo>
                  <a:pt x="43932" y="108096"/>
                </a:lnTo>
                <a:lnTo>
                  <a:pt x="43463" y="108089"/>
                </a:lnTo>
                <a:lnTo>
                  <a:pt x="42996" y="108077"/>
                </a:lnTo>
                <a:lnTo>
                  <a:pt x="42530" y="108061"/>
                </a:lnTo>
                <a:lnTo>
                  <a:pt x="42066" y="108040"/>
                </a:lnTo>
                <a:lnTo>
                  <a:pt x="41604" y="108015"/>
                </a:lnTo>
                <a:lnTo>
                  <a:pt x="41143" y="107985"/>
                </a:lnTo>
                <a:lnTo>
                  <a:pt x="40684" y="107950"/>
                </a:lnTo>
                <a:lnTo>
                  <a:pt x="40226" y="107911"/>
                </a:lnTo>
                <a:lnTo>
                  <a:pt x="39770" y="107867"/>
                </a:lnTo>
                <a:lnTo>
                  <a:pt x="39315" y="107818"/>
                </a:lnTo>
                <a:lnTo>
                  <a:pt x="38862" y="107765"/>
                </a:lnTo>
                <a:lnTo>
                  <a:pt x="38410" y="107707"/>
                </a:lnTo>
                <a:lnTo>
                  <a:pt x="37960" y="107645"/>
                </a:lnTo>
                <a:lnTo>
                  <a:pt x="37511" y="107578"/>
                </a:lnTo>
                <a:lnTo>
                  <a:pt x="37064" y="107506"/>
                </a:lnTo>
                <a:lnTo>
                  <a:pt x="36619" y="107430"/>
                </a:lnTo>
                <a:lnTo>
                  <a:pt x="36175" y="107349"/>
                </a:lnTo>
                <a:lnTo>
                  <a:pt x="35732" y="107263"/>
                </a:lnTo>
                <a:lnTo>
                  <a:pt x="35292" y="107173"/>
                </a:lnTo>
                <a:lnTo>
                  <a:pt x="34852" y="107078"/>
                </a:lnTo>
                <a:lnTo>
                  <a:pt x="34414" y="106979"/>
                </a:lnTo>
                <a:lnTo>
                  <a:pt x="33978" y="106875"/>
                </a:lnTo>
                <a:lnTo>
                  <a:pt x="33543" y="106766"/>
                </a:lnTo>
                <a:lnTo>
                  <a:pt x="33112" y="106652"/>
                </a:lnTo>
                <a:lnTo>
                  <a:pt x="32683" y="106534"/>
                </a:lnTo>
                <a:lnTo>
                  <a:pt x="32259" y="106410"/>
                </a:lnTo>
                <a:lnTo>
                  <a:pt x="31839" y="106280"/>
                </a:lnTo>
                <a:lnTo>
                  <a:pt x="31423" y="106146"/>
                </a:lnTo>
                <a:lnTo>
                  <a:pt x="31011" y="106007"/>
                </a:lnTo>
                <a:lnTo>
                  <a:pt x="30602" y="105862"/>
                </a:lnTo>
                <a:lnTo>
                  <a:pt x="30198" y="105712"/>
                </a:lnTo>
                <a:lnTo>
                  <a:pt x="29797" y="105557"/>
                </a:lnTo>
                <a:lnTo>
                  <a:pt x="29400" y="105397"/>
                </a:lnTo>
                <a:lnTo>
                  <a:pt x="29008" y="105231"/>
                </a:lnTo>
                <a:lnTo>
                  <a:pt x="28619" y="105060"/>
                </a:lnTo>
                <a:lnTo>
                  <a:pt x="28234" y="104885"/>
                </a:lnTo>
                <a:lnTo>
                  <a:pt x="27853" y="104704"/>
                </a:lnTo>
                <a:lnTo>
                  <a:pt x="27476" y="104517"/>
                </a:lnTo>
                <a:lnTo>
                  <a:pt x="27103" y="104326"/>
                </a:lnTo>
                <a:lnTo>
                  <a:pt x="26734" y="104129"/>
                </a:lnTo>
                <a:lnTo>
                  <a:pt x="26369" y="103928"/>
                </a:lnTo>
                <a:lnTo>
                  <a:pt x="26007" y="103721"/>
                </a:lnTo>
                <a:lnTo>
                  <a:pt x="25650" y="103509"/>
                </a:lnTo>
                <a:lnTo>
                  <a:pt x="25296" y="103291"/>
                </a:lnTo>
                <a:lnTo>
                  <a:pt x="24947" y="103069"/>
                </a:lnTo>
                <a:lnTo>
                  <a:pt x="24601" y="102841"/>
                </a:lnTo>
                <a:lnTo>
                  <a:pt x="24259" y="102608"/>
                </a:lnTo>
                <a:lnTo>
                  <a:pt x="23923" y="102370"/>
                </a:lnTo>
                <a:lnTo>
                  <a:pt x="23592" y="102127"/>
                </a:lnTo>
                <a:lnTo>
                  <a:pt x="23267" y="101879"/>
                </a:lnTo>
                <a:lnTo>
                  <a:pt x="22949" y="101625"/>
                </a:lnTo>
                <a:lnTo>
                  <a:pt x="22636" y="101366"/>
                </a:lnTo>
                <a:lnTo>
                  <a:pt x="22330" y="101102"/>
                </a:lnTo>
                <a:lnTo>
                  <a:pt x="22029" y="100833"/>
                </a:lnTo>
                <a:lnTo>
                  <a:pt x="21734" y="100559"/>
                </a:lnTo>
                <a:lnTo>
                  <a:pt x="21446" y="100279"/>
                </a:lnTo>
                <a:lnTo>
                  <a:pt x="21163" y="99994"/>
                </a:lnTo>
                <a:lnTo>
                  <a:pt x="20887" y="99704"/>
                </a:lnTo>
                <a:lnTo>
                  <a:pt x="20617" y="99409"/>
                </a:lnTo>
                <a:lnTo>
                  <a:pt x="20352" y="99109"/>
                </a:lnTo>
                <a:lnTo>
                  <a:pt x="20094" y="98804"/>
                </a:lnTo>
                <a:lnTo>
                  <a:pt x="19841" y="98493"/>
                </a:lnTo>
                <a:lnTo>
                  <a:pt x="19595" y="98177"/>
                </a:lnTo>
                <a:lnTo>
                  <a:pt x="19355" y="97856"/>
                </a:lnTo>
                <a:lnTo>
                  <a:pt x="19120" y="97530"/>
                </a:lnTo>
                <a:lnTo>
                  <a:pt x="18892" y="97198"/>
                </a:lnTo>
                <a:lnTo>
                  <a:pt x="18670" y="96862"/>
                </a:lnTo>
                <a:lnTo>
                  <a:pt x="18454" y="96520"/>
                </a:lnTo>
                <a:lnTo>
                  <a:pt x="18244" y="96173"/>
                </a:lnTo>
                <a:lnTo>
                  <a:pt x="18040" y="95821"/>
                </a:lnTo>
                <a:lnTo>
                  <a:pt x="17841" y="95464"/>
                </a:lnTo>
                <a:lnTo>
                  <a:pt x="17650" y="95101"/>
                </a:lnTo>
                <a:lnTo>
                  <a:pt x="17467" y="94732"/>
                </a:lnTo>
                <a:lnTo>
                  <a:pt x="17293" y="94357"/>
                </a:lnTo>
                <a:lnTo>
                  <a:pt x="17126" y="93976"/>
                </a:lnTo>
                <a:lnTo>
                  <a:pt x="16968" y="93589"/>
                </a:lnTo>
                <a:lnTo>
                  <a:pt x="16817" y="93196"/>
                </a:lnTo>
                <a:lnTo>
                  <a:pt x="16675" y="92797"/>
                </a:lnTo>
                <a:lnTo>
                  <a:pt x="16541" y="92391"/>
                </a:lnTo>
                <a:lnTo>
                  <a:pt x="16415" y="91980"/>
                </a:lnTo>
                <a:lnTo>
                  <a:pt x="16297" y="91563"/>
                </a:lnTo>
                <a:lnTo>
                  <a:pt x="16187" y="91140"/>
                </a:lnTo>
                <a:lnTo>
                  <a:pt x="16086" y="90711"/>
                </a:lnTo>
                <a:lnTo>
                  <a:pt x="15992" y="90275"/>
                </a:lnTo>
                <a:lnTo>
                  <a:pt x="15907" y="89834"/>
                </a:lnTo>
                <a:lnTo>
                  <a:pt x="15829" y="89387"/>
                </a:lnTo>
                <a:lnTo>
                  <a:pt x="15760" y="88933"/>
                </a:lnTo>
                <a:lnTo>
                  <a:pt x="15699" y="88474"/>
                </a:lnTo>
                <a:lnTo>
                  <a:pt x="15647" y="88009"/>
                </a:lnTo>
                <a:lnTo>
                  <a:pt x="15602" y="87537"/>
                </a:lnTo>
                <a:lnTo>
                  <a:pt x="15565" y="87060"/>
                </a:lnTo>
                <a:lnTo>
                  <a:pt x="15537" y="86576"/>
                </a:lnTo>
                <a:lnTo>
                  <a:pt x="15516" y="86087"/>
                </a:lnTo>
                <a:lnTo>
                  <a:pt x="15504" y="85591"/>
                </a:lnTo>
                <a:lnTo>
                  <a:pt x="15500" y="85090"/>
                </a:lnTo>
                <a:lnTo>
                  <a:pt x="0" y="85090"/>
                </a:lnTo>
                <a:lnTo>
                  <a:pt x="7" y="85819"/>
                </a:lnTo>
                <a:lnTo>
                  <a:pt x="27" y="86542"/>
                </a:lnTo>
                <a:lnTo>
                  <a:pt x="60" y="87256"/>
                </a:lnTo>
                <a:lnTo>
                  <a:pt x="107" y="87964"/>
                </a:lnTo>
                <a:lnTo>
                  <a:pt x="166" y="88663"/>
                </a:lnTo>
                <a:lnTo>
                  <a:pt x="240" y="89356"/>
                </a:lnTo>
                <a:lnTo>
                  <a:pt x="326" y="90041"/>
                </a:lnTo>
                <a:lnTo>
                  <a:pt x="426" y="90719"/>
                </a:lnTo>
                <a:lnTo>
                  <a:pt x="539" y="91389"/>
                </a:lnTo>
                <a:lnTo>
                  <a:pt x="666" y="92051"/>
                </a:lnTo>
                <a:lnTo>
                  <a:pt x="806" y="92707"/>
                </a:lnTo>
                <a:lnTo>
                  <a:pt x="959" y="93355"/>
                </a:lnTo>
                <a:lnTo>
                  <a:pt x="1125" y="93995"/>
                </a:lnTo>
                <a:lnTo>
                  <a:pt x="1305" y="94628"/>
                </a:lnTo>
                <a:lnTo>
                  <a:pt x="1498" y="95254"/>
                </a:lnTo>
                <a:lnTo>
                  <a:pt x="1704" y="95872"/>
                </a:lnTo>
                <a:lnTo>
                  <a:pt x="1924" y="96483"/>
                </a:lnTo>
                <a:lnTo>
                  <a:pt x="2157" y="97086"/>
                </a:lnTo>
                <a:lnTo>
                  <a:pt x="2403" y="97682"/>
                </a:lnTo>
                <a:lnTo>
                  <a:pt x="2663" y="98270"/>
                </a:lnTo>
                <a:lnTo>
                  <a:pt x="2936" y="98851"/>
                </a:lnTo>
                <a:lnTo>
                  <a:pt x="3222" y="99425"/>
                </a:lnTo>
                <a:lnTo>
                  <a:pt x="3522" y="99991"/>
                </a:lnTo>
                <a:lnTo>
                  <a:pt x="3835" y="100550"/>
                </a:lnTo>
                <a:lnTo>
                  <a:pt x="4159" y="101101"/>
                </a:lnTo>
                <a:lnTo>
                  <a:pt x="4492" y="101645"/>
                </a:lnTo>
                <a:lnTo>
                  <a:pt x="4834" y="102181"/>
                </a:lnTo>
                <a:lnTo>
                  <a:pt x="5185" y="102710"/>
                </a:lnTo>
                <a:lnTo>
                  <a:pt x="5545" y="103232"/>
                </a:lnTo>
                <a:lnTo>
                  <a:pt x="5913" y="103746"/>
                </a:lnTo>
                <a:lnTo>
                  <a:pt x="6291" y="104253"/>
                </a:lnTo>
                <a:lnTo>
                  <a:pt x="6678" y="104752"/>
                </a:lnTo>
                <a:lnTo>
                  <a:pt x="7074" y="105244"/>
                </a:lnTo>
                <a:lnTo>
                  <a:pt x="7479" y="105728"/>
                </a:lnTo>
                <a:lnTo>
                  <a:pt x="7893" y="106205"/>
                </a:lnTo>
                <a:lnTo>
                  <a:pt x="8315" y="106675"/>
                </a:lnTo>
                <a:lnTo>
                  <a:pt x="8747" y="107137"/>
                </a:lnTo>
                <a:lnTo>
                  <a:pt x="9188" y="107592"/>
                </a:lnTo>
                <a:lnTo>
                  <a:pt x="9637" y="108039"/>
                </a:lnTo>
                <a:lnTo>
                  <a:pt x="10096" y="108479"/>
                </a:lnTo>
                <a:lnTo>
                  <a:pt x="10563" y="108912"/>
                </a:lnTo>
                <a:lnTo>
                  <a:pt x="11040" y="109337"/>
                </a:lnTo>
                <a:lnTo>
                  <a:pt x="11525" y="109754"/>
                </a:lnTo>
                <a:lnTo>
                  <a:pt x="12020" y="110164"/>
                </a:lnTo>
                <a:lnTo>
                  <a:pt x="12523" y="110567"/>
                </a:lnTo>
                <a:lnTo>
                  <a:pt x="13036" y="110962"/>
                </a:lnTo>
                <a:lnTo>
                  <a:pt x="13557" y="111350"/>
                </a:lnTo>
                <a:lnTo>
                  <a:pt x="14087" y="111731"/>
                </a:lnTo>
                <a:lnTo>
                  <a:pt x="14625" y="112104"/>
                </a:lnTo>
                <a:lnTo>
                  <a:pt x="15167" y="112469"/>
                </a:lnTo>
                <a:lnTo>
                  <a:pt x="15715" y="112826"/>
                </a:lnTo>
                <a:lnTo>
                  <a:pt x="16267" y="113175"/>
                </a:lnTo>
                <a:lnTo>
                  <a:pt x="16825" y="113516"/>
                </a:lnTo>
                <a:lnTo>
                  <a:pt x="17387" y="113850"/>
                </a:lnTo>
                <a:lnTo>
                  <a:pt x="17955" y="114176"/>
                </a:lnTo>
                <a:lnTo>
                  <a:pt x="18528" y="114494"/>
                </a:lnTo>
                <a:lnTo>
                  <a:pt x="19105" y="114804"/>
                </a:lnTo>
                <a:lnTo>
                  <a:pt x="19688" y="115106"/>
                </a:lnTo>
                <a:lnTo>
                  <a:pt x="20276" y="115400"/>
                </a:lnTo>
                <a:lnTo>
                  <a:pt x="20869" y="115687"/>
                </a:lnTo>
                <a:lnTo>
                  <a:pt x="21467" y="115965"/>
                </a:lnTo>
                <a:lnTo>
                  <a:pt x="22070" y="116236"/>
                </a:lnTo>
                <a:lnTo>
                  <a:pt x="22678" y="116499"/>
                </a:lnTo>
                <a:lnTo>
                  <a:pt x="23291" y="116754"/>
                </a:lnTo>
                <a:lnTo>
                  <a:pt x="23909" y="117001"/>
                </a:lnTo>
                <a:lnTo>
                  <a:pt x="24532" y="117241"/>
                </a:lnTo>
                <a:lnTo>
                  <a:pt x="25160" y="117472"/>
                </a:lnTo>
                <a:lnTo>
                  <a:pt x="25793" y="117696"/>
                </a:lnTo>
                <a:lnTo>
                  <a:pt x="26432" y="117912"/>
                </a:lnTo>
                <a:lnTo>
                  <a:pt x="27075" y="118120"/>
                </a:lnTo>
                <a:lnTo>
                  <a:pt x="27723" y="118320"/>
                </a:lnTo>
                <a:lnTo>
                  <a:pt x="28377" y="118512"/>
                </a:lnTo>
                <a:lnTo>
                  <a:pt x="29033" y="118697"/>
                </a:lnTo>
                <a:lnTo>
                  <a:pt x="29691" y="118873"/>
                </a:lnTo>
                <a:lnTo>
                  <a:pt x="30349" y="119042"/>
                </a:lnTo>
                <a:lnTo>
                  <a:pt x="31008" y="119203"/>
                </a:lnTo>
                <a:lnTo>
                  <a:pt x="31669" y="119356"/>
                </a:lnTo>
                <a:lnTo>
                  <a:pt x="32330" y="119501"/>
                </a:lnTo>
                <a:lnTo>
                  <a:pt x="32992" y="119638"/>
                </a:lnTo>
                <a:lnTo>
                  <a:pt x="33656" y="119768"/>
                </a:lnTo>
                <a:lnTo>
                  <a:pt x="34320" y="119890"/>
                </a:lnTo>
                <a:lnTo>
                  <a:pt x="34985" y="120003"/>
                </a:lnTo>
                <a:lnTo>
                  <a:pt x="35651" y="120109"/>
                </a:lnTo>
                <a:lnTo>
                  <a:pt x="36319" y="120208"/>
                </a:lnTo>
                <a:lnTo>
                  <a:pt x="36987" y="120298"/>
                </a:lnTo>
                <a:lnTo>
                  <a:pt x="37656" y="120380"/>
                </a:lnTo>
                <a:lnTo>
                  <a:pt x="38326" y="120455"/>
                </a:lnTo>
                <a:lnTo>
                  <a:pt x="38997" y="120521"/>
                </a:lnTo>
                <a:lnTo>
                  <a:pt x="39669" y="120580"/>
                </a:lnTo>
                <a:lnTo>
                  <a:pt x="40342" y="120631"/>
                </a:lnTo>
                <a:lnTo>
                  <a:pt x="41017" y="120675"/>
                </a:lnTo>
                <a:lnTo>
                  <a:pt x="41692" y="120710"/>
                </a:lnTo>
                <a:lnTo>
                  <a:pt x="42368" y="120737"/>
                </a:lnTo>
                <a:lnTo>
                  <a:pt x="43045" y="120757"/>
                </a:lnTo>
                <a:lnTo>
                  <a:pt x="43723" y="120769"/>
                </a:lnTo>
                <a:lnTo>
                  <a:pt x="44402" y="120773"/>
                </a:lnTo>
                <a:lnTo>
                  <a:pt x="45172" y="120769"/>
                </a:lnTo>
                <a:lnTo>
                  <a:pt x="45937" y="120757"/>
                </a:lnTo>
                <a:lnTo>
                  <a:pt x="46696" y="120738"/>
                </a:lnTo>
                <a:lnTo>
                  <a:pt x="47448" y="120711"/>
                </a:lnTo>
                <a:lnTo>
                  <a:pt x="48195" y="120676"/>
                </a:lnTo>
                <a:lnTo>
                  <a:pt x="48935" y="120634"/>
                </a:lnTo>
                <a:lnTo>
                  <a:pt x="49670" y="120584"/>
                </a:lnTo>
                <a:lnTo>
                  <a:pt x="50398" y="120526"/>
                </a:lnTo>
                <a:lnTo>
                  <a:pt x="51121" y="120460"/>
                </a:lnTo>
                <a:lnTo>
                  <a:pt x="51837" y="120387"/>
                </a:lnTo>
                <a:lnTo>
                  <a:pt x="52547" y="120306"/>
                </a:lnTo>
                <a:lnTo>
                  <a:pt x="53252" y="120218"/>
                </a:lnTo>
                <a:lnTo>
                  <a:pt x="53950" y="120121"/>
                </a:lnTo>
                <a:lnTo>
                  <a:pt x="54642" y="120017"/>
                </a:lnTo>
                <a:lnTo>
                  <a:pt x="55329" y="119905"/>
                </a:lnTo>
                <a:lnTo>
                  <a:pt x="56009" y="119786"/>
                </a:lnTo>
                <a:lnTo>
                  <a:pt x="56683" y="119659"/>
                </a:lnTo>
                <a:lnTo>
                  <a:pt x="57351" y="119524"/>
                </a:lnTo>
                <a:lnTo>
                  <a:pt x="58014" y="119381"/>
                </a:lnTo>
                <a:lnTo>
                  <a:pt x="58670" y="119231"/>
                </a:lnTo>
                <a:lnTo>
                  <a:pt x="59320" y="119073"/>
                </a:lnTo>
                <a:lnTo>
                  <a:pt x="59964" y="118907"/>
                </a:lnTo>
                <a:lnTo>
                  <a:pt x="60602" y="118734"/>
                </a:lnTo>
                <a:lnTo>
                  <a:pt x="61234" y="118553"/>
                </a:lnTo>
                <a:lnTo>
                  <a:pt x="61859" y="118364"/>
                </a:lnTo>
                <a:lnTo>
                  <a:pt x="62477" y="118169"/>
                </a:lnTo>
                <a:lnTo>
                  <a:pt x="63088" y="117968"/>
                </a:lnTo>
                <a:lnTo>
                  <a:pt x="63691" y="117760"/>
                </a:lnTo>
                <a:lnTo>
                  <a:pt x="64286" y="117545"/>
                </a:lnTo>
                <a:lnTo>
                  <a:pt x="64874" y="117324"/>
                </a:lnTo>
                <a:lnTo>
                  <a:pt x="65455" y="117096"/>
                </a:lnTo>
                <a:lnTo>
                  <a:pt x="66028" y="116862"/>
                </a:lnTo>
                <a:lnTo>
                  <a:pt x="66594" y="116621"/>
                </a:lnTo>
                <a:lnTo>
                  <a:pt x="67153" y="116373"/>
                </a:lnTo>
                <a:lnTo>
                  <a:pt x="67704" y="116119"/>
                </a:lnTo>
                <a:lnTo>
                  <a:pt x="68247" y="115858"/>
                </a:lnTo>
                <a:lnTo>
                  <a:pt x="68784" y="115591"/>
                </a:lnTo>
                <a:lnTo>
                  <a:pt x="69312" y="115317"/>
                </a:lnTo>
                <a:lnTo>
                  <a:pt x="69834" y="115036"/>
                </a:lnTo>
                <a:lnTo>
                  <a:pt x="70348" y="114749"/>
                </a:lnTo>
                <a:lnTo>
                  <a:pt x="70854" y="114456"/>
                </a:lnTo>
                <a:lnTo>
                  <a:pt x="71353" y="114155"/>
                </a:lnTo>
                <a:lnTo>
                  <a:pt x="71845" y="113848"/>
                </a:lnTo>
                <a:lnTo>
                  <a:pt x="72329" y="113535"/>
                </a:lnTo>
                <a:lnTo>
                  <a:pt x="72806" y="113215"/>
                </a:lnTo>
                <a:lnTo>
                  <a:pt x="73275" y="112888"/>
                </a:lnTo>
                <a:lnTo>
                  <a:pt x="73737" y="112555"/>
                </a:lnTo>
                <a:lnTo>
                  <a:pt x="74191" y="112215"/>
                </a:lnTo>
                <a:lnTo>
                  <a:pt x="74638" y="111869"/>
                </a:lnTo>
                <a:lnTo>
                  <a:pt x="75075" y="111517"/>
                </a:lnTo>
                <a:lnTo>
                  <a:pt x="75504" y="111159"/>
                </a:lnTo>
                <a:lnTo>
                  <a:pt x="75925" y="110796"/>
                </a:lnTo>
                <a:lnTo>
                  <a:pt x="76336" y="110426"/>
                </a:lnTo>
                <a:lnTo>
                  <a:pt x="76739" y="110051"/>
                </a:lnTo>
                <a:lnTo>
                  <a:pt x="77134" y="109669"/>
                </a:lnTo>
                <a:lnTo>
                  <a:pt x="77519" y="109282"/>
                </a:lnTo>
                <a:lnTo>
                  <a:pt x="77896" y="108889"/>
                </a:lnTo>
                <a:lnTo>
                  <a:pt x="78264" y="108490"/>
                </a:lnTo>
                <a:lnTo>
                  <a:pt x="78624" y="108085"/>
                </a:lnTo>
                <a:lnTo>
                  <a:pt x="78974" y="107674"/>
                </a:lnTo>
                <a:lnTo>
                  <a:pt x="79317" y="107257"/>
                </a:lnTo>
                <a:lnTo>
                  <a:pt x="79650" y="106835"/>
                </a:lnTo>
                <a:lnTo>
                  <a:pt x="79975" y="106406"/>
                </a:lnTo>
                <a:lnTo>
                  <a:pt x="80291" y="105972"/>
                </a:lnTo>
                <a:lnTo>
                  <a:pt x="80598" y="105532"/>
                </a:lnTo>
                <a:lnTo>
                  <a:pt x="80897" y="105086"/>
                </a:lnTo>
                <a:lnTo>
                  <a:pt x="81187" y="104634"/>
                </a:lnTo>
                <a:lnTo>
                  <a:pt x="81468" y="104176"/>
                </a:lnTo>
                <a:lnTo>
                  <a:pt x="81741" y="103712"/>
                </a:lnTo>
                <a:lnTo>
                  <a:pt x="82005" y="103242"/>
                </a:lnTo>
                <a:lnTo>
                  <a:pt x="82260" y="102767"/>
                </a:lnTo>
                <a:lnTo>
                  <a:pt x="82506" y="102285"/>
                </a:lnTo>
                <a:lnTo>
                  <a:pt x="82744" y="101799"/>
                </a:lnTo>
                <a:lnTo>
                  <a:pt x="82971" y="101307"/>
                </a:lnTo>
                <a:lnTo>
                  <a:pt x="83188" y="100811"/>
                </a:lnTo>
                <a:lnTo>
                  <a:pt x="83394" y="100310"/>
                </a:lnTo>
                <a:lnTo>
                  <a:pt x="83591" y="99804"/>
                </a:lnTo>
                <a:lnTo>
                  <a:pt x="83778" y="99293"/>
                </a:lnTo>
                <a:lnTo>
                  <a:pt x="83955" y="98778"/>
                </a:lnTo>
                <a:lnTo>
                  <a:pt x="84121" y="98258"/>
                </a:lnTo>
                <a:lnTo>
                  <a:pt x="84277" y="97733"/>
                </a:lnTo>
                <a:lnTo>
                  <a:pt x="84424" y="97203"/>
                </a:lnTo>
                <a:lnTo>
                  <a:pt x="84560" y="96669"/>
                </a:lnTo>
                <a:lnTo>
                  <a:pt x="84686" y="96130"/>
                </a:lnTo>
                <a:lnTo>
                  <a:pt x="84802" y="95586"/>
                </a:lnTo>
                <a:lnTo>
                  <a:pt x="84908" y="95037"/>
                </a:lnTo>
                <a:lnTo>
                  <a:pt x="85004" y="94484"/>
                </a:lnTo>
                <a:lnTo>
                  <a:pt x="85090" y="93925"/>
                </a:lnTo>
                <a:lnTo>
                  <a:pt x="85165" y="93362"/>
                </a:lnTo>
                <a:lnTo>
                  <a:pt x="85231" y="92795"/>
                </a:lnTo>
                <a:lnTo>
                  <a:pt x="85287" y="92222"/>
                </a:lnTo>
                <a:lnTo>
                  <a:pt x="85332" y="91645"/>
                </a:lnTo>
                <a:lnTo>
                  <a:pt x="85367" y="91063"/>
                </a:lnTo>
                <a:lnTo>
                  <a:pt x="85393" y="90476"/>
                </a:lnTo>
                <a:lnTo>
                  <a:pt x="85408" y="89884"/>
                </a:lnTo>
                <a:lnTo>
                  <a:pt x="85413" y="89288"/>
                </a:lnTo>
                <a:lnTo>
                  <a:pt x="85409" y="88718"/>
                </a:lnTo>
                <a:lnTo>
                  <a:pt x="85397" y="88154"/>
                </a:lnTo>
                <a:lnTo>
                  <a:pt x="85377" y="87594"/>
                </a:lnTo>
                <a:lnTo>
                  <a:pt x="85349" y="87040"/>
                </a:lnTo>
                <a:lnTo>
                  <a:pt x="85313" y="86490"/>
                </a:lnTo>
                <a:lnTo>
                  <a:pt x="85269" y="85945"/>
                </a:lnTo>
                <a:lnTo>
                  <a:pt x="85217" y="85405"/>
                </a:lnTo>
                <a:lnTo>
                  <a:pt x="85157" y="84870"/>
                </a:lnTo>
                <a:lnTo>
                  <a:pt x="85089" y="84340"/>
                </a:lnTo>
                <a:lnTo>
                  <a:pt x="85013" y="83815"/>
                </a:lnTo>
                <a:lnTo>
                  <a:pt x="84929" y="83294"/>
                </a:lnTo>
                <a:lnTo>
                  <a:pt x="84838" y="82779"/>
                </a:lnTo>
                <a:lnTo>
                  <a:pt x="84738" y="82268"/>
                </a:lnTo>
                <a:lnTo>
                  <a:pt x="84630" y="81763"/>
                </a:lnTo>
                <a:lnTo>
                  <a:pt x="84514" y="81262"/>
                </a:lnTo>
                <a:lnTo>
                  <a:pt x="84390" y="80766"/>
                </a:lnTo>
                <a:lnTo>
                  <a:pt x="84258" y="80275"/>
                </a:lnTo>
                <a:lnTo>
                  <a:pt x="84119" y="79789"/>
                </a:lnTo>
                <a:lnTo>
                  <a:pt x="83971" y="79308"/>
                </a:lnTo>
                <a:lnTo>
                  <a:pt x="83815" y="78832"/>
                </a:lnTo>
                <a:lnTo>
                  <a:pt x="83651" y="78361"/>
                </a:lnTo>
                <a:lnTo>
                  <a:pt x="83479" y="77894"/>
                </a:lnTo>
                <a:lnTo>
                  <a:pt x="83300" y="77433"/>
                </a:lnTo>
                <a:lnTo>
                  <a:pt x="83112" y="76976"/>
                </a:lnTo>
                <a:lnTo>
                  <a:pt x="82916" y="76524"/>
                </a:lnTo>
                <a:lnTo>
                  <a:pt x="82712" y="76076"/>
                </a:lnTo>
                <a:lnTo>
                  <a:pt x="82499" y="75632"/>
                </a:lnTo>
                <a:lnTo>
                  <a:pt x="82278" y="75191"/>
                </a:lnTo>
                <a:lnTo>
                  <a:pt x="82048" y="74755"/>
                </a:lnTo>
                <a:lnTo>
                  <a:pt x="81810" y="74322"/>
                </a:lnTo>
                <a:lnTo>
                  <a:pt x="81564" y="73894"/>
                </a:lnTo>
                <a:lnTo>
                  <a:pt x="81309" y="73469"/>
                </a:lnTo>
                <a:lnTo>
                  <a:pt x="81046" y="73048"/>
                </a:lnTo>
                <a:lnTo>
                  <a:pt x="80774" y="72632"/>
                </a:lnTo>
                <a:lnTo>
                  <a:pt x="80494" y="72219"/>
                </a:lnTo>
                <a:lnTo>
                  <a:pt x="80206" y="71810"/>
                </a:lnTo>
                <a:lnTo>
                  <a:pt x="79909" y="71405"/>
                </a:lnTo>
                <a:lnTo>
                  <a:pt x="79604" y="71003"/>
                </a:lnTo>
                <a:lnTo>
                  <a:pt x="79290" y="70606"/>
                </a:lnTo>
                <a:lnTo>
                  <a:pt x="78968" y="70213"/>
                </a:lnTo>
                <a:lnTo>
                  <a:pt x="78637" y="69824"/>
                </a:lnTo>
                <a:lnTo>
                  <a:pt x="78298" y="69438"/>
                </a:lnTo>
                <a:lnTo>
                  <a:pt x="77951" y="69057"/>
                </a:lnTo>
                <a:lnTo>
                  <a:pt x="77595" y="68679"/>
                </a:lnTo>
                <a:lnTo>
                  <a:pt x="77231" y="68305"/>
                </a:lnTo>
                <a:lnTo>
                  <a:pt x="76859" y="67936"/>
                </a:lnTo>
                <a:lnTo>
                  <a:pt x="76478" y="67570"/>
                </a:lnTo>
                <a:lnTo>
                  <a:pt x="76088" y="67208"/>
                </a:lnTo>
                <a:lnTo>
                  <a:pt x="75690" y="66850"/>
                </a:lnTo>
                <a:lnTo>
                  <a:pt x="75284" y="66494"/>
                </a:lnTo>
                <a:lnTo>
                  <a:pt x="74868" y="66142"/>
                </a:lnTo>
                <a:lnTo>
                  <a:pt x="74443" y="65792"/>
                </a:lnTo>
                <a:lnTo>
                  <a:pt x="74010" y="65445"/>
                </a:lnTo>
                <a:lnTo>
                  <a:pt x="73568" y="65101"/>
                </a:lnTo>
                <a:lnTo>
                  <a:pt x="73117" y="64761"/>
                </a:lnTo>
                <a:lnTo>
                  <a:pt x="72657" y="64423"/>
                </a:lnTo>
                <a:lnTo>
                  <a:pt x="72189" y="64088"/>
                </a:lnTo>
                <a:lnTo>
                  <a:pt x="71711" y="63756"/>
                </a:lnTo>
                <a:lnTo>
                  <a:pt x="71225" y="63427"/>
                </a:lnTo>
                <a:lnTo>
                  <a:pt x="70730" y="63101"/>
                </a:lnTo>
                <a:lnTo>
                  <a:pt x="70226" y="62778"/>
                </a:lnTo>
                <a:lnTo>
                  <a:pt x="69713" y="62458"/>
                </a:lnTo>
                <a:lnTo>
                  <a:pt x="69192" y="62140"/>
                </a:lnTo>
                <a:lnTo>
                  <a:pt x="68661" y="61826"/>
                </a:lnTo>
                <a:lnTo>
                  <a:pt x="68122" y="61515"/>
                </a:lnTo>
                <a:lnTo>
                  <a:pt x="67574" y="61206"/>
                </a:lnTo>
                <a:lnTo>
                  <a:pt x="67017" y="60901"/>
                </a:lnTo>
                <a:lnTo>
                  <a:pt x="66451" y="60598"/>
                </a:lnTo>
                <a:lnTo>
                  <a:pt x="65877" y="60299"/>
                </a:lnTo>
                <a:lnTo>
                  <a:pt x="65293" y="60002"/>
                </a:lnTo>
                <a:lnTo>
                  <a:pt x="64701" y="59708"/>
                </a:lnTo>
                <a:lnTo>
                  <a:pt x="64100" y="59418"/>
                </a:lnTo>
                <a:lnTo>
                  <a:pt x="63490" y="59129"/>
                </a:lnTo>
                <a:lnTo>
                  <a:pt x="62870" y="58843"/>
                </a:lnTo>
                <a:lnTo>
                  <a:pt x="62241" y="58560"/>
                </a:lnTo>
                <a:lnTo>
                  <a:pt x="61602" y="58278"/>
                </a:lnTo>
                <a:lnTo>
                  <a:pt x="60953" y="57999"/>
                </a:lnTo>
                <a:lnTo>
                  <a:pt x="60295" y="57722"/>
                </a:lnTo>
                <a:lnTo>
                  <a:pt x="59628" y="57447"/>
                </a:lnTo>
                <a:lnTo>
                  <a:pt x="58951" y="57175"/>
                </a:lnTo>
                <a:lnTo>
                  <a:pt x="58265" y="56905"/>
                </a:lnTo>
                <a:lnTo>
                  <a:pt x="57569" y="56637"/>
                </a:lnTo>
                <a:lnTo>
                  <a:pt x="56863" y="56371"/>
                </a:lnTo>
                <a:lnTo>
                  <a:pt x="56148" y="56108"/>
                </a:lnTo>
                <a:lnTo>
                  <a:pt x="55423" y="55846"/>
                </a:lnTo>
                <a:lnTo>
                  <a:pt x="54689" y="55587"/>
                </a:lnTo>
                <a:lnTo>
                  <a:pt x="53946" y="55331"/>
                </a:lnTo>
                <a:lnTo>
                  <a:pt x="53192" y="55076"/>
                </a:lnTo>
                <a:lnTo>
                  <a:pt x="52430" y="54824"/>
                </a:lnTo>
                <a:lnTo>
                  <a:pt x="51657" y="54574"/>
                </a:lnTo>
                <a:lnTo>
                  <a:pt x="50876" y="54326"/>
                </a:lnTo>
                <a:lnTo>
                  <a:pt x="50084" y="54080"/>
                </a:lnTo>
                <a:lnTo>
                  <a:pt x="49283" y="53837"/>
                </a:lnTo>
                <a:lnTo>
                  <a:pt x="48473" y="53596"/>
                </a:lnTo>
                <a:lnTo>
                  <a:pt x="47653" y="53357"/>
                </a:lnTo>
                <a:lnTo>
                  <a:pt x="46824" y="53121"/>
                </a:lnTo>
                <a:lnTo>
                  <a:pt x="46222" y="52952"/>
                </a:lnTo>
                <a:lnTo>
                  <a:pt x="45627" y="52783"/>
                </a:lnTo>
                <a:lnTo>
                  <a:pt x="45039" y="52613"/>
                </a:lnTo>
                <a:lnTo>
                  <a:pt x="44459" y="52443"/>
                </a:lnTo>
                <a:lnTo>
                  <a:pt x="43886" y="52273"/>
                </a:lnTo>
                <a:lnTo>
                  <a:pt x="43319" y="52101"/>
                </a:lnTo>
                <a:lnTo>
                  <a:pt x="42760" y="51930"/>
                </a:lnTo>
                <a:lnTo>
                  <a:pt x="42209" y="51757"/>
                </a:lnTo>
                <a:lnTo>
                  <a:pt x="41664" y="51584"/>
                </a:lnTo>
                <a:lnTo>
                  <a:pt x="41126" y="51411"/>
                </a:lnTo>
                <a:lnTo>
                  <a:pt x="40596" y="51237"/>
                </a:lnTo>
                <a:lnTo>
                  <a:pt x="40073" y="51062"/>
                </a:lnTo>
                <a:lnTo>
                  <a:pt x="39556" y="50887"/>
                </a:lnTo>
                <a:lnTo>
                  <a:pt x="39047" y="50711"/>
                </a:lnTo>
                <a:lnTo>
                  <a:pt x="38546" y="50535"/>
                </a:lnTo>
                <a:lnTo>
                  <a:pt x="38051" y="50358"/>
                </a:lnTo>
                <a:lnTo>
                  <a:pt x="37563" y="50180"/>
                </a:lnTo>
                <a:lnTo>
                  <a:pt x="37083" y="50002"/>
                </a:lnTo>
                <a:lnTo>
                  <a:pt x="36610" y="49824"/>
                </a:lnTo>
                <a:lnTo>
                  <a:pt x="36144" y="49645"/>
                </a:lnTo>
                <a:lnTo>
                  <a:pt x="35685" y="49465"/>
                </a:lnTo>
                <a:lnTo>
                  <a:pt x="35233" y="49285"/>
                </a:lnTo>
                <a:lnTo>
                  <a:pt x="34788" y="49104"/>
                </a:lnTo>
                <a:lnTo>
                  <a:pt x="34351" y="48923"/>
                </a:lnTo>
                <a:lnTo>
                  <a:pt x="33920" y="48740"/>
                </a:lnTo>
                <a:lnTo>
                  <a:pt x="33496" y="48557"/>
                </a:lnTo>
                <a:lnTo>
                  <a:pt x="33078" y="48371"/>
                </a:lnTo>
                <a:lnTo>
                  <a:pt x="32667" y="48185"/>
                </a:lnTo>
                <a:lnTo>
                  <a:pt x="32262" y="47997"/>
                </a:lnTo>
                <a:lnTo>
                  <a:pt x="31863" y="47808"/>
                </a:lnTo>
                <a:lnTo>
                  <a:pt x="31471" y="47617"/>
                </a:lnTo>
                <a:lnTo>
                  <a:pt x="31086" y="47425"/>
                </a:lnTo>
                <a:lnTo>
                  <a:pt x="30707" y="47231"/>
                </a:lnTo>
                <a:lnTo>
                  <a:pt x="30334" y="47036"/>
                </a:lnTo>
                <a:lnTo>
                  <a:pt x="29968" y="46840"/>
                </a:lnTo>
                <a:lnTo>
                  <a:pt x="29608" y="46642"/>
                </a:lnTo>
                <a:lnTo>
                  <a:pt x="29255" y="46443"/>
                </a:lnTo>
                <a:lnTo>
                  <a:pt x="28908" y="46242"/>
                </a:lnTo>
                <a:lnTo>
                  <a:pt x="28567" y="46040"/>
                </a:lnTo>
                <a:lnTo>
                  <a:pt x="28233" y="45837"/>
                </a:lnTo>
                <a:lnTo>
                  <a:pt x="27906" y="45632"/>
                </a:lnTo>
                <a:lnTo>
                  <a:pt x="27585" y="45426"/>
                </a:lnTo>
                <a:lnTo>
                  <a:pt x="27270" y="45218"/>
                </a:lnTo>
                <a:lnTo>
                  <a:pt x="26962" y="45009"/>
                </a:lnTo>
                <a:lnTo>
                  <a:pt x="26660" y="44799"/>
                </a:lnTo>
                <a:lnTo>
                  <a:pt x="26365" y="44587"/>
                </a:lnTo>
                <a:lnTo>
                  <a:pt x="26076" y="44374"/>
                </a:lnTo>
                <a:lnTo>
                  <a:pt x="25793" y="44160"/>
                </a:lnTo>
                <a:lnTo>
                  <a:pt x="25517" y="43943"/>
                </a:lnTo>
                <a:lnTo>
                  <a:pt x="25247" y="43726"/>
                </a:lnTo>
                <a:lnTo>
                  <a:pt x="24984" y="43507"/>
                </a:lnTo>
                <a:lnTo>
                  <a:pt x="24726" y="43286"/>
                </a:lnTo>
                <a:lnTo>
                  <a:pt x="24474" y="43064"/>
                </a:lnTo>
                <a:lnTo>
                  <a:pt x="24229" y="42840"/>
                </a:lnTo>
                <a:lnTo>
                  <a:pt x="23990" y="42615"/>
                </a:lnTo>
                <a:lnTo>
                  <a:pt x="23757" y="42388"/>
                </a:lnTo>
                <a:lnTo>
                  <a:pt x="23530" y="42160"/>
                </a:lnTo>
                <a:lnTo>
                  <a:pt x="23310" y="41930"/>
                </a:lnTo>
                <a:lnTo>
                  <a:pt x="23095" y="41698"/>
                </a:lnTo>
                <a:lnTo>
                  <a:pt x="22887" y="41465"/>
                </a:lnTo>
                <a:lnTo>
                  <a:pt x="22685" y="41231"/>
                </a:lnTo>
                <a:lnTo>
                  <a:pt x="22489" y="40994"/>
                </a:lnTo>
                <a:lnTo>
                  <a:pt x="22299" y="40757"/>
                </a:lnTo>
                <a:lnTo>
                  <a:pt x="22116" y="40518"/>
                </a:lnTo>
                <a:lnTo>
                  <a:pt x="21938" y="40277"/>
                </a:lnTo>
                <a:lnTo>
                  <a:pt x="21767" y="40035"/>
                </a:lnTo>
                <a:lnTo>
                  <a:pt x="21602" y="39791"/>
                </a:lnTo>
                <a:lnTo>
                  <a:pt x="21443" y="39546"/>
                </a:lnTo>
                <a:lnTo>
                  <a:pt x="21290" y="39299"/>
                </a:lnTo>
                <a:lnTo>
                  <a:pt x="21144" y="39050"/>
                </a:lnTo>
                <a:lnTo>
                  <a:pt x="21003" y="38800"/>
                </a:lnTo>
                <a:lnTo>
                  <a:pt x="20869" y="38549"/>
                </a:lnTo>
                <a:lnTo>
                  <a:pt x="20740" y="38295"/>
                </a:lnTo>
                <a:lnTo>
                  <a:pt x="20617" y="38039"/>
                </a:lnTo>
                <a:lnTo>
                  <a:pt x="20500" y="37781"/>
                </a:lnTo>
                <a:lnTo>
                  <a:pt x="20388" y="37521"/>
                </a:lnTo>
                <a:lnTo>
                  <a:pt x="20281" y="37258"/>
                </a:lnTo>
                <a:lnTo>
                  <a:pt x="20180" y="36992"/>
                </a:lnTo>
                <a:lnTo>
                  <a:pt x="20084" y="36724"/>
                </a:lnTo>
                <a:lnTo>
                  <a:pt x="19994" y="36454"/>
                </a:lnTo>
                <a:lnTo>
                  <a:pt x="19909" y="36182"/>
                </a:lnTo>
                <a:lnTo>
                  <a:pt x="19830" y="35907"/>
                </a:lnTo>
                <a:lnTo>
                  <a:pt x="19756" y="35629"/>
                </a:lnTo>
                <a:lnTo>
                  <a:pt x="19688" y="35350"/>
                </a:lnTo>
                <a:lnTo>
                  <a:pt x="19625" y="35068"/>
                </a:lnTo>
                <a:lnTo>
                  <a:pt x="19568" y="34783"/>
                </a:lnTo>
                <a:lnTo>
                  <a:pt x="19516" y="34496"/>
                </a:lnTo>
                <a:lnTo>
                  <a:pt x="19469" y="34207"/>
                </a:lnTo>
                <a:lnTo>
                  <a:pt x="19428" y="33916"/>
                </a:lnTo>
                <a:lnTo>
                  <a:pt x="19393" y="33622"/>
                </a:lnTo>
                <a:lnTo>
                  <a:pt x="19363" y="33325"/>
                </a:lnTo>
                <a:lnTo>
                  <a:pt x="19338" y="33027"/>
                </a:lnTo>
                <a:lnTo>
                  <a:pt x="19319" y="32725"/>
                </a:lnTo>
                <a:lnTo>
                  <a:pt x="19305" y="32422"/>
                </a:lnTo>
                <a:lnTo>
                  <a:pt x="19297" y="32116"/>
                </a:lnTo>
                <a:lnTo>
                  <a:pt x="19295" y="31808"/>
                </a:lnTo>
                <a:lnTo>
                  <a:pt x="19299" y="31352"/>
                </a:lnTo>
                <a:lnTo>
                  <a:pt x="19313" y="30901"/>
                </a:lnTo>
                <a:lnTo>
                  <a:pt x="19336" y="30454"/>
                </a:lnTo>
                <a:lnTo>
                  <a:pt x="19367" y="30012"/>
                </a:lnTo>
                <a:lnTo>
                  <a:pt x="19408" y="29573"/>
                </a:lnTo>
                <a:lnTo>
                  <a:pt x="19459" y="29139"/>
                </a:lnTo>
                <a:lnTo>
                  <a:pt x="19518" y="28708"/>
                </a:lnTo>
                <a:lnTo>
                  <a:pt x="19586" y="28283"/>
                </a:lnTo>
                <a:lnTo>
                  <a:pt x="19664" y="27861"/>
                </a:lnTo>
                <a:lnTo>
                  <a:pt x="19750" y="27443"/>
                </a:lnTo>
                <a:lnTo>
                  <a:pt x="19846" y="27030"/>
                </a:lnTo>
                <a:lnTo>
                  <a:pt x="19950" y="26621"/>
                </a:lnTo>
                <a:lnTo>
                  <a:pt x="20064" y="26216"/>
                </a:lnTo>
                <a:lnTo>
                  <a:pt x="20187" y="25815"/>
                </a:lnTo>
                <a:lnTo>
                  <a:pt x="20319" y="25419"/>
                </a:lnTo>
                <a:lnTo>
                  <a:pt x="20461" y="25026"/>
                </a:lnTo>
                <a:lnTo>
                  <a:pt x="20611" y="24638"/>
                </a:lnTo>
                <a:lnTo>
                  <a:pt x="20770" y="24254"/>
                </a:lnTo>
                <a:lnTo>
                  <a:pt x="20939" y="23875"/>
                </a:lnTo>
                <a:lnTo>
                  <a:pt x="21117" y="23499"/>
                </a:lnTo>
                <a:lnTo>
                  <a:pt x="21303" y="23128"/>
                </a:lnTo>
                <a:lnTo>
                  <a:pt x="21499" y="22761"/>
                </a:lnTo>
                <a:lnTo>
                  <a:pt x="21704" y="22398"/>
                </a:lnTo>
                <a:lnTo>
                  <a:pt x="21918" y="22039"/>
                </a:lnTo>
                <a:lnTo>
                  <a:pt x="22142" y="21686"/>
                </a:lnTo>
                <a:lnTo>
                  <a:pt x="22375" y="21339"/>
                </a:lnTo>
                <a:lnTo>
                  <a:pt x="22618" y="20997"/>
                </a:lnTo>
                <a:lnTo>
                  <a:pt x="22870" y="20662"/>
                </a:lnTo>
                <a:lnTo>
                  <a:pt x="23132" y="20334"/>
                </a:lnTo>
                <a:lnTo>
                  <a:pt x="23404" y="20011"/>
                </a:lnTo>
                <a:lnTo>
                  <a:pt x="23686" y="19695"/>
                </a:lnTo>
                <a:lnTo>
                  <a:pt x="23977" y="19384"/>
                </a:lnTo>
                <a:lnTo>
                  <a:pt x="24278" y="19080"/>
                </a:lnTo>
                <a:lnTo>
                  <a:pt x="24588" y="18782"/>
                </a:lnTo>
                <a:lnTo>
                  <a:pt x="24908" y="18490"/>
                </a:lnTo>
                <a:lnTo>
                  <a:pt x="25238" y="18205"/>
                </a:lnTo>
                <a:lnTo>
                  <a:pt x="25578" y="17925"/>
                </a:lnTo>
                <a:lnTo>
                  <a:pt x="25927" y="17652"/>
                </a:lnTo>
                <a:lnTo>
                  <a:pt x="26286" y="17385"/>
                </a:lnTo>
                <a:lnTo>
                  <a:pt x="26654" y="17124"/>
                </a:lnTo>
                <a:lnTo>
                  <a:pt x="27033" y="16869"/>
                </a:lnTo>
                <a:lnTo>
                  <a:pt x="27421" y="16620"/>
                </a:lnTo>
                <a:lnTo>
                  <a:pt x="27818" y="16378"/>
                </a:lnTo>
                <a:lnTo>
                  <a:pt x="28225" y="16142"/>
                </a:lnTo>
                <a:lnTo>
                  <a:pt x="28642" y="15911"/>
                </a:lnTo>
                <a:lnTo>
                  <a:pt x="29069" y="15687"/>
                </a:lnTo>
                <a:lnTo>
                  <a:pt x="29505" y="15470"/>
                </a:lnTo>
                <a:lnTo>
                  <a:pt x="29951" y="15258"/>
                </a:lnTo>
                <a:lnTo>
                  <a:pt x="30407" y="15054"/>
                </a:lnTo>
                <a:lnTo>
                  <a:pt x="30873" y="14858"/>
                </a:lnTo>
                <a:lnTo>
                  <a:pt x="31349" y="14671"/>
                </a:lnTo>
                <a:lnTo>
                  <a:pt x="31835" y="14493"/>
                </a:lnTo>
                <a:lnTo>
                  <a:pt x="32331" y="14324"/>
                </a:lnTo>
                <a:lnTo>
                  <a:pt x="32837" y="14163"/>
                </a:lnTo>
                <a:lnTo>
                  <a:pt x="33353" y="14011"/>
                </a:lnTo>
                <a:lnTo>
                  <a:pt x="33880" y="13868"/>
                </a:lnTo>
                <a:lnTo>
                  <a:pt x="34416" y="13733"/>
                </a:lnTo>
                <a:lnTo>
                  <a:pt x="34963" y="13607"/>
                </a:lnTo>
                <a:lnTo>
                  <a:pt x="35520" y="13490"/>
                </a:lnTo>
                <a:lnTo>
                  <a:pt x="36086" y="13381"/>
                </a:lnTo>
                <a:lnTo>
                  <a:pt x="36663" y="13281"/>
                </a:lnTo>
                <a:lnTo>
                  <a:pt x="37250" y="13190"/>
                </a:lnTo>
                <a:lnTo>
                  <a:pt x="37847" y="13107"/>
                </a:lnTo>
                <a:lnTo>
                  <a:pt x="38455" y="13033"/>
                </a:lnTo>
                <a:lnTo>
                  <a:pt x="39072" y="12968"/>
                </a:lnTo>
                <a:lnTo>
                  <a:pt x="39699" y="12912"/>
                </a:lnTo>
                <a:lnTo>
                  <a:pt x="40337" y="12864"/>
                </a:lnTo>
                <a:lnTo>
                  <a:pt x="40984" y="12825"/>
                </a:lnTo>
                <a:lnTo>
                  <a:pt x="41642" y="12794"/>
                </a:lnTo>
                <a:lnTo>
                  <a:pt x="42309" y="12773"/>
                </a:lnTo>
                <a:lnTo>
                  <a:pt x="42987" y="12760"/>
                </a:lnTo>
                <a:lnTo>
                  <a:pt x="43675" y="12755"/>
                </a:lnTo>
                <a:lnTo>
                  <a:pt x="44403" y="12761"/>
                </a:lnTo>
                <a:lnTo>
                  <a:pt x="45120" y="12776"/>
                </a:lnTo>
                <a:lnTo>
                  <a:pt x="45827" y="12801"/>
                </a:lnTo>
                <a:lnTo>
                  <a:pt x="46523" y="12837"/>
                </a:lnTo>
                <a:lnTo>
                  <a:pt x="47208" y="12883"/>
                </a:lnTo>
                <a:lnTo>
                  <a:pt x="47883" y="12940"/>
                </a:lnTo>
                <a:lnTo>
                  <a:pt x="48547" y="13006"/>
                </a:lnTo>
                <a:lnTo>
                  <a:pt x="49201" y="13083"/>
                </a:lnTo>
                <a:lnTo>
                  <a:pt x="49843" y="13170"/>
                </a:lnTo>
                <a:lnTo>
                  <a:pt x="50476" y="13267"/>
                </a:lnTo>
                <a:lnTo>
                  <a:pt x="51097" y="13374"/>
                </a:lnTo>
                <a:lnTo>
                  <a:pt x="51708" y="13492"/>
                </a:lnTo>
                <a:lnTo>
                  <a:pt x="52308" y="13620"/>
                </a:lnTo>
                <a:lnTo>
                  <a:pt x="52897" y="13758"/>
                </a:lnTo>
                <a:lnTo>
                  <a:pt x="53476" y="13906"/>
                </a:lnTo>
                <a:lnTo>
                  <a:pt x="54044" y="14065"/>
                </a:lnTo>
                <a:lnTo>
                  <a:pt x="54602" y="14234"/>
                </a:lnTo>
                <a:lnTo>
                  <a:pt x="55149" y="14413"/>
                </a:lnTo>
                <a:lnTo>
                  <a:pt x="55685" y="14602"/>
                </a:lnTo>
                <a:lnTo>
                  <a:pt x="56211" y="14802"/>
                </a:lnTo>
                <a:lnTo>
                  <a:pt x="56726" y="15011"/>
                </a:lnTo>
                <a:lnTo>
                  <a:pt x="57230" y="15231"/>
                </a:lnTo>
                <a:lnTo>
                  <a:pt x="57724" y="15462"/>
                </a:lnTo>
                <a:lnTo>
                  <a:pt x="58207" y="15702"/>
                </a:lnTo>
                <a:lnTo>
                  <a:pt x="58679" y="15951"/>
                </a:lnTo>
                <a:lnTo>
                  <a:pt x="59142" y="16208"/>
                </a:lnTo>
                <a:lnTo>
                  <a:pt x="59594" y="16473"/>
                </a:lnTo>
                <a:lnTo>
                  <a:pt x="60036" y="16745"/>
                </a:lnTo>
                <a:lnTo>
                  <a:pt x="60469" y="17024"/>
                </a:lnTo>
                <a:lnTo>
                  <a:pt x="60891" y="17312"/>
                </a:lnTo>
                <a:lnTo>
                  <a:pt x="61303" y="17606"/>
                </a:lnTo>
                <a:lnTo>
                  <a:pt x="61705" y="17909"/>
                </a:lnTo>
                <a:lnTo>
                  <a:pt x="62097" y="18219"/>
                </a:lnTo>
                <a:lnTo>
                  <a:pt x="62479" y="18536"/>
                </a:lnTo>
                <a:lnTo>
                  <a:pt x="62850" y="18861"/>
                </a:lnTo>
                <a:lnTo>
                  <a:pt x="63212" y="19194"/>
                </a:lnTo>
                <a:lnTo>
                  <a:pt x="63563" y="19534"/>
                </a:lnTo>
                <a:lnTo>
                  <a:pt x="63905" y="19882"/>
                </a:lnTo>
                <a:lnTo>
                  <a:pt x="64236" y="20237"/>
                </a:lnTo>
                <a:lnTo>
                  <a:pt x="64557" y="20600"/>
                </a:lnTo>
                <a:lnTo>
                  <a:pt x="64869" y="20970"/>
                </a:lnTo>
                <a:lnTo>
                  <a:pt x="65170" y="21348"/>
                </a:lnTo>
                <a:lnTo>
                  <a:pt x="65461" y="21734"/>
                </a:lnTo>
                <a:lnTo>
                  <a:pt x="65741" y="22127"/>
                </a:lnTo>
                <a:lnTo>
                  <a:pt x="66012" y="22528"/>
                </a:lnTo>
                <a:lnTo>
                  <a:pt x="66273" y="22936"/>
                </a:lnTo>
                <a:lnTo>
                  <a:pt x="66524" y="23352"/>
                </a:lnTo>
                <a:lnTo>
                  <a:pt x="66764" y="23775"/>
                </a:lnTo>
                <a:lnTo>
                  <a:pt x="66995" y="24205"/>
                </a:lnTo>
                <a:lnTo>
                  <a:pt x="67215" y="24640"/>
                </a:lnTo>
                <a:lnTo>
                  <a:pt x="67426" y="25080"/>
                </a:lnTo>
                <a:lnTo>
                  <a:pt x="67627" y="25525"/>
                </a:lnTo>
                <a:lnTo>
                  <a:pt x="67819" y="25976"/>
                </a:lnTo>
                <a:lnTo>
                  <a:pt x="68000" y="26432"/>
                </a:lnTo>
                <a:lnTo>
                  <a:pt x="68172" y="26893"/>
                </a:lnTo>
                <a:lnTo>
                  <a:pt x="68334" y="27359"/>
                </a:lnTo>
                <a:lnTo>
                  <a:pt x="68486" y="27830"/>
                </a:lnTo>
                <a:lnTo>
                  <a:pt x="68628" y="28306"/>
                </a:lnTo>
                <a:lnTo>
                  <a:pt x="68761" y="28788"/>
                </a:lnTo>
                <a:lnTo>
                  <a:pt x="68883" y="29275"/>
                </a:lnTo>
                <a:lnTo>
                  <a:pt x="68996" y="29767"/>
                </a:lnTo>
                <a:lnTo>
                  <a:pt x="69099" y="30264"/>
                </a:lnTo>
                <a:lnTo>
                  <a:pt x="69192" y="30766"/>
                </a:lnTo>
                <a:lnTo>
                  <a:pt x="69276" y="31274"/>
                </a:lnTo>
                <a:lnTo>
                  <a:pt x="69349" y="31787"/>
                </a:lnTo>
                <a:lnTo>
                  <a:pt x="69413" y="32305"/>
                </a:lnTo>
                <a:lnTo>
                  <a:pt x="69467" y="32828"/>
                </a:lnTo>
                <a:lnTo>
                  <a:pt x="69511" y="33356"/>
                </a:lnTo>
                <a:lnTo>
                  <a:pt x="69545" y="33890"/>
                </a:lnTo>
                <a:lnTo>
                  <a:pt x="69570" y="34428"/>
                </a:lnTo>
                <a:lnTo>
                  <a:pt x="69585" y="34972"/>
                </a:lnTo>
                <a:lnTo>
                  <a:pt x="69590" y="35521"/>
                </a:lnTo>
                <a:lnTo>
                  <a:pt x="85090" y="35521"/>
                </a:lnTo>
                <a:lnTo>
                  <a:pt x="85081" y="34756"/>
                </a:lnTo>
                <a:lnTo>
                  <a:pt x="85056" y="33995"/>
                </a:lnTo>
                <a:lnTo>
                  <a:pt x="85014" y="33238"/>
                </a:lnTo>
                <a:lnTo>
                  <a:pt x="84955" y="32484"/>
                </a:lnTo>
                <a:lnTo>
                  <a:pt x="84880" y="31734"/>
                </a:lnTo>
                <a:lnTo>
                  <a:pt x="84787" y="30988"/>
                </a:lnTo>
                <a:lnTo>
                  <a:pt x="84678" y="30245"/>
                </a:lnTo>
                <a:lnTo>
                  <a:pt x="84552" y="29507"/>
                </a:lnTo>
                <a:lnTo>
                  <a:pt x="84409" y="28772"/>
                </a:lnTo>
                <a:lnTo>
                  <a:pt x="84249" y="28041"/>
                </a:lnTo>
                <a:lnTo>
                  <a:pt x="84072" y="27314"/>
                </a:lnTo>
                <a:lnTo>
                  <a:pt x="83879" y="26591"/>
                </a:lnTo>
                <a:lnTo>
                  <a:pt x="83669" y="25871"/>
                </a:lnTo>
                <a:lnTo>
                  <a:pt x="83442" y="25155"/>
                </a:lnTo>
                <a:lnTo>
                  <a:pt x="83198" y="24443"/>
                </a:lnTo>
                <a:lnTo>
                  <a:pt x="82937" y="23735"/>
                </a:lnTo>
                <a:lnTo>
                  <a:pt x="82659" y="23030"/>
                </a:lnTo>
                <a:lnTo>
                  <a:pt x="82365" y="22330"/>
                </a:lnTo>
                <a:lnTo>
                  <a:pt x="82054" y="21633"/>
                </a:lnTo>
                <a:lnTo>
                  <a:pt x="81726" y="20939"/>
                </a:lnTo>
                <a:lnTo>
                  <a:pt x="81381" y="20250"/>
                </a:lnTo>
                <a:lnTo>
                  <a:pt x="81020" y="19564"/>
                </a:lnTo>
                <a:lnTo>
                  <a:pt x="80641" y="18883"/>
                </a:lnTo>
                <a:lnTo>
                  <a:pt x="80246" y="18205"/>
                </a:lnTo>
                <a:lnTo>
                  <a:pt x="79835" y="17534"/>
                </a:lnTo>
                <a:lnTo>
                  <a:pt x="79408" y="16874"/>
                </a:lnTo>
                <a:lnTo>
                  <a:pt x="78966" y="16224"/>
                </a:lnTo>
                <a:lnTo>
                  <a:pt x="78509" y="15585"/>
                </a:lnTo>
                <a:lnTo>
                  <a:pt x="78037" y="14957"/>
                </a:lnTo>
                <a:lnTo>
                  <a:pt x="77549" y="14340"/>
                </a:lnTo>
                <a:lnTo>
                  <a:pt x="77046" y="13733"/>
                </a:lnTo>
                <a:lnTo>
                  <a:pt x="76528" y="13137"/>
                </a:lnTo>
                <a:lnTo>
                  <a:pt x="75994" y="12551"/>
                </a:lnTo>
                <a:lnTo>
                  <a:pt x="75446" y="11976"/>
                </a:lnTo>
                <a:lnTo>
                  <a:pt x="74882" y="11412"/>
                </a:lnTo>
                <a:lnTo>
                  <a:pt x="74302" y="10858"/>
                </a:lnTo>
                <a:lnTo>
                  <a:pt x="73708" y="10315"/>
                </a:lnTo>
                <a:lnTo>
                  <a:pt x="73098" y="9783"/>
                </a:lnTo>
                <a:lnTo>
                  <a:pt x="72473" y="9261"/>
                </a:lnTo>
                <a:lnTo>
                  <a:pt x="71832" y="8750"/>
                </a:lnTo>
                <a:lnTo>
                  <a:pt x="71176" y="8250"/>
                </a:lnTo>
                <a:lnTo>
                  <a:pt x="70505" y="7760"/>
                </a:lnTo>
                <a:lnTo>
                  <a:pt x="69819" y="7281"/>
                </a:lnTo>
                <a:lnTo>
                  <a:pt x="69118" y="6813"/>
                </a:lnTo>
                <a:lnTo>
                  <a:pt x="68401" y="6355"/>
                </a:lnTo>
                <a:lnTo>
                  <a:pt x="67669" y="5908"/>
                </a:lnTo>
                <a:lnTo>
                  <a:pt x="66921" y="5471"/>
                </a:lnTo>
                <a:lnTo>
                  <a:pt x="66159" y="5046"/>
                </a:lnTo>
                <a:lnTo>
                  <a:pt x="65381" y="4634"/>
                </a:lnTo>
                <a:lnTo>
                  <a:pt x="64590" y="4240"/>
                </a:lnTo>
                <a:lnTo>
                  <a:pt x="63785" y="3863"/>
                </a:lnTo>
                <a:lnTo>
                  <a:pt x="62966" y="3504"/>
                </a:lnTo>
                <a:lnTo>
                  <a:pt x="62134" y="3162"/>
                </a:lnTo>
                <a:lnTo>
                  <a:pt x="61287" y="2838"/>
                </a:lnTo>
                <a:lnTo>
                  <a:pt x="60426" y="2532"/>
                </a:lnTo>
                <a:lnTo>
                  <a:pt x="59552" y="2243"/>
                </a:lnTo>
                <a:lnTo>
                  <a:pt x="58664" y="1971"/>
                </a:lnTo>
                <a:lnTo>
                  <a:pt x="57762" y="1717"/>
                </a:lnTo>
                <a:lnTo>
                  <a:pt x="56846" y="1480"/>
                </a:lnTo>
                <a:lnTo>
                  <a:pt x="55916" y="1261"/>
                </a:lnTo>
                <a:lnTo>
                  <a:pt x="54972" y="1060"/>
                </a:lnTo>
                <a:lnTo>
                  <a:pt x="54015" y="876"/>
                </a:lnTo>
                <a:lnTo>
                  <a:pt x="53043" y="710"/>
                </a:lnTo>
                <a:lnTo>
                  <a:pt x="52058" y="561"/>
                </a:lnTo>
                <a:lnTo>
                  <a:pt x="51058" y="429"/>
                </a:lnTo>
                <a:lnTo>
                  <a:pt x="50045" y="315"/>
                </a:lnTo>
                <a:lnTo>
                  <a:pt x="49018" y="219"/>
                </a:lnTo>
                <a:lnTo>
                  <a:pt x="47977" y="140"/>
                </a:lnTo>
                <a:lnTo>
                  <a:pt x="46923" y="79"/>
                </a:lnTo>
                <a:lnTo>
                  <a:pt x="45854" y="35"/>
                </a:lnTo>
                <a:lnTo>
                  <a:pt x="44772" y="9"/>
                </a:lnTo>
                <a:lnTo>
                  <a:pt x="43675" y="0"/>
                </a:lnTo>
                <a:lnTo>
                  <a:pt x="42925" y="4"/>
                </a:lnTo>
                <a:lnTo>
                  <a:pt x="42180" y="17"/>
                </a:lnTo>
                <a:lnTo>
                  <a:pt x="41441" y="38"/>
                </a:lnTo>
                <a:lnTo>
                  <a:pt x="40708" y="67"/>
                </a:lnTo>
                <a:lnTo>
                  <a:pt x="39981" y="105"/>
                </a:lnTo>
                <a:lnTo>
                  <a:pt x="39260" y="151"/>
                </a:lnTo>
                <a:lnTo>
                  <a:pt x="38545" y="206"/>
                </a:lnTo>
                <a:lnTo>
                  <a:pt x="37836" y="269"/>
                </a:lnTo>
                <a:lnTo>
                  <a:pt x="37132" y="341"/>
                </a:lnTo>
                <a:lnTo>
                  <a:pt x="36435" y="420"/>
                </a:lnTo>
                <a:lnTo>
                  <a:pt x="35743" y="509"/>
                </a:lnTo>
                <a:lnTo>
                  <a:pt x="35057" y="605"/>
                </a:lnTo>
                <a:lnTo>
                  <a:pt x="34377" y="711"/>
                </a:lnTo>
                <a:lnTo>
                  <a:pt x="33703" y="824"/>
                </a:lnTo>
                <a:lnTo>
                  <a:pt x="33035" y="946"/>
                </a:lnTo>
                <a:lnTo>
                  <a:pt x="32373" y="1076"/>
                </a:lnTo>
                <a:lnTo>
                  <a:pt x="31717" y="1215"/>
                </a:lnTo>
                <a:lnTo>
                  <a:pt x="31066" y="1362"/>
                </a:lnTo>
                <a:lnTo>
                  <a:pt x="30421" y="1518"/>
                </a:lnTo>
                <a:lnTo>
                  <a:pt x="29783" y="1682"/>
                </a:lnTo>
                <a:lnTo>
                  <a:pt x="29150" y="1854"/>
                </a:lnTo>
                <a:lnTo>
                  <a:pt x="28523" y="2035"/>
                </a:lnTo>
                <a:lnTo>
                  <a:pt x="27902" y="2224"/>
                </a:lnTo>
                <a:lnTo>
                  <a:pt x="27287" y="2422"/>
                </a:lnTo>
                <a:lnTo>
                  <a:pt x="26678" y="2627"/>
                </a:lnTo>
                <a:lnTo>
                  <a:pt x="26077" y="2839"/>
                </a:lnTo>
                <a:lnTo>
                  <a:pt x="25482" y="3057"/>
                </a:lnTo>
                <a:lnTo>
                  <a:pt x="24895" y="3282"/>
                </a:lnTo>
                <a:lnTo>
                  <a:pt x="24315" y="3513"/>
                </a:lnTo>
                <a:lnTo>
                  <a:pt x="23742" y="3751"/>
                </a:lnTo>
                <a:lnTo>
                  <a:pt x="23177" y="3996"/>
                </a:lnTo>
                <a:lnTo>
                  <a:pt x="22618" y="4247"/>
                </a:lnTo>
                <a:lnTo>
                  <a:pt x="22067" y="4505"/>
                </a:lnTo>
                <a:lnTo>
                  <a:pt x="21522" y="4770"/>
                </a:lnTo>
                <a:lnTo>
                  <a:pt x="20985" y="5041"/>
                </a:lnTo>
                <a:lnTo>
                  <a:pt x="20455" y="5318"/>
                </a:lnTo>
                <a:lnTo>
                  <a:pt x="19932" y="5602"/>
                </a:lnTo>
                <a:lnTo>
                  <a:pt x="19416" y="5893"/>
                </a:lnTo>
                <a:lnTo>
                  <a:pt x="18908" y="6190"/>
                </a:lnTo>
                <a:lnTo>
                  <a:pt x="18407" y="6494"/>
                </a:lnTo>
                <a:lnTo>
                  <a:pt x="17912" y="6805"/>
                </a:lnTo>
                <a:lnTo>
                  <a:pt x="17425" y="7122"/>
                </a:lnTo>
                <a:lnTo>
                  <a:pt x="16945" y="7446"/>
                </a:lnTo>
                <a:lnTo>
                  <a:pt x="16472" y="7776"/>
                </a:lnTo>
                <a:lnTo>
                  <a:pt x="16007" y="8113"/>
                </a:lnTo>
                <a:lnTo>
                  <a:pt x="15548" y="8456"/>
                </a:lnTo>
                <a:lnTo>
                  <a:pt x="15097" y="8806"/>
                </a:lnTo>
                <a:lnTo>
                  <a:pt x="14653" y="9163"/>
                </a:lnTo>
                <a:lnTo>
                  <a:pt x="14216" y="9525"/>
                </a:lnTo>
                <a:lnTo>
                  <a:pt x="13788" y="9893"/>
                </a:lnTo>
                <a:lnTo>
                  <a:pt x="13369" y="10266"/>
                </a:lnTo>
                <a:lnTo>
                  <a:pt x="12958" y="10644"/>
                </a:lnTo>
                <a:lnTo>
                  <a:pt x="12556" y="11027"/>
                </a:lnTo>
                <a:lnTo>
                  <a:pt x="12163" y="11416"/>
                </a:lnTo>
                <a:lnTo>
                  <a:pt x="11777" y="11809"/>
                </a:lnTo>
                <a:lnTo>
                  <a:pt x="11401" y="12208"/>
                </a:lnTo>
                <a:lnTo>
                  <a:pt x="11033" y="12612"/>
                </a:lnTo>
                <a:lnTo>
                  <a:pt x="10674" y="13021"/>
                </a:lnTo>
                <a:lnTo>
                  <a:pt x="10323" y="13436"/>
                </a:lnTo>
                <a:lnTo>
                  <a:pt x="9980" y="13855"/>
                </a:lnTo>
                <a:lnTo>
                  <a:pt x="9647" y="14280"/>
                </a:lnTo>
                <a:lnTo>
                  <a:pt x="9321" y="14710"/>
                </a:lnTo>
                <a:lnTo>
                  <a:pt x="9005" y="15145"/>
                </a:lnTo>
                <a:lnTo>
                  <a:pt x="8696" y="15585"/>
                </a:lnTo>
                <a:lnTo>
                  <a:pt x="8397" y="16031"/>
                </a:lnTo>
                <a:lnTo>
                  <a:pt x="8106" y="16482"/>
                </a:lnTo>
                <a:lnTo>
                  <a:pt x="7823" y="16937"/>
                </a:lnTo>
                <a:lnTo>
                  <a:pt x="7549" y="17399"/>
                </a:lnTo>
                <a:lnTo>
                  <a:pt x="7284" y="17865"/>
                </a:lnTo>
                <a:lnTo>
                  <a:pt x="7027" y="18336"/>
                </a:lnTo>
                <a:lnTo>
                  <a:pt x="6779" y="18813"/>
                </a:lnTo>
                <a:lnTo>
                  <a:pt x="6539" y="19295"/>
                </a:lnTo>
                <a:lnTo>
                  <a:pt x="6309" y="19781"/>
                </a:lnTo>
                <a:lnTo>
                  <a:pt x="6088" y="20271"/>
                </a:lnTo>
                <a:lnTo>
                  <a:pt x="5877" y="20764"/>
                </a:lnTo>
                <a:lnTo>
                  <a:pt x="5676" y="21261"/>
                </a:lnTo>
                <a:lnTo>
                  <a:pt x="5484" y="21762"/>
                </a:lnTo>
                <a:lnTo>
                  <a:pt x="5303" y="22266"/>
                </a:lnTo>
                <a:lnTo>
                  <a:pt x="5131" y="22775"/>
                </a:lnTo>
                <a:lnTo>
                  <a:pt x="4969" y="23286"/>
                </a:lnTo>
                <a:lnTo>
                  <a:pt x="4817" y="23802"/>
                </a:lnTo>
                <a:lnTo>
                  <a:pt x="4675" y="24321"/>
                </a:lnTo>
                <a:lnTo>
                  <a:pt x="4543" y="24843"/>
                </a:lnTo>
                <a:lnTo>
                  <a:pt x="4420" y="25370"/>
                </a:lnTo>
                <a:lnTo>
                  <a:pt x="4307" y="25899"/>
                </a:lnTo>
                <a:lnTo>
                  <a:pt x="4204" y="26433"/>
                </a:lnTo>
                <a:lnTo>
                  <a:pt x="4111" y="26970"/>
                </a:lnTo>
                <a:lnTo>
                  <a:pt x="4028" y="27511"/>
                </a:lnTo>
                <a:lnTo>
                  <a:pt x="3954" y="28056"/>
                </a:lnTo>
                <a:lnTo>
                  <a:pt x="3890" y="28604"/>
                </a:lnTo>
                <a:lnTo>
                  <a:pt x="3836" y="29156"/>
                </a:lnTo>
                <a:lnTo>
                  <a:pt x="3792" y="29711"/>
                </a:lnTo>
                <a:lnTo>
                  <a:pt x="3758" y="30270"/>
                </a:lnTo>
                <a:lnTo>
                  <a:pt x="3733" y="30833"/>
                </a:lnTo>
                <a:lnTo>
                  <a:pt x="3719" y="31399"/>
                </a:lnTo>
                <a:lnTo>
                  <a:pt x="3714" y="31969"/>
                </a:lnTo>
                <a:lnTo>
                  <a:pt x="3718" y="32538"/>
                </a:lnTo>
                <a:lnTo>
                  <a:pt x="3732" y="33102"/>
                </a:lnTo>
                <a:lnTo>
                  <a:pt x="3755" y="33661"/>
                </a:lnTo>
                <a:lnTo>
                  <a:pt x="3788" y="34214"/>
                </a:lnTo>
                <a:lnTo>
                  <a:pt x="3829" y="34762"/>
                </a:lnTo>
                <a:lnTo>
                  <a:pt x="3880" y="35304"/>
                </a:lnTo>
                <a:lnTo>
                  <a:pt x="3940" y="35842"/>
                </a:lnTo>
                <a:lnTo>
                  <a:pt x="4010" y="36374"/>
                </a:lnTo>
                <a:lnTo>
                  <a:pt x="4088" y="36900"/>
                </a:lnTo>
                <a:lnTo>
                  <a:pt x="4176" y="37421"/>
                </a:lnTo>
                <a:lnTo>
                  <a:pt x="4273" y="37937"/>
                </a:lnTo>
                <a:lnTo>
                  <a:pt x="4380" y="38448"/>
                </a:lnTo>
                <a:lnTo>
                  <a:pt x="4495" y="38953"/>
                </a:lnTo>
                <a:lnTo>
                  <a:pt x="4620" y="39453"/>
                </a:lnTo>
                <a:lnTo>
                  <a:pt x="4754" y="39948"/>
                </a:lnTo>
                <a:lnTo>
                  <a:pt x="4898" y="40437"/>
                </a:lnTo>
                <a:lnTo>
                  <a:pt x="5050" y="40921"/>
                </a:lnTo>
                <a:lnTo>
                  <a:pt x="5212" y="41400"/>
                </a:lnTo>
                <a:lnTo>
                  <a:pt x="5383" y="41873"/>
                </a:lnTo>
                <a:lnTo>
                  <a:pt x="5564" y="42341"/>
                </a:lnTo>
                <a:lnTo>
                  <a:pt x="5753" y="42803"/>
                </a:lnTo>
                <a:lnTo>
                  <a:pt x="5952" y="43261"/>
                </a:lnTo>
                <a:lnTo>
                  <a:pt x="6160" y="43713"/>
                </a:lnTo>
                <a:lnTo>
                  <a:pt x="6378" y="44160"/>
                </a:lnTo>
                <a:lnTo>
                  <a:pt x="6604" y="44601"/>
                </a:lnTo>
                <a:lnTo>
                  <a:pt x="6838" y="45039"/>
                </a:lnTo>
                <a:lnTo>
                  <a:pt x="7080" y="45473"/>
                </a:lnTo>
                <a:lnTo>
                  <a:pt x="7331" y="45902"/>
                </a:lnTo>
                <a:lnTo>
                  <a:pt x="7589" y="46327"/>
                </a:lnTo>
                <a:lnTo>
                  <a:pt x="7856" y="46748"/>
                </a:lnTo>
                <a:lnTo>
                  <a:pt x="8131" y="47165"/>
                </a:lnTo>
                <a:lnTo>
                  <a:pt x="8414" y="47577"/>
                </a:lnTo>
                <a:lnTo>
                  <a:pt x="8705" y="47985"/>
                </a:lnTo>
                <a:lnTo>
                  <a:pt x="9004" y="48389"/>
                </a:lnTo>
                <a:lnTo>
                  <a:pt x="9312" y="48789"/>
                </a:lnTo>
                <a:lnTo>
                  <a:pt x="9627" y="49185"/>
                </a:lnTo>
                <a:lnTo>
                  <a:pt x="9951" y="49576"/>
                </a:lnTo>
                <a:lnTo>
                  <a:pt x="10282" y="49964"/>
                </a:lnTo>
                <a:lnTo>
                  <a:pt x="10622" y="50347"/>
                </a:lnTo>
                <a:lnTo>
                  <a:pt x="10970" y="50726"/>
                </a:lnTo>
                <a:lnTo>
                  <a:pt x="11326" y="51100"/>
                </a:lnTo>
                <a:lnTo>
                  <a:pt x="11691" y="51471"/>
                </a:lnTo>
                <a:lnTo>
                  <a:pt x="12063" y="51837"/>
                </a:lnTo>
                <a:lnTo>
                  <a:pt x="12444" y="52199"/>
                </a:lnTo>
                <a:lnTo>
                  <a:pt x="12832" y="52557"/>
                </a:lnTo>
                <a:lnTo>
                  <a:pt x="13229" y="52910"/>
                </a:lnTo>
                <a:lnTo>
                  <a:pt x="13634" y="53260"/>
                </a:lnTo>
                <a:lnTo>
                  <a:pt x="14047" y="53605"/>
                </a:lnTo>
                <a:lnTo>
                  <a:pt x="14468" y="53946"/>
                </a:lnTo>
                <a:lnTo>
                  <a:pt x="14895" y="54285"/>
                </a:lnTo>
                <a:lnTo>
                  <a:pt x="15330" y="54620"/>
                </a:lnTo>
                <a:lnTo>
                  <a:pt x="15772" y="54952"/>
                </a:lnTo>
                <a:lnTo>
                  <a:pt x="16220" y="55280"/>
                </a:lnTo>
                <a:lnTo>
                  <a:pt x="16676" y="55606"/>
                </a:lnTo>
                <a:lnTo>
                  <a:pt x="17139" y="55928"/>
                </a:lnTo>
                <a:lnTo>
                  <a:pt x="17608" y="56247"/>
                </a:lnTo>
                <a:lnTo>
                  <a:pt x="18085" y="56562"/>
                </a:lnTo>
                <a:lnTo>
                  <a:pt x="18569" y="56875"/>
                </a:lnTo>
                <a:lnTo>
                  <a:pt x="19059" y="57184"/>
                </a:lnTo>
                <a:lnTo>
                  <a:pt x="19557" y="57490"/>
                </a:lnTo>
                <a:lnTo>
                  <a:pt x="20062" y="57793"/>
                </a:lnTo>
                <a:lnTo>
                  <a:pt x="20573" y="58093"/>
                </a:lnTo>
                <a:lnTo>
                  <a:pt x="21092" y="58389"/>
                </a:lnTo>
                <a:lnTo>
                  <a:pt x="21618" y="58682"/>
                </a:lnTo>
                <a:lnTo>
                  <a:pt x="22151" y="58972"/>
                </a:lnTo>
                <a:lnTo>
                  <a:pt x="22690" y="59259"/>
                </a:lnTo>
                <a:lnTo>
                  <a:pt x="23237" y="59542"/>
                </a:lnTo>
                <a:lnTo>
                  <a:pt x="23791" y="59822"/>
                </a:lnTo>
                <a:lnTo>
                  <a:pt x="24352" y="60099"/>
                </a:lnTo>
                <a:lnTo>
                  <a:pt x="24919" y="60373"/>
                </a:lnTo>
                <a:lnTo>
                  <a:pt x="25494" y="60644"/>
                </a:lnTo>
                <a:lnTo>
                  <a:pt x="26076" y="60911"/>
                </a:lnTo>
                <a:lnTo>
                  <a:pt x="26664" y="61176"/>
                </a:lnTo>
                <a:lnTo>
                  <a:pt x="27258" y="61438"/>
                </a:lnTo>
                <a:lnTo>
                  <a:pt x="27858" y="61699"/>
                </a:lnTo>
                <a:lnTo>
                  <a:pt x="28464" y="61957"/>
                </a:lnTo>
                <a:lnTo>
                  <a:pt x="29076" y="62213"/>
                </a:lnTo>
                <a:lnTo>
                  <a:pt x="29694" y="62468"/>
                </a:lnTo>
                <a:lnTo>
                  <a:pt x="30317" y="62720"/>
                </a:lnTo>
                <a:lnTo>
                  <a:pt x="30947" y="62970"/>
                </a:lnTo>
                <a:lnTo>
                  <a:pt x="31582" y="63218"/>
                </a:lnTo>
                <a:lnTo>
                  <a:pt x="32223" y="63463"/>
                </a:lnTo>
                <a:lnTo>
                  <a:pt x="32870" y="63707"/>
                </a:lnTo>
                <a:lnTo>
                  <a:pt x="33523" y="63949"/>
                </a:lnTo>
                <a:lnTo>
                  <a:pt x="34182" y="64188"/>
                </a:lnTo>
                <a:lnTo>
                  <a:pt x="34847" y="64425"/>
                </a:lnTo>
                <a:lnTo>
                  <a:pt x="35518" y="64661"/>
                </a:lnTo>
                <a:lnTo>
                  <a:pt x="36194" y="64894"/>
                </a:lnTo>
                <a:lnTo>
                  <a:pt x="36877" y="65125"/>
                </a:lnTo>
                <a:lnTo>
                  <a:pt x="37565" y="65354"/>
                </a:lnTo>
                <a:lnTo>
                  <a:pt x="38259" y="65581"/>
                </a:lnTo>
                <a:lnTo>
                  <a:pt x="38959" y="65805"/>
                </a:lnTo>
                <a:lnTo>
                  <a:pt x="39665" y="66028"/>
                </a:lnTo>
                <a:lnTo>
                  <a:pt x="40377" y="66249"/>
                </a:lnTo>
                <a:lnTo>
                  <a:pt x="41095" y="66467"/>
                </a:lnTo>
                <a:lnTo>
                  <a:pt x="41818" y="66683"/>
                </a:lnTo>
                <a:lnTo>
                  <a:pt x="42506" y="66885"/>
                </a:lnTo>
                <a:lnTo>
                  <a:pt x="43184" y="67086"/>
                </a:lnTo>
                <a:lnTo>
                  <a:pt x="43852" y="67287"/>
                </a:lnTo>
                <a:lnTo>
                  <a:pt x="44510" y="67488"/>
                </a:lnTo>
                <a:lnTo>
                  <a:pt x="45159" y="67689"/>
                </a:lnTo>
                <a:lnTo>
                  <a:pt x="45797" y="67889"/>
                </a:lnTo>
                <a:lnTo>
                  <a:pt x="46425" y="68089"/>
                </a:lnTo>
                <a:lnTo>
                  <a:pt x="47043" y="68289"/>
                </a:lnTo>
                <a:lnTo>
                  <a:pt x="47652" y="68488"/>
                </a:lnTo>
                <a:lnTo>
                  <a:pt x="48250" y="68688"/>
                </a:lnTo>
                <a:lnTo>
                  <a:pt x="48839" y="68886"/>
                </a:lnTo>
                <a:lnTo>
                  <a:pt x="49417" y="69085"/>
                </a:lnTo>
                <a:lnTo>
                  <a:pt x="49986" y="69283"/>
                </a:lnTo>
                <a:lnTo>
                  <a:pt x="50544" y="69481"/>
                </a:lnTo>
                <a:lnTo>
                  <a:pt x="51093" y="69679"/>
                </a:lnTo>
                <a:lnTo>
                  <a:pt x="51632" y="69877"/>
                </a:lnTo>
                <a:lnTo>
                  <a:pt x="52160" y="70074"/>
                </a:lnTo>
                <a:lnTo>
                  <a:pt x="52679" y="70271"/>
                </a:lnTo>
                <a:lnTo>
                  <a:pt x="53188" y="70467"/>
                </a:lnTo>
                <a:lnTo>
                  <a:pt x="53687" y="70664"/>
                </a:lnTo>
                <a:lnTo>
                  <a:pt x="54176" y="70860"/>
                </a:lnTo>
                <a:lnTo>
                  <a:pt x="54655" y="71056"/>
                </a:lnTo>
                <a:lnTo>
                  <a:pt x="55124" y="71251"/>
                </a:lnTo>
                <a:lnTo>
                  <a:pt x="55583" y="71446"/>
                </a:lnTo>
                <a:lnTo>
                  <a:pt x="56033" y="71642"/>
                </a:lnTo>
                <a:lnTo>
                  <a:pt x="56475" y="71838"/>
                </a:lnTo>
                <a:lnTo>
                  <a:pt x="56909" y="72035"/>
                </a:lnTo>
                <a:lnTo>
                  <a:pt x="57334" y="72233"/>
                </a:lnTo>
                <a:lnTo>
                  <a:pt x="57752" y="72432"/>
                </a:lnTo>
                <a:lnTo>
                  <a:pt x="58161" y="72632"/>
                </a:lnTo>
                <a:lnTo>
                  <a:pt x="58562" y="72833"/>
                </a:lnTo>
                <a:lnTo>
                  <a:pt x="58956" y="73034"/>
                </a:lnTo>
                <a:lnTo>
                  <a:pt x="59341" y="73236"/>
                </a:lnTo>
                <a:lnTo>
                  <a:pt x="59717" y="73439"/>
                </a:lnTo>
                <a:lnTo>
                  <a:pt x="60086" y="73643"/>
                </a:lnTo>
                <a:lnTo>
                  <a:pt x="60447" y="73848"/>
                </a:lnTo>
                <a:lnTo>
                  <a:pt x="60799" y="74054"/>
                </a:lnTo>
                <a:lnTo>
                  <a:pt x="61144" y="74260"/>
                </a:lnTo>
                <a:lnTo>
                  <a:pt x="61480" y="74467"/>
                </a:lnTo>
                <a:lnTo>
                  <a:pt x="61808" y="74676"/>
                </a:lnTo>
                <a:lnTo>
                  <a:pt x="62128" y="74885"/>
                </a:lnTo>
                <a:lnTo>
                  <a:pt x="62440" y="75094"/>
                </a:lnTo>
                <a:lnTo>
                  <a:pt x="62744" y="75305"/>
                </a:lnTo>
                <a:lnTo>
                  <a:pt x="63039" y="75517"/>
                </a:lnTo>
                <a:lnTo>
                  <a:pt x="63327" y="75729"/>
                </a:lnTo>
                <a:lnTo>
                  <a:pt x="63606" y="75942"/>
                </a:lnTo>
                <a:lnTo>
                  <a:pt x="63877" y="76156"/>
                </a:lnTo>
                <a:lnTo>
                  <a:pt x="64140" y="76371"/>
                </a:lnTo>
                <a:lnTo>
                  <a:pt x="64396" y="76587"/>
                </a:lnTo>
                <a:lnTo>
                  <a:pt x="64645" y="76806"/>
                </a:lnTo>
                <a:lnTo>
                  <a:pt x="64888" y="77026"/>
                </a:lnTo>
                <a:lnTo>
                  <a:pt x="65125" y="77249"/>
                </a:lnTo>
                <a:lnTo>
                  <a:pt x="65355" y="77474"/>
                </a:lnTo>
                <a:lnTo>
                  <a:pt x="65578" y="77700"/>
                </a:lnTo>
                <a:lnTo>
                  <a:pt x="65795" y="77929"/>
                </a:lnTo>
                <a:lnTo>
                  <a:pt x="66006" y="78160"/>
                </a:lnTo>
                <a:lnTo>
                  <a:pt x="66210" y="78394"/>
                </a:lnTo>
                <a:lnTo>
                  <a:pt x="66408" y="78629"/>
                </a:lnTo>
                <a:lnTo>
                  <a:pt x="66599" y="78866"/>
                </a:lnTo>
                <a:lnTo>
                  <a:pt x="66784" y="79106"/>
                </a:lnTo>
                <a:lnTo>
                  <a:pt x="66963" y="79347"/>
                </a:lnTo>
                <a:lnTo>
                  <a:pt x="67135" y="79591"/>
                </a:lnTo>
                <a:lnTo>
                  <a:pt x="67300" y="79837"/>
                </a:lnTo>
                <a:lnTo>
                  <a:pt x="67459" y="80085"/>
                </a:lnTo>
                <a:lnTo>
                  <a:pt x="67612" y="80334"/>
                </a:lnTo>
                <a:lnTo>
                  <a:pt x="67758" y="80587"/>
                </a:lnTo>
                <a:lnTo>
                  <a:pt x="67898" y="80841"/>
                </a:lnTo>
                <a:lnTo>
                  <a:pt x="68031" y="81097"/>
                </a:lnTo>
                <a:lnTo>
                  <a:pt x="68158" y="81355"/>
                </a:lnTo>
                <a:lnTo>
                  <a:pt x="68278" y="81616"/>
                </a:lnTo>
                <a:lnTo>
                  <a:pt x="68392" y="81878"/>
                </a:lnTo>
                <a:lnTo>
                  <a:pt x="68500" y="82143"/>
                </a:lnTo>
                <a:lnTo>
                  <a:pt x="68602" y="82410"/>
                </a:lnTo>
                <a:lnTo>
                  <a:pt x="68700" y="82681"/>
                </a:lnTo>
                <a:lnTo>
                  <a:pt x="68793" y="82955"/>
                </a:lnTo>
                <a:lnTo>
                  <a:pt x="68882" y="83232"/>
                </a:lnTo>
                <a:lnTo>
                  <a:pt x="68967" y="83512"/>
                </a:lnTo>
                <a:lnTo>
                  <a:pt x="69047" y="83796"/>
                </a:lnTo>
                <a:lnTo>
                  <a:pt x="69123" y="84082"/>
                </a:lnTo>
                <a:lnTo>
                  <a:pt x="69195" y="84372"/>
                </a:lnTo>
                <a:lnTo>
                  <a:pt x="69262" y="84665"/>
                </a:lnTo>
                <a:lnTo>
                  <a:pt x="69325" y="84962"/>
                </a:lnTo>
                <a:lnTo>
                  <a:pt x="69384" y="85261"/>
                </a:lnTo>
                <a:lnTo>
                  <a:pt x="69438" y="85564"/>
                </a:lnTo>
                <a:lnTo>
                  <a:pt x="69488" y="85870"/>
                </a:lnTo>
                <a:lnTo>
                  <a:pt x="69534" y="86179"/>
                </a:lnTo>
                <a:lnTo>
                  <a:pt x="69575" y="86492"/>
                </a:lnTo>
                <a:lnTo>
                  <a:pt x="69612" y="86808"/>
                </a:lnTo>
                <a:lnTo>
                  <a:pt x="69645" y="87126"/>
                </a:lnTo>
                <a:lnTo>
                  <a:pt x="69673" y="87449"/>
                </a:lnTo>
                <a:lnTo>
                  <a:pt x="69697" y="87774"/>
                </a:lnTo>
                <a:lnTo>
                  <a:pt x="69716" y="88103"/>
                </a:lnTo>
                <a:lnTo>
                  <a:pt x="69731" y="88434"/>
                </a:lnTo>
                <a:lnTo>
                  <a:pt x="69742" y="88769"/>
                </a:lnTo>
                <a:lnTo>
                  <a:pt x="69749" y="89108"/>
                </a:lnTo>
                <a:lnTo>
                  <a:pt x="69751" y="89449"/>
                </a:lnTo>
                <a:lnTo>
                  <a:pt x="69746" y="89924"/>
                </a:lnTo>
                <a:lnTo>
                  <a:pt x="69731" y="90394"/>
                </a:lnTo>
                <a:lnTo>
                  <a:pt x="69705" y="90858"/>
                </a:lnTo>
                <a:lnTo>
                  <a:pt x="69669" y="91317"/>
                </a:lnTo>
                <a:close/>
                <a:moveTo>
                  <a:pt x="208822" y="110134"/>
                </a:moveTo>
                <a:lnTo>
                  <a:pt x="208864" y="110482"/>
                </a:lnTo>
                <a:lnTo>
                  <a:pt x="208907" y="110833"/>
                </a:lnTo>
                <a:lnTo>
                  <a:pt x="208953" y="111185"/>
                </a:lnTo>
                <a:lnTo>
                  <a:pt x="209001" y="111540"/>
                </a:lnTo>
                <a:lnTo>
                  <a:pt x="209052" y="111897"/>
                </a:lnTo>
                <a:lnTo>
                  <a:pt x="209105" y="112256"/>
                </a:lnTo>
                <a:lnTo>
                  <a:pt x="209159" y="112612"/>
                </a:lnTo>
                <a:lnTo>
                  <a:pt x="209216" y="112963"/>
                </a:lnTo>
                <a:lnTo>
                  <a:pt x="209274" y="113308"/>
                </a:lnTo>
                <a:lnTo>
                  <a:pt x="209333" y="113647"/>
                </a:lnTo>
                <a:lnTo>
                  <a:pt x="209395" y="113980"/>
                </a:lnTo>
                <a:lnTo>
                  <a:pt x="209458" y="114307"/>
                </a:lnTo>
                <a:lnTo>
                  <a:pt x="209523" y="114627"/>
                </a:lnTo>
                <a:lnTo>
                  <a:pt x="209589" y="114942"/>
                </a:lnTo>
                <a:lnTo>
                  <a:pt x="209657" y="115251"/>
                </a:lnTo>
                <a:lnTo>
                  <a:pt x="209727" y="115553"/>
                </a:lnTo>
                <a:lnTo>
                  <a:pt x="209798" y="115850"/>
                </a:lnTo>
                <a:lnTo>
                  <a:pt x="209872" y="116141"/>
                </a:lnTo>
                <a:lnTo>
                  <a:pt x="209946" y="116425"/>
                </a:lnTo>
                <a:lnTo>
                  <a:pt x="210023" y="116704"/>
                </a:lnTo>
                <a:lnTo>
                  <a:pt x="210101" y="116976"/>
                </a:lnTo>
                <a:lnTo>
                  <a:pt x="210181" y="117243"/>
                </a:lnTo>
                <a:lnTo>
                  <a:pt x="210263" y="117503"/>
                </a:lnTo>
                <a:lnTo>
                  <a:pt x="210346" y="117758"/>
                </a:lnTo>
                <a:lnTo>
                  <a:pt x="210431" y="118006"/>
                </a:lnTo>
                <a:lnTo>
                  <a:pt x="210517" y="118249"/>
                </a:lnTo>
                <a:lnTo>
                  <a:pt x="210606" y="118485"/>
                </a:lnTo>
                <a:lnTo>
                  <a:pt x="210696" y="118715"/>
                </a:lnTo>
                <a:lnTo>
                  <a:pt x="210787" y="118940"/>
                </a:lnTo>
                <a:lnTo>
                  <a:pt x="210881" y="119158"/>
                </a:lnTo>
                <a:lnTo>
                  <a:pt x="226462" y="119158"/>
                </a:lnTo>
                <a:lnTo>
                  <a:pt x="226462" y="117866"/>
                </a:lnTo>
                <a:lnTo>
                  <a:pt x="226335" y="117568"/>
                </a:lnTo>
                <a:lnTo>
                  <a:pt x="226211" y="117265"/>
                </a:lnTo>
                <a:lnTo>
                  <a:pt x="226090" y="116957"/>
                </a:lnTo>
                <a:lnTo>
                  <a:pt x="225972" y="116644"/>
                </a:lnTo>
                <a:lnTo>
                  <a:pt x="225856" y="116327"/>
                </a:lnTo>
                <a:lnTo>
                  <a:pt x="225743" y="116004"/>
                </a:lnTo>
                <a:lnTo>
                  <a:pt x="225632" y="115678"/>
                </a:lnTo>
                <a:lnTo>
                  <a:pt x="225524" y="115346"/>
                </a:lnTo>
                <a:lnTo>
                  <a:pt x="225419" y="115009"/>
                </a:lnTo>
                <a:lnTo>
                  <a:pt x="225317" y="114668"/>
                </a:lnTo>
                <a:lnTo>
                  <a:pt x="225217" y="114322"/>
                </a:lnTo>
                <a:lnTo>
                  <a:pt x="225120" y="113971"/>
                </a:lnTo>
                <a:lnTo>
                  <a:pt x="225025" y="113616"/>
                </a:lnTo>
                <a:lnTo>
                  <a:pt x="224933" y="113255"/>
                </a:lnTo>
                <a:lnTo>
                  <a:pt x="224844" y="112890"/>
                </a:lnTo>
                <a:lnTo>
                  <a:pt x="224757" y="112520"/>
                </a:lnTo>
                <a:lnTo>
                  <a:pt x="224673" y="112146"/>
                </a:lnTo>
                <a:lnTo>
                  <a:pt x="224592" y="111766"/>
                </a:lnTo>
                <a:lnTo>
                  <a:pt x="224514" y="111382"/>
                </a:lnTo>
                <a:lnTo>
                  <a:pt x="224438" y="110993"/>
                </a:lnTo>
                <a:lnTo>
                  <a:pt x="224365" y="110599"/>
                </a:lnTo>
                <a:lnTo>
                  <a:pt x="224294" y="110201"/>
                </a:lnTo>
                <a:lnTo>
                  <a:pt x="224226" y="109798"/>
                </a:lnTo>
                <a:lnTo>
                  <a:pt x="224161" y="109390"/>
                </a:lnTo>
                <a:lnTo>
                  <a:pt x="224098" y="108980"/>
                </a:lnTo>
                <a:lnTo>
                  <a:pt x="224038" y="108573"/>
                </a:lnTo>
                <a:lnTo>
                  <a:pt x="223981" y="108167"/>
                </a:lnTo>
                <a:lnTo>
                  <a:pt x="223927" y="107764"/>
                </a:lnTo>
                <a:lnTo>
                  <a:pt x="223875" y="107362"/>
                </a:lnTo>
                <a:lnTo>
                  <a:pt x="223825" y="106963"/>
                </a:lnTo>
                <a:lnTo>
                  <a:pt x="223779" y="106565"/>
                </a:lnTo>
                <a:lnTo>
                  <a:pt x="223735" y="106169"/>
                </a:lnTo>
                <a:lnTo>
                  <a:pt x="223694" y="105776"/>
                </a:lnTo>
                <a:lnTo>
                  <a:pt x="223655" y="105384"/>
                </a:lnTo>
                <a:lnTo>
                  <a:pt x="223619" y="104994"/>
                </a:lnTo>
                <a:lnTo>
                  <a:pt x="223586" y="104606"/>
                </a:lnTo>
                <a:lnTo>
                  <a:pt x="223555" y="104221"/>
                </a:lnTo>
                <a:lnTo>
                  <a:pt x="223527" y="103837"/>
                </a:lnTo>
                <a:lnTo>
                  <a:pt x="223502" y="103455"/>
                </a:lnTo>
                <a:lnTo>
                  <a:pt x="223479" y="103075"/>
                </a:lnTo>
                <a:lnTo>
                  <a:pt x="223459" y="102697"/>
                </a:lnTo>
                <a:lnTo>
                  <a:pt x="223442" y="102321"/>
                </a:lnTo>
                <a:lnTo>
                  <a:pt x="223427" y="101947"/>
                </a:lnTo>
                <a:lnTo>
                  <a:pt x="223415" y="101574"/>
                </a:lnTo>
                <a:lnTo>
                  <a:pt x="223406" y="101204"/>
                </a:lnTo>
                <a:lnTo>
                  <a:pt x="223399" y="100836"/>
                </a:lnTo>
                <a:lnTo>
                  <a:pt x="223395" y="100470"/>
                </a:lnTo>
                <a:lnTo>
                  <a:pt x="223394" y="100106"/>
                </a:lnTo>
                <a:lnTo>
                  <a:pt x="223394" y="59418"/>
                </a:lnTo>
                <a:lnTo>
                  <a:pt x="223387" y="58609"/>
                </a:lnTo>
                <a:lnTo>
                  <a:pt x="223365" y="57812"/>
                </a:lnTo>
                <a:lnTo>
                  <a:pt x="223329" y="57027"/>
                </a:lnTo>
                <a:lnTo>
                  <a:pt x="223278" y="56252"/>
                </a:lnTo>
                <a:lnTo>
                  <a:pt x="223213" y="55489"/>
                </a:lnTo>
                <a:lnTo>
                  <a:pt x="223134" y="54738"/>
                </a:lnTo>
                <a:lnTo>
                  <a:pt x="223040" y="53997"/>
                </a:lnTo>
                <a:lnTo>
                  <a:pt x="222932" y="53269"/>
                </a:lnTo>
                <a:lnTo>
                  <a:pt x="222809" y="52551"/>
                </a:lnTo>
                <a:lnTo>
                  <a:pt x="222672" y="51845"/>
                </a:lnTo>
                <a:lnTo>
                  <a:pt x="222521" y="51150"/>
                </a:lnTo>
                <a:lnTo>
                  <a:pt x="222355" y="50467"/>
                </a:lnTo>
                <a:lnTo>
                  <a:pt x="222174" y="49794"/>
                </a:lnTo>
                <a:lnTo>
                  <a:pt x="221979" y="49134"/>
                </a:lnTo>
                <a:lnTo>
                  <a:pt x="221770" y="48484"/>
                </a:lnTo>
                <a:lnTo>
                  <a:pt x="221546" y="47846"/>
                </a:lnTo>
                <a:lnTo>
                  <a:pt x="221308" y="47219"/>
                </a:lnTo>
                <a:lnTo>
                  <a:pt x="221055" y="46604"/>
                </a:lnTo>
                <a:lnTo>
                  <a:pt x="220788" y="46000"/>
                </a:lnTo>
                <a:lnTo>
                  <a:pt x="220507" y="45407"/>
                </a:lnTo>
                <a:lnTo>
                  <a:pt x="220211" y="44826"/>
                </a:lnTo>
                <a:lnTo>
                  <a:pt x="219900" y="44256"/>
                </a:lnTo>
                <a:lnTo>
                  <a:pt x="219576" y="43698"/>
                </a:lnTo>
                <a:lnTo>
                  <a:pt x="219236" y="43150"/>
                </a:lnTo>
                <a:lnTo>
                  <a:pt x="218884" y="42614"/>
                </a:lnTo>
                <a:lnTo>
                  <a:pt x="218522" y="42090"/>
                </a:lnTo>
                <a:lnTo>
                  <a:pt x="218148" y="41577"/>
                </a:lnTo>
                <a:lnTo>
                  <a:pt x="217763" y="41075"/>
                </a:lnTo>
                <a:lnTo>
                  <a:pt x="217367" y="40584"/>
                </a:lnTo>
                <a:lnTo>
                  <a:pt x="216961" y="40105"/>
                </a:lnTo>
                <a:lnTo>
                  <a:pt x="216543" y="39638"/>
                </a:lnTo>
                <a:lnTo>
                  <a:pt x="216115" y="39181"/>
                </a:lnTo>
                <a:lnTo>
                  <a:pt x="215675" y="38736"/>
                </a:lnTo>
                <a:lnTo>
                  <a:pt x="215225" y="38302"/>
                </a:lnTo>
                <a:lnTo>
                  <a:pt x="214764" y="37880"/>
                </a:lnTo>
                <a:lnTo>
                  <a:pt x="214292" y="37469"/>
                </a:lnTo>
                <a:lnTo>
                  <a:pt x="213808" y="37069"/>
                </a:lnTo>
                <a:lnTo>
                  <a:pt x="213314" y="36681"/>
                </a:lnTo>
                <a:lnTo>
                  <a:pt x="212809" y="36304"/>
                </a:lnTo>
                <a:lnTo>
                  <a:pt x="212294" y="35938"/>
                </a:lnTo>
                <a:lnTo>
                  <a:pt x="211767" y="35584"/>
                </a:lnTo>
                <a:lnTo>
                  <a:pt x="211229" y="35241"/>
                </a:lnTo>
                <a:lnTo>
                  <a:pt x="210680" y="34910"/>
                </a:lnTo>
                <a:lnTo>
                  <a:pt x="210121" y="34590"/>
                </a:lnTo>
                <a:lnTo>
                  <a:pt x="209550" y="34281"/>
                </a:lnTo>
                <a:lnTo>
                  <a:pt x="208968" y="33983"/>
                </a:lnTo>
                <a:lnTo>
                  <a:pt x="208376" y="33697"/>
                </a:lnTo>
                <a:lnTo>
                  <a:pt x="207773" y="33422"/>
                </a:lnTo>
                <a:lnTo>
                  <a:pt x="207160" y="33159"/>
                </a:lnTo>
                <a:lnTo>
                  <a:pt x="206540" y="32907"/>
                </a:lnTo>
                <a:lnTo>
                  <a:pt x="205911" y="32666"/>
                </a:lnTo>
                <a:lnTo>
                  <a:pt x="205276" y="32436"/>
                </a:lnTo>
                <a:lnTo>
                  <a:pt x="204632" y="32217"/>
                </a:lnTo>
                <a:lnTo>
                  <a:pt x="203981" y="32010"/>
                </a:lnTo>
                <a:lnTo>
                  <a:pt x="203322" y="31813"/>
                </a:lnTo>
                <a:lnTo>
                  <a:pt x="202655" y="31628"/>
                </a:lnTo>
                <a:lnTo>
                  <a:pt x="201981" y="31455"/>
                </a:lnTo>
                <a:lnTo>
                  <a:pt x="201299" y="31292"/>
                </a:lnTo>
                <a:lnTo>
                  <a:pt x="200609" y="31141"/>
                </a:lnTo>
                <a:lnTo>
                  <a:pt x="199911" y="31000"/>
                </a:lnTo>
                <a:lnTo>
                  <a:pt x="199206" y="30872"/>
                </a:lnTo>
                <a:lnTo>
                  <a:pt x="198493" y="30754"/>
                </a:lnTo>
                <a:lnTo>
                  <a:pt x="197773" y="30647"/>
                </a:lnTo>
                <a:lnTo>
                  <a:pt x="197044" y="30552"/>
                </a:lnTo>
                <a:lnTo>
                  <a:pt x="196308" y="30468"/>
                </a:lnTo>
                <a:lnTo>
                  <a:pt x="195565" y="30395"/>
                </a:lnTo>
                <a:lnTo>
                  <a:pt x="194813" y="30333"/>
                </a:lnTo>
                <a:lnTo>
                  <a:pt x="194054" y="30283"/>
                </a:lnTo>
                <a:lnTo>
                  <a:pt x="193287" y="30244"/>
                </a:lnTo>
                <a:lnTo>
                  <a:pt x="192513" y="30216"/>
                </a:lnTo>
                <a:lnTo>
                  <a:pt x="191730" y="30199"/>
                </a:lnTo>
                <a:lnTo>
                  <a:pt x="190940" y="30193"/>
                </a:lnTo>
                <a:lnTo>
                  <a:pt x="190284" y="30197"/>
                </a:lnTo>
                <a:lnTo>
                  <a:pt x="189632" y="30209"/>
                </a:lnTo>
                <a:lnTo>
                  <a:pt x="188986" y="30228"/>
                </a:lnTo>
                <a:lnTo>
                  <a:pt x="188345" y="30255"/>
                </a:lnTo>
                <a:lnTo>
                  <a:pt x="187709" y="30290"/>
                </a:lnTo>
                <a:lnTo>
                  <a:pt x="187078" y="30332"/>
                </a:lnTo>
                <a:lnTo>
                  <a:pt x="186452" y="30382"/>
                </a:lnTo>
                <a:lnTo>
                  <a:pt x="185832" y="30440"/>
                </a:lnTo>
                <a:lnTo>
                  <a:pt x="185217" y="30505"/>
                </a:lnTo>
                <a:lnTo>
                  <a:pt x="184607" y="30579"/>
                </a:lnTo>
                <a:lnTo>
                  <a:pt x="184002" y="30660"/>
                </a:lnTo>
                <a:lnTo>
                  <a:pt x="183402" y="30748"/>
                </a:lnTo>
                <a:lnTo>
                  <a:pt x="182808" y="30845"/>
                </a:lnTo>
                <a:lnTo>
                  <a:pt x="182218" y="30949"/>
                </a:lnTo>
                <a:lnTo>
                  <a:pt x="181634" y="31060"/>
                </a:lnTo>
                <a:lnTo>
                  <a:pt x="181055" y="31180"/>
                </a:lnTo>
                <a:lnTo>
                  <a:pt x="180482" y="31307"/>
                </a:lnTo>
                <a:lnTo>
                  <a:pt x="179913" y="31442"/>
                </a:lnTo>
                <a:lnTo>
                  <a:pt x="179350" y="31585"/>
                </a:lnTo>
                <a:lnTo>
                  <a:pt x="178792" y="31735"/>
                </a:lnTo>
                <a:lnTo>
                  <a:pt x="178239" y="31893"/>
                </a:lnTo>
                <a:lnTo>
                  <a:pt x="177691" y="32059"/>
                </a:lnTo>
                <a:lnTo>
                  <a:pt x="177148" y="32232"/>
                </a:lnTo>
                <a:lnTo>
                  <a:pt x="176611" y="32413"/>
                </a:lnTo>
                <a:lnTo>
                  <a:pt x="176079" y="32601"/>
                </a:lnTo>
                <a:lnTo>
                  <a:pt x="175554" y="32794"/>
                </a:lnTo>
                <a:lnTo>
                  <a:pt x="175035" y="32992"/>
                </a:lnTo>
                <a:lnTo>
                  <a:pt x="174523" y="33196"/>
                </a:lnTo>
                <a:lnTo>
                  <a:pt x="174017" y="33405"/>
                </a:lnTo>
                <a:lnTo>
                  <a:pt x="173518" y="33619"/>
                </a:lnTo>
                <a:lnTo>
                  <a:pt x="173025" y="33839"/>
                </a:lnTo>
                <a:lnTo>
                  <a:pt x="172538" y="34064"/>
                </a:lnTo>
                <a:lnTo>
                  <a:pt x="172058" y="34294"/>
                </a:lnTo>
                <a:lnTo>
                  <a:pt x="171585" y="34530"/>
                </a:lnTo>
                <a:lnTo>
                  <a:pt x="171118" y="34771"/>
                </a:lnTo>
                <a:lnTo>
                  <a:pt x="170657" y="35017"/>
                </a:lnTo>
                <a:lnTo>
                  <a:pt x="170203" y="35268"/>
                </a:lnTo>
                <a:lnTo>
                  <a:pt x="169755" y="35525"/>
                </a:lnTo>
                <a:lnTo>
                  <a:pt x="169313" y="35788"/>
                </a:lnTo>
                <a:lnTo>
                  <a:pt x="168879" y="36055"/>
                </a:lnTo>
                <a:lnTo>
                  <a:pt x="168450" y="36328"/>
                </a:lnTo>
                <a:lnTo>
                  <a:pt x="168028" y="36606"/>
                </a:lnTo>
                <a:lnTo>
                  <a:pt x="167612" y="36890"/>
                </a:lnTo>
                <a:lnTo>
                  <a:pt x="167203" y="37179"/>
                </a:lnTo>
                <a:lnTo>
                  <a:pt x="166801" y="37473"/>
                </a:lnTo>
                <a:lnTo>
                  <a:pt x="166404" y="37772"/>
                </a:lnTo>
                <a:lnTo>
                  <a:pt x="166015" y="38077"/>
                </a:lnTo>
                <a:lnTo>
                  <a:pt x="165631" y="38387"/>
                </a:lnTo>
                <a:lnTo>
                  <a:pt x="165255" y="38702"/>
                </a:lnTo>
                <a:lnTo>
                  <a:pt x="164886" y="39019"/>
                </a:lnTo>
                <a:lnTo>
                  <a:pt x="164524" y="39339"/>
                </a:lnTo>
                <a:lnTo>
                  <a:pt x="164170" y="39662"/>
                </a:lnTo>
                <a:lnTo>
                  <a:pt x="163824" y="39988"/>
                </a:lnTo>
                <a:lnTo>
                  <a:pt x="163484" y="40317"/>
                </a:lnTo>
                <a:lnTo>
                  <a:pt x="163153" y="40649"/>
                </a:lnTo>
                <a:lnTo>
                  <a:pt x="162828" y="40984"/>
                </a:lnTo>
                <a:lnTo>
                  <a:pt x="162511" y="41322"/>
                </a:lnTo>
                <a:lnTo>
                  <a:pt x="162202" y="41663"/>
                </a:lnTo>
                <a:lnTo>
                  <a:pt x="161900" y="42006"/>
                </a:lnTo>
                <a:lnTo>
                  <a:pt x="161605" y="42353"/>
                </a:lnTo>
                <a:lnTo>
                  <a:pt x="161318" y="42703"/>
                </a:lnTo>
                <a:lnTo>
                  <a:pt x="161038" y="43055"/>
                </a:lnTo>
                <a:lnTo>
                  <a:pt x="160765" y="43411"/>
                </a:lnTo>
                <a:lnTo>
                  <a:pt x="160500" y="43769"/>
                </a:lnTo>
                <a:lnTo>
                  <a:pt x="160243" y="44131"/>
                </a:lnTo>
                <a:lnTo>
                  <a:pt x="159993" y="44495"/>
                </a:lnTo>
                <a:lnTo>
                  <a:pt x="159750" y="44862"/>
                </a:lnTo>
                <a:lnTo>
                  <a:pt x="159515" y="45233"/>
                </a:lnTo>
                <a:lnTo>
                  <a:pt x="159287" y="45606"/>
                </a:lnTo>
                <a:lnTo>
                  <a:pt x="159067" y="45982"/>
                </a:lnTo>
                <a:lnTo>
                  <a:pt x="158854" y="46361"/>
                </a:lnTo>
                <a:lnTo>
                  <a:pt x="158648" y="46743"/>
                </a:lnTo>
                <a:lnTo>
                  <a:pt x="158451" y="47126"/>
                </a:lnTo>
                <a:lnTo>
                  <a:pt x="158261" y="47510"/>
                </a:lnTo>
                <a:lnTo>
                  <a:pt x="158081" y="47895"/>
                </a:lnTo>
                <a:lnTo>
                  <a:pt x="157908" y="48279"/>
                </a:lnTo>
                <a:lnTo>
                  <a:pt x="157744" y="48664"/>
                </a:lnTo>
                <a:lnTo>
                  <a:pt x="157589" y="49049"/>
                </a:lnTo>
                <a:lnTo>
                  <a:pt x="157441" y="49434"/>
                </a:lnTo>
                <a:lnTo>
                  <a:pt x="157303" y="49820"/>
                </a:lnTo>
                <a:lnTo>
                  <a:pt x="157172" y="50205"/>
                </a:lnTo>
                <a:lnTo>
                  <a:pt x="157050" y="50592"/>
                </a:lnTo>
                <a:lnTo>
                  <a:pt x="156937" y="50978"/>
                </a:lnTo>
                <a:lnTo>
                  <a:pt x="156832" y="51365"/>
                </a:lnTo>
                <a:lnTo>
                  <a:pt x="156735" y="51752"/>
                </a:lnTo>
                <a:lnTo>
                  <a:pt x="156647" y="52139"/>
                </a:lnTo>
                <a:lnTo>
                  <a:pt x="156567" y="52526"/>
                </a:lnTo>
                <a:lnTo>
                  <a:pt x="156495" y="52914"/>
                </a:lnTo>
                <a:lnTo>
                  <a:pt x="156432" y="53302"/>
                </a:lnTo>
                <a:lnTo>
                  <a:pt x="156378" y="53691"/>
                </a:lnTo>
                <a:lnTo>
                  <a:pt x="156331" y="54079"/>
                </a:lnTo>
                <a:lnTo>
                  <a:pt x="156294" y="54468"/>
                </a:lnTo>
                <a:lnTo>
                  <a:pt x="156264" y="54858"/>
                </a:lnTo>
                <a:lnTo>
                  <a:pt x="156243" y="55247"/>
                </a:lnTo>
                <a:lnTo>
                  <a:pt x="156230" y="55637"/>
                </a:lnTo>
                <a:lnTo>
                  <a:pt x="156226" y="56027"/>
                </a:lnTo>
                <a:lnTo>
                  <a:pt x="171161" y="56027"/>
                </a:lnTo>
                <a:lnTo>
                  <a:pt x="171166" y="55725"/>
                </a:lnTo>
                <a:lnTo>
                  <a:pt x="171178" y="55425"/>
                </a:lnTo>
                <a:lnTo>
                  <a:pt x="171199" y="55126"/>
                </a:lnTo>
                <a:lnTo>
                  <a:pt x="171228" y="54829"/>
                </a:lnTo>
                <a:lnTo>
                  <a:pt x="171265" y="54534"/>
                </a:lnTo>
                <a:lnTo>
                  <a:pt x="171310" y="54241"/>
                </a:lnTo>
                <a:lnTo>
                  <a:pt x="171364" y="53949"/>
                </a:lnTo>
                <a:lnTo>
                  <a:pt x="171426" y="53659"/>
                </a:lnTo>
                <a:lnTo>
                  <a:pt x="171496" y="53370"/>
                </a:lnTo>
                <a:lnTo>
                  <a:pt x="171575" y="53084"/>
                </a:lnTo>
                <a:lnTo>
                  <a:pt x="171662" y="52798"/>
                </a:lnTo>
                <a:lnTo>
                  <a:pt x="171757" y="52515"/>
                </a:lnTo>
                <a:lnTo>
                  <a:pt x="171860" y="52233"/>
                </a:lnTo>
                <a:lnTo>
                  <a:pt x="171972" y="51953"/>
                </a:lnTo>
                <a:lnTo>
                  <a:pt x="172092" y="51675"/>
                </a:lnTo>
                <a:lnTo>
                  <a:pt x="172220" y="51398"/>
                </a:lnTo>
                <a:lnTo>
                  <a:pt x="172356" y="51123"/>
                </a:lnTo>
                <a:lnTo>
                  <a:pt x="172501" y="50850"/>
                </a:lnTo>
                <a:lnTo>
                  <a:pt x="172654" y="50578"/>
                </a:lnTo>
                <a:lnTo>
                  <a:pt x="172815" y="50308"/>
                </a:lnTo>
                <a:lnTo>
                  <a:pt x="172985" y="50040"/>
                </a:lnTo>
                <a:lnTo>
                  <a:pt x="173163" y="49774"/>
                </a:lnTo>
                <a:lnTo>
                  <a:pt x="173349" y="49509"/>
                </a:lnTo>
                <a:lnTo>
                  <a:pt x="173543" y="49246"/>
                </a:lnTo>
                <a:lnTo>
                  <a:pt x="173745" y="48985"/>
                </a:lnTo>
                <a:lnTo>
                  <a:pt x="173953" y="48729"/>
                </a:lnTo>
                <a:lnTo>
                  <a:pt x="174167" y="48477"/>
                </a:lnTo>
                <a:lnTo>
                  <a:pt x="174388" y="48230"/>
                </a:lnTo>
                <a:lnTo>
                  <a:pt x="174616" y="47986"/>
                </a:lnTo>
                <a:lnTo>
                  <a:pt x="174850" y="47747"/>
                </a:lnTo>
                <a:lnTo>
                  <a:pt x="175090" y="47512"/>
                </a:lnTo>
                <a:lnTo>
                  <a:pt x="175337" y="47281"/>
                </a:lnTo>
                <a:lnTo>
                  <a:pt x="175590" y="47054"/>
                </a:lnTo>
                <a:lnTo>
                  <a:pt x="175850" y="46832"/>
                </a:lnTo>
                <a:lnTo>
                  <a:pt x="176116" y="46614"/>
                </a:lnTo>
                <a:lnTo>
                  <a:pt x="176389" y="46400"/>
                </a:lnTo>
                <a:lnTo>
                  <a:pt x="176668" y="46190"/>
                </a:lnTo>
                <a:lnTo>
                  <a:pt x="176953" y="45984"/>
                </a:lnTo>
                <a:lnTo>
                  <a:pt x="177245" y="45783"/>
                </a:lnTo>
                <a:lnTo>
                  <a:pt x="177544" y="45586"/>
                </a:lnTo>
                <a:lnTo>
                  <a:pt x="177848" y="45393"/>
                </a:lnTo>
                <a:lnTo>
                  <a:pt x="178160" y="45204"/>
                </a:lnTo>
                <a:lnTo>
                  <a:pt x="178477" y="45019"/>
                </a:lnTo>
                <a:lnTo>
                  <a:pt x="178802" y="44839"/>
                </a:lnTo>
                <a:lnTo>
                  <a:pt x="179132" y="44663"/>
                </a:lnTo>
                <a:lnTo>
                  <a:pt x="179469" y="44491"/>
                </a:lnTo>
                <a:lnTo>
                  <a:pt x="179813" y="44323"/>
                </a:lnTo>
                <a:lnTo>
                  <a:pt x="180163" y="44160"/>
                </a:lnTo>
                <a:lnTo>
                  <a:pt x="180518" y="44001"/>
                </a:lnTo>
                <a:lnTo>
                  <a:pt x="180879" y="43850"/>
                </a:lnTo>
                <a:lnTo>
                  <a:pt x="181244" y="43705"/>
                </a:lnTo>
                <a:lnTo>
                  <a:pt x="181615" y="43567"/>
                </a:lnTo>
                <a:lnTo>
                  <a:pt x="181990" y="43436"/>
                </a:lnTo>
                <a:lnTo>
                  <a:pt x="182370" y="43312"/>
                </a:lnTo>
                <a:lnTo>
                  <a:pt x="182755" y="43194"/>
                </a:lnTo>
                <a:lnTo>
                  <a:pt x="183145" y="43083"/>
                </a:lnTo>
                <a:lnTo>
                  <a:pt x="183540" y="42979"/>
                </a:lnTo>
                <a:lnTo>
                  <a:pt x="183940" y="42881"/>
                </a:lnTo>
                <a:lnTo>
                  <a:pt x="184345" y="42790"/>
                </a:lnTo>
                <a:lnTo>
                  <a:pt x="184754" y="42706"/>
                </a:lnTo>
                <a:lnTo>
                  <a:pt x="185169" y="42629"/>
                </a:lnTo>
                <a:lnTo>
                  <a:pt x="185588" y="42558"/>
                </a:lnTo>
                <a:lnTo>
                  <a:pt x="186013" y="42494"/>
                </a:lnTo>
                <a:lnTo>
                  <a:pt x="186442" y="42437"/>
                </a:lnTo>
                <a:lnTo>
                  <a:pt x="186876" y="42387"/>
                </a:lnTo>
                <a:lnTo>
                  <a:pt x="187315" y="42343"/>
                </a:lnTo>
                <a:lnTo>
                  <a:pt x="187759" y="42306"/>
                </a:lnTo>
                <a:lnTo>
                  <a:pt x="188208" y="42276"/>
                </a:lnTo>
                <a:lnTo>
                  <a:pt x="188662" y="42252"/>
                </a:lnTo>
                <a:lnTo>
                  <a:pt x="189120" y="42235"/>
                </a:lnTo>
                <a:lnTo>
                  <a:pt x="189584" y="42225"/>
                </a:lnTo>
                <a:lnTo>
                  <a:pt x="190052" y="42222"/>
                </a:lnTo>
                <a:lnTo>
                  <a:pt x="190553" y="42226"/>
                </a:lnTo>
                <a:lnTo>
                  <a:pt x="191048" y="42237"/>
                </a:lnTo>
                <a:lnTo>
                  <a:pt x="191536" y="42255"/>
                </a:lnTo>
                <a:lnTo>
                  <a:pt x="192017" y="42280"/>
                </a:lnTo>
                <a:lnTo>
                  <a:pt x="192491" y="42313"/>
                </a:lnTo>
                <a:lnTo>
                  <a:pt x="192959" y="42353"/>
                </a:lnTo>
                <a:lnTo>
                  <a:pt x="193419" y="42401"/>
                </a:lnTo>
                <a:lnTo>
                  <a:pt x="193874" y="42455"/>
                </a:lnTo>
                <a:lnTo>
                  <a:pt x="194321" y="42517"/>
                </a:lnTo>
                <a:lnTo>
                  <a:pt x="194762" y="42586"/>
                </a:lnTo>
                <a:lnTo>
                  <a:pt x="195195" y="42663"/>
                </a:lnTo>
                <a:lnTo>
                  <a:pt x="195623" y="42747"/>
                </a:lnTo>
                <a:lnTo>
                  <a:pt x="196043" y="42838"/>
                </a:lnTo>
                <a:lnTo>
                  <a:pt x="196457" y="42936"/>
                </a:lnTo>
                <a:lnTo>
                  <a:pt x="196864" y="43042"/>
                </a:lnTo>
                <a:lnTo>
                  <a:pt x="197264" y="43155"/>
                </a:lnTo>
                <a:lnTo>
                  <a:pt x="197658" y="43275"/>
                </a:lnTo>
                <a:lnTo>
                  <a:pt x="198045" y="43403"/>
                </a:lnTo>
                <a:lnTo>
                  <a:pt x="198425" y="43537"/>
                </a:lnTo>
                <a:lnTo>
                  <a:pt x="198798" y="43680"/>
                </a:lnTo>
                <a:lnTo>
                  <a:pt x="199165" y="43829"/>
                </a:lnTo>
                <a:lnTo>
                  <a:pt x="199525" y="43986"/>
                </a:lnTo>
                <a:lnTo>
                  <a:pt x="199878" y="44150"/>
                </a:lnTo>
                <a:lnTo>
                  <a:pt x="200224" y="44321"/>
                </a:lnTo>
                <a:lnTo>
                  <a:pt x="200564" y="44499"/>
                </a:lnTo>
                <a:lnTo>
                  <a:pt x="200896" y="44683"/>
                </a:lnTo>
                <a:lnTo>
                  <a:pt x="201221" y="44873"/>
                </a:lnTo>
                <a:lnTo>
                  <a:pt x="201540" y="45069"/>
                </a:lnTo>
                <a:lnTo>
                  <a:pt x="201850" y="45271"/>
                </a:lnTo>
                <a:lnTo>
                  <a:pt x="202154" y="45479"/>
                </a:lnTo>
                <a:lnTo>
                  <a:pt x="202451" y="45693"/>
                </a:lnTo>
                <a:lnTo>
                  <a:pt x="202740" y="45913"/>
                </a:lnTo>
                <a:lnTo>
                  <a:pt x="203023" y="46139"/>
                </a:lnTo>
                <a:lnTo>
                  <a:pt x="203298" y="46371"/>
                </a:lnTo>
                <a:lnTo>
                  <a:pt x="203566" y="46610"/>
                </a:lnTo>
                <a:lnTo>
                  <a:pt x="203827" y="46854"/>
                </a:lnTo>
                <a:lnTo>
                  <a:pt x="204081" y="47104"/>
                </a:lnTo>
                <a:lnTo>
                  <a:pt x="204327" y="47360"/>
                </a:lnTo>
                <a:lnTo>
                  <a:pt x="204567" y="47623"/>
                </a:lnTo>
                <a:lnTo>
                  <a:pt x="204799" y="47891"/>
                </a:lnTo>
                <a:lnTo>
                  <a:pt x="205024" y="48165"/>
                </a:lnTo>
                <a:lnTo>
                  <a:pt x="205242" y="48446"/>
                </a:lnTo>
                <a:lnTo>
                  <a:pt x="205453" y="48732"/>
                </a:lnTo>
                <a:lnTo>
                  <a:pt x="205657" y="49025"/>
                </a:lnTo>
                <a:lnTo>
                  <a:pt x="205853" y="49323"/>
                </a:lnTo>
                <a:lnTo>
                  <a:pt x="206043" y="49628"/>
                </a:lnTo>
                <a:lnTo>
                  <a:pt x="206225" y="49938"/>
                </a:lnTo>
                <a:lnTo>
                  <a:pt x="206400" y="50255"/>
                </a:lnTo>
                <a:lnTo>
                  <a:pt x="206568" y="50577"/>
                </a:lnTo>
                <a:lnTo>
                  <a:pt x="206729" y="50903"/>
                </a:lnTo>
                <a:lnTo>
                  <a:pt x="206883" y="51234"/>
                </a:lnTo>
                <a:lnTo>
                  <a:pt x="207029" y="51570"/>
                </a:lnTo>
                <a:lnTo>
                  <a:pt x="207169" y="51910"/>
                </a:lnTo>
                <a:lnTo>
                  <a:pt x="207301" y="52255"/>
                </a:lnTo>
                <a:lnTo>
                  <a:pt x="207426" y="52605"/>
                </a:lnTo>
                <a:lnTo>
                  <a:pt x="207544" y="52959"/>
                </a:lnTo>
                <a:lnTo>
                  <a:pt x="207655" y="53318"/>
                </a:lnTo>
                <a:lnTo>
                  <a:pt x="207758" y="53681"/>
                </a:lnTo>
                <a:lnTo>
                  <a:pt x="207855" y="54050"/>
                </a:lnTo>
                <a:lnTo>
                  <a:pt x="207944" y="54422"/>
                </a:lnTo>
                <a:lnTo>
                  <a:pt x="208026" y="54800"/>
                </a:lnTo>
                <a:lnTo>
                  <a:pt x="208101" y="55182"/>
                </a:lnTo>
                <a:lnTo>
                  <a:pt x="208169" y="55568"/>
                </a:lnTo>
                <a:lnTo>
                  <a:pt x="208230" y="55960"/>
                </a:lnTo>
                <a:lnTo>
                  <a:pt x="208284" y="56355"/>
                </a:lnTo>
                <a:lnTo>
                  <a:pt x="208330" y="56756"/>
                </a:lnTo>
                <a:lnTo>
                  <a:pt x="208369" y="57161"/>
                </a:lnTo>
                <a:lnTo>
                  <a:pt x="208402" y="57571"/>
                </a:lnTo>
                <a:lnTo>
                  <a:pt x="208427" y="57985"/>
                </a:lnTo>
                <a:lnTo>
                  <a:pt x="208445" y="58404"/>
                </a:lnTo>
                <a:lnTo>
                  <a:pt x="208455" y="58828"/>
                </a:lnTo>
                <a:lnTo>
                  <a:pt x="208459" y="59256"/>
                </a:lnTo>
                <a:lnTo>
                  <a:pt x="208459" y="66199"/>
                </a:lnTo>
                <a:lnTo>
                  <a:pt x="193685" y="66199"/>
                </a:lnTo>
                <a:lnTo>
                  <a:pt x="192941" y="66202"/>
                </a:lnTo>
                <a:lnTo>
                  <a:pt x="192203" y="66212"/>
                </a:lnTo>
                <a:lnTo>
                  <a:pt x="191471" y="66228"/>
                </a:lnTo>
                <a:lnTo>
                  <a:pt x="190745" y="66250"/>
                </a:lnTo>
                <a:lnTo>
                  <a:pt x="190025" y="66279"/>
                </a:lnTo>
                <a:lnTo>
                  <a:pt x="189311" y="66315"/>
                </a:lnTo>
                <a:lnTo>
                  <a:pt x="188602" y="66357"/>
                </a:lnTo>
                <a:lnTo>
                  <a:pt x="187899" y="66405"/>
                </a:lnTo>
                <a:lnTo>
                  <a:pt x="187203" y="66460"/>
                </a:lnTo>
                <a:lnTo>
                  <a:pt x="186512" y="66521"/>
                </a:lnTo>
                <a:lnTo>
                  <a:pt x="185827" y="66589"/>
                </a:lnTo>
                <a:lnTo>
                  <a:pt x="185148" y="66663"/>
                </a:lnTo>
                <a:lnTo>
                  <a:pt x="184475" y="66744"/>
                </a:lnTo>
                <a:lnTo>
                  <a:pt x="183807" y="66831"/>
                </a:lnTo>
                <a:lnTo>
                  <a:pt x="183146" y="66924"/>
                </a:lnTo>
                <a:lnTo>
                  <a:pt x="182491" y="67024"/>
                </a:lnTo>
                <a:lnTo>
                  <a:pt x="181841" y="67131"/>
                </a:lnTo>
                <a:lnTo>
                  <a:pt x="181197" y="67243"/>
                </a:lnTo>
                <a:lnTo>
                  <a:pt x="180559" y="67363"/>
                </a:lnTo>
                <a:lnTo>
                  <a:pt x="179927" y="67488"/>
                </a:lnTo>
                <a:lnTo>
                  <a:pt x="179301" y="67621"/>
                </a:lnTo>
                <a:lnTo>
                  <a:pt x="178681" y="67759"/>
                </a:lnTo>
                <a:lnTo>
                  <a:pt x="178067" y="67904"/>
                </a:lnTo>
                <a:lnTo>
                  <a:pt x="177458" y="68056"/>
                </a:lnTo>
                <a:lnTo>
                  <a:pt x="176857" y="68213"/>
                </a:lnTo>
                <a:lnTo>
                  <a:pt x="176262" y="68377"/>
                </a:lnTo>
                <a:lnTo>
                  <a:pt x="175675" y="68547"/>
                </a:lnTo>
                <a:lnTo>
                  <a:pt x="175095" y="68723"/>
                </a:lnTo>
                <a:lnTo>
                  <a:pt x="174522" y="68905"/>
                </a:lnTo>
                <a:lnTo>
                  <a:pt x="173957" y="69093"/>
                </a:lnTo>
                <a:lnTo>
                  <a:pt x="173399" y="69286"/>
                </a:lnTo>
                <a:lnTo>
                  <a:pt x="172848" y="69486"/>
                </a:lnTo>
                <a:lnTo>
                  <a:pt x="172304" y="69692"/>
                </a:lnTo>
                <a:lnTo>
                  <a:pt x="171768" y="69904"/>
                </a:lnTo>
                <a:lnTo>
                  <a:pt x="171239" y="70122"/>
                </a:lnTo>
                <a:lnTo>
                  <a:pt x="170717" y="70346"/>
                </a:lnTo>
                <a:lnTo>
                  <a:pt x="170203" y="70576"/>
                </a:lnTo>
                <a:lnTo>
                  <a:pt x="169696" y="70813"/>
                </a:lnTo>
                <a:lnTo>
                  <a:pt x="169196" y="71055"/>
                </a:lnTo>
                <a:lnTo>
                  <a:pt x="168704" y="71303"/>
                </a:lnTo>
                <a:lnTo>
                  <a:pt x="168218" y="71557"/>
                </a:lnTo>
                <a:lnTo>
                  <a:pt x="167740" y="71817"/>
                </a:lnTo>
                <a:lnTo>
                  <a:pt x="167270" y="72083"/>
                </a:lnTo>
                <a:lnTo>
                  <a:pt x="166806" y="72356"/>
                </a:lnTo>
                <a:lnTo>
                  <a:pt x="166350" y="72634"/>
                </a:lnTo>
                <a:lnTo>
                  <a:pt x="165902" y="72918"/>
                </a:lnTo>
                <a:lnTo>
                  <a:pt x="165460" y="73209"/>
                </a:lnTo>
                <a:lnTo>
                  <a:pt x="165026" y="73505"/>
                </a:lnTo>
                <a:lnTo>
                  <a:pt x="164600" y="73807"/>
                </a:lnTo>
                <a:lnTo>
                  <a:pt x="164182" y="74116"/>
                </a:lnTo>
                <a:lnTo>
                  <a:pt x="163772" y="74431"/>
                </a:lnTo>
                <a:lnTo>
                  <a:pt x="163371" y="74752"/>
                </a:lnTo>
                <a:lnTo>
                  <a:pt x="162978" y="75079"/>
                </a:lnTo>
                <a:lnTo>
                  <a:pt x="162594" y="75412"/>
                </a:lnTo>
                <a:lnTo>
                  <a:pt x="162218" y="75752"/>
                </a:lnTo>
                <a:lnTo>
                  <a:pt x="161850" y="76097"/>
                </a:lnTo>
                <a:lnTo>
                  <a:pt x="161491" y="76449"/>
                </a:lnTo>
                <a:lnTo>
                  <a:pt x="161141" y="76807"/>
                </a:lnTo>
                <a:lnTo>
                  <a:pt x="160798" y="77171"/>
                </a:lnTo>
                <a:lnTo>
                  <a:pt x="160465" y="77542"/>
                </a:lnTo>
                <a:lnTo>
                  <a:pt x="160139" y="77918"/>
                </a:lnTo>
                <a:lnTo>
                  <a:pt x="159822" y="78301"/>
                </a:lnTo>
                <a:lnTo>
                  <a:pt x="159514" y="78689"/>
                </a:lnTo>
                <a:lnTo>
                  <a:pt x="159213" y="79084"/>
                </a:lnTo>
                <a:lnTo>
                  <a:pt x="158921" y="79485"/>
                </a:lnTo>
                <a:lnTo>
                  <a:pt x="158638" y="79893"/>
                </a:lnTo>
                <a:lnTo>
                  <a:pt x="158363" y="80306"/>
                </a:lnTo>
                <a:lnTo>
                  <a:pt x="158097" y="80726"/>
                </a:lnTo>
                <a:lnTo>
                  <a:pt x="157838" y="81152"/>
                </a:lnTo>
                <a:lnTo>
                  <a:pt x="157589" y="81584"/>
                </a:lnTo>
                <a:lnTo>
                  <a:pt x="157347" y="82022"/>
                </a:lnTo>
                <a:lnTo>
                  <a:pt x="157114" y="82466"/>
                </a:lnTo>
                <a:lnTo>
                  <a:pt x="156890" y="82916"/>
                </a:lnTo>
                <a:lnTo>
                  <a:pt x="156676" y="83372"/>
                </a:lnTo>
                <a:lnTo>
                  <a:pt x="156471" y="83834"/>
                </a:lnTo>
                <a:lnTo>
                  <a:pt x="156276" y="84302"/>
                </a:lnTo>
                <a:lnTo>
                  <a:pt x="156090" y="84775"/>
                </a:lnTo>
                <a:lnTo>
                  <a:pt x="155913" y="85254"/>
                </a:lnTo>
                <a:lnTo>
                  <a:pt x="155747" y="85739"/>
                </a:lnTo>
                <a:lnTo>
                  <a:pt x="155589" y="86229"/>
                </a:lnTo>
                <a:lnTo>
                  <a:pt x="155442" y="86725"/>
                </a:lnTo>
                <a:lnTo>
                  <a:pt x="155303" y="87227"/>
                </a:lnTo>
                <a:lnTo>
                  <a:pt x="155175" y="87735"/>
                </a:lnTo>
                <a:lnTo>
                  <a:pt x="155056" y="88248"/>
                </a:lnTo>
                <a:lnTo>
                  <a:pt x="154946" y="88768"/>
                </a:lnTo>
                <a:lnTo>
                  <a:pt x="154846" y="89293"/>
                </a:lnTo>
                <a:lnTo>
                  <a:pt x="154755" y="89823"/>
                </a:lnTo>
                <a:lnTo>
                  <a:pt x="154674" y="90360"/>
                </a:lnTo>
                <a:lnTo>
                  <a:pt x="154603" y="90902"/>
                </a:lnTo>
                <a:lnTo>
                  <a:pt x="154541" y="91450"/>
                </a:lnTo>
                <a:lnTo>
                  <a:pt x="154489" y="92004"/>
                </a:lnTo>
                <a:lnTo>
                  <a:pt x="154446" y="92563"/>
                </a:lnTo>
                <a:lnTo>
                  <a:pt x="154412" y="93128"/>
                </a:lnTo>
                <a:lnTo>
                  <a:pt x="154389" y="93699"/>
                </a:lnTo>
                <a:lnTo>
                  <a:pt x="154374" y="94276"/>
                </a:lnTo>
                <a:lnTo>
                  <a:pt x="154369" y="94858"/>
                </a:lnTo>
                <a:lnTo>
                  <a:pt x="154376" y="95461"/>
                </a:lnTo>
                <a:lnTo>
                  <a:pt x="154395" y="96059"/>
                </a:lnTo>
                <a:lnTo>
                  <a:pt x="154427" y="96653"/>
                </a:lnTo>
                <a:lnTo>
                  <a:pt x="154471" y="97241"/>
                </a:lnTo>
                <a:lnTo>
                  <a:pt x="154529" y="97824"/>
                </a:lnTo>
                <a:lnTo>
                  <a:pt x="154599" y="98403"/>
                </a:lnTo>
                <a:lnTo>
                  <a:pt x="154682" y="98976"/>
                </a:lnTo>
                <a:lnTo>
                  <a:pt x="154778" y="99545"/>
                </a:lnTo>
                <a:lnTo>
                  <a:pt x="154886" y="100109"/>
                </a:lnTo>
                <a:lnTo>
                  <a:pt x="155007" y="100668"/>
                </a:lnTo>
                <a:lnTo>
                  <a:pt x="155141" y="101222"/>
                </a:lnTo>
                <a:lnTo>
                  <a:pt x="155288" y="101771"/>
                </a:lnTo>
                <a:lnTo>
                  <a:pt x="155447" y="102315"/>
                </a:lnTo>
                <a:lnTo>
                  <a:pt x="155619" y="102854"/>
                </a:lnTo>
                <a:lnTo>
                  <a:pt x="155804" y="103388"/>
                </a:lnTo>
                <a:lnTo>
                  <a:pt x="156002" y="103918"/>
                </a:lnTo>
                <a:lnTo>
                  <a:pt x="156212" y="104442"/>
                </a:lnTo>
                <a:lnTo>
                  <a:pt x="156436" y="104962"/>
                </a:lnTo>
                <a:lnTo>
                  <a:pt x="156672" y="105477"/>
                </a:lnTo>
                <a:lnTo>
                  <a:pt x="156920" y="105987"/>
                </a:lnTo>
                <a:lnTo>
                  <a:pt x="157182" y="106492"/>
                </a:lnTo>
                <a:lnTo>
                  <a:pt x="157456" y="106992"/>
                </a:lnTo>
                <a:lnTo>
                  <a:pt x="157743" y="107487"/>
                </a:lnTo>
                <a:lnTo>
                  <a:pt x="158043" y="107977"/>
                </a:lnTo>
                <a:lnTo>
                  <a:pt x="158354" y="108460"/>
                </a:lnTo>
                <a:lnTo>
                  <a:pt x="158676" y="108936"/>
                </a:lnTo>
                <a:lnTo>
                  <a:pt x="159008" y="109403"/>
                </a:lnTo>
                <a:lnTo>
                  <a:pt x="159350" y="109862"/>
                </a:lnTo>
                <a:lnTo>
                  <a:pt x="159703" y="110312"/>
                </a:lnTo>
                <a:lnTo>
                  <a:pt x="160066" y="110754"/>
                </a:lnTo>
                <a:lnTo>
                  <a:pt x="160440" y="111188"/>
                </a:lnTo>
                <a:lnTo>
                  <a:pt x="160823" y="111614"/>
                </a:lnTo>
                <a:lnTo>
                  <a:pt x="161218" y="112032"/>
                </a:lnTo>
                <a:lnTo>
                  <a:pt x="161622" y="112441"/>
                </a:lnTo>
                <a:lnTo>
                  <a:pt x="162037" y="112842"/>
                </a:lnTo>
                <a:lnTo>
                  <a:pt x="162463" y="113234"/>
                </a:lnTo>
                <a:lnTo>
                  <a:pt x="162898" y="113619"/>
                </a:lnTo>
                <a:lnTo>
                  <a:pt x="163345" y="113995"/>
                </a:lnTo>
                <a:lnTo>
                  <a:pt x="163801" y="114363"/>
                </a:lnTo>
                <a:lnTo>
                  <a:pt x="164268" y="114722"/>
                </a:lnTo>
                <a:lnTo>
                  <a:pt x="164745" y="115074"/>
                </a:lnTo>
                <a:lnTo>
                  <a:pt x="165233" y="115417"/>
                </a:lnTo>
                <a:lnTo>
                  <a:pt x="165731" y="115751"/>
                </a:lnTo>
                <a:lnTo>
                  <a:pt x="166239" y="116078"/>
                </a:lnTo>
                <a:lnTo>
                  <a:pt x="166758" y="116396"/>
                </a:lnTo>
                <a:lnTo>
                  <a:pt x="167287" y="116706"/>
                </a:lnTo>
                <a:lnTo>
                  <a:pt x="167826" y="117008"/>
                </a:lnTo>
                <a:lnTo>
                  <a:pt x="168376" y="117301"/>
                </a:lnTo>
                <a:lnTo>
                  <a:pt x="168935" y="117584"/>
                </a:lnTo>
                <a:lnTo>
                  <a:pt x="169502" y="117856"/>
                </a:lnTo>
                <a:lnTo>
                  <a:pt x="170076" y="118115"/>
                </a:lnTo>
                <a:lnTo>
                  <a:pt x="170658" y="118362"/>
                </a:lnTo>
                <a:lnTo>
                  <a:pt x="171248" y="118597"/>
                </a:lnTo>
                <a:lnTo>
                  <a:pt x="171845" y="118820"/>
                </a:lnTo>
                <a:lnTo>
                  <a:pt x="172450" y="119031"/>
                </a:lnTo>
                <a:lnTo>
                  <a:pt x="173063" y="119230"/>
                </a:lnTo>
                <a:lnTo>
                  <a:pt x="173684" y="119417"/>
                </a:lnTo>
                <a:lnTo>
                  <a:pt x="174312" y="119591"/>
                </a:lnTo>
                <a:lnTo>
                  <a:pt x="174948" y="119754"/>
                </a:lnTo>
                <a:lnTo>
                  <a:pt x="175591" y="119905"/>
                </a:lnTo>
                <a:lnTo>
                  <a:pt x="176243" y="120043"/>
                </a:lnTo>
                <a:lnTo>
                  <a:pt x="176902" y="120170"/>
                </a:lnTo>
                <a:lnTo>
                  <a:pt x="177569" y="120284"/>
                </a:lnTo>
                <a:lnTo>
                  <a:pt x="178243" y="120387"/>
                </a:lnTo>
                <a:lnTo>
                  <a:pt x="178925" y="120477"/>
                </a:lnTo>
                <a:lnTo>
                  <a:pt x="179615" y="120556"/>
                </a:lnTo>
                <a:lnTo>
                  <a:pt x="180313" y="120622"/>
                </a:lnTo>
                <a:lnTo>
                  <a:pt x="181018" y="120676"/>
                </a:lnTo>
                <a:lnTo>
                  <a:pt x="181731" y="120718"/>
                </a:lnTo>
                <a:lnTo>
                  <a:pt x="182452" y="120749"/>
                </a:lnTo>
                <a:lnTo>
                  <a:pt x="183181" y="120767"/>
                </a:lnTo>
                <a:lnTo>
                  <a:pt x="183917" y="120773"/>
                </a:lnTo>
                <a:lnTo>
                  <a:pt x="184506" y="120768"/>
                </a:lnTo>
                <a:lnTo>
                  <a:pt x="185091" y="120756"/>
                </a:lnTo>
                <a:lnTo>
                  <a:pt x="185671" y="120734"/>
                </a:lnTo>
                <a:lnTo>
                  <a:pt x="186246" y="120704"/>
                </a:lnTo>
                <a:lnTo>
                  <a:pt x="186816" y="120666"/>
                </a:lnTo>
                <a:lnTo>
                  <a:pt x="187381" y="120619"/>
                </a:lnTo>
                <a:lnTo>
                  <a:pt x="187941" y="120563"/>
                </a:lnTo>
                <a:lnTo>
                  <a:pt x="188496" y="120499"/>
                </a:lnTo>
                <a:lnTo>
                  <a:pt x="189046" y="120426"/>
                </a:lnTo>
                <a:lnTo>
                  <a:pt x="189592" y="120345"/>
                </a:lnTo>
                <a:lnTo>
                  <a:pt x="190132" y="120255"/>
                </a:lnTo>
                <a:lnTo>
                  <a:pt x="190668" y="120157"/>
                </a:lnTo>
                <a:lnTo>
                  <a:pt x="191199" y="120050"/>
                </a:lnTo>
                <a:lnTo>
                  <a:pt x="191724" y="119935"/>
                </a:lnTo>
                <a:lnTo>
                  <a:pt x="192245" y="119811"/>
                </a:lnTo>
                <a:lnTo>
                  <a:pt x="192761" y="119678"/>
                </a:lnTo>
                <a:lnTo>
                  <a:pt x="193272" y="119537"/>
                </a:lnTo>
                <a:lnTo>
                  <a:pt x="193778" y="119388"/>
                </a:lnTo>
                <a:lnTo>
                  <a:pt x="194280" y="119229"/>
                </a:lnTo>
                <a:lnTo>
                  <a:pt x="194776" y="119063"/>
                </a:lnTo>
                <a:lnTo>
                  <a:pt x="195268" y="118887"/>
                </a:lnTo>
                <a:lnTo>
                  <a:pt x="195754" y="118704"/>
                </a:lnTo>
                <a:lnTo>
                  <a:pt x="196236" y="118511"/>
                </a:lnTo>
                <a:lnTo>
                  <a:pt x="196713" y="118310"/>
                </a:lnTo>
                <a:lnTo>
                  <a:pt x="197184" y="118103"/>
                </a:lnTo>
                <a:lnTo>
                  <a:pt x="197650" y="117891"/>
                </a:lnTo>
                <a:lnTo>
                  <a:pt x="198111" y="117675"/>
                </a:lnTo>
                <a:lnTo>
                  <a:pt x="198567" y="117454"/>
                </a:lnTo>
                <a:lnTo>
                  <a:pt x="199017" y="117228"/>
                </a:lnTo>
                <a:lnTo>
                  <a:pt x="199462" y="116998"/>
                </a:lnTo>
                <a:lnTo>
                  <a:pt x="199902" y="116764"/>
                </a:lnTo>
                <a:lnTo>
                  <a:pt x="200336" y="116525"/>
                </a:lnTo>
                <a:lnTo>
                  <a:pt x="200765" y="116282"/>
                </a:lnTo>
                <a:lnTo>
                  <a:pt x="201189" y="116034"/>
                </a:lnTo>
                <a:lnTo>
                  <a:pt x="201608" y="115782"/>
                </a:lnTo>
                <a:lnTo>
                  <a:pt x="202021" y="115525"/>
                </a:lnTo>
                <a:lnTo>
                  <a:pt x="202428" y="115264"/>
                </a:lnTo>
                <a:lnTo>
                  <a:pt x="202831" y="114998"/>
                </a:lnTo>
                <a:lnTo>
                  <a:pt x="203228" y="114728"/>
                </a:lnTo>
                <a:lnTo>
                  <a:pt x="203619" y="114453"/>
                </a:lnTo>
                <a:lnTo>
                  <a:pt x="204006" y="114174"/>
                </a:lnTo>
                <a:lnTo>
                  <a:pt x="204387" y="113890"/>
                </a:lnTo>
                <a:lnTo>
                  <a:pt x="204763" y="113602"/>
                </a:lnTo>
                <a:lnTo>
                  <a:pt x="205133" y="113310"/>
                </a:lnTo>
                <a:lnTo>
                  <a:pt x="205498" y="113012"/>
                </a:lnTo>
                <a:lnTo>
                  <a:pt x="205858" y="112711"/>
                </a:lnTo>
                <a:lnTo>
                  <a:pt x="206213" y="112405"/>
                </a:lnTo>
                <a:lnTo>
                  <a:pt x="206562" y="112094"/>
                </a:lnTo>
                <a:lnTo>
                  <a:pt x="206905" y="111781"/>
                </a:lnTo>
                <a:lnTo>
                  <a:pt x="207243" y="111466"/>
                </a:lnTo>
                <a:lnTo>
                  <a:pt x="207575" y="111150"/>
                </a:lnTo>
                <a:lnTo>
                  <a:pt x="207902" y="110833"/>
                </a:lnTo>
                <a:lnTo>
                  <a:pt x="208222" y="110514"/>
                </a:lnTo>
                <a:lnTo>
                  <a:pt x="208537" y="110194"/>
                </a:lnTo>
                <a:lnTo>
                  <a:pt x="208798" y="109923"/>
                </a:lnTo>
                <a:lnTo>
                  <a:pt x="208822" y="110134"/>
                </a:lnTo>
                <a:close/>
                <a:moveTo>
                  <a:pt x="208459" y="94630"/>
                </a:moveTo>
                <a:lnTo>
                  <a:pt x="208315" y="94912"/>
                </a:lnTo>
                <a:lnTo>
                  <a:pt x="208131" y="95256"/>
                </a:lnTo>
                <a:lnTo>
                  <a:pt x="207937" y="95600"/>
                </a:lnTo>
                <a:lnTo>
                  <a:pt x="207732" y="95945"/>
                </a:lnTo>
                <a:lnTo>
                  <a:pt x="207518" y="96291"/>
                </a:lnTo>
                <a:lnTo>
                  <a:pt x="207294" y="96638"/>
                </a:lnTo>
                <a:lnTo>
                  <a:pt x="207060" y="96986"/>
                </a:lnTo>
                <a:lnTo>
                  <a:pt x="206816" y="97334"/>
                </a:lnTo>
                <a:lnTo>
                  <a:pt x="206562" y="97684"/>
                </a:lnTo>
                <a:lnTo>
                  <a:pt x="206299" y="98031"/>
                </a:lnTo>
                <a:lnTo>
                  <a:pt x="206029" y="98374"/>
                </a:lnTo>
                <a:lnTo>
                  <a:pt x="205751" y="98713"/>
                </a:lnTo>
                <a:lnTo>
                  <a:pt x="205466" y="99047"/>
                </a:lnTo>
                <a:lnTo>
                  <a:pt x="205174" y="99377"/>
                </a:lnTo>
                <a:lnTo>
                  <a:pt x="204874" y="99702"/>
                </a:lnTo>
                <a:lnTo>
                  <a:pt x="204567" y="100023"/>
                </a:lnTo>
                <a:lnTo>
                  <a:pt x="204252" y="100339"/>
                </a:lnTo>
                <a:lnTo>
                  <a:pt x="203930" y="100651"/>
                </a:lnTo>
                <a:lnTo>
                  <a:pt x="203600" y="100958"/>
                </a:lnTo>
                <a:lnTo>
                  <a:pt x="203263" y="101261"/>
                </a:lnTo>
                <a:lnTo>
                  <a:pt x="202919" y="101559"/>
                </a:lnTo>
                <a:lnTo>
                  <a:pt x="202567" y="101853"/>
                </a:lnTo>
                <a:lnTo>
                  <a:pt x="202208" y="102142"/>
                </a:lnTo>
                <a:lnTo>
                  <a:pt x="201841" y="102427"/>
                </a:lnTo>
                <a:lnTo>
                  <a:pt x="201467" y="102707"/>
                </a:lnTo>
                <a:lnTo>
                  <a:pt x="201085" y="102983"/>
                </a:lnTo>
                <a:lnTo>
                  <a:pt x="200696" y="103254"/>
                </a:lnTo>
                <a:lnTo>
                  <a:pt x="200300" y="103521"/>
                </a:lnTo>
                <a:lnTo>
                  <a:pt x="199896" y="103783"/>
                </a:lnTo>
                <a:lnTo>
                  <a:pt x="199484" y="104041"/>
                </a:lnTo>
                <a:lnTo>
                  <a:pt x="199066" y="104295"/>
                </a:lnTo>
                <a:lnTo>
                  <a:pt x="198640" y="104544"/>
                </a:lnTo>
                <a:lnTo>
                  <a:pt x="198206" y="104788"/>
                </a:lnTo>
                <a:lnTo>
                  <a:pt x="197766" y="105025"/>
                </a:lnTo>
                <a:lnTo>
                  <a:pt x="197320" y="105252"/>
                </a:lnTo>
                <a:lnTo>
                  <a:pt x="196869" y="105469"/>
                </a:lnTo>
                <a:lnTo>
                  <a:pt x="196412" y="105676"/>
                </a:lnTo>
                <a:lnTo>
                  <a:pt x="195950" y="105873"/>
                </a:lnTo>
                <a:lnTo>
                  <a:pt x="195481" y="106060"/>
                </a:lnTo>
                <a:lnTo>
                  <a:pt x="195008" y="106236"/>
                </a:lnTo>
                <a:lnTo>
                  <a:pt x="194528" y="106403"/>
                </a:lnTo>
                <a:lnTo>
                  <a:pt x="194043" y="106559"/>
                </a:lnTo>
                <a:lnTo>
                  <a:pt x="193553" y="106705"/>
                </a:lnTo>
                <a:lnTo>
                  <a:pt x="193057" y="106842"/>
                </a:lnTo>
                <a:lnTo>
                  <a:pt x="192555" y="106968"/>
                </a:lnTo>
                <a:lnTo>
                  <a:pt x="192048" y="107084"/>
                </a:lnTo>
                <a:lnTo>
                  <a:pt x="191535" y="107190"/>
                </a:lnTo>
                <a:lnTo>
                  <a:pt x="191016" y="107286"/>
                </a:lnTo>
                <a:lnTo>
                  <a:pt x="190492" y="107371"/>
                </a:lnTo>
                <a:lnTo>
                  <a:pt x="189962" y="107447"/>
                </a:lnTo>
                <a:lnTo>
                  <a:pt x="189427" y="107513"/>
                </a:lnTo>
                <a:lnTo>
                  <a:pt x="188886" y="107568"/>
                </a:lnTo>
                <a:lnTo>
                  <a:pt x="188339" y="107614"/>
                </a:lnTo>
                <a:lnTo>
                  <a:pt x="187787" y="107649"/>
                </a:lnTo>
                <a:lnTo>
                  <a:pt x="187229" y="107674"/>
                </a:lnTo>
                <a:lnTo>
                  <a:pt x="186666" y="107689"/>
                </a:lnTo>
                <a:lnTo>
                  <a:pt x="186096" y="107694"/>
                </a:lnTo>
                <a:lnTo>
                  <a:pt x="185642" y="107691"/>
                </a:lnTo>
                <a:lnTo>
                  <a:pt x="185194" y="107681"/>
                </a:lnTo>
                <a:lnTo>
                  <a:pt x="184751" y="107663"/>
                </a:lnTo>
                <a:lnTo>
                  <a:pt x="184315" y="107639"/>
                </a:lnTo>
                <a:lnTo>
                  <a:pt x="183884" y="107608"/>
                </a:lnTo>
                <a:lnTo>
                  <a:pt x="183460" y="107571"/>
                </a:lnTo>
                <a:lnTo>
                  <a:pt x="183042" y="107526"/>
                </a:lnTo>
                <a:lnTo>
                  <a:pt x="182630" y="107475"/>
                </a:lnTo>
                <a:lnTo>
                  <a:pt x="182223" y="107416"/>
                </a:lnTo>
                <a:lnTo>
                  <a:pt x="181823" y="107351"/>
                </a:lnTo>
                <a:lnTo>
                  <a:pt x="181429" y="107279"/>
                </a:lnTo>
                <a:lnTo>
                  <a:pt x="181041" y="107200"/>
                </a:lnTo>
                <a:lnTo>
                  <a:pt x="180659" y="107114"/>
                </a:lnTo>
                <a:lnTo>
                  <a:pt x="180283" y="107021"/>
                </a:lnTo>
                <a:lnTo>
                  <a:pt x="179912" y="106922"/>
                </a:lnTo>
                <a:lnTo>
                  <a:pt x="179548" y="106815"/>
                </a:lnTo>
                <a:lnTo>
                  <a:pt x="179190" y="106702"/>
                </a:lnTo>
                <a:lnTo>
                  <a:pt x="178838" y="106582"/>
                </a:lnTo>
                <a:lnTo>
                  <a:pt x="178492" y="106455"/>
                </a:lnTo>
                <a:lnTo>
                  <a:pt x="178152" y="106321"/>
                </a:lnTo>
                <a:lnTo>
                  <a:pt x="177818" y="106180"/>
                </a:lnTo>
                <a:lnTo>
                  <a:pt x="177491" y="106032"/>
                </a:lnTo>
                <a:lnTo>
                  <a:pt x="177169" y="105878"/>
                </a:lnTo>
                <a:lnTo>
                  <a:pt x="176853" y="105716"/>
                </a:lnTo>
                <a:lnTo>
                  <a:pt x="176543" y="105549"/>
                </a:lnTo>
                <a:lnTo>
                  <a:pt x="176240" y="105377"/>
                </a:lnTo>
                <a:lnTo>
                  <a:pt x="175944" y="105200"/>
                </a:lnTo>
                <a:lnTo>
                  <a:pt x="175654" y="105018"/>
                </a:lnTo>
                <a:lnTo>
                  <a:pt x="175371" y="104831"/>
                </a:lnTo>
                <a:lnTo>
                  <a:pt x="175094" y="104639"/>
                </a:lnTo>
                <a:lnTo>
                  <a:pt x="174824" y="104442"/>
                </a:lnTo>
                <a:lnTo>
                  <a:pt x="174561" y="104241"/>
                </a:lnTo>
                <a:lnTo>
                  <a:pt x="174304" y="104034"/>
                </a:lnTo>
                <a:lnTo>
                  <a:pt x="174054" y="103823"/>
                </a:lnTo>
                <a:lnTo>
                  <a:pt x="173810" y="103607"/>
                </a:lnTo>
                <a:lnTo>
                  <a:pt x="173573" y="103385"/>
                </a:lnTo>
                <a:lnTo>
                  <a:pt x="173343" y="103159"/>
                </a:lnTo>
                <a:lnTo>
                  <a:pt x="173119" y="102928"/>
                </a:lnTo>
                <a:lnTo>
                  <a:pt x="172901" y="102692"/>
                </a:lnTo>
                <a:lnTo>
                  <a:pt x="172691" y="102451"/>
                </a:lnTo>
                <a:lnTo>
                  <a:pt x="172487" y="102206"/>
                </a:lnTo>
                <a:lnTo>
                  <a:pt x="172289" y="101955"/>
                </a:lnTo>
                <a:lnTo>
                  <a:pt x="172098" y="101699"/>
                </a:lnTo>
                <a:lnTo>
                  <a:pt x="171914" y="101439"/>
                </a:lnTo>
                <a:lnTo>
                  <a:pt x="171736" y="101173"/>
                </a:lnTo>
                <a:lnTo>
                  <a:pt x="171565" y="100903"/>
                </a:lnTo>
                <a:lnTo>
                  <a:pt x="171400" y="100628"/>
                </a:lnTo>
                <a:lnTo>
                  <a:pt x="171242" y="100348"/>
                </a:lnTo>
                <a:lnTo>
                  <a:pt x="171091" y="100064"/>
                </a:lnTo>
                <a:lnTo>
                  <a:pt x="170946" y="99778"/>
                </a:lnTo>
                <a:lnTo>
                  <a:pt x="170807" y="99489"/>
                </a:lnTo>
                <a:lnTo>
                  <a:pt x="170675" y="99197"/>
                </a:lnTo>
                <a:lnTo>
                  <a:pt x="170549" y="98904"/>
                </a:lnTo>
                <a:lnTo>
                  <a:pt x="170430" y="98607"/>
                </a:lnTo>
                <a:lnTo>
                  <a:pt x="170317" y="98308"/>
                </a:lnTo>
                <a:lnTo>
                  <a:pt x="170211" y="98007"/>
                </a:lnTo>
                <a:lnTo>
                  <a:pt x="170111" y="97703"/>
                </a:lnTo>
                <a:lnTo>
                  <a:pt x="170017" y="97396"/>
                </a:lnTo>
                <a:lnTo>
                  <a:pt x="169930" y="97087"/>
                </a:lnTo>
                <a:lnTo>
                  <a:pt x="169850" y="96776"/>
                </a:lnTo>
                <a:lnTo>
                  <a:pt x="169775" y="96461"/>
                </a:lnTo>
                <a:lnTo>
                  <a:pt x="169708" y="96145"/>
                </a:lnTo>
                <a:lnTo>
                  <a:pt x="169646" y="95826"/>
                </a:lnTo>
                <a:lnTo>
                  <a:pt x="169592" y="95504"/>
                </a:lnTo>
                <a:lnTo>
                  <a:pt x="169543" y="95180"/>
                </a:lnTo>
                <a:lnTo>
                  <a:pt x="169501" y="94853"/>
                </a:lnTo>
                <a:lnTo>
                  <a:pt x="169466" y="94524"/>
                </a:lnTo>
                <a:lnTo>
                  <a:pt x="169437" y="94192"/>
                </a:lnTo>
                <a:lnTo>
                  <a:pt x="169414" y="93858"/>
                </a:lnTo>
                <a:lnTo>
                  <a:pt x="169398" y="93521"/>
                </a:lnTo>
                <a:lnTo>
                  <a:pt x="169389" y="93182"/>
                </a:lnTo>
                <a:lnTo>
                  <a:pt x="169385" y="92840"/>
                </a:lnTo>
                <a:lnTo>
                  <a:pt x="169388" y="92505"/>
                </a:lnTo>
                <a:lnTo>
                  <a:pt x="169398" y="92174"/>
                </a:lnTo>
                <a:lnTo>
                  <a:pt x="169413" y="91847"/>
                </a:lnTo>
                <a:lnTo>
                  <a:pt x="169435" y="91522"/>
                </a:lnTo>
                <a:lnTo>
                  <a:pt x="169462" y="91202"/>
                </a:lnTo>
                <a:lnTo>
                  <a:pt x="169496" y="90885"/>
                </a:lnTo>
                <a:lnTo>
                  <a:pt x="169536" y="90571"/>
                </a:lnTo>
                <a:lnTo>
                  <a:pt x="169583" y="90261"/>
                </a:lnTo>
                <a:lnTo>
                  <a:pt x="169635" y="89954"/>
                </a:lnTo>
                <a:lnTo>
                  <a:pt x="169694" y="89651"/>
                </a:lnTo>
                <a:lnTo>
                  <a:pt x="169758" y="89352"/>
                </a:lnTo>
                <a:lnTo>
                  <a:pt x="169829" y="89056"/>
                </a:lnTo>
                <a:lnTo>
                  <a:pt x="169906" y="88763"/>
                </a:lnTo>
                <a:lnTo>
                  <a:pt x="169990" y="88474"/>
                </a:lnTo>
                <a:lnTo>
                  <a:pt x="170079" y="88188"/>
                </a:lnTo>
                <a:lnTo>
                  <a:pt x="170175" y="87906"/>
                </a:lnTo>
                <a:lnTo>
                  <a:pt x="170276" y="87628"/>
                </a:lnTo>
                <a:lnTo>
                  <a:pt x="170384" y="87353"/>
                </a:lnTo>
                <a:lnTo>
                  <a:pt x="170498" y="87081"/>
                </a:lnTo>
                <a:lnTo>
                  <a:pt x="170619" y="86813"/>
                </a:lnTo>
                <a:lnTo>
                  <a:pt x="170745" y="86549"/>
                </a:lnTo>
                <a:lnTo>
                  <a:pt x="170878" y="86288"/>
                </a:lnTo>
                <a:lnTo>
                  <a:pt x="171016" y="86030"/>
                </a:lnTo>
                <a:lnTo>
                  <a:pt x="171161" y="85776"/>
                </a:lnTo>
                <a:lnTo>
                  <a:pt x="171312" y="85525"/>
                </a:lnTo>
                <a:lnTo>
                  <a:pt x="171469" y="85278"/>
                </a:lnTo>
                <a:lnTo>
                  <a:pt x="171631" y="85035"/>
                </a:lnTo>
                <a:lnTo>
                  <a:pt x="171798" y="84795"/>
                </a:lnTo>
                <a:lnTo>
                  <a:pt x="171971" y="84558"/>
                </a:lnTo>
                <a:lnTo>
                  <a:pt x="172150" y="84325"/>
                </a:lnTo>
                <a:lnTo>
                  <a:pt x="172335" y="84096"/>
                </a:lnTo>
                <a:lnTo>
                  <a:pt x="172525" y="83870"/>
                </a:lnTo>
                <a:lnTo>
                  <a:pt x="172720" y="83647"/>
                </a:lnTo>
                <a:lnTo>
                  <a:pt x="172922" y="83428"/>
                </a:lnTo>
                <a:lnTo>
                  <a:pt x="173129" y="83213"/>
                </a:lnTo>
                <a:lnTo>
                  <a:pt x="173341" y="83001"/>
                </a:lnTo>
                <a:lnTo>
                  <a:pt x="173559" y="82792"/>
                </a:lnTo>
                <a:lnTo>
                  <a:pt x="173783" y="82587"/>
                </a:lnTo>
                <a:lnTo>
                  <a:pt x="174012" y="82386"/>
                </a:lnTo>
                <a:lnTo>
                  <a:pt x="174247" y="82188"/>
                </a:lnTo>
                <a:lnTo>
                  <a:pt x="174488" y="81994"/>
                </a:lnTo>
                <a:lnTo>
                  <a:pt x="174734" y="81803"/>
                </a:lnTo>
                <a:lnTo>
                  <a:pt x="174985" y="81615"/>
                </a:lnTo>
                <a:lnTo>
                  <a:pt x="175243" y="81431"/>
                </a:lnTo>
                <a:lnTo>
                  <a:pt x="175506" y="81251"/>
                </a:lnTo>
                <a:lnTo>
                  <a:pt x="175774" y="81074"/>
                </a:lnTo>
                <a:lnTo>
                  <a:pt x="176048" y="80900"/>
                </a:lnTo>
                <a:lnTo>
                  <a:pt x="176328" y="80730"/>
                </a:lnTo>
                <a:lnTo>
                  <a:pt x="176613" y="80564"/>
                </a:lnTo>
                <a:lnTo>
                  <a:pt x="176904" y="80401"/>
                </a:lnTo>
                <a:lnTo>
                  <a:pt x="177201" y="80242"/>
                </a:lnTo>
                <a:lnTo>
                  <a:pt x="177503" y="80086"/>
                </a:lnTo>
                <a:lnTo>
                  <a:pt x="177811" y="79933"/>
                </a:lnTo>
                <a:lnTo>
                  <a:pt x="178124" y="79784"/>
                </a:lnTo>
                <a:lnTo>
                  <a:pt x="178443" y="79639"/>
                </a:lnTo>
                <a:lnTo>
                  <a:pt x="178768" y="79497"/>
                </a:lnTo>
                <a:lnTo>
                  <a:pt x="179098" y="79359"/>
                </a:lnTo>
                <a:lnTo>
                  <a:pt x="179434" y="79224"/>
                </a:lnTo>
                <a:lnTo>
                  <a:pt x="179775" y="79092"/>
                </a:lnTo>
                <a:lnTo>
                  <a:pt x="180122" y="78964"/>
                </a:lnTo>
                <a:lnTo>
                  <a:pt x="180475" y="78840"/>
                </a:lnTo>
                <a:lnTo>
                  <a:pt x="180833" y="78719"/>
                </a:lnTo>
                <a:lnTo>
                  <a:pt x="181197" y="78602"/>
                </a:lnTo>
                <a:lnTo>
                  <a:pt x="181567" y="78488"/>
                </a:lnTo>
                <a:lnTo>
                  <a:pt x="181942" y="78377"/>
                </a:lnTo>
                <a:lnTo>
                  <a:pt x="182322" y="78271"/>
                </a:lnTo>
                <a:lnTo>
                  <a:pt x="182709" y="78167"/>
                </a:lnTo>
                <a:lnTo>
                  <a:pt x="183101" y="78067"/>
                </a:lnTo>
                <a:lnTo>
                  <a:pt x="183498" y="77971"/>
                </a:lnTo>
                <a:lnTo>
                  <a:pt x="183901" y="77878"/>
                </a:lnTo>
                <a:lnTo>
                  <a:pt x="184310" y="77789"/>
                </a:lnTo>
                <a:lnTo>
                  <a:pt x="184724" y="77703"/>
                </a:lnTo>
                <a:lnTo>
                  <a:pt x="185144" y="77621"/>
                </a:lnTo>
                <a:lnTo>
                  <a:pt x="185568" y="77542"/>
                </a:lnTo>
                <a:lnTo>
                  <a:pt x="185997" y="77466"/>
                </a:lnTo>
                <a:lnTo>
                  <a:pt x="186431" y="77395"/>
                </a:lnTo>
                <a:lnTo>
                  <a:pt x="186869" y="77326"/>
                </a:lnTo>
                <a:lnTo>
                  <a:pt x="187312" y="77261"/>
                </a:lnTo>
                <a:lnTo>
                  <a:pt x="187761" y="77200"/>
                </a:lnTo>
                <a:lnTo>
                  <a:pt x="188213" y="77142"/>
                </a:lnTo>
                <a:lnTo>
                  <a:pt x="188671" y="77088"/>
                </a:lnTo>
                <a:lnTo>
                  <a:pt x="189133" y="77037"/>
                </a:lnTo>
                <a:lnTo>
                  <a:pt x="189601" y="76990"/>
                </a:lnTo>
                <a:lnTo>
                  <a:pt x="190072" y="76946"/>
                </a:lnTo>
                <a:lnTo>
                  <a:pt x="190549" y="76906"/>
                </a:lnTo>
                <a:lnTo>
                  <a:pt x="191031" y="76869"/>
                </a:lnTo>
                <a:lnTo>
                  <a:pt x="191517" y="76836"/>
                </a:lnTo>
                <a:lnTo>
                  <a:pt x="192008" y="76806"/>
                </a:lnTo>
                <a:lnTo>
                  <a:pt x="192503" y="76780"/>
                </a:lnTo>
                <a:lnTo>
                  <a:pt x="193004" y="76757"/>
                </a:lnTo>
                <a:lnTo>
                  <a:pt x="193509" y="76738"/>
                </a:lnTo>
                <a:lnTo>
                  <a:pt x="194019" y="76722"/>
                </a:lnTo>
                <a:lnTo>
                  <a:pt x="194534" y="76710"/>
                </a:lnTo>
                <a:lnTo>
                  <a:pt x="195054" y="76701"/>
                </a:lnTo>
                <a:lnTo>
                  <a:pt x="195578" y="76696"/>
                </a:lnTo>
                <a:lnTo>
                  <a:pt x="196107" y="76694"/>
                </a:lnTo>
                <a:lnTo>
                  <a:pt x="208459" y="76694"/>
                </a:lnTo>
                <a:lnTo>
                  <a:pt x="208459" y="94630"/>
                </a:lnTo>
                <a:close/>
                <a:moveTo>
                  <a:pt x="500649" y="20162"/>
                </a:moveTo>
                <a:lnTo>
                  <a:pt x="500649" y="119158"/>
                </a:lnTo>
                <a:lnTo>
                  <a:pt x="515584" y="119158"/>
                </a:lnTo>
                <a:lnTo>
                  <a:pt x="515584" y="1615"/>
                </a:lnTo>
                <a:lnTo>
                  <a:pt x="513243" y="1615"/>
                </a:lnTo>
                <a:lnTo>
                  <a:pt x="470537" y="17672"/>
                </a:lnTo>
                <a:lnTo>
                  <a:pt x="470537" y="31081"/>
                </a:lnTo>
                <a:lnTo>
                  <a:pt x="500649" y="20162"/>
                </a:lnTo>
                <a:close/>
                <a:moveTo>
                  <a:pt x="301823" y="40484"/>
                </a:moveTo>
                <a:lnTo>
                  <a:pt x="301447" y="40052"/>
                </a:lnTo>
                <a:lnTo>
                  <a:pt x="301064" y="39630"/>
                </a:lnTo>
                <a:lnTo>
                  <a:pt x="300675" y="39216"/>
                </a:lnTo>
                <a:lnTo>
                  <a:pt x="300280" y="38811"/>
                </a:lnTo>
                <a:lnTo>
                  <a:pt x="299878" y="38415"/>
                </a:lnTo>
                <a:lnTo>
                  <a:pt x="299470" y="38028"/>
                </a:lnTo>
                <a:lnTo>
                  <a:pt x="299055" y="37651"/>
                </a:lnTo>
                <a:lnTo>
                  <a:pt x="298634" y="37282"/>
                </a:lnTo>
                <a:lnTo>
                  <a:pt x="298206" y="36922"/>
                </a:lnTo>
                <a:lnTo>
                  <a:pt x="297772" y="36571"/>
                </a:lnTo>
                <a:lnTo>
                  <a:pt x="297332" y="36229"/>
                </a:lnTo>
                <a:lnTo>
                  <a:pt x="296885" y="35896"/>
                </a:lnTo>
                <a:lnTo>
                  <a:pt x="296431" y="35572"/>
                </a:lnTo>
                <a:lnTo>
                  <a:pt x="295971" y="35257"/>
                </a:lnTo>
                <a:lnTo>
                  <a:pt x="295505" y="34951"/>
                </a:lnTo>
                <a:lnTo>
                  <a:pt x="295032" y="34654"/>
                </a:lnTo>
                <a:lnTo>
                  <a:pt x="294553" y="34365"/>
                </a:lnTo>
                <a:lnTo>
                  <a:pt x="294067" y="34086"/>
                </a:lnTo>
                <a:lnTo>
                  <a:pt x="293575" y="33816"/>
                </a:lnTo>
                <a:lnTo>
                  <a:pt x="293077" y="33555"/>
                </a:lnTo>
                <a:lnTo>
                  <a:pt x="292572" y="33302"/>
                </a:lnTo>
                <a:lnTo>
                  <a:pt x="292060" y="33059"/>
                </a:lnTo>
                <a:lnTo>
                  <a:pt x="291542" y="32825"/>
                </a:lnTo>
                <a:lnTo>
                  <a:pt x="291017" y="32601"/>
                </a:lnTo>
                <a:lnTo>
                  <a:pt x="290484" y="32387"/>
                </a:lnTo>
                <a:lnTo>
                  <a:pt x="289945" y="32183"/>
                </a:lnTo>
                <a:lnTo>
                  <a:pt x="289398" y="31989"/>
                </a:lnTo>
                <a:lnTo>
                  <a:pt x="288844" y="31805"/>
                </a:lnTo>
                <a:lnTo>
                  <a:pt x="288283" y="31631"/>
                </a:lnTo>
                <a:lnTo>
                  <a:pt x="287714" y="31467"/>
                </a:lnTo>
                <a:lnTo>
                  <a:pt x="287139" y="31313"/>
                </a:lnTo>
                <a:lnTo>
                  <a:pt x="286556" y="31168"/>
                </a:lnTo>
                <a:lnTo>
                  <a:pt x="285967" y="31034"/>
                </a:lnTo>
                <a:lnTo>
                  <a:pt x="285370" y="30910"/>
                </a:lnTo>
                <a:lnTo>
                  <a:pt x="284766" y="30795"/>
                </a:lnTo>
                <a:lnTo>
                  <a:pt x="284155" y="30691"/>
                </a:lnTo>
                <a:lnTo>
                  <a:pt x="283536" y="30596"/>
                </a:lnTo>
                <a:lnTo>
                  <a:pt x="282911" y="30512"/>
                </a:lnTo>
                <a:lnTo>
                  <a:pt x="282278" y="30437"/>
                </a:lnTo>
                <a:lnTo>
                  <a:pt x="281639" y="30372"/>
                </a:lnTo>
                <a:lnTo>
                  <a:pt x="280992" y="30318"/>
                </a:lnTo>
                <a:lnTo>
                  <a:pt x="280338" y="30273"/>
                </a:lnTo>
                <a:lnTo>
                  <a:pt x="279676" y="30238"/>
                </a:lnTo>
                <a:lnTo>
                  <a:pt x="279008" y="30213"/>
                </a:lnTo>
                <a:lnTo>
                  <a:pt x="278333" y="30198"/>
                </a:lnTo>
                <a:lnTo>
                  <a:pt x="277650" y="30193"/>
                </a:lnTo>
                <a:lnTo>
                  <a:pt x="276987" y="30199"/>
                </a:lnTo>
                <a:lnTo>
                  <a:pt x="276329" y="30215"/>
                </a:lnTo>
                <a:lnTo>
                  <a:pt x="275677" y="30243"/>
                </a:lnTo>
                <a:lnTo>
                  <a:pt x="275031" y="30282"/>
                </a:lnTo>
                <a:lnTo>
                  <a:pt x="274390" y="30332"/>
                </a:lnTo>
                <a:lnTo>
                  <a:pt x="273755" y="30392"/>
                </a:lnTo>
                <a:lnTo>
                  <a:pt x="273125" y="30464"/>
                </a:lnTo>
                <a:lnTo>
                  <a:pt x="272501" y="30547"/>
                </a:lnTo>
                <a:lnTo>
                  <a:pt x="271883" y="30642"/>
                </a:lnTo>
                <a:lnTo>
                  <a:pt x="271270" y="30747"/>
                </a:lnTo>
                <a:lnTo>
                  <a:pt x="270663" y="30863"/>
                </a:lnTo>
                <a:lnTo>
                  <a:pt x="270061" y="30990"/>
                </a:lnTo>
                <a:lnTo>
                  <a:pt x="269465" y="31129"/>
                </a:lnTo>
                <a:lnTo>
                  <a:pt x="268875" y="31278"/>
                </a:lnTo>
                <a:lnTo>
                  <a:pt x="268290" y="31439"/>
                </a:lnTo>
                <a:lnTo>
                  <a:pt x="267711" y="31610"/>
                </a:lnTo>
                <a:lnTo>
                  <a:pt x="267138" y="31793"/>
                </a:lnTo>
                <a:lnTo>
                  <a:pt x="266570" y="31987"/>
                </a:lnTo>
                <a:lnTo>
                  <a:pt x="266007" y="32192"/>
                </a:lnTo>
                <a:lnTo>
                  <a:pt x="265451" y="32408"/>
                </a:lnTo>
                <a:lnTo>
                  <a:pt x="264900" y="32635"/>
                </a:lnTo>
                <a:lnTo>
                  <a:pt x="264354" y="32873"/>
                </a:lnTo>
                <a:lnTo>
                  <a:pt x="263814" y="33122"/>
                </a:lnTo>
                <a:lnTo>
                  <a:pt x="263280" y="33382"/>
                </a:lnTo>
                <a:lnTo>
                  <a:pt x="262752" y="33652"/>
                </a:lnTo>
                <a:lnTo>
                  <a:pt x="262230" y="33932"/>
                </a:lnTo>
                <a:lnTo>
                  <a:pt x="261715" y="34221"/>
                </a:lnTo>
                <a:lnTo>
                  <a:pt x="261207" y="34520"/>
                </a:lnTo>
                <a:lnTo>
                  <a:pt x="260705" y="34828"/>
                </a:lnTo>
                <a:lnTo>
                  <a:pt x="260210" y="35145"/>
                </a:lnTo>
                <a:lnTo>
                  <a:pt x="259721" y="35472"/>
                </a:lnTo>
                <a:lnTo>
                  <a:pt x="259239" y="35808"/>
                </a:lnTo>
                <a:lnTo>
                  <a:pt x="258763" y="36154"/>
                </a:lnTo>
                <a:lnTo>
                  <a:pt x="258295" y="36509"/>
                </a:lnTo>
                <a:lnTo>
                  <a:pt x="257832" y="36873"/>
                </a:lnTo>
                <a:lnTo>
                  <a:pt x="257377" y="37247"/>
                </a:lnTo>
                <a:lnTo>
                  <a:pt x="256927" y="37630"/>
                </a:lnTo>
                <a:lnTo>
                  <a:pt x="256485" y="38023"/>
                </a:lnTo>
                <a:lnTo>
                  <a:pt x="256049" y="38424"/>
                </a:lnTo>
                <a:lnTo>
                  <a:pt x="255620" y="38836"/>
                </a:lnTo>
                <a:lnTo>
                  <a:pt x="255197" y="39256"/>
                </a:lnTo>
                <a:lnTo>
                  <a:pt x="254781" y="39687"/>
                </a:lnTo>
                <a:lnTo>
                  <a:pt x="254371" y="40126"/>
                </a:lnTo>
                <a:lnTo>
                  <a:pt x="253968" y="40575"/>
                </a:lnTo>
                <a:lnTo>
                  <a:pt x="253572" y="41033"/>
                </a:lnTo>
                <a:lnTo>
                  <a:pt x="253182" y="41501"/>
                </a:lnTo>
                <a:lnTo>
                  <a:pt x="252798" y="41978"/>
                </a:lnTo>
                <a:lnTo>
                  <a:pt x="252422" y="42464"/>
                </a:lnTo>
                <a:lnTo>
                  <a:pt x="252052" y="42959"/>
                </a:lnTo>
                <a:lnTo>
                  <a:pt x="251690" y="43462"/>
                </a:lnTo>
                <a:lnTo>
                  <a:pt x="251334" y="43973"/>
                </a:lnTo>
                <a:lnTo>
                  <a:pt x="250987" y="44493"/>
                </a:lnTo>
                <a:lnTo>
                  <a:pt x="250646" y="45020"/>
                </a:lnTo>
                <a:lnTo>
                  <a:pt x="250313" y="45555"/>
                </a:lnTo>
                <a:lnTo>
                  <a:pt x="249987" y="46098"/>
                </a:lnTo>
                <a:lnTo>
                  <a:pt x="249668" y="46649"/>
                </a:lnTo>
                <a:lnTo>
                  <a:pt x="249357" y="47208"/>
                </a:lnTo>
                <a:lnTo>
                  <a:pt x="249052" y="47775"/>
                </a:lnTo>
                <a:lnTo>
                  <a:pt x="248756" y="48350"/>
                </a:lnTo>
                <a:lnTo>
                  <a:pt x="248466" y="48933"/>
                </a:lnTo>
                <a:lnTo>
                  <a:pt x="248184" y="49524"/>
                </a:lnTo>
                <a:lnTo>
                  <a:pt x="247909" y="50123"/>
                </a:lnTo>
                <a:lnTo>
                  <a:pt x="247641" y="50730"/>
                </a:lnTo>
                <a:lnTo>
                  <a:pt x="247381" y="51345"/>
                </a:lnTo>
                <a:lnTo>
                  <a:pt x="247127" y="51967"/>
                </a:lnTo>
                <a:lnTo>
                  <a:pt x="246882" y="52598"/>
                </a:lnTo>
                <a:lnTo>
                  <a:pt x="246643" y="53237"/>
                </a:lnTo>
                <a:lnTo>
                  <a:pt x="246412" y="53884"/>
                </a:lnTo>
                <a:lnTo>
                  <a:pt x="246188" y="54539"/>
                </a:lnTo>
                <a:lnTo>
                  <a:pt x="245971" y="55202"/>
                </a:lnTo>
                <a:lnTo>
                  <a:pt x="245762" y="55873"/>
                </a:lnTo>
                <a:lnTo>
                  <a:pt x="245560" y="56552"/>
                </a:lnTo>
                <a:lnTo>
                  <a:pt x="245365" y="57238"/>
                </a:lnTo>
                <a:lnTo>
                  <a:pt x="245179" y="57930"/>
                </a:lnTo>
                <a:lnTo>
                  <a:pt x="245001" y="58629"/>
                </a:lnTo>
                <a:lnTo>
                  <a:pt x="244832" y="59333"/>
                </a:lnTo>
                <a:lnTo>
                  <a:pt x="244671" y="60045"/>
                </a:lnTo>
                <a:lnTo>
                  <a:pt x="244518" y="60762"/>
                </a:lnTo>
                <a:lnTo>
                  <a:pt x="244373" y="61486"/>
                </a:lnTo>
                <a:lnTo>
                  <a:pt x="244237" y="62216"/>
                </a:lnTo>
                <a:lnTo>
                  <a:pt x="244108" y="62953"/>
                </a:lnTo>
                <a:lnTo>
                  <a:pt x="243989" y="63695"/>
                </a:lnTo>
                <a:lnTo>
                  <a:pt x="243877" y="64444"/>
                </a:lnTo>
                <a:lnTo>
                  <a:pt x="243774" y="65200"/>
                </a:lnTo>
                <a:lnTo>
                  <a:pt x="243678" y="65962"/>
                </a:lnTo>
                <a:lnTo>
                  <a:pt x="243592" y="66730"/>
                </a:lnTo>
                <a:lnTo>
                  <a:pt x="243513" y="67504"/>
                </a:lnTo>
                <a:lnTo>
                  <a:pt x="243443" y="68284"/>
                </a:lnTo>
                <a:lnTo>
                  <a:pt x="243381" y="69071"/>
                </a:lnTo>
                <a:lnTo>
                  <a:pt x="243327" y="69865"/>
                </a:lnTo>
                <a:lnTo>
                  <a:pt x="243281" y="70664"/>
                </a:lnTo>
                <a:lnTo>
                  <a:pt x="243244" y="71470"/>
                </a:lnTo>
                <a:lnTo>
                  <a:pt x="243215" y="72282"/>
                </a:lnTo>
                <a:lnTo>
                  <a:pt x="243195" y="73101"/>
                </a:lnTo>
                <a:lnTo>
                  <a:pt x="243182" y="73925"/>
                </a:lnTo>
                <a:lnTo>
                  <a:pt x="243178" y="74756"/>
                </a:lnTo>
                <a:lnTo>
                  <a:pt x="243178" y="76452"/>
                </a:lnTo>
                <a:lnTo>
                  <a:pt x="243182" y="77243"/>
                </a:lnTo>
                <a:lnTo>
                  <a:pt x="243195" y="78030"/>
                </a:lnTo>
                <a:lnTo>
                  <a:pt x="243215" y="78811"/>
                </a:lnTo>
                <a:lnTo>
                  <a:pt x="243244" y="79588"/>
                </a:lnTo>
                <a:lnTo>
                  <a:pt x="243281" y="80360"/>
                </a:lnTo>
                <a:lnTo>
                  <a:pt x="243327" y="81126"/>
                </a:lnTo>
                <a:lnTo>
                  <a:pt x="243381" y="81888"/>
                </a:lnTo>
                <a:lnTo>
                  <a:pt x="243443" y="82645"/>
                </a:lnTo>
                <a:lnTo>
                  <a:pt x="243513" y="83398"/>
                </a:lnTo>
                <a:lnTo>
                  <a:pt x="243592" y="84145"/>
                </a:lnTo>
                <a:lnTo>
                  <a:pt x="243678" y="84887"/>
                </a:lnTo>
                <a:lnTo>
                  <a:pt x="243774" y="85625"/>
                </a:lnTo>
                <a:lnTo>
                  <a:pt x="243877" y="86357"/>
                </a:lnTo>
                <a:lnTo>
                  <a:pt x="243989" y="87085"/>
                </a:lnTo>
                <a:lnTo>
                  <a:pt x="244108" y="87808"/>
                </a:lnTo>
                <a:lnTo>
                  <a:pt x="244237" y="88525"/>
                </a:lnTo>
                <a:lnTo>
                  <a:pt x="244373" y="89238"/>
                </a:lnTo>
                <a:lnTo>
                  <a:pt x="244518" y="89946"/>
                </a:lnTo>
                <a:lnTo>
                  <a:pt x="244671" y="90649"/>
                </a:lnTo>
                <a:lnTo>
                  <a:pt x="244832" y="91348"/>
                </a:lnTo>
                <a:lnTo>
                  <a:pt x="245001" y="92041"/>
                </a:lnTo>
                <a:lnTo>
                  <a:pt x="245179" y="92729"/>
                </a:lnTo>
                <a:lnTo>
                  <a:pt x="245365" y="93413"/>
                </a:lnTo>
                <a:lnTo>
                  <a:pt x="245560" y="94091"/>
                </a:lnTo>
                <a:lnTo>
                  <a:pt x="245762" y="94764"/>
                </a:lnTo>
                <a:lnTo>
                  <a:pt x="245971" y="95429"/>
                </a:lnTo>
                <a:lnTo>
                  <a:pt x="246188" y="96086"/>
                </a:lnTo>
                <a:lnTo>
                  <a:pt x="246413" y="96736"/>
                </a:lnTo>
                <a:lnTo>
                  <a:pt x="246645" y="97379"/>
                </a:lnTo>
                <a:lnTo>
                  <a:pt x="246884" y="98014"/>
                </a:lnTo>
                <a:lnTo>
                  <a:pt x="247131" y="98642"/>
                </a:lnTo>
                <a:lnTo>
                  <a:pt x="247385" y="99262"/>
                </a:lnTo>
                <a:lnTo>
                  <a:pt x="247647" y="99875"/>
                </a:lnTo>
                <a:lnTo>
                  <a:pt x="247916" y="100481"/>
                </a:lnTo>
                <a:lnTo>
                  <a:pt x="248192" y="101079"/>
                </a:lnTo>
                <a:lnTo>
                  <a:pt x="248476" y="101670"/>
                </a:lnTo>
                <a:lnTo>
                  <a:pt x="248767" y="102253"/>
                </a:lnTo>
                <a:lnTo>
                  <a:pt x="249066" y="102829"/>
                </a:lnTo>
                <a:lnTo>
                  <a:pt x="249372" y="103397"/>
                </a:lnTo>
                <a:lnTo>
                  <a:pt x="249686" y="103958"/>
                </a:lnTo>
                <a:lnTo>
                  <a:pt x="250007" y="104512"/>
                </a:lnTo>
                <a:lnTo>
                  <a:pt x="250335" y="105058"/>
                </a:lnTo>
                <a:lnTo>
                  <a:pt x="250671" y="105597"/>
                </a:lnTo>
                <a:lnTo>
                  <a:pt x="251015" y="106128"/>
                </a:lnTo>
                <a:lnTo>
                  <a:pt x="251365" y="106652"/>
                </a:lnTo>
                <a:lnTo>
                  <a:pt x="251723" y="107168"/>
                </a:lnTo>
                <a:lnTo>
                  <a:pt x="252089" y="107677"/>
                </a:lnTo>
                <a:lnTo>
                  <a:pt x="252462" y="108179"/>
                </a:lnTo>
                <a:lnTo>
                  <a:pt x="252842" y="108672"/>
                </a:lnTo>
                <a:lnTo>
                  <a:pt x="253228" y="109156"/>
                </a:lnTo>
                <a:lnTo>
                  <a:pt x="253621" y="109631"/>
                </a:lnTo>
                <a:lnTo>
                  <a:pt x="254020" y="110096"/>
                </a:lnTo>
                <a:lnTo>
                  <a:pt x="254425" y="110552"/>
                </a:lnTo>
                <a:lnTo>
                  <a:pt x="254836" y="110999"/>
                </a:lnTo>
                <a:lnTo>
                  <a:pt x="255254" y="111437"/>
                </a:lnTo>
                <a:lnTo>
                  <a:pt x="255678" y="111865"/>
                </a:lnTo>
                <a:lnTo>
                  <a:pt x="256108" y="112285"/>
                </a:lnTo>
                <a:lnTo>
                  <a:pt x="256545" y="112695"/>
                </a:lnTo>
                <a:lnTo>
                  <a:pt x="256988" y="113095"/>
                </a:lnTo>
                <a:lnTo>
                  <a:pt x="257437" y="113487"/>
                </a:lnTo>
                <a:lnTo>
                  <a:pt x="257893" y="113869"/>
                </a:lnTo>
                <a:lnTo>
                  <a:pt x="258355" y="114242"/>
                </a:lnTo>
                <a:lnTo>
                  <a:pt x="258823" y="114606"/>
                </a:lnTo>
                <a:lnTo>
                  <a:pt x="259297" y="114960"/>
                </a:lnTo>
                <a:lnTo>
                  <a:pt x="259778" y="115305"/>
                </a:lnTo>
                <a:lnTo>
                  <a:pt x="260265" y="115641"/>
                </a:lnTo>
                <a:lnTo>
                  <a:pt x="260759" y="115968"/>
                </a:lnTo>
                <a:lnTo>
                  <a:pt x="261258" y="116285"/>
                </a:lnTo>
                <a:lnTo>
                  <a:pt x="261764" y="116594"/>
                </a:lnTo>
                <a:lnTo>
                  <a:pt x="262277" y="116893"/>
                </a:lnTo>
                <a:lnTo>
                  <a:pt x="262795" y="117182"/>
                </a:lnTo>
                <a:lnTo>
                  <a:pt x="263320" y="117463"/>
                </a:lnTo>
                <a:lnTo>
                  <a:pt x="263851" y="117733"/>
                </a:lnTo>
                <a:lnTo>
                  <a:pt x="264387" y="117991"/>
                </a:lnTo>
                <a:lnTo>
                  <a:pt x="264928" y="118238"/>
                </a:lnTo>
                <a:lnTo>
                  <a:pt x="265474" y="118474"/>
                </a:lnTo>
                <a:lnTo>
                  <a:pt x="266026" y="118698"/>
                </a:lnTo>
                <a:lnTo>
                  <a:pt x="266582" y="118911"/>
                </a:lnTo>
                <a:lnTo>
                  <a:pt x="267144" y="119112"/>
                </a:lnTo>
                <a:lnTo>
                  <a:pt x="267711" y="119302"/>
                </a:lnTo>
                <a:lnTo>
                  <a:pt x="268283" y="119480"/>
                </a:lnTo>
                <a:lnTo>
                  <a:pt x="268861" y="119646"/>
                </a:lnTo>
                <a:lnTo>
                  <a:pt x="269443" y="119801"/>
                </a:lnTo>
                <a:lnTo>
                  <a:pt x="270031" y="119945"/>
                </a:lnTo>
                <a:lnTo>
                  <a:pt x="270624" y="120077"/>
                </a:lnTo>
                <a:lnTo>
                  <a:pt x="271222" y="120198"/>
                </a:lnTo>
                <a:lnTo>
                  <a:pt x="271825" y="120307"/>
                </a:lnTo>
                <a:lnTo>
                  <a:pt x="272434" y="120405"/>
                </a:lnTo>
                <a:lnTo>
                  <a:pt x="273048" y="120491"/>
                </a:lnTo>
                <a:lnTo>
                  <a:pt x="273666" y="120566"/>
                </a:lnTo>
                <a:lnTo>
                  <a:pt x="274290" y="120629"/>
                </a:lnTo>
                <a:lnTo>
                  <a:pt x="274920" y="120681"/>
                </a:lnTo>
                <a:lnTo>
                  <a:pt x="275554" y="120721"/>
                </a:lnTo>
                <a:lnTo>
                  <a:pt x="276194" y="120750"/>
                </a:lnTo>
                <a:lnTo>
                  <a:pt x="276839" y="120767"/>
                </a:lnTo>
                <a:lnTo>
                  <a:pt x="277489" y="120773"/>
                </a:lnTo>
                <a:lnTo>
                  <a:pt x="278178" y="120768"/>
                </a:lnTo>
                <a:lnTo>
                  <a:pt x="278860" y="120753"/>
                </a:lnTo>
                <a:lnTo>
                  <a:pt x="279535" y="120728"/>
                </a:lnTo>
                <a:lnTo>
                  <a:pt x="280202" y="120693"/>
                </a:lnTo>
                <a:lnTo>
                  <a:pt x="280862" y="120648"/>
                </a:lnTo>
                <a:lnTo>
                  <a:pt x="281515" y="120594"/>
                </a:lnTo>
                <a:lnTo>
                  <a:pt x="282161" y="120529"/>
                </a:lnTo>
                <a:lnTo>
                  <a:pt x="282799" y="120454"/>
                </a:lnTo>
                <a:lnTo>
                  <a:pt x="283430" y="120370"/>
                </a:lnTo>
                <a:lnTo>
                  <a:pt x="284053" y="120275"/>
                </a:lnTo>
                <a:lnTo>
                  <a:pt x="284670" y="120171"/>
                </a:lnTo>
                <a:lnTo>
                  <a:pt x="285279" y="120056"/>
                </a:lnTo>
                <a:lnTo>
                  <a:pt x="285881" y="119932"/>
                </a:lnTo>
                <a:lnTo>
                  <a:pt x="286475" y="119797"/>
                </a:lnTo>
                <a:lnTo>
                  <a:pt x="287063" y="119653"/>
                </a:lnTo>
                <a:lnTo>
                  <a:pt x="287643" y="119499"/>
                </a:lnTo>
                <a:lnTo>
                  <a:pt x="288215" y="119335"/>
                </a:lnTo>
                <a:lnTo>
                  <a:pt x="288781" y="119161"/>
                </a:lnTo>
                <a:lnTo>
                  <a:pt x="289339" y="118976"/>
                </a:lnTo>
                <a:lnTo>
                  <a:pt x="289890" y="118782"/>
                </a:lnTo>
                <a:lnTo>
                  <a:pt x="290433" y="118578"/>
                </a:lnTo>
                <a:lnTo>
                  <a:pt x="290969" y="118364"/>
                </a:lnTo>
                <a:lnTo>
                  <a:pt x="291498" y="118141"/>
                </a:lnTo>
                <a:lnTo>
                  <a:pt x="292020" y="117907"/>
                </a:lnTo>
                <a:lnTo>
                  <a:pt x="292535" y="117663"/>
                </a:lnTo>
                <a:lnTo>
                  <a:pt x="293043" y="117411"/>
                </a:lnTo>
                <a:lnTo>
                  <a:pt x="293544" y="117150"/>
                </a:lnTo>
                <a:lnTo>
                  <a:pt x="294039" y="116881"/>
                </a:lnTo>
                <a:lnTo>
                  <a:pt x="294528" y="116602"/>
                </a:lnTo>
                <a:lnTo>
                  <a:pt x="295010" y="116315"/>
                </a:lnTo>
                <a:lnTo>
                  <a:pt x="295485" y="116019"/>
                </a:lnTo>
                <a:lnTo>
                  <a:pt x="295953" y="115714"/>
                </a:lnTo>
                <a:lnTo>
                  <a:pt x="296415" y="115400"/>
                </a:lnTo>
                <a:lnTo>
                  <a:pt x="296871" y="115077"/>
                </a:lnTo>
                <a:lnTo>
                  <a:pt x="297320" y="114745"/>
                </a:lnTo>
                <a:lnTo>
                  <a:pt x="297762" y="114405"/>
                </a:lnTo>
                <a:lnTo>
                  <a:pt x="298198" y="114056"/>
                </a:lnTo>
                <a:lnTo>
                  <a:pt x="298627" y="113698"/>
                </a:lnTo>
                <a:lnTo>
                  <a:pt x="299049" y="113331"/>
                </a:lnTo>
                <a:lnTo>
                  <a:pt x="299465" y="112955"/>
                </a:lnTo>
                <a:lnTo>
                  <a:pt x="299874" y="112571"/>
                </a:lnTo>
                <a:lnTo>
                  <a:pt x="300277" y="112177"/>
                </a:lnTo>
                <a:lnTo>
                  <a:pt x="300673" y="111775"/>
                </a:lnTo>
                <a:lnTo>
                  <a:pt x="301063" y="111364"/>
                </a:lnTo>
                <a:lnTo>
                  <a:pt x="301446" y="110944"/>
                </a:lnTo>
                <a:lnTo>
                  <a:pt x="301822" y="110516"/>
                </a:lnTo>
                <a:lnTo>
                  <a:pt x="301950" y="110365"/>
                </a:lnTo>
                <a:lnTo>
                  <a:pt x="301950" y="118028"/>
                </a:lnTo>
                <a:lnTo>
                  <a:pt x="301945" y="118656"/>
                </a:lnTo>
                <a:lnTo>
                  <a:pt x="301930" y="119276"/>
                </a:lnTo>
                <a:lnTo>
                  <a:pt x="301905" y="119888"/>
                </a:lnTo>
                <a:lnTo>
                  <a:pt x="301870" y="120491"/>
                </a:lnTo>
                <a:lnTo>
                  <a:pt x="301825" y="121086"/>
                </a:lnTo>
                <a:lnTo>
                  <a:pt x="301771" y="121673"/>
                </a:lnTo>
                <a:lnTo>
                  <a:pt x="301706" y="122252"/>
                </a:lnTo>
                <a:lnTo>
                  <a:pt x="301631" y="122822"/>
                </a:lnTo>
                <a:lnTo>
                  <a:pt x="301547" y="123384"/>
                </a:lnTo>
                <a:lnTo>
                  <a:pt x="301452" y="123938"/>
                </a:lnTo>
                <a:lnTo>
                  <a:pt x="301348" y="124484"/>
                </a:lnTo>
                <a:lnTo>
                  <a:pt x="301233" y="125021"/>
                </a:lnTo>
                <a:lnTo>
                  <a:pt x="301109" y="125550"/>
                </a:lnTo>
                <a:lnTo>
                  <a:pt x="300975" y="126071"/>
                </a:lnTo>
                <a:lnTo>
                  <a:pt x="300830" y="126583"/>
                </a:lnTo>
                <a:lnTo>
                  <a:pt x="300676" y="127088"/>
                </a:lnTo>
                <a:lnTo>
                  <a:pt x="300512" y="127583"/>
                </a:lnTo>
                <a:lnTo>
                  <a:pt x="300338" y="128071"/>
                </a:lnTo>
                <a:lnTo>
                  <a:pt x="300154" y="128551"/>
                </a:lnTo>
                <a:lnTo>
                  <a:pt x="299960" y="129022"/>
                </a:lnTo>
                <a:lnTo>
                  <a:pt x="299756" y="129485"/>
                </a:lnTo>
                <a:lnTo>
                  <a:pt x="299542" y="129939"/>
                </a:lnTo>
                <a:lnTo>
                  <a:pt x="299318" y="130385"/>
                </a:lnTo>
                <a:lnTo>
                  <a:pt x="299084" y="130824"/>
                </a:lnTo>
                <a:lnTo>
                  <a:pt x="298841" y="131253"/>
                </a:lnTo>
                <a:lnTo>
                  <a:pt x="298590" y="131674"/>
                </a:lnTo>
                <a:lnTo>
                  <a:pt x="298331" y="132086"/>
                </a:lnTo>
                <a:lnTo>
                  <a:pt x="298065" y="132489"/>
                </a:lnTo>
                <a:lnTo>
                  <a:pt x="297790" y="132883"/>
                </a:lnTo>
                <a:lnTo>
                  <a:pt x="297507" y="133268"/>
                </a:lnTo>
                <a:lnTo>
                  <a:pt x="297216" y="133645"/>
                </a:lnTo>
                <a:lnTo>
                  <a:pt x="296918" y="134012"/>
                </a:lnTo>
                <a:lnTo>
                  <a:pt x="296611" y="134371"/>
                </a:lnTo>
                <a:lnTo>
                  <a:pt x="296296" y="134721"/>
                </a:lnTo>
                <a:lnTo>
                  <a:pt x="295973" y="135063"/>
                </a:lnTo>
                <a:lnTo>
                  <a:pt x="295643" y="135395"/>
                </a:lnTo>
                <a:lnTo>
                  <a:pt x="295304" y="135718"/>
                </a:lnTo>
                <a:lnTo>
                  <a:pt x="294957" y="136033"/>
                </a:lnTo>
                <a:lnTo>
                  <a:pt x="294603" y="136339"/>
                </a:lnTo>
                <a:lnTo>
                  <a:pt x="294240" y="136636"/>
                </a:lnTo>
                <a:lnTo>
                  <a:pt x="293869" y="136924"/>
                </a:lnTo>
                <a:lnTo>
                  <a:pt x="293491" y="137204"/>
                </a:lnTo>
                <a:lnTo>
                  <a:pt x="293104" y="137474"/>
                </a:lnTo>
                <a:lnTo>
                  <a:pt x="292710" y="137736"/>
                </a:lnTo>
                <a:lnTo>
                  <a:pt x="292307" y="137989"/>
                </a:lnTo>
                <a:lnTo>
                  <a:pt x="291896" y="138233"/>
                </a:lnTo>
                <a:lnTo>
                  <a:pt x="291478" y="138468"/>
                </a:lnTo>
                <a:lnTo>
                  <a:pt x="291051" y="138695"/>
                </a:lnTo>
                <a:lnTo>
                  <a:pt x="290617" y="138912"/>
                </a:lnTo>
                <a:lnTo>
                  <a:pt x="290177" y="139120"/>
                </a:lnTo>
                <a:lnTo>
                  <a:pt x="289729" y="139319"/>
                </a:lnTo>
                <a:lnTo>
                  <a:pt x="289275" y="139509"/>
                </a:lnTo>
                <a:lnTo>
                  <a:pt x="288814" y="139689"/>
                </a:lnTo>
                <a:lnTo>
                  <a:pt x="288347" y="139860"/>
                </a:lnTo>
                <a:lnTo>
                  <a:pt x="287872" y="140022"/>
                </a:lnTo>
                <a:lnTo>
                  <a:pt x="287391" y="140175"/>
                </a:lnTo>
                <a:lnTo>
                  <a:pt x="286904" y="140318"/>
                </a:lnTo>
                <a:lnTo>
                  <a:pt x="286409" y="140452"/>
                </a:lnTo>
                <a:lnTo>
                  <a:pt x="285908" y="140577"/>
                </a:lnTo>
                <a:lnTo>
                  <a:pt x="285400" y="140693"/>
                </a:lnTo>
                <a:lnTo>
                  <a:pt x="284885" y="140799"/>
                </a:lnTo>
                <a:lnTo>
                  <a:pt x="284364" y="140896"/>
                </a:lnTo>
                <a:lnTo>
                  <a:pt x="283836" y="140984"/>
                </a:lnTo>
                <a:lnTo>
                  <a:pt x="283301" y="141063"/>
                </a:lnTo>
                <a:lnTo>
                  <a:pt x="282760" y="141132"/>
                </a:lnTo>
                <a:lnTo>
                  <a:pt x="282211" y="141192"/>
                </a:lnTo>
                <a:lnTo>
                  <a:pt x="281656" y="141243"/>
                </a:lnTo>
                <a:lnTo>
                  <a:pt x="281094" y="141285"/>
                </a:lnTo>
                <a:lnTo>
                  <a:pt x="280526" y="141317"/>
                </a:lnTo>
                <a:lnTo>
                  <a:pt x="279951" y="141340"/>
                </a:lnTo>
                <a:lnTo>
                  <a:pt x="279369" y="141354"/>
                </a:lnTo>
                <a:lnTo>
                  <a:pt x="278780" y="141359"/>
                </a:lnTo>
                <a:lnTo>
                  <a:pt x="278289" y="141354"/>
                </a:lnTo>
                <a:lnTo>
                  <a:pt x="277797" y="141341"/>
                </a:lnTo>
                <a:lnTo>
                  <a:pt x="277305" y="141319"/>
                </a:lnTo>
                <a:lnTo>
                  <a:pt x="276812" y="141287"/>
                </a:lnTo>
                <a:lnTo>
                  <a:pt x="276319" y="141247"/>
                </a:lnTo>
                <a:lnTo>
                  <a:pt x="275826" y="141197"/>
                </a:lnTo>
                <a:lnTo>
                  <a:pt x="275332" y="141139"/>
                </a:lnTo>
                <a:lnTo>
                  <a:pt x="274838" y="141072"/>
                </a:lnTo>
                <a:lnTo>
                  <a:pt x="274343" y="140996"/>
                </a:lnTo>
                <a:lnTo>
                  <a:pt x="273848" y="140910"/>
                </a:lnTo>
                <a:lnTo>
                  <a:pt x="273353" y="140816"/>
                </a:lnTo>
                <a:lnTo>
                  <a:pt x="272857" y="140713"/>
                </a:lnTo>
                <a:lnTo>
                  <a:pt x="272360" y="140601"/>
                </a:lnTo>
                <a:lnTo>
                  <a:pt x="271863" y="140480"/>
                </a:lnTo>
                <a:lnTo>
                  <a:pt x="271366" y="140350"/>
                </a:lnTo>
                <a:lnTo>
                  <a:pt x="270869" y="140211"/>
                </a:lnTo>
                <a:lnTo>
                  <a:pt x="270371" y="140063"/>
                </a:lnTo>
                <a:lnTo>
                  <a:pt x="269872" y="139906"/>
                </a:lnTo>
                <a:lnTo>
                  <a:pt x="269373" y="139740"/>
                </a:lnTo>
                <a:lnTo>
                  <a:pt x="268874" y="139565"/>
                </a:lnTo>
                <a:lnTo>
                  <a:pt x="268374" y="139381"/>
                </a:lnTo>
                <a:lnTo>
                  <a:pt x="267874" y="139188"/>
                </a:lnTo>
                <a:lnTo>
                  <a:pt x="267373" y="138986"/>
                </a:lnTo>
                <a:lnTo>
                  <a:pt x="266872" y="138775"/>
                </a:lnTo>
                <a:lnTo>
                  <a:pt x="266372" y="138553"/>
                </a:lnTo>
                <a:lnTo>
                  <a:pt x="265874" y="138317"/>
                </a:lnTo>
                <a:lnTo>
                  <a:pt x="265377" y="138067"/>
                </a:lnTo>
                <a:lnTo>
                  <a:pt x="264882" y="137802"/>
                </a:lnTo>
                <a:lnTo>
                  <a:pt x="264389" y="137524"/>
                </a:lnTo>
                <a:lnTo>
                  <a:pt x="263898" y="137232"/>
                </a:lnTo>
                <a:lnTo>
                  <a:pt x="263409" y="136925"/>
                </a:lnTo>
                <a:lnTo>
                  <a:pt x="262921" y="136605"/>
                </a:lnTo>
                <a:lnTo>
                  <a:pt x="262435" y="136270"/>
                </a:lnTo>
                <a:lnTo>
                  <a:pt x="261952" y="135922"/>
                </a:lnTo>
                <a:lnTo>
                  <a:pt x="261470" y="135559"/>
                </a:lnTo>
                <a:lnTo>
                  <a:pt x="260989" y="135183"/>
                </a:lnTo>
                <a:lnTo>
                  <a:pt x="260511" y="134793"/>
                </a:lnTo>
                <a:lnTo>
                  <a:pt x="260034" y="134388"/>
                </a:lnTo>
                <a:lnTo>
                  <a:pt x="259559" y="133970"/>
                </a:lnTo>
                <a:lnTo>
                  <a:pt x="259086" y="133537"/>
                </a:lnTo>
                <a:lnTo>
                  <a:pt x="258615" y="133090"/>
                </a:lnTo>
                <a:lnTo>
                  <a:pt x="258146" y="132630"/>
                </a:lnTo>
                <a:lnTo>
                  <a:pt x="257679" y="132155"/>
                </a:lnTo>
                <a:lnTo>
                  <a:pt x="257213" y="131667"/>
                </a:lnTo>
                <a:lnTo>
                  <a:pt x="256749" y="131164"/>
                </a:lnTo>
                <a:lnTo>
                  <a:pt x="256287" y="130648"/>
                </a:lnTo>
                <a:lnTo>
                  <a:pt x="255827" y="130117"/>
                </a:lnTo>
                <a:lnTo>
                  <a:pt x="255368" y="129572"/>
                </a:lnTo>
                <a:lnTo>
                  <a:pt x="247538" y="138453"/>
                </a:lnTo>
                <a:lnTo>
                  <a:pt x="247871" y="138920"/>
                </a:lnTo>
                <a:lnTo>
                  <a:pt x="248210" y="139378"/>
                </a:lnTo>
                <a:lnTo>
                  <a:pt x="248556" y="139829"/>
                </a:lnTo>
                <a:lnTo>
                  <a:pt x="248909" y="140272"/>
                </a:lnTo>
                <a:lnTo>
                  <a:pt x="249268" y="140707"/>
                </a:lnTo>
                <a:lnTo>
                  <a:pt x="249634" y="141134"/>
                </a:lnTo>
                <a:lnTo>
                  <a:pt x="250006" y="141553"/>
                </a:lnTo>
                <a:lnTo>
                  <a:pt x="250386" y="141964"/>
                </a:lnTo>
                <a:lnTo>
                  <a:pt x="250771" y="142367"/>
                </a:lnTo>
                <a:lnTo>
                  <a:pt x="251163" y="142762"/>
                </a:lnTo>
                <a:lnTo>
                  <a:pt x="251562" y="143149"/>
                </a:lnTo>
                <a:lnTo>
                  <a:pt x="251968" y="143528"/>
                </a:lnTo>
                <a:lnTo>
                  <a:pt x="252380" y="143900"/>
                </a:lnTo>
                <a:lnTo>
                  <a:pt x="252798" y="144263"/>
                </a:lnTo>
                <a:lnTo>
                  <a:pt x="253223" y="144618"/>
                </a:lnTo>
                <a:lnTo>
                  <a:pt x="253655" y="144965"/>
                </a:lnTo>
                <a:lnTo>
                  <a:pt x="254093" y="145304"/>
                </a:lnTo>
                <a:lnTo>
                  <a:pt x="254538" y="145635"/>
                </a:lnTo>
                <a:lnTo>
                  <a:pt x="254990" y="145958"/>
                </a:lnTo>
                <a:lnTo>
                  <a:pt x="255448" y="146273"/>
                </a:lnTo>
                <a:lnTo>
                  <a:pt x="255913" y="146580"/>
                </a:lnTo>
                <a:lnTo>
                  <a:pt x="256384" y="146880"/>
                </a:lnTo>
                <a:lnTo>
                  <a:pt x="256862" y="147171"/>
                </a:lnTo>
                <a:lnTo>
                  <a:pt x="257346" y="147454"/>
                </a:lnTo>
                <a:lnTo>
                  <a:pt x="257834" y="147730"/>
                </a:lnTo>
                <a:lnTo>
                  <a:pt x="258323" y="147999"/>
                </a:lnTo>
                <a:lnTo>
                  <a:pt x="258813" y="148261"/>
                </a:lnTo>
                <a:lnTo>
                  <a:pt x="259304" y="148517"/>
                </a:lnTo>
                <a:lnTo>
                  <a:pt x="259796" y="148766"/>
                </a:lnTo>
                <a:lnTo>
                  <a:pt x="260288" y="149008"/>
                </a:lnTo>
                <a:lnTo>
                  <a:pt x="260781" y="149244"/>
                </a:lnTo>
                <a:lnTo>
                  <a:pt x="261275" y="149472"/>
                </a:lnTo>
                <a:lnTo>
                  <a:pt x="261770" y="149694"/>
                </a:lnTo>
                <a:lnTo>
                  <a:pt x="262266" y="149910"/>
                </a:lnTo>
                <a:lnTo>
                  <a:pt x="262762" y="150118"/>
                </a:lnTo>
                <a:lnTo>
                  <a:pt x="263260" y="150320"/>
                </a:lnTo>
                <a:lnTo>
                  <a:pt x="263758" y="150515"/>
                </a:lnTo>
                <a:lnTo>
                  <a:pt x="264257" y="150703"/>
                </a:lnTo>
                <a:lnTo>
                  <a:pt x="264757" y="150885"/>
                </a:lnTo>
                <a:lnTo>
                  <a:pt x="265258" y="151060"/>
                </a:lnTo>
                <a:lnTo>
                  <a:pt x="265759" y="151228"/>
                </a:lnTo>
                <a:lnTo>
                  <a:pt x="266262" y="151390"/>
                </a:lnTo>
                <a:lnTo>
                  <a:pt x="266765" y="151544"/>
                </a:lnTo>
                <a:lnTo>
                  <a:pt x="267269" y="151692"/>
                </a:lnTo>
                <a:lnTo>
                  <a:pt x="267774" y="151834"/>
                </a:lnTo>
                <a:lnTo>
                  <a:pt x="268280" y="151968"/>
                </a:lnTo>
                <a:lnTo>
                  <a:pt x="268787" y="152096"/>
                </a:lnTo>
                <a:lnTo>
                  <a:pt x="269294" y="152217"/>
                </a:lnTo>
                <a:lnTo>
                  <a:pt x="269800" y="152332"/>
                </a:lnTo>
                <a:lnTo>
                  <a:pt x="270299" y="152443"/>
                </a:lnTo>
                <a:lnTo>
                  <a:pt x="270794" y="152548"/>
                </a:lnTo>
                <a:lnTo>
                  <a:pt x="271282" y="152649"/>
                </a:lnTo>
                <a:lnTo>
                  <a:pt x="271766" y="152744"/>
                </a:lnTo>
                <a:lnTo>
                  <a:pt x="272244" y="152835"/>
                </a:lnTo>
                <a:lnTo>
                  <a:pt x="272716" y="152921"/>
                </a:lnTo>
                <a:lnTo>
                  <a:pt x="273183" y="153002"/>
                </a:lnTo>
                <a:lnTo>
                  <a:pt x="273644" y="153078"/>
                </a:lnTo>
                <a:lnTo>
                  <a:pt x="274100" y="153149"/>
                </a:lnTo>
                <a:lnTo>
                  <a:pt x="274551" y="153215"/>
                </a:lnTo>
                <a:lnTo>
                  <a:pt x="274996" y="153277"/>
                </a:lnTo>
                <a:lnTo>
                  <a:pt x="275436" y="153333"/>
                </a:lnTo>
                <a:lnTo>
                  <a:pt x="275870" y="153385"/>
                </a:lnTo>
                <a:lnTo>
                  <a:pt x="276298" y="153431"/>
                </a:lnTo>
                <a:lnTo>
                  <a:pt x="276722" y="153473"/>
                </a:lnTo>
                <a:lnTo>
                  <a:pt x="277139" y="153510"/>
                </a:lnTo>
                <a:lnTo>
                  <a:pt x="277552" y="153542"/>
                </a:lnTo>
                <a:lnTo>
                  <a:pt x="277958" y="153569"/>
                </a:lnTo>
                <a:lnTo>
                  <a:pt x="278360" y="153591"/>
                </a:lnTo>
                <a:lnTo>
                  <a:pt x="278756" y="153608"/>
                </a:lnTo>
                <a:lnTo>
                  <a:pt x="279146" y="153620"/>
                </a:lnTo>
                <a:lnTo>
                  <a:pt x="279531" y="153627"/>
                </a:lnTo>
                <a:lnTo>
                  <a:pt x="279910" y="153630"/>
                </a:lnTo>
                <a:lnTo>
                  <a:pt x="280814" y="153623"/>
                </a:lnTo>
                <a:lnTo>
                  <a:pt x="281709" y="153600"/>
                </a:lnTo>
                <a:lnTo>
                  <a:pt x="282595" y="153564"/>
                </a:lnTo>
                <a:lnTo>
                  <a:pt x="283473" y="153512"/>
                </a:lnTo>
                <a:lnTo>
                  <a:pt x="284341" y="153446"/>
                </a:lnTo>
                <a:lnTo>
                  <a:pt x="285201" y="153365"/>
                </a:lnTo>
                <a:lnTo>
                  <a:pt x="286052" y="153269"/>
                </a:lnTo>
                <a:lnTo>
                  <a:pt x="286894" y="153159"/>
                </a:lnTo>
                <a:lnTo>
                  <a:pt x="287727" y="153034"/>
                </a:lnTo>
                <a:lnTo>
                  <a:pt x="288551" y="152894"/>
                </a:lnTo>
                <a:lnTo>
                  <a:pt x="289367" y="152740"/>
                </a:lnTo>
                <a:lnTo>
                  <a:pt x="290173" y="152570"/>
                </a:lnTo>
                <a:lnTo>
                  <a:pt x="290971" y="152386"/>
                </a:lnTo>
                <a:lnTo>
                  <a:pt x="291760" y="152188"/>
                </a:lnTo>
                <a:lnTo>
                  <a:pt x="292540" y="151974"/>
                </a:lnTo>
                <a:lnTo>
                  <a:pt x="293312" y="151746"/>
                </a:lnTo>
                <a:lnTo>
                  <a:pt x="294074" y="151503"/>
                </a:lnTo>
                <a:lnTo>
                  <a:pt x="294828" y="151246"/>
                </a:lnTo>
                <a:lnTo>
                  <a:pt x="295573" y="150974"/>
                </a:lnTo>
                <a:lnTo>
                  <a:pt x="296309" y="150687"/>
                </a:lnTo>
                <a:lnTo>
                  <a:pt x="297036" y="150385"/>
                </a:lnTo>
                <a:lnTo>
                  <a:pt x="297754" y="150068"/>
                </a:lnTo>
                <a:lnTo>
                  <a:pt x="298464" y="149737"/>
                </a:lnTo>
                <a:lnTo>
                  <a:pt x="299165" y="149392"/>
                </a:lnTo>
                <a:lnTo>
                  <a:pt x="299855" y="149032"/>
                </a:lnTo>
                <a:lnTo>
                  <a:pt x="300532" y="148658"/>
                </a:lnTo>
                <a:lnTo>
                  <a:pt x="301196" y="148271"/>
                </a:lnTo>
                <a:lnTo>
                  <a:pt x="301848" y="147870"/>
                </a:lnTo>
                <a:lnTo>
                  <a:pt x="302487" y="147456"/>
                </a:lnTo>
                <a:lnTo>
                  <a:pt x="303113" y="147028"/>
                </a:lnTo>
                <a:lnTo>
                  <a:pt x="303726" y="146586"/>
                </a:lnTo>
                <a:lnTo>
                  <a:pt x="304327" y="146131"/>
                </a:lnTo>
                <a:lnTo>
                  <a:pt x="304915" y="145662"/>
                </a:lnTo>
                <a:lnTo>
                  <a:pt x="305490" y="145180"/>
                </a:lnTo>
                <a:lnTo>
                  <a:pt x="306052" y="144684"/>
                </a:lnTo>
                <a:lnTo>
                  <a:pt x="306602" y="144174"/>
                </a:lnTo>
                <a:lnTo>
                  <a:pt x="307139" y="143651"/>
                </a:lnTo>
                <a:lnTo>
                  <a:pt x="307663" y="143114"/>
                </a:lnTo>
                <a:lnTo>
                  <a:pt x="308174" y="142564"/>
                </a:lnTo>
                <a:lnTo>
                  <a:pt x="308673" y="142000"/>
                </a:lnTo>
                <a:lnTo>
                  <a:pt x="309159" y="141423"/>
                </a:lnTo>
                <a:lnTo>
                  <a:pt x="309632" y="140832"/>
                </a:lnTo>
                <a:lnTo>
                  <a:pt x="310092" y="140227"/>
                </a:lnTo>
                <a:lnTo>
                  <a:pt x="310540" y="139609"/>
                </a:lnTo>
                <a:lnTo>
                  <a:pt x="310975" y="138977"/>
                </a:lnTo>
                <a:lnTo>
                  <a:pt x="311397" y="138331"/>
                </a:lnTo>
                <a:lnTo>
                  <a:pt x="311806" y="137672"/>
                </a:lnTo>
                <a:lnTo>
                  <a:pt x="312203" y="136999"/>
                </a:lnTo>
                <a:lnTo>
                  <a:pt x="312585" y="136314"/>
                </a:lnTo>
                <a:lnTo>
                  <a:pt x="312950" y="135617"/>
                </a:lnTo>
                <a:lnTo>
                  <a:pt x="313300" y="134908"/>
                </a:lnTo>
                <a:lnTo>
                  <a:pt x="313633" y="134187"/>
                </a:lnTo>
                <a:lnTo>
                  <a:pt x="313950" y="133455"/>
                </a:lnTo>
                <a:lnTo>
                  <a:pt x="314251" y="132711"/>
                </a:lnTo>
                <a:lnTo>
                  <a:pt x="314536" y="131955"/>
                </a:lnTo>
                <a:lnTo>
                  <a:pt x="314804" y="131187"/>
                </a:lnTo>
                <a:lnTo>
                  <a:pt x="315056" y="130407"/>
                </a:lnTo>
                <a:lnTo>
                  <a:pt x="315292" y="129616"/>
                </a:lnTo>
                <a:lnTo>
                  <a:pt x="315511" y="128813"/>
                </a:lnTo>
                <a:lnTo>
                  <a:pt x="315714" y="127998"/>
                </a:lnTo>
                <a:lnTo>
                  <a:pt x="315901" y="127171"/>
                </a:lnTo>
                <a:lnTo>
                  <a:pt x="316072" y="126333"/>
                </a:lnTo>
                <a:lnTo>
                  <a:pt x="316226" y="125483"/>
                </a:lnTo>
                <a:lnTo>
                  <a:pt x="316365" y="124621"/>
                </a:lnTo>
                <a:lnTo>
                  <a:pt x="316487" y="123747"/>
                </a:lnTo>
                <a:lnTo>
                  <a:pt x="316592" y="122862"/>
                </a:lnTo>
                <a:lnTo>
                  <a:pt x="316682" y="121964"/>
                </a:lnTo>
                <a:lnTo>
                  <a:pt x="316755" y="121055"/>
                </a:lnTo>
                <a:lnTo>
                  <a:pt x="316812" y="120134"/>
                </a:lnTo>
                <a:lnTo>
                  <a:pt x="316852" y="119202"/>
                </a:lnTo>
                <a:lnTo>
                  <a:pt x="316877" y="118257"/>
                </a:lnTo>
                <a:lnTo>
                  <a:pt x="316885" y="117301"/>
                </a:lnTo>
                <a:lnTo>
                  <a:pt x="316885" y="31808"/>
                </a:lnTo>
                <a:lnTo>
                  <a:pt x="303322" y="31808"/>
                </a:lnTo>
                <a:lnTo>
                  <a:pt x="302632" y="41473"/>
                </a:lnTo>
                <a:lnTo>
                  <a:pt x="302555" y="41374"/>
                </a:lnTo>
                <a:lnTo>
                  <a:pt x="302192" y="40925"/>
                </a:lnTo>
                <a:lnTo>
                  <a:pt x="301823" y="40484"/>
                </a:lnTo>
                <a:close/>
                <a:moveTo>
                  <a:pt x="301799" y="95329"/>
                </a:moveTo>
                <a:lnTo>
                  <a:pt x="301571" y="95767"/>
                </a:lnTo>
                <a:lnTo>
                  <a:pt x="301339" y="96202"/>
                </a:lnTo>
                <a:lnTo>
                  <a:pt x="301102" y="96634"/>
                </a:lnTo>
                <a:lnTo>
                  <a:pt x="300860" y="97061"/>
                </a:lnTo>
                <a:lnTo>
                  <a:pt x="300611" y="97481"/>
                </a:lnTo>
                <a:lnTo>
                  <a:pt x="300355" y="97894"/>
                </a:lnTo>
                <a:lnTo>
                  <a:pt x="300092" y="98300"/>
                </a:lnTo>
                <a:lnTo>
                  <a:pt x="299822" y="98699"/>
                </a:lnTo>
                <a:lnTo>
                  <a:pt x="299546" y="99091"/>
                </a:lnTo>
                <a:lnTo>
                  <a:pt x="299262" y="99476"/>
                </a:lnTo>
                <a:lnTo>
                  <a:pt x="298972" y="99854"/>
                </a:lnTo>
                <a:lnTo>
                  <a:pt x="298675" y="100225"/>
                </a:lnTo>
                <a:lnTo>
                  <a:pt x="298371" y="100589"/>
                </a:lnTo>
                <a:lnTo>
                  <a:pt x="298060" y="100946"/>
                </a:lnTo>
                <a:lnTo>
                  <a:pt x="297742" y="101296"/>
                </a:lnTo>
                <a:lnTo>
                  <a:pt x="297417" y="101639"/>
                </a:lnTo>
                <a:lnTo>
                  <a:pt x="297086" y="101975"/>
                </a:lnTo>
                <a:lnTo>
                  <a:pt x="296747" y="102304"/>
                </a:lnTo>
                <a:lnTo>
                  <a:pt x="296402" y="102626"/>
                </a:lnTo>
                <a:lnTo>
                  <a:pt x="296050" y="102941"/>
                </a:lnTo>
                <a:lnTo>
                  <a:pt x="295691" y="103249"/>
                </a:lnTo>
                <a:lnTo>
                  <a:pt x="295325" y="103550"/>
                </a:lnTo>
                <a:lnTo>
                  <a:pt x="294952" y="103844"/>
                </a:lnTo>
                <a:lnTo>
                  <a:pt x="294572" y="104131"/>
                </a:lnTo>
                <a:lnTo>
                  <a:pt x="294186" y="104411"/>
                </a:lnTo>
                <a:lnTo>
                  <a:pt x="293793" y="104684"/>
                </a:lnTo>
                <a:lnTo>
                  <a:pt x="293392" y="104949"/>
                </a:lnTo>
                <a:lnTo>
                  <a:pt x="292984" y="105206"/>
                </a:lnTo>
                <a:lnTo>
                  <a:pt x="292567" y="105452"/>
                </a:lnTo>
                <a:lnTo>
                  <a:pt x="292141" y="105687"/>
                </a:lnTo>
                <a:lnTo>
                  <a:pt x="291706" y="105912"/>
                </a:lnTo>
                <a:lnTo>
                  <a:pt x="291262" y="106125"/>
                </a:lnTo>
                <a:lnTo>
                  <a:pt x="290809" y="106327"/>
                </a:lnTo>
                <a:lnTo>
                  <a:pt x="290347" y="106518"/>
                </a:lnTo>
                <a:lnTo>
                  <a:pt x="289876" y="106699"/>
                </a:lnTo>
                <a:lnTo>
                  <a:pt x="289396" y="106868"/>
                </a:lnTo>
                <a:lnTo>
                  <a:pt x="288907" y="107027"/>
                </a:lnTo>
                <a:lnTo>
                  <a:pt x="288410" y="107174"/>
                </a:lnTo>
                <a:lnTo>
                  <a:pt x="287903" y="107311"/>
                </a:lnTo>
                <a:lnTo>
                  <a:pt x="287387" y="107437"/>
                </a:lnTo>
                <a:lnTo>
                  <a:pt x="286862" y="107551"/>
                </a:lnTo>
                <a:lnTo>
                  <a:pt x="286329" y="107655"/>
                </a:lnTo>
                <a:lnTo>
                  <a:pt x="285786" y="107748"/>
                </a:lnTo>
                <a:lnTo>
                  <a:pt x="285234" y="107830"/>
                </a:lnTo>
                <a:lnTo>
                  <a:pt x="284674" y="107901"/>
                </a:lnTo>
                <a:lnTo>
                  <a:pt x="284104" y="107961"/>
                </a:lnTo>
                <a:lnTo>
                  <a:pt x="283525" y="108011"/>
                </a:lnTo>
                <a:lnTo>
                  <a:pt x="282938" y="108049"/>
                </a:lnTo>
                <a:lnTo>
                  <a:pt x="282341" y="108076"/>
                </a:lnTo>
                <a:lnTo>
                  <a:pt x="281736" y="108092"/>
                </a:lnTo>
                <a:lnTo>
                  <a:pt x="281121" y="108098"/>
                </a:lnTo>
                <a:lnTo>
                  <a:pt x="280620" y="108094"/>
                </a:lnTo>
                <a:lnTo>
                  <a:pt x="280124" y="108081"/>
                </a:lnTo>
                <a:lnTo>
                  <a:pt x="279634" y="108059"/>
                </a:lnTo>
                <a:lnTo>
                  <a:pt x="279150" y="108030"/>
                </a:lnTo>
                <a:lnTo>
                  <a:pt x="278672" y="107991"/>
                </a:lnTo>
                <a:lnTo>
                  <a:pt x="278200" y="107944"/>
                </a:lnTo>
                <a:lnTo>
                  <a:pt x="277734" y="107888"/>
                </a:lnTo>
                <a:lnTo>
                  <a:pt x="277273" y="107824"/>
                </a:lnTo>
                <a:lnTo>
                  <a:pt x="276819" y="107752"/>
                </a:lnTo>
                <a:lnTo>
                  <a:pt x="276370" y="107670"/>
                </a:lnTo>
                <a:lnTo>
                  <a:pt x="275927" y="107581"/>
                </a:lnTo>
                <a:lnTo>
                  <a:pt x="275490" y="107482"/>
                </a:lnTo>
                <a:lnTo>
                  <a:pt x="275059" y="107376"/>
                </a:lnTo>
                <a:lnTo>
                  <a:pt x="274634" y="107260"/>
                </a:lnTo>
                <a:lnTo>
                  <a:pt x="274215" y="107136"/>
                </a:lnTo>
                <a:lnTo>
                  <a:pt x="273802" y="107004"/>
                </a:lnTo>
                <a:lnTo>
                  <a:pt x="273394" y="106863"/>
                </a:lnTo>
                <a:lnTo>
                  <a:pt x="272993" y="106713"/>
                </a:lnTo>
                <a:lnTo>
                  <a:pt x="272597" y="106555"/>
                </a:lnTo>
                <a:lnTo>
                  <a:pt x="272207" y="106388"/>
                </a:lnTo>
                <a:lnTo>
                  <a:pt x="271824" y="106213"/>
                </a:lnTo>
                <a:lnTo>
                  <a:pt x="271446" y="106029"/>
                </a:lnTo>
                <a:lnTo>
                  <a:pt x="271073" y="105837"/>
                </a:lnTo>
                <a:lnTo>
                  <a:pt x="270707" y="105636"/>
                </a:lnTo>
                <a:lnTo>
                  <a:pt x="270347" y="105427"/>
                </a:lnTo>
                <a:lnTo>
                  <a:pt x="269992" y="105212"/>
                </a:lnTo>
                <a:lnTo>
                  <a:pt x="269642" y="104990"/>
                </a:lnTo>
                <a:lnTo>
                  <a:pt x="269298" y="104762"/>
                </a:lnTo>
                <a:lnTo>
                  <a:pt x="268959" y="104527"/>
                </a:lnTo>
                <a:lnTo>
                  <a:pt x="268626" y="104286"/>
                </a:lnTo>
                <a:lnTo>
                  <a:pt x="268298" y="104038"/>
                </a:lnTo>
                <a:lnTo>
                  <a:pt x="267976" y="103783"/>
                </a:lnTo>
                <a:lnTo>
                  <a:pt x="267659" y="103522"/>
                </a:lnTo>
                <a:lnTo>
                  <a:pt x="267348" y="103254"/>
                </a:lnTo>
                <a:lnTo>
                  <a:pt x="267042" y="102980"/>
                </a:lnTo>
                <a:lnTo>
                  <a:pt x="266741" y="102699"/>
                </a:lnTo>
                <a:lnTo>
                  <a:pt x="266446" y="102412"/>
                </a:lnTo>
                <a:lnTo>
                  <a:pt x="266157" y="102117"/>
                </a:lnTo>
                <a:lnTo>
                  <a:pt x="265873" y="101817"/>
                </a:lnTo>
                <a:lnTo>
                  <a:pt x="265594" y="101509"/>
                </a:lnTo>
                <a:lnTo>
                  <a:pt x="265321" y="101196"/>
                </a:lnTo>
                <a:lnTo>
                  <a:pt x="265054" y="100875"/>
                </a:lnTo>
                <a:lnTo>
                  <a:pt x="264791" y="100548"/>
                </a:lnTo>
                <a:lnTo>
                  <a:pt x="264535" y="100214"/>
                </a:lnTo>
                <a:lnTo>
                  <a:pt x="264283" y="99874"/>
                </a:lnTo>
                <a:lnTo>
                  <a:pt x="264038" y="99527"/>
                </a:lnTo>
                <a:lnTo>
                  <a:pt x="263797" y="99174"/>
                </a:lnTo>
                <a:lnTo>
                  <a:pt x="263563" y="98814"/>
                </a:lnTo>
                <a:lnTo>
                  <a:pt x="263333" y="98448"/>
                </a:lnTo>
                <a:lnTo>
                  <a:pt x="263108" y="98078"/>
                </a:lnTo>
                <a:lnTo>
                  <a:pt x="262889" y="97703"/>
                </a:lnTo>
                <a:lnTo>
                  <a:pt x="262675" y="97323"/>
                </a:lnTo>
                <a:lnTo>
                  <a:pt x="262465" y="96938"/>
                </a:lnTo>
                <a:lnTo>
                  <a:pt x="262261" y="96548"/>
                </a:lnTo>
                <a:lnTo>
                  <a:pt x="262061" y="96154"/>
                </a:lnTo>
                <a:lnTo>
                  <a:pt x="261867" y="95755"/>
                </a:lnTo>
                <a:lnTo>
                  <a:pt x="261678" y="95351"/>
                </a:lnTo>
                <a:lnTo>
                  <a:pt x="261494" y="94943"/>
                </a:lnTo>
                <a:lnTo>
                  <a:pt x="261315" y="94530"/>
                </a:lnTo>
                <a:lnTo>
                  <a:pt x="261141" y="94111"/>
                </a:lnTo>
                <a:lnTo>
                  <a:pt x="260972" y="93689"/>
                </a:lnTo>
                <a:lnTo>
                  <a:pt x="260808" y="93261"/>
                </a:lnTo>
                <a:lnTo>
                  <a:pt x="260649" y="92829"/>
                </a:lnTo>
                <a:lnTo>
                  <a:pt x="260495" y="92391"/>
                </a:lnTo>
                <a:lnTo>
                  <a:pt x="260346" y="91950"/>
                </a:lnTo>
                <a:lnTo>
                  <a:pt x="260202" y="91503"/>
                </a:lnTo>
                <a:lnTo>
                  <a:pt x="260063" y="91051"/>
                </a:lnTo>
                <a:lnTo>
                  <a:pt x="259930" y="90595"/>
                </a:lnTo>
                <a:lnTo>
                  <a:pt x="259801" y="90134"/>
                </a:lnTo>
                <a:lnTo>
                  <a:pt x="259677" y="89668"/>
                </a:lnTo>
                <a:lnTo>
                  <a:pt x="259559" y="89198"/>
                </a:lnTo>
                <a:lnTo>
                  <a:pt x="259445" y="88723"/>
                </a:lnTo>
                <a:lnTo>
                  <a:pt x="259337" y="88244"/>
                </a:lnTo>
                <a:lnTo>
                  <a:pt x="259233" y="87762"/>
                </a:lnTo>
                <a:lnTo>
                  <a:pt x="259133" y="87277"/>
                </a:lnTo>
                <a:lnTo>
                  <a:pt x="259038" y="86790"/>
                </a:lnTo>
                <a:lnTo>
                  <a:pt x="258948" y="86299"/>
                </a:lnTo>
                <a:lnTo>
                  <a:pt x="258863" y="85806"/>
                </a:lnTo>
                <a:lnTo>
                  <a:pt x="258782" y="85310"/>
                </a:lnTo>
                <a:lnTo>
                  <a:pt x="258705" y="84812"/>
                </a:lnTo>
                <a:lnTo>
                  <a:pt x="258634" y="84310"/>
                </a:lnTo>
                <a:lnTo>
                  <a:pt x="258567" y="83806"/>
                </a:lnTo>
                <a:lnTo>
                  <a:pt x="258504" y="83299"/>
                </a:lnTo>
                <a:lnTo>
                  <a:pt x="258446" y="82789"/>
                </a:lnTo>
                <a:lnTo>
                  <a:pt x="258393" y="82276"/>
                </a:lnTo>
                <a:lnTo>
                  <a:pt x="258344" y="81761"/>
                </a:lnTo>
                <a:lnTo>
                  <a:pt x="258301" y="81242"/>
                </a:lnTo>
                <a:lnTo>
                  <a:pt x="258261" y="80721"/>
                </a:lnTo>
                <a:lnTo>
                  <a:pt x="258227" y="80197"/>
                </a:lnTo>
                <a:lnTo>
                  <a:pt x="258196" y="79671"/>
                </a:lnTo>
                <a:lnTo>
                  <a:pt x="258171" y="79141"/>
                </a:lnTo>
                <a:lnTo>
                  <a:pt x="258150" y="78609"/>
                </a:lnTo>
                <a:lnTo>
                  <a:pt x="258134" y="78074"/>
                </a:lnTo>
                <a:lnTo>
                  <a:pt x="258122" y="77536"/>
                </a:lnTo>
                <a:lnTo>
                  <a:pt x="258116" y="76995"/>
                </a:lnTo>
                <a:lnTo>
                  <a:pt x="258113" y="76452"/>
                </a:lnTo>
                <a:lnTo>
                  <a:pt x="258113" y="74756"/>
                </a:lnTo>
                <a:lnTo>
                  <a:pt x="258116" y="74213"/>
                </a:lnTo>
                <a:lnTo>
                  <a:pt x="258122" y="73672"/>
                </a:lnTo>
                <a:lnTo>
                  <a:pt x="258134" y="73134"/>
                </a:lnTo>
                <a:lnTo>
                  <a:pt x="258150" y="72598"/>
                </a:lnTo>
                <a:lnTo>
                  <a:pt x="258171" y="72065"/>
                </a:lnTo>
                <a:lnTo>
                  <a:pt x="258196" y="71535"/>
                </a:lnTo>
                <a:lnTo>
                  <a:pt x="258227" y="71007"/>
                </a:lnTo>
                <a:lnTo>
                  <a:pt x="258261" y="70482"/>
                </a:lnTo>
                <a:lnTo>
                  <a:pt x="258301" y="69960"/>
                </a:lnTo>
                <a:lnTo>
                  <a:pt x="258344" y="69440"/>
                </a:lnTo>
                <a:lnTo>
                  <a:pt x="258393" y="68923"/>
                </a:lnTo>
                <a:lnTo>
                  <a:pt x="258446" y="68409"/>
                </a:lnTo>
                <a:lnTo>
                  <a:pt x="258504" y="67897"/>
                </a:lnTo>
                <a:lnTo>
                  <a:pt x="258567" y="67388"/>
                </a:lnTo>
                <a:lnTo>
                  <a:pt x="258634" y="66882"/>
                </a:lnTo>
                <a:lnTo>
                  <a:pt x="258705" y="66378"/>
                </a:lnTo>
                <a:lnTo>
                  <a:pt x="258782" y="65877"/>
                </a:lnTo>
                <a:lnTo>
                  <a:pt x="258863" y="65379"/>
                </a:lnTo>
                <a:lnTo>
                  <a:pt x="258948" y="64883"/>
                </a:lnTo>
                <a:lnTo>
                  <a:pt x="259038" y="64390"/>
                </a:lnTo>
                <a:lnTo>
                  <a:pt x="259133" y="63900"/>
                </a:lnTo>
                <a:lnTo>
                  <a:pt x="259233" y="63412"/>
                </a:lnTo>
                <a:lnTo>
                  <a:pt x="259337" y="62927"/>
                </a:lnTo>
                <a:lnTo>
                  <a:pt x="259445" y="62445"/>
                </a:lnTo>
                <a:lnTo>
                  <a:pt x="259559" y="61966"/>
                </a:lnTo>
                <a:lnTo>
                  <a:pt x="259677" y="61492"/>
                </a:lnTo>
                <a:lnTo>
                  <a:pt x="259801" y="61023"/>
                </a:lnTo>
                <a:lnTo>
                  <a:pt x="259930" y="60559"/>
                </a:lnTo>
                <a:lnTo>
                  <a:pt x="260063" y="60099"/>
                </a:lnTo>
                <a:lnTo>
                  <a:pt x="260202" y="59645"/>
                </a:lnTo>
                <a:lnTo>
                  <a:pt x="260346" y="59195"/>
                </a:lnTo>
                <a:lnTo>
                  <a:pt x="260495" y="58749"/>
                </a:lnTo>
                <a:lnTo>
                  <a:pt x="260649" y="58309"/>
                </a:lnTo>
                <a:lnTo>
                  <a:pt x="260808" y="57873"/>
                </a:lnTo>
                <a:lnTo>
                  <a:pt x="260972" y="57442"/>
                </a:lnTo>
                <a:lnTo>
                  <a:pt x="261141" y="57016"/>
                </a:lnTo>
                <a:lnTo>
                  <a:pt x="261315" y="56594"/>
                </a:lnTo>
                <a:lnTo>
                  <a:pt x="261494" y="56178"/>
                </a:lnTo>
                <a:lnTo>
                  <a:pt x="261678" y="55766"/>
                </a:lnTo>
                <a:lnTo>
                  <a:pt x="261867" y="55359"/>
                </a:lnTo>
                <a:lnTo>
                  <a:pt x="262061" y="54956"/>
                </a:lnTo>
                <a:lnTo>
                  <a:pt x="262261" y="54559"/>
                </a:lnTo>
                <a:lnTo>
                  <a:pt x="262465" y="54166"/>
                </a:lnTo>
                <a:lnTo>
                  <a:pt x="262675" y="53778"/>
                </a:lnTo>
                <a:lnTo>
                  <a:pt x="262889" y="53394"/>
                </a:lnTo>
                <a:lnTo>
                  <a:pt x="263108" y="53016"/>
                </a:lnTo>
                <a:lnTo>
                  <a:pt x="263333" y="52642"/>
                </a:lnTo>
                <a:lnTo>
                  <a:pt x="263563" y="52273"/>
                </a:lnTo>
                <a:lnTo>
                  <a:pt x="263797" y="51909"/>
                </a:lnTo>
                <a:lnTo>
                  <a:pt x="264038" y="51553"/>
                </a:lnTo>
                <a:lnTo>
                  <a:pt x="264284" y="51202"/>
                </a:lnTo>
                <a:lnTo>
                  <a:pt x="264536" y="50858"/>
                </a:lnTo>
                <a:lnTo>
                  <a:pt x="264793" y="50520"/>
                </a:lnTo>
                <a:lnTo>
                  <a:pt x="265056" y="50189"/>
                </a:lnTo>
                <a:lnTo>
                  <a:pt x="265325" y="49864"/>
                </a:lnTo>
                <a:lnTo>
                  <a:pt x="265599" y="49546"/>
                </a:lnTo>
                <a:lnTo>
                  <a:pt x="265878" y="49234"/>
                </a:lnTo>
                <a:lnTo>
                  <a:pt x="266164" y="48929"/>
                </a:lnTo>
                <a:lnTo>
                  <a:pt x="266455" y="48630"/>
                </a:lnTo>
                <a:lnTo>
                  <a:pt x="266751" y="48337"/>
                </a:lnTo>
                <a:lnTo>
                  <a:pt x="267054" y="48051"/>
                </a:lnTo>
                <a:lnTo>
                  <a:pt x="267361" y="47772"/>
                </a:lnTo>
                <a:lnTo>
                  <a:pt x="267675" y="47498"/>
                </a:lnTo>
                <a:lnTo>
                  <a:pt x="267994" y="47232"/>
                </a:lnTo>
                <a:lnTo>
                  <a:pt x="268318" y="46971"/>
                </a:lnTo>
                <a:lnTo>
                  <a:pt x="268649" y="46718"/>
                </a:lnTo>
                <a:lnTo>
                  <a:pt x="268984" y="46470"/>
                </a:lnTo>
                <a:lnTo>
                  <a:pt x="269326" y="46229"/>
                </a:lnTo>
                <a:lnTo>
                  <a:pt x="269673" y="45995"/>
                </a:lnTo>
                <a:lnTo>
                  <a:pt x="270025" y="45767"/>
                </a:lnTo>
                <a:lnTo>
                  <a:pt x="270384" y="45545"/>
                </a:lnTo>
                <a:lnTo>
                  <a:pt x="270748" y="45330"/>
                </a:lnTo>
                <a:lnTo>
                  <a:pt x="271117" y="45123"/>
                </a:lnTo>
                <a:lnTo>
                  <a:pt x="271493" y="44924"/>
                </a:lnTo>
                <a:lnTo>
                  <a:pt x="271875" y="44734"/>
                </a:lnTo>
                <a:lnTo>
                  <a:pt x="272262" y="44553"/>
                </a:lnTo>
                <a:lnTo>
                  <a:pt x="272656" y="44381"/>
                </a:lnTo>
                <a:lnTo>
                  <a:pt x="273056" y="44218"/>
                </a:lnTo>
                <a:lnTo>
                  <a:pt x="273462" y="44063"/>
                </a:lnTo>
                <a:lnTo>
                  <a:pt x="273874" y="43917"/>
                </a:lnTo>
                <a:lnTo>
                  <a:pt x="274291" y="43780"/>
                </a:lnTo>
                <a:lnTo>
                  <a:pt x="274715" y="43652"/>
                </a:lnTo>
                <a:lnTo>
                  <a:pt x="275145" y="43533"/>
                </a:lnTo>
                <a:lnTo>
                  <a:pt x="275581" y="43423"/>
                </a:lnTo>
                <a:lnTo>
                  <a:pt x="276023" y="43321"/>
                </a:lnTo>
                <a:lnTo>
                  <a:pt x="276471" y="43229"/>
                </a:lnTo>
                <a:lnTo>
                  <a:pt x="276925" y="43145"/>
                </a:lnTo>
                <a:lnTo>
                  <a:pt x="277385" y="43070"/>
                </a:lnTo>
                <a:lnTo>
                  <a:pt x="277851" y="43003"/>
                </a:lnTo>
                <a:lnTo>
                  <a:pt x="278324" y="42946"/>
                </a:lnTo>
                <a:lnTo>
                  <a:pt x="278802" y="42897"/>
                </a:lnTo>
                <a:lnTo>
                  <a:pt x="279286" y="42858"/>
                </a:lnTo>
                <a:lnTo>
                  <a:pt x="279776" y="42827"/>
                </a:lnTo>
                <a:lnTo>
                  <a:pt x="280272" y="42805"/>
                </a:lnTo>
                <a:lnTo>
                  <a:pt x="280775" y="42792"/>
                </a:lnTo>
                <a:lnTo>
                  <a:pt x="281283" y="42787"/>
                </a:lnTo>
                <a:lnTo>
                  <a:pt x="281751" y="42790"/>
                </a:lnTo>
                <a:lnTo>
                  <a:pt x="282215" y="42801"/>
                </a:lnTo>
                <a:lnTo>
                  <a:pt x="282673" y="42817"/>
                </a:lnTo>
                <a:lnTo>
                  <a:pt x="283126" y="42841"/>
                </a:lnTo>
                <a:lnTo>
                  <a:pt x="283574" y="42871"/>
                </a:lnTo>
                <a:lnTo>
                  <a:pt x="284018" y="42908"/>
                </a:lnTo>
                <a:lnTo>
                  <a:pt x="284456" y="42952"/>
                </a:lnTo>
                <a:lnTo>
                  <a:pt x="284889" y="43002"/>
                </a:lnTo>
                <a:lnTo>
                  <a:pt x="285317" y="43060"/>
                </a:lnTo>
                <a:lnTo>
                  <a:pt x="285740" y="43123"/>
                </a:lnTo>
                <a:lnTo>
                  <a:pt x="286158" y="43194"/>
                </a:lnTo>
                <a:lnTo>
                  <a:pt x="286571" y="43271"/>
                </a:lnTo>
                <a:lnTo>
                  <a:pt x="286979" y="43356"/>
                </a:lnTo>
                <a:lnTo>
                  <a:pt x="287381" y="43446"/>
                </a:lnTo>
                <a:lnTo>
                  <a:pt x="287779" y="43544"/>
                </a:lnTo>
                <a:lnTo>
                  <a:pt x="288172" y="43648"/>
                </a:lnTo>
                <a:lnTo>
                  <a:pt x="288560" y="43759"/>
                </a:lnTo>
                <a:lnTo>
                  <a:pt x="288942" y="43877"/>
                </a:lnTo>
                <a:lnTo>
                  <a:pt x="289320" y="44001"/>
                </a:lnTo>
                <a:lnTo>
                  <a:pt x="289692" y="44133"/>
                </a:lnTo>
                <a:lnTo>
                  <a:pt x="290060" y="44271"/>
                </a:lnTo>
                <a:lnTo>
                  <a:pt x="290422" y="44415"/>
                </a:lnTo>
                <a:lnTo>
                  <a:pt x="290780" y="44567"/>
                </a:lnTo>
                <a:lnTo>
                  <a:pt x="291132" y="44725"/>
                </a:lnTo>
                <a:lnTo>
                  <a:pt x="291479" y="44888"/>
                </a:lnTo>
                <a:lnTo>
                  <a:pt x="291822" y="45057"/>
                </a:lnTo>
                <a:lnTo>
                  <a:pt x="292161" y="45230"/>
                </a:lnTo>
                <a:lnTo>
                  <a:pt x="292494" y="45407"/>
                </a:lnTo>
                <a:lnTo>
                  <a:pt x="292823" y="45590"/>
                </a:lnTo>
                <a:lnTo>
                  <a:pt x="293148" y="45777"/>
                </a:lnTo>
                <a:lnTo>
                  <a:pt x="293467" y="45968"/>
                </a:lnTo>
                <a:lnTo>
                  <a:pt x="293783" y="46164"/>
                </a:lnTo>
                <a:lnTo>
                  <a:pt x="294093" y="46365"/>
                </a:lnTo>
                <a:lnTo>
                  <a:pt x="294399" y="46570"/>
                </a:lnTo>
                <a:lnTo>
                  <a:pt x="294700" y="46781"/>
                </a:lnTo>
                <a:lnTo>
                  <a:pt x="294997" y="46995"/>
                </a:lnTo>
                <a:lnTo>
                  <a:pt x="295289" y="47214"/>
                </a:lnTo>
                <a:lnTo>
                  <a:pt x="295576" y="47438"/>
                </a:lnTo>
                <a:lnTo>
                  <a:pt x="295859" y="47667"/>
                </a:lnTo>
                <a:lnTo>
                  <a:pt x="296137" y="47900"/>
                </a:lnTo>
                <a:lnTo>
                  <a:pt x="296411" y="48138"/>
                </a:lnTo>
                <a:lnTo>
                  <a:pt x="296680" y="48380"/>
                </a:lnTo>
                <a:lnTo>
                  <a:pt x="296944" y="48627"/>
                </a:lnTo>
                <a:lnTo>
                  <a:pt x="297204" y="48879"/>
                </a:lnTo>
                <a:lnTo>
                  <a:pt x="297459" y="49135"/>
                </a:lnTo>
                <a:lnTo>
                  <a:pt x="297709" y="49396"/>
                </a:lnTo>
                <a:lnTo>
                  <a:pt x="297955" y="49662"/>
                </a:lnTo>
                <a:lnTo>
                  <a:pt x="298196" y="49932"/>
                </a:lnTo>
                <a:lnTo>
                  <a:pt x="298433" y="50206"/>
                </a:lnTo>
                <a:lnTo>
                  <a:pt x="298666" y="50483"/>
                </a:lnTo>
                <a:lnTo>
                  <a:pt x="298896" y="50763"/>
                </a:lnTo>
                <a:lnTo>
                  <a:pt x="299122" y="51046"/>
                </a:lnTo>
                <a:lnTo>
                  <a:pt x="299344" y="51333"/>
                </a:lnTo>
                <a:lnTo>
                  <a:pt x="299563" y="51622"/>
                </a:lnTo>
                <a:lnTo>
                  <a:pt x="299778" y="51915"/>
                </a:lnTo>
                <a:lnTo>
                  <a:pt x="299990" y="52210"/>
                </a:lnTo>
                <a:lnTo>
                  <a:pt x="300198" y="52509"/>
                </a:lnTo>
                <a:lnTo>
                  <a:pt x="300402" y="52811"/>
                </a:lnTo>
                <a:lnTo>
                  <a:pt x="300602" y="53115"/>
                </a:lnTo>
                <a:lnTo>
                  <a:pt x="300799" y="53423"/>
                </a:lnTo>
                <a:lnTo>
                  <a:pt x="300993" y="53734"/>
                </a:lnTo>
                <a:lnTo>
                  <a:pt x="301182" y="54048"/>
                </a:lnTo>
                <a:lnTo>
                  <a:pt x="301368" y="54366"/>
                </a:lnTo>
                <a:lnTo>
                  <a:pt x="301551" y="54686"/>
                </a:lnTo>
                <a:lnTo>
                  <a:pt x="301729" y="55009"/>
                </a:lnTo>
                <a:lnTo>
                  <a:pt x="301904" y="55336"/>
                </a:lnTo>
                <a:lnTo>
                  <a:pt x="301950" y="55423"/>
                </a:lnTo>
                <a:lnTo>
                  <a:pt x="301950" y="95031"/>
                </a:lnTo>
                <a:lnTo>
                  <a:pt x="301799" y="95329"/>
                </a:lnTo>
                <a:close/>
                <a:moveTo>
                  <a:pt x="409704" y="71388"/>
                </a:moveTo>
                <a:lnTo>
                  <a:pt x="409686" y="70635"/>
                </a:lnTo>
                <a:lnTo>
                  <a:pt x="409661" y="69886"/>
                </a:lnTo>
                <a:lnTo>
                  <a:pt x="409628" y="69142"/>
                </a:lnTo>
                <a:lnTo>
                  <a:pt x="409588" y="68404"/>
                </a:lnTo>
                <a:lnTo>
                  <a:pt x="409541" y="67670"/>
                </a:lnTo>
                <a:lnTo>
                  <a:pt x="409486" y="66941"/>
                </a:lnTo>
                <a:lnTo>
                  <a:pt x="409424" y="66217"/>
                </a:lnTo>
                <a:lnTo>
                  <a:pt x="409355" y="65498"/>
                </a:lnTo>
                <a:lnTo>
                  <a:pt x="409278" y="64783"/>
                </a:lnTo>
                <a:lnTo>
                  <a:pt x="409194" y="64074"/>
                </a:lnTo>
                <a:lnTo>
                  <a:pt x="409103" y="63370"/>
                </a:lnTo>
                <a:lnTo>
                  <a:pt x="409005" y="62670"/>
                </a:lnTo>
                <a:lnTo>
                  <a:pt x="408899" y="61975"/>
                </a:lnTo>
                <a:lnTo>
                  <a:pt x="408786" y="61286"/>
                </a:lnTo>
                <a:lnTo>
                  <a:pt x="408666" y="60601"/>
                </a:lnTo>
                <a:lnTo>
                  <a:pt x="408538" y="59921"/>
                </a:lnTo>
                <a:lnTo>
                  <a:pt x="408404" y="59246"/>
                </a:lnTo>
                <a:lnTo>
                  <a:pt x="408261" y="58575"/>
                </a:lnTo>
                <a:lnTo>
                  <a:pt x="408112" y="57910"/>
                </a:lnTo>
                <a:lnTo>
                  <a:pt x="407955" y="57250"/>
                </a:lnTo>
                <a:lnTo>
                  <a:pt x="407791" y="56594"/>
                </a:lnTo>
                <a:lnTo>
                  <a:pt x="407620" y="55944"/>
                </a:lnTo>
                <a:lnTo>
                  <a:pt x="407441" y="55299"/>
                </a:lnTo>
                <a:lnTo>
                  <a:pt x="407255" y="54661"/>
                </a:lnTo>
                <a:lnTo>
                  <a:pt x="407060" y="54031"/>
                </a:lnTo>
                <a:lnTo>
                  <a:pt x="406858" y="53407"/>
                </a:lnTo>
                <a:lnTo>
                  <a:pt x="406647" y="52790"/>
                </a:lnTo>
                <a:lnTo>
                  <a:pt x="406429" y="52181"/>
                </a:lnTo>
                <a:lnTo>
                  <a:pt x="406203" y="51578"/>
                </a:lnTo>
                <a:lnTo>
                  <a:pt x="405970" y="50982"/>
                </a:lnTo>
                <a:lnTo>
                  <a:pt x="405728" y="50394"/>
                </a:lnTo>
                <a:lnTo>
                  <a:pt x="405478" y="49812"/>
                </a:lnTo>
                <a:lnTo>
                  <a:pt x="405221" y="49237"/>
                </a:lnTo>
                <a:lnTo>
                  <a:pt x="404956" y="48670"/>
                </a:lnTo>
                <a:lnTo>
                  <a:pt x="404683" y="48109"/>
                </a:lnTo>
                <a:lnTo>
                  <a:pt x="404402" y="47555"/>
                </a:lnTo>
                <a:lnTo>
                  <a:pt x="404113" y="47009"/>
                </a:lnTo>
                <a:lnTo>
                  <a:pt x="403817" y="46469"/>
                </a:lnTo>
                <a:lnTo>
                  <a:pt x="403512" y="45936"/>
                </a:lnTo>
                <a:lnTo>
                  <a:pt x="403200" y="45411"/>
                </a:lnTo>
                <a:lnTo>
                  <a:pt x="402880" y="44892"/>
                </a:lnTo>
                <a:lnTo>
                  <a:pt x="402552" y="44380"/>
                </a:lnTo>
                <a:lnTo>
                  <a:pt x="402216" y="43876"/>
                </a:lnTo>
                <a:lnTo>
                  <a:pt x="401873" y="43378"/>
                </a:lnTo>
                <a:lnTo>
                  <a:pt x="401521" y="42887"/>
                </a:lnTo>
                <a:lnTo>
                  <a:pt x="401162" y="42404"/>
                </a:lnTo>
                <a:lnTo>
                  <a:pt x="400794" y="41928"/>
                </a:lnTo>
                <a:lnTo>
                  <a:pt x="400418" y="41461"/>
                </a:lnTo>
                <a:lnTo>
                  <a:pt x="400033" y="41003"/>
                </a:lnTo>
                <a:lnTo>
                  <a:pt x="399640" y="40553"/>
                </a:lnTo>
                <a:lnTo>
                  <a:pt x="399238" y="40113"/>
                </a:lnTo>
                <a:lnTo>
                  <a:pt x="398828" y="39681"/>
                </a:lnTo>
                <a:lnTo>
                  <a:pt x="398409" y="39258"/>
                </a:lnTo>
                <a:lnTo>
                  <a:pt x="397982" y="38844"/>
                </a:lnTo>
                <a:lnTo>
                  <a:pt x="397546" y="38439"/>
                </a:lnTo>
                <a:lnTo>
                  <a:pt x="397101" y="38042"/>
                </a:lnTo>
                <a:lnTo>
                  <a:pt x="396648" y="37655"/>
                </a:lnTo>
                <a:lnTo>
                  <a:pt x="396187" y="37276"/>
                </a:lnTo>
                <a:lnTo>
                  <a:pt x="395716" y="36906"/>
                </a:lnTo>
                <a:lnTo>
                  <a:pt x="395238" y="36545"/>
                </a:lnTo>
                <a:lnTo>
                  <a:pt x="394751" y="36192"/>
                </a:lnTo>
                <a:lnTo>
                  <a:pt x="394255" y="35849"/>
                </a:lnTo>
                <a:lnTo>
                  <a:pt x="393750" y="35514"/>
                </a:lnTo>
                <a:lnTo>
                  <a:pt x="393237" y="35188"/>
                </a:lnTo>
                <a:lnTo>
                  <a:pt x="392716" y="34871"/>
                </a:lnTo>
                <a:lnTo>
                  <a:pt x="392186" y="34563"/>
                </a:lnTo>
                <a:lnTo>
                  <a:pt x="391647" y="34263"/>
                </a:lnTo>
                <a:lnTo>
                  <a:pt x="391100" y="33972"/>
                </a:lnTo>
                <a:lnTo>
                  <a:pt x="390545" y="33690"/>
                </a:lnTo>
                <a:lnTo>
                  <a:pt x="389980" y="33417"/>
                </a:lnTo>
                <a:lnTo>
                  <a:pt x="389408" y="33154"/>
                </a:lnTo>
                <a:lnTo>
                  <a:pt x="388826" y="32902"/>
                </a:lnTo>
                <a:lnTo>
                  <a:pt x="388235" y="32662"/>
                </a:lnTo>
                <a:lnTo>
                  <a:pt x="387636" y="32432"/>
                </a:lnTo>
                <a:lnTo>
                  <a:pt x="387028" y="32214"/>
                </a:lnTo>
                <a:lnTo>
                  <a:pt x="386411" y="32007"/>
                </a:lnTo>
                <a:lnTo>
                  <a:pt x="385785" y="31811"/>
                </a:lnTo>
                <a:lnTo>
                  <a:pt x="385150" y="31626"/>
                </a:lnTo>
                <a:lnTo>
                  <a:pt x="384507" y="31453"/>
                </a:lnTo>
                <a:lnTo>
                  <a:pt x="383854" y="31290"/>
                </a:lnTo>
                <a:lnTo>
                  <a:pt x="383193" y="31139"/>
                </a:lnTo>
                <a:lnTo>
                  <a:pt x="382523" y="30999"/>
                </a:lnTo>
                <a:lnTo>
                  <a:pt x="381844" y="30870"/>
                </a:lnTo>
                <a:lnTo>
                  <a:pt x="381156" y="30753"/>
                </a:lnTo>
                <a:lnTo>
                  <a:pt x="380460" y="30647"/>
                </a:lnTo>
                <a:lnTo>
                  <a:pt x="379755" y="30551"/>
                </a:lnTo>
                <a:lnTo>
                  <a:pt x="379040" y="30467"/>
                </a:lnTo>
                <a:lnTo>
                  <a:pt x="378317" y="30395"/>
                </a:lnTo>
                <a:lnTo>
                  <a:pt x="377586" y="30333"/>
                </a:lnTo>
                <a:lnTo>
                  <a:pt x="376845" y="30283"/>
                </a:lnTo>
                <a:lnTo>
                  <a:pt x="376096" y="30244"/>
                </a:lnTo>
                <a:lnTo>
                  <a:pt x="375337" y="30216"/>
                </a:lnTo>
                <a:lnTo>
                  <a:pt x="374570" y="30199"/>
                </a:lnTo>
                <a:lnTo>
                  <a:pt x="373794" y="30193"/>
                </a:lnTo>
                <a:lnTo>
                  <a:pt x="373183" y="30198"/>
                </a:lnTo>
                <a:lnTo>
                  <a:pt x="372573" y="30214"/>
                </a:lnTo>
                <a:lnTo>
                  <a:pt x="371965" y="30240"/>
                </a:lnTo>
                <a:lnTo>
                  <a:pt x="371359" y="30276"/>
                </a:lnTo>
                <a:lnTo>
                  <a:pt x="370754" y="30323"/>
                </a:lnTo>
                <a:lnTo>
                  <a:pt x="370151" y="30380"/>
                </a:lnTo>
                <a:lnTo>
                  <a:pt x="369550" y="30447"/>
                </a:lnTo>
                <a:lnTo>
                  <a:pt x="368950" y="30525"/>
                </a:lnTo>
                <a:lnTo>
                  <a:pt x="368352" y="30613"/>
                </a:lnTo>
                <a:lnTo>
                  <a:pt x="367756" y="30712"/>
                </a:lnTo>
                <a:lnTo>
                  <a:pt x="367162" y="30821"/>
                </a:lnTo>
                <a:lnTo>
                  <a:pt x="366569" y="30940"/>
                </a:lnTo>
                <a:lnTo>
                  <a:pt x="365978" y="31070"/>
                </a:lnTo>
                <a:lnTo>
                  <a:pt x="365388" y="31210"/>
                </a:lnTo>
                <a:lnTo>
                  <a:pt x="364800" y="31360"/>
                </a:lnTo>
                <a:lnTo>
                  <a:pt x="364214" y="31521"/>
                </a:lnTo>
                <a:lnTo>
                  <a:pt x="363630" y="31692"/>
                </a:lnTo>
                <a:lnTo>
                  <a:pt x="363047" y="31873"/>
                </a:lnTo>
                <a:lnTo>
                  <a:pt x="362466" y="32065"/>
                </a:lnTo>
                <a:lnTo>
                  <a:pt x="361886" y="32267"/>
                </a:lnTo>
                <a:lnTo>
                  <a:pt x="361309" y="32480"/>
                </a:lnTo>
                <a:lnTo>
                  <a:pt x="360733" y="32703"/>
                </a:lnTo>
                <a:lnTo>
                  <a:pt x="360158" y="32936"/>
                </a:lnTo>
                <a:lnTo>
                  <a:pt x="359586" y="33180"/>
                </a:lnTo>
                <a:lnTo>
                  <a:pt x="359016" y="33434"/>
                </a:lnTo>
                <a:lnTo>
                  <a:pt x="358452" y="33698"/>
                </a:lnTo>
                <a:lnTo>
                  <a:pt x="357893" y="33971"/>
                </a:lnTo>
                <a:lnTo>
                  <a:pt x="357339" y="34254"/>
                </a:lnTo>
                <a:lnTo>
                  <a:pt x="356789" y="34547"/>
                </a:lnTo>
                <a:lnTo>
                  <a:pt x="356245" y="34850"/>
                </a:lnTo>
                <a:lnTo>
                  <a:pt x="355706" y="35163"/>
                </a:lnTo>
                <a:lnTo>
                  <a:pt x="355172" y="35485"/>
                </a:lnTo>
                <a:lnTo>
                  <a:pt x="354643" y="35818"/>
                </a:lnTo>
                <a:lnTo>
                  <a:pt x="354119" y="36160"/>
                </a:lnTo>
                <a:lnTo>
                  <a:pt x="353601" y="36512"/>
                </a:lnTo>
                <a:lnTo>
                  <a:pt x="353087" y="36874"/>
                </a:lnTo>
                <a:lnTo>
                  <a:pt x="352578" y="37245"/>
                </a:lnTo>
                <a:lnTo>
                  <a:pt x="352074" y="37627"/>
                </a:lnTo>
                <a:lnTo>
                  <a:pt x="351576" y="38018"/>
                </a:lnTo>
                <a:lnTo>
                  <a:pt x="351082" y="38419"/>
                </a:lnTo>
                <a:lnTo>
                  <a:pt x="350593" y="38829"/>
                </a:lnTo>
                <a:lnTo>
                  <a:pt x="350110" y="39250"/>
                </a:lnTo>
                <a:lnTo>
                  <a:pt x="349631" y="39681"/>
                </a:lnTo>
                <a:lnTo>
                  <a:pt x="349158" y="40121"/>
                </a:lnTo>
                <a:lnTo>
                  <a:pt x="348689" y="40571"/>
                </a:lnTo>
                <a:lnTo>
                  <a:pt x="348226" y="41031"/>
                </a:lnTo>
                <a:lnTo>
                  <a:pt x="347768" y="41500"/>
                </a:lnTo>
                <a:lnTo>
                  <a:pt x="347314" y="41980"/>
                </a:lnTo>
                <a:lnTo>
                  <a:pt x="346868" y="42469"/>
                </a:lnTo>
                <a:lnTo>
                  <a:pt x="346429" y="42966"/>
                </a:lnTo>
                <a:lnTo>
                  <a:pt x="345998" y="43473"/>
                </a:lnTo>
                <a:lnTo>
                  <a:pt x="345574" y="43988"/>
                </a:lnTo>
                <a:lnTo>
                  <a:pt x="345159" y="44512"/>
                </a:lnTo>
                <a:lnTo>
                  <a:pt x="344751" y="45045"/>
                </a:lnTo>
                <a:lnTo>
                  <a:pt x="344352" y="45587"/>
                </a:lnTo>
                <a:lnTo>
                  <a:pt x="343960" y="46137"/>
                </a:lnTo>
                <a:lnTo>
                  <a:pt x="343576" y="46697"/>
                </a:lnTo>
                <a:lnTo>
                  <a:pt x="343199" y="47265"/>
                </a:lnTo>
                <a:lnTo>
                  <a:pt x="342831" y="47842"/>
                </a:lnTo>
                <a:lnTo>
                  <a:pt x="342471" y="48428"/>
                </a:lnTo>
                <a:lnTo>
                  <a:pt x="342118" y="49023"/>
                </a:lnTo>
                <a:lnTo>
                  <a:pt x="341773" y="49626"/>
                </a:lnTo>
                <a:lnTo>
                  <a:pt x="341436" y="50239"/>
                </a:lnTo>
                <a:lnTo>
                  <a:pt x="341107" y="50860"/>
                </a:lnTo>
                <a:lnTo>
                  <a:pt x="340786" y="51490"/>
                </a:lnTo>
                <a:lnTo>
                  <a:pt x="340473" y="52129"/>
                </a:lnTo>
                <a:lnTo>
                  <a:pt x="340167" y="52777"/>
                </a:lnTo>
                <a:lnTo>
                  <a:pt x="339869" y="53433"/>
                </a:lnTo>
                <a:lnTo>
                  <a:pt x="339580" y="54099"/>
                </a:lnTo>
                <a:lnTo>
                  <a:pt x="339298" y="54773"/>
                </a:lnTo>
                <a:lnTo>
                  <a:pt x="339023" y="55456"/>
                </a:lnTo>
                <a:lnTo>
                  <a:pt x="338757" y="56148"/>
                </a:lnTo>
                <a:lnTo>
                  <a:pt x="338500" y="56848"/>
                </a:lnTo>
                <a:lnTo>
                  <a:pt x="338254" y="57557"/>
                </a:lnTo>
                <a:lnTo>
                  <a:pt x="338019" y="58273"/>
                </a:lnTo>
                <a:lnTo>
                  <a:pt x="337795" y="58997"/>
                </a:lnTo>
                <a:lnTo>
                  <a:pt x="337582" y="59729"/>
                </a:lnTo>
                <a:lnTo>
                  <a:pt x="337380" y="60470"/>
                </a:lnTo>
                <a:lnTo>
                  <a:pt x="337188" y="61218"/>
                </a:lnTo>
                <a:lnTo>
                  <a:pt x="337008" y="61974"/>
                </a:lnTo>
                <a:lnTo>
                  <a:pt x="336838" y="62738"/>
                </a:lnTo>
                <a:lnTo>
                  <a:pt x="336680" y="63510"/>
                </a:lnTo>
                <a:lnTo>
                  <a:pt x="336532" y="64291"/>
                </a:lnTo>
                <a:lnTo>
                  <a:pt x="336396" y="65079"/>
                </a:lnTo>
                <a:lnTo>
                  <a:pt x="336270" y="65875"/>
                </a:lnTo>
                <a:lnTo>
                  <a:pt x="336155" y="66679"/>
                </a:lnTo>
                <a:lnTo>
                  <a:pt x="336051" y="67491"/>
                </a:lnTo>
                <a:lnTo>
                  <a:pt x="335958" y="68311"/>
                </a:lnTo>
                <a:lnTo>
                  <a:pt x="335876" y="69139"/>
                </a:lnTo>
                <a:lnTo>
                  <a:pt x="335805" y="69976"/>
                </a:lnTo>
                <a:lnTo>
                  <a:pt x="335745" y="70820"/>
                </a:lnTo>
                <a:lnTo>
                  <a:pt x="335696" y="71672"/>
                </a:lnTo>
                <a:lnTo>
                  <a:pt x="335658" y="72532"/>
                </a:lnTo>
                <a:lnTo>
                  <a:pt x="335630" y="73400"/>
                </a:lnTo>
                <a:lnTo>
                  <a:pt x="335614" y="74276"/>
                </a:lnTo>
                <a:lnTo>
                  <a:pt x="335609" y="75160"/>
                </a:lnTo>
                <a:lnTo>
                  <a:pt x="335609" y="78551"/>
                </a:lnTo>
                <a:lnTo>
                  <a:pt x="335613" y="79315"/>
                </a:lnTo>
                <a:lnTo>
                  <a:pt x="335628" y="80074"/>
                </a:lnTo>
                <a:lnTo>
                  <a:pt x="335653" y="80829"/>
                </a:lnTo>
                <a:lnTo>
                  <a:pt x="335687" y="81578"/>
                </a:lnTo>
                <a:lnTo>
                  <a:pt x="335731" y="82322"/>
                </a:lnTo>
                <a:lnTo>
                  <a:pt x="335785" y="83061"/>
                </a:lnTo>
                <a:lnTo>
                  <a:pt x="335849" y="83796"/>
                </a:lnTo>
                <a:lnTo>
                  <a:pt x="335923" y="84525"/>
                </a:lnTo>
                <a:lnTo>
                  <a:pt x="336006" y="85249"/>
                </a:lnTo>
                <a:lnTo>
                  <a:pt x="336099" y="85968"/>
                </a:lnTo>
                <a:lnTo>
                  <a:pt x="336202" y="86682"/>
                </a:lnTo>
                <a:lnTo>
                  <a:pt x="336315" y="87391"/>
                </a:lnTo>
                <a:lnTo>
                  <a:pt x="336438" y="88094"/>
                </a:lnTo>
                <a:lnTo>
                  <a:pt x="336570" y="88793"/>
                </a:lnTo>
                <a:lnTo>
                  <a:pt x="336712" y="89487"/>
                </a:lnTo>
                <a:lnTo>
                  <a:pt x="336864" y="90176"/>
                </a:lnTo>
                <a:lnTo>
                  <a:pt x="337026" y="90860"/>
                </a:lnTo>
                <a:lnTo>
                  <a:pt x="337198" y="91538"/>
                </a:lnTo>
                <a:lnTo>
                  <a:pt x="337379" y="92212"/>
                </a:lnTo>
                <a:lnTo>
                  <a:pt x="337571" y="92880"/>
                </a:lnTo>
                <a:lnTo>
                  <a:pt x="337772" y="93544"/>
                </a:lnTo>
                <a:lnTo>
                  <a:pt x="337983" y="94202"/>
                </a:lnTo>
                <a:lnTo>
                  <a:pt x="338204" y="94856"/>
                </a:lnTo>
                <a:lnTo>
                  <a:pt x="338434" y="95504"/>
                </a:lnTo>
                <a:lnTo>
                  <a:pt x="338674" y="96146"/>
                </a:lnTo>
                <a:lnTo>
                  <a:pt x="338922" y="96781"/>
                </a:lnTo>
                <a:lnTo>
                  <a:pt x="339179" y="97409"/>
                </a:lnTo>
                <a:lnTo>
                  <a:pt x="339444" y="98029"/>
                </a:lnTo>
                <a:lnTo>
                  <a:pt x="339718" y="98642"/>
                </a:lnTo>
                <a:lnTo>
                  <a:pt x="340001" y="99248"/>
                </a:lnTo>
                <a:lnTo>
                  <a:pt x="340292" y="99846"/>
                </a:lnTo>
                <a:lnTo>
                  <a:pt x="340591" y="100438"/>
                </a:lnTo>
                <a:lnTo>
                  <a:pt x="340900" y="101021"/>
                </a:lnTo>
                <a:lnTo>
                  <a:pt x="341216" y="101598"/>
                </a:lnTo>
                <a:lnTo>
                  <a:pt x="341542" y="102167"/>
                </a:lnTo>
                <a:lnTo>
                  <a:pt x="341875" y="102729"/>
                </a:lnTo>
                <a:lnTo>
                  <a:pt x="342218" y="103284"/>
                </a:lnTo>
                <a:lnTo>
                  <a:pt x="342569" y="103832"/>
                </a:lnTo>
                <a:lnTo>
                  <a:pt x="342928" y="104372"/>
                </a:lnTo>
                <a:lnTo>
                  <a:pt x="343296" y="104905"/>
                </a:lnTo>
                <a:lnTo>
                  <a:pt x="343672" y="105430"/>
                </a:lnTo>
                <a:lnTo>
                  <a:pt x="344058" y="105949"/>
                </a:lnTo>
                <a:lnTo>
                  <a:pt x="344451" y="106460"/>
                </a:lnTo>
                <a:lnTo>
                  <a:pt x="344853" y="106963"/>
                </a:lnTo>
                <a:lnTo>
                  <a:pt x="345264" y="107460"/>
                </a:lnTo>
                <a:lnTo>
                  <a:pt x="345683" y="107949"/>
                </a:lnTo>
                <a:lnTo>
                  <a:pt x="346111" y="108431"/>
                </a:lnTo>
                <a:lnTo>
                  <a:pt x="346548" y="108905"/>
                </a:lnTo>
                <a:lnTo>
                  <a:pt x="346992" y="109372"/>
                </a:lnTo>
                <a:lnTo>
                  <a:pt x="347443" y="109829"/>
                </a:lnTo>
                <a:lnTo>
                  <a:pt x="347902" y="110278"/>
                </a:lnTo>
                <a:lnTo>
                  <a:pt x="348368" y="110718"/>
                </a:lnTo>
                <a:lnTo>
                  <a:pt x="348842" y="111150"/>
                </a:lnTo>
                <a:lnTo>
                  <a:pt x="349323" y="111572"/>
                </a:lnTo>
                <a:lnTo>
                  <a:pt x="349811" y="111985"/>
                </a:lnTo>
                <a:lnTo>
                  <a:pt x="350306" y="112390"/>
                </a:lnTo>
                <a:lnTo>
                  <a:pt x="350809" y="112786"/>
                </a:lnTo>
                <a:lnTo>
                  <a:pt x="351318" y="113173"/>
                </a:lnTo>
                <a:lnTo>
                  <a:pt x="351836" y="113551"/>
                </a:lnTo>
                <a:lnTo>
                  <a:pt x="352360" y="113921"/>
                </a:lnTo>
                <a:lnTo>
                  <a:pt x="352892" y="114281"/>
                </a:lnTo>
                <a:lnTo>
                  <a:pt x="353431" y="114633"/>
                </a:lnTo>
                <a:lnTo>
                  <a:pt x="353977" y="114976"/>
                </a:lnTo>
                <a:lnTo>
                  <a:pt x="354531" y="115310"/>
                </a:lnTo>
                <a:lnTo>
                  <a:pt x="355092" y="115635"/>
                </a:lnTo>
                <a:lnTo>
                  <a:pt x="355660" y="115952"/>
                </a:lnTo>
                <a:lnTo>
                  <a:pt x="356235" y="116259"/>
                </a:lnTo>
                <a:lnTo>
                  <a:pt x="356818" y="116558"/>
                </a:lnTo>
                <a:lnTo>
                  <a:pt x="357408" y="116848"/>
                </a:lnTo>
                <a:lnTo>
                  <a:pt x="358006" y="117129"/>
                </a:lnTo>
                <a:lnTo>
                  <a:pt x="358610" y="117401"/>
                </a:lnTo>
                <a:lnTo>
                  <a:pt x="359222" y="117665"/>
                </a:lnTo>
                <a:lnTo>
                  <a:pt x="359841" y="117918"/>
                </a:lnTo>
                <a:lnTo>
                  <a:pt x="360465" y="118161"/>
                </a:lnTo>
                <a:lnTo>
                  <a:pt x="361096" y="118393"/>
                </a:lnTo>
                <a:lnTo>
                  <a:pt x="361733" y="118614"/>
                </a:lnTo>
                <a:lnTo>
                  <a:pt x="362375" y="118825"/>
                </a:lnTo>
                <a:lnTo>
                  <a:pt x="363024" y="119024"/>
                </a:lnTo>
                <a:lnTo>
                  <a:pt x="363679" y="119213"/>
                </a:lnTo>
                <a:lnTo>
                  <a:pt x="364340" y="119391"/>
                </a:lnTo>
                <a:lnTo>
                  <a:pt x="365006" y="119559"/>
                </a:lnTo>
                <a:lnTo>
                  <a:pt x="365679" y="119715"/>
                </a:lnTo>
                <a:lnTo>
                  <a:pt x="366358" y="119861"/>
                </a:lnTo>
                <a:lnTo>
                  <a:pt x="367043" y="119996"/>
                </a:lnTo>
                <a:lnTo>
                  <a:pt x="367734" y="120120"/>
                </a:lnTo>
                <a:lnTo>
                  <a:pt x="368431" y="120233"/>
                </a:lnTo>
                <a:lnTo>
                  <a:pt x="369134" y="120336"/>
                </a:lnTo>
                <a:lnTo>
                  <a:pt x="369843" y="120427"/>
                </a:lnTo>
                <a:lnTo>
                  <a:pt x="370558" y="120508"/>
                </a:lnTo>
                <a:lnTo>
                  <a:pt x="371279" y="120578"/>
                </a:lnTo>
                <a:lnTo>
                  <a:pt x="372006" y="120638"/>
                </a:lnTo>
                <a:lnTo>
                  <a:pt x="372739" y="120686"/>
                </a:lnTo>
                <a:lnTo>
                  <a:pt x="373478" y="120724"/>
                </a:lnTo>
                <a:lnTo>
                  <a:pt x="374223" y="120751"/>
                </a:lnTo>
                <a:lnTo>
                  <a:pt x="374974" y="120767"/>
                </a:lnTo>
                <a:lnTo>
                  <a:pt x="375732" y="120773"/>
                </a:lnTo>
                <a:lnTo>
                  <a:pt x="376447" y="120768"/>
                </a:lnTo>
                <a:lnTo>
                  <a:pt x="377155" y="120756"/>
                </a:lnTo>
                <a:lnTo>
                  <a:pt x="377855" y="120735"/>
                </a:lnTo>
                <a:lnTo>
                  <a:pt x="378547" y="120705"/>
                </a:lnTo>
                <a:lnTo>
                  <a:pt x="379231" y="120668"/>
                </a:lnTo>
                <a:lnTo>
                  <a:pt x="379907" y="120621"/>
                </a:lnTo>
                <a:lnTo>
                  <a:pt x="380575" y="120567"/>
                </a:lnTo>
                <a:lnTo>
                  <a:pt x="381235" y="120504"/>
                </a:lnTo>
                <a:lnTo>
                  <a:pt x="381887" y="120432"/>
                </a:lnTo>
                <a:lnTo>
                  <a:pt x="382531" y="120352"/>
                </a:lnTo>
                <a:lnTo>
                  <a:pt x="383167" y="120264"/>
                </a:lnTo>
                <a:lnTo>
                  <a:pt x="383795" y="120167"/>
                </a:lnTo>
                <a:lnTo>
                  <a:pt x="384415" y="120062"/>
                </a:lnTo>
                <a:lnTo>
                  <a:pt x="385027" y="119949"/>
                </a:lnTo>
                <a:lnTo>
                  <a:pt x="385631" y="119827"/>
                </a:lnTo>
                <a:lnTo>
                  <a:pt x="386227" y="119696"/>
                </a:lnTo>
                <a:lnTo>
                  <a:pt x="386815" y="119557"/>
                </a:lnTo>
                <a:lnTo>
                  <a:pt x="387395" y="119410"/>
                </a:lnTo>
                <a:lnTo>
                  <a:pt x="387967" y="119255"/>
                </a:lnTo>
                <a:lnTo>
                  <a:pt x="388531" y="119091"/>
                </a:lnTo>
                <a:lnTo>
                  <a:pt x="389087" y="118918"/>
                </a:lnTo>
                <a:lnTo>
                  <a:pt x="389635" y="118738"/>
                </a:lnTo>
                <a:lnTo>
                  <a:pt x="390175" y="118548"/>
                </a:lnTo>
                <a:lnTo>
                  <a:pt x="390707" y="118351"/>
                </a:lnTo>
                <a:lnTo>
                  <a:pt x="391232" y="118146"/>
                </a:lnTo>
                <a:lnTo>
                  <a:pt x="391750" y="117937"/>
                </a:lnTo>
                <a:lnTo>
                  <a:pt x="392260" y="117723"/>
                </a:lnTo>
                <a:lnTo>
                  <a:pt x="392765" y="117503"/>
                </a:lnTo>
                <a:lnTo>
                  <a:pt x="393262" y="117279"/>
                </a:lnTo>
                <a:lnTo>
                  <a:pt x="393752" y="117049"/>
                </a:lnTo>
                <a:lnTo>
                  <a:pt x="394236" y="116814"/>
                </a:lnTo>
                <a:lnTo>
                  <a:pt x="394712" y="116575"/>
                </a:lnTo>
                <a:lnTo>
                  <a:pt x="395182" y="116330"/>
                </a:lnTo>
                <a:lnTo>
                  <a:pt x="395645" y="116080"/>
                </a:lnTo>
                <a:lnTo>
                  <a:pt x="396101" y="115825"/>
                </a:lnTo>
                <a:lnTo>
                  <a:pt x="396550" y="115566"/>
                </a:lnTo>
                <a:lnTo>
                  <a:pt x="396992" y="115301"/>
                </a:lnTo>
                <a:lnTo>
                  <a:pt x="397428" y="115031"/>
                </a:lnTo>
                <a:lnTo>
                  <a:pt x="397856" y="114756"/>
                </a:lnTo>
                <a:lnTo>
                  <a:pt x="398278" y="114476"/>
                </a:lnTo>
                <a:lnTo>
                  <a:pt x="398693" y="114191"/>
                </a:lnTo>
                <a:lnTo>
                  <a:pt x="399101" y="113900"/>
                </a:lnTo>
                <a:lnTo>
                  <a:pt x="399502" y="113605"/>
                </a:lnTo>
                <a:lnTo>
                  <a:pt x="399896" y="113305"/>
                </a:lnTo>
                <a:lnTo>
                  <a:pt x="400283" y="113000"/>
                </a:lnTo>
                <a:lnTo>
                  <a:pt x="400664" y="112689"/>
                </a:lnTo>
                <a:lnTo>
                  <a:pt x="401037" y="112374"/>
                </a:lnTo>
                <a:lnTo>
                  <a:pt x="401404" y="112054"/>
                </a:lnTo>
                <a:lnTo>
                  <a:pt x="401764" y="111730"/>
                </a:lnTo>
                <a:lnTo>
                  <a:pt x="402120" y="111405"/>
                </a:lnTo>
                <a:lnTo>
                  <a:pt x="402470" y="111079"/>
                </a:lnTo>
                <a:lnTo>
                  <a:pt x="402814" y="110751"/>
                </a:lnTo>
                <a:lnTo>
                  <a:pt x="403154" y="110422"/>
                </a:lnTo>
                <a:lnTo>
                  <a:pt x="403488" y="110091"/>
                </a:lnTo>
                <a:lnTo>
                  <a:pt x="403816" y="109759"/>
                </a:lnTo>
                <a:lnTo>
                  <a:pt x="404140" y="109426"/>
                </a:lnTo>
                <a:lnTo>
                  <a:pt x="404458" y="109091"/>
                </a:lnTo>
                <a:lnTo>
                  <a:pt x="404770" y="108754"/>
                </a:lnTo>
                <a:lnTo>
                  <a:pt x="405078" y="108417"/>
                </a:lnTo>
                <a:lnTo>
                  <a:pt x="405380" y="108078"/>
                </a:lnTo>
                <a:lnTo>
                  <a:pt x="405677" y="107737"/>
                </a:lnTo>
                <a:lnTo>
                  <a:pt x="405968" y="107395"/>
                </a:lnTo>
                <a:lnTo>
                  <a:pt x="406254" y="107052"/>
                </a:lnTo>
                <a:lnTo>
                  <a:pt x="406535" y="106708"/>
                </a:lnTo>
                <a:lnTo>
                  <a:pt x="406810" y="106362"/>
                </a:lnTo>
                <a:lnTo>
                  <a:pt x="407080" y="106014"/>
                </a:lnTo>
                <a:lnTo>
                  <a:pt x="407345" y="105665"/>
                </a:lnTo>
                <a:lnTo>
                  <a:pt x="407604" y="105315"/>
                </a:lnTo>
                <a:lnTo>
                  <a:pt x="407858" y="104963"/>
                </a:lnTo>
                <a:lnTo>
                  <a:pt x="408107" y="104610"/>
                </a:lnTo>
                <a:lnTo>
                  <a:pt x="408351" y="104256"/>
                </a:lnTo>
                <a:lnTo>
                  <a:pt x="408589" y="103900"/>
                </a:lnTo>
                <a:lnTo>
                  <a:pt x="399547" y="96715"/>
                </a:lnTo>
                <a:lnTo>
                  <a:pt x="399202" y="97162"/>
                </a:lnTo>
                <a:lnTo>
                  <a:pt x="398851" y="97601"/>
                </a:lnTo>
                <a:lnTo>
                  <a:pt x="398496" y="98033"/>
                </a:lnTo>
                <a:lnTo>
                  <a:pt x="398137" y="98457"/>
                </a:lnTo>
                <a:lnTo>
                  <a:pt x="397772" y="98874"/>
                </a:lnTo>
                <a:lnTo>
                  <a:pt x="397403" y="99283"/>
                </a:lnTo>
                <a:lnTo>
                  <a:pt x="397029" y="99685"/>
                </a:lnTo>
                <a:lnTo>
                  <a:pt x="396650" y="100079"/>
                </a:lnTo>
                <a:lnTo>
                  <a:pt x="396266" y="100465"/>
                </a:lnTo>
                <a:lnTo>
                  <a:pt x="395878" y="100844"/>
                </a:lnTo>
                <a:lnTo>
                  <a:pt x="395485" y="101215"/>
                </a:lnTo>
                <a:lnTo>
                  <a:pt x="395087" y="101579"/>
                </a:lnTo>
                <a:lnTo>
                  <a:pt x="394684" y="101935"/>
                </a:lnTo>
                <a:lnTo>
                  <a:pt x="394277" y="102284"/>
                </a:lnTo>
                <a:lnTo>
                  <a:pt x="393864" y="102625"/>
                </a:lnTo>
                <a:lnTo>
                  <a:pt x="393447" y="102958"/>
                </a:lnTo>
                <a:lnTo>
                  <a:pt x="393026" y="103284"/>
                </a:lnTo>
                <a:lnTo>
                  <a:pt x="392599" y="103602"/>
                </a:lnTo>
                <a:lnTo>
                  <a:pt x="392168" y="103913"/>
                </a:lnTo>
                <a:lnTo>
                  <a:pt x="391732" y="104216"/>
                </a:lnTo>
                <a:lnTo>
                  <a:pt x="391291" y="104512"/>
                </a:lnTo>
                <a:lnTo>
                  <a:pt x="390846" y="104800"/>
                </a:lnTo>
                <a:lnTo>
                  <a:pt x="390395" y="105080"/>
                </a:lnTo>
                <a:lnTo>
                  <a:pt x="389940" y="105353"/>
                </a:lnTo>
                <a:lnTo>
                  <a:pt x="389478" y="105617"/>
                </a:lnTo>
                <a:lnTo>
                  <a:pt x="389008" y="105869"/>
                </a:lnTo>
                <a:lnTo>
                  <a:pt x="388530" y="106110"/>
                </a:lnTo>
                <a:lnTo>
                  <a:pt x="388043" y="106340"/>
                </a:lnTo>
                <a:lnTo>
                  <a:pt x="387548" y="106558"/>
                </a:lnTo>
                <a:lnTo>
                  <a:pt x="387044" y="106766"/>
                </a:lnTo>
                <a:lnTo>
                  <a:pt x="386532" y="106962"/>
                </a:lnTo>
                <a:lnTo>
                  <a:pt x="386011" y="107147"/>
                </a:lnTo>
                <a:lnTo>
                  <a:pt x="385482" y="107321"/>
                </a:lnTo>
                <a:lnTo>
                  <a:pt x="384945" y="107484"/>
                </a:lnTo>
                <a:lnTo>
                  <a:pt x="384399" y="107635"/>
                </a:lnTo>
                <a:lnTo>
                  <a:pt x="383845" y="107775"/>
                </a:lnTo>
                <a:lnTo>
                  <a:pt x="383282" y="107904"/>
                </a:lnTo>
                <a:lnTo>
                  <a:pt x="382711" y="108022"/>
                </a:lnTo>
                <a:lnTo>
                  <a:pt x="382132" y="108128"/>
                </a:lnTo>
                <a:lnTo>
                  <a:pt x="381544" y="108224"/>
                </a:lnTo>
                <a:lnTo>
                  <a:pt x="380948" y="108308"/>
                </a:lnTo>
                <a:lnTo>
                  <a:pt x="380343" y="108381"/>
                </a:lnTo>
                <a:lnTo>
                  <a:pt x="379730" y="108442"/>
                </a:lnTo>
                <a:lnTo>
                  <a:pt x="379109" y="108493"/>
                </a:lnTo>
                <a:lnTo>
                  <a:pt x="378479" y="108532"/>
                </a:lnTo>
                <a:lnTo>
                  <a:pt x="377841" y="108560"/>
                </a:lnTo>
                <a:lnTo>
                  <a:pt x="377194" y="108577"/>
                </a:lnTo>
                <a:lnTo>
                  <a:pt x="376539" y="108582"/>
                </a:lnTo>
                <a:lnTo>
                  <a:pt x="376030" y="108578"/>
                </a:lnTo>
                <a:lnTo>
                  <a:pt x="375526" y="108566"/>
                </a:lnTo>
                <a:lnTo>
                  <a:pt x="375026" y="108546"/>
                </a:lnTo>
                <a:lnTo>
                  <a:pt x="374531" y="108517"/>
                </a:lnTo>
                <a:lnTo>
                  <a:pt x="374040" y="108481"/>
                </a:lnTo>
                <a:lnTo>
                  <a:pt x="373554" y="108436"/>
                </a:lnTo>
                <a:lnTo>
                  <a:pt x="373073" y="108383"/>
                </a:lnTo>
                <a:lnTo>
                  <a:pt x="372597" y="108322"/>
                </a:lnTo>
                <a:lnTo>
                  <a:pt x="372125" y="108253"/>
                </a:lnTo>
                <a:lnTo>
                  <a:pt x="371657" y="108176"/>
                </a:lnTo>
                <a:lnTo>
                  <a:pt x="371194" y="108091"/>
                </a:lnTo>
                <a:lnTo>
                  <a:pt x="370736" y="107997"/>
                </a:lnTo>
                <a:lnTo>
                  <a:pt x="370283" y="107895"/>
                </a:lnTo>
                <a:lnTo>
                  <a:pt x="369834" y="107786"/>
                </a:lnTo>
                <a:lnTo>
                  <a:pt x="369390" y="107668"/>
                </a:lnTo>
                <a:lnTo>
                  <a:pt x="368950" y="107542"/>
                </a:lnTo>
                <a:lnTo>
                  <a:pt x="368515" y="107408"/>
                </a:lnTo>
                <a:lnTo>
                  <a:pt x="368085" y="107265"/>
                </a:lnTo>
                <a:lnTo>
                  <a:pt x="367659" y="107115"/>
                </a:lnTo>
                <a:lnTo>
                  <a:pt x="367238" y="106957"/>
                </a:lnTo>
                <a:lnTo>
                  <a:pt x="366822" y="106790"/>
                </a:lnTo>
                <a:lnTo>
                  <a:pt x="366410" y="106615"/>
                </a:lnTo>
                <a:lnTo>
                  <a:pt x="366003" y="106432"/>
                </a:lnTo>
                <a:lnTo>
                  <a:pt x="365600" y="106241"/>
                </a:lnTo>
                <a:lnTo>
                  <a:pt x="365202" y="106043"/>
                </a:lnTo>
                <a:lnTo>
                  <a:pt x="364809" y="105839"/>
                </a:lnTo>
                <a:lnTo>
                  <a:pt x="364422" y="105628"/>
                </a:lnTo>
                <a:lnTo>
                  <a:pt x="364039" y="105411"/>
                </a:lnTo>
                <a:lnTo>
                  <a:pt x="363662" y="105189"/>
                </a:lnTo>
                <a:lnTo>
                  <a:pt x="363289" y="104960"/>
                </a:lnTo>
                <a:lnTo>
                  <a:pt x="362922" y="104724"/>
                </a:lnTo>
                <a:lnTo>
                  <a:pt x="362559" y="104483"/>
                </a:lnTo>
                <a:lnTo>
                  <a:pt x="362202" y="104236"/>
                </a:lnTo>
                <a:lnTo>
                  <a:pt x="361849" y="103982"/>
                </a:lnTo>
                <a:lnTo>
                  <a:pt x="361502" y="103722"/>
                </a:lnTo>
                <a:lnTo>
                  <a:pt x="361160" y="103456"/>
                </a:lnTo>
                <a:lnTo>
                  <a:pt x="360823" y="103184"/>
                </a:lnTo>
                <a:lnTo>
                  <a:pt x="360490" y="102905"/>
                </a:lnTo>
                <a:lnTo>
                  <a:pt x="360163" y="102621"/>
                </a:lnTo>
                <a:lnTo>
                  <a:pt x="359841" y="102330"/>
                </a:lnTo>
                <a:lnTo>
                  <a:pt x="359524" y="102033"/>
                </a:lnTo>
                <a:lnTo>
                  <a:pt x="359212" y="101730"/>
                </a:lnTo>
                <a:lnTo>
                  <a:pt x="358905" y="101421"/>
                </a:lnTo>
                <a:lnTo>
                  <a:pt x="358603" y="101106"/>
                </a:lnTo>
                <a:lnTo>
                  <a:pt x="358306" y="100784"/>
                </a:lnTo>
                <a:lnTo>
                  <a:pt x="358015" y="100457"/>
                </a:lnTo>
                <a:lnTo>
                  <a:pt x="357728" y="100123"/>
                </a:lnTo>
                <a:lnTo>
                  <a:pt x="357446" y="99783"/>
                </a:lnTo>
                <a:lnTo>
                  <a:pt x="357170" y="99437"/>
                </a:lnTo>
                <a:lnTo>
                  <a:pt x="356899" y="99087"/>
                </a:lnTo>
                <a:lnTo>
                  <a:pt x="356634" y="98733"/>
                </a:lnTo>
                <a:lnTo>
                  <a:pt x="356374" y="98373"/>
                </a:lnTo>
                <a:lnTo>
                  <a:pt x="356120" y="98009"/>
                </a:lnTo>
                <a:lnTo>
                  <a:pt x="355872" y="97641"/>
                </a:lnTo>
                <a:lnTo>
                  <a:pt x="355629" y="97268"/>
                </a:lnTo>
                <a:lnTo>
                  <a:pt x="355392" y="96890"/>
                </a:lnTo>
                <a:lnTo>
                  <a:pt x="355160" y="96507"/>
                </a:lnTo>
                <a:lnTo>
                  <a:pt x="354935" y="96120"/>
                </a:lnTo>
                <a:lnTo>
                  <a:pt x="354714" y="95729"/>
                </a:lnTo>
                <a:lnTo>
                  <a:pt x="354499" y="95332"/>
                </a:lnTo>
                <a:lnTo>
                  <a:pt x="354290" y="94932"/>
                </a:lnTo>
                <a:lnTo>
                  <a:pt x="354087" y="94526"/>
                </a:lnTo>
                <a:lnTo>
                  <a:pt x="353889" y="94116"/>
                </a:lnTo>
                <a:lnTo>
                  <a:pt x="353697" y="93701"/>
                </a:lnTo>
                <a:lnTo>
                  <a:pt x="353510" y="93282"/>
                </a:lnTo>
                <a:lnTo>
                  <a:pt x="353329" y="92858"/>
                </a:lnTo>
                <a:lnTo>
                  <a:pt x="353153" y="92429"/>
                </a:lnTo>
                <a:lnTo>
                  <a:pt x="352984" y="91996"/>
                </a:lnTo>
                <a:lnTo>
                  <a:pt x="352819" y="91558"/>
                </a:lnTo>
                <a:lnTo>
                  <a:pt x="352661" y="91115"/>
                </a:lnTo>
                <a:lnTo>
                  <a:pt x="352508" y="90668"/>
                </a:lnTo>
                <a:lnTo>
                  <a:pt x="352360" y="90216"/>
                </a:lnTo>
                <a:lnTo>
                  <a:pt x="352219" y="89761"/>
                </a:lnTo>
                <a:lnTo>
                  <a:pt x="352083" y="89303"/>
                </a:lnTo>
                <a:lnTo>
                  <a:pt x="351953" y="88842"/>
                </a:lnTo>
                <a:lnTo>
                  <a:pt x="351830" y="88378"/>
                </a:lnTo>
                <a:lnTo>
                  <a:pt x="351712" y="87912"/>
                </a:lnTo>
                <a:lnTo>
                  <a:pt x="351601" y="87444"/>
                </a:lnTo>
                <a:lnTo>
                  <a:pt x="351495" y="86972"/>
                </a:lnTo>
                <a:lnTo>
                  <a:pt x="351396" y="86498"/>
                </a:lnTo>
                <a:lnTo>
                  <a:pt x="351302" y="86021"/>
                </a:lnTo>
                <a:lnTo>
                  <a:pt x="351215" y="85542"/>
                </a:lnTo>
                <a:lnTo>
                  <a:pt x="351134" y="85060"/>
                </a:lnTo>
                <a:lnTo>
                  <a:pt x="351058" y="84575"/>
                </a:lnTo>
                <a:lnTo>
                  <a:pt x="350989" y="84088"/>
                </a:lnTo>
                <a:lnTo>
                  <a:pt x="350926" y="83598"/>
                </a:lnTo>
                <a:lnTo>
                  <a:pt x="350869" y="83105"/>
                </a:lnTo>
                <a:lnTo>
                  <a:pt x="350817" y="82610"/>
                </a:lnTo>
                <a:lnTo>
                  <a:pt x="350772" y="82112"/>
                </a:lnTo>
                <a:lnTo>
                  <a:pt x="350733" y="81611"/>
                </a:lnTo>
                <a:lnTo>
                  <a:pt x="350700" y="81107"/>
                </a:lnTo>
                <a:lnTo>
                  <a:pt x="350673" y="80601"/>
                </a:lnTo>
                <a:lnTo>
                  <a:pt x="350652" y="80093"/>
                </a:lnTo>
                <a:lnTo>
                  <a:pt x="350637" y="79600"/>
                </a:lnTo>
                <a:lnTo>
                  <a:pt x="409719" y="79600"/>
                </a:lnTo>
                <a:lnTo>
                  <a:pt x="409719" y="72910"/>
                </a:lnTo>
                <a:lnTo>
                  <a:pt x="409715" y="72146"/>
                </a:lnTo>
                <a:lnTo>
                  <a:pt x="409704" y="71388"/>
                </a:lnTo>
                <a:close/>
                <a:moveTo>
                  <a:pt x="351287" y="65996"/>
                </a:moveTo>
                <a:lnTo>
                  <a:pt x="351378" y="65436"/>
                </a:lnTo>
                <a:lnTo>
                  <a:pt x="351475" y="64884"/>
                </a:lnTo>
                <a:lnTo>
                  <a:pt x="351578" y="64337"/>
                </a:lnTo>
                <a:lnTo>
                  <a:pt x="351687" y="63797"/>
                </a:lnTo>
                <a:lnTo>
                  <a:pt x="351802" y="63263"/>
                </a:lnTo>
                <a:lnTo>
                  <a:pt x="351922" y="62736"/>
                </a:lnTo>
                <a:lnTo>
                  <a:pt x="352049" y="62216"/>
                </a:lnTo>
                <a:lnTo>
                  <a:pt x="352181" y="61701"/>
                </a:lnTo>
                <a:lnTo>
                  <a:pt x="352320" y="61194"/>
                </a:lnTo>
                <a:lnTo>
                  <a:pt x="352463" y="60692"/>
                </a:lnTo>
                <a:lnTo>
                  <a:pt x="352612" y="60197"/>
                </a:lnTo>
                <a:lnTo>
                  <a:pt x="352765" y="59709"/>
                </a:lnTo>
                <a:lnTo>
                  <a:pt x="352923" y="59227"/>
                </a:lnTo>
                <a:lnTo>
                  <a:pt x="353086" y="58751"/>
                </a:lnTo>
                <a:lnTo>
                  <a:pt x="353253" y="58282"/>
                </a:lnTo>
                <a:lnTo>
                  <a:pt x="353425" y="57820"/>
                </a:lnTo>
                <a:lnTo>
                  <a:pt x="353602" y="57363"/>
                </a:lnTo>
                <a:lnTo>
                  <a:pt x="353784" y="56914"/>
                </a:lnTo>
                <a:lnTo>
                  <a:pt x="353971" y="56470"/>
                </a:lnTo>
                <a:lnTo>
                  <a:pt x="354162" y="56033"/>
                </a:lnTo>
                <a:lnTo>
                  <a:pt x="354358" y="55603"/>
                </a:lnTo>
                <a:lnTo>
                  <a:pt x="354559" y="55179"/>
                </a:lnTo>
                <a:lnTo>
                  <a:pt x="354765" y="54762"/>
                </a:lnTo>
                <a:lnTo>
                  <a:pt x="354975" y="54350"/>
                </a:lnTo>
                <a:lnTo>
                  <a:pt x="355190" y="53946"/>
                </a:lnTo>
                <a:lnTo>
                  <a:pt x="355410" y="53548"/>
                </a:lnTo>
                <a:lnTo>
                  <a:pt x="355635" y="53156"/>
                </a:lnTo>
                <a:lnTo>
                  <a:pt x="355864" y="52771"/>
                </a:lnTo>
                <a:lnTo>
                  <a:pt x="356098" y="52392"/>
                </a:lnTo>
                <a:lnTo>
                  <a:pt x="356337" y="52019"/>
                </a:lnTo>
                <a:lnTo>
                  <a:pt x="356581" y="51653"/>
                </a:lnTo>
                <a:lnTo>
                  <a:pt x="356830" y="51294"/>
                </a:lnTo>
                <a:lnTo>
                  <a:pt x="357083" y="50941"/>
                </a:lnTo>
                <a:lnTo>
                  <a:pt x="357341" y="50595"/>
                </a:lnTo>
                <a:lnTo>
                  <a:pt x="357603" y="50255"/>
                </a:lnTo>
                <a:lnTo>
                  <a:pt x="357869" y="49924"/>
                </a:lnTo>
                <a:lnTo>
                  <a:pt x="358139" y="49599"/>
                </a:lnTo>
                <a:lnTo>
                  <a:pt x="358414" y="49281"/>
                </a:lnTo>
                <a:lnTo>
                  <a:pt x="358692" y="48971"/>
                </a:lnTo>
                <a:lnTo>
                  <a:pt x="358975" y="48667"/>
                </a:lnTo>
                <a:lnTo>
                  <a:pt x="359263" y="48371"/>
                </a:lnTo>
                <a:lnTo>
                  <a:pt x="359554" y="48082"/>
                </a:lnTo>
                <a:lnTo>
                  <a:pt x="359850" y="47800"/>
                </a:lnTo>
                <a:lnTo>
                  <a:pt x="360149" y="47525"/>
                </a:lnTo>
                <a:lnTo>
                  <a:pt x="360453" y="47258"/>
                </a:lnTo>
                <a:lnTo>
                  <a:pt x="360762" y="46997"/>
                </a:lnTo>
                <a:lnTo>
                  <a:pt x="361074" y="46744"/>
                </a:lnTo>
                <a:lnTo>
                  <a:pt x="361391" y="46498"/>
                </a:lnTo>
                <a:lnTo>
                  <a:pt x="361711" y="46258"/>
                </a:lnTo>
                <a:lnTo>
                  <a:pt x="362036" y="46027"/>
                </a:lnTo>
                <a:lnTo>
                  <a:pt x="362366" y="45802"/>
                </a:lnTo>
                <a:lnTo>
                  <a:pt x="362699" y="45584"/>
                </a:lnTo>
                <a:lnTo>
                  <a:pt x="363037" y="45374"/>
                </a:lnTo>
                <a:lnTo>
                  <a:pt x="363379" y="45171"/>
                </a:lnTo>
                <a:lnTo>
                  <a:pt x="363725" y="44974"/>
                </a:lnTo>
                <a:lnTo>
                  <a:pt x="364075" y="44785"/>
                </a:lnTo>
                <a:lnTo>
                  <a:pt x="364429" y="44604"/>
                </a:lnTo>
                <a:lnTo>
                  <a:pt x="364787" y="44429"/>
                </a:lnTo>
                <a:lnTo>
                  <a:pt x="365148" y="44262"/>
                </a:lnTo>
                <a:lnTo>
                  <a:pt x="365512" y="44102"/>
                </a:lnTo>
                <a:lnTo>
                  <a:pt x="365878" y="43950"/>
                </a:lnTo>
                <a:lnTo>
                  <a:pt x="366247" y="43805"/>
                </a:lnTo>
                <a:lnTo>
                  <a:pt x="366619" y="43668"/>
                </a:lnTo>
                <a:lnTo>
                  <a:pt x="366994" y="43538"/>
                </a:lnTo>
                <a:lnTo>
                  <a:pt x="367372" y="43415"/>
                </a:lnTo>
                <a:lnTo>
                  <a:pt x="367752" y="43300"/>
                </a:lnTo>
                <a:lnTo>
                  <a:pt x="368135" y="43192"/>
                </a:lnTo>
                <a:lnTo>
                  <a:pt x="368521" y="43092"/>
                </a:lnTo>
                <a:lnTo>
                  <a:pt x="368910" y="42999"/>
                </a:lnTo>
                <a:lnTo>
                  <a:pt x="369301" y="42914"/>
                </a:lnTo>
                <a:lnTo>
                  <a:pt x="369696" y="42836"/>
                </a:lnTo>
                <a:lnTo>
                  <a:pt x="370093" y="42765"/>
                </a:lnTo>
                <a:lnTo>
                  <a:pt x="370493" y="42702"/>
                </a:lnTo>
                <a:lnTo>
                  <a:pt x="370896" y="42646"/>
                </a:lnTo>
                <a:lnTo>
                  <a:pt x="371302" y="42598"/>
                </a:lnTo>
                <a:lnTo>
                  <a:pt x="371710" y="42557"/>
                </a:lnTo>
                <a:lnTo>
                  <a:pt x="372121" y="42524"/>
                </a:lnTo>
                <a:lnTo>
                  <a:pt x="372535" y="42498"/>
                </a:lnTo>
                <a:lnTo>
                  <a:pt x="372952" y="42479"/>
                </a:lnTo>
                <a:lnTo>
                  <a:pt x="373372" y="42468"/>
                </a:lnTo>
                <a:lnTo>
                  <a:pt x="373794" y="42464"/>
                </a:lnTo>
                <a:lnTo>
                  <a:pt x="374428" y="42470"/>
                </a:lnTo>
                <a:lnTo>
                  <a:pt x="375050" y="42489"/>
                </a:lnTo>
                <a:lnTo>
                  <a:pt x="375661" y="42520"/>
                </a:lnTo>
                <a:lnTo>
                  <a:pt x="376261" y="42563"/>
                </a:lnTo>
                <a:lnTo>
                  <a:pt x="376849" y="42618"/>
                </a:lnTo>
                <a:lnTo>
                  <a:pt x="377427" y="42686"/>
                </a:lnTo>
                <a:lnTo>
                  <a:pt x="377993" y="42765"/>
                </a:lnTo>
                <a:lnTo>
                  <a:pt x="378548" y="42858"/>
                </a:lnTo>
                <a:lnTo>
                  <a:pt x="379092" y="42962"/>
                </a:lnTo>
                <a:lnTo>
                  <a:pt x="379625" y="43079"/>
                </a:lnTo>
                <a:lnTo>
                  <a:pt x="380146" y="43208"/>
                </a:lnTo>
                <a:lnTo>
                  <a:pt x="380656" y="43350"/>
                </a:lnTo>
                <a:lnTo>
                  <a:pt x="381155" y="43503"/>
                </a:lnTo>
                <a:lnTo>
                  <a:pt x="381643" y="43669"/>
                </a:lnTo>
                <a:lnTo>
                  <a:pt x="382119" y="43848"/>
                </a:lnTo>
                <a:lnTo>
                  <a:pt x="382585" y="44038"/>
                </a:lnTo>
                <a:lnTo>
                  <a:pt x="383039" y="44241"/>
                </a:lnTo>
                <a:lnTo>
                  <a:pt x="383482" y="44457"/>
                </a:lnTo>
                <a:lnTo>
                  <a:pt x="383913" y="44684"/>
                </a:lnTo>
                <a:lnTo>
                  <a:pt x="384334" y="44924"/>
                </a:lnTo>
                <a:lnTo>
                  <a:pt x="384743" y="45176"/>
                </a:lnTo>
                <a:lnTo>
                  <a:pt x="385141" y="45440"/>
                </a:lnTo>
                <a:lnTo>
                  <a:pt x="385528" y="45717"/>
                </a:lnTo>
                <a:lnTo>
                  <a:pt x="385904" y="46006"/>
                </a:lnTo>
                <a:lnTo>
                  <a:pt x="386269" y="46305"/>
                </a:lnTo>
                <a:lnTo>
                  <a:pt x="386627" y="46610"/>
                </a:lnTo>
                <a:lnTo>
                  <a:pt x="386976" y="46921"/>
                </a:lnTo>
                <a:lnTo>
                  <a:pt x="387318" y="47240"/>
                </a:lnTo>
                <a:lnTo>
                  <a:pt x="387650" y="47565"/>
                </a:lnTo>
                <a:lnTo>
                  <a:pt x="387975" y="47897"/>
                </a:lnTo>
                <a:lnTo>
                  <a:pt x="388291" y="48235"/>
                </a:lnTo>
                <a:lnTo>
                  <a:pt x="388599" y="48581"/>
                </a:lnTo>
                <a:lnTo>
                  <a:pt x="388899" y="48933"/>
                </a:lnTo>
                <a:lnTo>
                  <a:pt x="389190" y="49291"/>
                </a:lnTo>
                <a:lnTo>
                  <a:pt x="389473" y="49657"/>
                </a:lnTo>
                <a:lnTo>
                  <a:pt x="389748" y="50029"/>
                </a:lnTo>
                <a:lnTo>
                  <a:pt x="390015" y="50408"/>
                </a:lnTo>
                <a:lnTo>
                  <a:pt x="390273" y="50793"/>
                </a:lnTo>
                <a:lnTo>
                  <a:pt x="390524" y="51185"/>
                </a:lnTo>
                <a:lnTo>
                  <a:pt x="390765" y="51584"/>
                </a:lnTo>
                <a:lnTo>
                  <a:pt x="390999" y="51990"/>
                </a:lnTo>
                <a:lnTo>
                  <a:pt x="391224" y="52403"/>
                </a:lnTo>
                <a:lnTo>
                  <a:pt x="391441" y="52822"/>
                </a:lnTo>
                <a:lnTo>
                  <a:pt x="391650" y="53247"/>
                </a:lnTo>
                <a:lnTo>
                  <a:pt x="391851" y="53680"/>
                </a:lnTo>
                <a:lnTo>
                  <a:pt x="392043" y="54119"/>
                </a:lnTo>
                <a:lnTo>
                  <a:pt x="392227" y="54565"/>
                </a:lnTo>
                <a:lnTo>
                  <a:pt x="392402" y="55018"/>
                </a:lnTo>
                <a:lnTo>
                  <a:pt x="392571" y="55474"/>
                </a:lnTo>
                <a:lnTo>
                  <a:pt x="392733" y="55932"/>
                </a:lnTo>
                <a:lnTo>
                  <a:pt x="392890" y="56391"/>
                </a:lnTo>
                <a:lnTo>
                  <a:pt x="393040" y="56851"/>
                </a:lnTo>
                <a:lnTo>
                  <a:pt x="393185" y="57312"/>
                </a:lnTo>
                <a:lnTo>
                  <a:pt x="393323" y="57774"/>
                </a:lnTo>
                <a:lnTo>
                  <a:pt x="393456" y="58237"/>
                </a:lnTo>
                <a:lnTo>
                  <a:pt x="393582" y="58701"/>
                </a:lnTo>
                <a:lnTo>
                  <a:pt x="393702" y="59167"/>
                </a:lnTo>
                <a:lnTo>
                  <a:pt x="393817" y="59633"/>
                </a:lnTo>
                <a:lnTo>
                  <a:pt x="393925" y="60101"/>
                </a:lnTo>
                <a:lnTo>
                  <a:pt x="394027" y="60570"/>
                </a:lnTo>
                <a:lnTo>
                  <a:pt x="394123" y="61040"/>
                </a:lnTo>
                <a:lnTo>
                  <a:pt x="394214" y="61511"/>
                </a:lnTo>
                <a:lnTo>
                  <a:pt x="394298" y="61983"/>
                </a:lnTo>
                <a:lnTo>
                  <a:pt x="394376" y="62456"/>
                </a:lnTo>
                <a:lnTo>
                  <a:pt x="394448" y="62931"/>
                </a:lnTo>
                <a:lnTo>
                  <a:pt x="394514" y="63406"/>
                </a:lnTo>
                <a:lnTo>
                  <a:pt x="394574" y="63883"/>
                </a:lnTo>
                <a:lnTo>
                  <a:pt x="394628" y="64360"/>
                </a:lnTo>
                <a:lnTo>
                  <a:pt x="394676" y="64839"/>
                </a:lnTo>
                <a:lnTo>
                  <a:pt x="394718" y="65319"/>
                </a:lnTo>
                <a:lnTo>
                  <a:pt x="394754" y="65800"/>
                </a:lnTo>
                <a:lnTo>
                  <a:pt x="394784" y="66282"/>
                </a:lnTo>
                <a:lnTo>
                  <a:pt x="394784" y="67410"/>
                </a:lnTo>
                <a:lnTo>
                  <a:pt x="351087" y="67410"/>
                </a:lnTo>
                <a:lnTo>
                  <a:pt x="351122" y="67134"/>
                </a:lnTo>
                <a:lnTo>
                  <a:pt x="351201" y="66562"/>
                </a:lnTo>
                <a:lnTo>
                  <a:pt x="351287" y="6599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Text (§3.3)">
            <a:extLst xmlns:a="http://schemas.openxmlformats.org/drawingml/2006/main">
              <a:ext uri="{FF2B5EF4-FFF2-40B4-BE49-F238E27FC236}">
                <a16:creationId xmlns:a16="http://schemas.microsoft.com/office/drawing/2014/main" id="{FCA1AF78-3DBE-49B4-BAFD-1D4DBC5B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0653" y="200775"/>
            <a:ext cx="411712" cy="153567"/>
          </a:xfrm>
          <a:custGeom xmlns:a="http://schemas.openxmlformats.org/drawingml/2006/main">
            <a:pathLst>
              <a:path w="411712" h="153567">
                <a:moveTo>
                  <a:pt x="223662" y="63605"/>
                </a:moveTo>
                <a:lnTo>
                  <a:pt x="224127" y="63372"/>
                </a:lnTo>
                <a:lnTo>
                  <a:pt x="224585" y="63135"/>
                </a:lnTo>
                <a:lnTo>
                  <a:pt x="225034" y="62892"/>
                </a:lnTo>
                <a:lnTo>
                  <a:pt x="225476" y="62645"/>
                </a:lnTo>
                <a:lnTo>
                  <a:pt x="225909" y="62393"/>
                </a:lnTo>
                <a:lnTo>
                  <a:pt x="226335" y="62136"/>
                </a:lnTo>
                <a:lnTo>
                  <a:pt x="226753" y="61874"/>
                </a:lnTo>
                <a:lnTo>
                  <a:pt x="227164" y="61607"/>
                </a:lnTo>
                <a:lnTo>
                  <a:pt x="227566" y="61335"/>
                </a:lnTo>
                <a:lnTo>
                  <a:pt x="227960" y="61059"/>
                </a:lnTo>
                <a:lnTo>
                  <a:pt x="228347" y="60778"/>
                </a:lnTo>
                <a:lnTo>
                  <a:pt x="228726" y="60491"/>
                </a:lnTo>
                <a:lnTo>
                  <a:pt x="229097" y="60200"/>
                </a:lnTo>
                <a:lnTo>
                  <a:pt x="229460" y="59904"/>
                </a:lnTo>
                <a:lnTo>
                  <a:pt x="229815" y="59604"/>
                </a:lnTo>
                <a:lnTo>
                  <a:pt x="230163" y="59298"/>
                </a:lnTo>
                <a:lnTo>
                  <a:pt x="230502" y="58988"/>
                </a:lnTo>
                <a:lnTo>
                  <a:pt x="230834" y="58672"/>
                </a:lnTo>
                <a:lnTo>
                  <a:pt x="231158" y="58352"/>
                </a:lnTo>
                <a:lnTo>
                  <a:pt x="231474" y="58029"/>
                </a:lnTo>
                <a:lnTo>
                  <a:pt x="231784" y="57703"/>
                </a:lnTo>
                <a:lnTo>
                  <a:pt x="232086" y="57375"/>
                </a:lnTo>
                <a:lnTo>
                  <a:pt x="232382" y="57045"/>
                </a:lnTo>
                <a:lnTo>
                  <a:pt x="232670" y="56713"/>
                </a:lnTo>
                <a:lnTo>
                  <a:pt x="232952" y="56379"/>
                </a:lnTo>
                <a:lnTo>
                  <a:pt x="233226" y="56043"/>
                </a:lnTo>
                <a:lnTo>
                  <a:pt x="233494" y="55704"/>
                </a:lnTo>
                <a:lnTo>
                  <a:pt x="233754" y="55364"/>
                </a:lnTo>
                <a:lnTo>
                  <a:pt x="234008" y="55021"/>
                </a:lnTo>
                <a:lnTo>
                  <a:pt x="234255" y="54677"/>
                </a:lnTo>
                <a:lnTo>
                  <a:pt x="234495" y="54330"/>
                </a:lnTo>
                <a:lnTo>
                  <a:pt x="234727" y="53981"/>
                </a:lnTo>
                <a:lnTo>
                  <a:pt x="234953" y="53630"/>
                </a:lnTo>
                <a:lnTo>
                  <a:pt x="235172" y="53277"/>
                </a:lnTo>
                <a:lnTo>
                  <a:pt x="235384" y="52922"/>
                </a:lnTo>
                <a:lnTo>
                  <a:pt x="235588" y="52564"/>
                </a:lnTo>
                <a:lnTo>
                  <a:pt x="235786" y="52205"/>
                </a:lnTo>
                <a:lnTo>
                  <a:pt x="235977" y="51843"/>
                </a:lnTo>
                <a:lnTo>
                  <a:pt x="236161" y="51479"/>
                </a:lnTo>
                <a:lnTo>
                  <a:pt x="236338" y="51114"/>
                </a:lnTo>
                <a:lnTo>
                  <a:pt x="236508" y="50746"/>
                </a:lnTo>
                <a:lnTo>
                  <a:pt x="236671" y="50376"/>
                </a:lnTo>
                <a:lnTo>
                  <a:pt x="236827" y="50003"/>
                </a:lnTo>
                <a:lnTo>
                  <a:pt x="236976" y="49631"/>
                </a:lnTo>
                <a:lnTo>
                  <a:pt x="237119" y="49261"/>
                </a:lnTo>
                <a:lnTo>
                  <a:pt x="237256" y="48892"/>
                </a:lnTo>
                <a:lnTo>
                  <a:pt x="237386" y="48526"/>
                </a:lnTo>
                <a:lnTo>
                  <a:pt x="237510" y="48161"/>
                </a:lnTo>
                <a:lnTo>
                  <a:pt x="237627" y="47798"/>
                </a:lnTo>
                <a:lnTo>
                  <a:pt x="237738" y="47437"/>
                </a:lnTo>
                <a:lnTo>
                  <a:pt x="237843" y="47078"/>
                </a:lnTo>
                <a:lnTo>
                  <a:pt x="237942" y="46720"/>
                </a:lnTo>
                <a:lnTo>
                  <a:pt x="238034" y="46365"/>
                </a:lnTo>
                <a:lnTo>
                  <a:pt x="238120" y="46011"/>
                </a:lnTo>
                <a:lnTo>
                  <a:pt x="238199" y="45659"/>
                </a:lnTo>
                <a:lnTo>
                  <a:pt x="238272" y="45309"/>
                </a:lnTo>
                <a:lnTo>
                  <a:pt x="238339" y="44961"/>
                </a:lnTo>
                <a:lnTo>
                  <a:pt x="238399" y="44615"/>
                </a:lnTo>
                <a:lnTo>
                  <a:pt x="238453" y="44271"/>
                </a:lnTo>
                <a:lnTo>
                  <a:pt x="238501" y="43928"/>
                </a:lnTo>
                <a:lnTo>
                  <a:pt x="238542" y="43588"/>
                </a:lnTo>
                <a:lnTo>
                  <a:pt x="238577" y="43249"/>
                </a:lnTo>
                <a:lnTo>
                  <a:pt x="238606" y="42912"/>
                </a:lnTo>
                <a:lnTo>
                  <a:pt x="238628" y="42577"/>
                </a:lnTo>
                <a:lnTo>
                  <a:pt x="238644" y="42244"/>
                </a:lnTo>
                <a:lnTo>
                  <a:pt x="238653" y="41912"/>
                </a:lnTo>
                <a:lnTo>
                  <a:pt x="238657" y="41583"/>
                </a:lnTo>
                <a:lnTo>
                  <a:pt x="238650" y="40776"/>
                </a:lnTo>
                <a:lnTo>
                  <a:pt x="238629" y="39981"/>
                </a:lnTo>
                <a:lnTo>
                  <a:pt x="238595" y="39196"/>
                </a:lnTo>
                <a:lnTo>
                  <a:pt x="238547" y="38423"/>
                </a:lnTo>
                <a:lnTo>
                  <a:pt x="238485" y="37660"/>
                </a:lnTo>
                <a:lnTo>
                  <a:pt x="238410" y="36909"/>
                </a:lnTo>
                <a:lnTo>
                  <a:pt x="238321" y="36169"/>
                </a:lnTo>
                <a:lnTo>
                  <a:pt x="238218" y="35440"/>
                </a:lnTo>
                <a:lnTo>
                  <a:pt x="238102" y="34722"/>
                </a:lnTo>
                <a:lnTo>
                  <a:pt x="237971" y="34015"/>
                </a:lnTo>
                <a:lnTo>
                  <a:pt x="237828" y="33319"/>
                </a:lnTo>
                <a:lnTo>
                  <a:pt x="237670" y="32634"/>
                </a:lnTo>
                <a:lnTo>
                  <a:pt x="237499" y="31960"/>
                </a:lnTo>
                <a:lnTo>
                  <a:pt x="237314" y="31298"/>
                </a:lnTo>
                <a:lnTo>
                  <a:pt x="237115" y="30646"/>
                </a:lnTo>
                <a:lnTo>
                  <a:pt x="236902" y="30006"/>
                </a:lnTo>
                <a:lnTo>
                  <a:pt x="236676" y="29376"/>
                </a:lnTo>
                <a:lnTo>
                  <a:pt x="236437" y="28758"/>
                </a:lnTo>
                <a:lnTo>
                  <a:pt x="236183" y="28150"/>
                </a:lnTo>
                <a:lnTo>
                  <a:pt x="235916" y="27554"/>
                </a:lnTo>
                <a:lnTo>
                  <a:pt x="235635" y="26969"/>
                </a:lnTo>
                <a:lnTo>
                  <a:pt x="235340" y="26395"/>
                </a:lnTo>
                <a:lnTo>
                  <a:pt x="235032" y="25832"/>
                </a:lnTo>
                <a:lnTo>
                  <a:pt x="234710" y="25280"/>
                </a:lnTo>
                <a:lnTo>
                  <a:pt x="234375" y="24739"/>
                </a:lnTo>
                <a:lnTo>
                  <a:pt x="234030" y="24209"/>
                </a:lnTo>
                <a:lnTo>
                  <a:pt x="233674" y="23690"/>
                </a:lnTo>
                <a:lnTo>
                  <a:pt x="233306" y="23183"/>
                </a:lnTo>
                <a:lnTo>
                  <a:pt x="232928" y="22687"/>
                </a:lnTo>
                <a:lnTo>
                  <a:pt x="232539" y="22202"/>
                </a:lnTo>
                <a:lnTo>
                  <a:pt x="232139" y="21728"/>
                </a:lnTo>
                <a:lnTo>
                  <a:pt x="231728" y="21265"/>
                </a:lnTo>
                <a:lnTo>
                  <a:pt x="231306" y="20814"/>
                </a:lnTo>
                <a:lnTo>
                  <a:pt x="230873" y="20374"/>
                </a:lnTo>
                <a:lnTo>
                  <a:pt x="230429" y="19945"/>
                </a:lnTo>
                <a:lnTo>
                  <a:pt x="229974" y="19527"/>
                </a:lnTo>
                <a:lnTo>
                  <a:pt x="229508" y="19121"/>
                </a:lnTo>
                <a:lnTo>
                  <a:pt x="229031" y="18725"/>
                </a:lnTo>
                <a:lnTo>
                  <a:pt x="228543" y="18341"/>
                </a:lnTo>
                <a:lnTo>
                  <a:pt x="228044" y="17968"/>
                </a:lnTo>
                <a:lnTo>
                  <a:pt x="227534" y="17607"/>
                </a:lnTo>
                <a:lnTo>
                  <a:pt x="227014" y="17256"/>
                </a:lnTo>
                <a:lnTo>
                  <a:pt x="226482" y="16917"/>
                </a:lnTo>
                <a:lnTo>
                  <a:pt x="225939" y="16589"/>
                </a:lnTo>
                <a:lnTo>
                  <a:pt x="225385" y="16272"/>
                </a:lnTo>
                <a:lnTo>
                  <a:pt x="224821" y="15966"/>
                </a:lnTo>
                <a:lnTo>
                  <a:pt x="224245" y="15671"/>
                </a:lnTo>
                <a:lnTo>
                  <a:pt x="223659" y="15388"/>
                </a:lnTo>
                <a:lnTo>
                  <a:pt x="223063" y="15116"/>
                </a:lnTo>
                <a:lnTo>
                  <a:pt x="222458" y="14856"/>
                </a:lnTo>
                <a:lnTo>
                  <a:pt x="221846" y="14607"/>
                </a:lnTo>
                <a:lnTo>
                  <a:pt x="221225" y="14370"/>
                </a:lnTo>
                <a:lnTo>
                  <a:pt x="220596" y="14144"/>
                </a:lnTo>
                <a:lnTo>
                  <a:pt x="219959" y="13930"/>
                </a:lnTo>
                <a:lnTo>
                  <a:pt x="219313" y="13728"/>
                </a:lnTo>
                <a:lnTo>
                  <a:pt x="218659" y="13537"/>
                </a:lnTo>
                <a:lnTo>
                  <a:pt x="217997" y="13357"/>
                </a:lnTo>
                <a:lnTo>
                  <a:pt x="217327" y="13190"/>
                </a:lnTo>
                <a:lnTo>
                  <a:pt x="216649" y="13033"/>
                </a:lnTo>
                <a:lnTo>
                  <a:pt x="215962" y="12889"/>
                </a:lnTo>
                <a:lnTo>
                  <a:pt x="215268" y="12756"/>
                </a:lnTo>
                <a:lnTo>
                  <a:pt x="214565" y="12634"/>
                </a:lnTo>
                <a:lnTo>
                  <a:pt x="213853" y="12524"/>
                </a:lnTo>
                <a:lnTo>
                  <a:pt x="213134" y="12426"/>
                </a:lnTo>
                <a:lnTo>
                  <a:pt x="212406" y="12339"/>
                </a:lnTo>
                <a:lnTo>
                  <a:pt x="211670" y="12264"/>
                </a:lnTo>
                <a:lnTo>
                  <a:pt x="210926" y="12200"/>
                </a:lnTo>
                <a:lnTo>
                  <a:pt x="210174" y="12148"/>
                </a:lnTo>
                <a:lnTo>
                  <a:pt x="209413" y="12108"/>
                </a:lnTo>
                <a:lnTo>
                  <a:pt x="208644" y="12079"/>
                </a:lnTo>
                <a:lnTo>
                  <a:pt x="207867" y="12062"/>
                </a:lnTo>
                <a:lnTo>
                  <a:pt x="207082" y="12056"/>
                </a:lnTo>
                <a:lnTo>
                  <a:pt x="206285" y="12062"/>
                </a:lnTo>
                <a:lnTo>
                  <a:pt x="205496" y="12083"/>
                </a:lnTo>
                <a:lnTo>
                  <a:pt x="204715" y="12116"/>
                </a:lnTo>
                <a:lnTo>
                  <a:pt x="203942" y="12163"/>
                </a:lnTo>
                <a:lnTo>
                  <a:pt x="203177" y="12224"/>
                </a:lnTo>
                <a:lnTo>
                  <a:pt x="202420" y="12297"/>
                </a:lnTo>
                <a:lnTo>
                  <a:pt x="201671" y="12385"/>
                </a:lnTo>
                <a:lnTo>
                  <a:pt x="200931" y="12485"/>
                </a:lnTo>
                <a:lnTo>
                  <a:pt x="200198" y="12599"/>
                </a:lnTo>
                <a:lnTo>
                  <a:pt x="199474" y="12727"/>
                </a:lnTo>
                <a:lnTo>
                  <a:pt x="198757" y="12868"/>
                </a:lnTo>
                <a:lnTo>
                  <a:pt x="198049" y="13022"/>
                </a:lnTo>
                <a:lnTo>
                  <a:pt x="197349" y="13190"/>
                </a:lnTo>
                <a:lnTo>
                  <a:pt x="196657" y="13371"/>
                </a:lnTo>
                <a:lnTo>
                  <a:pt x="195973" y="13566"/>
                </a:lnTo>
                <a:lnTo>
                  <a:pt x="195297" y="13774"/>
                </a:lnTo>
                <a:lnTo>
                  <a:pt x="194630" y="13995"/>
                </a:lnTo>
                <a:lnTo>
                  <a:pt x="193970" y="14230"/>
                </a:lnTo>
                <a:lnTo>
                  <a:pt x="193319" y="14479"/>
                </a:lnTo>
                <a:lnTo>
                  <a:pt x="192675" y="14741"/>
                </a:lnTo>
                <a:lnTo>
                  <a:pt x="192040" y="15016"/>
                </a:lnTo>
                <a:lnTo>
                  <a:pt x="191413" y="15304"/>
                </a:lnTo>
                <a:lnTo>
                  <a:pt x="190794" y="15606"/>
                </a:lnTo>
                <a:lnTo>
                  <a:pt x="190183" y="15922"/>
                </a:lnTo>
                <a:lnTo>
                  <a:pt x="189581" y="16248"/>
                </a:lnTo>
                <a:lnTo>
                  <a:pt x="188991" y="16584"/>
                </a:lnTo>
                <a:lnTo>
                  <a:pt x="188413" y="16929"/>
                </a:lnTo>
                <a:lnTo>
                  <a:pt x="187845" y="17283"/>
                </a:lnTo>
                <a:lnTo>
                  <a:pt x="187289" y="17647"/>
                </a:lnTo>
                <a:lnTo>
                  <a:pt x="186745" y="18019"/>
                </a:lnTo>
                <a:lnTo>
                  <a:pt x="186211" y="18401"/>
                </a:lnTo>
                <a:lnTo>
                  <a:pt x="185690" y="18792"/>
                </a:lnTo>
                <a:lnTo>
                  <a:pt x="185179" y="19192"/>
                </a:lnTo>
                <a:lnTo>
                  <a:pt x="184680" y="19602"/>
                </a:lnTo>
                <a:lnTo>
                  <a:pt x="184192" y="20021"/>
                </a:lnTo>
                <a:lnTo>
                  <a:pt x="183715" y="20448"/>
                </a:lnTo>
                <a:lnTo>
                  <a:pt x="183250" y="20885"/>
                </a:lnTo>
                <a:lnTo>
                  <a:pt x="182796" y="21332"/>
                </a:lnTo>
                <a:lnTo>
                  <a:pt x="182353" y="21787"/>
                </a:lnTo>
                <a:lnTo>
                  <a:pt x="181922" y="22252"/>
                </a:lnTo>
                <a:lnTo>
                  <a:pt x="181502" y="22726"/>
                </a:lnTo>
                <a:lnTo>
                  <a:pt x="181094" y="23209"/>
                </a:lnTo>
                <a:lnTo>
                  <a:pt x="180696" y="23701"/>
                </a:lnTo>
                <a:lnTo>
                  <a:pt x="180310" y="24202"/>
                </a:lnTo>
                <a:lnTo>
                  <a:pt x="179936" y="24713"/>
                </a:lnTo>
                <a:lnTo>
                  <a:pt x="179573" y="25233"/>
                </a:lnTo>
                <a:lnTo>
                  <a:pt x="179221" y="25762"/>
                </a:lnTo>
                <a:lnTo>
                  <a:pt x="178880" y="26300"/>
                </a:lnTo>
                <a:lnTo>
                  <a:pt x="178552" y="26846"/>
                </a:lnTo>
                <a:lnTo>
                  <a:pt x="178238" y="27396"/>
                </a:lnTo>
                <a:lnTo>
                  <a:pt x="177938" y="27951"/>
                </a:lnTo>
                <a:lnTo>
                  <a:pt x="177652" y="28511"/>
                </a:lnTo>
                <a:lnTo>
                  <a:pt x="177380" y="29077"/>
                </a:lnTo>
                <a:lnTo>
                  <a:pt x="177122" y="29647"/>
                </a:lnTo>
                <a:lnTo>
                  <a:pt x="176878" y="30222"/>
                </a:lnTo>
                <a:lnTo>
                  <a:pt x="176648" y="30802"/>
                </a:lnTo>
                <a:lnTo>
                  <a:pt x="176431" y="31387"/>
                </a:lnTo>
                <a:lnTo>
                  <a:pt x="176229" y="31977"/>
                </a:lnTo>
                <a:lnTo>
                  <a:pt x="176041" y="32572"/>
                </a:lnTo>
                <a:lnTo>
                  <a:pt x="175866" y="33172"/>
                </a:lnTo>
                <a:lnTo>
                  <a:pt x="175706" y="33777"/>
                </a:lnTo>
                <a:lnTo>
                  <a:pt x="175559" y="34387"/>
                </a:lnTo>
                <a:lnTo>
                  <a:pt x="175427" y="35002"/>
                </a:lnTo>
                <a:lnTo>
                  <a:pt x="175308" y="35622"/>
                </a:lnTo>
                <a:lnTo>
                  <a:pt x="175204" y="36247"/>
                </a:lnTo>
                <a:lnTo>
                  <a:pt x="175113" y="36877"/>
                </a:lnTo>
                <a:lnTo>
                  <a:pt x="175036" y="37511"/>
                </a:lnTo>
                <a:lnTo>
                  <a:pt x="174973" y="38151"/>
                </a:lnTo>
                <a:lnTo>
                  <a:pt x="174924" y="38796"/>
                </a:lnTo>
                <a:lnTo>
                  <a:pt x="174890" y="39446"/>
                </a:lnTo>
                <a:lnTo>
                  <a:pt x="174869" y="40100"/>
                </a:lnTo>
                <a:lnTo>
                  <a:pt x="174862" y="40760"/>
                </a:lnTo>
                <a:lnTo>
                  <a:pt x="188137" y="40760"/>
                </a:lnTo>
                <a:lnTo>
                  <a:pt x="188142" y="40310"/>
                </a:lnTo>
                <a:lnTo>
                  <a:pt x="188154" y="39865"/>
                </a:lnTo>
                <a:lnTo>
                  <a:pt x="188175" y="39424"/>
                </a:lnTo>
                <a:lnTo>
                  <a:pt x="188204" y="38989"/>
                </a:lnTo>
                <a:lnTo>
                  <a:pt x="188242" y="38559"/>
                </a:lnTo>
                <a:lnTo>
                  <a:pt x="188288" y="38133"/>
                </a:lnTo>
                <a:lnTo>
                  <a:pt x="188342" y="37713"/>
                </a:lnTo>
                <a:lnTo>
                  <a:pt x="188404" y="37298"/>
                </a:lnTo>
                <a:lnTo>
                  <a:pt x="188475" y="36887"/>
                </a:lnTo>
                <a:lnTo>
                  <a:pt x="188555" y="36482"/>
                </a:lnTo>
                <a:lnTo>
                  <a:pt x="188642" y="36081"/>
                </a:lnTo>
                <a:lnTo>
                  <a:pt x="188738" y="35686"/>
                </a:lnTo>
                <a:lnTo>
                  <a:pt x="188843" y="35295"/>
                </a:lnTo>
                <a:lnTo>
                  <a:pt x="188955" y="34909"/>
                </a:lnTo>
                <a:lnTo>
                  <a:pt x="189076" y="34529"/>
                </a:lnTo>
                <a:lnTo>
                  <a:pt x="189206" y="34153"/>
                </a:lnTo>
                <a:lnTo>
                  <a:pt x="189344" y="33782"/>
                </a:lnTo>
                <a:lnTo>
                  <a:pt x="189490" y="33416"/>
                </a:lnTo>
                <a:lnTo>
                  <a:pt x="189644" y="33055"/>
                </a:lnTo>
                <a:lnTo>
                  <a:pt x="189807" y="32700"/>
                </a:lnTo>
                <a:lnTo>
                  <a:pt x="189978" y="32349"/>
                </a:lnTo>
                <a:lnTo>
                  <a:pt x="190157" y="32003"/>
                </a:lnTo>
                <a:lnTo>
                  <a:pt x="190345" y="31662"/>
                </a:lnTo>
                <a:lnTo>
                  <a:pt x="190541" y="31326"/>
                </a:lnTo>
                <a:lnTo>
                  <a:pt x="190745" y="30995"/>
                </a:lnTo>
                <a:lnTo>
                  <a:pt x="190955" y="30671"/>
                </a:lnTo>
                <a:lnTo>
                  <a:pt x="191171" y="30353"/>
                </a:lnTo>
                <a:lnTo>
                  <a:pt x="191394" y="30042"/>
                </a:lnTo>
                <a:lnTo>
                  <a:pt x="191624" y="29737"/>
                </a:lnTo>
                <a:lnTo>
                  <a:pt x="191860" y="29438"/>
                </a:lnTo>
                <a:lnTo>
                  <a:pt x="192102" y="29146"/>
                </a:lnTo>
                <a:lnTo>
                  <a:pt x="192351" y="28860"/>
                </a:lnTo>
                <a:lnTo>
                  <a:pt x="192607" y="28580"/>
                </a:lnTo>
                <a:lnTo>
                  <a:pt x="192869" y="28306"/>
                </a:lnTo>
                <a:lnTo>
                  <a:pt x="193137" y="28039"/>
                </a:lnTo>
                <a:lnTo>
                  <a:pt x="193412" y="27779"/>
                </a:lnTo>
                <a:lnTo>
                  <a:pt x="193693" y="27524"/>
                </a:lnTo>
                <a:lnTo>
                  <a:pt x="193981" y="27276"/>
                </a:lnTo>
                <a:lnTo>
                  <a:pt x="194275" y="27034"/>
                </a:lnTo>
                <a:lnTo>
                  <a:pt x="194576" y="26799"/>
                </a:lnTo>
                <a:lnTo>
                  <a:pt x="194883" y="26570"/>
                </a:lnTo>
                <a:lnTo>
                  <a:pt x="195197" y="26347"/>
                </a:lnTo>
                <a:lnTo>
                  <a:pt x="195517" y="26130"/>
                </a:lnTo>
                <a:lnTo>
                  <a:pt x="195844" y="25920"/>
                </a:lnTo>
                <a:lnTo>
                  <a:pt x="196177" y="25716"/>
                </a:lnTo>
                <a:lnTo>
                  <a:pt x="196516" y="25519"/>
                </a:lnTo>
                <a:lnTo>
                  <a:pt x="196862" y="25328"/>
                </a:lnTo>
                <a:lnTo>
                  <a:pt x="197215" y="25143"/>
                </a:lnTo>
                <a:lnTo>
                  <a:pt x="197573" y="24965"/>
                </a:lnTo>
                <a:lnTo>
                  <a:pt x="197936" y="24795"/>
                </a:lnTo>
                <a:lnTo>
                  <a:pt x="198303" y="24632"/>
                </a:lnTo>
                <a:lnTo>
                  <a:pt x="198675" y="24477"/>
                </a:lnTo>
                <a:lnTo>
                  <a:pt x="199052" y="24329"/>
                </a:lnTo>
                <a:lnTo>
                  <a:pt x="199433" y="24189"/>
                </a:lnTo>
                <a:lnTo>
                  <a:pt x="199819" y="24057"/>
                </a:lnTo>
                <a:lnTo>
                  <a:pt x="200209" y="23932"/>
                </a:lnTo>
                <a:lnTo>
                  <a:pt x="200604" y="23815"/>
                </a:lnTo>
                <a:lnTo>
                  <a:pt x="201004" y="23705"/>
                </a:lnTo>
                <a:lnTo>
                  <a:pt x="201408" y="23603"/>
                </a:lnTo>
                <a:lnTo>
                  <a:pt x="201817" y="23508"/>
                </a:lnTo>
                <a:lnTo>
                  <a:pt x="202230" y="23421"/>
                </a:lnTo>
                <a:lnTo>
                  <a:pt x="202648" y="23342"/>
                </a:lnTo>
                <a:lnTo>
                  <a:pt x="203071" y="23270"/>
                </a:lnTo>
                <a:lnTo>
                  <a:pt x="203498" y="23205"/>
                </a:lnTo>
                <a:lnTo>
                  <a:pt x="203930" y="23149"/>
                </a:lnTo>
                <a:lnTo>
                  <a:pt x="204366" y="23100"/>
                </a:lnTo>
                <a:lnTo>
                  <a:pt x="204807" y="23058"/>
                </a:lnTo>
                <a:lnTo>
                  <a:pt x="205253" y="23024"/>
                </a:lnTo>
                <a:lnTo>
                  <a:pt x="205703" y="22997"/>
                </a:lnTo>
                <a:lnTo>
                  <a:pt x="206158" y="22978"/>
                </a:lnTo>
                <a:lnTo>
                  <a:pt x="206618" y="22967"/>
                </a:lnTo>
                <a:lnTo>
                  <a:pt x="207082" y="22963"/>
                </a:lnTo>
                <a:lnTo>
                  <a:pt x="207593" y="22967"/>
                </a:lnTo>
                <a:lnTo>
                  <a:pt x="208096" y="22978"/>
                </a:lnTo>
                <a:lnTo>
                  <a:pt x="208591" y="22996"/>
                </a:lnTo>
                <a:lnTo>
                  <a:pt x="209079" y="23021"/>
                </a:lnTo>
                <a:lnTo>
                  <a:pt x="209560" y="23053"/>
                </a:lnTo>
                <a:lnTo>
                  <a:pt x="210033" y="23093"/>
                </a:lnTo>
                <a:lnTo>
                  <a:pt x="210499" y="23140"/>
                </a:lnTo>
                <a:lnTo>
                  <a:pt x="210957" y="23194"/>
                </a:lnTo>
                <a:lnTo>
                  <a:pt x="211408" y="23255"/>
                </a:lnTo>
                <a:lnTo>
                  <a:pt x="211851" y="23324"/>
                </a:lnTo>
                <a:lnTo>
                  <a:pt x="212287" y="23400"/>
                </a:lnTo>
                <a:lnTo>
                  <a:pt x="212715" y="23482"/>
                </a:lnTo>
                <a:lnTo>
                  <a:pt x="213136" y="23573"/>
                </a:lnTo>
                <a:lnTo>
                  <a:pt x="213549" y="23670"/>
                </a:lnTo>
                <a:lnTo>
                  <a:pt x="213955" y="23774"/>
                </a:lnTo>
                <a:lnTo>
                  <a:pt x="214354" y="23886"/>
                </a:lnTo>
                <a:lnTo>
                  <a:pt x="214745" y="24005"/>
                </a:lnTo>
                <a:lnTo>
                  <a:pt x="215128" y="24131"/>
                </a:lnTo>
                <a:lnTo>
                  <a:pt x="215504" y="24265"/>
                </a:lnTo>
                <a:lnTo>
                  <a:pt x="215873" y="24405"/>
                </a:lnTo>
                <a:lnTo>
                  <a:pt x="216234" y="24553"/>
                </a:lnTo>
                <a:lnTo>
                  <a:pt x="216587" y="24708"/>
                </a:lnTo>
                <a:lnTo>
                  <a:pt x="216933" y="24870"/>
                </a:lnTo>
                <a:lnTo>
                  <a:pt x="217272" y="25040"/>
                </a:lnTo>
                <a:lnTo>
                  <a:pt x="217603" y="25216"/>
                </a:lnTo>
                <a:lnTo>
                  <a:pt x="217928" y="25400"/>
                </a:lnTo>
                <a:lnTo>
                  <a:pt x="218245" y="25590"/>
                </a:lnTo>
                <a:lnTo>
                  <a:pt x="218556" y="25788"/>
                </a:lnTo>
                <a:lnTo>
                  <a:pt x="218859" y="25992"/>
                </a:lnTo>
                <a:lnTo>
                  <a:pt x="219156" y="26204"/>
                </a:lnTo>
                <a:lnTo>
                  <a:pt x="219445" y="26422"/>
                </a:lnTo>
                <a:lnTo>
                  <a:pt x="219728" y="26647"/>
                </a:lnTo>
                <a:lnTo>
                  <a:pt x="220003" y="26880"/>
                </a:lnTo>
                <a:lnTo>
                  <a:pt x="220272" y="27119"/>
                </a:lnTo>
                <a:lnTo>
                  <a:pt x="220534" y="27365"/>
                </a:lnTo>
                <a:lnTo>
                  <a:pt x="220788" y="27618"/>
                </a:lnTo>
                <a:lnTo>
                  <a:pt x="221036" y="27878"/>
                </a:lnTo>
                <a:lnTo>
                  <a:pt x="221277" y="28145"/>
                </a:lnTo>
                <a:lnTo>
                  <a:pt x="221510" y="28420"/>
                </a:lnTo>
                <a:lnTo>
                  <a:pt x="221737" y="28701"/>
                </a:lnTo>
                <a:lnTo>
                  <a:pt x="221957" y="28989"/>
                </a:lnTo>
                <a:lnTo>
                  <a:pt x="222170" y="29284"/>
                </a:lnTo>
                <a:lnTo>
                  <a:pt x="222375" y="29586"/>
                </a:lnTo>
                <a:lnTo>
                  <a:pt x="222574" y="29895"/>
                </a:lnTo>
                <a:lnTo>
                  <a:pt x="222766" y="30211"/>
                </a:lnTo>
                <a:lnTo>
                  <a:pt x="222951" y="30533"/>
                </a:lnTo>
                <a:lnTo>
                  <a:pt x="223129" y="30863"/>
                </a:lnTo>
                <a:lnTo>
                  <a:pt x="223300" y="31200"/>
                </a:lnTo>
                <a:lnTo>
                  <a:pt x="223464" y="31544"/>
                </a:lnTo>
                <a:lnTo>
                  <a:pt x="223621" y="31894"/>
                </a:lnTo>
                <a:lnTo>
                  <a:pt x="223771" y="32251"/>
                </a:lnTo>
                <a:lnTo>
                  <a:pt x="223914" y="32614"/>
                </a:lnTo>
                <a:lnTo>
                  <a:pt x="224050" y="32985"/>
                </a:lnTo>
                <a:lnTo>
                  <a:pt x="224179" y="33362"/>
                </a:lnTo>
                <a:lnTo>
                  <a:pt x="224301" y="33745"/>
                </a:lnTo>
                <a:lnTo>
                  <a:pt x="224416" y="34136"/>
                </a:lnTo>
                <a:lnTo>
                  <a:pt x="224524" y="34533"/>
                </a:lnTo>
                <a:lnTo>
                  <a:pt x="224625" y="34937"/>
                </a:lnTo>
                <a:lnTo>
                  <a:pt x="224720" y="35348"/>
                </a:lnTo>
                <a:lnTo>
                  <a:pt x="224807" y="35765"/>
                </a:lnTo>
                <a:lnTo>
                  <a:pt x="224887" y="36189"/>
                </a:lnTo>
                <a:lnTo>
                  <a:pt x="224960" y="36620"/>
                </a:lnTo>
                <a:lnTo>
                  <a:pt x="225027" y="37058"/>
                </a:lnTo>
                <a:lnTo>
                  <a:pt x="225086" y="37502"/>
                </a:lnTo>
                <a:lnTo>
                  <a:pt x="225138" y="37953"/>
                </a:lnTo>
                <a:lnTo>
                  <a:pt x="225184" y="38411"/>
                </a:lnTo>
                <a:lnTo>
                  <a:pt x="225222" y="38875"/>
                </a:lnTo>
                <a:lnTo>
                  <a:pt x="225253" y="39346"/>
                </a:lnTo>
                <a:lnTo>
                  <a:pt x="225278" y="39824"/>
                </a:lnTo>
                <a:lnTo>
                  <a:pt x="225295" y="40309"/>
                </a:lnTo>
                <a:lnTo>
                  <a:pt x="225306" y="40800"/>
                </a:lnTo>
                <a:lnTo>
                  <a:pt x="225309" y="41298"/>
                </a:lnTo>
                <a:lnTo>
                  <a:pt x="225305" y="41720"/>
                </a:lnTo>
                <a:lnTo>
                  <a:pt x="225293" y="42138"/>
                </a:lnTo>
                <a:lnTo>
                  <a:pt x="225274" y="42553"/>
                </a:lnTo>
                <a:lnTo>
                  <a:pt x="225246" y="42964"/>
                </a:lnTo>
                <a:lnTo>
                  <a:pt x="225211" y="43371"/>
                </a:lnTo>
                <a:lnTo>
                  <a:pt x="225168" y="43775"/>
                </a:lnTo>
                <a:lnTo>
                  <a:pt x="225117" y="44175"/>
                </a:lnTo>
                <a:lnTo>
                  <a:pt x="225058" y="44572"/>
                </a:lnTo>
                <a:lnTo>
                  <a:pt x="224991" y="44965"/>
                </a:lnTo>
                <a:lnTo>
                  <a:pt x="224917" y="45355"/>
                </a:lnTo>
                <a:lnTo>
                  <a:pt x="224834" y="45741"/>
                </a:lnTo>
                <a:lnTo>
                  <a:pt x="224744" y="46123"/>
                </a:lnTo>
                <a:lnTo>
                  <a:pt x="224646" y="46502"/>
                </a:lnTo>
                <a:lnTo>
                  <a:pt x="224540" y="46877"/>
                </a:lnTo>
                <a:lnTo>
                  <a:pt x="224426" y="47248"/>
                </a:lnTo>
                <a:lnTo>
                  <a:pt x="224305" y="47616"/>
                </a:lnTo>
                <a:lnTo>
                  <a:pt x="224175" y="47980"/>
                </a:lnTo>
                <a:lnTo>
                  <a:pt x="224038" y="48341"/>
                </a:lnTo>
                <a:lnTo>
                  <a:pt x="223892" y="48698"/>
                </a:lnTo>
                <a:lnTo>
                  <a:pt x="223739" y="49052"/>
                </a:lnTo>
                <a:lnTo>
                  <a:pt x="223579" y="49401"/>
                </a:lnTo>
                <a:lnTo>
                  <a:pt x="223410" y="49748"/>
                </a:lnTo>
                <a:lnTo>
                  <a:pt x="223233" y="50090"/>
                </a:lnTo>
                <a:lnTo>
                  <a:pt x="223049" y="50430"/>
                </a:lnTo>
                <a:lnTo>
                  <a:pt x="222856" y="50764"/>
                </a:lnTo>
                <a:lnTo>
                  <a:pt x="222656" y="51092"/>
                </a:lnTo>
                <a:lnTo>
                  <a:pt x="222448" y="51414"/>
                </a:lnTo>
                <a:lnTo>
                  <a:pt x="222231" y="51730"/>
                </a:lnTo>
                <a:lnTo>
                  <a:pt x="222007" y="52041"/>
                </a:lnTo>
                <a:lnTo>
                  <a:pt x="221775" y="52345"/>
                </a:lnTo>
                <a:lnTo>
                  <a:pt x="221535" y="52643"/>
                </a:lnTo>
                <a:lnTo>
                  <a:pt x="221287" y="52936"/>
                </a:lnTo>
                <a:lnTo>
                  <a:pt x="221030" y="53222"/>
                </a:lnTo>
                <a:lnTo>
                  <a:pt x="220766" y="53503"/>
                </a:lnTo>
                <a:lnTo>
                  <a:pt x="220494" y="53777"/>
                </a:lnTo>
                <a:lnTo>
                  <a:pt x="220214" y="54046"/>
                </a:lnTo>
                <a:lnTo>
                  <a:pt x="219926" y="54308"/>
                </a:lnTo>
                <a:lnTo>
                  <a:pt x="219630" y="54565"/>
                </a:lnTo>
                <a:lnTo>
                  <a:pt x="219326" y="54815"/>
                </a:lnTo>
                <a:lnTo>
                  <a:pt x="219014" y="55060"/>
                </a:lnTo>
                <a:lnTo>
                  <a:pt x="218694" y="55299"/>
                </a:lnTo>
                <a:lnTo>
                  <a:pt x="218366" y="55532"/>
                </a:lnTo>
                <a:lnTo>
                  <a:pt x="218031" y="55758"/>
                </a:lnTo>
                <a:lnTo>
                  <a:pt x="217687" y="55979"/>
                </a:lnTo>
                <a:lnTo>
                  <a:pt x="217335" y="56194"/>
                </a:lnTo>
                <a:lnTo>
                  <a:pt x="216975" y="56403"/>
                </a:lnTo>
                <a:lnTo>
                  <a:pt x="216607" y="56606"/>
                </a:lnTo>
                <a:lnTo>
                  <a:pt x="216232" y="56803"/>
                </a:lnTo>
                <a:lnTo>
                  <a:pt x="215848" y="56993"/>
                </a:lnTo>
                <a:lnTo>
                  <a:pt x="215455" y="57175"/>
                </a:lnTo>
                <a:lnTo>
                  <a:pt x="215055" y="57348"/>
                </a:lnTo>
                <a:lnTo>
                  <a:pt x="214646" y="57514"/>
                </a:lnTo>
                <a:lnTo>
                  <a:pt x="214229" y="57672"/>
                </a:lnTo>
                <a:lnTo>
                  <a:pt x="213803" y="57821"/>
                </a:lnTo>
                <a:lnTo>
                  <a:pt x="213369" y="57963"/>
                </a:lnTo>
                <a:lnTo>
                  <a:pt x="212927" y="58096"/>
                </a:lnTo>
                <a:lnTo>
                  <a:pt x="212476" y="58221"/>
                </a:lnTo>
                <a:lnTo>
                  <a:pt x="212017" y="58338"/>
                </a:lnTo>
                <a:lnTo>
                  <a:pt x="211549" y="58448"/>
                </a:lnTo>
                <a:lnTo>
                  <a:pt x="211074" y="58549"/>
                </a:lnTo>
                <a:lnTo>
                  <a:pt x="210590" y="58642"/>
                </a:lnTo>
                <a:lnTo>
                  <a:pt x="210097" y="58726"/>
                </a:lnTo>
                <a:lnTo>
                  <a:pt x="209596" y="58803"/>
                </a:lnTo>
                <a:lnTo>
                  <a:pt x="209087" y="58872"/>
                </a:lnTo>
                <a:lnTo>
                  <a:pt x="208570" y="58932"/>
                </a:lnTo>
                <a:lnTo>
                  <a:pt x="208044" y="58985"/>
                </a:lnTo>
                <a:lnTo>
                  <a:pt x="207510" y="59029"/>
                </a:lnTo>
                <a:lnTo>
                  <a:pt x="206967" y="59066"/>
                </a:lnTo>
                <a:lnTo>
                  <a:pt x="206417" y="59094"/>
                </a:lnTo>
                <a:lnTo>
                  <a:pt x="205857" y="59114"/>
                </a:lnTo>
                <a:lnTo>
                  <a:pt x="205290" y="59126"/>
                </a:lnTo>
                <a:lnTo>
                  <a:pt x="204714" y="59131"/>
                </a:lnTo>
                <a:lnTo>
                  <a:pt x="195242" y="59131"/>
                </a:lnTo>
                <a:lnTo>
                  <a:pt x="195242" y="62073"/>
                </a:lnTo>
                <a:lnTo>
                  <a:pt x="195242" y="67168"/>
                </a:lnTo>
                <a:lnTo>
                  <a:pt x="195242" y="70038"/>
                </a:lnTo>
                <a:lnTo>
                  <a:pt x="204714" y="70038"/>
                </a:lnTo>
                <a:lnTo>
                  <a:pt x="205273" y="70042"/>
                </a:lnTo>
                <a:lnTo>
                  <a:pt x="205826" y="70052"/>
                </a:lnTo>
                <a:lnTo>
                  <a:pt x="206373" y="70070"/>
                </a:lnTo>
                <a:lnTo>
                  <a:pt x="206914" y="70095"/>
                </a:lnTo>
                <a:lnTo>
                  <a:pt x="207448" y="70127"/>
                </a:lnTo>
                <a:lnTo>
                  <a:pt x="207977" y="70166"/>
                </a:lnTo>
                <a:lnTo>
                  <a:pt x="208499" y="70212"/>
                </a:lnTo>
                <a:lnTo>
                  <a:pt x="209016" y="70266"/>
                </a:lnTo>
                <a:lnTo>
                  <a:pt x="209526" y="70326"/>
                </a:lnTo>
                <a:lnTo>
                  <a:pt x="210030" y="70394"/>
                </a:lnTo>
                <a:lnTo>
                  <a:pt x="210528" y="70469"/>
                </a:lnTo>
                <a:lnTo>
                  <a:pt x="211020" y="70550"/>
                </a:lnTo>
                <a:lnTo>
                  <a:pt x="211506" y="70639"/>
                </a:lnTo>
                <a:lnTo>
                  <a:pt x="211985" y="70736"/>
                </a:lnTo>
                <a:lnTo>
                  <a:pt x="212459" y="70839"/>
                </a:lnTo>
                <a:lnTo>
                  <a:pt x="212927" y="70949"/>
                </a:lnTo>
                <a:lnTo>
                  <a:pt x="213388" y="71066"/>
                </a:lnTo>
                <a:lnTo>
                  <a:pt x="213843" y="71191"/>
                </a:lnTo>
                <a:lnTo>
                  <a:pt x="214292" y="71323"/>
                </a:lnTo>
                <a:lnTo>
                  <a:pt x="214736" y="71461"/>
                </a:lnTo>
                <a:lnTo>
                  <a:pt x="215172" y="71607"/>
                </a:lnTo>
                <a:lnTo>
                  <a:pt x="215603" y="71760"/>
                </a:lnTo>
                <a:lnTo>
                  <a:pt x="216028" y="71920"/>
                </a:lnTo>
                <a:lnTo>
                  <a:pt x="216447" y="72088"/>
                </a:lnTo>
                <a:lnTo>
                  <a:pt x="216858" y="72262"/>
                </a:lnTo>
                <a:lnTo>
                  <a:pt x="217262" y="72444"/>
                </a:lnTo>
                <a:lnTo>
                  <a:pt x="217658" y="72633"/>
                </a:lnTo>
                <a:lnTo>
                  <a:pt x="218046" y="72830"/>
                </a:lnTo>
                <a:lnTo>
                  <a:pt x="218427" y="73035"/>
                </a:lnTo>
                <a:lnTo>
                  <a:pt x="218799" y="73246"/>
                </a:lnTo>
                <a:lnTo>
                  <a:pt x="219164" y="73466"/>
                </a:lnTo>
                <a:lnTo>
                  <a:pt x="219521" y="73693"/>
                </a:lnTo>
                <a:lnTo>
                  <a:pt x="219869" y="73927"/>
                </a:lnTo>
                <a:lnTo>
                  <a:pt x="220210" y="74169"/>
                </a:lnTo>
                <a:lnTo>
                  <a:pt x="220544" y="74418"/>
                </a:lnTo>
                <a:lnTo>
                  <a:pt x="220869" y="74675"/>
                </a:lnTo>
                <a:lnTo>
                  <a:pt x="221187" y="74939"/>
                </a:lnTo>
                <a:lnTo>
                  <a:pt x="221496" y="75211"/>
                </a:lnTo>
                <a:lnTo>
                  <a:pt x="221798" y="75491"/>
                </a:lnTo>
                <a:lnTo>
                  <a:pt x="222092" y="75777"/>
                </a:lnTo>
                <a:lnTo>
                  <a:pt x="222378" y="76072"/>
                </a:lnTo>
                <a:lnTo>
                  <a:pt x="222656" y="76374"/>
                </a:lnTo>
                <a:lnTo>
                  <a:pt x="222927" y="76683"/>
                </a:lnTo>
                <a:lnTo>
                  <a:pt x="223189" y="77000"/>
                </a:lnTo>
                <a:lnTo>
                  <a:pt x="223444" y="77324"/>
                </a:lnTo>
                <a:lnTo>
                  <a:pt x="223691" y="77656"/>
                </a:lnTo>
                <a:lnTo>
                  <a:pt x="223930" y="77995"/>
                </a:lnTo>
                <a:lnTo>
                  <a:pt x="224161" y="78342"/>
                </a:lnTo>
                <a:lnTo>
                  <a:pt x="224384" y="78697"/>
                </a:lnTo>
                <a:lnTo>
                  <a:pt x="224597" y="79059"/>
                </a:lnTo>
                <a:lnTo>
                  <a:pt x="224800" y="79430"/>
                </a:lnTo>
                <a:lnTo>
                  <a:pt x="224994" y="79809"/>
                </a:lnTo>
                <a:lnTo>
                  <a:pt x="225179" y="80196"/>
                </a:lnTo>
                <a:lnTo>
                  <a:pt x="225354" y="80591"/>
                </a:lnTo>
                <a:lnTo>
                  <a:pt x="225520" y="80994"/>
                </a:lnTo>
                <a:lnTo>
                  <a:pt x="225676" y="81405"/>
                </a:lnTo>
                <a:lnTo>
                  <a:pt x="225823" y="81825"/>
                </a:lnTo>
                <a:lnTo>
                  <a:pt x="225960" y="82252"/>
                </a:lnTo>
                <a:lnTo>
                  <a:pt x="226088" y="82688"/>
                </a:lnTo>
                <a:lnTo>
                  <a:pt x="226206" y="83132"/>
                </a:lnTo>
                <a:lnTo>
                  <a:pt x="226315" y="83583"/>
                </a:lnTo>
                <a:lnTo>
                  <a:pt x="226415" y="84043"/>
                </a:lnTo>
                <a:lnTo>
                  <a:pt x="226504" y="84512"/>
                </a:lnTo>
                <a:lnTo>
                  <a:pt x="226585" y="84988"/>
                </a:lnTo>
                <a:lnTo>
                  <a:pt x="226656" y="85472"/>
                </a:lnTo>
                <a:lnTo>
                  <a:pt x="226717" y="85965"/>
                </a:lnTo>
                <a:lnTo>
                  <a:pt x="226770" y="86465"/>
                </a:lnTo>
                <a:lnTo>
                  <a:pt x="226812" y="86974"/>
                </a:lnTo>
                <a:lnTo>
                  <a:pt x="226845" y="87491"/>
                </a:lnTo>
                <a:lnTo>
                  <a:pt x="226869" y="88016"/>
                </a:lnTo>
                <a:lnTo>
                  <a:pt x="226883" y="88549"/>
                </a:lnTo>
                <a:lnTo>
                  <a:pt x="226888" y="89090"/>
                </a:lnTo>
                <a:lnTo>
                  <a:pt x="226884" y="89632"/>
                </a:lnTo>
                <a:lnTo>
                  <a:pt x="226871" y="90165"/>
                </a:lnTo>
                <a:lnTo>
                  <a:pt x="226850" y="90691"/>
                </a:lnTo>
                <a:lnTo>
                  <a:pt x="226821" y="91209"/>
                </a:lnTo>
                <a:lnTo>
                  <a:pt x="226784" y="91719"/>
                </a:lnTo>
                <a:lnTo>
                  <a:pt x="226738" y="92222"/>
                </a:lnTo>
                <a:lnTo>
                  <a:pt x="226683" y="92717"/>
                </a:lnTo>
                <a:lnTo>
                  <a:pt x="226621" y="93204"/>
                </a:lnTo>
                <a:lnTo>
                  <a:pt x="226550" y="93683"/>
                </a:lnTo>
                <a:lnTo>
                  <a:pt x="226471" y="94155"/>
                </a:lnTo>
                <a:lnTo>
                  <a:pt x="226383" y="94619"/>
                </a:lnTo>
                <a:lnTo>
                  <a:pt x="226287" y="95075"/>
                </a:lnTo>
                <a:lnTo>
                  <a:pt x="226183" y="95524"/>
                </a:lnTo>
                <a:lnTo>
                  <a:pt x="226070" y="95964"/>
                </a:lnTo>
                <a:lnTo>
                  <a:pt x="225949" y="96397"/>
                </a:lnTo>
                <a:lnTo>
                  <a:pt x="225819" y="96823"/>
                </a:lnTo>
                <a:lnTo>
                  <a:pt x="225682" y="97240"/>
                </a:lnTo>
                <a:lnTo>
                  <a:pt x="225536" y="97650"/>
                </a:lnTo>
                <a:lnTo>
                  <a:pt x="225381" y="98052"/>
                </a:lnTo>
                <a:lnTo>
                  <a:pt x="225218" y="98446"/>
                </a:lnTo>
                <a:lnTo>
                  <a:pt x="225047" y="98833"/>
                </a:lnTo>
                <a:lnTo>
                  <a:pt x="224868" y="99212"/>
                </a:lnTo>
                <a:lnTo>
                  <a:pt x="224680" y="99583"/>
                </a:lnTo>
                <a:lnTo>
                  <a:pt x="224484" y="99946"/>
                </a:lnTo>
                <a:lnTo>
                  <a:pt x="224280" y="100302"/>
                </a:lnTo>
                <a:lnTo>
                  <a:pt x="224069" y="100650"/>
                </a:lnTo>
                <a:lnTo>
                  <a:pt x="223852" y="100990"/>
                </a:lnTo>
                <a:lnTo>
                  <a:pt x="223627" y="101323"/>
                </a:lnTo>
                <a:lnTo>
                  <a:pt x="223395" y="101648"/>
                </a:lnTo>
                <a:lnTo>
                  <a:pt x="223156" y="101966"/>
                </a:lnTo>
                <a:lnTo>
                  <a:pt x="222911" y="102276"/>
                </a:lnTo>
                <a:lnTo>
                  <a:pt x="222658" y="102578"/>
                </a:lnTo>
                <a:lnTo>
                  <a:pt x="222398" y="102873"/>
                </a:lnTo>
                <a:lnTo>
                  <a:pt x="222132" y="103160"/>
                </a:lnTo>
                <a:lnTo>
                  <a:pt x="221858" y="103439"/>
                </a:lnTo>
                <a:lnTo>
                  <a:pt x="221578" y="103711"/>
                </a:lnTo>
                <a:lnTo>
                  <a:pt x="221290" y="103975"/>
                </a:lnTo>
                <a:lnTo>
                  <a:pt x="220996" y="104232"/>
                </a:lnTo>
                <a:lnTo>
                  <a:pt x="220694" y="104481"/>
                </a:lnTo>
                <a:lnTo>
                  <a:pt x="220386" y="104722"/>
                </a:lnTo>
                <a:lnTo>
                  <a:pt x="220070" y="104956"/>
                </a:lnTo>
                <a:lnTo>
                  <a:pt x="219748" y="105183"/>
                </a:lnTo>
                <a:lnTo>
                  <a:pt x="219418" y="105401"/>
                </a:lnTo>
                <a:lnTo>
                  <a:pt x="219082" y="105612"/>
                </a:lnTo>
                <a:lnTo>
                  <a:pt x="218739" y="105816"/>
                </a:lnTo>
                <a:lnTo>
                  <a:pt x="218388" y="106011"/>
                </a:lnTo>
                <a:lnTo>
                  <a:pt x="218031" y="106200"/>
                </a:lnTo>
                <a:lnTo>
                  <a:pt x="217667" y="106380"/>
                </a:lnTo>
                <a:lnTo>
                  <a:pt x="217296" y="106553"/>
                </a:lnTo>
                <a:lnTo>
                  <a:pt x="216919" y="106719"/>
                </a:lnTo>
                <a:lnTo>
                  <a:pt x="216537" y="106877"/>
                </a:lnTo>
                <a:lnTo>
                  <a:pt x="216149" y="107028"/>
                </a:lnTo>
                <a:lnTo>
                  <a:pt x="215755" y="107172"/>
                </a:lnTo>
                <a:lnTo>
                  <a:pt x="215355" y="107308"/>
                </a:lnTo>
                <a:lnTo>
                  <a:pt x="214949" y="107437"/>
                </a:lnTo>
                <a:lnTo>
                  <a:pt x="214537" y="107559"/>
                </a:lnTo>
                <a:lnTo>
                  <a:pt x="214120" y="107673"/>
                </a:lnTo>
                <a:lnTo>
                  <a:pt x="213696" y="107780"/>
                </a:lnTo>
                <a:lnTo>
                  <a:pt x="213267" y="107879"/>
                </a:lnTo>
                <a:lnTo>
                  <a:pt x="212832" y="107971"/>
                </a:lnTo>
                <a:lnTo>
                  <a:pt x="212391" y="108056"/>
                </a:lnTo>
                <a:lnTo>
                  <a:pt x="211944" y="108133"/>
                </a:lnTo>
                <a:lnTo>
                  <a:pt x="211491" y="108203"/>
                </a:lnTo>
                <a:lnTo>
                  <a:pt x="211033" y="108266"/>
                </a:lnTo>
                <a:lnTo>
                  <a:pt x="210568" y="108321"/>
                </a:lnTo>
                <a:lnTo>
                  <a:pt x="210098" y="108369"/>
                </a:lnTo>
                <a:lnTo>
                  <a:pt x="209622" y="108410"/>
                </a:lnTo>
                <a:lnTo>
                  <a:pt x="209140" y="108443"/>
                </a:lnTo>
                <a:lnTo>
                  <a:pt x="208652" y="108468"/>
                </a:lnTo>
                <a:lnTo>
                  <a:pt x="208159" y="108487"/>
                </a:lnTo>
                <a:lnTo>
                  <a:pt x="207659" y="108498"/>
                </a:lnTo>
                <a:lnTo>
                  <a:pt x="207154" y="108502"/>
                </a:lnTo>
                <a:lnTo>
                  <a:pt x="206648" y="108498"/>
                </a:lnTo>
                <a:lnTo>
                  <a:pt x="206148" y="108486"/>
                </a:lnTo>
                <a:lnTo>
                  <a:pt x="205654" y="108466"/>
                </a:lnTo>
                <a:lnTo>
                  <a:pt x="205165" y="108439"/>
                </a:lnTo>
                <a:lnTo>
                  <a:pt x="204682" y="108403"/>
                </a:lnTo>
                <a:lnTo>
                  <a:pt x="204205" y="108360"/>
                </a:lnTo>
                <a:lnTo>
                  <a:pt x="203733" y="108309"/>
                </a:lnTo>
                <a:lnTo>
                  <a:pt x="203267" y="108249"/>
                </a:lnTo>
                <a:lnTo>
                  <a:pt x="202806" y="108182"/>
                </a:lnTo>
                <a:lnTo>
                  <a:pt x="202351" y="108108"/>
                </a:lnTo>
                <a:lnTo>
                  <a:pt x="201902" y="108025"/>
                </a:lnTo>
                <a:lnTo>
                  <a:pt x="201458" y="107934"/>
                </a:lnTo>
                <a:lnTo>
                  <a:pt x="201020" y="107836"/>
                </a:lnTo>
                <a:lnTo>
                  <a:pt x="200587" y="107729"/>
                </a:lnTo>
                <a:lnTo>
                  <a:pt x="200160" y="107615"/>
                </a:lnTo>
                <a:lnTo>
                  <a:pt x="199739" y="107493"/>
                </a:lnTo>
                <a:lnTo>
                  <a:pt x="199323" y="107363"/>
                </a:lnTo>
                <a:lnTo>
                  <a:pt x="198913" y="107225"/>
                </a:lnTo>
                <a:lnTo>
                  <a:pt x="198508" y="107079"/>
                </a:lnTo>
                <a:lnTo>
                  <a:pt x="198109" y="106926"/>
                </a:lnTo>
                <a:lnTo>
                  <a:pt x="197716" y="106764"/>
                </a:lnTo>
                <a:lnTo>
                  <a:pt x="197328" y="106595"/>
                </a:lnTo>
                <a:lnTo>
                  <a:pt x="196946" y="106417"/>
                </a:lnTo>
                <a:lnTo>
                  <a:pt x="196569" y="106232"/>
                </a:lnTo>
                <a:lnTo>
                  <a:pt x="196199" y="106040"/>
                </a:lnTo>
                <a:lnTo>
                  <a:pt x="195836" y="105841"/>
                </a:lnTo>
                <a:lnTo>
                  <a:pt x="195480" y="105636"/>
                </a:lnTo>
                <a:lnTo>
                  <a:pt x="195132" y="105425"/>
                </a:lnTo>
                <a:lnTo>
                  <a:pt x="194791" y="105207"/>
                </a:lnTo>
                <a:lnTo>
                  <a:pt x="194457" y="104983"/>
                </a:lnTo>
                <a:lnTo>
                  <a:pt x="194130" y="104752"/>
                </a:lnTo>
                <a:lnTo>
                  <a:pt x="193810" y="104515"/>
                </a:lnTo>
                <a:lnTo>
                  <a:pt x="193498" y="104272"/>
                </a:lnTo>
                <a:lnTo>
                  <a:pt x="193193" y="104022"/>
                </a:lnTo>
                <a:lnTo>
                  <a:pt x="192895" y="103766"/>
                </a:lnTo>
                <a:lnTo>
                  <a:pt x="192604" y="103504"/>
                </a:lnTo>
                <a:lnTo>
                  <a:pt x="192321" y="103235"/>
                </a:lnTo>
                <a:lnTo>
                  <a:pt x="192045" y="102960"/>
                </a:lnTo>
                <a:lnTo>
                  <a:pt x="191776" y="102678"/>
                </a:lnTo>
                <a:lnTo>
                  <a:pt x="191514" y="102390"/>
                </a:lnTo>
                <a:lnTo>
                  <a:pt x="191260" y="102096"/>
                </a:lnTo>
                <a:lnTo>
                  <a:pt x="191012" y="101795"/>
                </a:lnTo>
                <a:lnTo>
                  <a:pt x="190772" y="101488"/>
                </a:lnTo>
                <a:lnTo>
                  <a:pt x="190539" y="101174"/>
                </a:lnTo>
                <a:lnTo>
                  <a:pt x="190314" y="100855"/>
                </a:lnTo>
                <a:lnTo>
                  <a:pt x="190095" y="100528"/>
                </a:lnTo>
                <a:lnTo>
                  <a:pt x="189884" y="100196"/>
                </a:lnTo>
                <a:lnTo>
                  <a:pt x="189680" y="99857"/>
                </a:lnTo>
                <a:lnTo>
                  <a:pt x="189484" y="99512"/>
                </a:lnTo>
                <a:lnTo>
                  <a:pt x="189296" y="99163"/>
                </a:lnTo>
                <a:lnTo>
                  <a:pt x="189117" y="98809"/>
                </a:lnTo>
                <a:lnTo>
                  <a:pt x="188946" y="98450"/>
                </a:lnTo>
                <a:lnTo>
                  <a:pt x="188783" y="98086"/>
                </a:lnTo>
                <a:lnTo>
                  <a:pt x="188628" y="97718"/>
                </a:lnTo>
                <a:lnTo>
                  <a:pt x="188482" y="97345"/>
                </a:lnTo>
                <a:lnTo>
                  <a:pt x="188345" y="96967"/>
                </a:lnTo>
                <a:lnTo>
                  <a:pt x="188215" y="96585"/>
                </a:lnTo>
                <a:lnTo>
                  <a:pt x="188094" y="96197"/>
                </a:lnTo>
                <a:lnTo>
                  <a:pt x="187982" y="95805"/>
                </a:lnTo>
                <a:lnTo>
                  <a:pt x="187877" y="95408"/>
                </a:lnTo>
                <a:lnTo>
                  <a:pt x="187781" y="95007"/>
                </a:lnTo>
                <a:lnTo>
                  <a:pt x="187694" y="94600"/>
                </a:lnTo>
                <a:lnTo>
                  <a:pt x="187614" y="94189"/>
                </a:lnTo>
                <a:lnTo>
                  <a:pt x="187543" y="93773"/>
                </a:lnTo>
                <a:lnTo>
                  <a:pt x="187481" y="93352"/>
                </a:lnTo>
                <a:lnTo>
                  <a:pt x="187426" y="92927"/>
                </a:lnTo>
                <a:lnTo>
                  <a:pt x="187381" y="92497"/>
                </a:lnTo>
                <a:lnTo>
                  <a:pt x="187343" y="92062"/>
                </a:lnTo>
                <a:lnTo>
                  <a:pt x="187314" y="91622"/>
                </a:lnTo>
                <a:lnTo>
                  <a:pt x="187293" y="91178"/>
                </a:lnTo>
                <a:lnTo>
                  <a:pt x="187280" y="90728"/>
                </a:lnTo>
                <a:lnTo>
                  <a:pt x="187276" y="90274"/>
                </a:lnTo>
                <a:lnTo>
                  <a:pt x="174001" y="90274"/>
                </a:lnTo>
                <a:lnTo>
                  <a:pt x="174005" y="90853"/>
                </a:lnTo>
                <a:lnTo>
                  <a:pt x="174018" y="91427"/>
                </a:lnTo>
                <a:lnTo>
                  <a:pt x="174041" y="91995"/>
                </a:lnTo>
                <a:lnTo>
                  <a:pt x="174072" y="92558"/>
                </a:lnTo>
                <a:lnTo>
                  <a:pt x="174113" y="93115"/>
                </a:lnTo>
                <a:lnTo>
                  <a:pt x="174162" y="93667"/>
                </a:lnTo>
                <a:lnTo>
                  <a:pt x="174220" y="94214"/>
                </a:lnTo>
                <a:lnTo>
                  <a:pt x="174288" y="94755"/>
                </a:lnTo>
                <a:lnTo>
                  <a:pt x="174364" y="95291"/>
                </a:lnTo>
                <a:lnTo>
                  <a:pt x="174449" y="95821"/>
                </a:lnTo>
                <a:lnTo>
                  <a:pt x="174543" y="96347"/>
                </a:lnTo>
                <a:lnTo>
                  <a:pt x="174646" y="96866"/>
                </a:lnTo>
                <a:lnTo>
                  <a:pt x="174759" y="97381"/>
                </a:lnTo>
                <a:lnTo>
                  <a:pt x="174880" y="97890"/>
                </a:lnTo>
                <a:lnTo>
                  <a:pt x="175010" y="98393"/>
                </a:lnTo>
                <a:lnTo>
                  <a:pt x="175149" y="98892"/>
                </a:lnTo>
                <a:lnTo>
                  <a:pt x="175297" y="99385"/>
                </a:lnTo>
                <a:lnTo>
                  <a:pt x="175454" y="99872"/>
                </a:lnTo>
                <a:lnTo>
                  <a:pt x="175620" y="100354"/>
                </a:lnTo>
                <a:lnTo>
                  <a:pt x="175795" y="100831"/>
                </a:lnTo>
                <a:lnTo>
                  <a:pt x="175978" y="101303"/>
                </a:lnTo>
                <a:lnTo>
                  <a:pt x="176171" y="101769"/>
                </a:lnTo>
                <a:lnTo>
                  <a:pt x="176373" y="102229"/>
                </a:lnTo>
                <a:lnTo>
                  <a:pt x="176584" y="102685"/>
                </a:lnTo>
                <a:lnTo>
                  <a:pt x="176803" y="103134"/>
                </a:lnTo>
                <a:lnTo>
                  <a:pt x="177028" y="103578"/>
                </a:lnTo>
                <a:lnTo>
                  <a:pt x="177261" y="104015"/>
                </a:lnTo>
                <a:lnTo>
                  <a:pt x="177501" y="104447"/>
                </a:lnTo>
                <a:lnTo>
                  <a:pt x="177748" y="104873"/>
                </a:lnTo>
                <a:lnTo>
                  <a:pt x="178001" y="105292"/>
                </a:lnTo>
                <a:lnTo>
                  <a:pt x="178262" y="105706"/>
                </a:lnTo>
                <a:lnTo>
                  <a:pt x="178529" y="106114"/>
                </a:lnTo>
                <a:lnTo>
                  <a:pt x="178804" y="106515"/>
                </a:lnTo>
                <a:lnTo>
                  <a:pt x="179086" y="106911"/>
                </a:lnTo>
                <a:lnTo>
                  <a:pt x="179374" y="107301"/>
                </a:lnTo>
                <a:lnTo>
                  <a:pt x="179670" y="107684"/>
                </a:lnTo>
                <a:lnTo>
                  <a:pt x="179972" y="108062"/>
                </a:lnTo>
                <a:lnTo>
                  <a:pt x="180282" y="108434"/>
                </a:lnTo>
                <a:lnTo>
                  <a:pt x="180598" y="108799"/>
                </a:lnTo>
                <a:lnTo>
                  <a:pt x="180921" y="109159"/>
                </a:lnTo>
                <a:lnTo>
                  <a:pt x="181252" y="109513"/>
                </a:lnTo>
                <a:lnTo>
                  <a:pt x="181589" y="109860"/>
                </a:lnTo>
                <a:lnTo>
                  <a:pt x="181934" y="110202"/>
                </a:lnTo>
                <a:lnTo>
                  <a:pt x="182285" y="110538"/>
                </a:lnTo>
                <a:lnTo>
                  <a:pt x="182643" y="110867"/>
                </a:lnTo>
                <a:lnTo>
                  <a:pt x="183008" y="111191"/>
                </a:lnTo>
                <a:lnTo>
                  <a:pt x="183381" y="111509"/>
                </a:lnTo>
                <a:lnTo>
                  <a:pt x="183760" y="111821"/>
                </a:lnTo>
                <a:lnTo>
                  <a:pt x="184145" y="112126"/>
                </a:lnTo>
                <a:lnTo>
                  <a:pt x="184535" y="112426"/>
                </a:lnTo>
                <a:lnTo>
                  <a:pt x="184930" y="112719"/>
                </a:lnTo>
                <a:lnTo>
                  <a:pt x="185330" y="113006"/>
                </a:lnTo>
                <a:lnTo>
                  <a:pt x="185734" y="113288"/>
                </a:lnTo>
                <a:lnTo>
                  <a:pt x="186144" y="113563"/>
                </a:lnTo>
                <a:lnTo>
                  <a:pt x="186558" y="113832"/>
                </a:lnTo>
                <a:lnTo>
                  <a:pt x="186977" y="114094"/>
                </a:lnTo>
                <a:lnTo>
                  <a:pt x="187401" y="114351"/>
                </a:lnTo>
                <a:lnTo>
                  <a:pt x="187830" y="114602"/>
                </a:lnTo>
                <a:lnTo>
                  <a:pt x="188264" y="114846"/>
                </a:lnTo>
                <a:lnTo>
                  <a:pt x="188702" y="115085"/>
                </a:lnTo>
                <a:lnTo>
                  <a:pt x="189146" y="115317"/>
                </a:lnTo>
                <a:lnTo>
                  <a:pt x="189594" y="115543"/>
                </a:lnTo>
                <a:lnTo>
                  <a:pt x="190047" y="115763"/>
                </a:lnTo>
                <a:lnTo>
                  <a:pt x="190505" y="115977"/>
                </a:lnTo>
                <a:lnTo>
                  <a:pt x="190968" y="116184"/>
                </a:lnTo>
                <a:lnTo>
                  <a:pt x="191436" y="116386"/>
                </a:lnTo>
                <a:lnTo>
                  <a:pt x="191909" y="116582"/>
                </a:lnTo>
                <a:lnTo>
                  <a:pt x="192386" y="116771"/>
                </a:lnTo>
                <a:lnTo>
                  <a:pt x="192868" y="116954"/>
                </a:lnTo>
                <a:lnTo>
                  <a:pt x="193356" y="117131"/>
                </a:lnTo>
                <a:lnTo>
                  <a:pt x="193848" y="117302"/>
                </a:lnTo>
                <a:lnTo>
                  <a:pt x="194345" y="117467"/>
                </a:lnTo>
                <a:lnTo>
                  <a:pt x="194845" y="117626"/>
                </a:lnTo>
                <a:lnTo>
                  <a:pt x="195349" y="117777"/>
                </a:lnTo>
                <a:lnTo>
                  <a:pt x="195856" y="117922"/>
                </a:lnTo>
                <a:lnTo>
                  <a:pt x="196365" y="118061"/>
                </a:lnTo>
                <a:lnTo>
                  <a:pt x="196877" y="118192"/>
                </a:lnTo>
                <a:lnTo>
                  <a:pt x="197392" y="118317"/>
                </a:lnTo>
                <a:lnTo>
                  <a:pt x="197910" y="118435"/>
                </a:lnTo>
                <a:lnTo>
                  <a:pt x="198431" y="118546"/>
                </a:lnTo>
                <a:lnTo>
                  <a:pt x="198955" y="118651"/>
                </a:lnTo>
                <a:lnTo>
                  <a:pt x="199481" y="118748"/>
                </a:lnTo>
                <a:lnTo>
                  <a:pt x="200011" y="118839"/>
                </a:lnTo>
                <a:lnTo>
                  <a:pt x="200543" y="118924"/>
                </a:lnTo>
                <a:lnTo>
                  <a:pt x="201078" y="119001"/>
                </a:lnTo>
                <a:lnTo>
                  <a:pt x="201616" y="119072"/>
                </a:lnTo>
                <a:lnTo>
                  <a:pt x="202157" y="119136"/>
                </a:lnTo>
                <a:lnTo>
                  <a:pt x="202701" y="119193"/>
                </a:lnTo>
                <a:lnTo>
                  <a:pt x="203247" y="119244"/>
                </a:lnTo>
                <a:lnTo>
                  <a:pt x="203797" y="119288"/>
                </a:lnTo>
                <a:lnTo>
                  <a:pt x="204349" y="119325"/>
                </a:lnTo>
                <a:lnTo>
                  <a:pt x="204904" y="119355"/>
                </a:lnTo>
                <a:lnTo>
                  <a:pt x="205462" y="119379"/>
                </a:lnTo>
                <a:lnTo>
                  <a:pt x="206023" y="119396"/>
                </a:lnTo>
                <a:lnTo>
                  <a:pt x="206587" y="119406"/>
                </a:lnTo>
                <a:lnTo>
                  <a:pt x="207154" y="119409"/>
                </a:lnTo>
                <a:lnTo>
                  <a:pt x="207744" y="119406"/>
                </a:lnTo>
                <a:lnTo>
                  <a:pt x="208330" y="119395"/>
                </a:lnTo>
                <a:lnTo>
                  <a:pt x="208913" y="119378"/>
                </a:lnTo>
                <a:lnTo>
                  <a:pt x="209492" y="119353"/>
                </a:lnTo>
                <a:lnTo>
                  <a:pt x="210067" y="119322"/>
                </a:lnTo>
                <a:lnTo>
                  <a:pt x="210639" y="119283"/>
                </a:lnTo>
                <a:lnTo>
                  <a:pt x="211206" y="119238"/>
                </a:lnTo>
                <a:lnTo>
                  <a:pt x="211770" y="119186"/>
                </a:lnTo>
                <a:lnTo>
                  <a:pt x="212331" y="119126"/>
                </a:lnTo>
                <a:lnTo>
                  <a:pt x="212887" y="119060"/>
                </a:lnTo>
                <a:lnTo>
                  <a:pt x="213440" y="118987"/>
                </a:lnTo>
                <a:lnTo>
                  <a:pt x="213989" y="118906"/>
                </a:lnTo>
                <a:lnTo>
                  <a:pt x="214534" y="118819"/>
                </a:lnTo>
                <a:lnTo>
                  <a:pt x="215076" y="118725"/>
                </a:lnTo>
                <a:lnTo>
                  <a:pt x="215614" y="118623"/>
                </a:lnTo>
                <a:lnTo>
                  <a:pt x="216148" y="118515"/>
                </a:lnTo>
                <a:lnTo>
                  <a:pt x="216678" y="118400"/>
                </a:lnTo>
                <a:lnTo>
                  <a:pt x="217205" y="118278"/>
                </a:lnTo>
                <a:lnTo>
                  <a:pt x="217728" y="118148"/>
                </a:lnTo>
                <a:lnTo>
                  <a:pt x="218247" y="118012"/>
                </a:lnTo>
                <a:lnTo>
                  <a:pt x="218762" y="117869"/>
                </a:lnTo>
                <a:lnTo>
                  <a:pt x="219274" y="117719"/>
                </a:lnTo>
                <a:lnTo>
                  <a:pt x="219782" y="117562"/>
                </a:lnTo>
                <a:lnTo>
                  <a:pt x="220286" y="117398"/>
                </a:lnTo>
                <a:lnTo>
                  <a:pt x="220786" y="117227"/>
                </a:lnTo>
                <a:lnTo>
                  <a:pt x="221280" y="117049"/>
                </a:lnTo>
                <a:lnTo>
                  <a:pt x="221769" y="116864"/>
                </a:lnTo>
                <a:lnTo>
                  <a:pt x="222252" y="116673"/>
                </a:lnTo>
                <a:lnTo>
                  <a:pt x="222731" y="116475"/>
                </a:lnTo>
                <a:lnTo>
                  <a:pt x="223203" y="116271"/>
                </a:lnTo>
                <a:lnTo>
                  <a:pt x="223671" y="116059"/>
                </a:lnTo>
                <a:lnTo>
                  <a:pt x="224133" y="115841"/>
                </a:lnTo>
                <a:lnTo>
                  <a:pt x="224590" y="115616"/>
                </a:lnTo>
                <a:lnTo>
                  <a:pt x="225041" y="115385"/>
                </a:lnTo>
                <a:lnTo>
                  <a:pt x="225487" y="115146"/>
                </a:lnTo>
                <a:lnTo>
                  <a:pt x="225928" y="114901"/>
                </a:lnTo>
                <a:lnTo>
                  <a:pt x="226363" y="114649"/>
                </a:lnTo>
                <a:lnTo>
                  <a:pt x="226793" y="114391"/>
                </a:lnTo>
                <a:lnTo>
                  <a:pt x="227218" y="114126"/>
                </a:lnTo>
                <a:lnTo>
                  <a:pt x="227637" y="113853"/>
                </a:lnTo>
                <a:lnTo>
                  <a:pt x="228051" y="113575"/>
                </a:lnTo>
                <a:lnTo>
                  <a:pt x="228460" y="113289"/>
                </a:lnTo>
                <a:lnTo>
                  <a:pt x="228863" y="112997"/>
                </a:lnTo>
                <a:lnTo>
                  <a:pt x="229261" y="112698"/>
                </a:lnTo>
                <a:lnTo>
                  <a:pt x="229653" y="112392"/>
                </a:lnTo>
                <a:lnTo>
                  <a:pt x="230041" y="112080"/>
                </a:lnTo>
                <a:lnTo>
                  <a:pt x="230422" y="111761"/>
                </a:lnTo>
                <a:lnTo>
                  <a:pt x="230799" y="111435"/>
                </a:lnTo>
                <a:lnTo>
                  <a:pt x="231169" y="111102"/>
                </a:lnTo>
                <a:lnTo>
                  <a:pt x="231532" y="110764"/>
                </a:lnTo>
                <a:lnTo>
                  <a:pt x="231889" y="110420"/>
                </a:lnTo>
                <a:lnTo>
                  <a:pt x="232238" y="110069"/>
                </a:lnTo>
                <a:lnTo>
                  <a:pt x="232580" y="109713"/>
                </a:lnTo>
                <a:lnTo>
                  <a:pt x="232916" y="109350"/>
                </a:lnTo>
                <a:lnTo>
                  <a:pt x="233244" y="108982"/>
                </a:lnTo>
                <a:lnTo>
                  <a:pt x="233566" y="108608"/>
                </a:lnTo>
                <a:lnTo>
                  <a:pt x="233880" y="108227"/>
                </a:lnTo>
                <a:lnTo>
                  <a:pt x="234188" y="107841"/>
                </a:lnTo>
                <a:lnTo>
                  <a:pt x="234488" y="107449"/>
                </a:lnTo>
                <a:lnTo>
                  <a:pt x="234782" y="107051"/>
                </a:lnTo>
                <a:lnTo>
                  <a:pt x="235068" y="106647"/>
                </a:lnTo>
                <a:lnTo>
                  <a:pt x="235348" y="106236"/>
                </a:lnTo>
                <a:lnTo>
                  <a:pt x="235620" y="105820"/>
                </a:lnTo>
                <a:lnTo>
                  <a:pt x="235886" y="105398"/>
                </a:lnTo>
                <a:lnTo>
                  <a:pt x="236145" y="104970"/>
                </a:lnTo>
                <a:lnTo>
                  <a:pt x="236396" y="104536"/>
                </a:lnTo>
                <a:lnTo>
                  <a:pt x="236641" y="104096"/>
                </a:lnTo>
                <a:lnTo>
                  <a:pt x="236879" y="103650"/>
                </a:lnTo>
                <a:lnTo>
                  <a:pt x="237109" y="103198"/>
                </a:lnTo>
                <a:lnTo>
                  <a:pt x="237333" y="102739"/>
                </a:lnTo>
                <a:lnTo>
                  <a:pt x="237550" y="102275"/>
                </a:lnTo>
                <a:lnTo>
                  <a:pt x="237760" y="101805"/>
                </a:lnTo>
                <a:lnTo>
                  <a:pt x="237962" y="101330"/>
                </a:lnTo>
                <a:lnTo>
                  <a:pt x="238155" y="100848"/>
                </a:lnTo>
                <a:lnTo>
                  <a:pt x="238340" y="100361"/>
                </a:lnTo>
                <a:lnTo>
                  <a:pt x="238516" y="99868"/>
                </a:lnTo>
                <a:lnTo>
                  <a:pt x="238684" y="99369"/>
                </a:lnTo>
                <a:lnTo>
                  <a:pt x="238843" y="98864"/>
                </a:lnTo>
                <a:lnTo>
                  <a:pt x="238993" y="98354"/>
                </a:lnTo>
                <a:lnTo>
                  <a:pt x="239135" y="97838"/>
                </a:lnTo>
                <a:lnTo>
                  <a:pt x="239268" y="97316"/>
                </a:lnTo>
                <a:lnTo>
                  <a:pt x="239393" y="96789"/>
                </a:lnTo>
                <a:lnTo>
                  <a:pt x="239509" y="96255"/>
                </a:lnTo>
                <a:lnTo>
                  <a:pt x="239616" y="95717"/>
                </a:lnTo>
                <a:lnTo>
                  <a:pt x="239715" y="95172"/>
                </a:lnTo>
                <a:lnTo>
                  <a:pt x="239806" y="94621"/>
                </a:lnTo>
                <a:lnTo>
                  <a:pt x="239887" y="94065"/>
                </a:lnTo>
                <a:lnTo>
                  <a:pt x="239960" y="93503"/>
                </a:lnTo>
                <a:lnTo>
                  <a:pt x="240025" y="92936"/>
                </a:lnTo>
                <a:lnTo>
                  <a:pt x="240081" y="92362"/>
                </a:lnTo>
                <a:lnTo>
                  <a:pt x="240128" y="91783"/>
                </a:lnTo>
                <a:lnTo>
                  <a:pt x="240167" y="91198"/>
                </a:lnTo>
                <a:lnTo>
                  <a:pt x="240197" y="90607"/>
                </a:lnTo>
                <a:lnTo>
                  <a:pt x="240218" y="90011"/>
                </a:lnTo>
                <a:lnTo>
                  <a:pt x="240231" y="89409"/>
                </a:lnTo>
                <a:lnTo>
                  <a:pt x="240235" y="88801"/>
                </a:lnTo>
                <a:lnTo>
                  <a:pt x="240233" y="88412"/>
                </a:lnTo>
                <a:lnTo>
                  <a:pt x="240225" y="88022"/>
                </a:lnTo>
                <a:lnTo>
                  <a:pt x="240211" y="87633"/>
                </a:lnTo>
                <a:lnTo>
                  <a:pt x="240192" y="87243"/>
                </a:lnTo>
                <a:lnTo>
                  <a:pt x="240168" y="86853"/>
                </a:lnTo>
                <a:lnTo>
                  <a:pt x="240139" y="86463"/>
                </a:lnTo>
                <a:lnTo>
                  <a:pt x="240104" y="86073"/>
                </a:lnTo>
                <a:lnTo>
                  <a:pt x="240064" y="85683"/>
                </a:lnTo>
                <a:lnTo>
                  <a:pt x="240018" y="85293"/>
                </a:lnTo>
                <a:lnTo>
                  <a:pt x="239967" y="84903"/>
                </a:lnTo>
                <a:lnTo>
                  <a:pt x="239911" y="84512"/>
                </a:lnTo>
                <a:lnTo>
                  <a:pt x="239850" y="84122"/>
                </a:lnTo>
                <a:lnTo>
                  <a:pt x="239783" y="83731"/>
                </a:lnTo>
                <a:lnTo>
                  <a:pt x="239710" y="83340"/>
                </a:lnTo>
                <a:lnTo>
                  <a:pt x="239633" y="82949"/>
                </a:lnTo>
                <a:lnTo>
                  <a:pt x="239550" y="82558"/>
                </a:lnTo>
                <a:lnTo>
                  <a:pt x="239461" y="82167"/>
                </a:lnTo>
                <a:lnTo>
                  <a:pt x="239367" y="81776"/>
                </a:lnTo>
                <a:lnTo>
                  <a:pt x="239268" y="81384"/>
                </a:lnTo>
                <a:lnTo>
                  <a:pt x="239164" y="80993"/>
                </a:lnTo>
                <a:lnTo>
                  <a:pt x="239054" y="80601"/>
                </a:lnTo>
                <a:lnTo>
                  <a:pt x="238939" y="80209"/>
                </a:lnTo>
                <a:lnTo>
                  <a:pt x="238818" y="79817"/>
                </a:lnTo>
                <a:lnTo>
                  <a:pt x="238692" y="79425"/>
                </a:lnTo>
                <a:lnTo>
                  <a:pt x="238560" y="79034"/>
                </a:lnTo>
                <a:lnTo>
                  <a:pt x="238420" y="78646"/>
                </a:lnTo>
                <a:lnTo>
                  <a:pt x="238272" y="78260"/>
                </a:lnTo>
                <a:lnTo>
                  <a:pt x="238116" y="77877"/>
                </a:lnTo>
                <a:lnTo>
                  <a:pt x="237953" y="77497"/>
                </a:lnTo>
                <a:lnTo>
                  <a:pt x="237782" y="77119"/>
                </a:lnTo>
                <a:lnTo>
                  <a:pt x="237603" y="76744"/>
                </a:lnTo>
                <a:lnTo>
                  <a:pt x="237417" y="76371"/>
                </a:lnTo>
                <a:lnTo>
                  <a:pt x="237223" y="76001"/>
                </a:lnTo>
                <a:lnTo>
                  <a:pt x="237021" y="75634"/>
                </a:lnTo>
                <a:lnTo>
                  <a:pt x="236811" y="75269"/>
                </a:lnTo>
                <a:lnTo>
                  <a:pt x="236594" y="74907"/>
                </a:lnTo>
                <a:lnTo>
                  <a:pt x="236368" y="74548"/>
                </a:lnTo>
                <a:lnTo>
                  <a:pt x="236136" y="74191"/>
                </a:lnTo>
                <a:lnTo>
                  <a:pt x="235895" y="73837"/>
                </a:lnTo>
                <a:lnTo>
                  <a:pt x="235647" y="73485"/>
                </a:lnTo>
                <a:lnTo>
                  <a:pt x="235391" y="73136"/>
                </a:lnTo>
                <a:lnTo>
                  <a:pt x="235127" y="72790"/>
                </a:lnTo>
                <a:lnTo>
                  <a:pt x="234855" y="72446"/>
                </a:lnTo>
                <a:lnTo>
                  <a:pt x="234576" y="72105"/>
                </a:lnTo>
                <a:lnTo>
                  <a:pt x="234289" y="71767"/>
                </a:lnTo>
                <a:lnTo>
                  <a:pt x="233995" y="71431"/>
                </a:lnTo>
                <a:lnTo>
                  <a:pt x="233692" y="71097"/>
                </a:lnTo>
                <a:lnTo>
                  <a:pt x="233382" y="70767"/>
                </a:lnTo>
                <a:lnTo>
                  <a:pt x="233063" y="70440"/>
                </a:lnTo>
                <a:lnTo>
                  <a:pt x="232735" y="70119"/>
                </a:lnTo>
                <a:lnTo>
                  <a:pt x="232397" y="69804"/>
                </a:lnTo>
                <a:lnTo>
                  <a:pt x="232050" y="69494"/>
                </a:lnTo>
                <a:lnTo>
                  <a:pt x="231693" y="69189"/>
                </a:lnTo>
                <a:lnTo>
                  <a:pt x="231326" y="68890"/>
                </a:lnTo>
                <a:lnTo>
                  <a:pt x="230950" y="68596"/>
                </a:lnTo>
                <a:lnTo>
                  <a:pt x="230564" y="68308"/>
                </a:lnTo>
                <a:lnTo>
                  <a:pt x="230168" y="68026"/>
                </a:lnTo>
                <a:lnTo>
                  <a:pt x="229763" y="67749"/>
                </a:lnTo>
                <a:lnTo>
                  <a:pt x="229348" y="67477"/>
                </a:lnTo>
                <a:lnTo>
                  <a:pt x="228924" y="67211"/>
                </a:lnTo>
                <a:lnTo>
                  <a:pt x="228490" y="66950"/>
                </a:lnTo>
                <a:lnTo>
                  <a:pt x="228047" y="66695"/>
                </a:lnTo>
                <a:lnTo>
                  <a:pt x="227594" y="66445"/>
                </a:lnTo>
                <a:lnTo>
                  <a:pt x="227131" y="66201"/>
                </a:lnTo>
                <a:lnTo>
                  <a:pt x="226659" y="65962"/>
                </a:lnTo>
                <a:lnTo>
                  <a:pt x="226177" y="65729"/>
                </a:lnTo>
                <a:lnTo>
                  <a:pt x="225686" y="65502"/>
                </a:lnTo>
                <a:lnTo>
                  <a:pt x="225185" y="65279"/>
                </a:lnTo>
                <a:lnTo>
                  <a:pt x="224674" y="65063"/>
                </a:lnTo>
                <a:lnTo>
                  <a:pt x="224154" y="64851"/>
                </a:lnTo>
                <a:lnTo>
                  <a:pt x="223624" y="64646"/>
                </a:lnTo>
                <a:lnTo>
                  <a:pt x="223085" y="64445"/>
                </a:lnTo>
                <a:lnTo>
                  <a:pt x="222534" y="64252"/>
                </a:lnTo>
                <a:lnTo>
                  <a:pt x="222383" y="64202"/>
                </a:lnTo>
                <a:lnTo>
                  <a:pt x="222708" y="64056"/>
                </a:lnTo>
                <a:lnTo>
                  <a:pt x="223189" y="63833"/>
                </a:lnTo>
                <a:lnTo>
                  <a:pt x="223662" y="63605"/>
                </a:lnTo>
                <a:close/>
                <a:moveTo>
                  <a:pt x="109883" y="106572"/>
                </a:moveTo>
                <a:lnTo>
                  <a:pt x="110295" y="106375"/>
                </a:lnTo>
                <a:lnTo>
                  <a:pt x="110702" y="106173"/>
                </a:lnTo>
                <a:lnTo>
                  <a:pt x="111103" y="105966"/>
                </a:lnTo>
                <a:lnTo>
                  <a:pt x="111497" y="105754"/>
                </a:lnTo>
                <a:lnTo>
                  <a:pt x="111886" y="105537"/>
                </a:lnTo>
                <a:lnTo>
                  <a:pt x="112269" y="105316"/>
                </a:lnTo>
                <a:lnTo>
                  <a:pt x="112646" y="105089"/>
                </a:lnTo>
                <a:lnTo>
                  <a:pt x="113016" y="104858"/>
                </a:lnTo>
                <a:lnTo>
                  <a:pt x="113381" y="104622"/>
                </a:lnTo>
                <a:lnTo>
                  <a:pt x="113740" y="104381"/>
                </a:lnTo>
                <a:lnTo>
                  <a:pt x="114093" y="104135"/>
                </a:lnTo>
                <a:lnTo>
                  <a:pt x="114439" y="103885"/>
                </a:lnTo>
                <a:lnTo>
                  <a:pt x="114779" y="103630"/>
                </a:lnTo>
                <a:lnTo>
                  <a:pt x="115112" y="103370"/>
                </a:lnTo>
                <a:lnTo>
                  <a:pt x="115438" y="103105"/>
                </a:lnTo>
                <a:lnTo>
                  <a:pt x="115758" y="102836"/>
                </a:lnTo>
                <a:lnTo>
                  <a:pt x="116071" y="102562"/>
                </a:lnTo>
                <a:lnTo>
                  <a:pt x="116377" y="102284"/>
                </a:lnTo>
                <a:lnTo>
                  <a:pt x="116676" y="102001"/>
                </a:lnTo>
                <a:lnTo>
                  <a:pt x="116969" y="101714"/>
                </a:lnTo>
                <a:lnTo>
                  <a:pt x="117255" y="101421"/>
                </a:lnTo>
                <a:lnTo>
                  <a:pt x="117534" y="101125"/>
                </a:lnTo>
                <a:lnTo>
                  <a:pt x="117806" y="100823"/>
                </a:lnTo>
                <a:lnTo>
                  <a:pt x="118072" y="100517"/>
                </a:lnTo>
                <a:lnTo>
                  <a:pt x="118331" y="100207"/>
                </a:lnTo>
                <a:lnTo>
                  <a:pt x="118583" y="99892"/>
                </a:lnTo>
                <a:lnTo>
                  <a:pt x="118829" y="99572"/>
                </a:lnTo>
                <a:lnTo>
                  <a:pt x="119068" y="99247"/>
                </a:lnTo>
                <a:lnTo>
                  <a:pt x="119300" y="98918"/>
                </a:lnTo>
                <a:lnTo>
                  <a:pt x="119525" y="98585"/>
                </a:lnTo>
                <a:lnTo>
                  <a:pt x="119744" y="98246"/>
                </a:lnTo>
                <a:lnTo>
                  <a:pt x="119956" y="97904"/>
                </a:lnTo>
                <a:lnTo>
                  <a:pt x="120161" y="97556"/>
                </a:lnTo>
                <a:lnTo>
                  <a:pt x="120360" y="97204"/>
                </a:lnTo>
                <a:lnTo>
                  <a:pt x="120551" y="96847"/>
                </a:lnTo>
                <a:lnTo>
                  <a:pt x="120736" y="96486"/>
                </a:lnTo>
                <a:lnTo>
                  <a:pt x="120912" y="96121"/>
                </a:lnTo>
                <a:lnTo>
                  <a:pt x="121081" y="95752"/>
                </a:lnTo>
                <a:lnTo>
                  <a:pt x="121242" y="95379"/>
                </a:lnTo>
                <a:lnTo>
                  <a:pt x="121395" y="95003"/>
                </a:lnTo>
                <a:lnTo>
                  <a:pt x="121540" y="94622"/>
                </a:lnTo>
                <a:lnTo>
                  <a:pt x="121678" y="94237"/>
                </a:lnTo>
                <a:lnTo>
                  <a:pt x="121807" y="93848"/>
                </a:lnTo>
                <a:lnTo>
                  <a:pt x="121929" y="93455"/>
                </a:lnTo>
                <a:lnTo>
                  <a:pt x="122043" y="93058"/>
                </a:lnTo>
                <a:lnTo>
                  <a:pt x="122148" y="92657"/>
                </a:lnTo>
                <a:lnTo>
                  <a:pt x="122247" y="92252"/>
                </a:lnTo>
                <a:lnTo>
                  <a:pt x="122337" y="91844"/>
                </a:lnTo>
                <a:lnTo>
                  <a:pt x="122419" y="91431"/>
                </a:lnTo>
                <a:lnTo>
                  <a:pt x="122494" y="91014"/>
                </a:lnTo>
                <a:lnTo>
                  <a:pt x="122561" y="90593"/>
                </a:lnTo>
                <a:lnTo>
                  <a:pt x="122619" y="90168"/>
                </a:lnTo>
                <a:lnTo>
                  <a:pt x="122670" y="89740"/>
                </a:lnTo>
                <a:lnTo>
                  <a:pt x="122714" y="89307"/>
                </a:lnTo>
                <a:lnTo>
                  <a:pt x="122749" y="88870"/>
                </a:lnTo>
                <a:lnTo>
                  <a:pt x="122776" y="88429"/>
                </a:lnTo>
                <a:lnTo>
                  <a:pt x="122796" y="87985"/>
                </a:lnTo>
                <a:lnTo>
                  <a:pt x="122808" y="87536"/>
                </a:lnTo>
                <a:lnTo>
                  <a:pt x="122812" y="87083"/>
                </a:lnTo>
                <a:lnTo>
                  <a:pt x="122808" y="86530"/>
                </a:lnTo>
                <a:lnTo>
                  <a:pt x="122796" y="85984"/>
                </a:lnTo>
                <a:lnTo>
                  <a:pt x="122776" y="85444"/>
                </a:lnTo>
                <a:lnTo>
                  <a:pt x="122749" y="84910"/>
                </a:lnTo>
                <a:lnTo>
                  <a:pt x="122714" y="84383"/>
                </a:lnTo>
                <a:lnTo>
                  <a:pt x="122670" y="83862"/>
                </a:lnTo>
                <a:lnTo>
                  <a:pt x="122619" y="83348"/>
                </a:lnTo>
                <a:lnTo>
                  <a:pt x="122561" y="82840"/>
                </a:lnTo>
                <a:lnTo>
                  <a:pt x="122494" y="82339"/>
                </a:lnTo>
                <a:lnTo>
                  <a:pt x="122419" y="81844"/>
                </a:lnTo>
                <a:lnTo>
                  <a:pt x="122337" y="81356"/>
                </a:lnTo>
                <a:lnTo>
                  <a:pt x="122247" y="80874"/>
                </a:lnTo>
                <a:lnTo>
                  <a:pt x="122148" y="80399"/>
                </a:lnTo>
                <a:lnTo>
                  <a:pt x="122043" y="79930"/>
                </a:lnTo>
                <a:lnTo>
                  <a:pt x="121929" y="79467"/>
                </a:lnTo>
                <a:lnTo>
                  <a:pt x="121807" y="79011"/>
                </a:lnTo>
                <a:lnTo>
                  <a:pt x="121678" y="78562"/>
                </a:lnTo>
                <a:lnTo>
                  <a:pt x="121540" y="78119"/>
                </a:lnTo>
                <a:lnTo>
                  <a:pt x="121395" y="77682"/>
                </a:lnTo>
                <a:lnTo>
                  <a:pt x="121242" y="77252"/>
                </a:lnTo>
                <a:lnTo>
                  <a:pt x="121081" y="76829"/>
                </a:lnTo>
                <a:lnTo>
                  <a:pt x="120912" y="76412"/>
                </a:lnTo>
                <a:lnTo>
                  <a:pt x="120736" y="76001"/>
                </a:lnTo>
                <a:lnTo>
                  <a:pt x="120551" y="75597"/>
                </a:lnTo>
                <a:lnTo>
                  <a:pt x="120359" y="75199"/>
                </a:lnTo>
                <a:lnTo>
                  <a:pt x="120160" y="74805"/>
                </a:lnTo>
                <a:lnTo>
                  <a:pt x="119954" y="74416"/>
                </a:lnTo>
                <a:lnTo>
                  <a:pt x="119741" y="74032"/>
                </a:lnTo>
                <a:lnTo>
                  <a:pt x="119521" y="73653"/>
                </a:lnTo>
                <a:lnTo>
                  <a:pt x="119293" y="73279"/>
                </a:lnTo>
                <a:lnTo>
                  <a:pt x="119059" y="72909"/>
                </a:lnTo>
                <a:lnTo>
                  <a:pt x="118817" y="72545"/>
                </a:lnTo>
                <a:lnTo>
                  <a:pt x="118568" y="72185"/>
                </a:lnTo>
                <a:lnTo>
                  <a:pt x="118312" y="71831"/>
                </a:lnTo>
                <a:lnTo>
                  <a:pt x="118050" y="71481"/>
                </a:lnTo>
                <a:lnTo>
                  <a:pt x="117779" y="71136"/>
                </a:lnTo>
                <a:lnTo>
                  <a:pt x="117502" y="70796"/>
                </a:lnTo>
                <a:lnTo>
                  <a:pt x="117218" y="70460"/>
                </a:lnTo>
                <a:lnTo>
                  <a:pt x="116927" y="70130"/>
                </a:lnTo>
                <a:lnTo>
                  <a:pt x="116628" y="69805"/>
                </a:lnTo>
                <a:lnTo>
                  <a:pt x="116323" y="69484"/>
                </a:lnTo>
                <a:lnTo>
                  <a:pt x="116010" y="69168"/>
                </a:lnTo>
                <a:lnTo>
                  <a:pt x="115690" y="68857"/>
                </a:lnTo>
                <a:lnTo>
                  <a:pt x="115364" y="68551"/>
                </a:lnTo>
                <a:lnTo>
                  <a:pt x="115030" y="68250"/>
                </a:lnTo>
                <a:lnTo>
                  <a:pt x="114689" y="67954"/>
                </a:lnTo>
                <a:lnTo>
                  <a:pt x="114340" y="67663"/>
                </a:lnTo>
                <a:lnTo>
                  <a:pt x="113985" y="67376"/>
                </a:lnTo>
                <a:lnTo>
                  <a:pt x="113623" y="67093"/>
                </a:lnTo>
                <a:lnTo>
                  <a:pt x="113254" y="66814"/>
                </a:lnTo>
                <a:lnTo>
                  <a:pt x="112878" y="66537"/>
                </a:lnTo>
                <a:lnTo>
                  <a:pt x="112496" y="66263"/>
                </a:lnTo>
                <a:lnTo>
                  <a:pt x="112107" y="65993"/>
                </a:lnTo>
                <a:lnTo>
                  <a:pt x="111711" y="65725"/>
                </a:lnTo>
                <a:lnTo>
                  <a:pt x="111309" y="65460"/>
                </a:lnTo>
                <a:lnTo>
                  <a:pt x="110899" y="65198"/>
                </a:lnTo>
                <a:lnTo>
                  <a:pt x="110483" y="64939"/>
                </a:lnTo>
                <a:lnTo>
                  <a:pt x="110061" y="64684"/>
                </a:lnTo>
                <a:lnTo>
                  <a:pt x="109631" y="64431"/>
                </a:lnTo>
                <a:lnTo>
                  <a:pt x="109195" y="64181"/>
                </a:lnTo>
                <a:lnTo>
                  <a:pt x="108752" y="63934"/>
                </a:lnTo>
                <a:lnTo>
                  <a:pt x="108303" y="63691"/>
                </a:lnTo>
                <a:lnTo>
                  <a:pt x="107846" y="63450"/>
                </a:lnTo>
                <a:lnTo>
                  <a:pt x="107383" y="63212"/>
                </a:lnTo>
                <a:lnTo>
                  <a:pt x="106913" y="62977"/>
                </a:lnTo>
                <a:lnTo>
                  <a:pt x="106437" y="62746"/>
                </a:lnTo>
                <a:lnTo>
                  <a:pt x="105954" y="62517"/>
                </a:lnTo>
                <a:lnTo>
                  <a:pt x="105464" y="62291"/>
                </a:lnTo>
                <a:lnTo>
                  <a:pt x="104967" y="62068"/>
                </a:lnTo>
                <a:lnTo>
                  <a:pt x="104463" y="61848"/>
                </a:lnTo>
                <a:lnTo>
                  <a:pt x="103953" y="61632"/>
                </a:lnTo>
                <a:lnTo>
                  <a:pt x="103436" y="61418"/>
                </a:lnTo>
                <a:lnTo>
                  <a:pt x="102913" y="61206"/>
                </a:lnTo>
                <a:lnTo>
                  <a:pt x="102383" y="60995"/>
                </a:lnTo>
                <a:lnTo>
                  <a:pt x="101848" y="60785"/>
                </a:lnTo>
                <a:lnTo>
                  <a:pt x="101306" y="60577"/>
                </a:lnTo>
                <a:lnTo>
                  <a:pt x="100757" y="60370"/>
                </a:lnTo>
                <a:lnTo>
                  <a:pt x="100203" y="60163"/>
                </a:lnTo>
                <a:lnTo>
                  <a:pt x="99642" y="59958"/>
                </a:lnTo>
                <a:lnTo>
                  <a:pt x="99075" y="59754"/>
                </a:lnTo>
                <a:lnTo>
                  <a:pt x="98502" y="59551"/>
                </a:lnTo>
                <a:lnTo>
                  <a:pt x="97922" y="59349"/>
                </a:lnTo>
                <a:lnTo>
                  <a:pt x="97337" y="59148"/>
                </a:lnTo>
                <a:lnTo>
                  <a:pt x="96745" y="58949"/>
                </a:lnTo>
                <a:lnTo>
                  <a:pt x="96147" y="58750"/>
                </a:lnTo>
                <a:lnTo>
                  <a:pt x="95542" y="58553"/>
                </a:lnTo>
                <a:lnTo>
                  <a:pt x="94932" y="58357"/>
                </a:lnTo>
                <a:lnTo>
                  <a:pt x="94315" y="58162"/>
                </a:lnTo>
                <a:lnTo>
                  <a:pt x="93692" y="57968"/>
                </a:lnTo>
                <a:lnTo>
                  <a:pt x="93063" y="57775"/>
                </a:lnTo>
                <a:lnTo>
                  <a:pt x="92427" y="57583"/>
                </a:lnTo>
                <a:lnTo>
                  <a:pt x="91785" y="57393"/>
                </a:lnTo>
                <a:lnTo>
                  <a:pt x="91137" y="57203"/>
                </a:lnTo>
                <a:lnTo>
                  <a:pt x="90483" y="57015"/>
                </a:lnTo>
                <a:lnTo>
                  <a:pt x="89823" y="56827"/>
                </a:lnTo>
                <a:lnTo>
                  <a:pt x="89156" y="56641"/>
                </a:lnTo>
                <a:lnTo>
                  <a:pt x="88533" y="56468"/>
                </a:lnTo>
                <a:lnTo>
                  <a:pt x="87918" y="56296"/>
                </a:lnTo>
                <a:lnTo>
                  <a:pt x="87313" y="56125"/>
                </a:lnTo>
                <a:lnTo>
                  <a:pt x="86717" y="55955"/>
                </a:lnTo>
                <a:lnTo>
                  <a:pt x="86130" y="55785"/>
                </a:lnTo>
                <a:lnTo>
                  <a:pt x="85552" y="55617"/>
                </a:lnTo>
                <a:lnTo>
                  <a:pt x="84984" y="55449"/>
                </a:lnTo>
                <a:lnTo>
                  <a:pt x="84424" y="55282"/>
                </a:lnTo>
                <a:lnTo>
                  <a:pt x="83873" y="55116"/>
                </a:lnTo>
                <a:lnTo>
                  <a:pt x="83332" y="54951"/>
                </a:lnTo>
                <a:lnTo>
                  <a:pt x="82799" y="54786"/>
                </a:lnTo>
                <a:lnTo>
                  <a:pt x="82276" y="54623"/>
                </a:lnTo>
                <a:lnTo>
                  <a:pt x="81762" y="54461"/>
                </a:lnTo>
                <a:lnTo>
                  <a:pt x="81257" y="54299"/>
                </a:lnTo>
                <a:lnTo>
                  <a:pt x="80761" y="54138"/>
                </a:lnTo>
                <a:lnTo>
                  <a:pt x="80274" y="53978"/>
                </a:lnTo>
                <a:lnTo>
                  <a:pt x="79796" y="53819"/>
                </a:lnTo>
                <a:lnTo>
                  <a:pt x="79327" y="53661"/>
                </a:lnTo>
                <a:lnTo>
                  <a:pt x="78868" y="53504"/>
                </a:lnTo>
                <a:lnTo>
                  <a:pt x="78417" y="53347"/>
                </a:lnTo>
                <a:lnTo>
                  <a:pt x="77976" y="53192"/>
                </a:lnTo>
                <a:lnTo>
                  <a:pt x="77543" y="53037"/>
                </a:lnTo>
                <a:lnTo>
                  <a:pt x="77120" y="52883"/>
                </a:lnTo>
                <a:lnTo>
                  <a:pt x="76706" y="52730"/>
                </a:lnTo>
                <a:lnTo>
                  <a:pt x="76300" y="52577"/>
                </a:lnTo>
                <a:lnTo>
                  <a:pt x="75902" y="52424"/>
                </a:lnTo>
                <a:lnTo>
                  <a:pt x="75511" y="52270"/>
                </a:lnTo>
                <a:lnTo>
                  <a:pt x="75128" y="52115"/>
                </a:lnTo>
                <a:lnTo>
                  <a:pt x="74753" y="51959"/>
                </a:lnTo>
                <a:lnTo>
                  <a:pt x="74385" y="51803"/>
                </a:lnTo>
                <a:lnTo>
                  <a:pt x="74024" y="51647"/>
                </a:lnTo>
                <a:lnTo>
                  <a:pt x="73672" y="51489"/>
                </a:lnTo>
                <a:lnTo>
                  <a:pt x="73327" y="51331"/>
                </a:lnTo>
                <a:lnTo>
                  <a:pt x="72989" y="51173"/>
                </a:lnTo>
                <a:lnTo>
                  <a:pt x="72660" y="51014"/>
                </a:lnTo>
                <a:lnTo>
                  <a:pt x="72337" y="50854"/>
                </a:lnTo>
                <a:lnTo>
                  <a:pt x="72023" y="50694"/>
                </a:lnTo>
                <a:lnTo>
                  <a:pt x="71716" y="50533"/>
                </a:lnTo>
                <a:lnTo>
                  <a:pt x="71416" y="50371"/>
                </a:lnTo>
                <a:lnTo>
                  <a:pt x="71124" y="50209"/>
                </a:lnTo>
                <a:lnTo>
                  <a:pt x="70840" y="50046"/>
                </a:lnTo>
                <a:lnTo>
                  <a:pt x="70563" y="49883"/>
                </a:lnTo>
                <a:lnTo>
                  <a:pt x="70294" y="49718"/>
                </a:lnTo>
                <a:lnTo>
                  <a:pt x="70033" y="49554"/>
                </a:lnTo>
                <a:lnTo>
                  <a:pt x="69779" y="49389"/>
                </a:lnTo>
                <a:lnTo>
                  <a:pt x="69533" y="49223"/>
                </a:lnTo>
                <a:lnTo>
                  <a:pt x="69294" y="49056"/>
                </a:lnTo>
                <a:lnTo>
                  <a:pt x="69063" y="48889"/>
                </a:lnTo>
                <a:lnTo>
                  <a:pt x="68839" y="48720"/>
                </a:lnTo>
                <a:lnTo>
                  <a:pt x="68620" y="48550"/>
                </a:lnTo>
                <a:lnTo>
                  <a:pt x="68407" y="48377"/>
                </a:lnTo>
                <a:lnTo>
                  <a:pt x="68199" y="48203"/>
                </a:lnTo>
                <a:lnTo>
                  <a:pt x="67997" y="48026"/>
                </a:lnTo>
                <a:lnTo>
                  <a:pt x="67801" y="47847"/>
                </a:lnTo>
                <a:lnTo>
                  <a:pt x="67610" y="47667"/>
                </a:lnTo>
                <a:lnTo>
                  <a:pt x="67425" y="47484"/>
                </a:lnTo>
                <a:lnTo>
                  <a:pt x="67245" y="47300"/>
                </a:lnTo>
                <a:lnTo>
                  <a:pt x="67071" y="47113"/>
                </a:lnTo>
                <a:lnTo>
                  <a:pt x="66903" y="46925"/>
                </a:lnTo>
                <a:lnTo>
                  <a:pt x="66740" y="46734"/>
                </a:lnTo>
                <a:lnTo>
                  <a:pt x="66583" y="46542"/>
                </a:lnTo>
                <a:lnTo>
                  <a:pt x="66431" y="46348"/>
                </a:lnTo>
                <a:lnTo>
                  <a:pt x="66285" y="46151"/>
                </a:lnTo>
                <a:lnTo>
                  <a:pt x="66145" y="45953"/>
                </a:lnTo>
                <a:lnTo>
                  <a:pt x="66010" y="45752"/>
                </a:lnTo>
                <a:lnTo>
                  <a:pt x="65881" y="45550"/>
                </a:lnTo>
                <a:lnTo>
                  <a:pt x="65758" y="45346"/>
                </a:lnTo>
                <a:lnTo>
                  <a:pt x="65640" y="45139"/>
                </a:lnTo>
                <a:lnTo>
                  <a:pt x="65527" y="44931"/>
                </a:lnTo>
                <a:lnTo>
                  <a:pt x="65421" y="44721"/>
                </a:lnTo>
                <a:lnTo>
                  <a:pt x="65320" y="44508"/>
                </a:lnTo>
                <a:lnTo>
                  <a:pt x="65224" y="44294"/>
                </a:lnTo>
                <a:lnTo>
                  <a:pt x="65133" y="44077"/>
                </a:lnTo>
                <a:lnTo>
                  <a:pt x="65046" y="43856"/>
                </a:lnTo>
                <a:lnTo>
                  <a:pt x="64963" y="43632"/>
                </a:lnTo>
                <a:lnTo>
                  <a:pt x="64884" y="43404"/>
                </a:lnTo>
                <a:lnTo>
                  <a:pt x="64809" y="43173"/>
                </a:lnTo>
                <a:lnTo>
                  <a:pt x="64737" y="42938"/>
                </a:lnTo>
                <a:lnTo>
                  <a:pt x="64670" y="42700"/>
                </a:lnTo>
                <a:lnTo>
                  <a:pt x="64606" y="42459"/>
                </a:lnTo>
                <a:lnTo>
                  <a:pt x="64546" y="42214"/>
                </a:lnTo>
                <a:lnTo>
                  <a:pt x="64490" y="41965"/>
                </a:lnTo>
                <a:lnTo>
                  <a:pt x="64438" y="41713"/>
                </a:lnTo>
                <a:lnTo>
                  <a:pt x="64390" y="41457"/>
                </a:lnTo>
                <a:lnTo>
                  <a:pt x="64345" y="41198"/>
                </a:lnTo>
                <a:lnTo>
                  <a:pt x="64305" y="40936"/>
                </a:lnTo>
                <a:lnTo>
                  <a:pt x="64268" y="40670"/>
                </a:lnTo>
                <a:lnTo>
                  <a:pt x="64235" y="40400"/>
                </a:lnTo>
                <a:lnTo>
                  <a:pt x="64206" y="40127"/>
                </a:lnTo>
                <a:lnTo>
                  <a:pt x="64181" y="39851"/>
                </a:lnTo>
                <a:lnTo>
                  <a:pt x="64160" y="39571"/>
                </a:lnTo>
                <a:lnTo>
                  <a:pt x="64143" y="39287"/>
                </a:lnTo>
                <a:lnTo>
                  <a:pt x="64129" y="39000"/>
                </a:lnTo>
                <a:lnTo>
                  <a:pt x="64119" y="38710"/>
                </a:lnTo>
                <a:lnTo>
                  <a:pt x="64114" y="38416"/>
                </a:lnTo>
                <a:lnTo>
                  <a:pt x="64112" y="38118"/>
                </a:lnTo>
                <a:lnTo>
                  <a:pt x="64116" y="37772"/>
                </a:lnTo>
                <a:lnTo>
                  <a:pt x="64128" y="37429"/>
                </a:lnTo>
                <a:lnTo>
                  <a:pt x="64148" y="37088"/>
                </a:lnTo>
                <a:lnTo>
                  <a:pt x="64177" y="36749"/>
                </a:lnTo>
                <a:lnTo>
                  <a:pt x="64213" y="36413"/>
                </a:lnTo>
                <a:lnTo>
                  <a:pt x="64258" y="36080"/>
                </a:lnTo>
                <a:lnTo>
                  <a:pt x="64310" y="35749"/>
                </a:lnTo>
                <a:lnTo>
                  <a:pt x="64371" y="35420"/>
                </a:lnTo>
                <a:lnTo>
                  <a:pt x="64440" y="35094"/>
                </a:lnTo>
                <a:lnTo>
                  <a:pt x="64517" y="34771"/>
                </a:lnTo>
                <a:lnTo>
                  <a:pt x="64602" y="34450"/>
                </a:lnTo>
                <a:lnTo>
                  <a:pt x="64695" y="34132"/>
                </a:lnTo>
                <a:lnTo>
                  <a:pt x="64796" y="33816"/>
                </a:lnTo>
                <a:lnTo>
                  <a:pt x="64905" y="33502"/>
                </a:lnTo>
                <a:lnTo>
                  <a:pt x="65023" y="33191"/>
                </a:lnTo>
                <a:lnTo>
                  <a:pt x="65148" y="32883"/>
                </a:lnTo>
                <a:lnTo>
                  <a:pt x="65282" y="32577"/>
                </a:lnTo>
                <a:lnTo>
                  <a:pt x="65424" y="32273"/>
                </a:lnTo>
                <a:lnTo>
                  <a:pt x="65573" y="31972"/>
                </a:lnTo>
                <a:lnTo>
                  <a:pt x="65731" y="31674"/>
                </a:lnTo>
                <a:lnTo>
                  <a:pt x="65897" y="31378"/>
                </a:lnTo>
                <a:lnTo>
                  <a:pt x="66071" y="31084"/>
                </a:lnTo>
                <a:lnTo>
                  <a:pt x="66254" y="30793"/>
                </a:lnTo>
                <a:lnTo>
                  <a:pt x="66444" y="30505"/>
                </a:lnTo>
                <a:lnTo>
                  <a:pt x="66643" y="30220"/>
                </a:lnTo>
                <a:lnTo>
                  <a:pt x="66850" y="29940"/>
                </a:lnTo>
                <a:lnTo>
                  <a:pt x="67066" y="29664"/>
                </a:lnTo>
                <a:lnTo>
                  <a:pt x="67290" y="29394"/>
                </a:lnTo>
                <a:lnTo>
                  <a:pt x="67523" y="29128"/>
                </a:lnTo>
                <a:lnTo>
                  <a:pt x="67765" y="28867"/>
                </a:lnTo>
                <a:lnTo>
                  <a:pt x="68015" y="28610"/>
                </a:lnTo>
                <a:lnTo>
                  <a:pt x="68274" y="28359"/>
                </a:lnTo>
                <a:lnTo>
                  <a:pt x="68541" y="28112"/>
                </a:lnTo>
                <a:lnTo>
                  <a:pt x="68817" y="27869"/>
                </a:lnTo>
                <a:lnTo>
                  <a:pt x="69102" y="27632"/>
                </a:lnTo>
                <a:lnTo>
                  <a:pt x="69395" y="27399"/>
                </a:lnTo>
                <a:lnTo>
                  <a:pt x="69697" y="27171"/>
                </a:lnTo>
                <a:lnTo>
                  <a:pt x="70007" y="26948"/>
                </a:lnTo>
                <a:lnTo>
                  <a:pt x="70326" y="26729"/>
                </a:lnTo>
                <a:lnTo>
                  <a:pt x="70654" y="26515"/>
                </a:lnTo>
                <a:lnTo>
                  <a:pt x="70990" y="26306"/>
                </a:lnTo>
                <a:lnTo>
                  <a:pt x="71335" y="26102"/>
                </a:lnTo>
                <a:lnTo>
                  <a:pt x="71688" y="25902"/>
                </a:lnTo>
                <a:lnTo>
                  <a:pt x="72050" y="25707"/>
                </a:lnTo>
                <a:lnTo>
                  <a:pt x="72421" y="25517"/>
                </a:lnTo>
                <a:lnTo>
                  <a:pt x="72800" y="25332"/>
                </a:lnTo>
                <a:lnTo>
                  <a:pt x="73188" y="25151"/>
                </a:lnTo>
                <a:lnTo>
                  <a:pt x="73584" y="24975"/>
                </a:lnTo>
                <a:lnTo>
                  <a:pt x="73990" y="24805"/>
                </a:lnTo>
                <a:lnTo>
                  <a:pt x="74404" y="24642"/>
                </a:lnTo>
                <a:lnTo>
                  <a:pt x="74829" y="24487"/>
                </a:lnTo>
                <a:lnTo>
                  <a:pt x="75262" y="24338"/>
                </a:lnTo>
                <a:lnTo>
                  <a:pt x="75706" y="24197"/>
                </a:lnTo>
                <a:lnTo>
                  <a:pt x="76159" y="24063"/>
                </a:lnTo>
                <a:lnTo>
                  <a:pt x="76621" y="23937"/>
                </a:lnTo>
                <a:lnTo>
                  <a:pt x="77092" y="23817"/>
                </a:lnTo>
                <a:lnTo>
                  <a:pt x="77574" y="23705"/>
                </a:lnTo>
                <a:lnTo>
                  <a:pt x="78064" y="23600"/>
                </a:lnTo>
                <a:lnTo>
                  <a:pt x="78564" y="23503"/>
                </a:lnTo>
                <a:lnTo>
                  <a:pt x="79074" y="23412"/>
                </a:lnTo>
                <a:lnTo>
                  <a:pt x="79593" y="23329"/>
                </a:lnTo>
                <a:lnTo>
                  <a:pt x="80121" y="23253"/>
                </a:lnTo>
                <a:lnTo>
                  <a:pt x="80659" y="23185"/>
                </a:lnTo>
                <a:lnTo>
                  <a:pt x="81207" y="23123"/>
                </a:lnTo>
                <a:lnTo>
                  <a:pt x="81764" y="23069"/>
                </a:lnTo>
                <a:lnTo>
                  <a:pt x="82330" y="23022"/>
                </a:lnTo>
                <a:lnTo>
                  <a:pt x="82906" y="22982"/>
                </a:lnTo>
                <a:lnTo>
                  <a:pt x="83491" y="22949"/>
                </a:lnTo>
                <a:lnTo>
                  <a:pt x="84086" y="22924"/>
                </a:lnTo>
                <a:lnTo>
                  <a:pt x="84690" y="22906"/>
                </a:lnTo>
                <a:lnTo>
                  <a:pt x="85304" y="22895"/>
                </a:lnTo>
                <a:lnTo>
                  <a:pt x="85927" y="22892"/>
                </a:lnTo>
                <a:lnTo>
                  <a:pt x="86515" y="22896"/>
                </a:lnTo>
                <a:lnTo>
                  <a:pt x="87095" y="22910"/>
                </a:lnTo>
                <a:lnTo>
                  <a:pt x="87668" y="22934"/>
                </a:lnTo>
                <a:lnTo>
                  <a:pt x="88233" y="22966"/>
                </a:lnTo>
                <a:lnTo>
                  <a:pt x="88790" y="23008"/>
                </a:lnTo>
                <a:lnTo>
                  <a:pt x="89340" y="23060"/>
                </a:lnTo>
                <a:lnTo>
                  <a:pt x="89882" y="23120"/>
                </a:lnTo>
                <a:lnTo>
                  <a:pt x="90416" y="23191"/>
                </a:lnTo>
                <a:lnTo>
                  <a:pt x="90942" y="23270"/>
                </a:lnTo>
                <a:lnTo>
                  <a:pt x="91461" y="23359"/>
                </a:lnTo>
                <a:lnTo>
                  <a:pt x="91972" y="23457"/>
                </a:lnTo>
                <a:lnTo>
                  <a:pt x="92475" y="23564"/>
                </a:lnTo>
                <a:lnTo>
                  <a:pt x="92970" y="23681"/>
                </a:lnTo>
                <a:lnTo>
                  <a:pt x="93458" y="23807"/>
                </a:lnTo>
                <a:lnTo>
                  <a:pt x="93938" y="23943"/>
                </a:lnTo>
                <a:lnTo>
                  <a:pt x="94411" y="24088"/>
                </a:lnTo>
                <a:lnTo>
                  <a:pt x="94875" y="24242"/>
                </a:lnTo>
                <a:lnTo>
                  <a:pt x="95332" y="24405"/>
                </a:lnTo>
                <a:lnTo>
                  <a:pt x="95781" y="24578"/>
                </a:lnTo>
                <a:lnTo>
                  <a:pt x="96222" y="24760"/>
                </a:lnTo>
                <a:lnTo>
                  <a:pt x="96656" y="24952"/>
                </a:lnTo>
                <a:lnTo>
                  <a:pt x="97082" y="25153"/>
                </a:lnTo>
                <a:lnTo>
                  <a:pt x="97500" y="25363"/>
                </a:lnTo>
                <a:lnTo>
                  <a:pt x="97911" y="25583"/>
                </a:lnTo>
                <a:lnTo>
                  <a:pt x="98313" y="25810"/>
                </a:lnTo>
                <a:lnTo>
                  <a:pt x="98708" y="26044"/>
                </a:lnTo>
                <a:lnTo>
                  <a:pt x="99094" y="26284"/>
                </a:lnTo>
                <a:lnTo>
                  <a:pt x="99473" y="26531"/>
                </a:lnTo>
                <a:lnTo>
                  <a:pt x="99843" y="26785"/>
                </a:lnTo>
                <a:lnTo>
                  <a:pt x="100205" y="27045"/>
                </a:lnTo>
                <a:lnTo>
                  <a:pt x="100559" y="27311"/>
                </a:lnTo>
                <a:lnTo>
                  <a:pt x="100905" y="27584"/>
                </a:lnTo>
                <a:lnTo>
                  <a:pt x="101243" y="27863"/>
                </a:lnTo>
                <a:lnTo>
                  <a:pt x="101572" y="28149"/>
                </a:lnTo>
                <a:lnTo>
                  <a:pt x="101894" y="28441"/>
                </a:lnTo>
                <a:lnTo>
                  <a:pt x="102208" y="28740"/>
                </a:lnTo>
                <a:lnTo>
                  <a:pt x="102513" y="29045"/>
                </a:lnTo>
                <a:lnTo>
                  <a:pt x="102810" y="29357"/>
                </a:lnTo>
                <a:lnTo>
                  <a:pt x="103099" y="29675"/>
                </a:lnTo>
                <a:lnTo>
                  <a:pt x="103381" y="30000"/>
                </a:lnTo>
                <a:lnTo>
                  <a:pt x="103654" y="30331"/>
                </a:lnTo>
                <a:lnTo>
                  <a:pt x="103919" y="30669"/>
                </a:lnTo>
                <a:lnTo>
                  <a:pt x="104175" y="31013"/>
                </a:lnTo>
                <a:lnTo>
                  <a:pt x="104424" y="31363"/>
                </a:lnTo>
                <a:lnTo>
                  <a:pt x="104665" y="31720"/>
                </a:lnTo>
                <a:lnTo>
                  <a:pt x="104897" y="32084"/>
                </a:lnTo>
                <a:lnTo>
                  <a:pt x="105122" y="32454"/>
                </a:lnTo>
                <a:lnTo>
                  <a:pt x="105338" y="32830"/>
                </a:lnTo>
                <a:lnTo>
                  <a:pt x="105546" y="33212"/>
                </a:lnTo>
                <a:lnTo>
                  <a:pt x="105745" y="33597"/>
                </a:lnTo>
                <a:lnTo>
                  <a:pt x="105935" y="33985"/>
                </a:lnTo>
                <a:lnTo>
                  <a:pt x="106116" y="34376"/>
                </a:lnTo>
                <a:lnTo>
                  <a:pt x="106289" y="34771"/>
                </a:lnTo>
                <a:lnTo>
                  <a:pt x="106453" y="35169"/>
                </a:lnTo>
                <a:lnTo>
                  <a:pt x="106607" y="35571"/>
                </a:lnTo>
                <a:lnTo>
                  <a:pt x="106753" y="35976"/>
                </a:lnTo>
                <a:lnTo>
                  <a:pt x="106890" y="36384"/>
                </a:lnTo>
                <a:lnTo>
                  <a:pt x="107019" y="36796"/>
                </a:lnTo>
                <a:lnTo>
                  <a:pt x="107138" y="37211"/>
                </a:lnTo>
                <a:lnTo>
                  <a:pt x="107249" y="37629"/>
                </a:lnTo>
                <a:lnTo>
                  <a:pt x="107350" y="38051"/>
                </a:lnTo>
                <a:lnTo>
                  <a:pt x="107443" y="38476"/>
                </a:lnTo>
                <a:lnTo>
                  <a:pt x="107527" y="38905"/>
                </a:lnTo>
                <a:lnTo>
                  <a:pt x="107602" y="39337"/>
                </a:lnTo>
                <a:lnTo>
                  <a:pt x="107669" y="39772"/>
                </a:lnTo>
                <a:lnTo>
                  <a:pt x="107726" y="40210"/>
                </a:lnTo>
                <a:lnTo>
                  <a:pt x="107775" y="40652"/>
                </a:lnTo>
                <a:lnTo>
                  <a:pt x="107815" y="41098"/>
                </a:lnTo>
                <a:lnTo>
                  <a:pt x="107846" y="41546"/>
                </a:lnTo>
                <a:lnTo>
                  <a:pt x="107868" y="41998"/>
                </a:lnTo>
                <a:lnTo>
                  <a:pt x="107881" y="42454"/>
                </a:lnTo>
                <a:lnTo>
                  <a:pt x="107886" y="42913"/>
                </a:lnTo>
                <a:lnTo>
                  <a:pt x="121161" y="42913"/>
                </a:lnTo>
                <a:lnTo>
                  <a:pt x="121154" y="42087"/>
                </a:lnTo>
                <a:lnTo>
                  <a:pt x="121132" y="41272"/>
                </a:lnTo>
                <a:lnTo>
                  <a:pt x="121095" y="40467"/>
                </a:lnTo>
                <a:lnTo>
                  <a:pt x="121044" y="39673"/>
                </a:lnTo>
                <a:lnTo>
                  <a:pt x="120977" y="38890"/>
                </a:lnTo>
                <a:lnTo>
                  <a:pt x="120897" y="38118"/>
                </a:lnTo>
                <a:lnTo>
                  <a:pt x="120801" y="37357"/>
                </a:lnTo>
                <a:lnTo>
                  <a:pt x="120691" y="36606"/>
                </a:lnTo>
                <a:lnTo>
                  <a:pt x="120566" y="35866"/>
                </a:lnTo>
                <a:lnTo>
                  <a:pt x="120426" y="35136"/>
                </a:lnTo>
                <a:lnTo>
                  <a:pt x="120272" y="34417"/>
                </a:lnTo>
                <a:lnTo>
                  <a:pt x="120103" y="33709"/>
                </a:lnTo>
                <a:lnTo>
                  <a:pt x="119919" y="33012"/>
                </a:lnTo>
                <a:lnTo>
                  <a:pt x="119721" y="32326"/>
                </a:lnTo>
                <a:lnTo>
                  <a:pt x="119507" y="31650"/>
                </a:lnTo>
                <a:lnTo>
                  <a:pt x="119279" y="30985"/>
                </a:lnTo>
                <a:lnTo>
                  <a:pt x="119037" y="30330"/>
                </a:lnTo>
                <a:lnTo>
                  <a:pt x="118780" y="29686"/>
                </a:lnTo>
                <a:lnTo>
                  <a:pt x="118508" y="29053"/>
                </a:lnTo>
                <a:lnTo>
                  <a:pt x="118221" y="28431"/>
                </a:lnTo>
                <a:lnTo>
                  <a:pt x="117920" y="27819"/>
                </a:lnTo>
                <a:lnTo>
                  <a:pt x="117604" y="27219"/>
                </a:lnTo>
                <a:lnTo>
                  <a:pt x="117273" y="26628"/>
                </a:lnTo>
                <a:lnTo>
                  <a:pt x="116927" y="26049"/>
                </a:lnTo>
                <a:lnTo>
                  <a:pt x="116568" y="25481"/>
                </a:lnTo>
                <a:lnTo>
                  <a:pt x="116196" y="24924"/>
                </a:lnTo>
                <a:lnTo>
                  <a:pt x="115812" y="24378"/>
                </a:lnTo>
                <a:lnTo>
                  <a:pt x="115414" y="23844"/>
                </a:lnTo>
                <a:lnTo>
                  <a:pt x="115004" y="23322"/>
                </a:lnTo>
                <a:lnTo>
                  <a:pt x="114582" y="22811"/>
                </a:lnTo>
                <a:lnTo>
                  <a:pt x="114146" y="22311"/>
                </a:lnTo>
                <a:lnTo>
                  <a:pt x="113698" y="21823"/>
                </a:lnTo>
                <a:lnTo>
                  <a:pt x="113237" y="21346"/>
                </a:lnTo>
                <a:lnTo>
                  <a:pt x="112764" y="20881"/>
                </a:lnTo>
                <a:lnTo>
                  <a:pt x="112277" y="20428"/>
                </a:lnTo>
                <a:lnTo>
                  <a:pt x="111779" y="19985"/>
                </a:lnTo>
                <a:lnTo>
                  <a:pt x="111267" y="19554"/>
                </a:lnTo>
                <a:lnTo>
                  <a:pt x="110743" y="19135"/>
                </a:lnTo>
                <a:lnTo>
                  <a:pt x="110205" y="18727"/>
                </a:lnTo>
                <a:lnTo>
                  <a:pt x="109656" y="18331"/>
                </a:lnTo>
                <a:lnTo>
                  <a:pt x="109093" y="17946"/>
                </a:lnTo>
                <a:lnTo>
                  <a:pt x="108518" y="17572"/>
                </a:lnTo>
                <a:lnTo>
                  <a:pt x="107930" y="17210"/>
                </a:lnTo>
                <a:lnTo>
                  <a:pt x="107329" y="16860"/>
                </a:lnTo>
                <a:lnTo>
                  <a:pt x="106716" y="16521"/>
                </a:lnTo>
                <a:lnTo>
                  <a:pt x="106090" y="16193"/>
                </a:lnTo>
                <a:lnTo>
                  <a:pt x="105451" y="15877"/>
                </a:lnTo>
                <a:lnTo>
                  <a:pt x="104800" y="15572"/>
                </a:lnTo>
                <a:lnTo>
                  <a:pt x="104137" y="15279"/>
                </a:lnTo>
                <a:lnTo>
                  <a:pt x="103463" y="14999"/>
                </a:lnTo>
                <a:lnTo>
                  <a:pt x="102778" y="14731"/>
                </a:lnTo>
                <a:lnTo>
                  <a:pt x="102083" y="14476"/>
                </a:lnTo>
                <a:lnTo>
                  <a:pt x="101377" y="14233"/>
                </a:lnTo>
                <a:lnTo>
                  <a:pt x="100660" y="14002"/>
                </a:lnTo>
                <a:lnTo>
                  <a:pt x="99933" y="13784"/>
                </a:lnTo>
                <a:lnTo>
                  <a:pt x="99195" y="13579"/>
                </a:lnTo>
                <a:lnTo>
                  <a:pt x="98446" y="13386"/>
                </a:lnTo>
                <a:lnTo>
                  <a:pt x="97686" y="13205"/>
                </a:lnTo>
                <a:lnTo>
                  <a:pt x="96916" y="13037"/>
                </a:lnTo>
                <a:lnTo>
                  <a:pt x="96135" y="12881"/>
                </a:lnTo>
                <a:lnTo>
                  <a:pt x="95343" y="12738"/>
                </a:lnTo>
                <a:lnTo>
                  <a:pt x="94541" y="12607"/>
                </a:lnTo>
                <a:lnTo>
                  <a:pt x="93727" y="12489"/>
                </a:lnTo>
                <a:lnTo>
                  <a:pt x="92904" y="12383"/>
                </a:lnTo>
                <a:lnTo>
                  <a:pt x="92069" y="12289"/>
                </a:lnTo>
                <a:lnTo>
                  <a:pt x="91224" y="12208"/>
                </a:lnTo>
                <a:lnTo>
                  <a:pt x="90368" y="12140"/>
                </a:lnTo>
                <a:lnTo>
                  <a:pt x="89501" y="12084"/>
                </a:lnTo>
                <a:lnTo>
                  <a:pt x="88624" y="12040"/>
                </a:lnTo>
                <a:lnTo>
                  <a:pt x="87735" y="12009"/>
                </a:lnTo>
                <a:lnTo>
                  <a:pt x="86836" y="11990"/>
                </a:lnTo>
                <a:lnTo>
                  <a:pt x="85927" y="11984"/>
                </a:lnTo>
                <a:lnTo>
                  <a:pt x="85260" y="11987"/>
                </a:lnTo>
                <a:lnTo>
                  <a:pt x="84598" y="11997"/>
                </a:lnTo>
                <a:lnTo>
                  <a:pt x="83942" y="12013"/>
                </a:lnTo>
                <a:lnTo>
                  <a:pt x="83292" y="12036"/>
                </a:lnTo>
                <a:lnTo>
                  <a:pt x="82647" y="12065"/>
                </a:lnTo>
                <a:lnTo>
                  <a:pt x="82007" y="12101"/>
                </a:lnTo>
                <a:lnTo>
                  <a:pt x="81373" y="12143"/>
                </a:lnTo>
                <a:lnTo>
                  <a:pt x="80744" y="12192"/>
                </a:lnTo>
                <a:lnTo>
                  <a:pt x="80121" y="12247"/>
                </a:lnTo>
                <a:lnTo>
                  <a:pt x="79503" y="12308"/>
                </a:lnTo>
                <a:lnTo>
                  <a:pt x="78891" y="12376"/>
                </a:lnTo>
                <a:lnTo>
                  <a:pt x="78284" y="12451"/>
                </a:lnTo>
                <a:lnTo>
                  <a:pt x="77683" y="12532"/>
                </a:lnTo>
                <a:lnTo>
                  <a:pt x="77087" y="12620"/>
                </a:lnTo>
                <a:lnTo>
                  <a:pt x="76497" y="12714"/>
                </a:lnTo>
                <a:lnTo>
                  <a:pt x="75912" y="12814"/>
                </a:lnTo>
                <a:lnTo>
                  <a:pt x="75333" y="12921"/>
                </a:lnTo>
                <a:lnTo>
                  <a:pt x="74759" y="13035"/>
                </a:lnTo>
                <a:lnTo>
                  <a:pt x="74191" y="13155"/>
                </a:lnTo>
                <a:lnTo>
                  <a:pt x="73628" y="13281"/>
                </a:lnTo>
                <a:lnTo>
                  <a:pt x="73071" y="13414"/>
                </a:lnTo>
                <a:lnTo>
                  <a:pt x="72519" y="13554"/>
                </a:lnTo>
                <a:lnTo>
                  <a:pt x="71972" y="13700"/>
                </a:lnTo>
                <a:lnTo>
                  <a:pt x="71431" y="13852"/>
                </a:lnTo>
                <a:lnTo>
                  <a:pt x="70896" y="14010"/>
                </a:lnTo>
                <a:lnTo>
                  <a:pt x="70368" y="14174"/>
                </a:lnTo>
                <a:lnTo>
                  <a:pt x="69846" y="14343"/>
                </a:lnTo>
                <a:lnTo>
                  <a:pt x="69330" y="14518"/>
                </a:lnTo>
                <a:lnTo>
                  <a:pt x="68821" y="14698"/>
                </a:lnTo>
                <a:lnTo>
                  <a:pt x="68319" y="14884"/>
                </a:lnTo>
                <a:lnTo>
                  <a:pt x="67823" y="15075"/>
                </a:lnTo>
                <a:lnTo>
                  <a:pt x="67333" y="15271"/>
                </a:lnTo>
                <a:lnTo>
                  <a:pt x="66850" y="15474"/>
                </a:lnTo>
                <a:lnTo>
                  <a:pt x="66373" y="15681"/>
                </a:lnTo>
                <a:lnTo>
                  <a:pt x="65903" y="15894"/>
                </a:lnTo>
                <a:lnTo>
                  <a:pt x="65439" y="16113"/>
                </a:lnTo>
                <a:lnTo>
                  <a:pt x="64982" y="16337"/>
                </a:lnTo>
                <a:lnTo>
                  <a:pt x="64531" y="16567"/>
                </a:lnTo>
                <a:lnTo>
                  <a:pt x="64087" y="16802"/>
                </a:lnTo>
                <a:lnTo>
                  <a:pt x="63649" y="17042"/>
                </a:lnTo>
                <a:lnTo>
                  <a:pt x="63218" y="17288"/>
                </a:lnTo>
                <a:lnTo>
                  <a:pt x="62793" y="17540"/>
                </a:lnTo>
                <a:lnTo>
                  <a:pt x="62375" y="17797"/>
                </a:lnTo>
                <a:lnTo>
                  <a:pt x="61963" y="18059"/>
                </a:lnTo>
                <a:lnTo>
                  <a:pt x="61558" y="18328"/>
                </a:lnTo>
                <a:lnTo>
                  <a:pt x="61159" y="18601"/>
                </a:lnTo>
                <a:lnTo>
                  <a:pt x="60766" y="18880"/>
                </a:lnTo>
                <a:lnTo>
                  <a:pt x="60380" y="19164"/>
                </a:lnTo>
                <a:lnTo>
                  <a:pt x="60001" y="19454"/>
                </a:lnTo>
                <a:lnTo>
                  <a:pt x="59629" y="19748"/>
                </a:lnTo>
                <a:lnTo>
                  <a:pt x="59265" y="20048"/>
                </a:lnTo>
                <a:lnTo>
                  <a:pt x="58908" y="20352"/>
                </a:lnTo>
                <a:lnTo>
                  <a:pt x="58558" y="20661"/>
                </a:lnTo>
                <a:lnTo>
                  <a:pt x="58216" y="20974"/>
                </a:lnTo>
                <a:lnTo>
                  <a:pt x="57881" y="21293"/>
                </a:lnTo>
                <a:lnTo>
                  <a:pt x="57554" y="21617"/>
                </a:lnTo>
                <a:lnTo>
                  <a:pt x="57233" y="21945"/>
                </a:lnTo>
                <a:lnTo>
                  <a:pt x="56921" y="22279"/>
                </a:lnTo>
                <a:lnTo>
                  <a:pt x="56615" y="22617"/>
                </a:lnTo>
                <a:lnTo>
                  <a:pt x="56317" y="22960"/>
                </a:lnTo>
                <a:lnTo>
                  <a:pt x="56026" y="23308"/>
                </a:lnTo>
                <a:lnTo>
                  <a:pt x="55742" y="23661"/>
                </a:lnTo>
                <a:lnTo>
                  <a:pt x="55466" y="24018"/>
                </a:lnTo>
                <a:lnTo>
                  <a:pt x="55198" y="24381"/>
                </a:lnTo>
                <a:lnTo>
                  <a:pt x="54936" y="24749"/>
                </a:lnTo>
                <a:lnTo>
                  <a:pt x="54682" y="25121"/>
                </a:lnTo>
                <a:lnTo>
                  <a:pt x="54435" y="25498"/>
                </a:lnTo>
                <a:lnTo>
                  <a:pt x="54196" y="25880"/>
                </a:lnTo>
                <a:lnTo>
                  <a:pt x="53964" y="26267"/>
                </a:lnTo>
                <a:lnTo>
                  <a:pt x="53739" y="26659"/>
                </a:lnTo>
                <a:lnTo>
                  <a:pt x="53522" y="27056"/>
                </a:lnTo>
                <a:lnTo>
                  <a:pt x="53312" y="27457"/>
                </a:lnTo>
                <a:lnTo>
                  <a:pt x="53110" y="27863"/>
                </a:lnTo>
                <a:lnTo>
                  <a:pt x="52916" y="28273"/>
                </a:lnTo>
                <a:lnTo>
                  <a:pt x="52732" y="28686"/>
                </a:lnTo>
                <a:lnTo>
                  <a:pt x="52555" y="29104"/>
                </a:lnTo>
                <a:lnTo>
                  <a:pt x="52388" y="29525"/>
                </a:lnTo>
                <a:lnTo>
                  <a:pt x="52229" y="29950"/>
                </a:lnTo>
                <a:lnTo>
                  <a:pt x="52078" y="30379"/>
                </a:lnTo>
                <a:lnTo>
                  <a:pt x="51936" y="30812"/>
                </a:lnTo>
                <a:lnTo>
                  <a:pt x="51803" y="31248"/>
                </a:lnTo>
                <a:lnTo>
                  <a:pt x="51679" y="31689"/>
                </a:lnTo>
                <a:lnTo>
                  <a:pt x="51562" y="32133"/>
                </a:lnTo>
                <a:lnTo>
                  <a:pt x="51455" y="32581"/>
                </a:lnTo>
                <a:lnTo>
                  <a:pt x="51356" y="33034"/>
                </a:lnTo>
                <a:lnTo>
                  <a:pt x="51266" y="33490"/>
                </a:lnTo>
                <a:lnTo>
                  <a:pt x="51184" y="33949"/>
                </a:lnTo>
                <a:lnTo>
                  <a:pt x="51111" y="34413"/>
                </a:lnTo>
                <a:lnTo>
                  <a:pt x="51047" y="34881"/>
                </a:lnTo>
                <a:lnTo>
                  <a:pt x="50991" y="35352"/>
                </a:lnTo>
                <a:lnTo>
                  <a:pt x="50944" y="35827"/>
                </a:lnTo>
                <a:lnTo>
                  <a:pt x="50905" y="36306"/>
                </a:lnTo>
                <a:lnTo>
                  <a:pt x="50875" y="36790"/>
                </a:lnTo>
                <a:lnTo>
                  <a:pt x="50853" y="37276"/>
                </a:lnTo>
                <a:lnTo>
                  <a:pt x="50840" y="37767"/>
                </a:lnTo>
                <a:lnTo>
                  <a:pt x="50836" y="38262"/>
                </a:lnTo>
                <a:lnTo>
                  <a:pt x="50840" y="38815"/>
                </a:lnTo>
                <a:lnTo>
                  <a:pt x="50852" y="39362"/>
                </a:lnTo>
                <a:lnTo>
                  <a:pt x="50871" y="39902"/>
                </a:lnTo>
                <a:lnTo>
                  <a:pt x="50898" y="40435"/>
                </a:lnTo>
                <a:lnTo>
                  <a:pt x="50933" y="40962"/>
                </a:lnTo>
                <a:lnTo>
                  <a:pt x="50975" y="41482"/>
                </a:lnTo>
                <a:lnTo>
                  <a:pt x="51025" y="41995"/>
                </a:lnTo>
                <a:lnTo>
                  <a:pt x="51083" y="42502"/>
                </a:lnTo>
                <a:lnTo>
                  <a:pt x="51149" y="43003"/>
                </a:lnTo>
                <a:lnTo>
                  <a:pt x="51222" y="43496"/>
                </a:lnTo>
                <a:lnTo>
                  <a:pt x="51303" y="43983"/>
                </a:lnTo>
                <a:lnTo>
                  <a:pt x="51392" y="44464"/>
                </a:lnTo>
                <a:lnTo>
                  <a:pt x="51489" y="44938"/>
                </a:lnTo>
                <a:lnTo>
                  <a:pt x="51593" y="45405"/>
                </a:lnTo>
                <a:lnTo>
                  <a:pt x="51705" y="45866"/>
                </a:lnTo>
                <a:lnTo>
                  <a:pt x="51825" y="46320"/>
                </a:lnTo>
                <a:lnTo>
                  <a:pt x="51952" y="46767"/>
                </a:lnTo>
                <a:lnTo>
                  <a:pt x="52087" y="47208"/>
                </a:lnTo>
                <a:lnTo>
                  <a:pt x="52230" y="47642"/>
                </a:lnTo>
                <a:lnTo>
                  <a:pt x="52381" y="48070"/>
                </a:lnTo>
                <a:lnTo>
                  <a:pt x="52539" y="48491"/>
                </a:lnTo>
                <a:lnTo>
                  <a:pt x="52705" y="48905"/>
                </a:lnTo>
                <a:lnTo>
                  <a:pt x="52879" y="49313"/>
                </a:lnTo>
                <a:lnTo>
                  <a:pt x="53061" y="49714"/>
                </a:lnTo>
                <a:lnTo>
                  <a:pt x="53250" y="50110"/>
                </a:lnTo>
                <a:lnTo>
                  <a:pt x="53446" y="50500"/>
                </a:lnTo>
                <a:lnTo>
                  <a:pt x="53649" y="50886"/>
                </a:lnTo>
                <a:lnTo>
                  <a:pt x="53859" y="51268"/>
                </a:lnTo>
                <a:lnTo>
                  <a:pt x="54076" y="51644"/>
                </a:lnTo>
                <a:lnTo>
                  <a:pt x="54301" y="52016"/>
                </a:lnTo>
                <a:lnTo>
                  <a:pt x="54532" y="52383"/>
                </a:lnTo>
                <a:lnTo>
                  <a:pt x="54771" y="52746"/>
                </a:lnTo>
                <a:lnTo>
                  <a:pt x="55017" y="53103"/>
                </a:lnTo>
                <a:lnTo>
                  <a:pt x="55270" y="53456"/>
                </a:lnTo>
                <a:lnTo>
                  <a:pt x="55529" y="53804"/>
                </a:lnTo>
                <a:lnTo>
                  <a:pt x="55797" y="54148"/>
                </a:lnTo>
                <a:lnTo>
                  <a:pt x="56071" y="54486"/>
                </a:lnTo>
                <a:lnTo>
                  <a:pt x="56352" y="54820"/>
                </a:lnTo>
                <a:lnTo>
                  <a:pt x="56640" y="55150"/>
                </a:lnTo>
                <a:lnTo>
                  <a:pt x="56936" y="55474"/>
                </a:lnTo>
                <a:lnTo>
                  <a:pt x="57238" y="55794"/>
                </a:lnTo>
                <a:lnTo>
                  <a:pt x="57548" y="56109"/>
                </a:lnTo>
                <a:lnTo>
                  <a:pt x="57865" y="56419"/>
                </a:lnTo>
                <a:lnTo>
                  <a:pt x="58189" y="56725"/>
                </a:lnTo>
                <a:lnTo>
                  <a:pt x="58519" y="57025"/>
                </a:lnTo>
                <a:lnTo>
                  <a:pt x="58858" y="57321"/>
                </a:lnTo>
                <a:lnTo>
                  <a:pt x="59203" y="57613"/>
                </a:lnTo>
                <a:lnTo>
                  <a:pt x="59555" y="57899"/>
                </a:lnTo>
                <a:lnTo>
                  <a:pt x="59914" y="58182"/>
                </a:lnTo>
                <a:lnTo>
                  <a:pt x="60280" y="58461"/>
                </a:lnTo>
                <a:lnTo>
                  <a:pt x="60652" y="58737"/>
                </a:lnTo>
                <a:lnTo>
                  <a:pt x="60692" y="58766"/>
                </a:lnTo>
                <a:lnTo>
                  <a:pt x="60362" y="58923"/>
                </a:lnTo>
                <a:lnTo>
                  <a:pt x="59961" y="59119"/>
                </a:lnTo>
                <a:lnTo>
                  <a:pt x="59566" y="59321"/>
                </a:lnTo>
                <a:lnTo>
                  <a:pt x="59177" y="59527"/>
                </a:lnTo>
                <a:lnTo>
                  <a:pt x="58794" y="59738"/>
                </a:lnTo>
                <a:lnTo>
                  <a:pt x="58416" y="59954"/>
                </a:lnTo>
                <a:lnTo>
                  <a:pt x="58044" y="60175"/>
                </a:lnTo>
                <a:lnTo>
                  <a:pt x="57677" y="60400"/>
                </a:lnTo>
                <a:lnTo>
                  <a:pt x="57316" y="60630"/>
                </a:lnTo>
                <a:lnTo>
                  <a:pt x="56961" y="60865"/>
                </a:lnTo>
                <a:lnTo>
                  <a:pt x="56612" y="61104"/>
                </a:lnTo>
                <a:lnTo>
                  <a:pt x="56269" y="61348"/>
                </a:lnTo>
                <a:lnTo>
                  <a:pt x="55931" y="61597"/>
                </a:lnTo>
                <a:lnTo>
                  <a:pt x="55599" y="61851"/>
                </a:lnTo>
                <a:lnTo>
                  <a:pt x="55274" y="62108"/>
                </a:lnTo>
                <a:lnTo>
                  <a:pt x="54956" y="62370"/>
                </a:lnTo>
                <a:lnTo>
                  <a:pt x="54643" y="62637"/>
                </a:lnTo>
                <a:lnTo>
                  <a:pt x="54338" y="62908"/>
                </a:lnTo>
                <a:lnTo>
                  <a:pt x="54038" y="63183"/>
                </a:lnTo>
                <a:lnTo>
                  <a:pt x="53746" y="63462"/>
                </a:lnTo>
                <a:lnTo>
                  <a:pt x="53459" y="63746"/>
                </a:lnTo>
                <a:lnTo>
                  <a:pt x="53180" y="64035"/>
                </a:lnTo>
                <a:lnTo>
                  <a:pt x="52906" y="64327"/>
                </a:lnTo>
                <a:lnTo>
                  <a:pt x="52639" y="64624"/>
                </a:lnTo>
                <a:lnTo>
                  <a:pt x="52379" y="64926"/>
                </a:lnTo>
                <a:lnTo>
                  <a:pt x="52125" y="65231"/>
                </a:lnTo>
                <a:lnTo>
                  <a:pt x="51878" y="65542"/>
                </a:lnTo>
                <a:lnTo>
                  <a:pt x="51637" y="65856"/>
                </a:lnTo>
                <a:lnTo>
                  <a:pt x="51402" y="66175"/>
                </a:lnTo>
                <a:lnTo>
                  <a:pt x="51174" y="66498"/>
                </a:lnTo>
                <a:lnTo>
                  <a:pt x="50953" y="66826"/>
                </a:lnTo>
                <a:lnTo>
                  <a:pt x="50738" y="67158"/>
                </a:lnTo>
                <a:lnTo>
                  <a:pt x="50529" y="67494"/>
                </a:lnTo>
                <a:lnTo>
                  <a:pt x="50327" y="67835"/>
                </a:lnTo>
                <a:lnTo>
                  <a:pt x="50131" y="68180"/>
                </a:lnTo>
                <a:lnTo>
                  <a:pt x="49942" y="68529"/>
                </a:lnTo>
                <a:lnTo>
                  <a:pt x="49760" y="68883"/>
                </a:lnTo>
                <a:lnTo>
                  <a:pt x="49584" y="69241"/>
                </a:lnTo>
                <a:lnTo>
                  <a:pt x="49416" y="69602"/>
                </a:lnTo>
                <a:lnTo>
                  <a:pt x="49255" y="69967"/>
                </a:lnTo>
                <a:lnTo>
                  <a:pt x="49102" y="70336"/>
                </a:lnTo>
                <a:lnTo>
                  <a:pt x="48956" y="70708"/>
                </a:lnTo>
                <a:lnTo>
                  <a:pt x="48818" y="71084"/>
                </a:lnTo>
                <a:lnTo>
                  <a:pt x="48687" y="71464"/>
                </a:lnTo>
                <a:lnTo>
                  <a:pt x="48564" y="71847"/>
                </a:lnTo>
                <a:lnTo>
                  <a:pt x="48448" y="72234"/>
                </a:lnTo>
                <a:lnTo>
                  <a:pt x="48339" y="72624"/>
                </a:lnTo>
                <a:lnTo>
                  <a:pt x="48239" y="73018"/>
                </a:lnTo>
                <a:lnTo>
                  <a:pt x="48145" y="73415"/>
                </a:lnTo>
                <a:lnTo>
                  <a:pt x="48059" y="73816"/>
                </a:lnTo>
                <a:lnTo>
                  <a:pt x="47981" y="74221"/>
                </a:lnTo>
                <a:lnTo>
                  <a:pt x="47910" y="74630"/>
                </a:lnTo>
                <a:lnTo>
                  <a:pt x="47846" y="75042"/>
                </a:lnTo>
                <a:lnTo>
                  <a:pt x="47790" y="75457"/>
                </a:lnTo>
                <a:lnTo>
                  <a:pt x="47741" y="75876"/>
                </a:lnTo>
                <a:lnTo>
                  <a:pt x="47700" y="76299"/>
                </a:lnTo>
                <a:lnTo>
                  <a:pt x="47667" y="76726"/>
                </a:lnTo>
                <a:lnTo>
                  <a:pt x="47641" y="77156"/>
                </a:lnTo>
                <a:lnTo>
                  <a:pt x="47622" y="77589"/>
                </a:lnTo>
                <a:lnTo>
                  <a:pt x="47611" y="78027"/>
                </a:lnTo>
                <a:lnTo>
                  <a:pt x="47607" y="78468"/>
                </a:lnTo>
                <a:lnTo>
                  <a:pt x="47611" y="79021"/>
                </a:lnTo>
                <a:lnTo>
                  <a:pt x="47623" y="79568"/>
                </a:lnTo>
                <a:lnTo>
                  <a:pt x="47643" y="80109"/>
                </a:lnTo>
                <a:lnTo>
                  <a:pt x="47671" y="80643"/>
                </a:lnTo>
                <a:lnTo>
                  <a:pt x="47707" y="81171"/>
                </a:lnTo>
                <a:lnTo>
                  <a:pt x="47750" y="81692"/>
                </a:lnTo>
                <a:lnTo>
                  <a:pt x="47802" y="82207"/>
                </a:lnTo>
                <a:lnTo>
                  <a:pt x="47862" y="82716"/>
                </a:lnTo>
                <a:lnTo>
                  <a:pt x="47930" y="83219"/>
                </a:lnTo>
                <a:lnTo>
                  <a:pt x="48006" y="83715"/>
                </a:lnTo>
                <a:lnTo>
                  <a:pt x="48089" y="84204"/>
                </a:lnTo>
                <a:lnTo>
                  <a:pt x="48181" y="84688"/>
                </a:lnTo>
                <a:lnTo>
                  <a:pt x="48281" y="85165"/>
                </a:lnTo>
                <a:lnTo>
                  <a:pt x="48388" y="85635"/>
                </a:lnTo>
                <a:lnTo>
                  <a:pt x="48504" y="86100"/>
                </a:lnTo>
                <a:lnTo>
                  <a:pt x="48627" y="86558"/>
                </a:lnTo>
                <a:lnTo>
                  <a:pt x="48759" y="87009"/>
                </a:lnTo>
                <a:lnTo>
                  <a:pt x="48899" y="87454"/>
                </a:lnTo>
                <a:lnTo>
                  <a:pt x="49046" y="87893"/>
                </a:lnTo>
                <a:lnTo>
                  <a:pt x="49202" y="88326"/>
                </a:lnTo>
                <a:lnTo>
                  <a:pt x="49365" y="88752"/>
                </a:lnTo>
                <a:lnTo>
                  <a:pt x="49536" y="89172"/>
                </a:lnTo>
                <a:lnTo>
                  <a:pt x="49716" y="89585"/>
                </a:lnTo>
                <a:lnTo>
                  <a:pt x="49903" y="89992"/>
                </a:lnTo>
                <a:lnTo>
                  <a:pt x="50098" y="90393"/>
                </a:lnTo>
                <a:lnTo>
                  <a:pt x="50300" y="90790"/>
                </a:lnTo>
                <a:lnTo>
                  <a:pt x="50509" y="91182"/>
                </a:lnTo>
                <a:lnTo>
                  <a:pt x="50724" y="91568"/>
                </a:lnTo>
                <a:lnTo>
                  <a:pt x="50947" y="91950"/>
                </a:lnTo>
                <a:lnTo>
                  <a:pt x="51177" y="92328"/>
                </a:lnTo>
                <a:lnTo>
                  <a:pt x="51414" y="92700"/>
                </a:lnTo>
                <a:lnTo>
                  <a:pt x="51657" y="93067"/>
                </a:lnTo>
                <a:lnTo>
                  <a:pt x="51908" y="93430"/>
                </a:lnTo>
                <a:lnTo>
                  <a:pt x="52166" y="93787"/>
                </a:lnTo>
                <a:lnTo>
                  <a:pt x="52430" y="94140"/>
                </a:lnTo>
                <a:lnTo>
                  <a:pt x="52702" y="94488"/>
                </a:lnTo>
                <a:lnTo>
                  <a:pt x="52980" y="94831"/>
                </a:lnTo>
                <a:lnTo>
                  <a:pt x="53266" y="95170"/>
                </a:lnTo>
                <a:lnTo>
                  <a:pt x="53558" y="95503"/>
                </a:lnTo>
                <a:lnTo>
                  <a:pt x="53858" y="95831"/>
                </a:lnTo>
                <a:lnTo>
                  <a:pt x="54164" y="96155"/>
                </a:lnTo>
                <a:lnTo>
                  <a:pt x="54478" y="96474"/>
                </a:lnTo>
                <a:lnTo>
                  <a:pt x="54798" y="96788"/>
                </a:lnTo>
                <a:lnTo>
                  <a:pt x="55126" y="97097"/>
                </a:lnTo>
                <a:lnTo>
                  <a:pt x="55460" y="97401"/>
                </a:lnTo>
                <a:lnTo>
                  <a:pt x="55801" y="97701"/>
                </a:lnTo>
                <a:lnTo>
                  <a:pt x="56150" y="97995"/>
                </a:lnTo>
                <a:lnTo>
                  <a:pt x="56505" y="98285"/>
                </a:lnTo>
                <a:lnTo>
                  <a:pt x="56867" y="98570"/>
                </a:lnTo>
                <a:lnTo>
                  <a:pt x="57236" y="98853"/>
                </a:lnTo>
                <a:lnTo>
                  <a:pt x="57612" y="99132"/>
                </a:lnTo>
                <a:lnTo>
                  <a:pt x="57994" y="99408"/>
                </a:lnTo>
                <a:lnTo>
                  <a:pt x="58383" y="99681"/>
                </a:lnTo>
                <a:lnTo>
                  <a:pt x="58779" y="99951"/>
                </a:lnTo>
                <a:lnTo>
                  <a:pt x="59182" y="100218"/>
                </a:lnTo>
                <a:lnTo>
                  <a:pt x="59591" y="100482"/>
                </a:lnTo>
                <a:lnTo>
                  <a:pt x="60007" y="100742"/>
                </a:lnTo>
                <a:lnTo>
                  <a:pt x="60430" y="101000"/>
                </a:lnTo>
                <a:lnTo>
                  <a:pt x="60859" y="101254"/>
                </a:lnTo>
                <a:lnTo>
                  <a:pt x="61295" y="101506"/>
                </a:lnTo>
                <a:lnTo>
                  <a:pt x="61738" y="101754"/>
                </a:lnTo>
                <a:lnTo>
                  <a:pt x="62188" y="101999"/>
                </a:lnTo>
                <a:lnTo>
                  <a:pt x="62644" y="102241"/>
                </a:lnTo>
                <a:lnTo>
                  <a:pt x="63107" y="102480"/>
                </a:lnTo>
                <a:lnTo>
                  <a:pt x="63577" y="102716"/>
                </a:lnTo>
                <a:lnTo>
                  <a:pt x="64053" y="102948"/>
                </a:lnTo>
                <a:lnTo>
                  <a:pt x="64537" y="103178"/>
                </a:lnTo>
                <a:lnTo>
                  <a:pt x="65027" y="103404"/>
                </a:lnTo>
                <a:lnTo>
                  <a:pt x="65523" y="103628"/>
                </a:lnTo>
                <a:lnTo>
                  <a:pt x="66027" y="103848"/>
                </a:lnTo>
                <a:lnTo>
                  <a:pt x="66537" y="104065"/>
                </a:lnTo>
                <a:lnTo>
                  <a:pt x="67054" y="104279"/>
                </a:lnTo>
                <a:lnTo>
                  <a:pt x="67577" y="104491"/>
                </a:lnTo>
                <a:lnTo>
                  <a:pt x="68105" y="104701"/>
                </a:lnTo>
                <a:lnTo>
                  <a:pt x="68639" y="104910"/>
                </a:lnTo>
                <a:lnTo>
                  <a:pt x="69179" y="105117"/>
                </a:lnTo>
                <a:lnTo>
                  <a:pt x="69724" y="105323"/>
                </a:lnTo>
                <a:lnTo>
                  <a:pt x="70274" y="105528"/>
                </a:lnTo>
                <a:lnTo>
                  <a:pt x="70830" y="105732"/>
                </a:lnTo>
                <a:lnTo>
                  <a:pt x="71391" y="105934"/>
                </a:lnTo>
                <a:lnTo>
                  <a:pt x="71958" y="106134"/>
                </a:lnTo>
                <a:lnTo>
                  <a:pt x="72531" y="106334"/>
                </a:lnTo>
                <a:lnTo>
                  <a:pt x="73108" y="106532"/>
                </a:lnTo>
                <a:lnTo>
                  <a:pt x="73692" y="106728"/>
                </a:lnTo>
                <a:lnTo>
                  <a:pt x="74281" y="106924"/>
                </a:lnTo>
                <a:lnTo>
                  <a:pt x="74875" y="107118"/>
                </a:lnTo>
                <a:lnTo>
                  <a:pt x="75475" y="107310"/>
                </a:lnTo>
                <a:lnTo>
                  <a:pt x="76080" y="107501"/>
                </a:lnTo>
                <a:lnTo>
                  <a:pt x="76690" y="107691"/>
                </a:lnTo>
                <a:lnTo>
                  <a:pt x="77307" y="107879"/>
                </a:lnTo>
                <a:lnTo>
                  <a:pt x="77928" y="108067"/>
                </a:lnTo>
                <a:lnTo>
                  <a:pt x="78556" y="108252"/>
                </a:lnTo>
                <a:lnTo>
                  <a:pt x="79188" y="108437"/>
                </a:lnTo>
                <a:lnTo>
                  <a:pt x="79826" y="108620"/>
                </a:lnTo>
                <a:lnTo>
                  <a:pt x="80470" y="108801"/>
                </a:lnTo>
                <a:lnTo>
                  <a:pt x="81119" y="108982"/>
                </a:lnTo>
                <a:lnTo>
                  <a:pt x="81719" y="109161"/>
                </a:lnTo>
                <a:lnTo>
                  <a:pt x="82310" y="109339"/>
                </a:lnTo>
                <a:lnTo>
                  <a:pt x="82894" y="109516"/>
                </a:lnTo>
                <a:lnTo>
                  <a:pt x="83469" y="109693"/>
                </a:lnTo>
                <a:lnTo>
                  <a:pt x="84036" y="109869"/>
                </a:lnTo>
                <a:lnTo>
                  <a:pt x="84595" y="110045"/>
                </a:lnTo>
                <a:lnTo>
                  <a:pt x="85145" y="110219"/>
                </a:lnTo>
                <a:lnTo>
                  <a:pt x="85688" y="110393"/>
                </a:lnTo>
                <a:lnTo>
                  <a:pt x="86222" y="110566"/>
                </a:lnTo>
                <a:lnTo>
                  <a:pt x="86748" y="110739"/>
                </a:lnTo>
                <a:lnTo>
                  <a:pt x="87265" y="110910"/>
                </a:lnTo>
                <a:lnTo>
                  <a:pt x="87775" y="111081"/>
                </a:lnTo>
                <a:lnTo>
                  <a:pt x="88276" y="111251"/>
                </a:lnTo>
                <a:lnTo>
                  <a:pt x="88769" y="111421"/>
                </a:lnTo>
                <a:lnTo>
                  <a:pt x="89254" y="111589"/>
                </a:lnTo>
                <a:lnTo>
                  <a:pt x="89730" y="111757"/>
                </a:lnTo>
                <a:lnTo>
                  <a:pt x="90198" y="111924"/>
                </a:lnTo>
                <a:lnTo>
                  <a:pt x="90659" y="112091"/>
                </a:lnTo>
                <a:lnTo>
                  <a:pt x="91110" y="112257"/>
                </a:lnTo>
                <a:lnTo>
                  <a:pt x="91554" y="112422"/>
                </a:lnTo>
                <a:lnTo>
                  <a:pt x="91990" y="112586"/>
                </a:lnTo>
                <a:lnTo>
                  <a:pt x="92417" y="112749"/>
                </a:lnTo>
                <a:lnTo>
                  <a:pt x="92836" y="112912"/>
                </a:lnTo>
                <a:lnTo>
                  <a:pt x="93246" y="113074"/>
                </a:lnTo>
                <a:lnTo>
                  <a:pt x="93650" y="113236"/>
                </a:lnTo>
                <a:lnTo>
                  <a:pt x="94046" y="113398"/>
                </a:lnTo>
                <a:lnTo>
                  <a:pt x="94435" y="113560"/>
                </a:lnTo>
                <a:lnTo>
                  <a:pt x="94817" y="113723"/>
                </a:lnTo>
                <a:lnTo>
                  <a:pt x="95192" y="113886"/>
                </a:lnTo>
                <a:lnTo>
                  <a:pt x="95561" y="114050"/>
                </a:lnTo>
                <a:lnTo>
                  <a:pt x="95922" y="114214"/>
                </a:lnTo>
                <a:lnTo>
                  <a:pt x="96276" y="114378"/>
                </a:lnTo>
                <a:lnTo>
                  <a:pt x="96624" y="114543"/>
                </a:lnTo>
                <a:lnTo>
                  <a:pt x="96964" y="114708"/>
                </a:lnTo>
                <a:lnTo>
                  <a:pt x="97297" y="114873"/>
                </a:lnTo>
                <a:lnTo>
                  <a:pt x="97624" y="115039"/>
                </a:lnTo>
                <a:lnTo>
                  <a:pt x="97943" y="115205"/>
                </a:lnTo>
                <a:lnTo>
                  <a:pt x="98256" y="115372"/>
                </a:lnTo>
                <a:lnTo>
                  <a:pt x="98561" y="115539"/>
                </a:lnTo>
                <a:lnTo>
                  <a:pt x="98860" y="115706"/>
                </a:lnTo>
                <a:lnTo>
                  <a:pt x="99151" y="115874"/>
                </a:lnTo>
                <a:lnTo>
                  <a:pt x="99436" y="116042"/>
                </a:lnTo>
                <a:lnTo>
                  <a:pt x="99713" y="116211"/>
                </a:lnTo>
                <a:lnTo>
                  <a:pt x="99984" y="116380"/>
                </a:lnTo>
                <a:lnTo>
                  <a:pt x="100248" y="116549"/>
                </a:lnTo>
                <a:lnTo>
                  <a:pt x="100504" y="116719"/>
                </a:lnTo>
                <a:lnTo>
                  <a:pt x="100754" y="116889"/>
                </a:lnTo>
                <a:lnTo>
                  <a:pt x="100997" y="117059"/>
                </a:lnTo>
                <a:lnTo>
                  <a:pt x="101233" y="117230"/>
                </a:lnTo>
                <a:lnTo>
                  <a:pt x="101463" y="117403"/>
                </a:lnTo>
                <a:lnTo>
                  <a:pt x="101688" y="117577"/>
                </a:lnTo>
                <a:lnTo>
                  <a:pt x="101908" y="117753"/>
                </a:lnTo>
                <a:lnTo>
                  <a:pt x="102121" y="117930"/>
                </a:lnTo>
                <a:lnTo>
                  <a:pt x="102329" y="118109"/>
                </a:lnTo>
                <a:lnTo>
                  <a:pt x="102531" y="118289"/>
                </a:lnTo>
                <a:lnTo>
                  <a:pt x="102727" y="118470"/>
                </a:lnTo>
                <a:lnTo>
                  <a:pt x="102917" y="118653"/>
                </a:lnTo>
                <a:lnTo>
                  <a:pt x="103102" y="118838"/>
                </a:lnTo>
                <a:lnTo>
                  <a:pt x="103281" y="119024"/>
                </a:lnTo>
                <a:lnTo>
                  <a:pt x="103454" y="119212"/>
                </a:lnTo>
                <a:lnTo>
                  <a:pt x="103622" y="119401"/>
                </a:lnTo>
                <a:lnTo>
                  <a:pt x="103784" y="119592"/>
                </a:lnTo>
                <a:lnTo>
                  <a:pt x="103940" y="119784"/>
                </a:lnTo>
                <a:lnTo>
                  <a:pt x="104090" y="119977"/>
                </a:lnTo>
                <a:lnTo>
                  <a:pt x="104235" y="120172"/>
                </a:lnTo>
                <a:lnTo>
                  <a:pt x="104374" y="120369"/>
                </a:lnTo>
                <a:lnTo>
                  <a:pt x="104507" y="120567"/>
                </a:lnTo>
                <a:lnTo>
                  <a:pt x="104634" y="120767"/>
                </a:lnTo>
                <a:lnTo>
                  <a:pt x="104756" y="120968"/>
                </a:lnTo>
                <a:lnTo>
                  <a:pt x="104872" y="121170"/>
                </a:lnTo>
                <a:lnTo>
                  <a:pt x="104982" y="121374"/>
                </a:lnTo>
                <a:lnTo>
                  <a:pt x="105087" y="121580"/>
                </a:lnTo>
                <a:lnTo>
                  <a:pt x="105186" y="121788"/>
                </a:lnTo>
                <a:lnTo>
                  <a:pt x="105282" y="121999"/>
                </a:lnTo>
                <a:lnTo>
                  <a:pt x="105373" y="122213"/>
                </a:lnTo>
                <a:lnTo>
                  <a:pt x="105460" y="122431"/>
                </a:lnTo>
                <a:lnTo>
                  <a:pt x="105542" y="122651"/>
                </a:lnTo>
                <a:lnTo>
                  <a:pt x="105621" y="122875"/>
                </a:lnTo>
                <a:lnTo>
                  <a:pt x="105695" y="123102"/>
                </a:lnTo>
                <a:lnTo>
                  <a:pt x="105765" y="123332"/>
                </a:lnTo>
                <a:lnTo>
                  <a:pt x="105830" y="123565"/>
                </a:lnTo>
                <a:lnTo>
                  <a:pt x="105892" y="123801"/>
                </a:lnTo>
                <a:lnTo>
                  <a:pt x="105949" y="124040"/>
                </a:lnTo>
                <a:lnTo>
                  <a:pt x="106002" y="124282"/>
                </a:lnTo>
                <a:lnTo>
                  <a:pt x="106051" y="124528"/>
                </a:lnTo>
                <a:lnTo>
                  <a:pt x="106095" y="124776"/>
                </a:lnTo>
                <a:lnTo>
                  <a:pt x="106135" y="125028"/>
                </a:lnTo>
                <a:lnTo>
                  <a:pt x="106171" y="125283"/>
                </a:lnTo>
                <a:lnTo>
                  <a:pt x="106203" y="125540"/>
                </a:lnTo>
                <a:lnTo>
                  <a:pt x="106231" y="125801"/>
                </a:lnTo>
                <a:lnTo>
                  <a:pt x="106254" y="126066"/>
                </a:lnTo>
                <a:lnTo>
                  <a:pt x="106273" y="126333"/>
                </a:lnTo>
                <a:lnTo>
                  <a:pt x="106288" y="126603"/>
                </a:lnTo>
                <a:lnTo>
                  <a:pt x="106298" y="126877"/>
                </a:lnTo>
                <a:lnTo>
                  <a:pt x="106305" y="127153"/>
                </a:lnTo>
                <a:lnTo>
                  <a:pt x="106307" y="127433"/>
                </a:lnTo>
                <a:lnTo>
                  <a:pt x="106302" y="127791"/>
                </a:lnTo>
                <a:lnTo>
                  <a:pt x="106289" y="128145"/>
                </a:lnTo>
                <a:lnTo>
                  <a:pt x="106267" y="128497"/>
                </a:lnTo>
                <a:lnTo>
                  <a:pt x="106236" y="128846"/>
                </a:lnTo>
                <a:lnTo>
                  <a:pt x="106196" y="129191"/>
                </a:lnTo>
                <a:lnTo>
                  <a:pt x="106148" y="129534"/>
                </a:lnTo>
                <a:lnTo>
                  <a:pt x="106090" y="129874"/>
                </a:lnTo>
                <a:lnTo>
                  <a:pt x="106024" y="130210"/>
                </a:lnTo>
                <a:lnTo>
                  <a:pt x="105949" y="130544"/>
                </a:lnTo>
                <a:lnTo>
                  <a:pt x="105865" y="130875"/>
                </a:lnTo>
                <a:lnTo>
                  <a:pt x="105772" y="131202"/>
                </a:lnTo>
                <a:lnTo>
                  <a:pt x="105670" y="131527"/>
                </a:lnTo>
                <a:lnTo>
                  <a:pt x="105559" y="131849"/>
                </a:lnTo>
                <a:lnTo>
                  <a:pt x="105440" y="132168"/>
                </a:lnTo>
                <a:lnTo>
                  <a:pt x="105312" y="132483"/>
                </a:lnTo>
                <a:lnTo>
                  <a:pt x="105175" y="132796"/>
                </a:lnTo>
                <a:lnTo>
                  <a:pt x="105029" y="133106"/>
                </a:lnTo>
                <a:lnTo>
                  <a:pt x="104874" y="133412"/>
                </a:lnTo>
                <a:lnTo>
                  <a:pt x="104710" y="133716"/>
                </a:lnTo>
                <a:lnTo>
                  <a:pt x="104538" y="134017"/>
                </a:lnTo>
                <a:lnTo>
                  <a:pt x="104356" y="134315"/>
                </a:lnTo>
                <a:lnTo>
                  <a:pt x="104166" y="134609"/>
                </a:lnTo>
                <a:lnTo>
                  <a:pt x="103967" y="134901"/>
                </a:lnTo>
                <a:lnTo>
                  <a:pt x="103759" y="135190"/>
                </a:lnTo>
                <a:lnTo>
                  <a:pt x="103543" y="135474"/>
                </a:lnTo>
                <a:lnTo>
                  <a:pt x="103319" y="135754"/>
                </a:lnTo>
                <a:lnTo>
                  <a:pt x="103087" y="136029"/>
                </a:lnTo>
                <a:lnTo>
                  <a:pt x="102846" y="136299"/>
                </a:lnTo>
                <a:lnTo>
                  <a:pt x="102598" y="136564"/>
                </a:lnTo>
                <a:lnTo>
                  <a:pt x="102342" y="136823"/>
                </a:lnTo>
                <a:lnTo>
                  <a:pt x="102078" y="137078"/>
                </a:lnTo>
                <a:lnTo>
                  <a:pt x="101806" y="137328"/>
                </a:lnTo>
                <a:lnTo>
                  <a:pt x="101526" y="137573"/>
                </a:lnTo>
                <a:lnTo>
                  <a:pt x="101238" y="137813"/>
                </a:lnTo>
                <a:lnTo>
                  <a:pt x="100942" y="138048"/>
                </a:lnTo>
                <a:lnTo>
                  <a:pt x="100638" y="138278"/>
                </a:lnTo>
                <a:lnTo>
                  <a:pt x="100326" y="138503"/>
                </a:lnTo>
                <a:lnTo>
                  <a:pt x="100006" y="138723"/>
                </a:lnTo>
                <a:lnTo>
                  <a:pt x="99678" y="138938"/>
                </a:lnTo>
                <a:lnTo>
                  <a:pt x="99342" y="139148"/>
                </a:lnTo>
                <a:lnTo>
                  <a:pt x="98998" y="139353"/>
                </a:lnTo>
                <a:lnTo>
                  <a:pt x="98646" y="139553"/>
                </a:lnTo>
                <a:lnTo>
                  <a:pt x="98287" y="139748"/>
                </a:lnTo>
                <a:lnTo>
                  <a:pt x="97919" y="139938"/>
                </a:lnTo>
                <a:lnTo>
                  <a:pt x="97543" y="140123"/>
                </a:lnTo>
                <a:lnTo>
                  <a:pt x="97159" y="140303"/>
                </a:lnTo>
                <a:lnTo>
                  <a:pt x="96768" y="140478"/>
                </a:lnTo>
                <a:lnTo>
                  <a:pt x="96368" y="140648"/>
                </a:lnTo>
                <a:lnTo>
                  <a:pt x="95961" y="140812"/>
                </a:lnTo>
                <a:lnTo>
                  <a:pt x="95547" y="140969"/>
                </a:lnTo>
                <a:lnTo>
                  <a:pt x="95125" y="141119"/>
                </a:lnTo>
                <a:lnTo>
                  <a:pt x="94697" y="141263"/>
                </a:lnTo>
                <a:lnTo>
                  <a:pt x="94261" y="141399"/>
                </a:lnTo>
                <a:lnTo>
                  <a:pt x="93818" y="141528"/>
                </a:lnTo>
                <a:lnTo>
                  <a:pt x="93368" y="141650"/>
                </a:lnTo>
                <a:lnTo>
                  <a:pt x="92912" y="141766"/>
                </a:lnTo>
                <a:lnTo>
                  <a:pt x="92448" y="141874"/>
                </a:lnTo>
                <a:lnTo>
                  <a:pt x="91976" y="141975"/>
                </a:lnTo>
                <a:lnTo>
                  <a:pt x="91498" y="142069"/>
                </a:lnTo>
                <a:lnTo>
                  <a:pt x="91013" y="142157"/>
                </a:lnTo>
                <a:lnTo>
                  <a:pt x="90520" y="142237"/>
                </a:lnTo>
                <a:lnTo>
                  <a:pt x="90021" y="142310"/>
                </a:lnTo>
                <a:lnTo>
                  <a:pt x="89514" y="142377"/>
                </a:lnTo>
                <a:lnTo>
                  <a:pt x="89001" y="142436"/>
                </a:lnTo>
                <a:lnTo>
                  <a:pt x="88480" y="142488"/>
                </a:lnTo>
                <a:lnTo>
                  <a:pt x="87952" y="142534"/>
                </a:lnTo>
                <a:lnTo>
                  <a:pt x="87417" y="142572"/>
                </a:lnTo>
                <a:lnTo>
                  <a:pt x="86875" y="142604"/>
                </a:lnTo>
                <a:lnTo>
                  <a:pt x="86325" y="142628"/>
                </a:lnTo>
                <a:lnTo>
                  <a:pt x="85769" y="142646"/>
                </a:lnTo>
                <a:lnTo>
                  <a:pt x="85206" y="142656"/>
                </a:lnTo>
                <a:lnTo>
                  <a:pt x="84635" y="142660"/>
                </a:lnTo>
                <a:lnTo>
                  <a:pt x="84282" y="142658"/>
                </a:lnTo>
                <a:lnTo>
                  <a:pt x="83929" y="142652"/>
                </a:lnTo>
                <a:lnTo>
                  <a:pt x="83576" y="142643"/>
                </a:lnTo>
                <a:lnTo>
                  <a:pt x="83223" y="142631"/>
                </a:lnTo>
                <a:lnTo>
                  <a:pt x="82870" y="142614"/>
                </a:lnTo>
                <a:lnTo>
                  <a:pt x="82516" y="142595"/>
                </a:lnTo>
                <a:lnTo>
                  <a:pt x="82162" y="142571"/>
                </a:lnTo>
                <a:lnTo>
                  <a:pt x="81809" y="142544"/>
                </a:lnTo>
                <a:lnTo>
                  <a:pt x="81455" y="142513"/>
                </a:lnTo>
                <a:lnTo>
                  <a:pt x="81101" y="142479"/>
                </a:lnTo>
                <a:lnTo>
                  <a:pt x="80747" y="142441"/>
                </a:lnTo>
                <a:lnTo>
                  <a:pt x="80392" y="142399"/>
                </a:lnTo>
                <a:lnTo>
                  <a:pt x="80038" y="142354"/>
                </a:lnTo>
                <a:lnTo>
                  <a:pt x="79683" y="142305"/>
                </a:lnTo>
                <a:lnTo>
                  <a:pt x="79329" y="142253"/>
                </a:lnTo>
                <a:lnTo>
                  <a:pt x="78974" y="142197"/>
                </a:lnTo>
                <a:lnTo>
                  <a:pt x="78619" y="142137"/>
                </a:lnTo>
                <a:lnTo>
                  <a:pt x="78264" y="142074"/>
                </a:lnTo>
                <a:lnTo>
                  <a:pt x="77909" y="142007"/>
                </a:lnTo>
                <a:lnTo>
                  <a:pt x="77554" y="141937"/>
                </a:lnTo>
                <a:lnTo>
                  <a:pt x="77198" y="141863"/>
                </a:lnTo>
                <a:lnTo>
                  <a:pt x="76843" y="141785"/>
                </a:lnTo>
                <a:lnTo>
                  <a:pt x="76487" y="141704"/>
                </a:lnTo>
                <a:lnTo>
                  <a:pt x="76132" y="141619"/>
                </a:lnTo>
                <a:lnTo>
                  <a:pt x="75777" y="141530"/>
                </a:lnTo>
                <a:lnTo>
                  <a:pt x="75425" y="141437"/>
                </a:lnTo>
                <a:lnTo>
                  <a:pt x="75075" y="141339"/>
                </a:lnTo>
                <a:lnTo>
                  <a:pt x="74728" y="141237"/>
                </a:lnTo>
                <a:lnTo>
                  <a:pt x="74384" y="141131"/>
                </a:lnTo>
                <a:lnTo>
                  <a:pt x="74042" y="141020"/>
                </a:lnTo>
                <a:lnTo>
                  <a:pt x="73702" y="140905"/>
                </a:lnTo>
                <a:lnTo>
                  <a:pt x="73365" y="140786"/>
                </a:lnTo>
                <a:lnTo>
                  <a:pt x="73030" y="140662"/>
                </a:lnTo>
                <a:lnTo>
                  <a:pt x="72698" y="140534"/>
                </a:lnTo>
                <a:lnTo>
                  <a:pt x="72368" y="140401"/>
                </a:lnTo>
                <a:lnTo>
                  <a:pt x="72041" y="140265"/>
                </a:lnTo>
                <a:lnTo>
                  <a:pt x="71717" y="140123"/>
                </a:lnTo>
                <a:lnTo>
                  <a:pt x="71394" y="139978"/>
                </a:lnTo>
                <a:lnTo>
                  <a:pt x="71075" y="139828"/>
                </a:lnTo>
                <a:lnTo>
                  <a:pt x="70758" y="139674"/>
                </a:lnTo>
                <a:lnTo>
                  <a:pt x="70443" y="139515"/>
                </a:lnTo>
                <a:lnTo>
                  <a:pt x="70131" y="139352"/>
                </a:lnTo>
                <a:lnTo>
                  <a:pt x="69821" y="139184"/>
                </a:lnTo>
                <a:lnTo>
                  <a:pt x="69514" y="139013"/>
                </a:lnTo>
                <a:lnTo>
                  <a:pt x="69209" y="138837"/>
                </a:lnTo>
                <a:lnTo>
                  <a:pt x="68907" y="138656"/>
                </a:lnTo>
                <a:lnTo>
                  <a:pt x="68607" y="138471"/>
                </a:lnTo>
                <a:lnTo>
                  <a:pt x="68310" y="138282"/>
                </a:lnTo>
                <a:lnTo>
                  <a:pt x="68016" y="138088"/>
                </a:lnTo>
                <a:lnTo>
                  <a:pt x="67727" y="137888"/>
                </a:lnTo>
                <a:lnTo>
                  <a:pt x="67444" y="137683"/>
                </a:lnTo>
                <a:lnTo>
                  <a:pt x="67165" y="137472"/>
                </a:lnTo>
                <a:lnTo>
                  <a:pt x="66890" y="137255"/>
                </a:lnTo>
                <a:lnTo>
                  <a:pt x="66621" y="137033"/>
                </a:lnTo>
                <a:lnTo>
                  <a:pt x="66357" y="136805"/>
                </a:lnTo>
                <a:lnTo>
                  <a:pt x="66097" y="136572"/>
                </a:lnTo>
                <a:lnTo>
                  <a:pt x="65842" y="136333"/>
                </a:lnTo>
                <a:lnTo>
                  <a:pt x="65593" y="136088"/>
                </a:lnTo>
                <a:lnTo>
                  <a:pt x="65348" y="135838"/>
                </a:lnTo>
                <a:lnTo>
                  <a:pt x="65107" y="135582"/>
                </a:lnTo>
                <a:lnTo>
                  <a:pt x="64872" y="135321"/>
                </a:lnTo>
                <a:lnTo>
                  <a:pt x="64642" y="135054"/>
                </a:lnTo>
                <a:lnTo>
                  <a:pt x="64416" y="134781"/>
                </a:lnTo>
                <a:lnTo>
                  <a:pt x="64195" y="134503"/>
                </a:lnTo>
                <a:lnTo>
                  <a:pt x="63980" y="134219"/>
                </a:lnTo>
                <a:lnTo>
                  <a:pt x="63769" y="133929"/>
                </a:lnTo>
                <a:lnTo>
                  <a:pt x="63563" y="133634"/>
                </a:lnTo>
                <a:lnTo>
                  <a:pt x="63361" y="133334"/>
                </a:lnTo>
                <a:lnTo>
                  <a:pt x="63165" y="133027"/>
                </a:lnTo>
                <a:lnTo>
                  <a:pt x="62973" y="132716"/>
                </a:lnTo>
                <a:lnTo>
                  <a:pt x="62787" y="132398"/>
                </a:lnTo>
                <a:lnTo>
                  <a:pt x="62605" y="132075"/>
                </a:lnTo>
                <a:lnTo>
                  <a:pt x="62429" y="131746"/>
                </a:lnTo>
                <a:lnTo>
                  <a:pt x="62261" y="131411"/>
                </a:lnTo>
                <a:lnTo>
                  <a:pt x="62100" y="131070"/>
                </a:lnTo>
                <a:lnTo>
                  <a:pt x="61947" y="130722"/>
                </a:lnTo>
                <a:lnTo>
                  <a:pt x="61801" y="130369"/>
                </a:lnTo>
                <a:lnTo>
                  <a:pt x="61663" y="130010"/>
                </a:lnTo>
                <a:lnTo>
                  <a:pt x="61532" y="129644"/>
                </a:lnTo>
                <a:lnTo>
                  <a:pt x="61409" y="129272"/>
                </a:lnTo>
                <a:lnTo>
                  <a:pt x="61293" y="128894"/>
                </a:lnTo>
                <a:lnTo>
                  <a:pt x="61185" y="128511"/>
                </a:lnTo>
                <a:lnTo>
                  <a:pt x="61084" y="128121"/>
                </a:lnTo>
                <a:lnTo>
                  <a:pt x="60990" y="127724"/>
                </a:lnTo>
                <a:lnTo>
                  <a:pt x="60904" y="127322"/>
                </a:lnTo>
                <a:lnTo>
                  <a:pt x="60826" y="126914"/>
                </a:lnTo>
                <a:lnTo>
                  <a:pt x="60755" y="126499"/>
                </a:lnTo>
                <a:lnTo>
                  <a:pt x="60691" y="126079"/>
                </a:lnTo>
                <a:lnTo>
                  <a:pt x="60635" y="125652"/>
                </a:lnTo>
                <a:lnTo>
                  <a:pt x="60587" y="125220"/>
                </a:lnTo>
                <a:lnTo>
                  <a:pt x="60545" y="124781"/>
                </a:lnTo>
                <a:lnTo>
                  <a:pt x="60512" y="124336"/>
                </a:lnTo>
                <a:lnTo>
                  <a:pt x="60486" y="123885"/>
                </a:lnTo>
                <a:lnTo>
                  <a:pt x="60467" y="123428"/>
                </a:lnTo>
                <a:lnTo>
                  <a:pt x="60456" y="122964"/>
                </a:lnTo>
                <a:lnTo>
                  <a:pt x="60452" y="122495"/>
                </a:lnTo>
                <a:lnTo>
                  <a:pt x="47176" y="122638"/>
                </a:lnTo>
                <a:lnTo>
                  <a:pt x="47182" y="123357"/>
                </a:lnTo>
                <a:lnTo>
                  <a:pt x="47198" y="124067"/>
                </a:lnTo>
                <a:lnTo>
                  <a:pt x="47226" y="124767"/>
                </a:lnTo>
                <a:lnTo>
                  <a:pt x="47265" y="125457"/>
                </a:lnTo>
                <a:lnTo>
                  <a:pt x="47315" y="126138"/>
                </a:lnTo>
                <a:lnTo>
                  <a:pt x="47376" y="126809"/>
                </a:lnTo>
                <a:lnTo>
                  <a:pt x="47448" y="127472"/>
                </a:lnTo>
                <a:lnTo>
                  <a:pt x="47531" y="128124"/>
                </a:lnTo>
                <a:lnTo>
                  <a:pt x="47625" y="128767"/>
                </a:lnTo>
                <a:lnTo>
                  <a:pt x="47731" y="129401"/>
                </a:lnTo>
                <a:lnTo>
                  <a:pt x="47847" y="130025"/>
                </a:lnTo>
                <a:lnTo>
                  <a:pt x="47975" y="130640"/>
                </a:lnTo>
                <a:lnTo>
                  <a:pt x="48113" y="131245"/>
                </a:lnTo>
                <a:lnTo>
                  <a:pt x="48263" y="131841"/>
                </a:lnTo>
                <a:lnTo>
                  <a:pt x="48424" y="132427"/>
                </a:lnTo>
                <a:lnTo>
                  <a:pt x="48596" y="133004"/>
                </a:lnTo>
                <a:lnTo>
                  <a:pt x="48779" y="133571"/>
                </a:lnTo>
                <a:lnTo>
                  <a:pt x="48973" y="134129"/>
                </a:lnTo>
                <a:lnTo>
                  <a:pt x="49178" y="134677"/>
                </a:lnTo>
                <a:lnTo>
                  <a:pt x="49394" y="135216"/>
                </a:lnTo>
                <a:lnTo>
                  <a:pt x="49621" y="135746"/>
                </a:lnTo>
                <a:lnTo>
                  <a:pt x="49860" y="136266"/>
                </a:lnTo>
                <a:lnTo>
                  <a:pt x="50109" y="136776"/>
                </a:lnTo>
                <a:lnTo>
                  <a:pt x="50370" y="137278"/>
                </a:lnTo>
                <a:lnTo>
                  <a:pt x="50640" y="137770"/>
                </a:lnTo>
                <a:lnTo>
                  <a:pt x="50917" y="138254"/>
                </a:lnTo>
                <a:lnTo>
                  <a:pt x="51203" y="138730"/>
                </a:lnTo>
                <a:lnTo>
                  <a:pt x="51496" y="139197"/>
                </a:lnTo>
                <a:lnTo>
                  <a:pt x="51797" y="139656"/>
                </a:lnTo>
                <a:lnTo>
                  <a:pt x="52105" y="140108"/>
                </a:lnTo>
                <a:lnTo>
                  <a:pt x="52422" y="140550"/>
                </a:lnTo>
                <a:lnTo>
                  <a:pt x="52746" y="140985"/>
                </a:lnTo>
                <a:lnTo>
                  <a:pt x="53077" y="141412"/>
                </a:lnTo>
                <a:lnTo>
                  <a:pt x="53417" y="141830"/>
                </a:lnTo>
                <a:lnTo>
                  <a:pt x="53764" y="142240"/>
                </a:lnTo>
                <a:lnTo>
                  <a:pt x="54119" y="142642"/>
                </a:lnTo>
                <a:lnTo>
                  <a:pt x="54482" y="143035"/>
                </a:lnTo>
                <a:lnTo>
                  <a:pt x="54852" y="143420"/>
                </a:lnTo>
                <a:lnTo>
                  <a:pt x="55230" y="143798"/>
                </a:lnTo>
                <a:lnTo>
                  <a:pt x="55616" y="144167"/>
                </a:lnTo>
                <a:lnTo>
                  <a:pt x="56010" y="144527"/>
                </a:lnTo>
                <a:lnTo>
                  <a:pt x="56411" y="144880"/>
                </a:lnTo>
                <a:lnTo>
                  <a:pt x="56820" y="145224"/>
                </a:lnTo>
                <a:lnTo>
                  <a:pt x="57237" y="145560"/>
                </a:lnTo>
                <a:lnTo>
                  <a:pt x="57661" y="145888"/>
                </a:lnTo>
                <a:lnTo>
                  <a:pt x="58093" y="146207"/>
                </a:lnTo>
                <a:lnTo>
                  <a:pt x="58533" y="146519"/>
                </a:lnTo>
                <a:lnTo>
                  <a:pt x="58981" y="146822"/>
                </a:lnTo>
                <a:lnTo>
                  <a:pt x="59435" y="147117"/>
                </a:lnTo>
                <a:lnTo>
                  <a:pt x="59893" y="147406"/>
                </a:lnTo>
                <a:lnTo>
                  <a:pt x="60355" y="147687"/>
                </a:lnTo>
                <a:lnTo>
                  <a:pt x="60822" y="147962"/>
                </a:lnTo>
                <a:lnTo>
                  <a:pt x="61293" y="148229"/>
                </a:lnTo>
                <a:lnTo>
                  <a:pt x="61768" y="148490"/>
                </a:lnTo>
                <a:lnTo>
                  <a:pt x="62248" y="148744"/>
                </a:lnTo>
                <a:lnTo>
                  <a:pt x="62732" y="148990"/>
                </a:lnTo>
                <a:lnTo>
                  <a:pt x="63221" y="149230"/>
                </a:lnTo>
                <a:lnTo>
                  <a:pt x="63714" y="149463"/>
                </a:lnTo>
                <a:lnTo>
                  <a:pt x="64211" y="149689"/>
                </a:lnTo>
                <a:lnTo>
                  <a:pt x="64713" y="149907"/>
                </a:lnTo>
                <a:lnTo>
                  <a:pt x="65219" y="150119"/>
                </a:lnTo>
                <a:lnTo>
                  <a:pt x="65729" y="150324"/>
                </a:lnTo>
                <a:lnTo>
                  <a:pt x="66244" y="150522"/>
                </a:lnTo>
                <a:lnTo>
                  <a:pt x="66763" y="150713"/>
                </a:lnTo>
                <a:lnTo>
                  <a:pt x="67286" y="150897"/>
                </a:lnTo>
                <a:lnTo>
                  <a:pt x="67814" y="151073"/>
                </a:lnTo>
                <a:lnTo>
                  <a:pt x="68346" y="151243"/>
                </a:lnTo>
                <a:lnTo>
                  <a:pt x="68883" y="151406"/>
                </a:lnTo>
                <a:lnTo>
                  <a:pt x="69424" y="151562"/>
                </a:lnTo>
                <a:lnTo>
                  <a:pt x="69969" y="151711"/>
                </a:lnTo>
                <a:lnTo>
                  <a:pt x="70519" y="151853"/>
                </a:lnTo>
                <a:lnTo>
                  <a:pt x="71072" y="151988"/>
                </a:lnTo>
                <a:lnTo>
                  <a:pt x="71629" y="152117"/>
                </a:lnTo>
                <a:lnTo>
                  <a:pt x="72186" y="152241"/>
                </a:lnTo>
                <a:lnTo>
                  <a:pt x="72744" y="152358"/>
                </a:lnTo>
                <a:lnTo>
                  <a:pt x="73303" y="152471"/>
                </a:lnTo>
                <a:lnTo>
                  <a:pt x="73863" y="152578"/>
                </a:lnTo>
                <a:lnTo>
                  <a:pt x="74423" y="152679"/>
                </a:lnTo>
                <a:lnTo>
                  <a:pt x="74984" y="152775"/>
                </a:lnTo>
                <a:lnTo>
                  <a:pt x="75546" y="152865"/>
                </a:lnTo>
                <a:lnTo>
                  <a:pt x="76108" y="152950"/>
                </a:lnTo>
                <a:lnTo>
                  <a:pt x="76671" y="153030"/>
                </a:lnTo>
                <a:lnTo>
                  <a:pt x="77235" y="153104"/>
                </a:lnTo>
                <a:lnTo>
                  <a:pt x="77800" y="153172"/>
                </a:lnTo>
                <a:lnTo>
                  <a:pt x="78366" y="153235"/>
                </a:lnTo>
                <a:lnTo>
                  <a:pt x="78932" y="153293"/>
                </a:lnTo>
                <a:lnTo>
                  <a:pt x="79499" y="153345"/>
                </a:lnTo>
                <a:lnTo>
                  <a:pt x="80066" y="153392"/>
                </a:lnTo>
                <a:lnTo>
                  <a:pt x="80635" y="153433"/>
                </a:lnTo>
                <a:lnTo>
                  <a:pt x="81204" y="153468"/>
                </a:lnTo>
                <a:lnTo>
                  <a:pt x="81774" y="153499"/>
                </a:lnTo>
                <a:lnTo>
                  <a:pt x="82345" y="153523"/>
                </a:lnTo>
                <a:lnTo>
                  <a:pt x="82916" y="153542"/>
                </a:lnTo>
                <a:lnTo>
                  <a:pt x="83489" y="153556"/>
                </a:lnTo>
                <a:lnTo>
                  <a:pt x="84061" y="153564"/>
                </a:lnTo>
                <a:lnTo>
                  <a:pt x="84635" y="153567"/>
                </a:lnTo>
                <a:lnTo>
                  <a:pt x="85296" y="153564"/>
                </a:lnTo>
                <a:lnTo>
                  <a:pt x="85952" y="153555"/>
                </a:lnTo>
                <a:lnTo>
                  <a:pt x="86602" y="153540"/>
                </a:lnTo>
                <a:lnTo>
                  <a:pt x="87247" y="153518"/>
                </a:lnTo>
                <a:lnTo>
                  <a:pt x="87887" y="153491"/>
                </a:lnTo>
                <a:lnTo>
                  <a:pt x="88521" y="153457"/>
                </a:lnTo>
                <a:lnTo>
                  <a:pt x="89150" y="153417"/>
                </a:lnTo>
                <a:lnTo>
                  <a:pt x="89774" y="153372"/>
                </a:lnTo>
                <a:lnTo>
                  <a:pt x="90392" y="153320"/>
                </a:lnTo>
                <a:lnTo>
                  <a:pt x="91005" y="153261"/>
                </a:lnTo>
                <a:lnTo>
                  <a:pt x="91613" y="153197"/>
                </a:lnTo>
                <a:lnTo>
                  <a:pt x="92215" y="153127"/>
                </a:lnTo>
                <a:lnTo>
                  <a:pt x="92812" y="153051"/>
                </a:lnTo>
                <a:lnTo>
                  <a:pt x="93403" y="152968"/>
                </a:lnTo>
                <a:lnTo>
                  <a:pt x="93989" y="152879"/>
                </a:lnTo>
                <a:lnTo>
                  <a:pt x="94570" y="152785"/>
                </a:lnTo>
                <a:lnTo>
                  <a:pt x="95145" y="152684"/>
                </a:lnTo>
                <a:lnTo>
                  <a:pt x="95715" y="152577"/>
                </a:lnTo>
                <a:lnTo>
                  <a:pt x="96280" y="152464"/>
                </a:lnTo>
                <a:lnTo>
                  <a:pt x="96839" y="152345"/>
                </a:lnTo>
                <a:lnTo>
                  <a:pt x="97393" y="152219"/>
                </a:lnTo>
                <a:lnTo>
                  <a:pt x="97942" y="152088"/>
                </a:lnTo>
                <a:lnTo>
                  <a:pt x="98485" y="151950"/>
                </a:lnTo>
                <a:lnTo>
                  <a:pt x="99023" y="151807"/>
                </a:lnTo>
                <a:lnTo>
                  <a:pt x="99555" y="151657"/>
                </a:lnTo>
                <a:lnTo>
                  <a:pt x="100081" y="151502"/>
                </a:lnTo>
                <a:lnTo>
                  <a:pt x="100600" y="151342"/>
                </a:lnTo>
                <a:lnTo>
                  <a:pt x="101113" y="151176"/>
                </a:lnTo>
                <a:lnTo>
                  <a:pt x="101620" y="151004"/>
                </a:lnTo>
                <a:lnTo>
                  <a:pt x="102120" y="150827"/>
                </a:lnTo>
                <a:lnTo>
                  <a:pt x="102614" y="150644"/>
                </a:lnTo>
                <a:lnTo>
                  <a:pt x="103102" y="150455"/>
                </a:lnTo>
                <a:lnTo>
                  <a:pt x="103583" y="150261"/>
                </a:lnTo>
                <a:lnTo>
                  <a:pt x="104058" y="150061"/>
                </a:lnTo>
                <a:lnTo>
                  <a:pt x="104526" y="149855"/>
                </a:lnTo>
                <a:lnTo>
                  <a:pt x="104988" y="149644"/>
                </a:lnTo>
                <a:lnTo>
                  <a:pt x="105444" y="149428"/>
                </a:lnTo>
                <a:lnTo>
                  <a:pt x="105893" y="149205"/>
                </a:lnTo>
                <a:lnTo>
                  <a:pt x="106337" y="148977"/>
                </a:lnTo>
                <a:lnTo>
                  <a:pt x="106773" y="148744"/>
                </a:lnTo>
                <a:lnTo>
                  <a:pt x="107204" y="148505"/>
                </a:lnTo>
                <a:lnTo>
                  <a:pt x="107628" y="148260"/>
                </a:lnTo>
                <a:lnTo>
                  <a:pt x="108045" y="148010"/>
                </a:lnTo>
                <a:lnTo>
                  <a:pt x="108457" y="147754"/>
                </a:lnTo>
                <a:lnTo>
                  <a:pt x="108862" y="147492"/>
                </a:lnTo>
                <a:lnTo>
                  <a:pt x="109260" y="147225"/>
                </a:lnTo>
                <a:lnTo>
                  <a:pt x="109652" y="146952"/>
                </a:lnTo>
                <a:lnTo>
                  <a:pt x="110038" y="146674"/>
                </a:lnTo>
                <a:lnTo>
                  <a:pt x="110417" y="146390"/>
                </a:lnTo>
                <a:lnTo>
                  <a:pt x="110789" y="146101"/>
                </a:lnTo>
                <a:lnTo>
                  <a:pt x="111153" y="145807"/>
                </a:lnTo>
                <a:lnTo>
                  <a:pt x="111510" y="145507"/>
                </a:lnTo>
                <a:lnTo>
                  <a:pt x="111860" y="145203"/>
                </a:lnTo>
                <a:lnTo>
                  <a:pt x="112202" y="144893"/>
                </a:lnTo>
                <a:lnTo>
                  <a:pt x="112537" y="144578"/>
                </a:lnTo>
                <a:lnTo>
                  <a:pt x="112865" y="144257"/>
                </a:lnTo>
                <a:lnTo>
                  <a:pt x="113185" y="143932"/>
                </a:lnTo>
                <a:lnTo>
                  <a:pt x="113498" y="143601"/>
                </a:lnTo>
                <a:lnTo>
                  <a:pt x="113804" y="143264"/>
                </a:lnTo>
                <a:lnTo>
                  <a:pt x="114102" y="142923"/>
                </a:lnTo>
                <a:lnTo>
                  <a:pt x="114393" y="142576"/>
                </a:lnTo>
                <a:lnTo>
                  <a:pt x="114676" y="142224"/>
                </a:lnTo>
                <a:lnTo>
                  <a:pt x="114952" y="141867"/>
                </a:lnTo>
                <a:lnTo>
                  <a:pt x="115221" y="141505"/>
                </a:lnTo>
                <a:lnTo>
                  <a:pt x="115482" y="141137"/>
                </a:lnTo>
                <a:lnTo>
                  <a:pt x="115737" y="140764"/>
                </a:lnTo>
                <a:lnTo>
                  <a:pt x="115983" y="140386"/>
                </a:lnTo>
                <a:lnTo>
                  <a:pt x="116223" y="140003"/>
                </a:lnTo>
                <a:lnTo>
                  <a:pt x="116455" y="139614"/>
                </a:lnTo>
                <a:lnTo>
                  <a:pt x="116679" y="139220"/>
                </a:lnTo>
                <a:lnTo>
                  <a:pt x="116897" y="138821"/>
                </a:lnTo>
                <a:lnTo>
                  <a:pt x="117107" y="138417"/>
                </a:lnTo>
                <a:lnTo>
                  <a:pt x="117309" y="138008"/>
                </a:lnTo>
                <a:lnTo>
                  <a:pt x="117502" y="137594"/>
                </a:lnTo>
                <a:lnTo>
                  <a:pt x="117687" y="137175"/>
                </a:lnTo>
                <a:lnTo>
                  <a:pt x="117863" y="136752"/>
                </a:lnTo>
                <a:lnTo>
                  <a:pt x="118031" y="136323"/>
                </a:lnTo>
                <a:lnTo>
                  <a:pt x="118190" y="135891"/>
                </a:lnTo>
                <a:lnTo>
                  <a:pt x="118340" y="135453"/>
                </a:lnTo>
                <a:lnTo>
                  <a:pt x="118482" y="135011"/>
                </a:lnTo>
                <a:lnTo>
                  <a:pt x="118615" y="134564"/>
                </a:lnTo>
                <a:lnTo>
                  <a:pt x="118740" y="134112"/>
                </a:lnTo>
                <a:lnTo>
                  <a:pt x="118856" y="133655"/>
                </a:lnTo>
                <a:lnTo>
                  <a:pt x="118964" y="133194"/>
                </a:lnTo>
                <a:lnTo>
                  <a:pt x="119062" y="132728"/>
                </a:lnTo>
                <a:lnTo>
                  <a:pt x="119153" y="132257"/>
                </a:lnTo>
                <a:lnTo>
                  <a:pt x="119234" y="131782"/>
                </a:lnTo>
                <a:lnTo>
                  <a:pt x="119307" y="131301"/>
                </a:lnTo>
                <a:lnTo>
                  <a:pt x="119372" y="130817"/>
                </a:lnTo>
                <a:lnTo>
                  <a:pt x="119428" y="130327"/>
                </a:lnTo>
                <a:lnTo>
                  <a:pt x="119475" y="129832"/>
                </a:lnTo>
                <a:lnTo>
                  <a:pt x="119514" y="129333"/>
                </a:lnTo>
                <a:lnTo>
                  <a:pt x="119544" y="128829"/>
                </a:lnTo>
                <a:lnTo>
                  <a:pt x="119565" y="128321"/>
                </a:lnTo>
                <a:lnTo>
                  <a:pt x="119578" y="127807"/>
                </a:lnTo>
                <a:lnTo>
                  <a:pt x="119582" y="127289"/>
                </a:lnTo>
                <a:lnTo>
                  <a:pt x="119579" y="126736"/>
                </a:lnTo>
                <a:lnTo>
                  <a:pt x="119567" y="126190"/>
                </a:lnTo>
                <a:lnTo>
                  <a:pt x="119548" y="125651"/>
                </a:lnTo>
                <a:lnTo>
                  <a:pt x="119521" y="125118"/>
                </a:lnTo>
                <a:lnTo>
                  <a:pt x="119486" y="124592"/>
                </a:lnTo>
                <a:lnTo>
                  <a:pt x="119443" y="124072"/>
                </a:lnTo>
                <a:lnTo>
                  <a:pt x="119393" y="123560"/>
                </a:lnTo>
                <a:lnTo>
                  <a:pt x="119335" y="123054"/>
                </a:lnTo>
                <a:lnTo>
                  <a:pt x="119270" y="122555"/>
                </a:lnTo>
                <a:lnTo>
                  <a:pt x="119196" y="122062"/>
                </a:lnTo>
                <a:lnTo>
                  <a:pt x="119115" y="121577"/>
                </a:lnTo>
                <a:lnTo>
                  <a:pt x="119026" y="121098"/>
                </a:lnTo>
                <a:lnTo>
                  <a:pt x="118930" y="120626"/>
                </a:lnTo>
                <a:lnTo>
                  <a:pt x="118826" y="120160"/>
                </a:lnTo>
                <a:lnTo>
                  <a:pt x="118714" y="119701"/>
                </a:lnTo>
                <a:lnTo>
                  <a:pt x="118594" y="119249"/>
                </a:lnTo>
                <a:lnTo>
                  <a:pt x="118466" y="118804"/>
                </a:lnTo>
                <a:lnTo>
                  <a:pt x="118331" y="118365"/>
                </a:lnTo>
                <a:lnTo>
                  <a:pt x="118188" y="117933"/>
                </a:lnTo>
                <a:lnTo>
                  <a:pt x="118038" y="117508"/>
                </a:lnTo>
                <a:lnTo>
                  <a:pt x="117879" y="117090"/>
                </a:lnTo>
                <a:lnTo>
                  <a:pt x="117713" y="116678"/>
                </a:lnTo>
                <a:lnTo>
                  <a:pt x="117539" y="116273"/>
                </a:lnTo>
                <a:lnTo>
                  <a:pt x="117358" y="115875"/>
                </a:lnTo>
                <a:lnTo>
                  <a:pt x="117169" y="115482"/>
                </a:lnTo>
                <a:lnTo>
                  <a:pt x="116973" y="115095"/>
                </a:lnTo>
                <a:lnTo>
                  <a:pt x="116770" y="114712"/>
                </a:lnTo>
                <a:lnTo>
                  <a:pt x="116561" y="114334"/>
                </a:lnTo>
                <a:lnTo>
                  <a:pt x="116344" y="113961"/>
                </a:lnTo>
                <a:lnTo>
                  <a:pt x="116120" y="113592"/>
                </a:lnTo>
                <a:lnTo>
                  <a:pt x="115889" y="113229"/>
                </a:lnTo>
                <a:lnTo>
                  <a:pt x="115652" y="112871"/>
                </a:lnTo>
                <a:lnTo>
                  <a:pt x="115407" y="112517"/>
                </a:lnTo>
                <a:lnTo>
                  <a:pt x="115155" y="112168"/>
                </a:lnTo>
                <a:lnTo>
                  <a:pt x="114897" y="111824"/>
                </a:lnTo>
                <a:lnTo>
                  <a:pt x="114631" y="111485"/>
                </a:lnTo>
                <a:lnTo>
                  <a:pt x="114358" y="111151"/>
                </a:lnTo>
                <a:lnTo>
                  <a:pt x="114079" y="110822"/>
                </a:lnTo>
                <a:lnTo>
                  <a:pt x="113792" y="110498"/>
                </a:lnTo>
                <a:lnTo>
                  <a:pt x="113499" y="110178"/>
                </a:lnTo>
                <a:lnTo>
                  <a:pt x="113198" y="109863"/>
                </a:lnTo>
                <a:lnTo>
                  <a:pt x="112891" y="109554"/>
                </a:lnTo>
                <a:lnTo>
                  <a:pt x="112576" y="109249"/>
                </a:lnTo>
                <a:lnTo>
                  <a:pt x="112255" y="108949"/>
                </a:lnTo>
                <a:lnTo>
                  <a:pt x="111927" y="108654"/>
                </a:lnTo>
                <a:lnTo>
                  <a:pt x="111591" y="108363"/>
                </a:lnTo>
                <a:lnTo>
                  <a:pt x="111249" y="108078"/>
                </a:lnTo>
                <a:lnTo>
                  <a:pt x="110899" y="107797"/>
                </a:lnTo>
                <a:lnTo>
                  <a:pt x="110543" y="107521"/>
                </a:lnTo>
                <a:lnTo>
                  <a:pt x="110180" y="107247"/>
                </a:lnTo>
                <a:lnTo>
                  <a:pt x="109811" y="106976"/>
                </a:lnTo>
                <a:lnTo>
                  <a:pt x="109495" y="106750"/>
                </a:lnTo>
                <a:lnTo>
                  <a:pt x="109883" y="106572"/>
                </a:lnTo>
                <a:close/>
                <a:moveTo>
                  <a:pt x="74238" y="65401"/>
                </a:moveTo>
                <a:lnTo>
                  <a:pt x="74799" y="65598"/>
                </a:lnTo>
                <a:lnTo>
                  <a:pt x="75366" y="65793"/>
                </a:lnTo>
                <a:lnTo>
                  <a:pt x="75939" y="65988"/>
                </a:lnTo>
                <a:lnTo>
                  <a:pt x="76517" y="66182"/>
                </a:lnTo>
                <a:lnTo>
                  <a:pt x="77102" y="66374"/>
                </a:lnTo>
                <a:lnTo>
                  <a:pt x="77692" y="66565"/>
                </a:lnTo>
                <a:lnTo>
                  <a:pt x="78288" y="66755"/>
                </a:lnTo>
                <a:lnTo>
                  <a:pt x="78890" y="66944"/>
                </a:lnTo>
                <a:lnTo>
                  <a:pt x="79498" y="67132"/>
                </a:lnTo>
                <a:lnTo>
                  <a:pt x="80112" y="67319"/>
                </a:lnTo>
                <a:lnTo>
                  <a:pt x="80732" y="67505"/>
                </a:lnTo>
                <a:lnTo>
                  <a:pt x="81357" y="67689"/>
                </a:lnTo>
                <a:lnTo>
                  <a:pt x="81988" y="67873"/>
                </a:lnTo>
                <a:lnTo>
                  <a:pt x="82626" y="68055"/>
                </a:lnTo>
                <a:lnTo>
                  <a:pt x="83269" y="68237"/>
                </a:lnTo>
                <a:lnTo>
                  <a:pt x="83918" y="68417"/>
                </a:lnTo>
                <a:lnTo>
                  <a:pt x="84523" y="68602"/>
                </a:lnTo>
                <a:lnTo>
                  <a:pt x="85121" y="68786"/>
                </a:lnTo>
                <a:lnTo>
                  <a:pt x="85710" y="68969"/>
                </a:lnTo>
                <a:lnTo>
                  <a:pt x="86292" y="69151"/>
                </a:lnTo>
                <a:lnTo>
                  <a:pt x="86865" y="69333"/>
                </a:lnTo>
                <a:lnTo>
                  <a:pt x="87429" y="69513"/>
                </a:lnTo>
                <a:lnTo>
                  <a:pt x="87986" y="69693"/>
                </a:lnTo>
                <a:lnTo>
                  <a:pt x="88534" y="69872"/>
                </a:lnTo>
                <a:lnTo>
                  <a:pt x="89074" y="70050"/>
                </a:lnTo>
                <a:lnTo>
                  <a:pt x="89606" y="70227"/>
                </a:lnTo>
                <a:lnTo>
                  <a:pt x="90130" y="70404"/>
                </a:lnTo>
                <a:lnTo>
                  <a:pt x="90645" y="70579"/>
                </a:lnTo>
                <a:lnTo>
                  <a:pt x="91152" y="70754"/>
                </a:lnTo>
                <a:lnTo>
                  <a:pt x="91651" y="70927"/>
                </a:lnTo>
                <a:lnTo>
                  <a:pt x="92142" y="71100"/>
                </a:lnTo>
                <a:lnTo>
                  <a:pt x="92625" y="71272"/>
                </a:lnTo>
                <a:lnTo>
                  <a:pt x="93099" y="71443"/>
                </a:lnTo>
                <a:lnTo>
                  <a:pt x="93565" y="71614"/>
                </a:lnTo>
                <a:lnTo>
                  <a:pt x="94023" y="71783"/>
                </a:lnTo>
                <a:lnTo>
                  <a:pt x="94472" y="71952"/>
                </a:lnTo>
                <a:lnTo>
                  <a:pt x="94914" y="72119"/>
                </a:lnTo>
                <a:lnTo>
                  <a:pt x="95347" y="72286"/>
                </a:lnTo>
                <a:lnTo>
                  <a:pt x="95772" y="72452"/>
                </a:lnTo>
                <a:lnTo>
                  <a:pt x="96189" y="72617"/>
                </a:lnTo>
                <a:lnTo>
                  <a:pt x="96598" y="72782"/>
                </a:lnTo>
                <a:lnTo>
                  <a:pt x="97000" y="72947"/>
                </a:lnTo>
                <a:lnTo>
                  <a:pt x="97395" y="73113"/>
                </a:lnTo>
                <a:lnTo>
                  <a:pt x="97783" y="73279"/>
                </a:lnTo>
                <a:lnTo>
                  <a:pt x="98165" y="73446"/>
                </a:lnTo>
                <a:lnTo>
                  <a:pt x="98539" y="73613"/>
                </a:lnTo>
                <a:lnTo>
                  <a:pt x="98906" y="73781"/>
                </a:lnTo>
                <a:lnTo>
                  <a:pt x="99266" y="73949"/>
                </a:lnTo>
                <a:lnTo>
                  <a:pt x="99620" y="74118"/>
                </a:lnTo>
                <a:lnTo>
                  <a:pt x="99966" y="74287"/>
                </a:lnTo>
                <a:lnTo>
                  <a:pt x="100305" y="74457"/>
                </a:lnTo>
                <a:lnTo>
                  <a:pt x="100638" y="74627"/>
                </a:lnTo>
                <a:lnTo>
                  <a:pt x="100963" y="74798"/>
                </a:lnTo>
                <a:lnTo>
                  <a:pt x="101282" y="74969"/>
                </a:lnTo>
                <a:lnTo>
                  <a:pt x="101593" y="75141"/>
                </a:lnTo>
                <a:lnTo>
                  <a:pt x="101898" y="75313"/>
                </a:lnTo>
                <a:lnTo>
                  <a:pt x="102195" y="75486"/>
                </a:lnTo>
                <a:lnTo>
                  <a:pt x="102486" y="75659"/>
                </a:lnTo>
                <a:lnTo>
                  <a:pt x="102769" y="75833"/>
                </a:lnTo>
                <a:lnTo>
                  <a:pt x="103046" y="76007"/>
                </a:lnTo>
                <a:lnTo>
                  <a:pt x="103315" y="76182"/>
                </a:lnTo>
                <a:lnTo>
                  <a:pt x="103578" y="76357"/>
                </a:lnTo>
                <a:lnTo>
                  <a:pt x="103834" y="76533"/>
                </a:lnTo>
                <a:lnTo>
                  <a:pt x="104082" y="76710"/>
                </a:lnTo>
                <a:lnTo>
                  <a:pt x="104324" y="76887"/>
                </a:lnTo>
                <a:lnTo>
                  <a:pt x="104561" y="77065"/>
                </a:lnTo>
                <a:lnTo>
                  <a:pt x="104791" y="77246"/>
                </a:lnTo>
                <a:lnTo>
                  <a:pt x="105016" y="77427"/>
                </a:lnTo>
                <a:lnTo>
                  <a:pt x="105235" y="77610"/>
                </a:lnTo>
                <a:lnTo>
                  <a:pt x="105448" y="77795"/>
                </a:lnTo>
                <a:lnTo>
                  <a:pt x="105655" y="77981"/>
                </a:lnTo>
                <a:lnTo>
                  <a:pt x="105856" y="78169"/>
                </a:lnTo>
                <a:lnTo>
                  <a:pt x="106052" y="78358"/>
                </a:lnTo>
                <a:lnTo>
                  <a:pt x="106241" y="78549"/>
                </a:lnTo>
                <a:lnTo>
                  <a:pt x="106425" y="78741"/>
                </a:lnTo>
                <a:lnTo>
                  <a:pt x="106603" y="78935"/>
                </a:lnTo>
                <a:lnTo>
                  <a:pt x="106775" y="79130"/>
                </a:lnTo>
                <a:lnTo>
                  <a:pt x="106941" y="79327"/>
                </a:lnTo>
                <a:lnTo>
                  <a:pt x="107101" y="79525"/>
                </a:lnTo>
                <a:lnTo>
                  <a:pt x="107256" y="79724"/>
                </a:lnTo>
                <a:lnTo>
                  <a:pt x="107404" y="79926"/>
                </a:lnTo>
                <a:lnTo>
                  <a:pt x="107547" y="80128"/>
                </a:lnTo>
                <a:lnTo>
                  <a:pt x="107684" y="80333"/>
                </a:lnTo>
                <a:lnTo>
                  <a:pt x="107815" y="80538"/>
                </a:lnTo>
                <a:lnTo>
                  <a:pt x="107940" y="80746"/>
                </a:lnTo>
                <a:lnTo>
                  <a:pt x="108059" y="80954"/>
                </a:lnTo>
                <a:lnTo>
                  <a:pt x="108173" y="81164"/>
                </a:lnTo>
                <a:lnTo>
                  <a:pt x="108280" y="81376"/>
                </a:lnTo>
                <a:lnTo>
                  <a:pt x="108383" y="81590"/>
                </a:lnTo>
                <a:lnTo>
                  <a:pt x="108481" y="81807"/>
                </a:lnTo>
                <a:lnTo>
                  <a:pt x="108575" y="82026"/>
                </a:lnTo>
                <a:lnTo>
                  <a:pt x="108664" y="82248"/>
                </a:lnTo>
                <a:lnTo>
                  <a:pt x="108749" y="82474"/>
                </a:lnTo>
                <a:lnTo>
                  <a:pt x="108830" y="82702"/>
                </a:lnTo>
                <a:lnTo>
                  <a:pt x="108906" y="82933"/>
                </a:lnTo>
                <a:lnTo>
                  <a:pt x="108978" y="83166"/>
                </a:lnTo>
                <a:lnTo>
                  <a:pt x="109045" y="83403"/>
                </a:lnTo>
                <a:lnTo>
                  <a:pt x="109109" y="83643"/>
                </a:lnTo>
                <a:lnTo>
                  <a:pt x="109168" y="83885"/>
                </a:lnTo>
                <a:lnTo>
                  <a:pt x="109222" y="84131"/>
                </a:lnTo>
                <a:lnTo>
                  <a:pt x="109272" y="84379"/>
                </a:lnTo>
                <a:lnTo>
                  <a:pt x="109318" y="84630"/>
                </a:lnTo>
                <a:lnTo>
                  <a:pt x="109359" y="84884"/>
                </a:lnTo>
                <a:lnTo>
                  <a:pt x="109396" y="85141"/>
                </a:lnTo>
                <a:lnTo>
                  <a:pt x="109429" y="85400"/>
                </a:lnTo>
                <a:lnTo>
                  <a:pt x="109458" y="85663"/>
                </a:lnTo>
                <a:lnTo>
                  <a:pt x="109482" y="85928"/>
                </a:lnTo>
                <a:lnTo>
                  <a:pt x="109501" y="86197"/>
                </a:lnTo>
                <a:lnTo>
                  <a:pt x="109516" y="86468"/>
                </a:lnTo>
                <a:lnTo>
                  <a:pt x="109527" y="86742"/>
                </a:lnTo>
                <a:lnTo>
                  <a:pt x="109534" y="87019"/>
                </a:lnTo>
                <a:lnTo>
                  <a:pt x="109536" y="87299"/>
                </a:lnTo>
                <a:lnTo>
                  <a:pt x="109532" y="87644"/>
                </a:lnTo>
                <a:lnTo>
                  <a:pt x="109521" y="87987"/>
                </a:lnTo>
                <a:lnTo>
                  <a:pt x="109501" y="88326"/>
                </a:lnTo>
                <a:lnTo>
                  <a:pt x="109474" y="88663"/>
                </a:lnTo>
                <a:lnTo>
                  <a:pt x="109439" y="88996"/>
                </a:lnTo>
                <a:lnTo>
                  <a:pt x="109397" y="89327"/>
                </a:lnTo>
                <a:lnTo>
                  <a:pt x="109347" y="89655"/>
                </a:lnTo>
                <a:lnTo>
                  <a:pt x="109289" y="89979"/>
                </a:lnTo>
                <a:lnTo>
                  <a:pt x="109223" y="90301"/>
                </a:lnTo>
                <a:lnTo>
                  <a:pt x="109150" y="90619"/>
                </a:lnTo>
                <a:lnTo>
                  <a:pt x="109069" y="90935"/>
                </a:lnTo>
                <a:lnTo>
                  <a:pt x="108980" y="91248"/>
                </a:lnTo>
                <a:lnTo>
                  <a:pt x="108883" y="91557"/>
                </a:lnTo>
                <a:lnTo>
                  <a:pt x="108779" y="91864"/>
                </a:lnTo>
                <a:lnTo>
                  <a:pt x="108667" y="92168"/>
                </a:lnTo>
                <a:lnTo>
                  <a:pt x="108547" y="92468"/>
                </a:lnTo>
                <a:lnTo>
                  <a:pt x="108420" y="92766"/>
                </a:lnTo>
                <a:lnTo>
                  <a:pt x="108285" y="93061"/>
                </a:lnTo>
                <a:lnTo>
                  <a:pt x="108142" y="93353"/>
                </a:lnTo>
                <a:lnTo>
                  <a:pt x="107991" y="93641"/>
                </a:lnTo>
                <a:lnTo>
                  <a:pt x="107833" y="93927"/>
                </a:lnTo>
                <a:lnTo>
                  <a:pt x="107667" y="94210"/>
                </a:lnTo>
                <a:lnTo>
                  <a:pt x="107493" y="94489"/>
                </a:lnTo>
                <a:lnTo>
                  <a:pt x="107311" y="94766"/>
                </a:lnTo>
                <a:lnTo>
                  <a:pt x="107123" y="95039"/>
                </a:lnTo>
                <a:lnTo>
                  <a:pt x="106927" y="95306"/>
                </a:lnTo>
                <a:lnTo>
                  <a:pt x="106725" y="95569"/>
                </a:lnTo>
                <a:lnTo>
                  <a:pt x="106516" y="95827"/>
                </a:lnTo>
                <a:lnTo>
                  <a:pt x="106300" y="96079"/>
                </a:lnTo>
                <a:lnTo>
                  <a:pt x="106078" y="96327"/>
                </a:lnTo>
                <a:lnTo>
                  <a:pt x="105849" y="96570"/>
                </a:lnTo>
                <a:lnTo>
                  <a:pt x="105613" y="96808"/>
                </a:lnTo>
                <a:lnTo>
                  <a:pt x="105371" y="97040"/>
                </a:lnTo>
                <a:lnTo>
                  <a:pt x="105121" y="97268"/>
                </a:lnTo>
                <a:lnTo>
                  <a:pt x="104865" y="97491"/>
                </a:lnTo>
                <a:lnTo>
                  <a:pt x="104603" y="97709"/>
                </a:lnTo>
                <a:lnTo>
                  <a:pt x="104333" y="97922"/>
                </a:lnTo>
                <a:lnTo>
                  <a:pt x="104057" y="98130"/>
                </a:lnTo>
                <a:lnTo>
                  <a:pt x="103774" y="98333"/>
                </a:lnTo>
                <a:lnTo>
                  <a:pt x="103484" y="98531"/>
                </a:lnTo>
                <a:lnTo>
                  <a:pt x="103188" y="98724"/>
                </a:lnTo>
                <a:lnTo>
                  <a:pt x="102885" y="98912"/>
                </a:lnTo>
                <a:lnTo>
                  <a:pt x="102575" y="99095"/>
                </a:lnTo>
                <a:lnTo>
                  <a:pt x="102258" y="99273"/>
                </a:lnTo>
                <a:lnTo>
                  <a:pt x="101935" y="99446"/>
                </a:lnTo>
                <a:lnTo>
                  <a:pt x="101605" y="99614"/>
                </a:lnTo>
                <a:lnTo>
                  <a:pt x="101268" y="99777"/>
                </a:lnTo>
                <a:lnTo>
                  <a:pt x="100925" y="99935"/>
                </a:lnTo>
                <a:lnTo>
                  <a:pt x="100575" y="100087"/>
                </a:lnTo>
                <a:lnTo>
                  <a:pt x="100219" y="100233"/>
                </a:lnTo>
                <a:lnTo>
                  <a:pt x="99856" y="100373"/>
                </a:lnTo>
                <a:lnTo>
                  <a:pt x="99488" y="100505"/>
                </a:lnTo>
                <a:lnTo>
                  <a:pt x="99113" y="100632"/>
                </a:lnTo>
                <a:lnTo>
                  <a:pt x="98732" y="100752"/>
                </a:lnTo>
                <a:lnTo>
                  <a:pt x="98344" y="100865"/>
                </a:lnTo>
                <a:lnTo>
                  <a:pt x="97982" y="100963"/>
                </a:lnTo>
                <a:lnTo>
                  <a:pt x="97845" y="100912"/>
                </a:lnTo>
                <a:lnTo>
                  <a:pt x="97296" y="100708"/>
                </a:lnTo>
                <a:lnTo>
                  <a:pt x="96742" y="100505"/>
                </a:lnTo>
                <a:lnTo>
                  <a:pt x="96181" y="100303"/>
                </a:lnTo>
                <a:lnTo>
                  <a:pt x="95613" y="100102"/>
                </a:lnTo>
                <a:lnTo>
                  <a:pt x="95040" y="99902"/>
                </a:lnTo>
                <a:lnTo>
                  <a:pt x="94460" y="99703"/>
                </a:lnTo>
                <a:lnTo>
                  <a:pt x="93874" y="99505"/>
                </a:lnTo>
                <a:lnTo>
                  <a:pt x="93282" y="99308"/>
                </a:lnTo>
                <a:lnTo>
                  <a:pt x="92684" y="99112"/>
                </a:lnTo>
                <a:lnTo>
                  <a:pt x="92079" y="98917"/>
                </a:lnTo>
                <a:lnTo>
                  <a:pt x="91468" y="98723"/>
                </a:lnTo>
                <a:lnTo>
                  <a:pt x="90851" y="98529"/>
                </a:lnTo>
                <a:lnTo>
                  <a:pt x="90228" y="98337"/>
                </a:lnTo>
                <a:lnTo>
                  <a:pt x="89598" y="98146"/>
                </a:lnTo>
                <a:lnTo>
                  <a:pt x="88963" y="97956"/>
                </a:lnTo>
                <a:lnTo>
                  <a:pt x="88321" y="97767"/>
                </a:lnTo>
                <a:lnTo>
                  <a:pt x="87673" y="97579"/>
                </a:lnTo>
                <a:lnTo>
                  <a:pt x="87018" y="97392"/>
                </a:lnTo>
                <a:lnTo>
                  <a:pt x="86357" y="97206"/>
                </a:lnTo>
                <a:lnTo>
                  <a:pt x="85722" y="97027"/>
                </a:lnTo>
                <a:lnTo>
                  <a:pt x="85096" y="96849"/>
                </a:lnTo>
                <a:lnTo>
                  <a:pt x="84480" y="96672"/>
                </a:lnTo>
                <a:lnTo>
                  <a:pt x="83873" y="96496"/>
                </a:lnTo>
                <a:lnTo>
                  <a:pt x="83275" y="96322"/>
                </a:lnTo>
                <a:lnTo>
                  <a:pt x="82686" y="96148"/>
                </a:lnTo>
                <a:lnTo>
                  <a:pt x="82107" y="95975"/>
                </a:lnTo>
                <a:lnTo>
                  <a:pt x="81538" y="95803"/>
                </a:lnTo>
                <a:lnTo>
                  <a:pt x="80977" y="95632"/>
                </a:lnTo>
                <a:lnTo>
                  <a:pt x="80426" y="95462"/>
                </a:lnTo>
                <a:lnTo>
                  <a:pt x="79884" y="95293"/>
                </a:lnTo>
                <a:lnTo>
                  <a:pt x="79352" y="95125"/>
                </a:lnTo>
                <a:lnTo>
                  <a:pt x="78829" y="94958"/>
                </a:lnTo>
                <a:lnTo>
                  <a:pt x="78315" y="94792"/>
                </a:lnTo>
                <a:lnTo>
                  <a:pt x="77811" y="94627"/>
                </a:lnTo>
                <a:lnTo>
                  <a:pt x="77316" y="94463"/>
                </a:lnTo>
                <a:lnTo>
                  <a:pt x="76830" y="94300"/>
                </a:lnTo>
                <a:lnTo>
                  <a:pt x="76354" y="94138"/>
                </a:lnTo>
                <a:lnTo>
                  <a:pt x="75887" y="93977"/>
                </a:lnTo>
                <a:lnTo>
                  <a:pt x="75429" y="93817"/>
                </a:lnTo>
                <a:lnTo>
                  <a:pt x="74981" y="93658"/>
                </a:lnTo>
                <a:lnTo>
                  <a:pt x="74542" y="93500"/>
                </a:lnTo>
                <a:lnTo>
                  <a:pt x="74112" y="93343"/>
                </a:lnTo>
                <a:lnTo>
                  <a:pt x="73692" y="93188"/>
                </a:lnTo>
                <a:lnTo>
                  <a:pt x="73280" y="93031"/>
                </a:lnTo>
                <a:lnTo>
                  <a:pt x="72876" y="92875"/>
                </a:lnTo>
                <a:lnTo>
                  <a:pt x="72479" y="92717"/>
                </a:lnTo>
                <a:lnTo>
                  <a:pt x="72090" y="92559"/>
                </a:lnTo>
                <a:lnTo>
                  <a:pt x="71709" y="92400"/>
                </a:lnTo>
                <a:lnTo>
                  <a:pt x="71335" y="92240"/>
                </a:lnTo>
                <a:lnTo>
                  <a:pt x="70969" y="92080"/>
                </a:lnTo>
                <a:lnTo>
                  <a:pt x="70610" y="91919"/>
                </a:lnTo>
                <a:lnTo>
                  <a:pt x="70259" y="91757"/>
                </a:lnTo>
                <a:lnTo>
                  <a:pt x="69916" y="91594"/>
                </a:lnTo>
                <a:lnTo>
                  <a:pt x="69580" y="91430"/>
                </a:lnTo>
                <a:lnTo>
                  <a:pt x="69252" y="91266"/>
                </a:lnTo>
                <a:lnTo>
                  <a:pt x="68931" y="91101"/>
                </a:lnTo>
                <a:lnTo>
                  <a:pt x="68618" y="90936"/>
                </a:lnTo>
                <a:lnTo>
                  <a:pt x="68313" y="90769"/>
                </a:lnTo>
                <a:lnTo>
                  <a:pt x="68015" y="90602"/>
                </a:lnTo>
                <a:lnTo>
                  <a:pt x="67724" y="90434"/>
                </a:lnTo>
                <a:lnTo>
                  <a:pt x="67442" y="90266"/>
                </a:lnTo>
                <a:lnTo>
                  <a:pt x="67167" y="90096"/>
                </a:lnTo>
                <a:lnTo>
                  <a:pt x="66899" y="89926"/>
                </a:lnTo>
                <a:lnTo>
                  <a:pt x="66640" y="89755"/>
                </a:lnTo>
                <a:lnTo>
                  <a:pt x="66387" y="89584"/>
                </a:lnTo>
                <a:lnTo>
                  <a:pt x="66143" y="89412"/>
                </a:lnTo>
                <a:lnTo>
                  <a:pt x="65906" y="89238"/>
                </a:lnTo>
                <a:lnTo>
                  <a:pt x="65675" y="89064"/>
                </a:lnTo>
                <a:lnTo>
                  <a:pt x="65451" y="88888"/>
                </a:lnTo>
                <a:lnTo>
                  <a:pt x="65232" y="88709"/>
                </a:lnTo>
                <a:lnTo>
                  <a:pt x="65020" y="88529"/>
                </a:lnTo>
                <a:lnTo>
                  <a:pt x="64813" y="88347"/>
                </a:lnTo>
                <a:lnTo>
                  <a:pt x="64612" y="88163"/>
                </a:lnTo>
                <a:lnTo>
                  <a:pt x="64417" y="87978"/>
                </a:lnTo>
                <a:lnTo>
                  <a:pt x="64227" y="87790"/>
                </a:lnTo>
                <a:lnTo>
                  <a:pt x="64044" y="87601"/>
                </a:lnTo>
                <a:lnTo>
                  <a:pt x="63866" y="87409"/>
                </a:lnTo>
                <a:lnTo>
                  <a:pt x="63695" y="87216"/>
                </a:lnTo>
                <a:lnTo>
                  <a:pt x="63529" y="87021"/>
                </a:lnTo>
                <a:lnTo>
                  <a:pt x="63369" y="86824"/>
                </a:lnTo>
                <a:lnTo>
                  <a:pt x="63214" y="86626"/>
                </a:lnTo>
                <a:lnTo>
                  <a:pt x="63066" y="86425"/>
                </a:lnTo>
                <a:lnTo>
                  <a:pt x="62924" y="86223"/>
                </a:lnTo>
                <a:lnTo>
                  <a:pt x="62787" y="86018"/>
                </a:lnTo>
                <a:lnTo>
                  <a:pt x="62656" y="85812"/>
                </a:lnTo>
                <a:lnTo>
                  <a:pt x="62531" y="85604"/>
                </a:lnTo>
                <a:lnTo>
                  <a:pt x="62412" y="85394"/>
                </a:lnTo>
                <a:lnTo>
                  <a:pt x="62299" y="85182"/>
                </a:lnTo>
                <a:lnTo>
                  <a:pt x="62192" y="84969"/>
                </a:lnTo>
                <a:lnTo>
                  <a:pt x="62090" y="84753"/>
                </a:lnTo>
                <a:lnTo>
                  <a:pt x="61995" y="84536"/>
                </a:lnTo>
                <a:lnTo>
                  <a:pt x="61904" y="84316"/>
                </a:lnTo>
                <a:lnTo>
                  <a:pt x="61817" y="84092"/>
                </a:lnTo>
                <a:lnTo>
                  <a:pt x="61734" y="83865"/>
                </a:lnTo>
                <a:lnTo>
                  <a:pt x="61655" y="83635"/>
                </a:lnTo>
                <a:lnTo>
                  <a:pt x="61580" y="83402"/>
                </a:lnTo>
                <a:lnTo>
                  <a:pt x="61508" y="83165"/>
                </a:lnTo>
                <a:lnTo>
                  <a:pt x="61441" y="82924"/>
                </a:lnTo>
                <a:lnTo>
                  <a:pt x="61377" y="82681"/>
                </a:lnTo>
                <a:lnTo>
                  <a:pt x="61317" y="82434"/>
                </a:lnTo>
                <a:lnTo>
                  <a:pt x="61261" y="82183"/>
                </a:lnTo>
                <a:lnTo>
                  <a:pt x="61209" y="81929"/>
                </a:lnTo>
                <a:lnTo>
                  <a:pt x="61161" y="81672"/>
                </a:lnTo>
                <a:lnTo>
                  <a:pt x="61116" y="81412"/>
                </a:lnTo>
                <a:lnTo>
                  <a:pt x="61076" y="81148"/>
                </a:lnTo>
                <a:lnTo>
                  <a:pt x="61039" y="80881"/>
                </a:lnTo>
                <a:lnTo>
                  <a:pt x="61006" y="80610"/>
                </a:lnTo>
                <a:lnTo>
                  <a:pt x="60977" y="80336"/>
                </a:lnTo>
                <a:lnTo>
                  <a:pt x="60952" y="80059"/>
                </a:lnTo>
                <a:lnTo>
                  <a:pt x="60931" y="79778"/>
                </a:lnTo>
                <a:lnTo>
                  <a:pt x="60913" y="79494"/>
                </a:lnTo>
                <a:lnTo>
                  <a:pt x="60900" y="79207"/>
                </a:lnTo>
                <a:lnTo>
                  <a:pt x="60890" y="78916"/>
                </a:lnTo>
                <a:lnTo>
                  <a:pt x="60884" y="78622"/>
                </a:lnTo>
                <a:lnTo>
                  <a:pt x="60883" y="78324"/>
                </a:lnTo>
                <a:lnTo>
                  <a:pt x="60886" y="77979"/>
                </a:lnTo>
                <a:lnTo>
                  <a:pt x="60895" y="77637"/>
                </a:lnTo>
                <a:lnTo>
                  <a:pt x="60912" y="77298"/>
                </a:lnTo>
                <a:lnTo>
                  <a:pt x="60934" y="76962"/>
                </a:lnTo>
                <a:lnTo>
                  <a:pt x="60964" y="76630"/>
                </a:lnTo>
                <a:lnTo>
                  <a:pt x="60999" y="76300"/>
                </a:lnTo>
                <a:lnTo>
                  <a:pt x="61041" y="75975"/>
                </a:lnTo>
                <a:lnTo>
                  <a:pt x="61090" y="75652"/>
                </a:lnTo>
                <a:lnTo>
                  <a:pt x="61145" y="75332"/>
                </a:lnTo>
                <a:lnTo>
                  <a:pt x="61206" y="75016"/>
                </a:lnTo>
                <a:lnTo>
                  <a:pt x="61274" y="74703"/>
                </a:lnTo>
                <a:lnTo>
                  <a:pt x="61349" y="74394"/>
                </a:lnTo>
                <a:lnTo>
                  <a:pt x="61430" y="74087"/>
                </a:lnTo>
                <a:lnTo>
                  <a:pt x="61517" y="73784"/>
                </a:lnTo>
                <a:lnTo>
                  <a:pt x="61611" y="73484"/>
                </a:lnTo>
                <a:lnTo>
                  <a:pt x="61712" y="73187"/>
                </a:lnTo>
                <a:lnTo>
                  <a:pt x="61819" y="72894"/>
                </a:lnTo>
                <a:lnTo>
                  <a:pt x="61932" y="72604"/>
                </a:lnTo>
                <a:lnTo>
                  <a:pt x="62052" y="72317"/>
                </a:lnTo>
                <a:lnTo>
                  <a:pt x="62178" y="72033"/>
                </a:lnTo>
                <a:lnTo>
                  <a:pt x="62311" y="71753"/>
                </a:lnTo>
                <a:lnTo>
                  <a:pt x="62450" y="71475"/>
                </a:lnTo>
                <a:lnTo>
                  <a:pt x="62596" y="71201"/>
                </a:lnTo>
                <a:lnTo>
                  <a:pt x="62748" y="70931"/>
                </a:lnTo>
                <a:lnTo>
                  <a:pt x="62907" y="70664"/>
                </a:lnTo>
                <a:lnTo>
                  <a:pt x="63073" y="70402"/>
                </a:lnTo>
                <a:lnTo>
                  <a:pt x="63246" y="70144"/>
                </a:lnTo>
                <a:lnTo>
                  <a:pt x="63426" y="69891"/>
                </a:lnTo>
                <a:lnTo>
                  <a:pt x="63613" y="69643"/>
                </a:lnTo>
                <a:lnTo>
                  <a:pt x="63807" y="69400"/>
                </a:lnTo>
                <a:lnTo>
                  <a:pt x="64008" y="69162"/>
                </a:lnTo>
                <a:lnTo>
                  <a:pt x="64215" y="68928"/>
                </a:lnTo>
                <a:lnTo>
                  <a:pt x="64430" y="68699"/>
                </a:lnTo>
                <a:lnTo>
                  <a:pt x="64652" y="68475"/>
                </a:lnTo>
                <a:lnTo>
                  <a:pt x="64881" y="68255"/>
                </a:lnTo>
                <a:lnTo>
                  <a:pt x="65116" y="68041"/>
                </a:lnTo>
                <a:lnTo>
                  <a:pt x="65359" y="67831"/>
                </a:lnTo>
                <a:lnTo>
                  <a:pt x="65609" y="67625"/>
                </a:lnTo>
                <a:lnTo>
                  <a:pt x="65865" y="67425"/>
                </a:lnTo>
                <a:lnTo>
                  <a:pt x="66129" y="67229"/>
                </a:lnTo>
                <a:lnTo>
                  <a:pt x="66400" y="67038"/>
                </a:lnTo>
                <a:lnTo>
                  <a:pt x="66677" y="66852"/>
                </a:lnTo>
                <a:lnTo>
                  <a:pt x="66962" y="66670"/>
                </a:lnTo>
                <a:lnTo>
                  <a:pt x="67253" y="66493"/>
                </a:lnTo>
                <a:lnTo>
                  <a:pt x="67552" y="66321"/>
                </a:lnTo>
                <a:lnTo>
                  <a:pt x="67857" y="66154"/>
                </a:lnTo>
                <a:lnTo>
                  <a:pt x="68170" y="65991"/>
                </a:lnTo>
                <a:lnTo>
                  <a:pt x="68489" y="65833"/>
                </a:lnTo>
                <a:lnTo>
                  <a:pt x="68816" y="65681"/>
                </a:lnTo>
                <a:lnTo>
                  <a:pt x="69149" y="65535"/>
                </a:lnTo>
                <a:lnTo>
                  <a:pt x="69490" y="65396"/>
                </a:lnTo>
                <a:lnTo>
                  <a:pt x="69839" y="65263"/>
                </a:lnTo>
                <a:lnTo>
                  <a:pt x="70194" y="65136"/>
                </a:lnTo>
                <a:lnTo>
                  <a:pt x="70557" y="65016"/>
                </a:lnTo>
                <a:lnTo>
                  <a:pt x="70927" y="64903"/>
                </a:lnTo>
                <a:lnTo>
                  <a:pt x="71304" y="64796"/>
                </a:lnTo>
                <a:lnTo>
                  <a:pt x="71688" y="64695"/>
                </a:lnTo>
                <a:lnTo>
                  <a:pt x="72061" y="64606"/>
                </a:lnTo>
                <a:lnTo>
                  <a:pt x="72590" y="64804"/>
                </a:lnTo>
                <a:lnTo>
                  <a:pt x="73133" y="65004"/>
                </a:lnTo>
                <a:lnTo>
                  <a:pt x="73683" y="65203"/>
                </a:lnTo>
                <a:lnTo>
                  <a:pt x="74238" y="65401"/>
                </a:lnTo>
                <a:close/>
                <a:moveTo>
                  <a:pt x="55" y="80057"/>
                </a:moveTo>
                <a:lnTo>
                  <a:pt x="98" y="81331"/>
                </a:lnTo>
                <a:lnTo>
                  <a:pt x="153" y="82594"/>
                </a:lnTo>
                <a:lnTo>
                  <a:pt x="220" y="83846"/>
                </a:lnTo>
                <a:lnTo>
                  <a:pt x="299" y="85089"/>
                </a:lnTo>
                <a:lnTo>
                  <a:pt x="391" y="86320"/>
                </a:lnTo>
                <a:lnTo>
                  <a:pt x="494" y="87541"/>
                </a:lnTo>
                <a:lnTo>
                  <a:pt x="610" y="88752"/>
                </a:lnTo>
                <a:lnTo>
                  <a:pt x="739" y="89953"/>
                </a:lnTo>
                <a:lnTo>
                  <a:pt x="879" y="91142"/>
                </a:lnTo>
                <a:lnTo>
                  <a:pt x="1032" y="92322"/>
                </a:lnTo>
                <a:lnTo>
                  <a:pt x="1197" y="93491"/>
                </a:lnTo>
                <a:lnTo>
                  <a:pt x="1374" y="94649"/>
                </a:lnTo>
                <a:lnTo>
                  <a:pt x="1563" y="95797"/>
                </a:lnTo>
                <a:lnTo>
                  <a:pt x="1764" y="96935"/>
                </a:lnTo>
                <a:lnTo>
                  <a:pt x="1978" y="98062"/>
                </a:lnTo>
                <a:lnTo>
                  <a:pt x="2204" y="99178"/>
                </a:lnTo>
                <a:lnTo>
                  <a:pt x="2442" y="100284"/>
                </a:lnTo>
                <a:lnTo>
                  <a:pt x="2692" y="101380"/>
                </a:lnTo>
                <a:lnTo>
                  <a:pt x="2955" y="102465"/>
                </a:lnTo>
                <a:lnTo>
                  <a:pt x="3229" y="103540"/>
                </a:lnTo>
                <a:lnTo>
                  <a:pt x="3516" y="104604"/>
                </a:lnTo>
                <a:lnTo>
                  <a:pt x="3813" y="105658"/>
                </a:lnTo>
                <a:lnTo>
                  <a:pt x="4116" y="106700"/>
                </a:lnTo>
                <a:lnTo>
                  <a:pt x="4426" y="107731"/>
                </a:lnTo>
                <a:lnTo>
                  <a:pt x="4742" y="108751"/>
                </a:lnTo>
                <a:lnTo>
                  <a:pt x="5065" y="109761"/>
                </a:lnTo>
                <a:lnTo>
                  <a:pt x="5395" y="110759"/>
                </a:lnTo>
                <a:lnTo>
                  <a:pt x="5732" y="111745"/>
                </a:lnTo>
                <a:lnTo>
                  <a:pt x="6076" y="112721"/>
                </a:lnTo>
                <a:lnTo>
                  <a:pt x="6426" y="113686"/>
                </a:lnTo>
                <a:lnTo>
                  <a:pt x="6783" y="114640"/>
                </a:lnTo>
                <a:lnTo>
                  <a:pt x="7147" y="115582"/>
                </a:lnTo>
                <a:lnTo>
                  <a:pt x="7517" y="116514"/>
                </a:lnTo>
                <a:lnTo>
                  <a:pt x="7894" y="117434"/>
                </a:lnTo>
                <a:lnTo>
                  <a:pt x="8278" y="118343"/>
                </a:lnTo>
                <a:lnTo>
                  <a:pt x="8668" y="119241"/>
                </a:lnTo>
                <a:lnTo>
                  <a:pt x="9066" y="120128"/>
                </a:lnTo>
                <a:lnTo>
                  <a:pt x="9470" y="121004"/>
                </a:lnTo>
                <a:lnTo>
                  <a:pt x="9881" y="121869"/>
                </a:lnTo>
                <a:lnTo>
                  <a:pt x="10298" y="122723"/>
                </a:lnTo>
                <a:lnTo>
                  <a:pt x="10722" y="123565"/>
                </a:lnTo>
                <a:lnTo>
                  <a:pt x="11153" y="124397"/>
                </a:lnTo>
                <a:lnTo>
                  <a:pt x="11591" y="125218"/>
                </a:lnTo>
                <a:lnTo>
                  <a:pt x="12035" y="126027"/>
                </a:lnTo>
                <a:lnTo>
                  <a:pt x="12486" y="126825"/>
                </a:lnTo>
                <a:lnTo>
                  <a:pt x="12942" y="127612"/>
                </a:lnTo>
                <a:lnTo>
                  <a:pt x="13399" y="128388"/>
                </a:lnTo>
                <a:lnTo>
                  <a:pt x="13859" y="129153"/>
                </a:lnTo>
                <a:lnTo>
                  <a:pt x="14320" y="129906"/>
                </a:lnTo>
                <a:lnTo>
                  <a:pt x="14784" y="130649"/>
                </a:lnTo>
                <a:lnTo>
                  <a:pt x="15249" y="131380"/>
                </a:lnTo>
                <a:lnTo>
                  <a:pt x="15717" y="132099"/>
                </a:lnTo>
                <a:lnTo>
                  <a:pt x="16186" y="132808"/>
                </a:lnTo>
                <a:lnTo>
                  <a:pt x="16657" y="133505"/>
                </a:lnTo>
                <a:lnTo>
                  <a:pt x="17131" y="134191"/>
                </a:lnTo>
                <a:lnTo>
                  <a:pt x="17606" y="134866"/>
                </a:lnTo>
                <a:lnTo>
                  <a:pt x="18084" y="135530"/>
                </a:lnTo>
                <a:lnTo>
                  <a:pt x="18563" y="136183"/>
                </a:lnTo>
                <a:lnTo>
                  <a:pt x="19044" y="136824"/>
                </a:lnTo>
                <a:lnTo>
                  <a:pt x="19528" y="137454"/>
                </a:lnTo>
                <a:lnTo>
                  <a:pt x="20013" y="138073"/>
                </a:lnTo>
                <a:lnTo>
                  <a:pt x="20501" y="138680"/>
                </a:lnTo>
                <a:lnTo>
                  <a:pt x="20990" y="139277"/>
                </a:lnTo>
                <a:lnTo>
                  <a:pt x="21481" y="139862"/>
                </a:lnTo>
                <a:lnTo>
                  <a:pt x="21975" y="140436"/>
                </a:lnTo>
                <a:lnTo>
                  <a:pt x="22470" y="140998"/>
                </a:lnTo>
                <a:lnTo>
                  <a:pt x="22967" y="141550"/>
                </a:lnTo>
                <a:lnTo>
                  <a:pt x="23467" y="142090"/>
                </a:lnTo>
                <a:lnTo>
                  <a:pt x="23968" y="142619"/>
                </a:lnTo>
                <a:lnTo>
                  <a:pt x="24469" y="143137"/>
                </a:lnTo>
                <a:lnTo>
                  <a:pt x="24966" y="143642"/>
                </a:lnTo>
                <a:lnTo>
                  <a:pt x="25460" y="144135"/>
                </a:lnTo>
                <a:lnTo>
                  <a:pt x="25951" y="144616"/>
                </a:lnTo>
                <a:lnTo>
                  <a:pt x="26439" y="145085"/>
                </a:lnTo>
                <a:lnTo>
                  <a:pt x="26924" y="145542"/>
                </a:lnTo>
                <a:lnTo>
                  <a:pt x="27405" y="145987"/>
                </a:lnTo>
                <a:lnTo>
                  <a:pt x="27883" y="146420"/>
                </a:lnTo>
                <a:lnTo>
                  <a:pt x="28358" y="146841"/>
                </a:lnTo>
                <a:lnTo>
                  <a:pt x="28829" y="147249"/>
                </a:lnTo>
                <a:lnTo>
                  <a:pt x="29298" y="147646"/>
                </a:lnTo>
                <a:lnTo>
                  <a:pt x="29763" y="148030"/>
                </a:lnTo>
                <a:lnTo>
                  <a:pt x="30224" y="148403"/>
                </a:lnTo>
                <a:lnTo>
                  <a:pt x="30683" y="148763"/>
                </a:lnTo>
                <a:lnTo>
                  <a:pt x="31138" y="149111"/>
                </a:lnTo>
                <a:lnTo>
                  <a:pt x="31590" y="149447"/>
                </a:lnTo>
                <a:lnTo>
                  <a:pt x="32039" y="149771"/>
                </a:lnTo>
                <a:lnTo>
                  <a:pt x="32485" y="150083"/>
                </a:lnTo>
                <a:lnTo>
                  <a:pt x="32927" y="150383"/>
                </a:lnTo>
                <a:lnTo>
                  <a:pt x="33367" y="150671"/>
                </a:lnTo>
                <a:lnTo>
                  <a:pt x="33802" y="150947"/>
                </a:lnTo>
                <a:lnTo>
                  <a:pt x="34235" y="151210"/>
                </a:lnTo>
                <a:lnTo>
                  <a:pt x="34665" y="151462"/>
                </a:lnTo>
                <a:lnTo>
                  <a:pt x="35091" y="151701"/>
                </a:lnTo>
                <a:lnTo>
                  <a:pt x="37889" y="143660"/>
                </a:lnTo>
                <a:lnTo>
                  <a:pt x="37536" y="143368"/>
                </a:lnTo>
                <a:lnTo>
                  <a:pt x="37183" y="143069"/>
                </a:lnTo>
                <a:lnTo>
                  <a:pt x="36829" y="142761"/>
                </a:lnTo>
                <a:lnTo>
                  <a:pt x="36475" y="142445"/>
                </a:lnTo>
                <a:lnTo>
                  <a:pt x="36121" y="142120"/>
                </a:lnTo>
                <a:lnTo>
                  <a:pt x="35766" y="141787"/>
                </a:lnTo>
                <a:lnTo>
                  <a:pt x="35411" y="141446"/>
                </a:lnTo>
                <a:lnTo>
                  <a:pt x="35055" y="141096"/>
                </a:lnTo>
                <a:lnTo>
                  <a:pt x="34699" y="140738"/>
                </a:lnTo>
                <a:lnTo>
                  <a:pt x="34343" y="140371"/>
                </a:lnTo>
                <a:lnTo>
                  <a:pt x="33986" y="139996"/>
                </a:lnTo>
                <a:lnTo>
                  <a:pt x="33629" y="139613"/>
                </a:lnTo>
                <a:lnTo>
                  <a:pt x="33271" y="139222"/>
                </a:lnTo>
                <a:lnTo>
                  <a:pt x="32913" y="138822"/>
                </a:lnTo>
                <a:lnTo>
                  <a:pt x="32555" y="138413"/>
                </a:lnTo>
                <a:lnTo>
                  <a:pt x="32196" y="137997"/>
                </a:lnTo>
                <a:lnTo>
                  <a:pt x="31837" y="137572"/>
                </a:lnTo>
                <a:lnTo>
                  <a:pt x="31478" y="137138"/>
                </a:lnTo>
                <a:lnTo>
                  <a:pt x="31118" y="136696"/>
                </a:lnTo>
                <a:lnTo>
                  <a:pt x="30758" y="136246"/>
                </a:lnTo>
                <a:lnTo>
                  <a:pt x="30398" y="135788"/>
                </a:lnTo>
                <a:lnTo>
                  <a:pt x="30037" y="135321"/>
                </a:lnTo>
                <a:lnTo>
                  <a:pt x="29676" y="134846"/>
                </a:lnTo>
                <a:lnTo>
                  <a:pt x="29314" y="134362"/>
                </a:lnTo>
                <a:lnTo>
                  <a:pt x="28954" y="133870"/>
                </a:lnTo>
                <a:lnTo>
                  <a:pt x="28595" y="133370"/>
                </a:lnTo>
                <a:lnTo>
                  <a:pt x="28240" y="132861"/>
                </a:lnTo>
                <a:lnTo>
                  <a:pt x="27887" y="132343"/>
                </a:lnTo>
                <a:lnTo>
                  <a:pt x="27536" y="131817"/>
                </a:lnTo>
                <a:lnTo>
                  <a:pt x="27188" y="131282"/>
                </a:lnTo>
                <a:lnTo>
                  <a:pt x="26843" y="130739"/>
                </a:lnTo>
                <a:lnTo>
                  <a:pt x="26499" y="130186"/>
                </a:lnTo>
                <a:lnTo>
                  <a:pt x="26159" y="129626"/>
                </a:lnTo>
                <a:lnTo>
                  <a:pt x="25821" y="129056"/>
                </a:lnTo>
                <a:lnTo>
                  <a:pt x="25485" y="128479"/>
                </a:lnTo>
                <a:lnTo>
                  <a:pt x="25152" y="127892"/>
                </a:lnTo>
                <a:lnTo>
                  <a:pt x="24821" y="127297"/>
                </a:lnTo>
                <a:lnTo>
                  <a:pt x="24493" y="126693"/>
                </a:lnTo>
                <a:lnTo>
                  <a:pt x="24168" y="126081"/>
                </a:lnTo>
                <a:lnTo>
                  <a:pt x="23844" y="125460"/>
                </a:lnTo>
                <a:lnTo>
                  <a:pt x="23524" y="124830"/>
                </a:lnTo>
                <a:lnTo>
                  <a:pt x="23205" y="124192"/>
                </a:lnTo>
                <a:lnTo>
                  <a:pt x="22890" y="123546"/>
                </a:lnTo>
                <a:lnTo>
                  <a:pt x="22577" y="122890"/>
                </a:lnTo>
                <a:lnTo>
                  <a:pt x="22266" y="122226"/>
                </a:lnTo>
                <a:lnTo>
                  <a:pt x="21958" y="121554"/>
                </a:lnTo>
                <a:lnTo>
                  <a:pt x="21652" y="120873"/>
                </a:lnTo>
                <a:lnTo>
                  <a:pt x="21349" y="120183"/>
                </a:lnTo>
                <a:lnTo>
                  <a:pt x="21049" y="119484"/>
                </a:lnTo>
                <a:lnTo>
                  <a:pt x="20754" y="118777"/>
                </a:lnTo>
                <a:lnTo>
                  <a:pt x="20465" y="118060"/>
                </a:lnTo>
                <a:lnTo>
                  <a:pt x="20180" y="117335"/>
                </a:lnTo>
                <a:lnTo>
                  <a:pt x="19899" y="116600"/>
                </a:lnTo>
                <a:lnTo>
                  <a:pt x="19624" y="115856"/>
                </a:lnTo>
                <a:lnTo>
                  <a:pt x="19354" y="115103"/>
                </a:lnTo>
                <a:lnTo>
                  <a:pt x="19088" y="114341"/>
                </a:lnTo>
                <a:lnTo>
                  <a:pt x="18828" y="113569"/>
                </a:lnTo>
                <a:lnTo>
                  <a:pt x="18572" y="112789"/>
                </a:lnTo>
                <a:lnTo>
                  <a:pt x="18321" y="112000"/>
                </a:lnTo>
                <a:lnTo>
                  <a:pt x="18075" y="111201"/>
                </a:lnTo>
                <a:lnTo>
                  <a:pt x="17833" y="110393"/>
                </a:lnTo>
                <a:lnTo>
                  <a:pt x="17597" y="109577"/>
                </a:lnTo>
                <a:lnTo>
                  <a:pt x="17365" y="108751"/>
                </a:lnTo>
                <a:lnTo>
                  <a:pt x="17139" y="107916"/>
                </a:lnTo>
                <a:lnTo>
                  <a:pt x="16917" y="107072"/>
                </a:lnTo>
                <a:lnTo>
                  <a:pt x="16700" y="106219"/>
                </a:lnTo>
                <a:lnTo>
                  <a:pt x="16488" y="105356"/>
                </a:lnTo>
                <a:lnTo>
                  <a:pt x="16281" y="104485"/>
                </a:lnTo>
                <a:lnTo>
                  <a:pt x="16078" y="103605"/>
                </a:lnTo>
                <a:lnTo>
                  <a:pt x="15881" y="102715"/>
                </a:lnTo>
                <a:lnTo>
                  <a:pt x="15688" y="101816"/>
                </a:lnTo>
                <a:lnTo>
                  <a:pt x="15500" y="100908"/>
                </a:lnTo>
                <a:lnTo>
                  <a:pt x="15319" y="99991"/>
                </a:lnTo>
                <a:lnTo>
                  <a:pt x="15145" y="99065"/>
                </a:lnTo>
                <a:lnTo>
                  <a:pt x="14979" y="98129"/>
                </a:lnTo>
                <a:lnTo>
                  <a:pt x="14821" y="97184"/>
                </a:lnTo>
                <a:lnTo>
                  <a:pt x="14670" y="96229"/>
                </a:lnTo>
                <a:lnTo>
                  <a:pt x="14527" y="95265"/>
                </a:lnTo>
                <a:lnTo>
                  <a:pt x="14392" y="94292"/>
                </a:lnTo>
                <a:lnTo>
                  <a:pt x="14264" y="93309"/>
                </a:lnTo>
                <a:lnTo>
                  <a:pt x="14145" y="92317"/>
                </a:lnTo>
                <a:lnTo>
                  <a:pt x="14033" y="91316"/>
                </a:lnTo>
                <a:lnTo>
                  <a:pt x="13928" y="90306"/>
                </a:lnTo>
                <a:lnTo>
                  <a:pt x="13832" y="89286"/>
                </a:lnTo>
                <a:lnTo>
                  <a:pt x="13743" y="88256"/>
                </a:lnTo>
                <a:lnTo>
                  <a:pt x="13662" y="87218"/>
                </a:lnTo>
                <a:lnTo>
                  <a:pt x="13588" y="86170"/>
                </a:lnTo>
                <a:lnTo>
                  <a:pt x="13523" y="85112"/>
                </a:lnTo>
                <a:lnTo>
                  <a:pt x="13465" y="84046"/>
                </a:lnTo>
                <a:lnTo>
                  <a:pt x="13415" y="82970"/>
                </a:lnTo>
                <a:lnTo>
                  <a:pt x="13372" y="81884"/>
                </a:lnTo>
                <a:lnTo>
                  <a:pt x="13337" y="80789"/>
                </a:lnTo>
                <a:lnTo>
                  <a:pt x="13310" y="79685"/>
                </a:lnTo>
                <a:lnTo>
                  <a:pt x="13291" y="78572"/>
                </a:lnTo>
                <a:lnTo>
                  <a:pt x="13280" y="77449"/>
                </a:lnTo>
                <a:lnTo>
                  <a:pt x="13276" y="76317"/>
                </a:lnTo>
                <a:lnTo>
                  <a:pt x="13276" y="75312"/>
                </a:lnTo>
                <a:lnTo>
                  <a:pt x="13280" y="74180"/>
                </a:lnTo>
                <a:lnTo>
                  <a:pt x="13291" y="73058"/>
                </a:lnTo>
                <a:lnTo>
                  <a:pt x="13310" y="71945"/>
                </a:lnTo>
                <a:lnTo>
                  <a:pt x="13337" y="70841"/>
                </a:lnTo>
                <a:lnTo>
                  <a:pt x="13372" y="69747"/>
                </a:lnTo>
                <a:lnTo>
                  <a:pt x="13415" y="68662"/>
                </a:lnTo>
                <a:lnTo>
                  <a:pt x="13465" y="67587"/>
                </a:lnTo>
                <a:lnTo>
                  <a:pt x="13523" y="66522"/>
                </a:lnTo>
                <a:lnTo>
                  <a:pt x="13588" y="65465"/>
                </a:lnTo>
                <a:lnTo>
                  <a:pt x="13662" y="64419"/>
                </a:lnTo>
                <a:lnTo>
                  <a:pt x="13743" y="63381"/>
                </a:lnTo>
                <a:lnTo>
                  <a:pt x="13832" y="62354"/>
                </a:lnTo>
                <a:lnTo>
                  <a:pt x="13928" y="61335"/>
                </a:lnTo>
                <a:lnTo>
                  <a:pt x="14033" y="60326"/>
                </a:lnTo>
                <a:lnTo>
                  <a:pt x="14145" y="59327"/>
                </a:lnTo>
                <a:lnTo>
                  <a:pt x="14264" y="58337"/>
                </a:lnTo>
                <a:lnTo>
                  <a:pt x="14392" y="57357"/>
                </a:lnTo>
                <a:lnTo>
                  <a:pt x="14527" y="56386"/>
                </a:lnTo>
                <a:lnTo>
                  <a:pt x="14670" y="55424"/>
                </a:lnTo>
                <a:lnTo>
                  <a:pt x="14821" y="54472"/>
                </a:lnTo>
                <a:lnTo>
                  <a:pt x="14979" y="53530"/>
                </a:lnTo>
                <a:lnTo>
                  <a:pt x="15145" y="52597"/>
                </a:lnTo>
                <a:lnTo>
                  <a:pt x="15319" y="51673"/>
                </a:lnTo>
                <a:lnTo>
                  <a:pt x="15500" y="50759"/>
                </a:lnTo>
                <a:lnTo>
                  <a:pt x="15688" y="49854"/>
                </a:lnTo>
                <a:lnTo>
                  <a:pt x="15881" y="48959"/>
                </a:lnTo>
                <a:lnTo>
                  <a:pt x="16078" y="48072"/>
                </a:lnTo>
                <a:lnTo>
                  <a:pt x="16281" y="47195"/>
                </a:lnTo>
                <a:lnTo>
                  <a:pt x="16488" y="46327"/>
                </a:lnTo>
                <a:lnTo>
                  <a:pt x="16700" y="45468"/>
                </a:lnTo>
                <a:lnTo>
                  <a:pt x="16917" y="44619"/>
                </a:lnTo>
                <a:lnTo>
                  <a:pt x="17139" y="43779"/>
                </a:lnTo>
                <a:lnTo>
                  <a:pt x="17365" y="42948"/>
                </a:lnTo>
                <a:lnTo>
                  <a:pt x="17597" y="42126"/>
                </a:lnTo>
                <a:lnTo>
                  <a:pt x="17833" y="41313"/>
                </a:lnTo>
                <a:lnTo>
                  <a:pt x="18075" y="40510"/>
                </a:lnTo>
                <a:lnTo>
                  <a:pt x="18321" y="39716"/>
                </a:lnTo>
                <a:lnTo>
                  <a:pt x="18572" y="38931"/>
                </a:lnTo>
                <a:lnTo>
                  <a:pt x="18828" y="38155"/>
                </a:lnTo>
                <a:lnTo>
                  <a:pt x="19088" y="37389"/>
                </a:lnTo>
                <a:lnTo>
                  <a:pt x="19354" y="36632"/>
                </a:lnTo>
                <a:lnTo>
                  <a:pt x="19624" y="35884"/>
                </a:lnTo>
                <a:lnTo>
                  <a:pt x="19899" y="35145"/>
                </a:lnTo>
                <a:lnTo>
                  <a:pt x="20180" y="34416"/>
                </a:lnTo>
                <a:lnTo>
                  <a:pt x="20465" y="33695"/>
                </a:lnTo>
                <a:lnTo>
                  <a:pt x="20754" y="32984"/>
                </a:lnTo>
                <a:lnTo>
                  <a:pt x="21049" y="32283"/>
                </a:lnTo>
                <a:lnTo>
                  <a:pt x="21349" y="31590"/>
                </a:lnTo>
                <a:lnTo>
                  <a:pt x="21652" y="30907"/>
                </a:lnTo>
                <a:lnTo>
                  <a:pt x="21958" y="30232"/>
                </a:lnTo>
                <a:lnTo>
                  <a:pt x="22266" y="29566"/>
                </a:lnTo>
                <a:lnTo>
                  <a:pt x="22577" y="28910"/>
                </a:lnTo>
                <a:lnTo>
                  <a:pt x="22890" y="28262"/>
                </a:lnTo>
                <a:lnTo>
                  <a:pt x="23205" y="27623"/>
                </a:lnTo>
                <a:lnTo>
                  <a:pt x="23524" y="26994"/>
                </a:lnTo>
                <a:lnTo>
                  <a:pt x="23844" y="26373"/>
                </a:lnTo>
                <a:lnTo>
                  <a:pt x="24168" y="25761"/>
                </a:lnTo>
                <a:lnTo>
                  <a:pt x="24493" y="25158"/>
                </a:lnTo>
                <a:lnTo>
                  <a:pt x="24821" y="24565"/>
                </a:lnTo>
                <a:lnTo>
                  <a:pt x="25152" y="23980"/>
                </a:lnTo>
                <a:lnTo>
                  <a:pt x="25485" y="23404"/>
                </a:lnTo>
                <a:lnTo>
                  <a:pt x="25821" y="22837"/>
                </a:lnTo>
                <a:lnTo>
                  <a:pt x="26159" y="22279"/>
                </a:lnTo>
                <a:lnTo>
                  <a:pt x="26499" y="21730"/>
                </a:lnTo>
                <a:lnTo>
                  <a:pt x="26843" y="21190"/>
                </a:lnTo>
                <a:lnTo>
                  <a:pt x="27188" y="20659"/>
                </a:lnTo>
                <a:lnTo>
                  <a:pt x="27536" y="20137"/>
                </a:lnTo>
                <a:lnTo>
                  <a:pt x="27887" y="19624"/>
                </a:lnTo>
                <a:lnTo>
                  <a:pt x="28240" y="19120"/>
                </a:lnTo>
                <a:lnTo>
                  <a:pt x="28595" y="18625"/>
                </a:lnTo>
                <a:lnTo>
                  <a:pt x="28954" y="18139"/>
                </a:lnTo>
                <a:lnTo>
                  <a:pt x="29314" y="17662"/>
                </a:lnTo>
                <a:lnTo>
                  <a:pt x="29676" y="17194"/>
                </a:lnTo>
                <a:lnTo>
                  <a:pt x="30037" y="16734"/>
                </a:lnTo>
                <a:lnTo>
                  <a:pt x="30398" y="16282"/>
                </a:lnTo>
                <a:lnTo>
                  <a:pt x="30758" y="15839"/>
                </a:lnTo>
                <a:lnTo>
                  <a:pt x="31118" y="15405"/>
                </a:lnTo>
                <a:lnTo>
                  <a:pt x="31478" y="14979"/>
                </a:lnTo>
                <a:lnTo>
                  <a:pt x="31837" y="14561"/>
                </a:lnTo>
                <a:lnTo>
                  <a:pt x="32196" y="14152"/>
                </a:lnTo>
                <a:lnTo>
                  <a:pt x="32555" y="13752"/>
                </a:lnTo>
                <a:lnTo>
                  <a:pt x="32913" y="13360"/>
                </a:lnTo>
                <a:lnTo>
                  <a:pt x="33271" y="12976"/>
                </a:lnTo>
                <a:lnTo>
                  <a:pt x="33629" y="12601"/>
                </a:lnTo>
                <a:lnTo>
                  <a:pt x="33986" y="12234"/>
                </a:lnTo>
                <a:lnTo>
                  <a:pt x="34343" y="11876"/>
                </a:lnTo>
                <a:lnTo>
                  <a:pt x="34699" y="11526"/>
                </a:lnTo>
                <a:lnTo>
                  <a:pt x="35055" y="11185"/>
                </a:lnTo>
                <a:lnTo>
                  <a:pt x="35411" y="10852"/>
                </a:lnTo>
                <a:lnTo>
                  <a:pt x="35766" y="10527"/>
                </a:lnTo>
                <a:lnTo>
                  <a:pt x="36121" y="10212"/>
                </a:lnTo>
                <a:lnTo>
                  <a:pt x="36475" y="9904"/>
                </a:lnTo>
                <a:lnTo>
                  <a:pt x="36829" y="9605"/>
                </a:lnTo>
                <a:lnTo>
                  <a:pt x="37183" y="9315"/>
                </a:lnTo>
                <a:lnTo>
                  <a:pt x="37536" y="9033"/>
                </a:lnTo>
                <a:lnTo>
                  <a:pt x="37889" y="8759"/>
                </a:lnTo>
                <a:lnTo>
                  <a:pt x="35091" y="0"/>
                </a:lnTo>
                <a:lnTo>
                  <a:pt x="34665" y="239"/>
                </a:lnTo>
                <a:lnTo>
                  <a:pt x="34235" y="491"/>
                </a:lnTo>
                <a:lnTo>
                  <a:pt x="33802" y="755"/>
                </a:lnTo>
                <a:lnTo>
                  <a:pt x="33367" y="1030"/>
                </a:lnTo>
                <a:lnTo>
                  <a:pt x="32927" y="1318"/>
                </a:lnTo>
                <a:lnTo>
                  <a:pt x="32485" y="1618"/>
                </a:lnTo>
                <a:lnTo>
                  <a:pt x="32039" y="1930"/>
                </a:lnTo>
                <a:lnTo>
                  <a:pt x="31590" y="2254"/>
                </a:lnTo>
                <a:lnTo>
                  <a:pt x="31138" y="2590"/>
                </a:lnTo>
                <a:lnTo>
                  <a:pt x="30683" y="2938"/>
                </a:lnTo>
                <a:lnTo>
                  <a:pt x="30224" y="3299"/>
                </a:lnTo>
                <a:lnTo>
                  <a:pt x="29763" y="3671"/>
                </a:lnTo>
                <a:lnTo>
                  <a:pt x="29298" y="4055"/>
                </a:lnTo>
                <a:lnTo>
                  <a:pt x="28829" y="4452"/>
                </a:lnTo>
                <a:lnTo>
                  <a:pt x="28358" y="4861"/>
                </a:lnTo>
                <a:lnTo>
                  <a:pt x="27883" y="5281"/>
                </a:lnTo>
                <a:lnTo>
                  <a:pt x="27405" y="5714"/>
                </a:lnTo>
                <a:lnTo>
                  <a:pt x="26924" y="6159"/>
                </a:lnTo>
                <a:lnTo>
                  <a:pt x="26439" y="6616"/>
                </a:lnTo>
                <a:lnTo>
                  <a:pt x="25951" y="7085"/>
                </a:lnTo>
                <a:lnTo>
                  <a:pt x="25460" y="7566"/>
                </a:lnTo>
                <a:lnTo>
                  <a:pt x="24966" y="8059"/>
                </a:lnTo>
                <a:lnTo>
                  <a:pt x="24469" y="8565"/>
                </a:lnTo>
                <a:lnTo>
                  <a:pt x="23968" y="9082"/>
                </a:lnTo>
                <a:lnTo>
                  <a:pt x="23467" y="9611"/>
                </a:lnTo>
                <a:lnTo>
                  <a:pt x="22967" y="10152"/>
                </a:lnTo>
                <a:lnTo>
                  <a:pt x="22470" y="10704"/>
                </a:lnTo>
                <a:lnTo>
                  <a:pt x="21975" y="11267"/>
                </a:lnTo>
                <a:lnTo>
                  <a:pt x="21481" y="11841"/>
                </a:lnTo>
                <a:lnTo>
                  <a:pt x="20990" y="12427"/>
                </a:lnTo>
                <a:lnTo>
                  <a:pt x="20501" y="13024"/>
                </a:lnTo>
                <a:lnTo>
                  <a:pt x="20013" y="13633"/>
                </a:lnTo>
                <a:lnTo>
                  <a:pt x="19528" y="14253"/>
                </a:lnTo>
                <a:lnTo>
                  <a:pt x="19044" y="14884"/>
                </a:lnTo>
                <a:lnTo>
                  <a:pt x="18563" y="15526"/>
                </a:lnTo>
                <a:lnTo>
                  <a:pt x="18084" y="16180"/>
                </a:lnTo>
                <a:lnTo>
                  <a:pt x="17606" y="16846"/>
                </a:lnTo>
                <a:lnTo>
                  <a:pt x="17131" y="17522"/>
                </a:lnTo>
                <a:lnTo>
                  <a:pt x="16657" y="18210"/>
                </a:lnTo>
                <a:lnTo>
                  <a:pt x="16186" y="18909"/>
                </a:lnTo>
                <a:lnTo>
                  <a:pt x="15717" y="19620"/>
                </a:lnTo>
                <a:lnTo>
                  <a:pt x="15249" y="20342"/>
                </a:lnTo>
                <a:lnTo>
                  <a:pt x="14784" y="21075"/>
                </a:lnTo>
                <a:lnTo>
                  <a:pt x="14320" y="21820"/>
                </a:lnTo>
                <a:lnTo>
                  <a:pt x="13859" y="22576"/>
                </a:lnTo>
                <a:lnTo>
                  <a:pt x="13399" y="23343"/>
                </a:lnTo>
                <a:lnTo>
                  <a:pt x="12942" y="24122"/>
                </a:lnTo>
                <a:lnTo>
                  <a:pt x="12486" y="24912"/>
                </a:lnTo>
                <a:lnTo>
                  <a:pt x="12035" y="25713"/>
                </a:lnTo>
                <a:lnTo>
                  <a:pt x="11591" y="26525"/>
                </a:lnTo>
                <a:lnTo>
                  <a:pt x="11153" y="27348"/>
                </a:lnTo>
                <a:lnTo>
                  <a:pt x="10722" y="28182"/>
                </a:lnTo>
                <a:lnTo>
                  <a:pt x="10298" y="29026"/>
                </a:lnTo>
                <a:lnTo>
                  <a:pt x="9881" y="29882"/>
                </a:lnTo>
                <a:lnTo>
                  <a:pt x="9470" y="30748"/>
                </a:lnTo>
                <a:lnTo>
                  <a:pt x="9066" y="31625"/>
                </a:lnTo>
                <a:lnTo>
                  <a:pt x="8668" y="32513"/>
                </a:lnTo>
                <a:lnTo>
                  <a:pt x="8278" y="33412"/>
                </a:lnTo>
                <a:lnTo>
                  <a:pt x="7894" y="34321"/>
                </a:lnTo>
                <a:lnTo>
                  <a:pt x="7517" y="35242"/>
                </a:lnTo>
                <a:lnTo>
                  <a:pt x="7147" y="36173"/>
                </a:lnTo>
                <a:lnTo>
                  <a:pt x="6783" y="37115"/>
                </a:lnTo>
                <a:lnTo>
                  <a:pt x="6426" y="38068"/>
                </a:lnTo>
                <a:lnTo>
                  <a:pt x="6076" y="39032"/>
                </a:lnTo>
                <a:lnTo>
                  <a:pt x="5732" y="40007"/>
                </a:lnTo>
                <a:lnTo>
                  <a:pt x="5395" y="40992"/>
                </a:lnTo>
                <a:lnTo>
                  <a:pt x="5065" y="41988"/>
                </a:lnTo>
                <a:lnTo>
                  <a:pt x="4742" y="42996"/>
                </a:lnTo>
                <a:lnTo>
                  <a:pt x="4426" y="44014"/>
                </a:lnTo>
                <a:lnTo>
                  <a:pt x="4116" y="45043"/>
                </a:lnTo>
                <a:lnTo>
                  <a:pt x="3813" y="46082"/>
                </a:lnTo>
                <a:lnTo>
                  <a:pt x="3516" y="47133"/>
                </a:lnTo>
                <a:lnTo>
                  <a:pt x="3229" y="48194"/>
                </a:lnTo>
                <a:lnTo>
                  <a:pt x="2955" y="49266"/>
                </a:lnTo>
                <a:lnTo>
                  <a:pt x="2692" y="50348"/>
                </a:lnTo>
                <a:lnTo>
                  <a:pt x="2442" y="51440"/>
                </a:lnTo>
                <a:lnTo>
                  <a:pt x="2204" y="52543"/>
                </a:lnTo>
                <a:lnTo>
                  <a:pt x="1978" y="53655"/>
                </a:lnTo>
                <a:lnTo>
                  <a:pt x="1764" y="54779"/>
                </a:lnTo>
                <a:lnTo>
                  <a:pt x="1563" y="55912"/>
                </a:lnTo>
                <a:lnTo>
                  <a:pt x="1374" y="57056"/>
                </a:lnTo>
                <a:lnTo>
                  <a:pt x="1197" y="58210"/>
                </a:lnTo>
                <a:lnTo>
                  <a:pt x="1032" y="59375"/>
                </a:lnTo>
                <a:lnTo>
                  <a:pt x="879" y="60550"/>
                </a:lnTo>
                <a:lnTo>
                  <a:pt x="739" y="61735"/>
                </a:lnTo>
                <a:lnTo>
                  <a:pt x="610" y="62931"/>
                </a:lnTo>
                <a:lnTo>
                  <a:pt x="494" y="64137"/>
                </a:lnTo>
                <a:lnTo>
                  <a:pt x="391" y="65353"/>
                </a:lnTo>
                <a:lnTo>
                  <a:pt x="299" y="66580"/>
                </a:lnTo>
                <a:lnTo>
                  <a:pt x="220" y="67817"/>
                </a:lnTo>
                <a:lnTo>
                  <a:pt x="153" y="69064"/>
                </a:lnTo>
                <a:lnTo>
                  <a:pt x="98" y="70322"/>
                </a:lnTo>
                <a:lnTo>
                  <a:pt x="55" y="71590"/>
                </a:lnTo>
                <a:lnTo>
                  <a:pt x="24" y="72868"/>
                </a:lnTo>
                <a:lnTo>
                  <a:pt x="6" y="74157"/>
                </a:lnTo>
                <a:lnTo>
                  <a:pt x="0" y="75456"/>
                </a:lnTo>
                <a:lnTo>
                  <a:pt x="0" y="76174"/>
                </a:lnTo>
                <a:lnTo>
                  <a:pt x="6" y="77479"/>
                </a:lnTo>
                <a:lnTo>
                  <a:pt x="24" y="78773"/>
                </a:lnTo>
                <a:lnTo>
                  <a:pt x="55" y="80057"/>
                </a:lnTo>
                <a:close/>
                <a:moveTo>
                  <a:pt x="345373" y="63372"/>
                </a:moveTo>
                <a:lnTo>
                  <a:pt x="345831" y="63135"/>
                </a:lnTo>
                <a:lnTo>
                  <a:pt x="346280" y="62892"/>
                </a:lnTo>
                <a:lnTo>
                  <a:pt x="346722" y="62645"/>
                </a:lnTo>
                <a:lnTo>
                  <a:pt x="347155" y="62393"/>
                </a:lnTo>
                <a:lnTo>
                  <a:pt x="347581" y="62136"/>
                </a:lnTo>
                <a:lnTo>
                  <a:pt x="347999" y="61874"/>
                </a:lnTo>
                <a:lnTo>
                  <a:pt x="348410" y="61607"/>
                </a:lnTo>
                <a:lnTo>
                  <a:pt x="348812" y="61335"/>
                </a:lnTo>
                <a:lnTo>
                  <a:pt x="349206" y="61059"/>
                </a:lnTo>
                <a:lnTo>
                  <a:pt x="349593" y="60778"/>
                </a:lnTo>
                <a:lnTo>
                  <a:pt x="349972" y="60491"/>
                </a:lnTo>
                <a:lnTo>
                  <a:pt x="350343" y="60200"/>
                </a:lnTo>
                <a:lnTo>
                  <a:pt x="350706" y="59904"/>
                </a:lnTo>
                <a:lnTo>
                  <a:pt x="351061" y="59604"/>
                </a:lnTo>
                <a:lnTo>
                  <a:pt x="351409" y="59298"/>
                </a:lnTo>
                <a:lnTo>
                  <a:pt x="351748" y="58988"/>
                </a:lnTo>
                <a:lnTo>
                  <a:pt x="352080" y="58672"/>
                </a:lnTo>
                <a:lnTo>
                  <a:pt x="352404" y="58352"/>
                </a:lnTo>
                <a:lnTo>
                  <a:pt x="352720" y="58029"/>
                </a:lnTo>
                <a:lnTo>
                  <a:pt x="353030" y="57703"/>
                </a:lnTo>
                <a:lnTo>
                  <a:pt x="353332" y="57375"/>
                </a:lnTo>
                <a:lnTo>
                  <a:pt x="353628" y="57045"/>
                </a:lnTo>
                <a:lnTo>
                  <a:pt x="353916" y="56713"/>
                </a:lnTo>
                <a:lnTo>
                  <a:pt x="354198" y="56379"/>
                </a:lnTo>
                <a:lnTo>
                  <a:pt x="354472" y="56043"/>
                </a:lnTo>
                <a:lnTo>
                  <a:pt x="354740" y="55704"/>
                </a:lnTo>
                <a:lnTo>
                  <a:pt x="355001" y="55364"/>
                </a:lnTo>
                <a:lnTo>
                  <a:pt x="355254" y="55021"/>
                </a:lnTo>
                <a:lnTo>
                  <a:pt x="355501" y="54677"/>
                </a:lnTo>
                <a:lnTo>
                  <a:pt x="355741" y="54330"/>
                </a:lnTo>
                <a:lnTo>
                  <a:pt x="355973" y="53981"/>
                </a:lnTo>
                <a:lnTo>
                  <a:pt x="356199" y="53630"/>
                </a:lnTo>
                <a:lnTo>
                  <a:pt x="356418" y="53277"/>
                </a:lnTo>
                <a:lnTo>
                  <a:pt x="356630" y="52922"/>
                </a:lnTo>
                <a:lnTo>
                  <a:pt x="356834" y="52564"/>
                </a:lnTo>
                <a:lnTo>
                  <a:pt x="357032" y="52205"/>
                </a:lnTo>
                <a:lnTo>
                  <a:pt x="357223" y="51843"/>
                </a:lnTo>
                <a:lnTo>
                  <a:pt x="357407" y="51479"/>
                </a:lnTo>
                <a:lnTo>
                  <a:pt x="357584" y="51114"/>
                </a:lnTo>
                <a:lnTo>
                  <a:pt x="357754" y="50746"/>
                </a:lnTo>
                <a:lnTo>
                  <a:pt x="357917" y="50376"/>
                </a:lnTo>
                <a:lnTo>
                  <a:pt x="358073" y="50003"/>
                </a:lnTo>
                <a:lnTo>
                  <a:pt x="358222" y="49631"/>
                </a:lnTo>
                <a:lnTo>
                  <a:pt x="358365" y="49261"/>
                </a:lnTo>
                <a:lnTo>
                  <a:pt x="358502" y="48892"/>
                </a:lnTo>
                <a:lnTo>
                  <a:pt x="358632" y="48526"/>
                </a:lnTo>
                <a:lnTo>
                  <a:pt x="358756" y="48161"/>
                </a:lnTo>
                <a:lnTo>
                  <a:pt x="358873" y="47798"/>
                </a:lnTo>
                <a:lnTo>
                  <a:pt x="358985" y="47437"/>
                </a:lnTo>
                <a:lnTo>
                  <a:pt x="359089" y="47078"/>
                </a:lnTo>
                <a:lnTo>
                  <a:pt x="359188" y="46720"/>
                </a:lnTo>
                <a:lnTo>
                  <a:pt x="359280" y="46365"/>
                </a:lnTo>
                <a:lnTo>
                  <a:pt x="359366" y="46011"/>
                </a:lnTo>
                <a:lnTo>
                  <a:pt x="359445" y="45659"/>
                </a:lnTo>
                <a:lnTo>
                  <a:pt x="359518" y="45309"/>
                </a:lnTo>
                <a:lnTo>
                  <a:pt x="359585" y="44961"/>
                </a:lnTo>
                <a:lnTo>
                  <a:pt x="359645" y="44615"/>
                </a:lnTo>
                <a:lnTo>
                  <a:pt x="359699" y="44271"/>
                </a:lnTo>
                <a:lnTo>
                  <a:pt x="359747" y="43928"/>
                </a:lnTo>
                <a:lnTo>
                  <a:pt x="359788" y="43588"/>
                </a:lnTo>
                <a:lnTo>
                  <a:pt x="359823" y="43249"/>
                </a:lnTo>
                <a:lnTo>
                  <a:pt x="359852" y="42912"/>
                </a:lnTo>
                <a:lnTo>
                  <a:pt x="359874" y="42577"/>
                </a:lnTo>
                <a:lnTo>
                  <a:pt x="359890" y="42244"/>
                </a:lnTo>
                <a:lnTo>
                  <a:pt x="359899" y="41912"/>
                </a:lnTo>
                <a:lnTo>
                  <a:pt x="359903" y="41583"/>
                </a:lnTo>
                <a:lnTo>
                  <a:pt x="359896" y="40776"/>
                </a:lnTo>
                <a:lnTo>
                  <a:pt x="359875" y="39981"/>
                </a:lnTo>
                <a:lnTo>
                  <a:pt x="359841" y="39196"/>
                </a:lnTo>
                <a:lnTo>
                  <a:pt x="359793" y="38423"/>
                </a:lnTo>
                <a:lnTo>
                  <a:pt x="359731" y="37660"/>
                </a:lnTo>
                <a:lnTo>
                  <a:pt x="359656" y="36909"/>
                </a:lnTo>
                <a:lnTo>
                  <a:pt x="359567" y="36169"/>
                </a:lnTo>
                <a:lnTo>
                  <a:pt x="359464" y="35440"/>
                </a:lnTo>
                <a:lnTo>
                  <a:pt x="359348" y="34722"/>
                </a:lnTo>
                <a:lnTo>
                  <a:pt x="359217" y="34015"/>
                </a:lnTo>
                <a:lnTo>
                  <a:pt x="359074" y="33319"/>
                </a:lnTo>
                <a:lnTo>
                  <a:pt x="358916" y="32634"/>
                </a:lnTo>
                <a:lnTo>
                  <a:pt x="358745" y="31960"/>
                </a:lnTo>
                <a:lnTo>
                  <a:pt x="358560" y="31298"/>
                </a:lnTo>
                <a:lnTo>
                  <a:pt x="358361" y="30646"/>
                </a:lnTo>
                <a:lnTo>
                  <a:pt x="358149" y="30006"/>
                </a:lnTo>
                <a:lnTo>
                  <a:pt x="357922" y="29376"/>
                </a:lnTo>
                <a:lnTo>
                  <a:pt x="357683" y="28758"/>
                </a:lnTo>
                <a:lnTo>
                  <a:pt x="357429" y="28150"/>
                </a:lnTo>
                <a:lnTo>
                  <a:pt x="357162" y="27554"/>
                </a:lnTo>
                <a:lnTo>
                  <a:pt x="356881" y="26969"/>
                </a:lnTo>
                <a:lnTo>
                  <a:pt x="356586" y="26395"/>
                </a:lnTo>
                <a:lnTo>
                  <a:pt x="356278" y="25832"/>
                </a:lnTo>
                <a:lnTo>
                  <a:pt x="355956" y="25280"/>
                </a:lnTo>
                <a:lnTo>
                  <a:pt x="355621" y="24739"/>
                </a:lnTo>
                <a:lnTo>
                  <a:pt x="355276" y="24209"/>
                </a:lnTo>
                <a:lnTo>
                  <a:pt x="354920" y="23690"/>
                </a:lnTo>
                <a:lnTo>
                  <a:pt x="354553" y="23183"/>
                </a:lnTo>
                <a:lnTo>
                  <a:pt x="354174" y="22687"/>
                </a:lnTo>
                <a:lnTo>
                  <a:pt x="353785" y="22202"/>
                </a:lnTo>
                <a:lnTo>
                  <a:pt x="353385" y="21728"/>
                </a:lnTo>
                <a:lnTo>
                  <a:pt x="352974" y="21265"/>
                </a:lnTo>
                <a:lnTo>
                  <a:pt x="352552" y="20814"/>
                </a:lnTo>
                <a:lnTo>
                  <a:pt x="352119" y="20374"/>
                </a:lnTo>
                <a:lnTo>
                  <a:pt x="351675" y="19945"/>
                </a:lnTo>
                <a:lnTo>
                  <a:pt x="351220" y="19527"/>
                </a:lnTo>
                <a:lnTo>
                  <a:pt x="350754" y="19121"/>
                </a:lnTo>
                <a:lnTo>
                  <a:pt x="350277" y="18725"/>
                </a:lnTo>
                <a:lnTo>
                  <a:pt x="349789" y="18341"/>
                </a:lnTo>
                <a:lnTo>
                  <a:pt x="349290" y="17968"/>
                </a:lnTo>
                <a:lnTo>
                  <a:pt x="348780" y="17607"/>
                </a:lnTo>
                <a:lnTo>
                  <a:pt x="348260" y="17256"/>
                </a:lnTo>
                <a:lnTo>
                  <a:pt x="347728" y="16917"/>
                </a:lnTo>
                <a:lnTo>
                  <a:pt x="347185" y="16589"/>
                </a:lnTo>
                <a:lnTo>
                  <a:pt x="346631" y="16272"/>
                </a:lnTo>
                <a:lnTo>
                  <a:pt x="346067" y="15966"/>
                </a:lnTo>
                <a:lnTo>
                  <a:pt x="345491" y="15671"/>
                </a:lnTo>
                <a:lnTo>
                  <a:pt x="344905" y="15388"/>
                </a:lnTo>
                <a:lnTo>
                  <a:pt x="344309" y="15116"/>
                </a:lnTo>
                <a:lnTo>
                  <a:pt x="343704" y="14856"/>
                </a:lnTo>
                <a:lnTo>
                  <a:pt x="343092" y="14607"/>
                </a:lnTo>
                <a:lnTo>
                  <a:pt x="342471" y="14370"/>
                </a:lnTo>
                <a:lnTo>
                  <a:pt x="341842" y="14144"/>
                </a:lnTo>
                <a:lnTo>
                  <a:pt x="341205" y="13930"/>
                </a:lnTo>
                <a:lnTo>
                  <a:pt x="340559" y="13728"/>
                </a:lnTo>
                <a:lnTo>
                  <a:pt x="339905" y="13537"/>
                </a:lnTo>
                <a:lnTo>
                  <a:pt x="339244" y="13357"/>
                </a:lnTo>
                <a:lnTo>
                  <a:pt x="338573" y="13190"/>
                </a:lnTo>
                <a:lnTo>
                  <a:pt x="337895" y="13033"/>
                </a:lnTo>
                <a:lnTo>
                  <a:pt x="337208" y="12889"/>
                </a:lnTo>
                <a:lnTo>
                  <a:pt x="336514" y="12756"/>
                </a:lnTo>
                <a:lnTo>
                  <a:pt x="335811" y="12634"/>
                </a:lnTo>
                <a:lnTo>
                  <a:pt x="335099" y="12524"/>
                </a:lnTo>
                <a:lnTo>
                  <a:pt x="334380" y="12426"/>
                </a:lnTo>
                <a:lnTo>
                  <a:pt x="333652" y="12339"/>
                </a:lnTo>
                <a:lnTo>
                  <a:pt x="332916" y="12264"/>
                </a:lnTo>
                <a:lnTo>
                  <a:pt x="332172" y="12200"/>
                </a:lnTo>
                <a:lnTo>
                  <a:pt x="331420" y="12148"/>
                </a:lnTo>
                <a:lnTo>
                  <a:pt x="330659" y="12108"/>
                </a:lnTo>
                <a:lnTo>
                  <a:pt x="329890" y="12079"/>
                </a:lnTo>
                <a:lnTo>
                  <a:pt x="329113" y="12062"/>
                </a:lnTo>
                <a:lnTo>
                  <a:pt x="328328" y="12056"/>
                </a:lnTo>
                <a:lnTo>
                  <a:pt x="327531" y="12062"/>
                </a:lnTo>
                <a:lnTo>
                  <a:pt x="326742" y="12083"/>
                </a:lnTo>
                <a:lnTo>
                  <a:pt x="325961" y="12116"/>
                </a:lnTo>
                <a:lnTo>
                  <a:pt x="325188" y="12163"/>
                </a:lnTo>
                <a:lnTo>
                  <a:pt x="324423" y="12224"/>
                </a:lnTo>
                <a:lnTo>
                  <a:pt x="323666" y="12297"/>
                </a:lnTo>
                <a:lnTo>
                  <a:pt x="322917" y="12385"/>
                </a:lnTo>
                <a:lnTo>
                  <a:pt x="322177" y="12485"/>
                </a:lnTo>
                <a:lnTo>
                  <a:pt x="321444" y="12599"/>
                </a:lnTo>
                <a:lnTo>
                  <a:pt x="320720" y="12727"/>
                </a:lnTo>
                <a:lnTo>
                  <a:pt x="320003" y="12868"/>
                </a:lnTo>
                <a:lnTo>
                  <a:pt x="319295" y="13022"/>
                </a:lnTo>
                <a:lnTo>
                  <a:pt x="318595" y="13190"/>
                </a:lnTo>
                <a:lnTo>
                  <a:pt x="317903" y="13371"/>
                </a:lnTo>
                <a:lnTo>
                  <a:pt x="317219" y="13566"/>
                </a:lnTo>
                <a:lnTo>
                  <a:pt x="316543" y="13774"/>
                </a:lnTo>
                <a:lnTo>
                  <a:pt x="315876" y="13995"/>
                </a:lnTo>
                <a:lnTo>
                  <a:pt x="315216" y="14230"/>
                </a:lnTo>
                <a:lnTo>
                  <a:pt x="314565" y="14479"/>
                </a:lnTo>
                <a:lnTo>
                  <a:pt x="313921" y="14741"/>
                </a:lnTo>
                <a:lnTo>
                  <a:pt x="313286" y="15016"/>
                </a:lnTo>
                <a:lnTo>
                  <a:pt x="312659" y="15304"/>
                </a:lnTo>
                <a:lnTo>
                  <a:pt x="312040" y="15606"/>
                </a:lnTo>
                <a:lnTo>
                  <a:pt x="311429" y="15922"/>
                </a:lnTo>
                <a:lnTo>
                  <a:pt x="310827" y="16248"/>
                </a:lnTo>
                <a:lnTo>
                  <a:pt x="310237" y="16584"/>
                </a:lnTo>
                <a:lnTo>
                  <a:pt x="309659" y="16929"/>
                </a:lnTo>
                <a:lnTo>
                  <a:pt x="309091" y="17283"/>
                </a:lnTo>
                <a:lnTo>
                  <a:pt x="308535" y="17647"/>
                </a:lnTo>
                <a:lnTo>
                  <a:pt x="307991" y="18019"/>
                </a:lnTo>
                <a:lnTo>
                  <a:pt x="307458" y="18401"/>
                </a:lnTo>
                <a:lnTo>
                  <a:pt x="306936" y="18792"/>
                </a:lnTo>
                <a:lnTo>
                  <a:pt x="306425" y="19192"/>
                </a:lnTo>
                <a:lnTo>
                  <a:pt x="305926" y="19602"/>
                </a:lnTo>
                <a:lnTo>
                  <a:pt x="305438" y="20021"/>
                </a:lnTo>
                <a:lnTo>
                  <a:pt x="304961" y="20448"/>
                </a:lnTo>
                <a:lnTo>
                  <a:pt x="304496" y="20885"/>
                </a:lnTo>
                <a:lnTo>
                  <a:pt x="304042" y="21332"/>
                </a:lnTo>
                <a:lnTo>
                  <a:pt x="303599" y="21787"/>
                </a:lnTo>
                <a:lnTo>
                  <a:pt x="303168" y="22252"/>
                </a:lnTo>
                <a:lnTo>
                  <a:pt x="302748" y="22726"/>
                </a:lnTo>
                <a:lnTo>
                  <a:pt x="302340" y="23209"/>
                </a:lnTo>
                <a:lnTo>
                  <a:pt x="301942" y="23701"/>
                </a:lnTo>
                <a:lnTo>
                  <a:pt x="301557" y="24202"/>
                </a:lnTo>
                <a:lnTo>
                  <a:pt x="301182" y="24713"/>
                </a:lnTo>
                <a:lnTo>
                  <a:pt x="300819" y="25233"/>
                </a:lnTo>
                <a:lnTo>
                  <a:pt x="300467" y="25762"/>
                </a:lnTo>
                <a:lnTo>
                  <a:pt x="300126" y="26300"/>
                </a:lnTo>
                <a:lnTo>
                  <a:pt x="299798" y="26846"/>
                </a:lnTo>
                <a:lnTo>
                  <a:pt x="299484" y="27396"/>
                </a:lnTo>
                <a:lnTo>
                  <a:pt x="299184" y="27951"/>
                </a:lnTo>
                <a:lnTo>
                  <a:pt x="298898" y="28511"/>
                </a:lnTo>
                <a:lnTo>
                  <a:pt x="298626" y="29077"/>
                </a:lnTo>
                <a:lnTo>
                  <a:pt x="298368" y="29647"/>
                </a:lnTo>
                <a:lnTo>
                  <a:pt x="298124" y="30222"/>
                </a:lnTo>
                <a:lnTo>
                  <a:pt x="297894" y="30802"/>
                </a:lnTo>
                <a:lnTo>
                  <a:pt x="297677" y="31387"/>
                </a:lnTo>
                <a:lnTo>
                  <a:pt x="297475" y="31977"/>
                </a:lnTo>
                <a:lnTo>
                  <a:pt x="297287" y="32572"/>
                </a:lnTo>
                <a:lnTo>
                  <a:pt x="297112" y="33172"/>
                </a:lnTo>
                <a:lnTo>
                  <a:pt x="296952" y="33777"/>
                </a:lnTo>
                <a:lnTo>
                  <a:pt x="296805" y="34387"/>
                </a:lnTo>
                <a:lnTo>
                  <a:pt x="296673" y="35002"/>
                </a:lnTo>
                <a:lnTo>
                  <a:pt x="296554" y="35622"/>
                </a:lnTo>
                <a:lnTo>
                  <a:pt x="296450" y="36247"/>
                </a:lnTo>
                <a:lnTo>
                  <a:pt x="296359" y="36877"/>
                </a:lnTo>
                <a:lnTo>
                  <a:pt x="296282" y="37511"/>
                </a:lnTo>
                <a:lnTo>
                  <a:pt x="296219" y="38151"/>
                </a:lnTo>
                <a:lnTo>
                  <a:pt x="296171" y="38796"/>
                </a:lnTo>
                <a:lnTo>
                  <a:pt x="296136" y="39446"/>
                </a:lnTo>
                <a:lnTo>
                  <a:pt x="296115" y="40100"/>
                </a:lnTo>
                <a:lnTo>
                  <a:pt x="296108" y="40760"/>
                </a:lnTo>
                <a:lnTo>
                  <a:pt x="309383" y="40760"/>
                </a:lnTo>
                <a:lnTo>
                  <a:pt x="309388" y="40310"/>
                </a:lnTo>
                <a:lnTo>
                  <a:pt x="309400" y="39865"/>
                </a:lnTo>
                <a:lnTo>
                  <a:pt x="309421" y="39424"/>
                </a:lnTo>
                <a:lnTo>
                  <a:pt x="309450" y="38989"/>
                </a:lnTo>
                <a:lnTo>
                  <a:pt x="309488" y="38559"/>
                </a:lnTo>
                <a:lnTo>
                  <a:pt x="309534" y="38133"/>
                </a:lnTo>
                <a:lnTo>
                  <a:pt x="309588" y="37713"/>
                </a:lnTo>
                <a:lnTo>
                  <a:pt x="309650" y="37298"/>
                </a:lnTo>
                <a:lnTo>
                  <a:pt x="309721" y="36887"/>
                </a:lnTo>
                <a:lnTo>
                  <a:pt x="309801" y="36482"/>
                </a:lnTo>
                <a:lnTo>
                  <a:pt x="309888" y="36081"/>
                </a:lnTo>
                <a:lnTo>
                  <a:pt x="309984" y="35686"/>
                </a:lnTo>
                <a:lnTo>
                  <a:pt x="310089" y="35295"/>
                </a:lnTo>
                <a:lnTo>
                  <a:pt x="310201" y="34909"/>
                </a:lnTo>
                <a:lnTo>
                  <a:pt x="310322" y="34529"/>
                </a:lnTo>
                <a:lnTo>
                  <a:pt x="310452" y="34153"/>
                </a:lnTo>
                <a:lnTo>
                  <a:pt x="310590" y="33782"/>
                </a:lnTo>
                <a:lnTo>
                  <a:pt x="310736" y="33416"/>
                </a:lnTo>
                <a:lnTo>
                  <a:pt x="310890" y="33055"/>
                </a:lnTo>
                <a:lnTo>
                  <a:pt x="311053" y="32700"/>
                </a:lnTo>
                <a:lnTo>
                  <a:pt x="311224" y="32349"/>
                </a:lnTo>
                <a:lnTo>
                  <a:pt x="311403" y="32003"/>
                </a:lnTo>
                <a:lnTo>
                  <a:pt x="311591" y="31662"/>
                </a:lnTo>
                <a:lnTo>
                  <a:pt x="311787" y="31326"/>
                </a:lnTo>
                <a:lnTo>
                  <a:pt x="311991" y="30995"/>
                </a:lnTo>
                <a:lnTo>
                  <a:pt x="312201" y="30671"/>
                </a:lnTo>
                <a:lnTo>
                  <a:pt x="312417" y="30353"/>
                </a:lnTo>
                <a:lnTo>
                  <a:pt x="312641" y="30042"/>
                </a:lnTo>
                <a:lnTo>
                  <a:pt x="312870" y="29737"/>
                </a:lnTo>
                <a:lnTo>
                  <a:pt x="313106" y="29438"/>
                </a:lnTo>
                <a:lnTo>
                  <a:pt x="313348" y="29146"/>
                </a:lnTo>
                <a:lnTo>
                  <a:pt x="313597" y="28860"/>
                </a:lnTo>
                <a:lnTo>
                  <a:pt x="313853" y="28580"/>
                </a:lnTo>
                <a:lnTo>
                  <a:pt x="314115" y="28306"/>
                </a:lnTo>
                <a:lnTo>
                  <a:pt x="314383" y="28039"/>
                </a:lnTo>
                <a:lnTo>
                  <a:pt x="314658" y="27779"/>
                </a:lnTo>
                <a:lnTo>
                  <a:pt x="314939" y="27524"/>
                </a:lnTo>
                <a:lnTo>
                  <a:pt x="315227" y="27276"/>
                </a:lnTo>
                <a:lnTo>
                  <a:pt x="315521" y="27034"/>
                </a:lnTo>
                <a:lnTo>
                  <a:pt x="315822" y="26799"/>
                </a:lnTo>
                <a:lnTo>
                  <a:pt x="316129" y="26570"/>
                </a:lnTo>
                <a:lnTo>
                  <a:pt x="316443" y="26347"/>
                </a:lnTo>
                <a:lnTo>
                  <a:pt x="316763" y="26130"/>
                </a:lnTo>
                <a:lnTo>
                  <a:pt x="317090" y="25920"/>
                </a:lnTo>
                <a:lnTo>
                  <a:pt x="317423" y="25716"/>
                </a:lnTo>
                <a:lnTo>
                  <a:pt x="317762" y="25519"/>
                </a:lnTo>
                <a:lnTo>
                  <a:pt x="318108" y="25328"/>
                </a:lnTo>
                <a:lnTo>
                  <a:pt x="318461" y="25143"/>
                </a:lnTo>
                <a:lnTo>
                  <a:pt x="318819" y="24965"/>
                </a:lnTo>
                <a:lnTo>
                  <a:pt x="319182" y="24795"/>
                </a:lnTo>
                <a:lnTo>
                  <a:pt x="319549" y="24632"/>
                </a:lnTo>
                <a:lnTo>
                  <a:pt x="319921" y="24477"/>
                </a:lnTo>
                <a:lnTo>
                  <a:pt x="320298" y="24329"/>
                </a:lnTo>
                <a:lnTo>
                  <a:pt x="320679" y="24189"/>
                </a:lnTo>
                <a:lnTo>
                  <a:pt x="321065" y="24057"/>
                </a:lnTo>
                <a:lnTo>
                  <a:pt x="321455" y="23932"/>
                </a:lnTo>
                <a:lnTo>
                  <a:pt x="321850" y="23815"/>
                </a:lnTo>
                <a:lnTo>
                  <a:pt x="322250" y="23705"/>
                </a:lnTo>
                <a:lnTo>
                  <a:pt x="322654" y="23603"/>
                </a:lnTo>
                <a:lnTo>
                  <a:pt x="323063" y="23508"/>
                </a:lnTo>
                <a:lnTo>
                  <a:pt x="323476" y="23421"/>
                </a:lnTo>
                <a:lnTo>
                  <a:pt x="323894" y="23342"/>
                </a:lnTo>
                <a:lnTo>
                  <a:pt x="324317" y="23270"/>
                </a:lnTo>
                <a:lnTo>
                  <a:pt x="324744" y="23205"/>
                </a:lnTo>
                <a:lnTo>
                  <a:pt x="325176" y="23149"/>
                </a:lnTo>
                <a:lnTo>
                  <a:pt x="325612" y="23100"/>
                </a:lnTo>
                <a:lnTo>
                  <a:pt x="326054" y="23058"/>
                </a:lnTo>
                <a:lnTo>
                  <a:pt x="326499" y="23024"/>
                </a:lnTo>
                <a:lnTo>
                  <a:pt x="326950" y="22997"/>
                </a:lnTo>
                <a:lnTo>
                  <a:pt x="327404" y="22978"/>
                </a:lnTo>
                <a:lnTo>
                  <a:pt x="327864" y="22967"/>
                </a:lnTo>
                <a:lnTo>
                  <a:pt x="328328" y="22963"/>
                </a:lnTo>
                <a:lnTo>
                  <a:pt x="328839" y="22967"/>
                </a:lnTo>
                <a:lnTo>
                  <a:pt x="329342" y="22978"/>
                </a:lnTo>
                <a:lnTo>
                  <a:pt x="329837" y="22996"/>
                </a:lnTo>
                <a:lnTo>
                  <a:pt x="330325" y="23021"/>
                </a:lnTo>
                <a:lnTo>
                  <a:pt x="330806" y="23053"/>
                </a:lnTo>
                <a:lnTo>
                  <a:pt x="331279" y="23093"/>
                </a:lnTo>
                <a:lnTo>
                  <a:pt x="331745" y="23140"/>
                </a:lnTo>
                <a:lnTo>
                  <a:pt x="332203" y="23194"/>
                </a:lnTo>
                <a:lnTo>
                  <a:pt x="332654" y="23255"/>
                </a:lnTo>
                <a:lnTo>
                  <a:pt x="333097" y="23324"/>
                </a:lnTo>
                <a:lnTo>
                  <a:pt x="333533" y="23400"/>
                </a:lnTo>
                <a:lnTo>
                  <a:pt x="333961" y="23482"/>
                </a:lnTo>
                <a:lnTo>
                  <a:pt x="334382" y="23573"/>
                </a:lnTo>
                <a:lnTo>
                  <a:pt x="334796" y="23670"/>
                </a:lnTo>
                <a:lnTo>
                  <a:pt x="335201" y="23774"/>
                </a:lnTo>
                <a:lnTo>
                  <a:pt x="335600" y="23886"/>
                </a:lnTo>
                <a:lnTo>
                  <a:pt x="335991" y="24005"/>
                </a:lnTo>
                <a:lnTo>
                  <a:pt x="336374" y="24131"/>
                </a:lnTo>
                <a:lnTo>
                  <a:pt x="336750" y="24265"/>
                </a:lnTo>
                <a:lnTo>
                  <a:pt x="337119" y="24405"/>
                </a:lnTo>
                <a:lnTo>
                  <a:pt x="337480" y="24553"/>
                </a:lnTo>
                <a:lnTo>
                  <a:pt x="337833" y="24708"/>
                </a:lnTo>
                <a:lnTo>
                  <a:pt x="338179" y="24870"/>
                </a:lnTo>
                <a:lnTo>
                  <a:pt x="338518" y="25040"/>
                </a:lnTo>
                <a:lnTo>
                  <a:pt x="338849" y="25216"/>
                </a:lnTo>
                <a:lnTo>
                  <a:pt x="339174" y="25400"/>
                </a:lnTo>
                <a:lnTo>
                  <a:pt x="339491" y="25590"/>
                </a:lnTo>
                <a:lnTo>
                  <a:pt x="339802" y="25788"/>
                </a:lnTo>
                <a:lnTo>
                  <a:pt x="340105" y="25992"/>
                </a:lnTo>
                <a:lnTo>
                  <a:pt x="340402" y="26204"/>
                </a:lnTo>
                <a:lnTo>
                  <a:pt x="340691" y="26422"/>
                </a:lnTo>
                <a:lnTo>
                  <a:pt x="340974" y="26647"/>
                </a:lnTo>
                <a:lnTo>
                  <a:pt x="341249" y="26880"/>
                </a:lnTo>
                <a:lnTo>
                  <a:pt x="341518" y="27119"/>
                </a:lnTo>
                <a:lnTo>
                  <a:pt x="341780" y="27365"/>
                </a:lnTo>
                <a:lnTo>
                  <a:pt x="342034" y="27618"/>
                </a:lnTo>
                <a:lnTo>
                  <a:pt x="342282" y="27878"/>
                </a:lnTo>
                <a:lnTo>
                  <a:pt x="342523" y="28145"/>
                </a:lnTo>
                <a:lnTo>
                  <a:pt x="342756" y="28420"/>
                </a:lnTo>
                <a:lnTo>
                  <a:pt x="342983" y="28701"/>
                </a:lnTo>
                <a:lnTo>
                  <a:pt x="343203" y="28989"/>
                </a:lnTo>
                <a:lnTo>
                  <a:pt x="343416" y="29284"/>
                </a:lnTo>
                <a:lnTo>
                  <a:pt x="343622" y="29586"/>
                </a:lnTo>
                <a:lnTo>
                  <a:pt x="343820" y="29895"/>
                </a:lnTo>
                <a:lnTo>
                  <a:pt x="344012" y="30211"/>
                </a:lnTo>
                <a:lnTo>
                  <a:pt x="344197" y="30533"/>
                </a:lnTo>
                <a:lnTo>
                  <a:pt x="344375" y="30863"/>
                </a:lnTo>
                <a:lnTo>
                  <a:pt x="344546" y="31200"/>
                </a:lnTo>
                <a:lnTo>
                  <a:pt x="344710" y="31544"/>
                </a:lnTo>
                <a:lnTo>
                  <a:pt x="344867" y="31894"/>
                </a:lnTo>
                <a:lnTo>
                  <a:pt x="345017" y="32251"/>
                </a:lnTo>
                <a:lnTo>
                  <a:pt x="345160" y="32614"/>
                </a:lnTo>
                <a:lnTo>
                  <a:pt x="345296" y="32985"/>
                </a:lnTo>
                <a:lnTo>
                  <a:pt x="345425" y="33362"/>
                </a:lnTo>
                <a:lnTo>
                  <a:pt x="345547" y="33745"/>
                </a:lnTo>
                <a:lnTo>
                  <a:pt x="345662" y="34136"/>
                </a:lnTo>
                <a:lnTo>
                  <a:pt x="345770" y="34533"/>
                </a:lnTo>
                <a:lnTo>
                  <a:pt x="345872" y="34937"/>
                </a:lnTo>
                <a:lnTo>
                  <a:pt x="345966" y="35348"/>
                </a:lnTo>
                <a:lnTo>
                  <a:pt x="346053" y="35765"/>
                </a:lnTo>
                <a:lnTo>
                  <a:pt x="346133" y="36189"/>
                </a:lnTo>
                <a:lnTo>
                  <a:pt x="346206" y="36620"/>
                </a:lnTo>
                <a:lnTo>
                  <a:pt x="346273" y="37058"/>
                </a:lnTo>
                <a:lnTo>
                  <a:pt x="346332" y="37502"/>
                </a:lnTo>
                <a:lnTo>
                  <a:pt x="346384" y="37953"/>
                </a:lnTo>
                <a:lnTo>
                  <a:pt x="346430" y="38411"/>
                </a:lnTo>
                <a:lnTo>
                  <a:pt x="346468" y="38875"/>
                </a:lnTo>
                <a:lnTo>
                  <a:pt x="346499" y="39346"/>
                </a:lnTo>
                <a:lnTo>
                  <a:pt x="346524" y="39824"/>
                </a:lnTo>
                <a:lnTo>
                  <a:pt x="346541" y="40309"/>
                </a:lnTo>
                <a:lnTo>
                  <a:pt x="346552" y="40800"/>
                </a:lnTo>
                <a:lnTo>
                  <a:pt x="346555" y="41298"/>
                </a:lnTo>
                <a:lnTo>
                  <a:pt x="346551" y="41720"/>
                </a:lnTo>
                <a:lnTo>
                  <a:pt x="346540" y="42138"/>
                </a:lnTo>
                <a:lnTo>
                  <a:pt x="346520" y="42553"/>
                </a:lnTo>
                <a:lnTo>
                  <a:pt x="346492" y="42964"/>
                </a:lnTo>
                <a:lnTo>
                  <a:pt x="346457" y="43371"/>
                </a:lnTo>
                <a:lnTo>
                  <a:pt x="346414" y="43775"/>
                </a:lnTo>
                <a:lnTo>
                  <a:pt x="346363" y="44175"/>
                </a:lnTo>
                <a:lnTo>
                  <a:pt x="346304" y="44572"/>
                </a:lnTo>
                <a:lnTo>
                  <a:pt x="346237" y="44965"/>
                </a:lnTo>
                <a:lnTo>
                  <a:pt x="346163" y="45355"/>
                </a:lnTo>
                <a:lnTo>
                  <a:pt x="346080" y="45741"/>
                </a:lnTo>
                <a:lnTo>
                  <a:pt x="345990" y="46123"/>
                </a:lnTo>
                <a:lnTo>
                  <a:pt x="345892" y="46502"/>
                </a:lnTo>
                <a:lnTo>
                  <a:pt x="345786" y="46877"/>
                </a:lnTo>
                <a:lnTo>
                  <a:pt x="345672" y="47248"/>
                </a:lnTo>
                <a:lnTo>
                  <a:pt x="345551" y="47616"/>
                </a:lnTo>
                <a:lnTo>
                  <a:pt x="345421" y="47980"/>
                </a:lnTo>
                <a:lnTo>
                  <a:pt x="345284" y="48341"/>
                </a:lnTo>
                <a:lnTo>
                  <a:pt x="345139" y="48698"/>
                </a:lnTo>
                <a:lnTo>
                  <a:pt x="344985" y="49052"/>
                </a:lnTo>
                <a:lnTo>
                  <a:pt x="344825" y="49401"/>
                </a:lnTo>
                <a:lnTo>
                  <a:pt x="344656" y="49748"/>
                </a:lnTo>
                <a:lnTo>
                  <a:pt x="344479" y="50090"/>
                </a:lnTo>
                <a:lnTo>
                  <a:pt x="344295" y="50430"/>
                </a:lnTo>
                <a:lnTo>
                  <a:pt x="344102" y="50764"/>
                </a:lnTo>
                <a:lnTo>
                  <a:pt x="343902" y="51092"/>
                </a:lnTo>
                <a:lnTo>
                  <a:pt x="343694" y="51414"/>
                </a:lnTo>
                <a:lnTo>
                  <a:pt x="343478" y="51730"/>
                </a:lnTo>
                <a:lnTo>
                  <a:pt x="343253" y="52041"/>
                </a:lnTo>
                <a:lnTo>
                  <a:pt x="343021" y="52345"/>
                </a:lnTo>
                <a:lnTo>
                  <a:pt x="342781" y="52643"/>
                </a:lnTo>
                <a:lnTo>
                  <a:pt x="342533" y="52936"/>
                </a:lnTo>
                <a:lnTo>
                  <a:pt x="342277" y="53222"/>
                </a:lnTo>
                <a:lnTo>
                  <a:pt x="342012" y="53503"/>
                </a:lnTo>
                <a:lnTo>
                  <a:pt x="341740" y="53777"/>
                </a:lnTo>
                <a:lnTo>
                  <a:pt x="341460" y="54046"/>
                </a:lnTo>
                <a:lnTo>
                  <a:pt x="341172" y="54308"/>
                </a:lnTo>
                <a:lnTo>
                  <a:pt x="340876" y="54565"/>
                </a:lnTo>
                <a:lnTo>
                  <a:pt x="340572" y="54815"/>
                </a:lnTo>
                <a:lnTo>
                  <a:pt x="340260" y="55060"/>
                </a:lnTo>
                <a:lnTo>
                  <a:pt x="339940" y="55299"/>
                </a:lnTo>
                <a:lnTo>
                  <a:pt x="339612" y="55532"/>
                </a:lnTo>
                <a:lnTo>
                  <a:pt x="339277" y="55758"/>
                </a:lnTo>
                <a:lnTo>
                  <a:pt x="338933" y="55979"/>
                </a:lnTo>
                <a:lnTo>
                  <a:pt x="338581" y="56194"/>
                </a:lnTo>
                <a:lnTo>
                  <a:pt x="338221" y="56403"/>
                </a:lnTo>
                <a:lnTo>
                  <a:pt x="337853" y="56606"/>
                </a:lnTo>
                <a:lnTo>
                  <a:pt x="337478" y="56803"/>
                </a:lnTo>
                <a:lnTo>
                  <a:pt x="337094" y="56993"/>
                </a:lnTo>
                <a:lnTo>
                  <a:pt x="336701" y="57175"/>
                </a:lnTo>
                <a:lnTo>
                  <a:pt x="336301" y="57348"/>
                </a:lnTo>
                <a:lnTo>
                  <a:pt x="335892" y="57514"/>
                </a:lnTo>
                <a:lnTo>
                  <a:pt x="335475" y="57672"/>
                </a:lnTo>
                <a:lnTo>
                  <a:pt x="335049" y="57821"/>
                </a:lnTo>
                <a:lnTo>
                  <a:pt x="334615" y="57963"/>
                </a:lnTo>
                <a:lnTo>
                  <a:pt x="334173" y="58096"/>
                </a:lnTo>
                <a:lnTo>
                  <a:pt x="333722" y="58221"/>
                </a:lnTo>
                <a:lnTo>
                  <a:pt x="333263" y="58338"/>
                </a:lnTo>
                <a:lnTo>
                  <a:pt x="332796" y="58448"/>
                </a:lnTo>
                <a:lnTo>
                  <a:pt x="332320" y="58549"/>
                </a:lnTo>
                <a:lnTo>
                  <a:pt x="331836" y="58642"/>
                </a:lnTo>
                <a:lnTo>
                  <a:pt x="331343" y="58726"/>
                </a:lnTo>
                <a:lnTo>
                  <a:pt x="330843" y="58803"/>
                </a:lnTo>
                <a:lnTo>
                  <a:pt x="330333" y="58872"/>
                </a:lnTo>
                <a:lnTo>
                  <a:pt x="329816" y="58932"/>
                </a:lnTo>
                <a:lnTo>
                  <a:pt x="329290" y="58985"/>
                </a:lnTo>
                <a:lnTo>
                  <a:pt x="328756" y="59029"/>
                </a:lnTo>
                <a:lnTo>
                  <a:pt x="328213" y="59066"/>
                </a:lnTo>
                <a:lnTo>
                  <a:pt x="327663" y="59094"/>
                </a:lnTo>
                <a:lnTo>
                  <a:pt x="327103" y="59114"/>
                </a:lnTo>
                <a:lnTo>
                  <a:pt x="326536" y="59126"/>
                </a:lnTo>
                <a:lnTo>
                  <a:pt x="325960" y="59131"/>
                </a:lnTo>
                <a:lnTo>
                  <a:pt x="316488" y="59131"/>
                </a:lnTo>
                <a:lnTo>
                  <a:pt x="316488" y="62073"/>
                </a:lnTo>
                <a:lnTo>
                  <a:pt x="316488" y="67168"/>
                </a:lnTo>
                <a:lnTo>
                  <a:pt x="316488" y="70038"/>
                </a:lnTo>
                <a:lnTo>
                  <a:pt x="325960" y="70038"/>
                </a:lnTo>
                <a:lnTo>
                  <a:pt x="326519" y="70042"/>
                </a:lnTo>
                <a:lnTo>
                  <a:pt x="327072" y="70052"/>
                </a:lnTo>
                <a:lnTo>
                  <a:pt x="327619" y="70070"/>
                </a:lnTo>
                <a:lnTo>
                  <a:pt x="328160" y="70095"/>
                </a:lnTo>
                <a:lnTo>
                  <a:pt x="328694" y="70127"/>
                </a:lnTo>
                <a:lnTo>
                  <a:pt x="329223" y="70166"/>
                </a:lnTo>
                <a:lnTo>
                  <a:pt x="329745" y="70212"/>
                </a:lnTo>
                <a:lnTo>
                  <a:pt x="330262" y="70266"/>
                </a:lnTo>
                <a:lnTo>
                  <a:pt x="330772" y="70326"/>
                </a:lnTo>
                <a:lnTo>
                  <a:pt x="331276" y="70394"/>
                </a:lnTo>
                <a:lnTo>
                  <a:pt x="331774" y="70469"/>
                </a:lnTo>
                <a:lnTo>
                  <a:pt x="332266" y="70550"/>
                </a:lnTo>
                <a:lnTo>
                  <a:pt x="332752" y="70639"/>
                </a:lnTo>
                <a:lnTo>
                  <a:pt x="333231" y="70736"/>
                </a:lnTo>
                <a:lnTo>
                  <a:pt x="333705" y="70839"/>
                </a:lnTo>
                <a:lnTo>
                  <a:pt x="334173" y="70949"/>
                </a:lnTo>
                <a:lnTo>
                  <a:pt x="334634" y="71066"/>
                </a:lnTo>
                <a:lnTo>
                  <a:pt x="335089" y="71191"/>
                </a:lnTo>
                <a:lnTo>
                  <a:pt x="335538" y="71323"/>
                </a:lnTo>
                <a:lnTo>
                  <a:pt x="335982" y="71461"/>
                </a:lnTo>
                <a:lnTo>
                  <a:pt x="336419" y="71607"/>
                </a:lnTo>
                <a:lnTo>
                  <a:pt x="336849" y="71760"/>
                </a:lnTo>
                <a:lnTo>
                  <a:pt x="337274" y="71920"/>
                </a:lnTo>
                <a:lnTo>
                  <a:pt x="337693" y="72088"/>
                </a:lnTo>
                <a:lnTo>
                  <a:pt x="338105" y="72262"/>
                </a:lnTo>
                <a:lnTo>
                  <a:pt x="338508" y="72444"/>
                </a:lnTo>
                <a:lnTo>
                  <a:pt x="338904" y="72633"/>
                </a:lnTo>
                <a:lnTo>
                  <a:pt x="339292" y="72830"/>
                </a:lnTo>
                <a:lnTo>
                  <a:pt x="339673" y="73035"/>
                </a:lnTo>
                <a:lnTo>
                  <a:pt x="340045" y="73246"/>
                </a:lnTo>
                <a:lnTo>
                  <a:pt x="340410" y="73466"/>
                </a:lnTo>
                <a:lnTo>
                  <a:pt x="340767" y="73693"/>
                </a:lnTo>
                <a:lnTo>
                  <a:pt x="341115" y="73927"/>
                </a:lnTo>
                <a:lnTo>
                  <a:pt x="341457" y="74169"/>
                </a:lnTo>
                <a:lnTo>
                  <a:pt x="341790" y="74418"/>
                </a:lnTo>
                <a:lnTo>
                  <a:pt x="342115" y="74675"/>
                </a:lnTo>
                <a:lnTo>
                  <a:pt x="342433" y="74939"/>
                </a:lnTo>
                <a:lnTo>
                  <a:pt x="342742" y="75211"/>
                </a:lnTo>
                <a:lnTo>
                  <a:pt x="343044" y="75491"/>
                </a:lnTo>
                <a:lnTo>
                  <a:pt x="343338" y="75777"/>
                </a:lnTo>
                <a:lnTo>
                  <a:pt x="343624" y="76072"/>
                </a:lnTo>
                <a:lnTo>
                  <a:pt x="343902" y="76374"/>
                </a:lnTo>
                <a:lnTo>
                  <a:pt x="344173" y="76683"/>
                </a:lnTo>
                <a:lnTo>
                  <a:pt x="344435" y="77000"/>
                </a:lnTo>
                <a:lnTo>
                  <a:pt x="344690" y="77324"/>
                </a:lnTo>
                <a:lnTo>
                  <a:pt x="344937" y="77656"/>
                </a:lnTo>
                <a:lnTo>
                  <a:pt x="345176" y="77995"/>
                </a:lnTo>
                <a:lnTo>
                  <a:pt x="345407" y="78342"/>
                </a:lnTo>
                <a:lnTo>
                  <a:pt x="345630" y="78697"/>
                </a:lnTo>
                <a:lnTo>
                  <a:pt x="345843" y="79059"/>
                </a:lnTo>
                <a:lnTo>
                  <a:pt x="346046" y="79430"/>
                </a:lnTo>
                <a:lnTo>
                  <a:pt x="346240" y="79809"/>
                </a:lnTo>
                <a:lnTo>
                  <a:pt x="346425" y="80196"/>
                </a:lnTo>
                <a:lnTo>
                  <a:pt x="346600" y="80591"/>
                </a:lnTo>
                <a:lnTo>
                  <a:pt x="346766" y="80994"/>
                </a:lnTo>
                <a:lnTo>
                  <a:pt x="346922" y="81405"/>
                </a:lnTo>
                <a:lnTo>
                  <a:pt x="347069" y="81825"/>
                </a:lnTo>
                <a:lnTo>
                  <a:pt x="347206" y="82252"/>
                </a:lnTo>
                <a:lnTo>
                  <a:pt x="347334" y="82688"/>
                </a:lnTo>
                <a:lnTo>
                  <a:pt x="347452" y="83132"/>
                </a:lnTo>
                <a:lnTo>
                  <a:pt x="347561" y="83583"/>
                </a:lnTo>
                <a:lnTo>
                  <a:pt x="347661" y="84043"/>
                </a:lnTo>
                <a:lnTo>
                  <a:pt x="347750" y="84512"/>
                </a:lnTo>
                <a:lnTo>
                  <a:pt x="347831" y="84988"/>
                </a:lnTo>
                <a:lnTo>
                  <a:pt x="347902" y="85472"/>
                </a:lnTo>
                <a:lnTo>
                  <a:pt x="347964" y="85965"/>
                </a:lnTo>
                <a:lnTo>
                  <a:pt x="348016" y="86465"/>
                </a:lnTo>
                <a:lnTo>
                  <a:pt x="348058" y="86974"/>
                </a:lnTo>
                <a:lnTo>
                  <a:pt x="348091" y="87491"/>
                </a:lnTo>
                <a:lnTo>
                  <a:pt x="348115" y="88016"/>
                </a:lnTo>
                <a:lnTo>
                  <a:pt x="348129" y="88549"/>
                </a:lnTo>
                <a:lnTo>
                  <a:pt x="348134" y="89090"/>
                </a:lnTo>
                <a:lnTo>
                  <a:pt x="348130" y="89632"/>
                </a:lnTo>
                <a:lnTo>
                  <a:pt x="348117" y="90165"/>
                </a:lnTo>
                <a:lnTo>
                  <a:pt x="348096" y="90691"/>
                </a:lnTo>
                <a:lnTo>
                  <a:pt x="348067" y="91209"/>
                </a:lnTo>
                <a:lnTo>
                  <a:pt x="348030" y="91719"/>
                </a:lnTo>
                <a:lnTo>
                  <a:pt x="347984" y="92222"/>
                </a:lnTo>
                <a:lnTo>
                  <a:pt x="347929" y="92717"/>
                </a:lnTo>
                <a:lnTo>
                  <a:pt x="347867" y="93204"/>
                </a:lnTo>
                <a:lnTo>
                  <a:pt x="347796" y="93683"/>
                </a:lnTo>
                <a:lnTo>
                  <a:pt x="347717" y="94155"/>
                </a:lnTo>
                <a:lnTo>
                  <a:pt x="347629" y="94619"/>
                </a:lnTo>
                <a:lnTo>
                  <a:pt x="347533" y="95075"/>
                </a:lnTo>
                <a:lnTo>
                  <a:pt x="347429" y="95524"/>
                </a:lnTo>
                <a:lnTo>
                  <a:pt x="347316" y="95964"/>
                </a:lnTo>
                <a:lnTo>
                  <a:pt x="347195" y="96397"/>
                </a:lnTo>
                <a:lnTo>
                  <a:pt x="347066" y="96823"/>
                </a:lnTo>
                <a:lnTo>
                  <a:pt x="346928" y="97240"/>
                </a:lnTo>
                <a:lnTo>
                  <a:pt x="346782" y="97650"/>
                </a:lnTo>
                <a:lnTo>
                  <a:pt x="346627" y="98052"/>
                </a:lnTo>
                <a:lnTo>
                  <a:pt x="346465" y="98446"/>
                </a:lnTo>
                <a:lnTo>
                  <a:pt x="346293" y="98833"/>
                </a:lnTo>
                <a:lnTo>
                  <a:pt x="346114" y="99212"/>
                </a:lnTo>
                <a:lnTo>
                  <a:pt x="345926" y="99583"/>
                </a:lnTo>
                <a:lnTo>
                  <a:pt x="345730" y="99946"/>
                </a:lnTo>
                <a:lnTo>
                  <a:pt x="345526" y="100302"/>
                </a:lnTo>
                <a:lnTo>
                  <a:pt x="345315" y="100650"/>
                </a:lnTo>
                <a:lnTo>
                  <a:pt x="345098" y="100990"/>
                </a:lnTo>
                <a:lnTo>
                  <a:pt x="344873" y="101323"/>
                </a:lnTo>
                <a:lnTo>
                  <a:pt x="344641" y="101648"/>
                </a:lnTo>
                <a:lnTo>
                  <a:pt x="344402" y="101966"/>
                </a:lnTo>
                <a:lnTo>
                  <a:pt x="344157" y="102276"/>
                </a:lnTo>
                <a:lnTo>
                  <a:pt x="343904" y="102578"/>
                </a:lnTo>
                <a:lnTo>
                  <a:pt x="343644" y="102873"/>
                </a:lnTo>
                <a:lnTo>
                  <a:pt x="343378" y="103160"/>
                </a:lnTo>
                <a:lnTo>
                  <a:pt x="343104" y="103439"/>
                </a:lnTo>
                <a:lnTo>
                  <a:pt x="342824" y="103711"/>
                </a:lnTo>
                <a:lnTo>
                  <a:pt x="342536" y="103975"/>
                </a:lnTo>
                <a:lnTo>
                  <a:pt x="342242" y="104232"/>
                </a:lnTo>
                <a:lnTo>
                  <a:pt x="341940" y="104481"/>
                </a:lnTo>
                <a:lnTo>
                  <a:pt x="341632" y="104722"/>
                </a:lnTo>
                <a:lnTo>
                  <a:pt x="341316" y="104956"/>
                </a:lnTo>
                <a:lnTo>
                  <a:pt x="340994" y="105183"/>
                </a:lnTo>
                <a:lnTo>
                  <a:pt x="340664" y="105401"/>
                </a:lnTo>
                <a:lnTo>
                  <a:pt x="340328" y="105612"/>
                </a:lnTo>
                <a:lnTo>
                  <a:pt x="339985" y="105816"/>
                </a:lnTo>
                <a:lnTo>
                  <a:pt x="339634" y="106011"/>
                </a:lnTo>
                <a:lnTo>
                  <a:pt x="339277" y="106200"/>
                </a:lnTo>
                <a:lnTo>
                  <a:pt x="338913" y="106380"/>
                </a:lnTo>
                <a:lnTo>
                  <a:pt x="338542" y="106553"/>
                </a:lnTo>
                <a:lnTo>
                  <a:pt x="338166" y="106719"/>
                </a:lnTo>
                <a:lnTo>
                  <a:pt x="337783" y="106877"/>
                </a:lnTo>
                <a:lnTo>
                  <a:pt x="337395" y="107028"/>
                </a:lnTo>
                <a:lnTo>
                  <a:pt x="337001" y="107172"/>
                </a:lnTo>
                <a:lnTo>
                  <a:pt x="336601" y="107308"/>
                </a:lnTo>
                <a:lnTo>
                  <a:pt x="336195" y="107437"/>
                </a:lnTo>
                <a:lnTo>
                  <a:pt x="335783" y="107559"/>
                </a:lnTo>
                <a:lnTo>
                  <a:pt x="335366" y="107673"/>
                </a:lnTo>
                <a:lnTo>
                  <a:pt x="334942" y="107780"/>
                </a:lnTo>
                <a:lnTo>
                  <a:pt x="334513" y="107879"/>
                </a:lnTo>
                <a:lnTo>
                  <a:pt x="334078" y="107971"/>
                </a:lnTo>
                <a:lnTo>
                  <a:pt x="333637" y="108056"/>
                </a:lnTo>
                <a:lnTo>
                  <a:pt x="333190" y="108133"/>
                </a:lnTo>
                <a:lnTo>
                  <a:pt x="332737" y="108203"/>
                </a:lnTo>
                <a:lnTo>
                  <a:pt x="332279" y="108266"/>
                </a:lnTo>
                <a:lnTo>
                  <a:pt x="331815" y="108321"/>
                </a:lnTo>
                <a:lnTo>
                  <a:pt x="331344" y="108369"/>
                </a:lnTo>
                <a:lnTo>
                  <a:pt x="330868" y="108410"/>
                </a:lnTo>
                <a:lnTo>
                  <a:pt x="330386" y="108443"/>
                </a:lnTo>
                <a:lnTo>
                  <a:pt x="329898" y="108468"/>
                </a:lnTo>
                <a:lnTo>
                  <a:pt x="329405" y="108487"/>
                </a:lnTo>
                <a:lnTo>
                  <a:pt x="328905" y="108498"/>
                </a:lnTo>
                <a:lnTo>
                  <a:pt x="328400" y="108502"/>
                </a:lnTo>
                <a:lnTo>
                  <a:pt x="327894" y="108498"/>
                </a:lnTo>
                <a:lnTo>
                  <a:pt x="327394" y="108486"/>
                </a:lnTo>
                <a:lnTo>
                  <a:pt x="326900" y="108466"/>
                </a:lnTo>
                <a:lnTo>
                  <a:pt x="326412" y="108439"/>
                </a:lnTo>
                <a:lnTo>
                  <a:pt x="325928" y="108403"/>
                </a:lnTo>
                <a:lnTo>
                  <a:pt x="325451" y="108360"/>
                </a:lnTo>
                <a:lnTo>
                  <a:pt x="324979" y="108309"/>
                </a:lnTo>
                <a:lnTo>
                  <a:pt x="324513" y="108249"/>
                </a:lnTo>
                <a:lnTo>
                  <a:pt x="324052" y="108182"/>
                </a:lnTo>
                <a:lnTo>
                  <a:pt x="323597" y="108108"/>
                </a:lnTo>
                <a:lnTo>
                  <a:pt x="323148" y="108025"/>
                </a:lnTo>
                <a:lnTo>
                  <a:pt x="322704" y="107934"/>
                </a:lnTo>
                <a:lnTo>
                  <a:pt x="322266" y="107836"/>
                </a:lnTo>
                <a:lnTo>
                  <a:pt x="321833" y="107729"/>
                </a:lnTo>
                <a:lnTo>
                  <a:pt x="321406" y="107615"/>
                </a:lnTo>
                <a:lnTo>
                  <a:pt x="320985" y="107493"/>
                </a:lnTo>
                <a:lnTo>
                  <a:pt x="320569" y="107363"/>
                </a:lnTo>
                <a:lnTo>
                  <a:pt x="320159" y="107225"/>
                </a:lnTo>
                <a:lnTo>
                  <a:pt x="319754" y="107079"/>
                </a:lnTo>
                <a:lnTo>
                  <a:pt x="319355" y="106926"/>
                </a:lnTo>
                <a:lnTo>
                  <a:pt x="318962" y="106764"/>
                </a:lnTo>
                <a:lnTo>
                  <a:pt x="318574" y="106595"/>
                </a:lnTo>
                <a:lnTo>
                  <a:pt x="318192" y="106417"/>
                </a:lnTo>
                <a:lnTo>
                  <a:pt x="317815" y="106232"/>
                </a:lnTo>
                <a:lnTo>
                  <a:pt x="317445" y="106040"/>
                </a:lnTo>
                <a:lnTo>
                  <a:pt x="317082" y="105841"/>
                </a:lnTo>
                <a:lnTo>
                  <a:pt x="316726" y="105636"/>
                </a:lnTo>
                <a:lnTo>
                  <a:pt x="316378" y="105425"/>
                </a:lnTo>
                <a:lnTo>
                  <a:pt x="316037" y="105207"/>
                </a:lnTo>
                <a:lnTo>
                  <a:pt x="315703" y="104983"/>
                </a:lnTo>
                <a:lnTo>
                  <a:pt x="315376" y="104752"/>
                </a:lnTo>
                <a:lnTo>
                  <a:pt x="315056" y="104515"/>
                </a:lnTo>
                <a:lnTo>
                  <a:pt x="314744" y="104272"/>
                </a:lnTo>
                <a:lnTo>
                  <a:pt x="314439" y="104022"/>
                </a:lnTo>
                <a:lnTo>
                  <a:pt x="314141" y="103766"/>
                </a:lnTo>
                <a:lnTo>
                  <a:pt x="313850" y="103504"/>
                </a:lnTo>
                <a:lnTo>
                  <a:pt x="313567" y="103235"/>
                </a:lnTo>
                <a:lnTo>
                  <a:pt x="313291" y="102960"/>
                </a:lnTo>
                <a:lnTo>
                  <a:pt x="313022" y="102678"/>
                </a:lnTo>
                <a:lnTo>
                  <a:pt x="312760" y="102390"/>
                </a:lnTo>
                <a:lnTo>
                  <a:pt x="312506" y="102096"/>
                </a:lnTo>
                <a:lnTo>
                  <a:pt x="312258" y="101795"/>
                </a:lnTo>
                <a:lnTo>
                  <a:pt x="312018" y="101488"/>
                </a:lnTo>
                <a:lnTo>
                  <a:pt x="311785" y="101174"/>
                </a:lnTo>
                <a:lnTo>
                  <a:pt x="311560" y="100855"/>
                </a:lnTo>
                <a:lnTo>
                  <a:pt x="311341" y="100528"/>
                </a:lnTo>
                <a:lnTo>
                  <a:pt x="311130" y="100196"/>
                </a:lnTo>
                <a:lnTo>
                  <a:pt x="310926" y="99857"/>
                </a:lnTo>
                <a:lnTo>
                  <a:pt x="310730" y="99512"/>
                </a:lnTo>
                <a:lnTo>
                  <a:pt x="310542" y="99163"/>
                </a:lnTo>
                <a:lnTo>
                  <a:pt x="310363" y="98809"/>
                </a:lnTo>
                <a:lnTo>
                  <a:pt x="310192" y="98450"/>
                </a:lnTo>
                <a:lnTo>
                  <a:pt x="310029" y="98086"/>
                </a:lnTo>
                <a:lnTo>
                  <a:pt x="309874" y="97718"/>
                </a:lnTo>
                <a:lnTo>
                  <a:pt x="309728" y="97345"/>
                </a:lnTo>
                <a:lnTo>
                  <a:pt x="309591" y="96967"/>
                </a:lnTo>
                <a:lnTo>
                  <a:pt x="309461" y="96585"/>
                </a:lnTo>
                <a:lnTo>
                  <a:pt x="309340" y="96197"/>
                </a:lnTo>
                <a:lnTo>
                  <a:pt x="309228" y="95805"/>
                </a:lnTo>
                <a:lnTo>
                  <a:pt x="309123" y="95408"/>
                </a:lnTo>
                <a:lnTo>
                  <a:pt x="309027" y="95007"/>
                </a:lnTo>
                <a:lnTo>
                  <a:pt x="308940" y="94600"/>
                </a:lnTo>
                <a:lnTo>
                  <a:pt x="308860" y="94189"/>
                </a:lnTo>
                <a:lnTo>
                  <a:pt x="308789" y="93773"/>
                </a:lnTo>
                <a:lnTo>
                  <a:pt x="308727" y="93352"/>
                </a:lnTo>
                <a:lnTo>
                  <a:pt x="308673" y="92927"/>
                </a:lnTo>
                <a:lnTo>
                  <a:pt x="308627" y="92497"/>
                </a:lnTo>
                <a:lnTo>
                  <a:pt x="308589" y="92062"/>
                </a:lnTo>
                <a:lnTo>
                  <a:pt x="308560" y="91622"/>
                </a:lnTo>
                <a:lnTo>
                  <a:pt x="308539" y="91178"/>
                </a:lnTo>
                <a:lnTo>
                  <a:pt x="308526" y="90728"/>
                </a:lnTo>
                <a:lnTo>
                  <a:pt x="308522" y="90274"/>
                </a:lnTo>
                <a:lnTo>
                  <a:pt x="295247" y="90274"/>
                </a:lnTo>
                <a:lnTo>
                  <a:pt x="295251" y="90853"/>
                </a:lnTo>
                <a:lnTo>
                  <a:pt x="295265" y="91427"/>
                </a:lnTo>
                <a:lnTo>
                  <a:pt x="295287" y="91995"/>
                </a:lnTo>
                <a:lnTo>
                  <a:pt x="295318" y="92558"/>
                </a:lnTo>
                <a:lnTo>
                  <a:pt x="295359" y="93115"/>
                </a:lnTo>
                <a:lnTo>
                  <a:pt x="295408" y="93667"/>
                </a:lnTo>
                <a:lnTo>
                  <a:pt x="295466" y="94214"/>
                </a:lnTo>
                <a:lnTo>
                  <a:pt x="295534" y="94755"/>
                </a:lnTo>
                <a:lnTo>
                  <a:pt x="295610" y="95291"/>
                </a:lnTo>
                <a:lnTo>
                  <a:pt x="295695" y="95821"/>
                </a:lnTo>
                <a:lnTo>
                  <a:pt x="295789" y="96347"/>
                </a:lnTo>
                <a:lnTo>
                  <a:pt x="295892" y="96866"/>
                </a:lnTo>
                <a:lnTo>
                  <a:pt x="296005" y="97381"/>
                </a:lnTo>
                <a:lnTo>
                  <a:pt x="296126" y="97890"/>
                </a:lnTo>
                <a:lnTo>
                  <a:pt x="296256" y="98393"/>
                </a:lnTo>
                <a:lnTo>
                  <a:pt x="296395" y="98892"/>
                </a:lnTo>
                <a:lnTo>
                  <a:pt x="296543" y="99385"/>
                </a:lnTo>
                <a:lnTo>
                  <a:pt x="296700" y="99872"/>
                </a:lnTo>
                <a:lnTo>
                  <a:pt x="296866" y="100354"/>
                </a:lnTo>
                <a:lnTo>
                  <a:pt x="297041" y="100831"/>
                </a:lnTo>
                <a:lnTo>
                  <a:pt x="297224" y="101303"/>
                </a:lnTo>
                <a:lnTo>
                  <a:pt x="297417" y="101769"/>
                </a:lnTo>
                <a:lnTo>
                  <a:pt x="297619" y="102229"/>
                </a:lnTo>
                <a:lnTo>
                  <a:pt x="297830" y="102685"/>
                </a:lnTo>
                <a:lnTo>
                  <a:pt x="298049" y="103134"/>
                </a:lnTo>
                <a:lnTo>
                  <a:pt x="298274" y="103578"/>
                </a:lnTo>
                <a:lnTo>
                  <a:pt x="298507" y="104015"/>
                </a:lnTo>
                <a:lnTo>
                  <a:pt x="298747" y="104447"/>
                </a:lnTo>
                <a:lnTo>
                  <a:pt x="298994" y="104873"/>
                </a:lnTo>
                <a:lnTo>
                  <a:pt x="299247" y="105292"/>
                </a:lnTo>
                <a:lnTo>
                  <a:pt x="299508" y="105706"/>
                </a:lnTo>
                <a:lnTo>
                  <a:pt x="299775" y="106114"/>
                </a:lnTo>
                <a:lnTo>
                  <a:pt x="300050" y="106515"/>
                </a:lnTo>
                <a:lnTo>
                  <a:pt x="300332" y="106911"/>
                </a:lnTo>
                <a:lnTo>
                  <a:pt x="300620" y="107301"/>
                </a:lnTo>
                <a:lnTo>
                  <a:pt x="300916" y="107684"/>
                </a:lnTo>
                <a:lnTo>
                  <a:pt x="301218" y="108062"/>
                </a:lnTo>
                <a:lnTo>
                  <a:pt x="301528" y="108434"/>
                </a:lnTo>
                <a:lnTo>
                  <a:pt x="301844" y="108799"/>
                </a:lnTo>
                <a:lnTo>
                  <a:pt x="302167" y="109159"/>
                </a:lnTo>
                <a:lnTo>
                  <a:pt x="302498" y="109513"/>
                </a:lnTo>
                <a:lnTo>
                  <a:pt x="302835" y="109860"/>
                </a:lnTo>
                <a:lnTo>
                  <a:pt x="303180" y="110202"/>
                </a:lnTo>
                <a:lnTo>
                  <a:pt x="303531" y="110538"/>
                </a:lnTo>
                <a:lnTo>
                  <a:pt x="303889" y="110867"/>
                </a:lnTo>
                <a:lnTo>
                  <a:pt x="304255" y="111191"/>
                </a:lnTo>
                <a:lnTo>
                  <a:pt x="304627" y="111509"/>
                </a:lnTo>
                <a:lnTo>
                  <a:pt x="305006" y="111821"/>
                </a:lnTo>
                <a:lnTo>
                  <a:pt x="305391" y="112126"/>
                </a:lnTo>
                <a:lnTo>
                  <a:pt x="305781" y="112426"/>
                </a:lnTo>
                <a:lnTo>
                  <a:pt x="306176" y="112719"/>
                </a:lnTo>
                <a:lnTo>
                  <a:pt x="306576" y="113006"/>
                </a:lnTo>
                <a:lnTo>
                  <a:pt x="306980" y="113288"/>
                </a:lnTo>
                <a:lnTo>
                  <a:pt x="307390" y="113563"/>
                </a:lnTo>
                <a:lnTo>
                  <a:pt x="307804" y="113832"/>
                </a:lnTo>
                <a:lnTo>
                  <a:pt x="308223" y="114094"/>
                </a:lnTo>
                <a:lnTo>
                  <a:pt x="308647" y="114351"/>
                </a:lnTo>
                <a:lnTo>
                  <a:pt x="309076" y="114602"/>
                </a:lnTo>
                <a:lnTo>
                  <a:pt x="309510" y="114846"/>
                </a:lnTo>
                <a:lnTo>
                  <a:pt x="309948" y="115085"/>
                </a:lnTo>
                <a:lnTo>
                  <a:pt x="310392" y="115317"/>
                </a:lnTo>
                <a:lnTo>
                  <a:pt x="310840" y="115543"/>
                </a:lnTo>
                <a:lnTo>
                  <a:pt x="311293" y="115763"/>
                </a:lnTo>
                <a:lnTo>
                  <a:pt x="311751" y="115977"/>
                </a:lnTo>
                <a:lnTo>
                  <a:pt x="312214" y="116184"/>
                </a:lnTo>
                <a:lnTo>
                  <a:pt x="312682" y="116386"/>
                </a:lnTo>
                <a:lnTo>
                  <a:pt x="313155" y="116582"/>
                </a:lnTo>
                <a:lnTo>
                  <a:pt x="313632" y="116771"/>
                </a:lnTo>
                <a:lnTo>
                  <a:pt x="314115" y="116954"/>
                </a:lnTo>
                <a:lnTo>
                  <a:pt x="314602" y="117131"/>
                </a:lnTo>
                <a:lnTo>
                  <a:pt x="315094" y="117302"/>
                </a:lnTo>
                <a:lnTo>
                  <a:pt x="315591" y="117467"/>
                </a:lnTo>
                <a:lnTo>
                  <a:pt x="316091" y="117626"/>
                </a:lnTo>
                <a:lnTo>
                  <a:pt x="316595" y="117777"/>
                </a:lnTo>
                <a:lnTo>
                  <a:pt x="317102" y="117922"/>
                </a:lnTo>
                <a:lnTo>
                  <a:pt x="317611" y="118061"/>
                </a:lnTo>
                <a:lnTo>
                  <a:pt x="318123" y="118192"/>
                </a:lnTo>
                <a:lnTo>
                  <a:pt x="318638" y="118317"/>
                </a:lnTo>
                <a:lnTo>
                  <a:pt x="319156" y="118435"/>
                </a:lnTo>
                <a:lnTo>
                  <a:pt x="319677" y="118546"/>
                </a:lnTo>
                <a:lnTo>
                  <a:pt x="320201" y="118651"/>
                </a:lnTo>
                <a:lnTo>
                  <a:pt x="320727" y="118748"/>
                </a:lnTo>
                <a:lnTo>
                  <a:pt x="321257" y="118839"/>
                </a:lnTo>
                <a:lnTo>
                  <a:pt x="321789" y="118924"/>
                </a:lnTo>
                <a:lnTo>
                  <a:pt x="322324" y="119001"/>
                </a:lnTo>
                <a:lnTo>
                  <a:pt x="322862" y="119072"/>
                </a:lnTo>
                <a:lnTo>
                  <a:pt x="323403" y="119136"/>
                </a:lnTo>
                <a:lnTo>
                  <a:pt x="323947" y="119193"/>
                </a:lnTo>
                <a:lnTo>
                  <a:pt x="324493" y="119244"/>
                </a:lnTo>
                <a:lnTo>
                  <a:pt x="325043" y="119288"/>
                </a:lnTo>
                <a:lnTo>
                  <a:pt x="325595" y="119325"/>
                </a:lnTo>
                <a:lnTo>
                  <a:pt x="326150" y="119355"/>
                </a:lnTo>
                <a:lnTo>
                  <a:pt x="326708" y="119379"/>
                </a:lnTo>
                <a:lnTo>
                  <a:pt x="327269" y="119396"/>
                </a:lnTo>
                <a:lnTo>
                  <a:pt x="327833" y="119406"/>
                </a:lnTo>
                <a:lnTo>
                  <a:pt x="328400" y="119409"/>
                </a:lnTo>
                <a:lnTo>
                  <a:pt x="328990" y="119406"/>
                </a:lnTo>
                <a:lnTo>
                  <a:pt x="329576" y="119395"/>
                </a:lnTo>
                <a:lnTo>
                  <a:pt x="330159" y="119378"/>
                </a:lnTo>
                <a:lnTo>
                  <a:pt x="330738" y="119353"/>
                </a:lnTo>
                <a:lnTo>
                  <a:pt x="331313" y="119322"/>
                </a:lnTo>
                <a:lnTo>
                  <a:pt x="331885" y="119283"/>
                </a:lnTo>
                <a:lnTo>
                  <a:pt x="332452" y="119238"/>
                </a:lnTo>
                <a:lnTo>
                  <a:pt x="333016" y="119186"/>
                </a:lnTo>
                <a:lnTo>
                  <a:pt x="333577" y="119126"/>
                </a:lnTo>
                <a:lnTo>
                  <a:pt x="334133" y="119060"/>
                </a:lnTo>
                <a:lnTo>
                  <a:pt x="334686" y="118987"/>
                </a:lnTo>
                <a:lnTo>
                  <a:pt x="335235" y="118906"/>
                </a:lnTo>
                <a:lnTo>
                  <a:pt x="335780" y="118819"/>
                </a:lnTo>
                <a:lnTo>
                  <a:pt x="336322" y="118725"/>
                </a:lnTo>
                <a:lnTo>
                  <a:pt x="336860" y="118623"/>
                </a:lnTo>
                <a:lnTo>
                  <a:pt x="337394" y="118515"/>
                </a:lnTo>
                <a:lnTo>
                  <a:pt x="337924" y="118400"/>
                </a:lnTo>
                <a:lnTo>
                  <a:pt x="338451" y="118278"/>
                </a:lnTo>
                <a:lnTo>
                  <a:pt x="338974" y="118148"/>
                </a:lnTo>
                <a:lnTo>
                  <a:pt x="339493" y="118012"/>
                </a:lnTo>
                <a:lnTo>
                  <a:pt x="340008" y="117869"/>
                </a:lnTo>
                <a:lnTo>
                  <a:pt x="340520" y="117719"/>
                </a:lnTo>
                <a:lnTo>
                  <a:pt x="341028" y="117562"/>
                </a:lnTo>
                <a:lnTo>
                  <a:pt x="341532" y="117398"/>
                </a:lnTo>
                <a:lnTo>
                  <a:pt x="342032" y="117227"/>
                </a:lnTo>
                <a:lnTo>
                  <a:pt x="342526" y="117049"/>
                </a:lnTo>
                <a:lnTo>
                  <a:pt x="343015" y="116864"/>
                </a:lnTo>
                <a:lnTo>
                  <a:pt x="343498" y="116673"/>
                </a:lnTo>
                <a:lnTo>
                  <a:pt x="343977" y="116475"/>
                </a:lnTo>
                <a:lnTo>
                  <a:pt x="344450" y="116271"/>
                </a:lnTo>
                <a:lnTo>
                  <a:pt x="344917" y="116059"/>
                </a:lnTo>
                <a:lnTo>
                  <a:pt x="345379" y="115841"/>
                </a:lnTo>
                <a:lnTo>
                  <a:pt x="345836" y="115616"/>
                </a:lnTo>
                <a:lnTo>
                  <a:pt x="346287" y="115385"/>
                </a:lnTo>
                <a:lnTo>
                  <a:pt x="346733" y="115146"/>
                </a:lnTo>
                <a:lnTo>
                  <a:pt x="347174" y="114901"/>
                </a:lnTo>
                <a:lnTo>
                  <a:pt x="347610" y="114649"/>
                </a:lnTo>
                <a:lnTo>
                  <a:pt x="348040" y="114391"/>
                </a:lnTo>
                <a:lnTo>
                  <a:pt x="348464" y="114126"/>
                </a:lnTo>
                <a:lnTo>
                  <a:pt x="348883" y="113853"/>
                </a:lnTo>
                <a:lnTo>
                  <a:pt x="349297" y="113575"/>
                </a:lnTo>
                <a:lnTo>
                  <a:pt x="349706" y="113289"/>
                </a:lnTo>
                <a:lnTo>
                  <a:pt x="350109" y="112997"/>
                </a:lnTo>
                <a:lnTo>
                  <a:pt x="350507" y="112698"/>
                </a:lnTo>
                <a:lnTo>
                  <a:pt x="350900" y="112392"/>
                </a:lnTo>
                <a:lnTo>
                  <a:pt x="351287" y="112080"/>
                </a:lnTo>
                <a:lnTo>
                  <a:pt x="351668" y="111761"/>
                </a:lnTo>
                <a:lnTo>
                  <a:pt x="352045" y="111435"/>
                </a:lnTo>
                <a:lnTo>
                  <a:pt x="352415" y="111102"/>
                </a:lnTo>
                <a:lnTo>
                  <a:pt x="352778" y="110764"/>
                </a:lnTo>
                <a:lnTo>
                  <a:pt x="353135" y="110420"/>
                </a:lnTo>
                <a:lnTo>
                  <a:pt x="353484" y="110069"/>
                </a:lnTo>
                <a:lnTo>
                  <a:pt x="353826" y="109713"/>
                </a:lnTo>
                <a:lnTo>
                  <a:pt x="354162" y="109350"/>
                </a:lnTo>
                <a:lnTo>
                  <a:pt x="354490" y="108982"/>
                </a:lnTo>
                <a:lnTo>
                  <a:pt x="354812" y="108608"/>
                </a:lnTo>
                <a:lnTo>
                  <a:pt x="355126" y="108227"/>
                </a:lnTo>
                <a:lnTo>
                  <a:pt x="355434" y="107841"/>
                </a:lnTo>
                <a:lnTo>
                  <a:pt x="355734" y="107449"/>
                </a:lnTo>
                <a:lnTo>
                  <a:pt x="356028" y="107051"/>
                </a:lnTo>
                <a:lnTo>
                  <a:pt x="356314" y="106647"/>
                </a:lnTo>
                <a:lnTo>
                  <a:pt x="356594" y="106236"/>
                </a:lnTo>
                <a:lnTo>
                  <a:pt x="356866" y="105820"/>
                </a:lnTo>
                <a:lnTo>
                  <a:pt x="357132" y="105398"/>
                </a:lnTo>
                <a:lnTo>
                  <a:pt x="357391" y="104970"/>
                </a:lnTo>
                <a:lnTo>
                  <a:pt x="357642" y="104536"/>
                </a:lnTo>
                <a:lnTo>
                  <a:pt x="357887" y="104096"/>
                </a:lnTo>
                <a:lnTo>
                  <a:pt x="358125" y="103650"/>
                </a:lnTo>
                <a:lnTo>
                  <a:pt x="358355" y="103198"/>
                </a:lnTo>
                <a:lnTo>
                  <a:pt x="358579" y="102739"/>
                </a:lnTo>
                <a:lnTo>
                  <a:pt x="358796" y="102275"/>
                </a:lnTo>
                <a:lnTo>
                  <a:pt x="359006" y="101805"/>
                </a:lnTo>
                <a:lnTo>
                  <a:pt x="359208" y="101330"/>
                </a:lnTo>
                <a:lnTo>
                  <a:pt x="359401" y="100848"/>
                </a:lnTo>
                <a:lnTo>
                  <a:pt x="359586" y="100361"/>
                </a:lnTo>
                <a:lnTo>
                  <a:pt x="359762" y="99868"/>
                </a:lnTo>
                <a:lnTo>
                  <a:pt x="359930" y="99369"/>
                </a:lnTo>
                <a:lnTo>
                  <a:pt x="360089" y="98864"/>
                </a:lnTo>
                <a:lnTo>
                  <a:pt x="360239" y="98354"/>
                </a:lnTo>
                <a:lnTo>
                  <a:pt x="360381" y="97838"/>
                </a:lnTo>
                <a:lnTo>
                  <a:pt x="360514" y="97316"/>
                </a:lnTo>
                <a:lnTo>
                  <a:pt x="360639" y="96789"/>
                </a:lnTo>
                <a:lnTo>
                  <a:pt x="360755" y="96255"/>
                </a:lnTo>
                <a:lnTo>
                  <a:pt x="360862" y="95717"/>
                </a:lnTo>
                <a:lnTo>
                  <a:pt x="360961" y="95172"/>
                </a:lnTo>
                <a:lnTo>
                  <a:pt x="361052" y="94621"/>
                </a:lnTo>
                <a:lnTo>
                  <a:pt x="361133" y="94065"/>
                </a:lnTo>
                <a:lnTo>
                  <a:pt x="361206" y="93503"/>
                </a:lnTo>
                <a:lnTo>
                  <a:pt x="361271" y="92936"/>
                </a:lnTo>
                <a:lnTo>
                  <a:pt x="361327" y="92362"/>
                </a:lnTo>
                <a:lnTo>
                  <a:pt x="361374" y="91783"/>
                </a:lnTo>
                <a:lnTo>
                  <a:pt x="361413" y="91198"/>
                </a:lnTo>
                <a:lnTo>
                  <a:pt x="361443" y="90607"/>
                </a:lnTo>
                <a:lnTo>
                  <a:pt x="361464" y="90011"/>
                </a:lnTo>
                <a:lnTo>
                  <a:pt x="361477" y="89409"/>
                </a:lnTo>
                <a:lnTo>
                  <a:pt x="361481" y="88801"/>
                </a:lnTo>
                <a:lnTo>
                  <a:pt x="361479" y="88412"/>
                </a:lnTo>
                <a:lnTo>
                  <a:pt x="361471" y="88022"/>
                </a:lnTo>
                <a:lnTo>
                  <a:pt x="361457" y="87633"/>
                </a:lnTo>
                <a:lnTo>
                  <a:pt x="361439" y="87243"/>
                </a:lnTo>
                <a:lnTo>
                  <a:pt x="361414" y="86853"/>
                </a:lnTo>
                <a:lnTo>
                  <a:pt x="361385" y="86463"/>
                </a:lnTo>
                <a:lnTo>
                  <a:pt x="361350" y="86073"/>
                </a:lnTo>
                <a:lnTo>
                  <a:pt x="361310" y="85683"/>
                </a:lnTo>
                <a:lnTo>
                  <a:pt x="361264" y="85293"/>
                </a:lnTo>
                <a:lnTo>
                  <a:pt x="361214" y="84903"/>
                </a:lnTo>
                <a:lnTo>
                  <a:pt x="361157" y="84512"/>
                </a:lnTo>
                <a:lnTo>
                  <a:pt x="361096" y="84122"/>
                </a:lnTo>
                <a:lnTo>
                  <a:pt x="361029" y="83731"/>
                </a:lnTo>
                <a:lnTo>
                  <a:pt x="360956" y="83340"/>
                </a:lnTo>
                <a:lnTo>
                  <a:pt x="360879" y="82949"/>
                </a:lnTo>
                <a:lnTo>
                  <a:pt x="360796" y="82558"/>
                </a:lnTo>
                <a:lnTo>
                  <a:pt x="360707" y="82167"/>
                </a:lnTo>
                <a:lnTo>
                  <a:pt x="360614" y="81776"/>
                </a:lnTo>
                <a:lnTo>
                  <a:pt x="360514" y="81384"/>
                </a:lnTo>
                <a:lnTo>
                  <a:pt x="360410" y="80993"/>
                </a:lnTo>
                <a:lnTo>
                  <a:pt x="360300" y="80601"/>
                </a:lnTo>
                <a:lnTo>
                  <a:pt x="360185" y="80209"/>
                </a:lnTo>
                <a:lnTo>
                  <a:pt x="360064" y="79817"/>
                </a:lnTo>
                <a:lnTo>
                  <a:pt x="359939" y="79425"/>
                </a:lnTo>
                <a:lnTo>
                  <a:pt x="359806" y="79034"/>
                </a:lnTo>
                <a:lnTo>
                  <a:pt x="359666" y="78646"/>
                </a:lnTo>
                <a:lnTo>
                  <a:pt x="359518" y="78260"/>
                </a:lnTo>
                <a:lnTo>
                  <a:pt x="359362" y="77877"/>
                </a:lnTo>
                <a:lnTo>
                  <a:pt x="359199" y="77497"/>
                </a:lnTo>
                <a:lnTo>
                  <a:pt x="359028" y="77119"/>
                </a:lnTo>
                <a:lnTo>
                  <a:pt x="358849" y="76744"/>
                </a:lnTo>
                <a:lnTo>
                  <a:pt x="358663" y="76371"/>
                </a:lnTo>
                <a:lnTo>
                  <a:pt x="358469" y="76001"/>
                </a:lnTo>
                <a:lnTo>
                  <a:pt x="358267" y="75634"/>
                </a:lnTo>
                <a:lnTo>
                  <a:pt x="358057" y="75269"/>
                </a:lnTo>
                <a:lnTo>
                  <a:pt x="357840" y="74907"/>
                </a:lnTo>
                <a:lnTo>
                  <a:pt x="357614" y="74548"/>
                </a:lnTo>
                <a:lnTo>
                  <a:pt x="357382" y="74191"/>
                </a:lnTo>
                <a:lnTo>
                  <a:pt x="357141" y="73837"/>
                </a:lnTo>
                <a:lnTo>
                  <a:pt x="356893" y="73485"/>
                </a:lnTo>
                <a:lnTo>
                  <a:pt x="356637" y="73136"/>
                </a:lnTo>
                <a:lnTo>
                  <a:pt x="356373" y="72790"/>
                </a:lnTo>
                <a:lnTo>
                  <a:pt x="356101" y="72446"/>
                </a:lnTo>
                <a:lnTo>
                  <a:pt x="355822" y="72105"/>
                </a:lnTo>
                <a:lnTo>
                  <a:pt x="355535" y="71767"/>
                </a:lnTo>
                <a:lnTo>
                  <a:pt x="355241" y="71431"/>
                </a:lnTo>
                <a:lnTo>
                  <a:pt x="354938" y="71097"/>
                </a:lnTo>
                <a:lnTo>
                  <a:pt x="354628" y="70767"/>
                </a:lnTo>
                <a:lnTo>
                  <a:pt x="354310" y="70440"/>
                </a:lnTo>
                <a:lnTo>
                  <a:pt x="353981" y="70119"/>
                </a:lnTo>
                <a:lnTo>
                  <a:pt x="353643" y="69804"/>
                </a:lnTo>
                <a:lnTo>
                  <a:pt x="353296" y="69494"/>
                </a:lnTo>
                <a:lnTo>
                  <a:pt x="352939" y="69189"/>
                </a:lnTo>
                <a:lnTo>
                  <a:pt x="352572" y="68890"/>
                </a:lnTo>
                <a:lnTo>
                  <a:pt x="352196" y="68596"/>
                </a:lnTo>
                <a:lnTo>
                  <a:pt x="351810" y="68308"/>
                </a:lnTo>
                <a:lnTo>
                  <a:pt x="351414" y="68026"/>
                </a:lnTo>
                <a:lnTo>
                  <a:pt x="351009" y="67749"/>
                </a:lnTo>
                <a:lnTo>
                  <a:pt x="350594" y="67477"/>
                </a:lnTo>
                <a:lnTo>
                  <a:pt x="350170" y="67211"/>
                </a:lnTo>
                <a:lnTo>
                  <a:pt x="349736" y="66950"/>
                </a:lnTo>
                <a:lnTo>
                  <a:pt x="349293" y="66695"/>
                </a:lnTo>
                <a:lnTo>
                  <a:pt x="348840" y="66445"/>
                </a:lnTo>
                <a:lnTo>
                  <a:pt x="348377" y="66201"/>
                </a:lnTo>
                <a:lnTo>
                  <a:pt x="347905" y="65962"/>
                </a:lnTo>
                <a:lnTo>
                  <a:pt x="347423" y="65729"/>
                </a:lnTo>
                <a:lnTo>
                  <a:pt x="346932" y="65502"/>
                </a:lnTo>
                <a:lnTo>
                  <a:pt x="346431" y="65279"/>
                </a:lnTo>
                <a:lnTo>
                  <a:pt x="345920" y="65063"/>
                </a:lnTo>
                <a:lnTo>
                  <a:pt x="345400" y="64851"/>
                </a:lnTo>
                <a:lnTo>
                  <a:pt x="344870" y="64646"/>
                </a:lnTo>
                <a:lnTo>
                  <a:pt x="344331" y="64445"/>
                </a:lnTo>
                <a:lnTo>
                  <a:pt x="343781" y="64252"/>
                </a:lnTo>
                <a:lnTo>
                  <a:pt x="343629" y="64202"/>
                </a:lnTo>
                <a:lnTo>
                  <a:pt x="343954" y="64056"/>
                </a:lnTo>
                <a:lnTo>
                  <a:pt x="344435" y="63833"/>
                </a:lnTo>
                <a:lnTo>
                  <a:pt x="344908" y="63605"/>
                </a:lnTo>
                <a:lnTo>
                  <a:pt x="345373" y="63372"/>
                </a:lnTo>
                <a:close/>
                <a:moveTo>
                  <a:pt x="411614" y="70322"/>
                </a:moveTo>
                <a:lnTo>
                  <a:pt x="411559" y="69064"/>
                </a:lnTo>
                <a:lnTo>
                  <a:pt x="411492" y="67817"/>
                </a:lnTo>
                <a:lnTo>
                  <a:pt x="411413" y="66580"/>
                </a:lnTo>
                <a:lnTo>
                  <a:pt x="411321" y="65353"/>
                </a:lnTo>
                <a:lnTo>
                  <a:pt x="411218" y="64137"/>
                </a:lnTo>
                <a:lnTo>
                  <a:pt x="411102" y="62931"/>
                </a:lnTo>
                <a:lnTo>
                  <a:pt x="410973" y="61735"/>
                </a:lnTo>
                <a:lnTo>
                  <a:pt x="410833" y="60550"/>
                </a:lnTo>
                <a:lnTo>
                  <a:pt x="410680" y="59375"/>
                </a:lnTo>
                <a:lnTo>
                  <a:pt x="410516" y="58210"/>
                </a:lnTo>
                <a:lnTo>
                  <a:pt x="410339" y="57056"/>
                </a:lnTo>
                <a:lnTo>
                  <a:pt x="410149" y="55912"/>
                </a:lnTo>
                <a:lnTo>
                  <a:pt x="409948" y="54779"/>
                </a:lnTo>
                <a:lnTo>
                  <a:pt x="409734" y="53655"/>
                </a:lnTo>
                <a:lnTo>
                  <a:pt x="409508" y="52543"/>
                </a:lnTo>
                <a:lnTo>
                  <a:pt x="409270" y="51440"/>
                </a:lnTo>
                <a:lnTo>
                  <a:pt x="409020" y="50348"/>
                </a:lnTo>
                <a:lnTo>
                  <a:pt x="408757" y="49266"/>
                </a:lnTo>
                <a:lnTo>
                  <a:pt x="408483" y="48194"/>
                </a:lnTo>
                <a:lnTo>
                  <a:pt x="408196" y="47133"/>
                </a:lnTo>
                <a:lnTo>
                  <a:pt x="407899" y="46082"/>
                </a:lnTo>
                <a:lnTo>
                  <a:pt x="407596" y="45043"/>
                </a:lnTo>
                <a:lnTo>
                  <a:pt x="407286" y="44014"/>
                </a:lnTo>
                <a:lnTo>
                  <a:pt x="406970" y="42996"/>
                </a:lnTo>
                <a:lnTo>
                  <a:pt x="406647" y="41988"/>
                </a:lnTo>
                <a:lnTo>
                  <a:pt x="406317" y="40992"/>
                </a:lnTo>
                <a:lnTo>
                  <a:pt x="405980" y="40007"/>
                </a:lnTo>
                <a:lnTo>
                  <a:pt x="405636" y="39032"/>
                </a:lnTo>
                <a:lnTo>
                  <a:pt x="405286" y="38068"/>
                </a:lnTo>
                <a:lnTo>
                  <a:pt x="404929" y="37115"/>
                </a:lnTo>
                <a:lnTo>
                  <a:pt x="404566" y="36173"/>
                </a:lnTo>
                <a:lnTo>
                  <a:pt x="404195" y="35242"/>
                </a:lnTo>
                <a:lnTo>
                  <a:pt x="403818" y="34321"/>
                </a:lnTo>
                <a:lnTo>
                  <a:pt x="403434" y="33412"/>
                </a:lnTo>
                <a:lnTo>
                  <a:pt x="403044" y="32513"/>
                </a:lnTo>
                <a:lnTo>
                  <a:pt x="402646" y="31625"/>
                </a:lnTo>
                <a:lnTo>
                  <a:pt x="402242" y="30748"/>
                </a:lnTo>
                <a:lnTo>
                  <a:pt x="401832" y="29882"/>
                </a:lnTo>
                <a:lnTo>
                  <a:pt x="401414" y="29026"/>
                </a:lnTo>
                <a:lnTo>
                  <a:pt x="400990" y="28182"/>
                </a:lnTo>
                <a:lnTo>
                  <a:pt x="400559" y="27348"/>
                </a:lnTo>
                <a:lnTo>
                  <a:pt x="400121" y="26525"/>
                </a:lnTo>
                <a:lnTo>
                  <a:pt x="399677" y="25713"/>
                </a:lnTo>
                <a:lnTo>
                  <a:pt x="399226" y="24912"/>
                </a:lnTo>
                <a:lnTo>
                  <a:pt x="398770" y="24122"/>
                </a:lnTo>
                <a:lnTo>
                  <a:pt x="398313" y="23343"/>
                </a:lnTo>
                <a:lnTo>
                  <a:pt x="397853" y="22576"/>
                </a:lnTo>
                <a:lnTo>
                  <a:pt x="397392" y="21820"/>
                </a:lnTo>
                <a:lnTo>
                  <a:pt x="396928" y="21075"/>
                </a:lnTo>
                <a:lnTo>
                  <a:pt x="396463" y="20342"/>
                </a:lnTo>
                <a:lnTo>
                  <a:pt x="395996" y="19620"/>
                </a:lnTo>
                <a:lnTo>
                  <a:pt x="395526" y="18909"/>
                </a:lnTo>
                <a:lnTo>
                  <a:pt x="395055" y="18210"/>
                </a:lnTo>
                <a:lnTo>
                  <a:pt x="394581" y="17522"/>
                </a:lnTo>
                <a:lnTo>
                  <a:pt x="394106" y="16846"/>
                </a:lnTo>
                <a:lnTo>
                  <a:pt x="393628" y="16180"/>
                </a:lnTo>
                <a:lnTo>
                  <a:pt x="393149" y="15526"/>
                </a:lnTo>
                <a:lnTo>
                  <a:pt x="392668" y="14884"/>
                </a:lnTo>
                <a:lnTo>
                  <a:pt x="392184" y="14253"/>
                </a:lnTo>
                <a:lnTo>
                  <a:pt x="391699" y="13633"/>
                </a:lnTo>
                <a:lnTo>
                  <a:pt x="391212" y="13024"/>
                </a:lnTo>
                <a:lnTo>
                  <a:pt x="390722" y="12427"/>
                </a:lnTo>
                <a:lnTo>
                  <a:pt x="390231" y="11841"/>
                </a:lnTo>
                <a:lnTo>
                  <a:pt x="389737" y="11267"/>
                </a:lnTo>
                <a:lnTo>
                  <a:pt x="389242" y="10704"/>
                </a:lnTo>
                <a:lnTo>
                  <a:pt x="388745" y="10152"/>
                </a:lnTo>
                <a:lnTo>
                  <a:pt x="388245" y="9611"/>
                </a:lnTo>
                <a:lnTo>
                  <a:pt x="387744" y="9082"/>
                </a:lnTo>
                <a:lnTo>
                  <a:pt x="387243" y="8565"/>
                </a:lnTo>
                <a:lnTo>
                  <a:pt x="386746" y="8059"/>
                </a:lnTo>
                <a:lnTo>
                  <a:pt x="386252" y="7566"/>
                </a:lnTo>
                <a:lnTo>
                  <a:pt x="385761" y="7085"/>
                </a:lnTo>
                <a:lnTo>
                  <a:pt x="385273" y="6616"/>
                </a:lnTo>
                <a:lnTo>
                  <a:pt x="384788" y="6159"/>
                </a:lnTo>
                <a:lnTo>
                  <a:pt x="384307" y="5714"/>
                </a:lnTo>
                <a:lnTo>
                  <a:pt x="383829" y="5281"/>
                </a:lnTo>
                <a:lnTo>
                  <a:pt x="383354" y="4861"/>
                </a:lnTo>
                <a:lnTo>
                  <a:pt x="382883" y="4452"/>
                </a:lnTo>
                <a:lnTo>
                  <a:pt x="382415" y="4055"/>
                </a:lnTo>
                <a:lnTo>
                  <a:pt x="381949" y="3671"/>
                </a:lnTo>
                <a:lnTo>
                  <a:pt x="381488" y="3299"/>
                </a:lnTo>
                <a:lnTo>
                  <a:pt x="381029" y="2938"/>
                </a:lnTo>
                <a:lnTo>
                  <a:pt x="380574" y="2590"/>
                </a:lnTo>
                <a:lnTo>
                  <a:pt x="380122" y="2254"/>
                </a:lnTo>
                <a:lnTo>
                  <a:pt x="379673" y="1930"/>
                </a:lnTo>
                <a:lnTo>
                  <a:pt x="379227" y="1618"/>
                </a:lnTo>
                <a:lnTo>
                  <a:pt x="378785" y="1318"/>
                </a:lnTo>
                <a:lnTo>
                  <a:pt x="378345" y="1030"/>
                </a:lnTo>
                <a:lnTo>
                  <a:pt x="377910" y="755"/>
                </a:lnTo>
                <a:lnTo>
                  <a:pt x="377477" y="491"/>
                </a:lnTo>
                <a:lnTo>
                  <a:pt x="377047" y="239"/>
                </a:lnTo>
                <a:lnTo>
                  <a:pt x="376621" y="0"/>
                </a:lnTo>
                <a:lnTo>
                  <a:pt x="373823" y="8113"/>
                </a:lnTo>
                <a:lnTo>
                  <a:pt x="374140" y="8381"/>
                </a:lnTo>
                <a:lnTo>
                  <a:pt x="374460" y="8658"/>
                </a:lnTo>
                <a:lnTo>
                  <a:pt x="374781" y="8944"/>
                </a:lnTo>
                <a:lnTo>
                  <a:pt x="375103" y="9239"/>
                </a:lnTo>
                <a:lnTo>
                  <a:pt x="375428" y="9543"/>
                </a:lnTo>
                <a:lnTo>
                  <a:pt x="375753" y="9856"/>
                </a:lnTo>
                <a:lnTo>
                  <a:pt x="376081" y="10178"/>
                </a:lnTo>
                <a:lnTo>
                  <a:pt x="376410" y="10510"/>
                </a:lnTo>
                <a:lnTo>
                  <a:pt x="376741" y="10850"/>
                </a:lnTo>
                <a:lnTo>
                  <a:pt x="377073" y="11200"/>
                </a:lnTo>
                <a:lnTo>
                  <a:pt x="377407" y="11559"/>
                </a:lnTo>
                <a:lnTo>
                  <a:pt x="377743" y="11927"/>
                </a:lnTo>
                <a:lnTo>
                  <a:pt x="378080" y="12304"/>
                </a:lnTo>
                <a:lnTo>
                  <a:pt x="378418" y="12690"/>
                </a:lnTo>
                <a:lnTo>
                  <a:pt x="378759" y="13085"/>
                </a:lnTo>
                <a:lnTo>
                  <a:pt x="379101" y="13489"/>
                </a:lnTo>
                <a:lnTo>
                  <a:pt x="379445" y="13903"/>
                </a:lnTo>
                <a:lnTo>
                  <a:pt x="379790" y="14325"/>
                </a:lnTo>
                <a:lnTo>
                  <a:pt x="380137" y="14757"/>
                </a:lnTo>
                <a:lnTo>
                  <a:pt x="380485" y="15198"/>
                </a:lnTo>
                <a:lnTo>
                  <a:pt x="380835" y="15648"/>
                </a:lnTo>
                <a:lnTo>
                  <a:pt x="381187" y="16107"/>
                </a:lnTo>
                <a:lnTo>
                  <a:pt x="381541" y="16575"/>
                </a:lnTo>
                <a:lnTo>
                  <a:pt x="381896" y="17052"/>
                </a:lnTo>
                <a:lnTo>
                  <a:pt x="382251" y="17538"/>
                </a:lnTo>
                <a:lnTo>
                  <a:pt x="382604" y="18033"/>
                </a:lnTo>
                <a:lnTo>
                  <a:pt x="382955" y="18538"/>
                </a:lnTo>
                <a:lnTo>
                  <a:pt x="383305" y="19051"/>
                </a:lnTo>
                <a:lnTo>
                  <a:pt x="383653" y="19574"/>
                </a:lnTo>
                <a:lnTo>
                  <a:pt x="383999" y="20105"/>
                </a:lnTo>
                <a:lnTo>
                  <a:pt x="384344" y="20646"/>
                </a:lnTo>
                <a:lnTo>
                  <a:pt x="384686" y="21196"/>
                </a:lnTo>
                <a:lnTo>
                  <a:pt x="385027" y="21755"/>
                </a:lnTo>
                <a:lnTo>
                  <a:pt x="385367" y="22323"/>
                </a:lnTo>
                <a:lnTo>
                  <a:pt x="385704" y="22900"/>
                </a:lnTo>
                <a:lnTo>
                  <a:pt x="386040" y="23486"/>
                </a:lnTo>
                <a:lnTo>
                  <a:pt x="386374" y="24082"/>
                </a:lnTo>
                <a:lnTo>
                  <a:pt x="386706" y="24686"/>
                </a:lnTo>
                <a:lnTo>
                  <a:pt x="387037" y="25300"/>
                </a:lnTo>
                <a:lnTo>
                  <a:pt x="387365" y="25922"/>
                </a:lnTo>
                <a:lnTo>
                  <a:pt x="387692" y="26554"/>
                </a:lnTo>
                <a:lnTo>
                  <a:pt x="388018" y="27195"/>
                </a:lnTo>
                <a:lnTo>
                  <a:pt x="388341" y="27845"/>
                </a:lnTo>
                <a:lnTo>
                  <a:pt x="388663" y="28504"/>
                </a:lnTo>
                <a:lnTo>
                  <a:pt x="388983" y="29172"/>
                </a:lnTo>
                <a:lnTo>
                  <a:pt x="389301" y="29850"/>
                </a:lnTo>
                <a:lnTo>
                  <a:pt x="389618" y="30536"/>
                </a:lnTo>
                <a:lnTo>
                  <a:pt x="389933" y="31231"/>
                </a:lnTo>
                <a:lnTo>
                  <a:pt x="390244" y="31936"/>
                </a:lnTo>
                <a:lnTo>
                  <a:pt x="390551" y="32649"/>
                </a:lnTo>
                <a:lnTo>
                  <a:pt x="390853" y="33372"/>
                </a:lnTo>
                <a:lnTo>
                  <a:pt x="391150" y="34104"/>
                </a:lnTo>
                <a:lnTo>
                  <a:pt x="391442" y="34845"/>
                </a:lnTo>
                <a:lnTo>
                  <a:pt x="391729" y="35595"/>
                </a:lnTo>
                <a:lnTo>
                  <a:pt x="392011" y="36354"/>
                </a:lnTo>
                <a:lnTo>
                  <a:pt x="392289" y="37122"/>
                </a:lnTo>
                <a:lnTo>
                  <a:pt x="392562" y="37899"/>
                </a:lnTo>
                <a:lnTo>
                  <a:pt x="392829" y="38685"/>
                </a:lnTo>
                <a:lnTo>
                  <a:pt x="393092" y="39481"/>
                </a:lnTo>
                <a:lnTo>
                  <a:pt x="393350" y="40286"/>
                </a:lnTo>
                <a:lnTo>
                  <a:pt x="393604" y="41099"/>
                </a:lnTo>
                <a:lnTo>
                  <a:pt x="393852" y="41922"/>
                </a:lnTo>
                <a:lnTo>
                  <a:pt x="394095" y="42754"/>
                </a:lnTo>
                <a:lnTo>
                  <a:pt x="394334" y="43595"/>
                </a:lnTo>
                <a:lnTo>
                  <a:pt x="394568" y="44445"/>
                </a:lnTo>
                <a:lnTo>
                  <a:pt x="394797" y="45305"/>
                </a:lnTo>
                <a:lnTo>
                  <a:pt x="395021" y="46173"/>
                </a:lnTo>
                <a:lnTo>
                  <a:pt x="395240" y="47050"/>
                </a:lnTo>
                <a:lnTo>
                  <a:pt x="395454" y="47937"/>
                </a:lnTo>
                <a:lnTo>
                  <a:pt x="395664" y="48833"/>
                </a:lnTo>
                <a:lnTo>
                  <a:pt x="395869" y="49738"/>
                </a:lnTo>
                <a:lnTo>
                  <a:pt x="396068" y="50652"/>
                </a:lnTo>
                <a:lnTo>
                  <a:pt x="396262" y="51574"/>
                </a:lnTo>
                <a:lnTo>
                  <a:pt x="396447" y="52506"/>
                </a:lnTo>
                <a:lnTo>
                  <a:pt x="396623" y="53447"/>
                </a:lnTo>
                <a:lnTo>
                  <a:pt x="396792" y="54398"/>
                </a:lnTo>
                <a:lnTo>
                  <a:pt x="396952" y="55357"/>
                </a:lnTo>
                <a:lnTo>
                  <a:pt x="397104" y="56325"/>
                </a:lnTo>
                <a:lnTo>
                  <a:pt x="397248" y="57303"/>
                </a:lnTo>
                <a:lnTo>
                  <a:pt x="397384" y="58289"/>
                </a:lnTo>
                <a:lnTo>
                  <a:pt x="397511" y="59285"/>
                </a:lnTo>
                <a:lnTo>
                  <a:pt x="397631" y="60290"/>
                </a:lnTo>
                <a:lnTo>
                  <a:pt x="397742" y="61304"/>
                </a:lnTo>
                <a:lnTo>
                  <a:pt x="397844" y="62327"/>
                </a:lnTo>
                <a:lnTo>
                  <a:pt x="397939" y="63359"/>
                </a:lnTo>
                <a:lnTo>
                  <a:pt x="398025" y="64400"/>
                </a:lnTo>
                <a:lnTo>
                  <a:pt x="398103" y="65450"/>
                </a:lnTo>
                <a:lnTo>
                  <a:pt x="398173" y="66510"/>
                </a:lnTo>
                <a:lnTo>
                  <a:pt x="398235" y="67578"/>
                </a:lnTo>
                <a:lnTo>
                  <a:pt x="398288" y="68656"/>
                </a:lnTo>
                <a:lnTo>
                  <a:pt x="398334" y="69742"/>
                </a:lnTo>
                <a:lnTo>
                  <a:pt x="398371" y="70838"/>
                </a:lnTo>
                <a:lnTo>
                  <a:pt x="398399" y="71943"/>
                </a:lnTo>
                <a:lnTo>
                  <a:pt x="398420" y="73057"/>
                </a:lnTo>
                <a:lnTo>
                  <a:pt x="398432" y="74180"/>
                </a:lnTo>
                <a:lnTo>
                  <a:pt x="398436" y="75312"/>
                </a:lnTo>
                <a:lnTo>
                  <a:pt x="398436" y="76317"/>
                </a:lnTo>
                <a:lnTo>
                  <a:pt x="398433" y="77449"/>
                </a:lnTo>
                <a:lnTo>
                  <a:pt x="398421" y="78572"/>
                </a:lnTo>
                <a:lnTo>
                  <a:pt x="398402" y="79686"/>
                </a:lnTo>
                <a:lnTo>
                  <a:pt x="398375" y="80791"/>
                </a:lnTo>
                <a:lnTo>
                  <a:pt x="398340" y="81887"/>
                </a:lnTo>
                <a:lnTo>
                  <a:pt x="398297" y="82974"/>
                </a:lnTo>
                <a:lnTo>
                  <a:pt x="398247" y="84052"/>
                </a:lnTo>
                <a:lnTo>
                  <a:pt x="398189" y="85120"/>
                </a:lnTo>
                <a:lnTo>
                  <a:pt x="398124" y="86180"/>
                </a:lnTo>
                <a:lnTo>
                  <a:pt x="398050" y="87230"/>
                </a:lnTo>
                <a:lnTo>
                  <a:pt x="397969" y="88271"/>
                </a:lnTo>
                <a:lnTo>
                  <a:pt x="397880" y="89303"/>
                </a:lnTo>
                <a:lnTo>
                  <a:pt x="397784" y="90327"/>
                </a:lnTo>
                <a:lnTo>
                  <a:pt x="397679" y="91341"/>
                </a:lnTo>
                <a:lnTo>
                  <a:pt x="397567" y="92345"/>
                </a:lnTo>
                <a:lnTo>
                  <a:pt x="397448" y="93341"/>
                </a:lnTo>
                <a:lnTo>
                  <a:pt x="397320" y="94328"/>
                </a:lnTo>
                <a:lnTo>
                  <a:pt x="397185" y="95306"/>
                </a:lnTo>
                <a:lnTo>
                  <a:pt x="397042" y="96274"/>
                </a:lnTo>
                <a:lnTo>
                  <a:pt x="396892" y="97234"/>
                </a:lnTo>
                <a:lnTo>
                  <a:pt x="396733" y="98184"/>
                </a:lnTo>
                <a:lnTo>
                  <a:pt x="396567" y="99125"/>
                </a:lnTo>
                <a:lnTo>
                  <a:pt x="396393" y="100057"/>
                </a:lnTo>
                <a:lnTo>
                  <a:pt x="396212" y="100980"/>
                </a:lnTo>
                <a:lnTo>
                  <a:pt x="396024" y="101894"/>
                </a:lnTo>
                <a:lnTo>
                  <a:pt x="395831" y="102799"/>
                </a:lnTo>
                <a:lnTo>
                  <a:pt x="395633" y="103695"/>
                </a:lnTo>
                <a:lnTo>
                  <a:pt x="395430" y="104582"/>
                </a:lnTo>
                <a:lnTo>
                  <a:pt x="395223" y="105460"/>
                </a:lnTo>
                <a:lnTo>
                  <a:pt x="395010" y="106328"/>
                </a:lnTo>
                <a:lnTo>
                  <a:pt x="394792" y="107188"/>
                </a:lnTo>
                <a:lnTo>
                  <a:pt x="394569" y="108039"/>
                </a:lnTo>
                <a:lnTo>
                  <a:pt x="394342" y="108881"/>
                </a:lnTo>
                <a:lnTo>
                  <a:pt x="394109" y="109714"/>
                </a:lnTo>
                <a:lnTo>
                  <a:pt x="393871" y="110538"/>
                </a:lnTo>
                <a:lnTo>
                  <a:pt x="393628" y="111354"/>
                </a:lnTo>
                <a:lnTo>
                  <a:pt x="393381" y="112160"/>
                </a:lnTo>
                <a:lnTo>
                  <a:pt x="393128" y="112957"/>
                </a:lnTo>
                <a:lnTo>
                  <a:pt x="392870" y="113745"/>
                </a:lnTo>
                <a:lnTo>
                  <a:pt x="392608" y="114524"/>
                </a:lnTo>
                <a:lnTo>
                  <a:pt x="392340" y="115294"/>
                </a:lnTo>
                <a:lnTo>
                  <a:pt x="392068" y="116055"/>
                </a:lnTo>
                <a:lnTo>
                  <a:pt x="391790" y="116808"/>
                </a:lnTo>
                <a:lnTo>
                  <a:pt x="391508" y="117551"/>
                </a:lnTo>
                <a:lnTo>
                  <a:pt x="391220" y="118285"/>
                </a:lnTo>
                <a:lnTo>
                  <a:pt x="390927" y="119010"/>
                </a:lnTo>
                <a:lnTo>
                  <a:pt x="390630" y="119727"/>
                </a:lnTo>
                <a:lnTo>
                  <a:pt x="390327" y="120434"/>
                </a:lnTo>
                <a:lnTo>
                  <a:pt x="390021" y="121132"/>
                </a:lnTo>
                <a:lnTo>
                  <a:pt x="389713" y="121822"/>
                </a:lnTo>
                <a:lnTo>
                  <a:pt x="389402" y="122502"/>
                </a:lnTo>
                <a:lnTo>
                  <a:pt x="389090" y="123172"/>
                </a:lnTo>
                <a:lnTo>
                  <a:pt x="388775" y="123834"/>
                </a:lnTo>
                <a:lnTo>
                  <a:pt x="388457" y="124486"/>
                </a:lnTo>
                <a:lnTo>
                  <a:pt x="388138" y="125129"/>
                </a:lnTo>
                <a:lnTo>
                  <a:pt x="387816" y="125763"/>
                </a:lnTo>
                <a:lnTo>
                  <a:pt x="387492" y="126388"/>
                </a:lnTo>
                <a:lnTo>
                  <a:pt x="387166" y="127003"/>
                </a:lnTo>
                <a:lnTo>
                  <a:pt x="386837" y="127609"/>
                </a:lnTo>
                <a:lnTo>
                  <a:pt x="386506" y="128206"/>
                </a:lnTo>
                <a:lnTo>
                  <a:pt x="386173" y="128794"/>
                </a:lnTo>
                <a:lnTo>
                  <a:pt x="385838" y="129372"/>
                </a:lnTo>
                <a:lnTo>
                  <a:pt x="385500" y="129941"/>
                </a:lnTo>
                <a:lnTo>
                  <a:pt x="385161" y="130501"/>
                </a:lnTo>
                <a:lnTo>
                  <a:pt x="384819" y="131052"/>
                </a:lnTo>
                <a:lnTo>
                  <a:pt x="384475" y="131594"/>
                </a:lnTo>
                <a:lnTo>
                  <a:pt x="384128" y="132126"/>
                </a:lnTo>
                <a:lnTo>
                  <a:pt x="383779" y="132649"/>
                </a:lnTo>
                <a:lnTo>
                  <a:pt x="383428" y="133163"/>
                </a:lnTo>
                <a:lnTo>
                  <a:pt x="383075" y="133668"/>
                </a:lnTo>
                <a:lnTo>
                  <a:pt x="382720" y="134163"/>
                </a:lnTo>
                <a:lnTo>
                  <a:pt x="382362" y="134649"/>
                </a:lnTo>
                <a:lnTo>
                  <a:pt x="382003" y="135127"/>
                </a:lnTo>
                <a:lnTo>
                  <a:pt x="381645" y="135595"/>
                </a:lnTo>
                <a:lnTo>
                  <a:pt x="381287" y="136055"/>
                </a:lnTo>
                <a:lnTo>
                  <a:pt x="380929" y="136505"/>
                </a:lnTo>
                <a:lnTo>
                  <a:pt x="380571" y="136947"/>
                </a:lnTo>
                <a:lnTo>
                  <a:pt x="380214" y="137380"/>
                </a:lnTo>
                <a:lnTo>
                  <a:pt x="379857" y="137805"/>
                </a:lnTo>
                <a:lnTo>
                  <a:pt x="379500" y="138220"/>
                </a:lnTo>
                <a:lnTo>
                  <a:pt x="379143" y="138626"/>
                </a:lnTo>
                <a:lnTo>
                  <a:pt x="378787" y="139024"/>
                </a:lnTo>
                <a:lnTo>
                  <a:pt x="378430" y="139413"/>
                </a:lnTo>
                <a:lnTo>
                  <a:pt x="378074" y="139792"/>
                </a:lnTo>
                <a:lnTo>
                  <a:pt x="377719" y="140163"/>
                </a:lnTo>
                <a:lnTo>
                  <a:pt x="377363" y="140526"/>
                </a:lnTo>
                <a:lnTo>
                  <a:pt x="377008" y="140879"/>
                </a:lnTo>
                <a:lnTo>
                  <a:pt x="376653" y="141223"/>
                </a:lnTo>
                <a:lnTo>
                  <a:pt x="376298" y="141559"/>
                </a:lnTo>
                <a:lnTo>
                  <a:pt x="375944" y="141886"/>
                </a:lnTo>
                <a:lnTo>
                  <a:pt x="375590" y="142203"/>
                </a:lnTo>
                <a:lnTo>
                  <a:pt x="375236" y="142512"/>
                </a:lnTo>
                <a:lnTo>
                  <a:pt x="374882" y="142813"/>
                </a:lnTo>
                <a:lnTo>
                  <a:pt x="374529" y="143104"/>
                </a:lnTo>
                <a:lnTo>
                  <a:pt x="374176" y="143386"/>
                </a:lnTo>
                <a:lnTo>
                  <a:pt x="373823" y="143660"/>
                </a:lnTo>
                <a:lnTo>
                  <a:pt x="376621" y="151701"/>
                </a:lnTo>
                <a:lnTo>
                  <a:pt x="377047" y="151462"/>
                </a:lnTo>
                <a:lnTo>
                  <a:pt x="377477" y="151210"/>
                </a:lnTo>
                <a:lnTo>
                  <a:pt x="377910" y="150947"/>
                </a:lnTo>
                <a:lnTo>
                  <a:pt x="378345" y="150671"/>
                </a:lnTo>
                <a:lnTo>
                  <a:pt x="378785" y="150383"/>
                </a:lnTo>
                <a:lnTo>
                  <a:pt x="379227" y="150083"/>
                </a:lnTo>
                <a:lnTo>
                  <a:pt x="379673" y="149771"/>
                </a:lnTo>
                <a:lnTo>
                  <a:pt x="380122" y="149447"/>
                </a:lnTo>
                <a:lnTo>
                  <a:pt x="380574" y="149111"/>
                </a:lnTo>
                <a:lnTo>
                  <a:pt x="381029" y="148763"/>
                </a:lnTo>
                <a:lnTo>
                  <a:pt x="381488" y="148403"/>
                </a:lnTo>
                <a:lnTo>
                  <a:pt x="381949" y="148030"/>
                </a:lnTo>
                <a:lnTo>
                  <a:pt x="382415" y="147646"/>
                </a:lnTo>
                <a:lnTo>
                  <a:pt x="382883" y="147249"/>
                </a:lnTo>
                <a:lnTo>
                  <a:pt x="383354" y="146841"/>
                </a:lnTo>
                <a:lnTo>
                  <a:pt x="383829" y="146420"/>
                </a:lnTo>
                <a:lnTo>
                  <a:pt x="384307" y="145987"/>
                </a:lnTo>
                <a:lnTo>
                  <a:pt x="384788" y="145542"/>
                </a:lnTo>
                <a:lnTo>
                  <a:pt x="385273" y="145085"/>
                </a:lnTo>
                <a:lnTo>
                  <a:pt x="385761" y="144616"/>
                </a:lnTo>
                <a:lnTo>
                  <a:pt x="386252" y="144135"/>
                </a:lnTo>
                <a:lnTo>
                  <a:pt x="386746" y="143642"/>
                </a:lnTo>
                <a:lnTo>
                  <a:pt x="387243" y="143137"/>
                </a:lnTo>
                <a:lnTo>
                  <a:pt x="387744" y="142619"/>
                </a:lnTo>
                <a:lnTo>
                  <a:pt x="388245" y="142090"/>
                </a:lnTo>
                <a:lnTo>
                  <a:pt x="388745" y="141550"/>
                </a:lnTo>
                <a:lnTo>
                  <a:pt x="389242" y="140998"/>
                </a:lnTo>
                <a:lnTo>
                  <a:pt x="389737" y="140436"/>
                </a:lnTo>
                <a:lnTo>
                  <a:pt x="390231" y="139862"/>
                </a:lnTo>
                <a:lnTo>
                  <a:pt x="390722" y="139277"/>
                </a:lnTo>
                <a:lnTo>
                  <a:pt x="391212" y="138680"/>
                </a:lnTo>
                <a:lnTo>
                  <a:pt x="391699" y="138073"/>
                </a:lnTo>
                <a:lnTo>
                  <a:pt x="392184" y="137454"/>
                </a:lnTo>
                <a:lnTo>
                  <a:pt x="392668" y="136824"/>
                </a:lnTo>
                <a:lnTo>
                  <a:pt x="393149" y="136183"/>
                </a:lnTo>
                <a:lnTo>
                  <a:pt x="393628" y="135530"/>
                </a:lnTo>
                <a:lnTo>
                  <a:pt x="394106" y="134866"/>
                </a:lnTo>
                <a:lnTo>
                  <a:pt x="394581" y="134191"/>
                </a:lnTo>
                <a:lnTo>
                  <a:pt x="395055" y="133505"/>
                </a:lnTo>
                <a:lnTo>
                  <a:pt x="395526" y="132808"/>
                </a:lnTo>
                <a:lnTo>
                  <a:pt x="395996" y="132099"/>
                </a:lnTo>
                <a:lnTo>
                  <a:pt x="396463" y="131380"/>
                </a:lnTo>
                <a:lnTo>
                  <a:pt x="396928" y="130649"/>
                </a:lnTo>
                <a:lnTo>
                  <a:pt x="397392" y="129906"/>
                </a:lnTo>
                <a:lnTo>
                  <a:pt x="397853" y="129153"/>
                </a:lnTo>
                <a:lnTo>
                  <a:pt x="398313" y="128388"/>
                </a:lnTo>
                <a:lnTo>
                  <a:pt x="398770" y="127612"/>
                </a:lnTo>
                <a:lnTo>
                  <a:pt x="399226" y="126825"/>
                </a:lnTo>
                <a:lnTo>
                  <a:pt x="399677" y="126027"/>
                </a:lnTo>
                <a:lnTo>
                  <a:pt x="400121" y="125218"/>
                </a:lnTo>
                <a:lnTo>
                  <a:pt x="400559" y="124397"/>
                </a:lnTo>
                <a:lnTo>
                  <a:pt x="400990" y="123565"/>
                </a:lnTo>
                <a:lnTo>
                  <a:pt x="401414" y="122723"/>
                </a:lnTo>
                <a:lnTo>
                  <a:pt x="401832" y="121869"/>
                </a:lnTo>
                <a:lnTo>
                  <a:pt x="402242" y="121004"/>
                </a:lnTo>
                <a:lnTo>
                  <a:pt x="402646" y="120128"/>
                </a:lnTo>
                <a:lnTo>
                  <a:pt x="403044" y="119241"/>
                </a:lnTo>
                <a:lnTo>
                  <a:pt x="403434" y="118343"/>
                </a:lnTo>
                <a:lnTo>
                  <a:pt x="403818" y="117434"/>
                </a:lnTo>
                <a:lnTo>
                  <a:pt x="404195" y="116514"/>
                </a:lnTo>
                <a:lnTo>
                  <a:pt x="404566" y="115582"/>
                </a:lnTo>
                <a:lnTo>
                  <a:pt x="404929" y="114640"/>
                </a:lnTo>
                <a:lnTo>
                  <a:pt x="405286" y="113686"/>
                </a:lnTo>
                <a:lnTo>
                  <a:pt x="405636" y="112721"/>
                </a:lnTo>
                <a:lnTo>
                  <a:pt x="405980" y="111745"/>
                </a:lnTo>
                <a:lnTo>
                  <a:pt x="406317" y="110759"/>
                </a:lnTo>
                <a:lnTo>
                  <a:pt x="406647" y="109761"/>
                </a:lnTo>
                <a:lnTo>
                  <a:pt x="406970" y="108751"/>
                </a:lnTo>
                <a:lnTo>
                  <a:pt x="407286" y="107731"/>
                </a:lnTo>
                <a:lnTo>
                  <a:pt x="407596" y="106700"/>
                </a:lnTo>
                <a:lnTo>
                  <a:pt x="407899" y="105658"/>
                </a:lnTo>
                <a:lnTo>
                  <a:pt x="408196" y="104604"/>
                </a:lnTo>
                <a:lnTo>
                  <a:pt x="408483" y="103540"/>
                </a:lnTo>
                <a:lnTo>
                  <a:pt x="408757" y="102465"/>
                </a:lnTo>
                <a:lnTo>
                  <a:pt x="409020" y="101380"/>
                </a:lnTo>
                <a:lnTo>
                  <a:pt x="409270" y="100284"/>
                </a:lnTo>
                <a:lnTo>
                  <a:pt x="409508" y="99178"/>
                </a:lnTo>
                <a:lnTo>
                  <a:pt x="409734" y="98062"/>
                </a:lnTo>
                <a:lnTo>
                  <a:pt x="409948" y="96935"/>
                </a:lnTo>
                <a:lnTo>
                  <a:pt x="410149" y="95797"/>
                </a:lnTo>
                <a:lnTo>
                  <a:pt x="410339" y="94649"/>
                </a:lnTo>
                <a:lnTo>
                  <a:pt x="410516" y="93491"/>
                </a:lnTo>
                <a:lnTo>
                  <a:pt x="410680" y="92322"/>
                </a:lnTo>
                <a:lnTo>
                  <a:pt x="410833" y="91142"/>
                </a:lnTo>
                <a:lnTo>
                  <a:pt x="410973" y="89953"/>
                </a:lnTo>
                <a:lnTo>
                  <a:pt x="411102" y="88752"/>
                </a:lnTo>
                <a:lnTo>
                  <a:pt x="411218" y="87541"/>
                </a:lnTo>
                <a:lnTo>
                  <a:pt x="411321" y="86320"/>
                </a:lnTo>
                <a:lnTo>
                  <a:pt x="411413" y="85089"/>
                </a:lnTo>
                <a:lnTo>
                  <a:pt x="411492" y="83846"/>
                </a:lnTo>
                <a:lnTo>
                  <a:pt x="411559" y="82594"/>
                </a:lnTo>
                <a:lnTo>
                  <a:pt x="411614" y="81331"/>
                </a:lnTo>
                <a:lnTo>
                  <a:pt x="411657" y="80057"/>
                </a:lnTo>
                <a:lnTo>
                  <a:pt x="411688" y="78773"/>
                </a:lnTo>
                <a:lnTo>
                  <a:pt x="411706" y="77479"/>
                </a:lnTo>
                <a:lnTo>
                  <a:pt x="411712" y="76174"/>
                </a:lnTo>
                <a:lnTo>
                  <a:pt x="411712" y="75456"/>
                </a:lnTo>
                <a:lnTo>
                  <a:pt x="411706" y="74157"/>
                </a:lnTo>
                <a:lnTo>
                  <a:pt x="411688" y="72868"/>
                </a:lnTo>
                <a:lnTo>
                  <a:pt x="411657" y="71590"/>
                </a:lnTo>
                <a:lnTo>
                  <a:pt x="411614" y="70322"/>
                </a:lnTo>
                <a:close/>
                <a:moveTo>
                  <a:pt x="260170" y="112588"/>
                </a:moveTo>
                <a:lnTo>
                  <a:pt x="260203" y="112847"/>
                </a:lnTo>
                <a:lnTo>
                  <a:pt x="260243" y="113103"/>
                </a:lnTo>
                <a:lnTo>
                  <a:pt x="260291" y="113356"/>
                </a:lnTo>
                <a:lnTo>
                  <a:pt x="260346" y="113605"/>
                </a:lnTo>
                <a:lnTo>
                  <a:pt x="260409" y="113850"/>
                </a:lnTo>
                <a:lnTo>
                  <a:pt x="260479" y="114092"/>
                </a:lnTo>
                <a:lnTo>
                  <a:pt x="260556" y="114330"/>
                </a:lnTo>
                <a:lnTo>
                  <a:pt x="260640" y="114565"/>
                </a:lnTo>
                <a:lnTo>
                  <a:pt x="260732" y="114797"/>
                </a:lnTo>
                <a:lnTo>
                  <a:pt x="260832" y="115025"/>
                </a:lnTo>
                <a:lnTo>
                  <a:pt x="260938" y="115249"/>
                </a:lnTo>
                <a:lnTo>
                  <a:pt x="261052" y="115470"/>
                </a:lnTo>
                <a:lnTo>
                  <a:pt x="261173" y="115688"/>
                </a:lnTo>
                <a:lnTo>
                  <a:pt x="261302" y="115902"/>
                </a:lnTo>
                <a:lnTo>
                  <a:pt x="261438" y="116112"/>
                </a:lnTo>
                <a:lnTo>
                  <a:pt x="261581" y="116320"/>
                </a:lnTo>
                <a:lnTo>
                  <a:pt x="261732" y="116523"/>
                </a:lnTo>
                <a:lnTo>
                  <a:pt x="261890" y="116723"/>
                </a:lnTo>
                <a:lnTo>
                  <a:pt x="262055" y="116920"/>
                </a:lnTo>
                <a:lnTo>
                  <a:pt x="262228" y="117113"/>
                </a:lnTo>
                <a:lnTo>
                  <a:pt x="262408" y="117300"/>
                </a:lnTo>
                <a:lnTo>
                  <a:pt x="262594" y="117480"/>
                </a:lnTo>
                <a:lnTo>
                  <a:pt x="262787" y="117651"/>
                </a:lnTo>
                <a:lnTo>
                  <a:pt x="262987" y="117815"/>
                </a:lnTo>
                <a:lnTo>
                  <a:pt x="263193" y="117970"/>
                </a:lnTo>
                <a:lnTo>
                  <a:pt x="263405" y="118118"/>
                </a:lnTo>
                <a:lnTo>
                  <a:pt x="263625" y="118257"/>
                </a:lnTo>
                <a:lnTo>
                  <a:pt x="263851" y="118389"/>
                </a:lnTo>
                <a:lnTo>
                  <a:pt x="264083" y="118512"/>
                </a:lnTo>
                <a:lnTo>
                  <a:pt x="264322" y="118628"/>
                </a:lnTo>
                <a:lnTo>
                  <a:pt x="264568" y="118735"/>
                </a:lnTo>
                <a:lnTo>
                  <a:pt x="264820" y="118835"/>
                </a:lnTo>
                <a:lnTo>
                  <a:pt x="265079" y="118927"/>
                </a:lnTo>
                <a:lnTo>
                  <a:pt x="265345" y="119011"/>
                </a:lnTo>
                <a:lnTo>
                  <a:pt x="265617" y="119086"/>
                </a:lnTo>
                <a:lnTo>
                  <a:pt x="265896" y="119154"/>
                </a:lnTo>
                <a:lnTo>
                  <a:pt x="266181" y="119214"/>
                </a:lnTo>
                <a:lnTo>
                  <a:pt x="266473" y="119266"/>
                </a:lnTo>
                <a:lnTo>
                  <a:pt x="266772" y="119310"/>
                </a:lnTo>
                <a:lnTo>
                  <a:pt x="267077" y="119345"/>
                </a:lnTo>
                <a:lnTo>
                  <a:pt x="267389" y="119373"/>
                </a:lnTo>
                <a:lnTo>
                  <a:pt x="267707" y="119393"/>
                </a:lnTo>
                <a:lnTo>
                  <a:pt x="268032" y="119405"/>
                </a:lnTo>
                <a:lnTo>
                  <a:pt x="268364" y="119409"/>
                </a:lnTo>
                <a:lnTo>
                  <a:pt x="268695" y="119405"/>
                </a:lnTo>
                <a:lnTo>
                  <a:pt x="269020" y="119393"/>
                </a:lnTo>
                <a:lnTo>
                  <a:pt x="269339" y="119373"/>
                </a:lnTo>
                <a:lnTo>
                  <a:pt x="269650" y="119345"/>
                </a:lnTo>
                <a:lnTo>
                  <a:pt x="269955" y="119310"/>
                </a:lnTo>
                <a:lnTo>
                  <a:pt x="270254" y="119266"/>
                </a:lnTo>
                <a:lnTo>
                  <a:pt x="270546" y="119214"/>
                </a:lnTo>
                <a:lnTo>
                  <a:pt x="270831" y="119154"/>
                </a:lnTo>
                <a:lnTo>
                  <a:pt x="271110" y="119086"/>
                </a:lnTo>
                <a:lnTo>
                  <a:pt x="271382" y="119011"/>
                </a:lnTo>
                <a:lnTo>
                  <a:pt x="271648" y="118927"/>
                </a:lnTo>
                <a:lnTo>
                  <a:pt x="271907" y="118835"/>
                </a:lnTo>
                <a:lnTo>
                  <a:pt x="272159" y="118735"/>
                </a:lnTo>
                <a:lnTo>
                  <a:pt x="272405" y="118628"/>
                </a:lnTo>
                <a:lnTo>
                  <a:pt x="272644" y="118512"/>
                </a:lnTo>
                <a:lnTo>
                  <a:pt x="272877" y="118389"/>
                </a:lnTo>
                <a:lnTo>
                  <a:pt x="273102" y="118257"/>
                </a:lnTo>
                <a:lnTo>
                  <a:pt x="273322" y="118118"/>
                </a:lnTo>
                <a:lnTo>
                  <a:pt x="273535" y="117970"/>
                </a:lnTo>
                <a:lnTo>
                  <a:pt x="273741" y="117815"/>
                </a:lnTo>
                <a:lnTo>
                  <a:pt x="273940" y="117651"/>
                </a:lnTo>
                <a:lnTo>
                  <a:pt x="274133" y="117480"/>
                </a:lnTo>
                <a:lnTo>
                  <a:pt x="274319" y="117300"/>
                </a:lnTo>
                <a:lnTo>
                  <a:pt x="274499" y="117113"/>
                </a:lnTo>
                <a:lnTo>
                  <a:pt x="274672" y="116920"/>
                </a:lnTo>
                <a:lnTo>
                  <a:pt x="274837" y="116723"/>
                </a:lnTo>
                <a:lnTo>
                  <a:pt x="274995" y="116523"/>
                </a:lnTo>
                <a:lnTo>
                  <a:pt x="275146" y="116320"/>
                </a:lnTo>
                <a:lnTo>
                  <a:pt x="275289" y="116112"/>
                </a:lnTo>
                <a:lnTo>
                  <a:pt x="275425" y="115902"/>
                </a:lnTo>
                <a:lnTo>
                  <a:pt x="275554" y="115688"/>
                </a:lnTo>
                <a:lnTo>
                  <a:pt x="275675" y="115470"/>
                </a:lnTo>
                <a:lnTo>
                  <a:pt x="275789" y="115249"/>
                </a:lnTo>
                <a:lnTo>
                  <a:pt x="275896" y="115025"/>
                </a:lnTo>
                <a:lnTo>
                  <a:pt x="275995" y="114797"/>
                </a:lnTo>
                <a:lnTo>
                  <a:pt x="276087" y="114565"/>
                </a:lnTo>
                <a:lnTo>
                  <a:pt x="276171" y="114330"/>
                </a:lnTo>
                <a:lnTo>
                  <a:pt x="276249" y="114092"/>
                </a:lnTo>
                <a:lnTo>
                  <a:pt x="276318" y="113850"/>
                </a:lnTo>
                <a:lnTo>
                  <a:pt x="276381" y="113605"/>
                </a:lnTo>
                <a:lnTo>
                  <a:pt x="276436" y="113356"/>
                </a:lnTo>
                <a:lnTo>
                  <a:pt x="276484" y="113103"/>
                </a:lnTo>
                <a:lnTo>
                  <a:pt x="276524" y="112847"/>
                </a:lnTo>
                <a:lnTo>
                  <a:pt x="276557" y="112588"/>
                </a:lnTo>
                <a:lnTo>
                  <a:pt x="276583" y="112325"/>
                </a:lnTo>
                <a:lnTo>
                  <a:pt x="276601" y="112059"/>
                </a:lnTo>
                <a:lnTo>
                  <a:pt x="276612" y="111789"/>
                </a:lnTo>
                <a:lnTo>
                  <a:pt x="276616" y="111516"/>
                </a:lnTo>
                <a:lnTo>
                  <a:pt x="276612" y="111236"/>
                </a:lnTo>
                <a:lnTo>
                  <a:pt x="276601" y="110961"/>
                </a:lnTo>
                <a:lnTo>
                  <a:pt x="276583" y="110689"/>
                </a:lnTo>
                <a:lnTo>
                  <a:pt x="276557" y="110420"/>
                </a:lnTo>
                <a:lnTo>
                  <a:pt x="276524" y="110155"/>
                </a:lnTo>
                <a:lnTo>
                  <a:pt x="276484" y="109894"/>
                </a:lnTo>
                <a:lnTo>
                  <a:pt x="276436" y="109637"/>
                </a:lnTo>
                <a:lnTo>
                  <a:pt x="276381" y="109383"/>
                </a:lnTo>
                <a:lnTo>
                  <a:pt x="276318" y="109132"/>
                </a:lnTo>
                <a:lnTo>
                  <a:pt x="276249" y="108886"/>
                </a:lnTo>
                <a:lnTo>
                  <a:pt x="276171" y="108642"/>
                </a:lnTo>
                <a:lnTo>
                  <a:pt x="276087" y="108403"/>
                </a:lnTo>
                <a:lnTo>
                  <a:pt x="275995" y="108167"/>
                </a:lnTo>
                <a:lnTo>
                  <a:pt x="275896" y="107935"/>
                </a:lnTo>
                <a:lnTo>
                  <a:pt x="275789" y="107706"/>
                </a:lnTo>
                <a:lnTo>
                  <a:pt x="275675" y="107481"/>
                </a:lnTo>
                <a:lnTo>
                  <a:pt x="275554" y="107260"/>
                </a:lnTo>
                <a:lnTo>
                  <a:pt x="275425" y="107042"/>
                </a:lnTo>
                <a:lnTo>
                  <a:pt x="275289" y="106828"/>
                </a:lnTo>
                <a:lnTo>
                  <a:pt x="275146" y="106617"/>
                </a:lnTo>
                <a:lnTo>
                  <a:pt x="274995" y="106410"/>
                </a:lnTo>
                <a:lnTo>
                  <a:pt x="274837" y="106207"/>
                </a:lnTo>
                <a:lnTo>
                  <a:pt x="274672" y="106007"/>
                </a:lnTo>
                <a:lnTo>
                  <a:pt x="274499" y="105811"/>
                </a:lnTo>
                <a:lnTo>
                  <a:pt x="274319" y="105620"/>
                </a:lnTo>
                <a:lnTo>
                  <a:pt x="274133" y="105438"/>
                </a:lnTo>
                <a:lnTo>
                  <a:pt x="273940" y="105264"/>
                </a:lnTo>
                <a:lnTo>
                  <a:pt x="273741" y="105098"/>
                </a:lnTo>
                <a:lnTo>
                  <a:pt x="273535" y="104940"/>
                </a:lnTo>
                <a:lnTo>
                  <a:pt x="273322" y="104790"/>
                </a:lnTo>
                <a:lnTo>
                  <a:pt x="273102" y="104649"/>
                </a:lnTo>
                <a:lnTo>
                  <a:pt x="272877" y="104515"/>
                </a:lnTo>
                <a:lnTo>
                  <a:pt x="272644" y="104389"/>
                </a:lnTo>
                <a:lnTo>
                  <a:pt x="272405" y="104272"/>
                </a:lnTo>
                <a:lnTo>
                  <a:pt x="272159" y="104163"/>
                </a:lnTo>
                <a:lnTo>
                  <a:pt x="271907" y="104061"/>
                </a:lnTo>
                <a:lnTo>
                  <a:pt x="271648" y="103968"/>
                </a:lnTo>
                <a:lnTo>
                  <a:pt x="271382" y="103883"/>
                </a:lnTo>
                <a:lnTo>
                  <a:pt x="271110" y="103806"/>
                </a:lnTo>
                <a:lnTo>
                  <a:pt x="270831" y="103738"/>
                </a:lnTo>
                <a:lnTo>
                  <a:pt x="270546" y="103677"/>
                </a:lnTo>
                <a:lnTo>
                  <a:pt x="270254" y="103624"/>
                </a:lnTo>
                <a:lnTo>
                  <a:pt x="269955" y="103580"/>
                </a:lnTo>
                <a:lnTo>
                  <a:pt x="269650" y="103543"/>
                </a:lnTo>
                <a:lnTo>
                  <a:pt x="269339" y="103515"/>
                </a:lnTo>
                <a:lnTo>
                  <a:pt x="269020" y="103495"/>
                </a:lnTo>
                <a:lnTo>
                  <a:pt x="268695" y="103482"/>
                </a:lnTo>
                <a:lnTo>
                  <a:pt x="268364" y="103478"/>
                </a:lnTo>
                <a:lnTo>
                  <a:pt x="268032" y="103482"/>
                </a:lnTo>
                <a:lnTo>
                  <a:pt x="267707" y="103495"/>
                </a:lnTo>
                <a:lnTo>
                  <a:pt x="267389" y="103515"/>
                </a:lnTo>
                <a:lnTo>
                  <a:pt x="267077" y="103543"/>
                </a:lnTo>
                <a:lnTo>
                  <a:pt x="266772" y="103580"/>
                </a:lnTo>
                <a:lnTo>
                  <a:pt x="266473" y="103624"/>
                </a:lnTo>
                <a:lnTo>
                  <a:pt x="266181" y="103677"/>
                </a:lnTo>
                <a:lnTo>
                  <a:pt x="265896" y="103738"/>
                </a:lnTo>
                <a:lnTo>
                  <a:pt x="265617" y="103806"/>
                </a:lnTo>
                <a:lnTo>
                  <a:pt x="265345" y="103883"/>
                </a:lnTo>
                <a:lnTo>
                  <a:pt x="265079" y="103968"/>
                </a:lnTo>
                <a:lnTo>
                  <a:pt x="264820" y="104061"/>
                </a:lnTo>
                <a:lnTo>
                  <a:pt x="264568" y="104163"/>
                </a:lnTo>
                <a:lnTo>
                  <a:pt x="264322" y="104272"/>
                </a:lnTo>
                <a:lnTo>
                  <a:pt x="264083" y="104389"/>
                </a:lnTo>
                <a:lnTo>
                  <a:pt x="263851" y="104515"/>
                </a:lnTo>
                <a:lnTo>
                  <a:pt x="263625" y="104649"/>
                </a:lnTo>
                <a:lnTo>
                  <a:pt x="263405" y="104790"/>
                </a:lnTo>
                <a:lnTo>
                  <a:pt x="263193" y="104940"/>
                </a:lnTo>
                <a:lnTo>
                  <a:pt x="262987" y="105098"/>
                </a:lnTo>
                <a:lnTo>
                  <a:pt x="262787" y="105264"/>
                </a:lnTo>
                <a:lnTo>
                  <a:pt x="262594" y="105438"/>
                </a:lnTo>
                <a:lnTo>
                  <a:pt x="262408" y="105620"/>
                </a:lnTo>
                <a:lnTo>
                  <a:pt x="262228" y="105811"/>
                </a:lnTo>
                <a:lnTo>
                  <a:pt x="262055" y="106007"/>
                </a:lnTo>
                <a:lnTo>
                  <a:pt x="261890" y="106207"/>
                </a:lnTo>
                <a:lnTo>
                  <a:pt x="261732" y="106410"/>
                </a:lnTo>
                <a:lnTo>
                  <a:pt x="261581" y="106617"/>
                </a:lnTo>
                <a:lnTo>
                  <a:pt x="261438" y="106828"/>
                </a:lnTo>
                <a:lnTo>
                  <a:pt x="261302" y="107042"/>
                </a:lnTo>
                <a:lnTo>
                  <a:pt x="261173" y="107260"/>
                </a:lnTo>
                <a:lnTo>
                  <a:pt x="261052" y="107481"/>
                </a:lnTo>
                <a:lnTo>
                  <a:pt x="260938" y="107706"/>
                </a:lnTo>
                <a:lnTo>
                  <a:pt x="260832" y="107935"/>
                </a:lnTo>
                <a:lnTo>
                  <a:pt x="260732" y="108167"/>
                </a:lnTo>
                <a:lnTo>
                  <a:pt x="260640" y="108403"/>
                </a:lnTo>
                <a:lnTo>
                  <a:pt x="260556" y="108642"/>
                </a:lnTo>
                <a:lnTo>
                  <a:pt x="260479" y="108886"/>
                </a:lnTo>
                <a:lnTo>
                  <a:pt x="260409" y="109132"/>
                </a:lnTo>
                <a:lnTo>
                  <a:pt x="260346" y="109383"/>
                </a:lnTo>
                <a:lnTo>
                  <a:pt x="260291" y="109637"/>
                </a:lnTo>
                <a:lnTo>
                  <a:pt x="260243" y="109894"/>
                </a:lnTo>
                <a:lnTo>
                  <a:pt x="260203" y="110155"/>
                </a:lnTo>
                <a:lnTo>
                  <a:pt x="260170" y="110420"/>
                </a:lnTo>
                <a:lnTo>
                  <a:pt x="260144" y="110689"/>
                </a:lnTo>
                <a:lnTo>
                  <a:pt x="260126" y="110961"/>
                </a:lnTo>
                <a:lnTo>
                  <a:pt x="260115" y="111236"/>
                </a:lnTo>
                <a:lnTo>
                  <a:pt x="260111" y="111516"/>
                </a:lnTo>
                <a:lnTo>
                  <a:pt x="260115" y="111789"/>
                </a:lnTo>
                <a:lnTo>
                  <a:pt x="260126" y="112059"/>
                </a:lnTo>
                <a:lnTo>
                  <a:pt x="260144" y="112325"/>
                </a:lnTo>
                <a:lnTo>
                  <a:pt x="260170" y="11258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75184C-7581-46B7-8D3D-CBDF273D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16" y="419091"/>
            <a:ext cx="2215543" cy="463027"/>
          </a:xfrm>
          <a:custGeom xmlns:a="http://schemas.openxmlformats.org/drawingml/2006/main">
            <a:pathLst>
              <a:path w="2215543" h="463027">
                <a:moveTo>
                  <a:pt x="0" y="0"/>
                </a:moveTo>
                <a:lnTo>
                  <a:pt x="2215543" y="0"/>
                </a:lnTo>
                <a:lnTo>
                  <a:pt x="2215543" y="463027"/>
                </a:lnTo>
                <a:lnTo>
                  <a:pt x="0" y="4630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7F6A87-8CBB-4EE8-BFA7-E3E3A262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16" y="419091"/>
            <a:ext cx="2215543" cy="463027"/>
          </a:xfrm>
          <a:custGeom xmlns:a="http://schemas.openxmlformats.org/drawingml/2006/main">
            <a:pathLst>
              <a:path w="2215543" h="463027" fill="none">
                <a:moveTo>
                  <a:pt x="0" y="0"/>
                </a:moveTo>
                <a:lnTo>
                  <a:pt x="2215543" y="0"/>
                </a:lnTo>
                <a:lnTo>
                  <a:pt x="2215543" y="463027"/>
                </a:lnTo>
                <a:lnTo>
                  <a:pt x="0" y="46302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378" name="Text (a)Text↔VideoRetrieval">
            <a:extLst xmlns:a="http://schemas.openxmlformats.org/drawingml/2006/main">
              <a:ext uri="{FF2B5EF4-FFF2-40B4-BE49-F238E27FC236}">
                <a16:creationId xmlns:a16="http://schemas.microsoft.com/office/drawing/2014/main" id="{27743C13-6EE7-4FD4-98EE-3A7289C2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29" y="445092"/>
            <a:ext cx="2004174" cy="170664"/>
          </a:xfrm>
          <a:custGeom xmlns:a="http://schemas.openxmlformats.org/drawingml/2006/main">
            <a:pathLst>
              <a:path w="2004174" h="170664">
                <a:moveTo>
                  <a:pt x="415681" y="132721"/>
                </a:moveTo>
                <a:lnTo>
                  <a:pt x="415681" y="27933"/>
                </a:lnTo>
                <a:lnTo>
                  <a:pt x="453462" y="27933"/>
                </a:lnTo>
                <a:lnTo>
                  <a:pt x="453462" y="15177"/>
                </a:lnTo>
                <a:lnTo>
                  <a:pt x="415681" y="15177"/>
                </a:lnTo>
                <a:lnTo>
                  <a:pt x="400342" y="15177"/>
                </a:lnTo>
                <a:lnTo>
                  <a:pt x="362641" y="15177"/>
                </a:lnTo>
                <a:lnTo>
                  <a:pt x="362641" y="27933"/>
                </a:lnTo>
                <a:lnTo>
                  <a:pt x="400342" y="27933"/>
                </a:lnTo>
                <a:lnTo>
                  <a:pt x="400342" y="132721"/>
                </a:lnTo>
                <a:lnTo>
                  <a:pt x="415681" y="132721"/>
                </a:lnTo>
                <a:close/>
                <a:moveTo>
                  <a:pt x="619569" y="56834"/>
                </a:moveTo>
                <a:lnTo>
                  <a:pt x="635554" y="56834"/>
                </a:lnTo>
                <a:lnTo>
                  <a:pt x="635554" y="110987"/>
                </a:lnTo>
                <a:lnTo>
                  <a:pt x="635559" y="111708"/>
                </a:lnTo>
                <a:lnTo>
                  <a:pt x="635573" y="112416"/>
                </a:lnTo>
                <a:lnTo>
                  <a:pt x="635596" y="113112"/>
                </a:lnTo>
                <a:lnTo>
                  <a:pt x="635629" y="113796"/>
                </a:lnTo>
                <a:lnTo>
                  <a:pt x="635671" y="114467"/>
                </a:lnTo>
                <a:lnTo>
                  <a:pt x="635723" y="115125"/>
                </a:lnTo>
                <a:lnTo>
                  <a:pt x="635784" y="115771"/>
                </a:lnTo>
                <a:lnTo>
                  <a:pt x="635854" y="116405"/>
                </a:lnTo>
                <a:lnTo>
                  <a:pt x="635934" y="117026"/>
                </a:lnTo>
                <a:lnTo>
                  <a:pt x="636024" y="117635"/>
                </a:lnTo>
                <a:lnTo>
                  <a:pt x="636122" y="118231"/>
                </a:lnTo>
                <a:lnTo>
                  <a:pt x="636230" y="118814"/>
                </a:lnTo>
                <a:lnTo>
                  <a:pt x="636347" y="119385"/>
                </a:lnTo>
                <a:lnTo>
                  <a:pt x="636474" y="119944"/>
                </a:lnTo>
                <a:lnTo>
                  <a:pt x="636610" y="120490"/>
                </a:lnTo>
                <a:lnTo>
                  <a:pt x="636756" y="121024"/>
                </a:lnTo>
                <a:lnTo>
                  <a:pt x="636911" y="121545"/>
                </a:lnTo>
                <a:lnTo>
                  <a:pt x="637075" y="122054"/>
                </a:lnTo>
                <a:lnTo>
                  <a:pt x="637249" y="122550"/>
                </a:lnTo>
                <a:lnTo>
                  <a:pt x="637432" y="123034"/>
                </a:lnTo>
                <a:lnTo>
                  <a:pt x="637625" y="123505"/>
                </a:lnTo>
                <a:lnTo>
                  <a:pt x="637826" y="123964"/>
                </a:lnTo>
                <a:lnTo>
                  <a:pt x="638038" y="124411"/>
                </a:lnTo>
                <a:lnTo>
                  <a:pt x="638258" y="124844"/>
                </a:lnTo>
                <a:lnTo>
                  <a:pt x="638487" y="125267"/>
                </a:lnTo>
                <a:lnTo>
                  <a:pt x="638722" y="125679"/>
                </a:lnTo>
                <a:lnTo>
                  <a:pt x="638964" y="126081"/>
                </a:lnTo>
                <a:lnTo>
                  <a:pt x="639213" y="126472"/>
                </a:lnTo>
                <a:lnTo>
                  <a:pt x="639468" y="126854"/>
                </a:lnTo>
                <a:lnTo>
                  <a:pt x="639729" y="127225"/>
                </a:lnTo>
                <a:lnTo>
                  <a:pt x="639997" y="127586"/>
                </a:lnTo>
                <a:lnTo>
                  <a:pt x="640272" y="127936"/>
                </a:lnTo>
                <a:lnTo>
                  <a:pt x="640554" y="128277"/>
                </a:lnTo>
                <a:lnTo>
                  <a:pt x="640842" y="128607"/>
                </a:lnTo>
                <a:lnTo>
                  <a:pt x="641136" y="128927"/>
                </a:lnTo>
                <a:lnTo>
                  <a:pt x="641437" y="129237"/>
                </a:lnTo>
                <a:lnTo>
                  <a:pt x="641745" y="129536"/>
                </a:lnTo>
                <a:lnTo>
                  <a:pt x="642059" y="129826"/>
                </a:lnTo>
                <a:lnTo>
                  <a:pt x="642380" y="130105"/>
                </a:lnTo>
                <a:lnTo>
                  <a:pt x="642708" y="130373"/>
                </a:lnTo>
                <a:lnTo>
                  <a:pt x="643042" y="130632"/>
                </a:lnTo>
                <a:lnTo>
                  <a:pt x="643382" y="130880"/>
                </a:lnTo>
                <a:lnTo>
                  <a:pt x="643730" y="131118"/>
                </a:lnTo>
                <a:lnTo>
                  <a:pt x="644083" y="131346"/>
                </a:lnTo>
                <a:lnTo>
                  <a:pt x="644444" y="131564"/>
                </a:lnTo>
                <a:lnTo>
                  <a:pt x="644811" y="131771"/>
                </a:lnTo>
                <a:lnTo>
                  <a:pt x="645184" y="131969"/>
                </a:lnTo>
                <a:lnTo>
                  <a:pt x="645565" y="132156"/>
                </a:lnTo>
                <a:lnTo>
                  <a:pt x="645950" y="132333"/>
                </a:lnTo>
                <a:lnTo>
                  <a:pt x="646338" y="132504"/>
                </a:lnTo>
                <a:lnTo>
                  <a:pt x="646729" y="132666"/>
                </a:lnTo>
                <a:lnTo>
                  <a:pt x="647123" y="132822"/>
                </a:lnTo>
                <a:lnTo>
                  <a:pt x="647520" y="132969"/>
                </a:lnTo>
                <a:lnTo>
                  <a:pt x="647921" y="133109"/>
                </a:lnTo>
                <a:lnTo>
                  <a:pt x="648324" y="133242"/>
                </a:lnTo>
                <a:lnTo>
                  <a:pt x="648731" y="133367"/>
                </a:lnTo>
                <a:lnTo>
                  <a:pt x="649141" y="133484"/>
                </a:lnTo>
                <a:lnTo>
                  <a:pt x="649553" y="133594"/>
                </a:lnTo>
                <a:lnTo>
                  <a:pt x="649969" y="133696"/>
                </a:lnTo>
                <a:lnTo>
                  <a:pt x="650388" y="133790"/>
                </a:lnTo>
                <a:lnTo>
                  <a:pt x="650810" y="133877"/>
                </a:lnTo>
                <a:lnTo>
                  <a:pt x="651235" y="133957"/>
                </a:lnTo>
                <a:lnTo>
                  <a:pt x="651663" y="134029"/>
                </a:lnTo>
                <a:lnTo>
                  <a:pt x="652095" y="134093"/>
                </a:lnTo>
                <a:lnTo>
                  <a:pt x="652529" y="134150"/>
                </a:lnTo>
                <a:lnTo>
                  <a:pt x="652967" y="134199"/>
                </a:lnTo>
                <a:lnTo>
                  <a:pt x="653407" y="134241"/>
                </a:lnTo>
                <a:lnTo>
                  <a:pt x="653851" y="134275"/>
                </a:lnTo>
                <a:lnTo>
                  <a:pt x="654297" y="134301"/>
                </a:lnTo>
                <a:lnTo>
                  <a:pt x="654747" y="134320"/>
                </a:lnTo>
                <a:lnTo>
                  <a:pt x="655200" y="134332"/>
                </a:lnTo>
                <a:lnTo>
                  <a:pt x="655656" y="134335"/>
                </a:lnTo>
                <a:lnTo>
                  <a:pt x="655990" y="134334"/>
                </a:lnTo>
                <a:lnTo>
                  <a:pt x="656320" y="134332"/>
                </a:lnTo>
                <a:lnTo>
                  <a:pt x="656647" y="134327"/>
                </a:lnTo>
                <a:lnTo>
                  <a:pt x="656969" y="134321"/>
                </a:lnTo>
                <a:lnTo>
                  <a:pt x="657287" y="134313"/>
                </a:lnTo>
                <a:lnTo>
                  <a:pt x="657601" y="134303"/>
                </a:lnTo>
                <a:lnTo>
                  <a:pt x="657911" y="134291"/>
                </a:lnTo>
                <a:lnTo>
                  <a:pt x="658217" y="134277"/>
                </a:lnTo>
                <a:lnTo>
                  <a:pt x="658519" y="134262"/>
                </a:lnTo>
                <a:lnTo>
                  <a:pt x="658816" y="134244"/>
                </a:lnTo>
                <a:lnTo>
                  <a:pt x="659110" y="134225"/>
                </a:lnTo>
                <a:lnTo>
                  <a:pt x="659400" y="134204"/>
                </a:lnTo>
                <a:lnTo>
                  <a:pt x="659685" y="134181"/>
                </a:lnTo>
                <a:lnTo>
                  <a:pt x="659967" y="134157"/>
                </a:lnTo>
                <a:lnTo>
                  <a:pt x="660244" y="134130"/>
                </a:lnTo>
                <a:lnTo>
                  <a:pt x="660518" y="134102"/>
                </a:lnTo>
                <a:lnTo>
                  <a:pt x="660787" y="134072"/>
                </a:lnTo>
                <a:lnTo>
                  <a:pt x="661052" y="134040"/>
                </a:lnTo>
                <a:lnTo>
                  <a:pt x="661313" y="134006"/>
                </a:lnTo>
                <a:lnTo>
                  <a:pt x="661570" y="133971"/>
                </a:lnTo>
                <a:lnTo>
                  <a:pt x="661824" y="133934"/>
                </a:lnTo>
                <a:lnTo>
                  <a:pt x="662073" y="133894"/>
                </a:lnTo>
                <a:lnTo>
                  <a:pt x="662317" y="133853"/>
                </a:lnTo>
                <a:lnTo>
                  <a:pt x="662558" y="133811"/>
                </a:lnTo>
                <a:lnTo>
                  <a:pt x="662795" y="133767"/>
                </a:lnTo>
                <a:lnTo>
                  <a:pt x="663028" y="133723"/>
                </a:lnTo>
                <a:lnTo>
                  <a:pt x="663258" y="133679"/>
                </a:lnTo>
                <a:lnTo>
                  <a:pt x="663483" y="133635"/>
                </a:lnTo>
                <a:lnTo>
                  <a:pt x="663705" y="133590"/>
                </a:lnTo>
                <a:lnTo>
                  <a:pt x="663923" y="133546"/>
                </a:lnTo>
                <a:lnTo>
                  <a:pt x="664137" y="133501"/>
                </a:lnTo>
                <a:lnTo>
                  <a:pt x="664348" y="133456"/>
                </a:lnTo>
                <a:lnTo>
                  <a:pt x="664554" y="133411"/>
                </a:lnTo>
                <a:lnTo>
                  <a:pt x="664757" y="133366"/>
                </a:lnTo>
                <a:lnTo>
                  <a:pt x="664956" y="133321"/>
                </a:lnTo>
                <a:lnTo>
                  <a:pt x="665152" y="133276"/>
                </a:lnTo>
                <a:lnTo>
                  <a:pt x="665343" y="133230"/>
                </a:lnTo>
                <a:lnTo>
                  <a:pt x="665531" y="133185"/>
                </a:lnTo>
                <a:lnTo>
                  <a:pt x="665715" y="133139"/>
                </a:lnTo>
                <a:lnTo>
                  <a:pt x="665895" y="133093"/>
                </a:lnTo>
                <a:lnTo>
                  <a:pt x="666072" y="133047"/>
                </a:lnTo>
                <a:lnTo>
                  <a:pt x="666244" y="133001"/>
                </a:lnTo>
                <a:lnTo>
                  <a:pt x="666413" y="132954"/>
                </a:lnTo>
                <a:lnTo>
                  <a:pt x="666578" y="132908"/>
                </a:lnTo>
                <a:lnTo>
                  <a:pt x="666739" y="132861"/>
                </a:lnTo>
                <a:lnTo>
                  <a:pt x="666897" y="132815"/>
                </a:lnTo>
                <a:lnTo>
                  <a:pt x="667050" y="132768"/>
                </a:lnTo>
                <a:lnTo>
                  <a:pt x="667200" y="132721"/>
                </a:lnTo>
                <a:lnTo>
                  <a:pt x="667120" y="120530"/>
                </a:lnTo>
                <a:lnTo>
                  <a:pt x="667030" y="120551"/>
                </a:lnTo>
                <a:lnTo>
                  <a:pt x="666938" y="120572"/>
                </a:lnTo>
                <a:lnTo>
                  <a:pt x="666841" y="120593"/>
                </a:lnTo>
                <a:lnTo>
                  <a:pt x="666742" y="120615"/>
                </a:lnTo>
                <a:lnTo>
                  <a:pt x="666638" y="120637"/>
                </a:lnTo>
                <a:lnTo>
                  <a:pt x="666532" y="120659"/>
                </a:lnTo>
                <a:lnTo>
                  <a:pt x="666422" y="120682"/>
                </a:lnTo>
                <a:lnTo>
                  <a:pt x="666308" y="120705"/>
                </a:lnTo>
                <a:lnTo>
                  <a:pt x="666191" y="120729"/>
                </a:lnTo>
                <a:lnTo>
                  <a:pt x="666070" y="120753"/>
                </a:lnTo>
                <a:lnTo>
                  <a:pt x="665946" y="120778"/>
                </a:lnTo>
                <a:lnTo>
                  <a:pt x="665818" y="120803"/>
                </a:lnTo>
                <a:lnTo>
                  <a:pt x="665687" y="120828"/>
                </a:lnTo>
                <a:lnTo>
                  <a:pt x="665552" y="120854"/>
                </a:lnTo>
                <a:lnTo>
                  <a:pt x="665414" y="120880"/>
                </a:lnTo>
                <a:lnTo>
                  <a:pt x="665272" y="120907"/>
                </a:lnTo>
                <a:lnTo>
                  <a:pt x="665126" y="120934"/>
                </a:lnTo>
                <a:lnTo>
                  <a:pt x="664978" y="120962"/>
                </a:lnTo>
                <a:lnTo>
                  <a:pt x="664825" y="120990"/>
                </a:lnTo>
                <a:lnTo>
                  <a:pt x="664670" y="121018"/>
                </a:lnTo>
                <a:lnTo>
                  <a:pt x="664510" y="121047"/>
                </a:lnTo>
                <a:lnTo>
                  <a:pt x="664348" y="121076"/>
                </a:lnTo>
                <a:lnTo>
                  <a:pt x="664181" y="121106"/>
                </a:lnTo>
                <a:lnTo>
                  <a:pt x="664011" y="121136"/>
                </a:lnTo>
                <a:lnTo>
                  <a:pt x="663840" y="121166"/>
                </a:lnTo>
                <a:lnTo>
                  <a:pt x="663670" y="121194"/>
                </a:lnTo>
                <a:lnTo>
                  <a:pt x="663500" y="121221"/>
                </a:lnTo>
                <a:lnTo>
                  <a:pt x="663331" y="121247"/>
                </a:lnTo>
                <a:lnTo>
                  <a:pt x="663162" y="121272"/>
                </a:lnTo>
                <a:lnTo>
                  <a:pt x="662995" y="121295"/>
                </a:lnTo>
                <a:lnTo>
                  <a:pt x="662828" y="121317"/>
                </a:lnTo>
                <a:lnTo>
                  <a:pt x="662661" y="121338"/>
                </a:lnTo>
                <a:lnTo>
                  <a:pt x="662496" y="121357"/>
                </a:lnTo>
                <a:lnTo>
                  <a:pt x="662331" y="121376"/>
                </a:lnTo>
                <a:lnTo>
                  <a:pt x="662167" y="121393"/>
                </a:lnTo>
                <a:lnTo>
                  <a:pt x="662003" y="121408"/>
                </a:lnTo>
                <a:lnTo>
                  <a:pt x="661840" y="121423"/>
                </a:lnTo>
                <a:lnTo>
                  <a:pt x="661678" y="121436"/>
                </a:lnTo>
                <a:lnTo>
                  <a:pt x="661517" y="121448"/>
                </a:lnTo>
                <a:lnTo>
                  <a:pt x="661356" y="121459"/>
                </a:lnTo>
                <a:lnTo>
                  <a:pt x="661196" y="121468"/>
                </a:lnTo>
                <a:lnTo>
                  <a:pt x="661037" y="121477"/>
                </a:lnTo>
                <a:lnTo>
                  <a:pt x="660878" y="121483"/>
                </a:lnTo>
                <a:lnTo>
                  <a:pt x="660721" y="121489"/>
                </a:lnTo>
                <a:lnTo>
                  <a:pt x="660563" y="121494"/>
                </a:lnTo>
                <a:lnTo>
                  <a:pt x="660407" y="121497"/>
                </a:lnTo>
                <a:lnTo>
                  <a:pt x="660251" y="121499"/>
                </a:lnTo>
                <a:lnTo>
                  <a:pt x="660096" y="121499"/>
                </a:lnTo>
                <a:lnTo>
                  <a:pt x="659888" y="121498"/>
                </a:lnTo>
                <a:lnTo>
                  <a:pt x="659681" y="121494"/>
                </a:lnTo>
                <a:lnTo>
                  <a:pt x="659475" y="121488"/>
                </a:lnTo>
                <a:lnTo>
                  <a:pt x="659271" y="121479"/>
                </a:lnTo>
                <a:lnTo>
                  <a:pt x="659067" y="121468"/>
                </a:lnTo>
                <a:lnTo>
                  <a:pt x="658865" y="121454"/>
                </a:lnTo>
                <a:lnTo>
                  <a:pt x="658664" y="121437"/>
                </a:lnTo>
                <a:lnTo>
                  <a:pt x="658463" y="121418"/>
                </a:lnTo>
                <a:lnTo>
                  <a:pt x="658264" y="121397"/>
                </a:lnTo>
                <a:lnTo>
                  <a:pt x="658067" y="121373"/>
                </a:lnTo>
                <a:lnTo>
                  <a:pt x="657870" y="121347"/>
                </a:lnTo>
                <a:lnTo>
                  <a:pt x="657674" y="121318"/>
                </a:lnTo>
                <a:lnTo>
                  <a:pt x="657480" y="121286"/>
                </a:lnTo>
                <a:lnTo>
                  <a:pt x="657286" y="121252"/>
                </a:lnTo>
                <a:lnTo>
                  <a:pt x="657094" y="121215"/>
                </a:lnTo>
                <a:lnTo>
                  <a:pt x="656903" y="121176"/>
                </a:lnTo>
                <a:lnTo>
                  <a:pt x="656713" y="121135"/>
                </a:lnTo>
                <a:lnTo>
                  <a:pt x="656524" y="121091"/>
                </a:lnTo>
                <a:lnTo>
                  <a:pt x="656336" y="121044"/>
                </a:lnTo>
                <a:lnTo>
                  <a:pt x="656149" y="120995"/>
                </a:lnTo>
                <a:lnTo>
                  <a:pt x="655964" y="120943"/>
                </a:lnTo>
                <a:lnTo>
                  <a:pt x="655779" y="120889"/>
                </a:lnTo>
                <a:lnTo>
                  <a:pt x="655596" y="120832"/>
                </a:lnTo>
                <a:lnTo>
                  <a:pt x="655414" y="120773"/>
                </a:lnTo>
                <a:lnTo>
                  <a:pt x="655233" y="120709"/>
                </a:lnTo>
                <a:lnTo>
                  <a:pt x="655056" y="120641"/>
                </a:lnTo>
                <a:lnTo>
                  <a:pt x="654881" y="120567"/>
                </a:lnTo>
                <a:lnTo>
                  <a:pt x="654710" y="120488"/>
                </a:lnTo>
                <a:lnTo>
                  <a:pt x="654540" y="120403"/>
                </a:lnTo>
                <a:lnTo>
                  <a:pt x="654374" y="120313"/>
                </a:lnTo>
                <a:lnTo>
                  <a:pt x="654211" y="120218"/>
                </a:lnTo>
                <a:lnTo>
                  <a:pt x="654050" y="120118"/>
                </a:lnTo>
                <a:lnTo>
                  <a:pt x="653892" y="120012"/>
                </a:lnTo>
                <a:lnTo>
                  <a:pt x="653737" y="119900"/>
                </a:lnTo>
                <a:lnTo>
                  <a:pt x="653585" y="119784"/>
                </a:lnTo>
                <a:lnTo>
                  <a:pt x="653436" y="119662"/>
                </a:lnTo>
                <a:lnTo>
                  <a:pt x="653289" y="119535"/>
                </a:lnTo>
                <a:lnTo>
                  <a:pt x="653145" y="119402"/>
                </a:lnTo>
                <a:lnTo>
                  <a:pt x="653004" y="119264"/>
                </a:lnTo>
                <a:lnTo>
                  <a:pt x="652866" y="119121"/>
                </a:lnTo>
                <a:lnTo>
                  <a:pt x="652731" y="118972"/>
                </a:lnTo>
                <a:lnTo>
                  <a:pt x="652598" y="118819"/>
                </a:lnTo>
                <a:lnTo>
                  <a:pt x="652468" y="118659"/>
                </a:lnTo>
                <a:lnTo>
                  <a:pt x="652341" y="118495"/>
                </a:lnTo>
                <a:lnTo>
                  <a:pt x="652217" y="118325"/>
                </a:lnTo>
                <a:lnTo>
                  <a:pt x="652096" y="118150"/>
                </a:lnTo>
                <a:lnTo>
                  <a:pt x="651977" y="117969"/>
                </a:lnTo>
                <a:lnTo>
                  <a:pt x="651862" y="117783"/>
                </a:lnTo>
                <a:lnTo>
                  <a:pt x="651750" y="117591"/>
                </a:lnTo>
                <a:lnTo>
                  <a:pt x="651642" y="117391"/>
                </a:lnTo>
                <a:lnTo>
                  <a:pt x="651540" y="117183"/>
                </a:lnTo>
                <a:lnTo>
                  <a:pt x="651442" y="116968"/>
                </a:lnTo>
                <a:lnTo>
                  <a:pt x="651349" y="116746"/>
                </a:lnTo>
                <a:lnTo>
                  <a:pt x="651261" y="116515"/>
                </a:lnTo>
                <a:lnTo>
                  <a:pt x="651178" y="116278"/>
                </a:lnTo>
                <a:lnTo>
                  <a:pt x="651099" y="116032"/>
                </a:lnTo>
                <a:lnTo>
                  <a:pt x="651025" y="115779"/>
                </a:lnTo>
                <a:lnTo>
                  <a:pt x="650956" y="115519"/>
                </a:lnTo>
                <a:lnTo>
                  <a:pt x="650892" y="115251"/>
                </a:lnTo>
                <a:lnTo>
                  <a:pt x="650832" y="114975"/>
                </a:lnTo>
                <a:lnTo>
                  <a:pt x="650777" y="114692"/>
                </a:lnTo>
                <a:lnTo>
                  <a:pt x="650727" y="114401"/>
                </a:lnTo>
                <a:lnTo>
                  <a:pt x="650682" y="114103"/>
                </a:lnTo>
                <a:lnTo>
                  <a:pt x="650642" y="113797"/>
                </a:lnTo>
                <a:lnTo>
                  <a:pt x="650606" y="113484"/>
                </a:lnTo>
                <a:lnTo>
                  <a:pt x="650575" y="113163"/>
                </a:lnTo>
                <a:lnTo>
                  <a:pt x="650549" y="112834"/>
                </a:lnTo>
                <a:lnTo>
                  <a:pt x="650527" y="112498"/>
                </a:lnTo>
                <a:lnTo>
                  <a:pt x="650511" y="112154"/>
                </a:lnTo>
                <a:lnTo>
                  <a:pt x="650499" y="111803"/>
                </a:lnTo>
                <a:lnTo>
                  <a:pt x="650491" y="111444"/>
                </a:lnTo>
                <a:lnTo>
                  <a:pt x="650489" y="111077"/>
                </a:lnTo>
                <a:lnTo>
                  <a:pt x="650489" y="56834"/>
                </a:lnTo>
                <a:lnTo>
                  <a:pt x="666797" y="56834"/>
                </a:lnTo>
                <a:lnTo>
                  <a:pt x="666797" y="45370"/>
                </a:lnTo>
                <a:lnTo>
                  <a:pt x="650489" y="45370"/>
                </a:lnTo>
                <a:lnTo>
                  <a:pt x="650489" y="24058"/>
                </a:lnTo>
                <a:lnTo>
                  <a:pt x="635554" y="24058"/>
                </a:lnTo>
                <a:lnTo>
                  <a:pt x="635554" y="45370"/>
                </a:lnTo>
                <a:lnTo>
                  <a:pt x="619569" y="45370"/>
                </a:lnTo>
                <a:lnTo>
                  <a:pt x="619569" y="56834"/>
                </a:lnTo>
                <a:close/>
                <a:moveTo>
                  <a:pt x="109021" y="124045"/>
                </a:moveTo>
                <a:lnTo>
                  <a:pt x="109064" y="124395"/>
                </a:lnTo>
                <a:lnTo>
                  <a:pt x="109110" y="124748"/>
                </a:lnTo>
                <a:lnTo>
                  <a:pt x="109159" y="125103"/>
                </a:lnTo>
                <a:lnTo>
                  <a:pt x="109209" y="125459"/>
                </a:lnTo>
                <a:lnTo>
                  <a:pt x="109262" y="125818"/>
                </a:lnTo>
                <a:lnTo>
                  <a:pt x="109316" y="126175"/>
                </a:lnTo>
                <a:lnTo>
                  <a:pt x="109373" y="126526"/>
                </a:lnTo>
                <a:lnTo>
                  <a:pt x="109431" y="126871"/>
                </a:lnTo>
                <a:lnTo>
                  <a:pt x="109491" y="127210"/>
                </a:lnTo>
                <a:lnTo>
                  <a:pt x="109552" y="127543"/>
                </a:lnTo>
                <a:lnTo>
                  <a:pt x="109615" y="127869"/>
                </a:lnTo>
                <a:lnTo>
                  <a:pt x="109680" y="128190"/>
                </a:lnTo>
                <a:lnTo>
                  <a:pt x="109746" y="128505"/>
                </a:lnTo>
                <a:lnTo>
                  <a:pt x="109814" y="128814"/>
                </a:lnTo>
                <a:lnTo>
                  <a:pt x="109884" y="129116"/>
                </a:lnTo>
                <a:lnTo>
                  <a:pt x="109956" y="129413"/>
                </a:lnTo>
                <a:lnTo>
                  <a:pt x="110029" y="129703"/>
                </a:lnTo>
                <a:lnTo>
                  <a:pt x="110104" y="129988"/>
                </a:lnTo>
                <a:lnTo>
                  <a:pt x="110180" y="130267"/>
                </a:lnTo>
                <a:lnTo>
                  <a:pt x="110258" y="130539"/>
                </a:lnTo>
                <a:lnTo>
                  <a:pt x="110338" y="130806"/>
                </a:lnTo>
                <a:lnTo>
                  <a:pt x="110420" y="131066"/>
                </a:lnTo>
                <a:lnTo>
                  <a:pt x="110503" y="131321"/>
                </a:lnTo>
                <a:lnTo>
                  <a:pt x="110588" y="131569"/>
                </a:lnTo>
                <a:lnTo>
                  <a:pt x="110675" y="131811"/>
                </a:lnTo>
                <a:lnTo>
                  <a:pt x="110763" y="132048"/>
                </a:lnTo>
                <a:lnTo>
                  <a:pt x="110853" y="132278"/>
                </a:lnTo>
                <a:lnTo>
                  <a:pt x="110944" y="132502"/>
                </a:lnTo>
                <a:lnTo>
                  <a:pt x="111038" y="132721"/>
                </a:lnTo>
                <a:lnTo>
                  <a:pt x="126619" y="132721"/>
                </a:lnTo>
                <a:lnTo>
                  <a:pt x="126619" y="131429"/>
                </a:lnTo>
                <a:lnTo>
                  <a:pt x="126492" y="131131"/>
                </a:lnTo>
                <a:lnTo>
                  <a:pt x="126368" y="130827"/>
                </a:lnTo>
                <a:lnTo>
                  <a:pt x="126247" y="130520"/>
                </a:lnTo>
                <a:lnTo>
                  <a:pt x="126129" y="130207"/>
                </a:lnTo>
                <a:lnTo>
                  <a:pt x="126013" y="129889"/>
                </a:lnTo>
                <a:lnTo>
                  <a:pt x="125900" y="129567"/>
                </a:lnTo>
                <a:lnTo>
                  <a:pt x="125789" y="129240"/>
                </a:lnTo>
                <a:lnTo>
                  <a:pt x="125681" y="128908"/>
                </a:lnTo>
                <a:lnTo>
                  <a:pt x="125576" y="128572"/>
                </a:lnTo>
                <a:lnTo>
                  <a:pt x="125474" y="128231"/>
                </a:lnTo>
                <a:lnTo>
                  <a:pt x="125374" y="127885"/>
                </a:lnTo>
                <a:lnTo>
                  <a:pt x="125277" y="127534"/>
                </a:lnTo>
                <a:lnTo>
                  <a:pt x="125182" y="127178"/>
                </a:lnTo>
                <a:lnTo>
                  <a:pt x="125090" y="126818"/>
                </a:lnTo>
                <a:lnTo>
                  <a:pt x="125001" y="126453"/>
                </a:lnTo>
                <a:lnTo>
                  <a:pt x="124914" y="126083"/>
                </a:lnTo>
                <a:lnTo>
                  <a:pt x="124831" y="125708"/>
                </a:lnTo>
                <a:lnTo>
                  <a:pt x="124749" y="125329"/>
                </a:lnTo>
                <a:lnTo>
                  <a:pt x="124671" y="124945"/>
                </a:lnTo>
                <a:lnTo>
                  <a:pt x="124595" y="124556"/>
                </a:lnTo>
                <a:lnTo>
                  <a:pt x="124522" y="124162"/>
                </a:lnTo>
                <a:lnTo>
                  <a:pt x="124451" y="123764"/>
                </a:lnTo>
                <a:lnTo>
                  <a:pt x="124383" y="123360"/>
                </a:lnTo>
                <a:lnTo>
                  <a:pt x="124318" y="122952"/>
                </a:lnTo>
                <a:lnTo>
                  <a:pt x="124255" y="122543"/>
                </a:lnTo>
                <a:lnTo>
                  <a:pt x="124195" y="122136"/>
                </a:lnTo>
                <a:lnTo>
                  <a:pt x="124138" y="121730"/>
                </a:lnTo>
                <a:lnTo>
                  <a:pt x="124084" y="121327"/>
                </a:lnTo>
                <a:lnTo>
                  <a:pt x="124032" y="120925"/>
                </a:lnTo>
                <a:lnTo>
                  <a:pt x="123982" y="120525"/>
                </a:lnTo>
                <a:lnTo>
                  <a:pt x="123936" y="120128"/>
                </a:lnTo>
                <a:lnTo>
                  <a:pt x="123892" y="119732"/>
                </a:lnTo>
                <a:lnTo>
                  <a:pt x="123851" y="119338"/>
                </a:lnTo>
                <a:lnTo>
                  <a:pt x="123812" y="118947"/>
                </a:lnTo>
                <a:lnTo>
                  <a:pt x="123776" y="118557"/>
                </a:lnTo>
                <a:lnTo>
                  <a:pt x="123743" y="118169"/>
                </a:lnTo>
                <a:lnTo>
                  <a:pt x="123712" y="117783"/>
                </a:lnTo>
                <a:lnTo>
                  <a:pt x="123684" y="117399"/>
                </a:lnTo>
                <a:lnTo>
                  <a:pt x="123659" y="117017"/>
                </a:lnTo>
                <a:lnTo>
                  <a:pt x="123636" y="116637"/>
                </a:lnTo>
                <a:lnTo>
                  <a:pt x="123616" y="116259"/>
                </a:lnTo>
                <a:lnTo>
                  <a:pt x="123599" y="115883"/>
                </a:lnTo>
                <a:lnTo>
                  <a:pt x="123584" y="115509"/>
                </a:lnTo>
                <a:lnTo>
                  <a:pt x="123572" y="115137"/>
                </a:lnTo>
                <a:lnTo>
                  <a:pt x="123563" y="114767"/>
                </a:lnTo>
                <a:lnTo>
                  <a:pt x="123556" y="114399"/>
                </a:lnTo>
                <a:lnTo>
                  <a:pt x="123552" y="114033"/>
                </a:lnTo>
                <a:lnTo>
                  <a:pt x="123551" y="113668"/>
                </a:lnTo>
                <a:lnTo>
                  <a:pt x="123551" y="72980"/>
                </a:lnTo>
                <a:lnTo>
                  <a:pt x="123544" y="72172"/>
                </a:lnTo>
                <a:lnTo>
                  <a:pt x="123522" y="71375"/>
                </a:lnTo>
                <a:lnTo>
                  <a:pt x="123486" y="70589"/>
                </a:lnTo>
                <a:lnTo>
                  <a:pt x="123436" y="69815"/>
                </a:lnTo>
                <a:lnTo>
                  <a:pt x="123371" y="69052"/>
                </a:lnTo>
                <a:lnTo>
                  <a:pt x="123291" y="68300"/>
                </a:lnTo>
                <a:lnTo>
                  <a:pt x="123197" y="67560"/>
                </a:lnTo>
                <a:lnTo>
                  <a:pt x="123089" y="66831"/>
                </a:lnTo>
                <a:lnTo>
                  <a:pt x="122966" y="66114"/>
                </a:lnTo>
                <a:lnTo>
                  <a:pt x="122829" y="65408"/>
                </a:lnTo>
                <a:lnTo>
                  <a:pt x="122678" y="64713"/>
                </a:lnTo>
                <a:lnTo>
                  <a:pt x="122512" y="64029"/>
                </a:lnTo>
                <a:lnTo>
                  <a:pt x="122331" y="63357"/>
                </a:lnTo>
                <a:lnTo>
                  <a:pt x="122136" y="62696"/>
                </a:lnTo>
                <a:lnTo>
                  <a:pt x="121927" y="62047"/>
                </a:lnTo>
                <a:lnTo>
                  <a:pt x="121703" y="61409"/>
                </a:lnTo>
                <a:lnTo>
                  <a:pt x="121465" y="60782"/>
                </a:lnTo>
                <a:lnTo>
                  <a:pt x="121212" y="60167"/>
                </a:lnTo>
                <a:lnTo>
                  <a:pt x="120945" y="59563"/>
                </a:lnTo>
                <a:lnTo>
                  <a:pt x="120664" y="58970"/>
                </a:lnTo>
                <a:lnTo>
                  <a:pt x="120368" y="58389"/>
                </a:lnTo>
                <a:lnTo>
                  <a:pt x="120057" y="57819"/>
                </a:lnTo>
                <a:lnTo>
                  <a:pt x="119733" y="57260"/>
                </a:lnTo>
                <a:lnTo>
                  <a:pt x="119393" y="56713"/>
                </a:lnTo>
                <a:lnTo>
                  <a:pt x="119041" y="56177"/>
                </a:lnTo>
                <a:lnTo>
                  <a:pt x="118679" y="55653"/>
                </a:lnTo>
                <a:lnTo>
                  <a:pt x="118305" y="55139"/>
                </a:lnTo>
                <a:lnTo>
                  <a:pt x="117920" y="54638"/>
                </a:lnTo>
                <a:lnTo>
                  <a:pt x="117524" y="54147"/>
                </a:lnTo>
                <a:lnTo>
                  <a:pt x="117118" y="53668"/>
                </a:lnTo>
                <a:lnTo>
                  <a:pt x="116700" y="53200"/>
                </a:lnTo>
                <a:lnTo>
                  <a:pt x="116272" y="52744"/>
                </a:lnTo>
                <a:lnTo>
                  <a:pt x="115832" y="52299"/>
                </a:lnTo>
                <a:lnTo>
                  <a:pt x="115382" y="51865"/>
                </a:lnTo>
                <a:lnTo>
                  <a:pt x="114921" y="51443"/>
                </a:lnTo>
                <a:lnTo>
                  <a:pt x="114449" y="51032"/>
                </a:lnTo>
                <a:lnTo>
                  <a:pt x="113966" y="50632"/>
                </a:lnTo>
                <a:lnTo>
                  <a:pt x="113472" y="50244"/>
                </a:lnTo>
                <a:lnTo>
                  <a:pt x="112967" y="49867"/>
                </a:lnTo>
                <a:lnTo>
                  <a:pt x="112451" y="49501"/>
                </a:lnTo>
                <a:lnTo>
                  <a:pt x="111924" y="49147"/>
                </a:lnTo>
                <a:lnTo>
                  <a:pt x="111386" y="48804"/>
                </a:lnTo>
                <a:lnTo>
                  <a:pt x="110837" y="48472"/>
                </a:lnTo>
                <a:lnTo>
                  <a:pt x="110278" y="48152"/>
                </a:lnTo>
                <a:lnTo>
                  <a:pt x="109707" y="47843"/>
                </a:lnTo>
                <a:lnTo>
                  <a:pt x="109126" y="47546"/>
                </a:lnTo>
                <a:lnTo>
                  <a:pt x="108533" y="47260"/>
                </a:lnTo>
                <a:lnTo>
                  <a:pt x="107930" y="46985"/>
                </a:lnTo>
                <a:lnTo>
                  <a:pt x="107317" y="46722"/>
                </a:lnTo>
                <a:lnTo>
                  <a:pt x="106697" y="46469"/>
                </a:lnTo>
                <a:lnTo>
                  <a:pt x="106069" y="46228"/>
                </a:lnTo>
                <a:lnTo>
                  <a:pt x="105433" y="45998"/>
                </a:lnTo>
                <a:lnTo>
                  <a:pt x="104789" y="45780"/>
                </a:lnTo>
                <a:lnTo>
                  <a:pt x="104138" y="45572"/>
                </a:lnTo>
                <a:lnTo>
                  <a:pt x="103479" y="45376"/>
                </a:lnTo>
                <a:lnTo>
                  <a:pt x="102812" y="45191"/>
                </a:lnTo>
                <a:lnTo>
                  <a:pt x="102138" y="45017"/>
                </a:lnTo>
                <a:lnTo>
                  <a:pt x="101456" y="44855"/>
                </a:lnTo>
                <a:lnTo>
                  <a:pt x="100766" y="44703"/>
                </a:lnTo>
                <a:lnTo>
                  <a:pt x="100069" y="44563"/>
                </a:lnTo>
                <a:lnTo>
                  <a:pt x="99363" y="44434"/>
                </a:lnTo>
                <a:lnTo>
                  <a:pt x="98650" y="44316"/>
                </a:lnTo>
                <a:lnTo>
                  <a:pt x="97930" y="44210"/>
                </a:lnTo>
                <a:lnTo>
                  <a:pt x="97202" y="44115"/>
                </a:lnTo>
                <a:lnTo>
                  <a:pt x="96466" y="44031"/>
                </a:lnTo>
                <a:lnTo>
                  <a:pt x="95722" y="43958"/>
                </a:lnTo>
                <a:lnTo>
                  <a:pt x="94970" y="43896"/>
                </a:lnTo>
                <a:lnTo>
                  <a:pt x="94211" y="43846"/>
                </a:lnTo>
                <a:lnTo>
                  <a:pt x="93444" y="43806"/>
                </a:lnTo>
                <a:lnTo>
                  <a:pt x="92670" y="43778"/>
                </a:lnTo>
                <a:lnTo>
                  <a:pt x="91887" y="43761"/>
                </a:lnTo>
                <a:lnTo>
                  <a:pt x="91097" y="43756"/>
                </a:lnTo>
                <a:lnTo>
                  <a:pt x="90441" y="43760"/>
                </a:lnTo>
                <a:lnTo>
                  <a:pt x="89789" y="43771"/>
                </a:lnTo>
                <a:lnTo>
                  <a:pt x="89143" y="43791"/>
                </a:lnTo>
                <a:lnTo>
                  <a:pt x="88502" y="43818"/>
                </a:lnTo>
                <a:lnTo>
                  <a:pt x="87866" y="43852"/>
                </a:lnTo>
                <a:lnTo>
                  <a:pt x="87235" y="43895"/>
                </a:lnTo>
                <a:lnTo>
                  <a:pt x="86609" y="43945"/>
                </a:lnTo>
                <a:lnTo>
                  <a:pt x="85989" y="44003"/>
                </a:lnTo>
                <a:lnTo>
                  <a:pt x="85374" y="44068"/>
                </a:lnTo>
                <a:lnTo>
                  <a:pt x="84764" y="44141"/>
                </a:lnTo>
                <a:lnTo>
                  <a:pt x="84159" y="44222"/>
                </a:lnTo>
                <a:lnTo>
                  <a:pt x="83559" y="44311"/>
                </a:lnTo>
                <a:lnTo>
                  <a:pt x="82965" y="44407"/>
                </a:lnTo>
                <a:lnTo>
                  <a:pt x="82375" y="44511"/>
                </a:lnTo>
                <a:lnTo>
                  <a:pt x="81791" y="44623"/>
                </a:lnTo>
                <a:lnTo>
                  <a:pt x="81212" y="44743"/>
                </a:lnTo>
                <a:lnTo>
                  <a:pt x="80639" y="44870"/>
                </a:lnTo>
                <a:lnTo>
                  <a:pt x="80070" y="45005"/>
                </a:lnTo>
                <a:lnTo>
                  <a:pt x="79507" y="45147"/>
                </a:lnTo>
                <a:lnTo>
                  <a:pt x="78949" y="45298"/>
                </a:lnTo>
                <a:lnTo>
                  <a:pt x="78396" y="45456"/>
                </a:lnTo>
                <a:lnTo>
                  <a:pt x="77848" y="45621"/>
                </a:lnTo>
                <a:lnTo>
                  <a:pt x="77305" y="45795"/>
                </a:lnTo>
                <a:lnTo>
                  <a:pt x="76768" y="45976"/>
                </a:lnTo>
                <a:lnTo>
                  <a:pt x="76236" y="46164"/>
                </a:lnTo>
                <a:lnTo>
                  <a:pt x="75711" y="46357"/>
                </a:lnTo>
                <a:lnTo>
                  <a:pt x="75192" y="46555"/>
                </a:lnTo>
                <a:lnTo>
                  <a:pt x="74680" y="46759"/>
                </a:lnTo>
                <a:lnTo>
                  <a:pt x="74174" y="46968"/>
                </a:lnTo>
                <a:lnTo>
                  <a:pt x="73675" y="47182"/>
                </a:lnTo>
                <a:lnTo>
                  <a:pt x="73182" y="47401"/>
                </a:lnTo>
                <a:lnTo>
                  <a:pt x="72695" y="47626"/>
                </a:lnTo>
                <a:lnTo>
                  <a:pt x="72215" y="47857"/>
                </a:lnTo>
                <a:lnTo>
                  <a:pt x="71742" y="48092"/>
                </a:lnTo>
                <a:lnTo>
                  <a:pt x="71275" y="48333"/>
                </a:lnTo>
                <a:lnTo>
                  <a:pt x="70814" y="48580"/>
                </a:lnTo>
                <a:lnTo>
                  <a:pt x="70360" y="48831"/>
                </a:lnTo>
                <a:lnTo>
                  <a:pt x="69912" y="49088"/>
                </a:lnTo>
                <a:lnTo>
                  <a:pt x="69471" y="49350"/>
                </a:lnTo>
                <a:lnTo>
                  <a:pt x="69036" y="49618"/>
                </a:lnTo>
                <a:lnTo>
                  <a:pt x="68607" y="49891"/>
                </a:lnTo>
                <a:lnTo>
                  <a:pt x="68185" y="50169"/>
                </a:lnTo>
                <a:lnTo>
                  <a:pt x="67770" y="50452"/>
                </a:lnTo>
                <a:lnTo>
                  <a:pt x="67360" y="50741"/>
                </a:lnTo>
                <a:lnTo>
                  <a:pt x="66958" y="51035"/>
                </a:lnTo>
                <a:lnTo>
                  <a:pt x="66562" y="51335"/>
                </a:lnTo>
                <a:lnTo>
                  <a:pt x="66172" y="51640"/>
                </a:lnTo>
                <a:lnTo>
                  <a:pt x="65788" y="51950"/>
                </a:lnTo>
                <a:lnTo>
                  <a:pt x="65412" y="52264"/>
                </a:lnTo>
                <a:lnTo>
                  <a:pt x="65043" y="52582"/>
                </a:lnTo>
                <a:lnTo>
                  <a:pt x="64682" y="52902"/>
                </a:lnTo>
                <a:lnTo>
                  <a:pt x="64327" y="53225"/>
                </a:lnTo>
                <a:lnTo>
                  <a:pt x="63981" y="53551"/>
                </a:lnTo>
                <a:lnTo>
                  <a:pt x="63642" y="53880"/>
                </a:lnTo>
                <a:lnTo>
                  <a:pt x="63310" y="54212"/>
                </a:lnTo>
                <a:lnTo>
                  <a:pt x="62985" y="54547"/>
                </a:lnTo>
                <a:lnTo>
                  <a:pt x="62668" y="54885"/>
                </a:lnTo>
                <a:lnTo>
                  <a:pt x="62359" y="55225"/>
                </a:lnTo>
                <a:lnTo>
                  <a:pt x="62057" y="55569"/>
                </a:lnTo>
                <a:lnTo>
                  <a:pt x="61762" y="55916"/>
                </a:lnTo>
                <a:lnTo>
                  <a:pt x="61475" y="56265"/>
                </a:lnTo>
                <a:lnTo>
                  <a:pt x="61195" y="56618"/>
                </a:lnTo>
                <a:lnTo>
                  <a:pt x="60923" y="56974"/>
                </a:lnTo>
                <a:lnTo>
                  <a:pt x="60658" y="57332"/>
                </a:lnTo>
                <a:lnTo>
                  <a:pt x="60400" y="57693"/>
                </a:lnTo>
                <a:lnTo>
                  <a:pt x="60150" y="58058"/>
                </a:lnTo>
                <a:lnTo>
                  <a:pt x="59907" y="58425"/>
                </a:lnTo>
                <a:lnTo>
                  <a:pt x="59672" y="58795"/>
                </a:lnTo>
                <a:lnTo>
                  <a:pt x="59444" y="59168"/>
                </a:lnTo>
                <a:lnTo>
                  <a:pt x="59224" y="59545"/>
                </a:lnTo>
                <a:lnTo>
                  <a:pt x="59011" y="59924"/>
                </a:lnTo>
                <a:lnTo>
                  <a:pt x="58805" y="60306"/>
                </a:lnTo>
                <a:lnTo>
                  <a:pt x="58608" y="60689"/>
                </a:lnTo>
                <a:lnTo>
                  <a:pt x="58418" y="61073"/>
                </a:lnTo>
                <a:lnTo>
                  <a:pt x="58238" y="61457"/>
                </a:lnTo>
                <a:lnTo>
                  <a:pt x="58065" y="61842"/>
                </a:lnTo>
                <a:lnTo>
                  <a:pt x="57901" y="62226"/>
                </a:lnTo>
                <a:lnTo>
                  <a:pt x="57746" y="62611"/>
                </a:lnTo>
                <a:lnTo>
                  <a:pt x="57599" y="62997"/>
                </a:lnTo>
                <a:lnTo>
                  <a:pt x="57460" y="63382"/>
                </a:lnTo>
                <a:lnTo>
                  <a:pt x="57329" y="63768"/>
                </a:lnTo>
                <a:lnTo>
                  <a:pt x="57208" y="64154"/>
                </a:lnTo>
                <a:lnTo>
                  <a:pt x="57094" y="64541"/>
                </a:lnTo>
                <a:lnTo>
                  <a:pt x="56989" y="64927"/>
                </a:lnTo>
                <a:lnTo>
                  <a:pt x="56892" y="65314"/>
                </a:lnTo>
                <a:lnTo>
                  <a:pt x="56804" y="65702"/>
                </a:lnTo>
                <a:lnTo>
                  <a:pt x="56724" y="66089"/>
                </a:lnTo>
                <a:lnTo>
                  <a:pt x="56652" y="66477"/>
                </a:lnTo>
                <a:lnTo>
                  <a:pt x="56589" y="66865"/>
                </a:lnTo>
                <a:lnTo>
                  <a:pt x="56535" y="67253"/>
                </a:lnTo>
                <a:lnTo>
                  <a:pt x="56488" y="67642"/>
                </a:lnTo>
                <a:lnTo>
                  <a:pt x="56451" y="68031"/>
                </a:lnTo>
                <a:lnTo>
                  <a:pt x="56421" y="68420"/>
                </a:lnTo>
                <a:lnTo>
                  <a:pt x="56400" y="68810"/>
                </a:lnTo>
                <a:lnTo>
                  <a:pt x="56388" y="69200"/>
                </a:lnTo>
                <a:lnTo>
                  <a:pt x="56383" y="69590"/>
                </a:lnTo>
                <a:lnTo>
                  <a:pt x="71318" y="69590"/>
                </a:lnTo>
                <a:lnTo>
                  <a:pt x="71323" y="69288"/>
                </a:lnTo>
                <a:lnTo>
                  <a:pt x="71335" y="68987"/>
                </a:lnTo>
                <a:lnTo>
                  <a:pt x="71356" y="68689"/>
                </a:lnTo>
                <a:lnTo>
                  <a:pt x="71385" y="68392"/>
                </a:lnTo>
                <a:lnTo>
                  <a:pt x="71422" y="68097"/>
                </a:lnTo>
                <a:lnTo>
                  <a:pt x="71467" y="67803"/>
                </a:lnTo>
                <a:lnTo>
                  <a:pt x="71521" y="67512"/>
                </a:lnTo>
                <a:lnTo>
                  <a:pt x="71583" y="67221"/>
                </a:lnTo>
                <a:lnTo>
                  <a:pt x="71653" y="66933"/>
                </a:lnTo>
                <a:lnTo>
                  <a:pt x="71732" y="66646"/>
                </a:lnTo>
                <a:lnTo>
                  <a:pt x="71819" y="66361"/>
                </a:lnTo>
                <a:lnTo>
                  <a:pt x="71914" y="66078"/>
                </a:lnTo>
                <a:lnTo>
                  <a:pt x="72017" y="65796"/>
                </a:lnTo>
                <a:lnTo>
                  <a:pt x="72129" y="65516"/>
                </a:lnTo>
                <a:lnTo>
                  <a:pt x="72249" y="65238"/>
                </a:lnTo>
                <a:lnTo>
                  <a:pt x="72377" y="64961"/>
                </a:lnTo>
                <a:lnTo>
                  <a:pt x="72513" y="64686"/>
                </a:lnTo>
                <a:lnTo>
                  <a:pt x="72658" y="64413"/>
                </a:lnTo>
                <a:lnTo>
                  <a:pt x="72811" y="64141"/>
                </a:lnTo>
                <a:lnTo>
                  <a:pt x="72972" y="63871"/>
                </a:lnTo>
                <a:lnTo>
                  <a:pt x="73142" y="63603"/>
                </a:lnTo>
                <a:lnTo>
                  <a:pt x="73320" y="63336"/>
                </a:lnTo>
                <a:lnTo>
                  <a:pt x="73506" y="63071"/>
                </a:lnTo>
                <a:lnTo>
                  <a:pt x="73700" y="62808"/>
                </a:lnTo>
                <a:lnTo>
                  <a:pt x="73902" y="62548"/>
                </a:lnTo>
                <a:lnTo>
                  <a:pt x="74110" y="62292"/>
                </a:lnTo>
                <a:lnTo>
                  <a:pt x="74324" y="62040"/>
                </a:lnTo>
                <a:lnTo>
                  <a:pt x="74545" y="61792"/>
                </a:lnTo>
                <a:lnTo>
                  <a:pt x="74773" y="61549"/>
                </a:lnTo>
                <a:lnTo>
                  <a:pt x="75007" y="61310"/>
                </a:lnTo>
                <a:lnTo>
                  <a:pt x="75247" y="61075"/>
                </a:lnTo>
                <a:lnTo>
                  <a:pt x="75494" y="60844"/>
                </a:lnTo>
                <a:lnTo>
                  <a:pt x="75747" y="60617"/>
                </a:lnTo>
                <a:lnTo>
                  <a:pt x="76007" y="60395"/>
                </a:lnTo>
                <a:lnTo>
                  <a:pt x="76273" y="60177"/>
                </a:lnTo>
                <a:lnTo>
                  <a:pt x="76546" y="59962"/>
                </a:lnTo>
                <a:lnTo>
                  <a:pt x="76825" y="59753"/>
                </a:lnTo>
                <a:lnTo>
                  <a:pt x="77110" y="59547"/>
                </a:lnTo>
                <a:lnTo>
                  <a:pt x="77402" y="59346"/>
                </a:lnTo>
                <a:lnTo>
                  <a:pt x="77701" y="59148"/>
                </a:lnTo>
                <a:lnTo>
                  <a:pt x="78006" y="58955"/>
                </a:lnTo>
                <a:lnTo>
                  <a:pt x="78317" y="58767"/>
                </a:lnTo>
                <a:lnTo>
                  <a:pt x="78635" y="58582"/>
                </a:lnTo>
                <a:lnTo>
                  <a:pt x="78959" y="58402"/>
                </a:lnTo>
                <a:lnTo>
                  <a:pt x="79289" y="58226"/>
                </a:lnTo>
                <a:lnTo>
                  <a:pt x="79626" y="58054"/>
                </a:lnTo>
                <a:lnTo>
                  <a:pt x="79970" y="57886"/>
                </a:lnTo>
                <a:lnTo>
                  <a:pt x="80320" y="57722"/>
                </a:lnTo>
                <a:lnTo>
                  <a:pt x="80676" y="57564"/>
                </a:lnTo>
                <a:lnTo>
                  <a:pt x="81036" y="57413"/>
                </a:lnTo>
                <a:lnTo>
                  <a:pt x="81402" y="57268"/>
                </a:lnTo>
                <a:lnTo>
                  <a:pt x="81772" y="57130"/>
                </a:lnTo>
                <a:lnTo>
                  <a:pt x="82147" y="56999"/>
                </a:lnTo>
                <a:lnTo>
                  <a:pt x="82527" y="56875"/>
                </a:lnTo>
                <a:lnTo>
                  <a:pt x="82912" y="56757"/>
                </a:lnTo>
                <a:lnTo>
                  <a:pt x="83302" y="56646"/>
                </a:lnTo>
                <a:lnTo>
                  <a:pt x="83697" y="56542"/>
                </a:lnTo>
                <a:lnTo>
                  <a:pt x="84097" y="56444"/>
                </a:lnTo>
                <a:lnTo>
                  <a:pt x="84502" y="56353"/>
                </a:lnTo>
                <a:lnTo>
                  <a:pt x="84911" y="56269"/>
                </a:lnTo>
                <a:lnTo>
                  <a:pt x="85326" y="56192"/>
                </a:lnTo>
                <a:lnTo>
                  <a:pt x="85745" y="56121"/>
                </a:lnTo>
                <a:lnTo>
                  <a:pt x="86170" y="56057"/>
                </a:lnTo>
                <a:lnTo>
                  <a:pt x="86599" y="56000"/>
                </a:lnTo>
                <a:lnTo>
                  <a:pt x="87033" y="55950"/>
                </a:lnTo>
                <a:lnTo>
                  <a:pt x="87472" y="55906"/>
                </a:lnTo>
                <a:lnTo>
                  <a:pt x="87916" y="55869"/>
                </a:lnTo>
                <a:lnTo>
                  <a:pt x="88365" y="55839"/>
                </a:lnTo>
                <a:lnTo>
                  <a:pt x="88819" y="55815"/>
                </a:lnTo>
                <a:lnTo>
                  <a:pt x="89277" y="55798"/>
                </a:lnTo>
                <a:lnTo>
                  <a:pt x="89741" y="55788"/>
                </a:lnTo>
                <a:lnTo>
                  <a:pt x="90209" y="55785"/>
                </a:lnTo>
                <a:lnTo>
                  <a:pt x="90711" y="55788"/>
                </a:lnTo>
                <a:lnTo>
                  <a:pt x="91205" y="55799"/>
                </a:lnTo>
                <a:lnTo>
                  <a:pt x="91693" y="55817"/>
                </a:lnTo>
                <a:lnTo>
                  <a:pt x="92174" y="55843"/>
                </a:lnTo>
                <a:lnTo>
                  <a:pt x="92648" y="55876"/>
                </a:lnTo>
                <a:lnTo>
                  <a:pt x="93116" y="55916"/>
                </a:lnTo>
                <a:lnTo>
                  <a:pt x="93577" y="55963"/>
                </a:lnTo>
                <a:lnTo>
                  <a:pt x="94031" y="56018"/>
                </a:lnTo>
                <a:lnTo>
                  <a:pt x="94478" y="56080"/>
                </a:lnTo>
                <a:lnTo>
                  <a:pt x="94919" y="56149"/>
                </a:lnTo>
                <a:lnTo>
                  <a:pt x="95353" y="56226"/>
                </a:lnTo>
                <a:lnTo>
                  <a:pt x="95780" y="56309"/>
                </a:lnTo>
                <a:lnTo>
                  <a:pt x="96200" y="56401"/>
                </a:lnTo>
                <a:lnTo>
                  <a:pt x="96614" y="56499"/>
                </a:lnTo>
                <a:lnTo>
                  <a:pt x="97021" y="56605"/>
                </a:lnTo>
                <a:lnTo>
                  <a:pt x="97421" y="56718"/>
                </a:lnTo>
                <a:lnTo>
                  <a:pt x="97815" y="56838"/>
                </a:lnTo>
                <a:lnTo>
                  <a:pt x="98202" y="56965"/>
                </a:lnTo>
                <a:lnTo>
                  <a:pt x="98582" y="57100"/>
                </a:lnTo>
                <a:lnTo>
                  <a:pt x="98955" y="57242"/>
                </a:lnTo>
                <a:lnTo>
                  <a:pt x="99322" y="57392"/>
                </a:lnTo>
                <a:lnTo>
                  <a:pt x="99682" y="57548"/>
                </a:lnTo>
                <a:lnTo>
                  <a:pt x="100035" y="57712"/>
                </a:lnTo>
                <a:lnTo>
                  <a:pt x="100381" y="57884"/>
                </a:lnTo>
                <a:lnTo>
                  <a:pt x="100721" y="58062"/>
                </a:lnTo>
                <a:lnTo>
                  <a:pt x="101053" y="58246"/>
                </a:lnTo>
                <a:lnTo>
                  <a:pt x="101379" y="58436"/>
                </a:lnTo>
                <a:lnTo>
                  <a:pt x="101697" y="58632"/>
                </a:lnTo>
                <a:lnTo>
                  <a:pt x="102008" y="58834"/>
                </a:lnTo>
                <a:lnTo>
                  <a:pt x="102311" y="59042"/>
                </a:lnTo>
                <a:lnTo>
                  <a:pt x="102608" y="59256"/>
                </a:lnTo>
                <a:lnTo>
                  <a:pt x="102898" y="59476"/>
                </a:lnTo>
                <a:lnTo>
                  <a:pt x="103180" y="59702"/>
                </a:lnTo>
                <a:lnTo>
                  <a:pt x="103455" y="59934"/>
                </a:lnTo>
                <a:lnTo>
                  <a:pt x="103723" y="60172"/>
                </a:lnTo>
                <a:lnTo>
                  <a:pt x="103984" y="60417"/>
                </a:lnTo>
                <a:lnTo>
                  <a:pt x="104238" y="60667"/>
                </a:lnTo>
                <a:lnTo>
                  <a:pt x="104484" y="60923"/>
                </a:lnTo>
                <a:lnTo>
                  <a:pt x="104724" y="61185"/>
                </a:lnTo>
                <a:lnTo>
                  <a:pt x="104956" y="61454"/>
                </a:lnTo>
                <a:lnTo>
                  <a:pt x="105181" y="61728"/>
                </a:lnTo>
                <a:lnTo>
                  <a:pt x="105399" y="62008"/>
                </a:lnTo>
                <a:lnTo>
                  <a:pt x="105610" y="62295"/>
                </a:lnTo>
                <a:lnTo>
                  <a:pt x="105814" y="62587"/>
                </a:lnTo>
                <a:lnTo>
                  <a:pt x="106010" y="62886"/>
                </a:lnTo>
                <a:lnTo>
                  <a:pt x="106200" y="63190"/>
                </a:lnTo>
                <a:lnTo>
                  <a:pt x="106382" y="63501"/>
                </a:lnTo>
                <a:lnTo>
                  <a:pt x="106557" y="63817"/>
                </a:lnTo>
                <a:lnTo>
                  <a:pt x="106725" y="64139"/>
                </a:lnTo>
                <a:lnTo>
                  <a:pt x="106886" y="64466"/>
                </a:lnTo>
                <a:lnTo>
                  <a:pt x="107040" y="64797"/>
                </a:lnTo>
                <a:lnTo>
                  <a:pt x="107186" y="65133"/>
                </a:lnTo>
                <a:lnTo>
                  <a:pt x="107326" y="65473"/>
                </a:lnTo>
                <a:lnTo>
                  <a:pt x="107458" y="65818"/>
                </a:lnTo>
                <a:lnTo>
                  <a:pt x="107583" y="66168"/>
                </a:lnTo>
                <a:lnTo>
                  <a:pt x="107701" y="66522"/>
                </a:lnTo>
                <a:lnTo>
                  <a:pt x="107812" y="66881"/>
                </a:lnTo>
                <a:lnTo>
                  <a:pt x="107915" y="67244"/>
                </a:lnTo>
                <a:lnTo>
                  <a:pt x="108012" y="67612"/>
                </a:lnTo>
                <a:lnTo>
                  <a:pt x="108101" y="67985"/>
                </a:lnTo>
                <a:lnTo>
                  <a:pt x="108183" y="68362"/>
                </a:lnTo>
                <a:lnTo>
                  <a:pt x="108259" y="68744"/>
                </a:lnTo>
                <a:lnTo>
                  <a:pt x="108326" y="69131"/>
                </a:lnTo>
                <a:lnTo>
                  <a:pt x="108387" y="69522"/>
                </a:lnTo>
                <a:lnTo>
                  <a:pt x="108441" y="69918"/>
                </a:lnTo>
                <a:lnTo>
                  <a:pt x="108487" y="70319"/>
                </a:lnTo>
                <a:lnTo>
                  <a:pt x="108527" y="70724"/>
                </a:lnTo>
                <a:lnTo>
                  <a:pt x="108559" y="71134"/>
                </a:lnTo>
                <a:lnTo>
                  <a:pt x="108584" y="71548"/>
                </a:lnTo>
                <a:lnTo>
                  <a:pt x="108602" y="71967"/>
                </a:lnTo>
                <a:lnTo>
                  <a:pt x="108612" y="72391"/>
                </a:lnTo>
                <a:lnTo>
                  <a:pt x="108616" y="72819"/>
                </a:lnTo>
                <a:lnTo>
                  <a:pt x="108616" y="79762"/>
                </a:lnTo>
                <a:lnTo>
                  <a:pt x="93842" y="79762"/>
                </a:lnTo>
                <a:lnTo>
                  <a:pt x="93098" y="79765"/>
                </a:lnTo>
                <a:lnTo>
                  <a:pt x="92361" y="79775"/>
                </a:lnTo>
                <a:lnTo>
                  <a:pt x="91628" y="79791"/>
                </a:lnTo>
                <a:lnTo>
                  <a:pt x="90902" y="79813"/>
                </a:lnTo>
                <a:lnTo>
                  <a:pt x="90182" y="79842"/>
                </a:lnTo>
                <a:lnTo>
                  <a:pt x="89468" y="79878"/>
                </a:lnTo>
                <a:lnTo>
                  <a:pt x="88759" y="79920"/>
                </a:lnTo>
                <a:lnTo>
                  <a:pt x="88057" y="79968"/>
                </a:lnTo>
                <a:lnTo>
                  <a:pt x="87360" y="80023"/>
                </a:lnTo>
                <a:lnTo>
                  <a:pt x="86669" y="80084"/>
                </a:lnTo>
                <a:lnTo>
                  <a:pt x="85984" y="80152"/>
                </a:lnTo>
                <a:lnTo>
                  <a:pt x="85305" y="80226"/>
                </a:lnTo>
                <a:lnTo>
                  <a:pt x="84632" y="80306"/>
                </a:lnTo>
                <a:lnTo>
                  <a:pt x="83965" y="80393"/>
                </a:lnTo>
                <a:lnTo>
                  <a:pt x="83303" y="80487"/>
                </a:lnTo>
                <a:lnTo>
                  <a:pt x="82648" y="80587"/>
                </a:lnTo>
                <a:lnTo>
                  <a:pt x="81998" y="80693"/>
                </a:lnTo>
                <a:lnTo>
                  <a:pt x="81354" y="80806"/>
                </a:lnTo>
                <a:lnTo>
                  <a:pt x="80716" y="80925"/>
                </a:lnTo>
                <a:lnTo>
                  <a:pt x="80084" y="81051"/>
                </a:lnTo>
                <a:lnTo>
                  <a:pt x="79458" y="81183"/>
                </a:lnTo>
                <a:lnTo>
                  <a:pt x="78838" y="81322"/>
                </a:lnTo>
                <a:lnTo>
                  <a:pt x="78224" y="81467"/>
                </a:lnTo>
                <a:lnTo>
                  <a:pt x="77615" y="81618"/>
                </a:lnTo>
                <a:lnTo>
                  <a:pt x="77014" y="81776"/>
                </a:lnTo>
                <a:lnTo>
                  <a:pt x="76419" y="81940"/>
                </a:lnTo>
                <a:lnTo>
                  <a:pt x="75832" y="82110"/>
                </a:lnTo>
                <a:lnTo>
                  <a:pt x="75252" y="82286"/>
                </a:lnTo>
                <a:lnTo>
                  <a:pt x="74679" y="82467"/>
                </a:lnTo>
                <a:lnTo>
                  <a:pt x="74114" y="82655"/>
                </a:lnTo>
                <a:lnTo>
                  <a:pt x="73556" y="82849"/>
                </a:lnTo>
                <a:lnTo>
                  <a:pt x="73005" y="83049"/>
                </a:lnTo>
                <a:lnTo>
                  <a:pt x="72461" y="83255"/>
                </a:lnTo>
                <a:lnTo>
                  <a:pt x="71925" y="83467"/>
                </a:lnTo>
                <a:lnTo>
                  <a:pt x="71396" y="83685"/>
                </a:lnTo>
                <a:lnTo>
                  <a:pt x="70874" y="83909"/>
                </a:lnTo>
                <a:lnTo>
                  <a:pt x="70360" y="84139"/>
                </a:lnTo>
                <a:lnTo>
                  <a:pt x="69853" y="84375"/>
                </a:lnTo>
                <a:lnTo>
                  <a:pt x="69353" y="84617"/>
                </a:lnTo>
                <a:lnTo>
                  <a:pt x="68861" y="84866"/>
                </a:lnTo>
                <a:lnTo>
                  <a:pt x="68375" y="85120"/>
                </a:lnTo>
                <a:lnTo>
                  <a:pt x="67898" y="85380"/>
                </a:lnTo>
                <a:lnTo>
                  <a:pt x="67427" y="85646"/>
                </a:lnTo>
                <a:lnTo>
                  <a:pt x="66964" y="85918"/>
                </a:lnTo>
                <a:lnTo>
                  <a:pt x="66507" y="86197"/>
                </a:lnTo>
                <a:lnTo>
                  <a:pt x="66059" y="86481"/>
                </a:lnTo>
                <a:lnTo>
                  <a:pt x="65617" y="86771"/>
                </a:lnTo>
                <a:lnTo>
                  <a:pt x="65183" y="87068"/>
                </a:lnTo>
                <a:lnTo>
                  <a:pt x="64757" y="87370"/>
                </a:lnTo>
                <a:lnTo>
                  <a:pt x="64339" y="87679"/>
                </a:lnTo>
                <a:lnTo>
                  <a:pt x="63929" y="87994"/>
                </a:lnTo>
                <a:lnTo>
                  <a:pt x="63528" y="88315"/>
                </a:lnTo>
                <a:lnTo>
                  <a:pt x="63135" y="88642"/>
                </a:lnTo>
                <a:lnTo>
                  <a:pt x="62751" y="88975"/>
                </a:lnTo>
                <a:lnTo>
                  <a:pt x="62375" y="89314"/>
                </a:lnTo>
                <a:lnTo>
                  <a:pt x="62008" y="89660"/>
                </a:lnTo>
                <a:lnTo>
                  <a:pt x="61649" y="90012"/>
                </a:lnTo>
                <a:lnTo>
                  <a:pt x="61298" y="90370"/>
                </a:lnTo>
                <a:lnTo>
                  <a:pt x="60956" y="90734"/>
                </a:lnTo>
                <a:lnTo>
                  <a:pt x="60622" y="91104"/>
                </a:lnTo>
                <a:lnTo>
                  <a:pt x="60296" y="91481"/>
                </a:lnTo>
                <a:lnTo>
                  <a:pt x="59979" y="91863"/>
                </a:lnTo>
                <a:lnTo>
                  <a:pt x="59671" y="92252"/>
                </a:lnTo>
                <a:lnTo>
                  <a:pt x="59370" y="92647"/>
                </a:lnTo>
                <a:lnTo>
                  <a:pt x="59079" y="93048"/>
                </a:lnTo>
                <a:lnTo>
                  <a:pt x="58795" y="93455"/>
                </a:lnTo>
                <a:lnTo>
                  <a:pt x="58520" y="93869"/>
                </a:lnTo>
                <a:lnTo>
                  <a:pt x="58254" y="94289"/>
                </a:lnTo>
                <a:lnTo>
                  <a:pt x="57995" y="94714"/>
                </a:lnTo>
                <a:lnTo>
                  <a:pt x="57746" y="95146"/>
                </a:lnTo>
                <a:lnTo>
                  <a:pt x="57504" y="95584"/>
                </a:lnTo>
                <a:lnTo>
                  <a:pt x="57271" y="96029"/>
                </a:lnTo>
                <a:lnTo>
                  <a:pt x="57047" y="96479"/>
                </a:lnTo>
                <a:lnTo>
                  <a:pt x="56833" y="96935"/>
                </a:lnTo>
                <a:lnTo>
                  <a:pt x="56628" y="97397"/>
                </a:lnTo>
                <a:lnTo>
                  <a:pt x="56433" y="97864"/>
                </a:lnTo>
                <a:lnTo>
                  <a:pt x="56247" y="98338"/>
                </a:lnTo>
                <a:lnTo>
                  <a:pt x="56071" y="98816"/>
                </a:lnTo>
                <a:lnTo>
                  <a:pt x="55904" y="99301"/>
                </a:lnTo>
                <a:lnTo>
                  <a:pt x="55747" y="99792"/>
                </a:lnTo>
                <a:lnTo>
                  <a:pt x="55599" y="100288"/>
                </a:lnTo>
                <a:lnTo>
                  <a:pt x="55461" y="100790"/>
                </a:lnTo>
                <a:lnTo>
                  <a:pt x="55332" y="101298"/>
                </a:lnTo>
                <a:lnTo>
                  <a:pt x="55213" y="101811"/>
                </a:lnTo>
                <a:lnTo>
                  <a:pt x="55103" y="102330"/>
                </a:lnTo>
                <a:lnTo>
                  <a:pt x="55003" y="102855"/>
                </a:lnTo>
                <a:lnTo>
                  <a:pt x="54913" y="103386"/>
                </a:lnTo>
                <a:lnTo>
                  <a:pt x="54832" y="103922"/>
                </a:lnTo>
                <a:lnTo>
                  <a:pt x="54760" y="104465"/>
                </a:lnTo>
                <a:lnTo>
                  <a:pt x="54698" y="105013"/>
                </a:lnTo>
                <a:lnTo>
                  <a:pt x="54646" y="105566"/>
                </a:lnTo>
                <a:lnTo>
                  <a:pt x="54603" y="106126"/>
                </a:lnTo>
                <a:lnTo>
                  <a:pt x="54569" y="106691"/>
                </a:lnTo>
                <a:lnTo>
                  <a:pt x="54546" y="107262"/>
                </a:lnTo>
                <a:lnTo>
                  <a:pt x="54531" y="107838"/>
                </a:lnTo>
                <a:lnTo>
                  <a:pt x="54527" y="108421"/>
                </a:lnTo>
                <a:lnTo>
                  <a:pt x="54533" y="109024"/>
                </a:lnTo>
                <a:lnTo>
                  <a:pt x="54552" y="109622"/>
                </a:lnTo>
                <a:lnTo>
                  <a:pt x="54584" y="110215"/>
                </a:lnTo>
                <a:lnTo>
                  <a:pt x="54629" y="110804"/>
                </a:lnTo>
                <a:lnTo>
                  <a:pt x="54686" y="111387"/>
                </a:lnTo>
                <a:lnTo>
                  <a:pt x="54756" y="111965"/>
                </a:lnTo>
                <a:lnTo>
                  <a:pt x="54839" y="112539"/>
                </a:lnTo>
                <a:lnTo>
                  <a:pt x="54935" y="113108"/>
                </a:lnTo>
                <a:lnTo>
                  <a:pt x="55043" y="113672"/>
                </a:lnTo>
                <a:lnTo>
                  <a:pt x="55164" y="114230"/>
                </a:lnTo>
                <a:lnTo>
                  <a:pt x="55298" y="114784"/>
                </a:lnTo>
                <a:lnTo>
                  <a:pt x="55445" y="115333"/>
                </a:lnTo>
                <a:lnTo>
                  <a:pt x="55604" y="115878"/>
                </a:lnTo>
                <a:lnTo>
                  <a:pt x="55776" y="116417"/>
                </a:lnTo>
                <a:lnTo>
                  <a:pt x="55961" y="116951"/>
                </a:lnTo>
                <a:lnTo>
                  <a:pt x="56159" y="117481"/>
                </a:lnTo>
                <a:lnTo>
                  <a:pt x="56370" y="118005"/>
                </a:lnTo>
                <a:lnTo>
                  <a:pt x="56593" y="118525"/>
                </a:lnTo>
                <a:lnTo>
                  <a:pt x="56829" y="119040"/>
                </a:lnTo>
                <a:lnTo>
                  <a:pt x="57077" y="119549"/>
                </a:lnTo>
                <a:lnTo>
                  <a:pt x="57339" y="120054"/>
                </a:lnTo>
                <a:lnTo>
                  <a:pt x="57613" y="120554"/>
                </a:lnTo>
                <a:lnTo>
                  <a:pt x="57900" y="121049"/>
                </a:lnTo>
                <a:lnTo>
                  <a:pt x="58200" y="121540"/>
                </a:lnTo>
                <a:lnTo>
                  <a:pt x="58511" y="122023"/>
                </a:lnTo>
                <a:lnTo>
                  <a:pt x="58833" y="122499"/>
                </a:lnTo>
                <a:lnTo>
                  <a:pt x="59165" y="122966"/>
                </a:lnTo>
                <a:lnTo>
                  <a:pt x="59507" y="123424"/>
                </a:lnTo>
                <a:lnTo>
                  <a:pt x="59860" y="123875"/>
                </a:lnTo>
                <a:lnTo>
                  <a:pt x="60223" y="124317"/>
                </a:lnTo>
                <a:lnTo>
                  <a:pt x="60597" y="124751"/>
                </a:lnTo>
                <a:lnTo>
                  <a:pt x="60981" y="125177"/>
                </a:lnTo>
                <a:lnTo>
                  <a:pt x="61375" y="125594"/>
                </a:lnTo>
                <a:lnTo>
                  <a:pt x="61779" y="126004"/>
                </a:lnTo>
                <a:lnTo>
                  <a:pt x="62194" y="126404"/>
                </a:lnTo>
                <a:lnTo>
                  <a:pt x="62620" y="126797"/>
                </a:lnTo>
                <a:lnTo>
                  <a:pt x="63056" y="127182"/>
                </a:lnTo>
                <a:lnTo>
                  <a:pt x="63502" y="127558"/>
                </a:lnTo>
                <a:lnTo>
                  <a:pt x="63958" y="127925"/>
                </a:lnTo>
                <a:lnTo>
                  <a:pt x="64425" y="128285"/>
                </a:lnTo>
                <a:lnTo>
                  <a:pt x="64902" y="128636"/>
                </a:lnTo>
                <a:lnTo>
                  <a:pt x="65390" y="128979"/>
                </a:lnTo>
                <a:lnTo>
                  <a:pt x="65888" y="129314"/>
                </a:lnTo>
                <a:lnTo>
                  <a:pt x="66396" y="129641"/>
                </a:lnTo>
                <a:lnTo>
                  <a:pt x="66915" y="129959"/>
                </a:lnTo>
                <a:lnTo>
                  <a:pt x="67444" y="130269"/>
                </a:lnTo>
                <a:lnTo>
                  <a:pt x="67983" y="130571"/>
                </a:lnTo>
                <a:lnTo>
                  <a:pt x="68533" y="130864"/>
                </a:lnTo>
                <a:lnTo>
                  <a:pt x="69092" y="131147"/>
                </a:lnTo>
                <a:lnTo>
                  <a:pt x="69659" y="131418"/>
                </a:lnTo>
                <a:lnTo>
                  <a:pt x="70233" y="131678"/>
                </a:lnTo>
                <a:lnTo>
                  <a:pt x="70815" y="131925"/>
                </a:lnTo>
                <a:lnTo>
                  <a:pt x="71405" y="132160"/>
                </a:lnTo>
                <a:lnTo>
                  <a:pt x="72002" y="132383"/>
                </a:lnTo>
                <a:lnTo>
                  <a:pt x="72607" y="132594"/>
                </a:lnTo>
                <a:lnTo>
                  <a:pt x="73220" y="132792"/>
                </a:lnTo>
                <a:lnTo>
                  <a:pt x="73841" y="132979"/>
                </a:lnTo>
                <a:lnTo>
                  <a:pt x="74469" y="133154"/>
                </a:lnTo>
                <a:lnTo>
                  <a:pt x="75105" y="133317"/>
                </a:lnTo>
                <a:lnTo>
                  <a:pt x="75749" y="133467"/>
                </a:lnTo>
                <a:lnTo>
                  <a:pt x="76400" y="133606"/>
                </a:lnTo>
                <a:lnTo>
                  <a:pt x="77059" y="133733"/>
                </a:lnTo>
                <a:lnTo>
                  <a:pt x="77726" y="133847"/>
                </a:lnTo>
                <a:lnTo>
                  <a:pt x="78400" y="133950"/>
                </a:lnTo>
                <a:lnTo>
                  <a:pt x="79083" y="134040"/>
                </a:lnTo>
                <a:lnTo>
                  <a:pt x="79772" y="134118"/>
                </a:lnTo>
                <a:lnTo>
                  <a:pt x="80470" y="134185"/>
                </a:lnTo>
                <a:lnTo>
                  <a:pt x="81175" y="134239"/>
                </a:lnTo>
                <a:lnTo>
                  <a:pt x="81888" y="134281"/>
                </a:lnTo>
                <a:lnTo>
                  <a:pt x="82609" y="134311"/>
                </a:lnTo>
                <a:lnTo>
                  <a:pt x="83338" y="134329"/>
                </a:lnTo>
                <a:lnTo>
                  <a:pt x="84074" y="134335"/>
                </a:lnTo>
                <a:lnTo>
                  <a:pt x="84663" y="134331"/>
                </a:lnTo>
                <a:lnTo>
                  <a:pt x="85248" y="134318"/>
                </a:lnTo>
                <a:lnTo>
                  <a:pt x="85828" y="134297"/>
                </a:lnTo>
                <a:lnTo>
                  <a:pt x="86403" y="134267"/>
                </a:lnTo>
                <a:lnTo>
                  <a:pt x="86973" y="134228"/>
                </a:lnTo>
                <a:lnTo>
                  <a:pt x="87538" y="134181"/>
                </a:lnTo>
                <a:lnTo>
                  <a:pt x="88098" y="134126"/>
                </a:lnTo>
                <a:lnTo>
                  <a:pt x="88653" y="134062"/>
                </a:lnTo>
                <a:lnTo>
                  <a:pt x="89203" y="133989"/>
                </a:lnTo>
                <a:lnTo>
                  <a:pt x="89749" y="133908"/>
                </a:lnTo>
                <a:lnTo>
                  <a:pt x="90289" y="133818"/>
                </a:lnTo>
                <a:lnTo>
                  <a:pt x="90825" y="133720"/>
                </a:lnTo>
                <a:lnTo>
                  <a:pt x="91356" y="133613"/>
                </a:lnTo>
                <a:lnTo>
                  <a:pt x="91881" y="133497"/>
                </a:lnTo>
                <a:lnTo>
                  <a:pt x="92402" y="133374"/>
                </a:lnTo>
                <a:lnTo>
                  <a:pt x="92918" y="133241"/>
                </a:lnTo>
                <a:lnTo>
                  <a:pt x="93429" y="133100"/>
                </a:lnTo>
                <a:lnTo>
                  <a:pt x="93936" y="132950"/>
                </a:lnTo>
                <a:lnTo>
                  <a:pt x="94437" y="132792"/>
                </a:lnTo>
                <a:lnTo>
                  <a:pt x="94933" y="132625"/>
                </a:lnTo>
                <a:lnTo>
                  <a:pt x="95425" y="132450"/>
                </a:lnTo>
                <a:lnTo>
                  <a:pt x="95911" y="132266"/>
                </a:lnTo>
                <a:lnTo>
                  <a:pt x="96393" y="132074"/>
                </a:lnTo>
                <a:lnTo>
                  <a:pt x="96870" y="131873"/>
                </a:lnTo>
                <a:lnTo>
                  <a:pt x="97341" y="131666"/>
                </a:lnTo>
                <a:lnTo>
                  <a:pt x="97808" y="131454"/>
                </a:lnTo>
                <a:lnTo>
                  <a:pt x="98269" y="131237"/>
                </a:lnTo>
                <a:lnTo>
                  <a:pt x="98724" y="131016"/>
                </a:lnTo>
                <a:lnTo>
                  <a:pt x="99175" y="130791"/>
                </a:lnTo>
                <a:lnTo>
                  <a:pt x="99620" y="130561"/>
                </a:lnTo>
                <a:lnTo>
                  <a:pt x="100059" y="130327"/>
                </a:lnTo>
                <a:lnTo>
                  <a:pt x="100494" y="130088"/>
                </a:lnTo>
                <a:lnTo>
                  <a:pt x="100923" y="129845"/>
                </a:lnTo>
                <a:lnTo>
                  <a:pt x="101346" y="129597"/>
                </a:lnTo>
                <a:lnTo>
                  <a:pt x="101765" y="129345"/>
                </a:lnTo>
                <a:lnTo>
                  <a:pt x="102178" y="129088"/>
                </a:lnTo>
                <a:lnTo>
                  <a:pt x="102585" y="128827"/>
                </a:lnTo>
                <a:lnTo>
                  <a:pt x="102988" y="128561"/>
                </a:lnTo>
                <a:lnTo>
                  <a:pt x="103385" y="128291"/>
                </a:lnTo>
                <a:lnTo>
                  <a:pt x="103777" y="128016"/>
                </a:lnTo>
                <a:lnTo>
                  <a:pt x="104163" y="127737"/>
                </a:lnTo>
                <a:lnTo>
                  <a:pt x="104544" y="127453"/>
                </a:lnTo>
                <a:lnTo>
                  <a:pt x="104920" y="127165"/>
                </a:lnTo>
                <a:lnTo>
                  <a:pt x="105290" y="126872"/>
                </a:lnTo>
                <a:lnTo>
                  <a:pt x="105655" y="126575"/>
                </a:lnTo>
                <a:lnTo>
                  <a:pt x="106015" y="126274"/>
                </a:lnTo>
                <a:lnTo>
                  <a:pt x="106370" y="125967"/>
                </a:lnTo>
                <a:lnTo>
                  <a:pt x="106719" y="125657"/>
                </a:lnTo>
                <a:lnTo>
                  <a:pt x="107062" y="125343"/>
                </a:lnTo>
                <a:lnTo>
                  <a:pt x="107400" y="125029"/>
                </a:lnTo>
                <a:lnTo>
                  <a:pt x="107732" y="124713"/>
                </a:lnTo>
                <a:lnTo>
                  <a:pt x="108059" y="124395"/>
                </a:lnTo>
                <a:lnTo>
                  <a:pt x="108379" y="124077"/>
                </a:lnTo>
                <a:lnTo>
                  <a:pt x="108694" y="123757"/>
                </a:lnTo>
                <a:lnTo>
                  <a:pt x="108955" y="123486"/>
                </a:lnTo>
                <a:lnTo>
                  <a:pt x="108979" y="123697"/>
                </a:lnTo>
                <a:lnTo>
                  <a:pt x="109021" y="124045"/>
                </a:lnTo>
                <a:close/>
                <a:moveTo>
                  <a:pt x="108472" y="108475"/>
                </a:moveTo>
                <a:lnTo>
                  <a:pt x="108288" y="108818"/>
                </a:lnTo>
                <a:lnTo>
                  <a:pt x="108094" y="109163"/>
                </a:lnTo>
                <a:lnTo>
                  <a:pt x="107889" y="109508"/>
                </a:lnTo>
                <a:lnTo>
                  <a:pt x="107675" y="109854"/>
                </a:lnTo>
                <a:lnTo>
                  <a:pt x="107451" y="110201"/>
                </a:lnTo>
                <a:lnTo>
                  <a:pt x="107217" y="110548"/>
                </a:lnTo>
                <a:lnTo>
                  <a:pt x="106973" y="110897"/>
                </a:lnTo>
                <a:lnTo>
                  <a:pt x="106719" y="111246"/>
                </a:lnTo>
                <a:lnTo>
                  <a:pt x="106456" y="111594"/>
                </a:lnTo>
                <a:lnTo>
                  <a:pt x="106186" y="111937"/>
                </a:lnTo>
                <a:lnTo>
                  <a:pt x="105908" y="112276"/>
                </a:lnTo>
                <a:lnTo>
                  <a:pt x="105623" y="112610"/>
                </a:lnTo>
                <a:lnTo>
                  <a:pt x="105331" y="112940"/>
                </a:lnTo>
                <a:lnTo>
                  <a:pt x="105031" y="113265"/>
                </a:lnTo>
                <a:lnTo>
                  <a:pt x="104724" y="113585"/>
                </a:lnTo>
                <a:lnTo>
                  <a:pt x="104409" y="113902"/>
                </a:lnTo>
                <a:lnTo>
                  <a:pt x="104087" y="114213"/>
                </a:lnTo>
                <a:lnTo>
                  <a:pt x="103757" y="114521"/>
                </a:lnTo>
                <a:lnTo>
                  <a:pt x="103420" y="114823"/>
                </a:lnTo>
                <a:lnTo>
                  <a:pt x="103076" y="115122"/>
                </a:lnTo>
                <a:lnTo>
                  <a:pt x="102724" y="115415"/>
                </a:lnTo>
                <a:lnTo>
                  <a:pt x="102365" y="115705"/>
                </a:lnTo>
                <a:lnTo>
                  <a:pt x="101998" y="115989"/>
                </a:lnTo>
                <a:lnTo>
                  <a:pt x="101624" y="116270"/>
                </a:lnTo>
                <a:lnTo>
                  <a:pt x="101242" y="116546"/>
                </a:lnTo>
                <a:lnTo>
                  <a:pt x="100853" y="116817"/>
                </a:lnTo>
                <a:lnTo>
                  <a:pt x="100457" y="117084"/>
                </a:lnTo>
                <a:lnTo>
                  <a:pt x="100053" y="117346"/>
                </a:lnTo>
                <a:lnTo>
                  <a:pt x="99642" y="117604"/>
                </a:lnTo>
                <a:lnTo>
                  <a:pt x="99223" y="117857"/>
                </a:lnTo>
                <a:lnTo>
                  <a:pt x="98797" y="118106"/>
                </a:lnTo>
                <a:lnTo>
                  <a:pt x="98363" y="118351"/>
                </a:lnTo>
                <a:lnTo>
                  <a:pt x="97923" y="118588"/>
                </a:lnTo>
                <a:lnTo>
                  <a:pt x="97477" y="118815"/>
                </a:lnTo>
                <a:lnTo>
                  <a:pt x="97026" y="119032"/>
                </a:lnTo>
                <a:lnTo>
                  <a:pt x="96569" y="119239"/>
                </a:lnTo>
                <a:lnTo>
                  <a:pt x="96107" y="119436"/>
                </a:lnTo>
                <a:lnTo>
                  <a:pt x="95639" y="119622"/>
                </a:lnTo>
                <a:lnTo>
                  <a:pt x="95165" y="119799"/>
                </a:lnTo>
                <a:lnTo>
                  <a:pt x="94685" y="119965"/>
                </a:lnTo>
                <a:lnTo>
                  <a:pt x="94201" y="120122"/>
                </a:lnTo>
                <a:lnTo>
                  <a:pt x="93710" y="120268"/>
                </a:lnTo>
                <a:lnTo>
                  <a:pt x="93214" y="120404"/>
                </a:lnTo>
                <a:lnTo>
                  <a:pt x="92712" y="120530"/>
                </a:lnTo>
                <a:lnTo>
                  <a:pt x="92205" y="120646"/>
                </a:lnTo>
                <a:lnTo>
                  <a:pt x="91692" y="120752"/>
                </a:lnTo>
                <a:lnTo>
                  <a:pt x="91173" y="120848"/>
                </a:lnTo>
                <a:lnTo>
                  <a:pt x="90649" y="120934"/>
                </a:lnTo>
                <a:lnTo>
                  <a:pt x="90119" y="121010"/>
                </a:lnTo>
                <a:lnTo>
                  <a:pt x="89584" y="121075"/>
                </a:lnTo>
                <a:lnTo>
                  <a:pt x="89043" y="121131"/>
                </a:lnTo>
                <a:lnTo>
                  <a:pt x="88496" y="121176"/>
                </a:lnTo>
                <a:lnTo>
                  <a:pt x="87944" y="121212"/>
                </a:lnTo>
                <a:lnTo>
                  <a:pt x="87386" y="121237"/>
                </a:lnTo>
                <a:lnTo>
                  <a:pt x="86823" y="121252"/>
                </a:lnTo>
                <a:lnTo>
                  <a:pt x="86254" y="121257"/>
                </a:lnTo>
                <a:lnTo>
                  <a:pt x="85799" y="121254"/>
                </a:lnTo>
                <a:lnTo>
                  <a:pt x="85351" y="121243"/>
                </a:lnTo>
                <a:lnTo>
                  <a:pt x="84908" y="121226"/>
                </a:lnTo>
                <a:lnTo>
                  <a:pt x="84472" y="121202"/>
                </a:lnTo>
                <a:lnTo>
                  <a:pt x="84042" y="121171"/>
                </a:lnTo>
                <a:lnTo>
                  <a:pt x="83617" y="121133"/>
                </a:lnTo>
                <a:lnTo>
                  <a:pt x="83199" y="121089"/>
                </a:lnTo>
                <a:lnTo>
                  <a:pt x="82787" y="121037"/>
                </a:lnTo>
                <a:lnTo>
                  <a:pt x="82380" y="120979"/>
                </a:lnTo>
                <a:lnTo>
                  <a:pt x="81980" y="120914"/>
                </a:lnTo>
                <a:lnTo>
                  <a:pt x="81586" y="120842"/>
                </a:lnTo>
                <a:lnTo>
                  <a:pt x="81198" y="120763"/>
                </a:lnTo>
                <a:lnTo>
                  <a:pt x="80816" y="120677"/>
                </a:lnTo>
                <a:lnTo>
                  <a:pt x="80440" y="120584"/>
                </a:lnTo>
                <a:lnTo>
                  <a:pt x="80070" y="120484"/>
                </a:lnTo>
                <a:lnTo>
                  <a:pt x="79705" y="120378"/>
                </a:lnTo>
                <a:lnTo>
                  <a:pt x="79347" y="120265"/>
                </a:lnTo>
                <a:lnTo>
                  <a:pt x="78995" y="120144"/>
                </a:lnTo>
                <a:lnTo>
                  <a:pt x="78649" y="120017"/>
                </a:lnTo>
                <a:lnTo>
                  <a:pt x="78310" y="119883"/>
                </a:lnTo>
                <a:lnTo>
                  <a:pt x="77976" y="119743"/>
                </a:lnTo>
                <a:lnTo>
                  <a:pt x="77648" y="119595"/>
                </a:lnTo>
                <a:lnTo>
                  <a:pt x="77326" y="119441"/>
                </a:lnTo>
                <a:lnTo>
                  <a:pt x="77010" y="119279"/>
                </a:lnTo>
                <a:lnTo>
                  <a:pt x="76700" y="119112"/>
                </a:lnTo>
                <a:lnTo>
                  <a:pt x="76398" y="118940"/>
                </a:lnTo>
                <a:lnTo>
                  <a:pt x="76101" y="118763"/>
                </a:lnTo>
                <a:lnTo>
                  <a:pt x="75811" y="118581"/>
                </a:lnTo>
                <a:lnTo>
                  <a:pt x="75528" y="118394"/>
                </a:lnTo>
                <a:lnTo>
                  <a:pt x="75252" y="118202"/>
                </a:lnTo>
                <a:lnTo>
                  <a:pt x="74982" y="118005"/>
                </a:lnTo>
                <a:lnTo>
                  <a:pt x="74718" y="117804"/>
                </a:lnTo>
                <a:lnTo>
                  <a:pt x="74461" y="117597"/>
                </a:lnTo>
                <a:lnTo>
                  <a:pt x="74211" y="117386"/>
                </a:lnTo>
                <a:lnTo>
                  <a:pt x="73967" y="117169"/>
                </a:lnTo>
                <a:lnTo>
                  <a:pt x="73730" y="116948"/>
                </a:lnTo>
                <a:lnTo>
                  <a:pt x="73500" y="116722"/>
                </a:lnTo>
                <a:lnTo>
                  <a:pt x="73276" y="116491"/>
                </a:lnTo>
                <a:lnTo>
                  <a:pt x="73059" y="116255"/>
                </a:lnTo>
                <a:lnTo>
                  <a:pt x="72848" y="116014"/>
                </a:lnTo>
                <a:lnTo>
                  <a:pt x="72644" y="115768"/>
                </a:lnTo>
                <a:lnTo>
                  <a:pt x="72446" y="115518"/>
                </a:lnTo>
                <a:lnTo>
                  <a:pt x="72255" y="115262"/>
                </a:lnTo>
                <a:lnTo>
                  <a:pt x="72071" y="115002"/>
                </a:lnTo>
                <a:lnTo>
                  <a:pt x="71893" y="114736"/>
                </a:lnTo>
                <a:lnTo>
                  <a:pt x="71722" y="114466"/>
                </a:lnTo>
                <a:lnTo>
                  <a:pt x="71557" y="114191"/>
                </a:lnTo>
                <a:lnTo>
                  <a:pt x="71399" y="113911"/>
                </a:lnTo>
                <a:lnTo>
                  <a:pt x="71248" y="113627"/>
                </a:lnTo>
                <a:lnTo>
                  <a:pt x="71103" y="113340"/>
                </a:lnTo>
                <a:lnTo>
                  <a:pt x="70964" y="113052"/>
                </a:lnTo>
                <a:lnTo>
                  <a:pt x="70832" y="112760"/>
                </a:lnTo>
                <a:lnTo>
                  <a:pt x="70706" y="112466"/>
                </a:lnTo>
                <a:lnTo>
                  <a:pt x="70587" y="112170"/>
                </a:lnTo>
                <a:lnTo>
                  <a:pt x="70474" y="111871"/>
                </a:lnTo>
                <a:lnTo>
                  <a:pt x="70368" y="111569"/>
                </a:lnTo>
                <a:lnTo>
                  <a:pt x="70268" y="111265"/>
                </a:lnTo>
                <a:lnTo>
                  <a:pt x="70174" y="110959"/>
                </a:lnTo>
                <a:lnTo>
                  <a:pt x="70087" y="110650"/>
                </a:lnTo>
                <a:lnTo>
                  <a:pt x="70007" y="110338"/>
                </a:lnTo>
                <a:lnTo>
                  <a:pt x="69932" y="110024"/>
                </a:lnTo>
                <a:lnTo>
                  <a:pt x="69865" y="109708"/>
                </a:lnTo>
                <a:lnTo>
                  <a:pt x="69804" y="109388"/>
                </a:lnTo>
                <a:lnTo>
                  <a:pt x="69749" y="109067"/>
                </a:lnTo>
                <a:lnTo>
                  <a:pt x="69700" y="108743"/>
                </a:lnTo>
                <a:lnTo>
                  <a:pt x="69658" y="108416"/>
                </a:lnTo>
                <a:lnTo>
                  <a:pt x="69623" y="108087"/>
                </a:lnTo>
                <a:lnTo>
                  <a:pt x="69594" y="107755"/>
                </a:lnTo>
                <a:lnTo>
                  <a:pt x="69571" y="107421"/>
                </a:lnTo>
                <a:lnTo>
                  <a:pt x="69555" y="107084"/>
                </a:lnTo>
                <a:lnTo>
                  <a:pt x="69546" y="106744"/>
                </a:lnTo>
                <a:lnTo>
                  <a:pt x="69542" y="106403"/>
                </a:lnTo>
                <a:lnTo>
                  <a:pt x="69546" y="106068"/>
                </a:lnTo>
                <a:lnTo>
                  <a:pt x="69555" y="105737"/>
                </a:lnTo>
                <a:lnTo>
                  <a:pt x="69570" y="105409"/>
                </a:lnTo>
                <a:lnTo>
                  <a:pt x="69592" y="105085"/>
                </a:lnTo>
                <a:lnTo>
                  <a:pt x="69620" y="104765"/>
                </a:lnTo>
                <a:lnTo>
                  <a:pt x="69653" y="104447"/>
                </a:lnTo>
                <a:lnTo>
                  <a:pt x="69694" y="104134"/>
                </a:lnTo>
                <a:lnTo>
                  <a:pt x="69740" y="103824"/>
                </a:lnTo>
                <a:lnTo>
                  <a:pt x="69792" y="103517"/>
                </a:lnTo>
                <a:lnTo>
                  <a:pt x="69851" y="103214"/>
                </a:lnTo>
                <a:lnTo>
                  <a:pt x="69916" y="102914"/>
                </a:lnTo>
                <a:lnTo>
                  <a:pt x="69986" y="102618"/>
                </a:lnTo>
                <a:lnTo>
                  <a:pt x="70064" y="102326"/>
                </a:lnTo>
                <a:lnTo>
                  <a:pt x="70147" y="102037"/>
                </a:lnTo>
                <a:lnTo>
                  <a:pt x="70236" y="101751"/>
                </a:lnTo>
                <a:lnTo>
                  <a:pt x="70332" y="101469"/>
                </a:lnTo>
                <a:lnTo>
                  <a:pt x="70434" y="101191"/>
                </a:lnTo>
                <a:lnTo>
                  <a:pt x="70541" y="100915"/>
                </a:lnTo>
                <a:lnTo>
                  <a:pt x="70656" y="100644"/>
                </a:lnTo>
                <a:lnTo>
                  <a:pt x="70776" y="100376"/>
                </a:lnTo>
                <a:lnTo>
                  <a:pt x="70902" y="100111"/>
                </a:lnTo>
                <a:lnTo>
                  <a:pt x="71035" y="99850"/>
                </a:lnTo>
                <a:lnTo>
                  <a:pt x="71174" y="99593"/>
                </a:lnTo>
                <a:lnTo>
                  <a:pt x="71318" y="99339"/>
                </a:lnTo>
                <a:lnTo>
                  <a:pt x="71469" y="99088"/>
                </a:lnTo>
                <a:lnTo>
                  <a:pt x="71626" y="98841"/>
                </a:lnTo>
                <a:lnTo>
                  <a:pt x="71788" y="98598"/>
                </a:lnTo>
                <a:lnTo>
                  <a:pt x="71955" y="98358"/>
                </a:lnTo>
                <a:lnTo>
                  <a:pt x="72129" y="98121"/>
                </a:lnTo>
                <a:lnTo>
                  <a:pt x="72307" y="97888"/>
                </a:lnTo>
                <a:lnTo>
                  <a:pt x="72492" y="97659"/>
                </a:lnTo>
                <a:lnTo>
                  <a:pt x="72682" y="97433"/>
                </a:lnTo>
                <a:lnTo>
                  <a:pt x="72878" y="97210"/>
                </a:lnTo>
                <a:lnTo>
                  <a:pt x="73079" y="96991"/>
                </a:lnTo>
                <a:lnTo>
                  <a:pt x="73286" y="96776"/>
                </a:lnTo>
                <a:lnTo>
                  <a:pt x="73498" y="96564"/>
                </a:lnTo>
                <a:lnTo>
                  <a:pt x="73716" y="96355"/>
                </a:lnTo>
                <a:lnTo>
                  <a:pt x="73940" y="96150"/>
                </a:lnTo>
                <a:lnTo>
                  <a:pt x="74169" y="95949"/>
                </a:lnTo>
                <a:lnTo>
                  <a:pt x="74404" y="95751"/>
                </a:lnTo>
                <a:lnTo>
                  <a:pt x="74645" y="95556"/>
                </a:lnTo>
                <a:lnTo>
                  <a:pt x="74891" y="95365"/>
                </a:lnTo>
                <a:lnTo>
                  <a:pt x="75143" y="95178"/>
                </a:lnTo>
                <a:lnTo>
                  <a:pt x="75400" y="94994"/>
                </a:lnTo>
                <a:lnTo>
                  <a:pt x="75663" y="94813"/>
                </a:lnTo>
                <a:lnTo>
                  <a:pt x="75931" y="94636"/>
                </a:lnTo>
                <a:lnTo>
                  <a:pt x="76205" y="94463"/>
                </a:lnTo>
                <a:lnTo>
                  <a:pt x="76485" y="94293"/>
                </a:lnTo>
                <a:lnTo>
                  <a:pt x="76771" y="94127"/>
                </a:lnTo>
                <a:lnTo>
                  <a:pt x="77062" y="93964"/>
                </a:lnTo>
                <a:lnTo>
                  <a:pt x="77358" y="93804"/>
                </a:lnTo>
                <a:lnTo>
                  <a:pt x="77660" y="93648"/>
                </a:lnTo>
                <a:lnTo>
                  <a:pt x="77968" y="93496"/>
                </a:lnTo>
                <a:lnTo>
                  <a:pt x="78281" y="93347"/>
                </a:lnTo>
                <a:lnTo>
                  <a:pt x="78600" y="93202"/>
                </a:lnTo>
                <a:lnTo>
                  <a:pt x="78925" y="93060"/>
                </a:lnTo>
                <a:lnTo>
                  <a:pt x="79255" y="92921"/>
                </a:lnTo>
                <a:lnTo>
                  <a:pt x="79591" y="92786"/>
                </a:lnTo>
                <a:lnTo>
                  <a:pt x="79933" y="92655"/>
                </a:lnTo>
                <a:lnTo>
                  <a:pt x="80280" y="92527"/>
                </a:lnTo>
                <a:lnTo>
                  <a:pt x="80632" y="92403"/>
                </a:lnTo>
                <a:lnTo>
                  <a:pt x="80990" y="92282"/>
                </a:lnTo>
                <a:lnTo>
                  <a:pt x="81354" y="92164"/>
                </a:lnTo>
                <a:lnTo>
                  <a:pt x="81724" y="92051"/>
                </a:lnTo>
                <a:lnTo>
                  <a:pt x="82099" y="91940"/>
                </a:lnTo>
                <a:lnTo>
                  <a:pt x="82479" y="91833"/>
                </a:lnTo>
                <a:lnTo>
                  <a:pt x="82866" y="91730"/>
                </a:lnTo>
                <a:lnTo>
                  <a:pt x="83258" y="91630"/>
                </a:lnTo>
                <a:lnTo>
                  <a:pt x="83655" y="91534"/>
                </a:lnTo>
                <a:lnTo>
                  <a:pt x="84058" y="91441"/>
                </a:lnTo>
                <a:lnTo>
                  <a:pt x="84467" y="91352"/>
                </a:lnTo>
                <a:lnTo>
                  <a:pt x="84881" y="91266"/>
                </a:lnTo>
                <a:lnTo>
                  <a:pt x="85301" y="91183"/>
                </a:lnTo>
                <a:lnTo>
                  <a:pt x="85725" y="91105"/>
                </a:lnTo>
                <a:lnTo>
                  <a:pt x="86154" y="91029"/>
                </a:lnTo>
                <a:lnTo>
                  <a:pt x="86588" y="90957"/>
                </a:lnTo>
                <a:lnTo>
                  <a:pt x="87026" y="90889"/>
                </a:lnTo>
                <a:lnTo>
                  <a:pt x="87470" y="90824"/>
                </a:lnTo>
                <a:lnTo>
                  <a:pt x="87918" y="90763"/>
                </a:lnTo>
                <a:lnTo>
                  <a:pt x="88371" y="90705"/>
                </a:lnTo>
                <a:lnTo>
                  <a:pt x="88828" y="90651"/>
                </a:lnTo>
                <a:lnTo>
                  <a:pt x="89291" y="90600"/>
                </a:lnTo>
                <a:lnTo>
                  <a:pt x="89758" y="90553"/>
                </a:lnTo>
                <a:lnTo>
                  <a:pt x="90230" y="90509"/>
                </a:lnTo>
                <a:lnTo>
                  <a:pt x="90706" y="90469"/>
                </a:lnTo>
                <a:lnTo>
                  <a:pt x="91188" y="90432"/>
                </a:lnTo>
                <a:lnTo>
                  <a:pt x="91674" y="90398"/>
                </a:lnTo>
                <a:lnTo>
                  <a:pt x="92165" y="90369"/>
                </a:lnTo>
                <a:lnTo>
                  <a:pt x="92661" y="90342"/>
                </a:lnTo>
                <a:lnTo>
                  <a:pt x="93161" y="90320"/>
                </a:lnTo>
                <a:lnTo>
                  <a:pt x="93666" y="90300"/>
                </a:lnTo>
                <a:lnTo>
                  <a:pt x="94176" y="90285"/>
                </a:lnTo>
                <a:lnTo>
                  <a:pt x="94691" y="90272"/>
                </a:lnTo>
                <a:lnTo>
                  <a:pt x="95211" y="90264"/>
                </a:lnTo>
                <a:lnTo>
                  <a:pt x="95735" y="90258"/>
                </a:lnTo>
                <a:lnTo>
                  <a:pt x="96264" y="90257"/>
                </a:lnTo>
                <a:lnTo>
                  <a:pt x="108616" y="90257"/>
                </a:lnTo>
                <a:lnTo>
                  <a:pt x="108616" y="108193"/>
                </a:lnTo>
                <a:lnTo>
                  <a:pt x="108472" y="108475"/>
                </a:lnTo>
                <a:close/>
                <a:moveTo>
                  <a:pt x="247" y="94327"/>
                </a:moveTo>
                <a:lnTo>
                  <a:pt x="337" y="95725"/>
                </a:lnTo>
                <a:lnTo>
                  <a:pt x="440" y="97110"/>
                </a:lnTo>
                <a:lnTo>
                  <a:pt x="556" y="98484"/>
                </a:lnTo>
                <a:lnTo>
                  <a:pt x="687" y="99846"/>
                </a:lnTo>
                <a:lnTo>
                  <a:pt x="831" y="101197"/>
                </a:lnTo>
                <a:lnTo>
                  <a:pt x="989" y="102535"/>
                </a:lnTo>
                <a:lnTo>
                  <a:pt x="1161" y="103862"/>
                </a:lnTo>
                <a:lnTo>
                  <a:pt x="1346" y="105177"/>
                </a:lnTo>
                <a:lnTo>
                  <a:pt x="1545" y="106480"/>
                </a:lnTo>
                <a:lnTo>
                  <a:pt x="1758" y="107772"/>
                </a:lnTo>
                <a:lnTo>
                  <a:pt x="1985" y="109051"/>
                </a:lnTo>
                <a:lnTo>
                  <a:pt x="2225" y="110319"/>
                </a:lnTo>
                <a:lnTo>
                  <a:pt x="2479" y="111575"/>
                </a:lnTo>
                <a:lnTo>
                  <a:pt x="2747" y="112820"/>
                </a:lnTo>
                <a:lnTo>
                  <a:pt x="3029" y="114052"/>
                </a:lnTo>
                <a:lnTo>
                  <a:pt x="3324" y="115273"/>
                </a:lnTo>
                <a:lnTo>
                  <a:pt x="3633" y="116482"/>
                </a:lnTo>
                <a:lnTo>
                  <a:pt x="3956" y="117680"/>
                </a:lnTo>
                <a:lnTo>
                  <a:pt x="4289" y="118865"/>
                </a:lnTo>
                <a:lnTo>
                  <a:pt x="4630" y="120037"/>
                </a:lnTo>
                <a:lnTo>
                  <a:pt x="4979" y="121198"/>
                </a:lnTo>
                <a:lnTo>
                  <a:pt x="5335" y="122345"/>
                </a:lnTo>
                <a:lnTo>
                  <a:pt x="5699" y="123481"/>
                </a:lnTo>
                <a:lnTo>
                  <a:pt x="6070" y="124603"/>
                </a:lnTo>
                <a:lnTo>
                  <a:pt x="6449" y="125714"/>
                </a:lnTo>
                <a:lnTo>
                  <a:pt x="6835" y="126811"/>
                </a:lnTo>
                <a:lnTo>
                  <a:pt x="7229" y="127897"/>
                </a:lnTo>
                <a:lnTo>
                  <a:pt x="7631" y="128970"/>
                </a:lnTo>
                <a:lnTo>
                  <a:pt x="8040" y="130030"/>
                </a:lnTo>
                <a:lnTo>
                  <a:pt x="8457" y="131078"/>
                </a:lnTo>
                <a:lnTo>
                  <a:pt x="8881" y="132113"/>
                </a:lnTo>
                <a:lnTo>
                  <a:pt x="9313" y="133136"/>
                </a:lnTo>
                <a:lnTo>
                  <a:pt x="9752" y="134146"/>
                </a:lnTo>
                <a:lnTo>
                  <a:pt x="10199" y="135144"/>
                </a:lnTo>
                <a:lnTo>
                  <a:pt x="10653" y="136130"/>
                </a:lnTo>
                <a:lnTo>
                  <a:pt x="11116" y="137103"/>
                </a:lnTo>
                <a:lnTo>
                  <a:pt x="11585" y="138063"/>
                </a:lnTo>
                <a:lnTo>
                  <a:pt x="12062" y="139011"/>
                </a:lnTo>
                <a:lnTo>
                  <a:pt x="12547" y="139947"/>
                </a:lnTo>
                <a:lnTo>
                  <a:pt x="13040" y="140870"/>
                </a:lnTo>
                <a:lnTo>
                  <a:pt x="13540" y="141780"/>
                </a:lnTo>
                <a:lnTo>
                  <a:pt x="14047" y="142678"/>
                </a:lnTo>
                <a:lnTo>
                  <a:pt x="14559" y="143564"/>
                </a:lnTo>
                <a:lnTo>
                  <a:pt x="15074" y="144437"/>
                </a:lnTo>
                <a:lnTo>
                  <a:pt x="15591" y="145297"/>
                </a:lnTo>
                <a:lnTo>
                  <a:pt x="16110" y="146145"/>
                </a:lnTo>
                <a:lnTo>
                  <a:pt x="16632" y="146980"/>
                </a:lnTo>
                <a:lnTo>
                  <a:pt x="17155" y="147802"/>
                </a:lnTo>
                <a:lnTo>
                  <a:pt x="17681" y="148612"/>
                </a:lnTo>
                <a:lnTo>
                  <a:pt x="18209" y="149409"/>
                </a:lnTo>
                <a:lnTo>
                  <a:pt x="18740" y="150193"/>
                </a:lnTo>
                <a:lnTo>
                  <a:pt x="19272" y="150965"/>
                </a:lnTo>
                <a:lnTo>
                  <a:pt x="19807" y="151725"/>
                </a:lnTo>
                <a:lnTo>
                  <a:pt x="20344" y="152471"/>
                </a:lnTo>
                <a:lnTo>
                  <a:pt x="20883" y="153205"/>
                </a:lnTo>
                <a:lnTo>
                  <a:pt x="21425" y="153927"/>
                </a:lnTo>
                <a:lnTo>
                  <a:pt x="21969" y="154636"/>
                </a:lnTo>
                <a:lnTo>
                  <a:pt x="22515" y="155332"/>
                </a:lnTo>
                <a:lnTo>
                  <a:pt x="23063" y="156015"/>
                </a:lnTo>
                <a:lnTo>
                  <a:pt x="23614" y="156686"/>
                </a:lnTo>
                <a:lnTo>
                  <a:pt x="24166" y="157344"/>
                </a:lnTo>
                <a:lnTo>
                  <a:pt x="24721" y="157990"/>
                </a:lnTo>
                <a:lnTo>
                  <a:pt x="25279" y="158623"/>
                </a:lnTo>
                <a:lnTo>
                  <a:pt x="25838" y="159244"/>
                </a:lnTo>
                <a:lnTo>
                  <a:pt x="26400" y="159851"/>
                </a:lnTo>
                <a:lnTo>
                  <a:pt x="26964" y="160447"/>
                </a:lnTo>
                <a:lnTo>
                  <a:pt x="27527" y="161029"/>
                </a:lnTo>
                <a:lnTo>
                  <a:pt x="28087" y="161597"/>
                </a:lnTo>
                <a:lnTo>
                  <a:pt x="28643" y="162152"/>
                </a:lnTo>
                <a:lnTo>
                  <a:pt x="29195" y="162693"/>
                </a:lnTo>
                <a:lnTo>
                  <a:pt x="29744" y="163221"/>
                </a:lnTo>
                <a:lnTo>
                  <a:pt x="30289" y="163735"/>
                </a:lnTo>
                <a:lnTo>
                  <a:pt x="30830" y="164236"/>
                </a:lnTo>
                <a:lnTo>
                  <a:pt x="31368" y="164722"/>
                </a:lnTo>
                <a:lnTo>
                  <a:pt x="31902" y="165196"/>
                </a:lnTo>
                <a:lnTo>
                  <a:pt x="32433" y="165655"/>
                </a:lnTo>
                <a:lnTo>
                  <a:pt x="32960" y="166102"/>
                </a:lnTo>
                <a:lnTo>
                  <a:pt x="33483" y="166534"/>
                </a:lnTo>
                <a:lnTo>
                  <a:pt x="34002" y="166953"/>
                </a:lnTo>
                <a:lnTo>
                  <a:pt x="34518" y="167358"/>
                </a:lnTo>
                <a:lnTo>
                  <a:pt x="35031" y="167750"/>
                </a:lnTo>
                <a:lnTo>
                  <a:pt x="35539" y="168128"/>
                </a:lnTo>
                <a:lnTo>
                  <a:pt x="36044" y="168493"/>
                </a:lnTo>
                <a:lnTo>
                  <a:pt x="36546" y="168844"/>
                </a:lnTo>
                <a:lnTo>
                  <a:pt x="37043" y="169181"/>
                </a:lnTo>
                <a:lnTo>
                  <a:pt x="37537" y="169505"/>
                </a:lnTo>
                <a:lnTo>
                  <a:pt x="38028" y="169815"/>
                </a:lnTo>
                <a:lnTo>
                  <a:pt x="38515" y="170112"/>
                </a:lnTo>
                <a:lnTo>
                  <a:pt x="38998" y="170395"/>
                </a:lnTo>
                <a:lnTo>
                  <a:pt x="39477" y="170664"/>
                </a:lnTo>
                <a:lnTo>
                  <a:pt x="42626" y="161617"/>
                </a:lnTo>
                <a:lnTo>
                  <a:pt x="42229" y="161290"/>
                </a:lnTo>
                <a:lnTo>
                  <a:pt x="41831" y="160952"/>
                </a:lnTo>
                <a:lnTo>
                  <a:pt x="41433" y="160606"/>
                </a:lnTo>
                <a:lnTo>
                  <a:pt x="41035" y="160250"/>
                </a:lnTo>
                <a:lnTo>
                  <a:pt x="40636" y="159885"/>
                </a:lnTo>
                <a:lnTo>
                  <a:pt x="40237" y="159510"/>
                </a:lnTo>
                <a:lnTo>
                  <a:pt x="39837" y="159126"/>
                </a:lnTo>
                <a:lnTo>
                  <a:pt x="39437" y="158733"/>
                </a:lnTo>
                <a:lnTo>
                  <a:pt x="39036" y="158330"/>
                </a:lnTo>
                <a:lnTo>
                  <a:pt x="38635" y="157918"/>
                </a:lnTo>
                <a:lnTo>
                  <a:pt x="38234" y="157496"/>
                </a:lnTo>
                <a:lnTo>
                  <a:pt x="37832" y="157065"/>
                </a:lnTo>
                <a:lnTo>
                  <a:pt x="37430" y="156624"/>
                </a:lnTo>
                <a:lnTo>
                  <a:pt x="37027" y="156174"/>
                </a:lnTo>
                <a:lnTo>
                  <a:pt x="36624" y="155715"/>
                </a:lnTo>
                <a:lnTo>
                  <a:pt x="36221" y="155246"/>
                </a:lnTo>
                <a:lnTo>
                  <a:pt x="35817" y="154768"/>
                </a:lnTo>
                <a:lnTo>
                  <a:pt x="35413" y="154280"/>
                </a:lnTo>
                <a:lnTo>
                  <a:pt x="35008" y="153783"/>
                </a:lnTo>
                <a:lnTo>
                  <a:pt x="34603" y="153277"/>
                </a:lnTo>
                <a:lnTo>
                  <a:pt x="34198" y="152761"/>
                </a:lnTo>
                <a:lnTo>
                  <a:pt x="33792" y="152236"/>
                </a:lnTo>
                <a:lnTo>
                  <a:pt x="33385" y="151702"/>
                </a:lnTo>
                <a:lnTo>
                  <a:pt x="32978" y="151158"/>
                </a:lnTo>
                <a:lnTo>
                  <a:pt x="32573" y="150604"/>
                </a:lnTo>
                <a:lnTo>
                  <a:pt x="32170" y="150041"/>
                </a:lnTo>
                <a:lnTo>
                  <a:pt x="31770" y="149468"/>
                </a:lnTo>
                <a:lnTo>
                  <a:pt x="31373" y="148886"/>
                </a:lnTo>
                <a:lnTo>
                  <a:pt x="30978" y="148294"/>
                </a:lnTo>
                <a:lnTo>
                  <a:pt x="30587" y="147692"/>
                </a:lnTo>
                <a:lnTo>
                  <a:pt x="30198" y="147081"/>
                </a:lnTo>
                <a:lnTo>
                  <a:pt x="29812" y="146460"/>
                </a:lnTo>
                <a:lnTo>
                  <a:pt x="29429" y="145829"/>
                </a:lnTo>
                <a:lnTo>
                  <a:pt x="29048" y="145189"/>
                </a:lnTo>
                <a:lnTo>
                  <a:pt x="28671" y="144538"/>
                </a:lnTo>
                <a:lnTo>
                  <a:pt x="28296" y="143879"/>
                </a:lnTo>
                <a:lnTo>
                  <a:pt x="27924" y="143209"/>
                </a:lnTo>
                <a:lnTo>
                  <a:pt x="27555" y="142530"/>
                </a:lnTo>
                <a:lnTo>
                  <a:pt x="27188" y="141841"/>
                </a:lnTo>
                <a:lnTo>
                  <a:pt x="26825" y="141142"/>
                </a:lnTo>
                <a:lnTo>
                  <a:pt x="26464" y="140434"/>
                </a:lnTo>
                <a:lnTo>
                  <a:pt x="26106" y="139716"/>
                </a:lnTo>
                <a:lnTo>
                  <a:pt x="25751" y="138989"/>
                </a:lnTo>
                <a:lnTo>
                  <a:pt x="25399" y="138252"/>
                </a:lnTo>
                <a:lnTo>
                  <a:pt x="25049" y="137505"/>
                </a:lnTo>
                <a:lnTo>
                  <a:pt x="24702" y="136748"/>
                </a:lnTo>
                <a:lnTo>
                  <a:pt x="24358" y="135982"/>
                </a:lnTo>
                <a:lnTo>
                  <a:pt x="24017" y="135206"/>
                </a:lnTo>
                <a:lnTo>
                  <a:pt x="23680" y="134420"/>
                </a:lnTo>
                <a:lnTo>
                  <a:pt x="23349" y="133624"/>
                </a:lnTo>
                <a:lnTo>
                  <a:pt x="23023" y="132818"/>
                </a:lnTo>
                <a:lnTo>
                  <a:pt x="22702" y="132001"/>
                </a:lnTo>
                <a:lnTo>
                  <a:pt x="22387" y="131175"/>
                </a:lnTo>
                <a:lnTo>
                  <a:pt x="22077" y="130338"/>
                </a:lnTo>
                <a:lnTo>
                  <a:pt x="21773" y="129491"/>
                </a:lnTo>
                <a:lnTo>
                  <a:pt x="21474" y="128633"/>
                </a:lnTo>
                <a:lnTo>
                  <a:pt x="21181" y="127766"/>
                </a:lnTo>
                <a:lnTo>
                  <a:pt x="20893" y="126888"/>
                </a:lnTo>
                <a:lnTo>
                  <a:pt x="20611" y="126000"/>
                </a:lnTo>
                <a:lnTo>
                  <a:pt x="20334" y="125101"/>
                </a:lnTo>
                <a:lnTo>
                  <a:pt x="20063" y="124193"/>
                </a:lnTo>
                <a:lnTo>
                  <a:pt x="19797" y="123274"/>
                </a:lnTo>
                <a:lnTo>
                  <a:pt x="19536" y="122345"/>
                </a:lnTo>
                <a:lnTo>
                  <a:pt x="19281" y="121405"/>
                </a:lnTo>
                <a:lnTo>
                  <a:pt x="19032" y="120456"/>
                </a:lnTo>
                <a:lnTo>
                  <a:pt x="18787" y="119496"/>
                </a:lnTo>
                <a:lnTo>
                  <a:pt x="18549" y="118526"/>
                </a:lnTo>
                <a:lnTo>
                  <a:pt x="18316" y="117546"/>
                </a:lnTo>
                <a:lnTo>
                  <a:pt x="18088" y="116555"/>
                </a:lnTo>
                <a:lnTo>
                  <a:pt x="17866" y="115554"/>
                </a:lnTo>
                <a:lnTo>
                  <a:pt x="17649" y="114543"/>
                </a:lnTo>
                <a:lnTo>
                  <a:pt x="17438" y="113522"/>
                </a:lnTo>
                <a:lnTo>
                  <a:pt x="17234" y="112490"/>
                </a:lnTo>
                <a:lnTo>
                  <a:pt x="17038" y="111448"/>
                </a:lnTo>
                <a:lnTo>
                  <a:pt x="16851" y="110395"/>
                </a:lnTo>
                <a:lnTo>
                  <a:pt x="16673" y="109332"/>
                </a:lnTo>
                <a:lnTo>
                  <a:pt x="16504" y="108258"/>
                </a:lnTo>
                <a:lnTo>
                  <a:pt x="16343" y="107173"/>
                </a:lnTo>
                <a:lnTo>
                  <a:pt x="16191" y="106078"/>
                </a:lnTo>
                <a:lnTo>
                  <a:pt x="16047" y="104973"/>
                </a:lnTo>
                <a:lnTo>
                  <a:pt x="15913" y="103857"/>
                </a:lnTo>
                <a:lnTo>
                  <a:pt x="15787" y="102731"/>
                </a:lnTo>
                <a:lnTo>
                  <a:pt x="15669" y="101594"/>
                </a:lnTo>
                <a:lnTo>
                  <a:pt x="15561" y="100446"/>
                </a:lnTo>
                <a:lnTo>
                  <a:pt x="15461" y="99288"/>
                </a:lnTo>
                <a:lnTo>
                  <a:pt x="15370" y="98120"/>
                </a:lnTo>
                <a:lnTo>
                  <a:pt x="15287" y="96941"/>
                </a:lnTo>
                <a:lnTo>
                  <a:pt x="15213" y="95751"/>
                </a:lnTo>
                <a:lnTo>
                  <a:pt x="15148" y="94551"/>
                </a:lnTo>
                <a:lnTo>
                  <a:pt x="15092" y="93341"/>
                </a:lnTo>
                <a:lnTo>
                  <a:pt x="15044" y="92120"/>
                </a:lnTo>
                <a:lnTo>
                  <a:pt x="15005" y="90888"/>
                </a:lnTo>
                <a:lnTo>
                  <a:pt x="14974" y="89646"/>
                </a:lnTo>
                <a:lnTo>
                  <a:pt x="14952" y="88393"/>
                </a:lnTo>
                <a:lnTo>
                  <a:pt x="14939" y="87130"/>
                </a:lnTo>
                <a:lnTo>
                  <a:pt x="14935" y="85857"/>
                </a:lnTo>
                <a:lnTo>
                  <a:pt x="14935" y="84727"/>
                </a:lnTo>
                <a:lnTo>
                  <a:pt x="14939" y="83453"/>
                </a:lnTo>
                <a:lnTo>
                  <a:pt x="14952" y="82190"/>
                </a:lnTo>
                <a:lnTo>
                  <a:pt x="14974" y="80938"/>
                </a:lnTo>
                <a:lnTo>
                  <a:pt x="15005" y="79696"/>
                </a:lnTo>
                <a:lnTo>
                  <a:pt x="15044" y="78465"/>
                </a:lnTo>
                <a:lnTo>
                  <a:pt x="15092" y="77245"/>
                </a:lnTo>
                <a:lnTo>
                  <a:pt x="15148" y="76036"/>
                </a:lnTo>
                <a:lnTo>
                  <a:pt x="15213" y="74837"/>
                </a:lnTo>
                <a:lnTo>
                  <a:pt x="15287" y="73649"/>
                </a:lnTo>
                <a:lnTo>
                  <a:pt x="15370" y="72471"/>
                </a:lnTo>
                <a:lnTo>
                  <a:pt x="15461" y="71304"/>
                </a:lnTo>
                <a:lnTo>
                  <a:pt x="15561" y="70148"/>
                </a:lnTo>
                <a:lnTo>
                  <a:pt x="15669" y="69002"/>
                </a:lnTo>
                <a:lnTo>
                  <a:pt x="15787" y="67867"/>
                </a:lnTo>
                <a:lnTo>
                  <a:pt x="15913" y="66743"/>
                </a:lnTo>
                <a:lnTo>
                  <a:pt x="16047" y="65629"/>
                </a:lnTo>
                <a:lnTo>
                  <a:pt x="16191" y="64526"/>
                </a:lnTo>
                <a:lnTo>
                  <a:pt x="16343" y="63434"/>
                </a:lnTo>
                <a:lnTo>
                  <a:pt x="16504" y="62352"/>
                </a:lnTo>
                <a:lnTo>
                  <a:pt x="16673" y="61281"/>
                </a:lnTo>
                <a:lnTo>
                  <a:pt x="16851" y="60221"/>
                </a:lnTo>
                <a:lnTo>
                  <a:pt x="17038" y="59171"/>
                </a:lnTo>
                <a:lnTo>
                  <a:pt x="17234" y="58132"/>
                </a:lnTo>
                <a:lnTo>
                  <a:pt x="17438" y="57104"/>
                </a:lnTo>
                <a:lnTo>
                  <a:pt x="17649" y="56086"/>
                </a:lnTo>
                <a:lnTo>
                  <a:pt x="17866" y="55078"/>
                </a:lnTo>
                <a:lnTo>
                  <a:pt x="18088" y="54081"/>
                </a:lnTo>
                <a:lnTo>
                  <a:pt x="18316" y="53094"/>
                </a:lnTo>
                <a:lnTo>
                  <a:pt x="18549" y="52118"/>
                </a:lnTo>
                <a:lnTo>
                  <a:pt x="18787" y="51152"/>
                </a:lnTo>
                <a:lnTo>
                  <a:pt x="19032" y="50196"/>
                </a:lnTo>
                <a:lnTo>
                  <a:pt x="19281" y="49251"/>
                </a:lnTo>
                <a:lnTo>
                  <a:pt x="19536" y="48316"/>
                </a:lnTo>
                <a:lnTo>
                  <a:pt x="19797" y="47391"/>
                </a:lnTo>
                <a:lnTo>
                  <a:pt x="20063" y="46477"/>
                </a:lnTo>
                <a:lnTo>
                  <a:pt x="20334" y="45574"/>
                </a:lnTo>
                <a:lnTo>
                  <a:pt x="20611" y="44680"/>
                </a:lnTo>
                <a:lnTo>
                  <a:pt x="20893" y="43797"/>
                </a:lnTo>
                <a:lnTo>
                  <a:pt x="21181" y="42925"/>
                </a:lnTo>
                <a:lnTo>
                  <a:pt x="21474" y="42062"/>
                </a:lnTo>
                <a:lnTo>
                  <a:pt x="21773" y="41211"/>
                </a:lnTo>
                <a:lnTo>
                  <a:pt x="22077" y="40369"/>
                </a:lnTo>
                <a:lnTo>
                  <a:pt x="22387" y="39538"/>
                </a:lnTo>
                <a:lnTo>
                  <a:pt x="22702" y="38718"/>
                </a:lnTo>
                <a:lnTo>
                  <a:pt x="23023" y="37907"/>
                </a:lnTo>
                <a:lnTo>
                  <a:pt x="23349" y="37108"/>
                </a:lnTo>
                <a:lnTo>
                  <a:pt x="23680" y="36318"/>
                </a:lnTo>
                <a:lnTo>
                  <a:pt x="24017" y="35539"/>
                </a:lnTo>
                <a:lnTo>
                  <a:pt x="24358" y="34770"/>
                </a:lnTo>
                <a:lnTo>
                  <a:pt x="24702" y="34011"/>
                </a:lnTo>
                <a:lnTo>
                  <a:pt x="25049" y="33262"/>
                </a:lnTo>
                <a:lnTo>
                  <a:pt x="25399" y="32523"/>
                </a:lnTo>
                <a:lnTo>
                  <a:pt x="25751" y="31795"/>
                </a:lnTo>
                <a:lnTo>
                  <a:pt x="26106" y="31076"/>
                </a:lnTo>
                <a:lnTo>
                  <a:pt x="26464" y="30368"/>
                </a:lnTo>
                <a:lnTo>
                  <a:pt x="26825" y="29670"/>
                </a:lnTo>
                <a:lnTo>
                  <a:pt x="27188" y="28981"/>
                </a:lnTo>
                <a:lnTo>
                  <a:pt x="27555" y="28303"/>
                </a:lnTo>
                <a:lnTo>
                  <a:pt x="27924" y="27635"/>
                </a:lnTo>
                <a:lnTo>
                  <a:pt x="28296" y="26977"/>
                </a:lnTo>
                <a:lnTo>
                  <a:pt x="28671" y="26329"/>
                </a:lnTo>
                <a:lnTo>
                  <a:pt x="29048" y="25692"/>
                </a:lnTo>
                <a:lnTo>
                  <a:pt x="29429" y="25064"/>
                </a:lnTo>
                <a:lnTo>
                  <a:pt x="29812" y="24446"/>
                </a:lnTo>
                <a:lnTo>
                  <a:pt x="30198" y="23839"/>
                </a:lnTo>
                <a:lnTo>
                  <a:pt x="30587" y="23242"/>
                </a:lnTo>
                <a:lnTo>
                  <a:pt x="30978" y="22654"/>
                </a:lnTo>
                <a:lnTo>
                  <a:pt x="31373" y="22077"/>
                </a:lnTo>
                <a:lnTo>
                  <a:pt x="31770" y="21510"/>
                </a:lnTo>
                <a:lnTo>
                  <a:pt x="32170" y="20953"/>
                </a:lnTo>
                <a:lnTo>
                  <a:pt x="32573" y="20406"/>
                </a:lnTo>
                <a:lnTo>
                  <a:pt x="32978" y="19870"/>
                </a:lnTo>
                <a:lnTo>
                  <a:pt x="33385" y="19343"/>
                </a:lnTo>
                <a:lnTo>
                  <a:pt x="33792" y="18825"/>
                </a:lnTo>
                <a:lnTo>
                  <a:pt x="34198" y="18318"/>
                </a:lnTo>
                <a:lnTo>
                  <a:pt x="34603" y="17819"/>
                </a:lnTo>
                <a:lnTo>
                  <a:pt x="35008" y="17330"/>
                </a:lnTo>
                <a:lnTo>
                  <a:pt x="35413" y="16851"/>
                </a:lnTo>
                <a:lnTo>
                  <a:pt x="35817" y="16381"/>
                </a:lnTo>
                <a:lnTo>
                  <a:pt x="36221" y="15921"/>
                </a:lnTo>
                <a:lnTo>
                  <a:pt x="36624" y="15471"/>
                </a:lnTo>
                <a:lnTo>
                  <a:pt x="37027" y="15029"/>
                </a:lnTo>
                <a:lnTo>
                  <a:pt x="37430" y="14598"/>
                </a:lnTo>
                <a:lnTo>
                  <a:pt x="37832" y="14176"/>
                </a:lnTo>
                <a:lnTo>
                  <a:pt x="38234" y="13763"/>
                </a:lnTo>
                <a:lnTo>
                  <a:pt x="38635" y="13360"/>
                </a:lnTo>
                <a:lnTo>
                  <a:pt x="39036" y="12967"/>
                </a:lnTo>
                <a:lnTo>
                  <a:pt x="39437" y="12583"/>
                </a:lnTo>
                <a:lnTo>
                  <a:pt x="39837" y="12208"/>
                </a:lnTo>
                <a:lnTo>
                  <a:pt x="40237" y="11843"/>
                </a:lnTo>
                <a:lnTo>
                  <a:pt x="40636" y="11488"/>
                </a:lnTo>
                <a:lnTo>
                  <a:pt x="41035" y="11142"/>
                </a:lnTo>
                <a:lnTo>
                  <a:pt x="41433" y="10806"/>
                </a:lnTo>
                <a:lnTo>
                  <a:pt x="41831" y="10479"/>
                </a:lnTo>
                <a:lnTo>
                  <a:pt x="42229" y="10162"/>
                </a:lnTo>
                <a:lnTo>
                  <a:pt x="42626" y="9854"/>
                </a:lnTo>
                <a:lnTo>
                  <a:pt x="39477" y="0"/>
                </a:lnTo>
                <a:lnTo>
                  <a:pt x="38998" y="269"/>
                </a:lnTo>
                <a:lnTo>
                  <a:pt x="38515" y="552"/>
                </a:lnTo>
                <a:lnTo>
                  <a:pt x="38028" y="849"/>
                </a:lnTo>
                <a:lnTo>
                  <a:pt x="37537" y="1159"/>
                </a:lnTo>
                <a:lnTo>
                  <a:pt x="37043" y="1483"/>
                </a:lnTo>
                <a:lnTo>
                  <a:pt x="36546" y="1820"/>
                </a:lnTo>
                <a:lnTo>
                  <a:pt x="36044" y="2171"/>
                </a:lnTo>
                <a:lnTo>
                  <a:pt x="35539" y="2536"/>
                </a:lnTo>
                <a:lnTo>
                  <a:pt x="35031" y="2914"/>
                </a:lnTo>
                <a:lnTo>
                  <a:pt x="34518" y="3306"/>
                </a:lnTo>
                <a:lnTo>
                  <a:pt x="34002" y="3711"/>
                </a:lnTo>
                <a:lnTo>
                  <a:pt x="33483" y="4130"/>
                </a:lnTo>
                <a:lnTo>
                  <a:pt x="32960" y="4562"/>
                </a:lnTo>
                <a:lnTo>
                  <a:pt x="32433" y="5009"/>
                </a:lnTo>
                <a:lnTo>
                  <a:pt x="31902" y="5468"/>
                </a:lnTo>
                <a:lnTo>
                  <a:pt x="31368" y="5942"/>
                </a:lnTo>
                <a:lnTo>
                  <a:pt x="30830" y="6428"/>
                </a:lnTo>
                <a:lnTo>
                  <a:pt x="30289" y="6929"/>
                </a:lnTo>
                <a:lnTo>
                  <a:pt x="29744" y="7443"/>
                </a:lnTo>
                <a:lnTo>
                  <a:pt x="29195" y="7971"/>
                </a:lnTo>
                <a:lnTo>
                  <a:pt x="28643" y="8512"/>
                </a:lnTo>
                <a:lnTo>
                  <a:pt x="28087" y="9067"/>
                </a:lnTo>
                <a:lnTo>
                  <a:pt x="27527" y="9635"/>
                </a:lnTo>
                <a:lnTo>
                  <a:pt x="26964" y="10217"/>
                </a:lnTo>
                <a:lnTo>
                  <a:pt x="26400" y="10813"/>
                </a:lnTo>
                <a:lnTo>
                  <a:pt x="25838" y="11421"/>
                </a:lnTo>
                <a:lnTo>
                  <a:pt x="25279" y="12041"/>
                </a:lnTo>
                <a:lnTo>
                  <a:pt x="24721" y="12675"/>
                </a:lnTo>
                <a:lnTo>
                  <a:pt x="24166" y="13321"/>
                </a:lnTo>
                <a:lnTo>
                  <a:pt x="23614" y="13980"/>
                </a:lnTo>
                <a:lnTo>
                  <a:pt x="23063" y="14652"/>
                </a:lnTo>
                <a:lnTo>
                  <a:pt x="22515" y="15337"/>
                </a:lnTo>
                <a:lnTo>
                  <a:pt x="21969" y="16034"/>
                </a:lnTo>
                <a:lnTo>
                  <a:pt x="21425" y="16744"/>
                </a:lnTo>
                <a:lnTo>
                  <a:pt x="20883" y="17467"/>
                </a:lnTo>
                <a:lnTo>
                  <a:pt x="20344" y="18203"/>
                </a:lnTo>
                <a:lnTo>
                  <a:pt x="19807" y="18951"/>
                </a:lnTo>
                <a:lnTo>
                  <a:pt x="19272" y="19712"/>
                </a:lnTo>
                <a:lnTo>
                  <a:pt x="18740" y="20486"/>
                </a:lnTo>
                <a:lnTo>
                  <a:pt x="18209" y="21273"/>
                </a:lnTo>
                <a:lnTo>
                  <a:pt x="17681" y="22072"/>
                </a:lnTo>
                <a:lnTo>
                  <a:pt x="17155" y="22885"/>
                </a:lnTo>
                <a:lnTo>
                  <a:pt x="16632" y="23710"/>
                </a:lnTo>
                <a:lnTo>
                  <a:pt x="16110" y="24547"/>
                </a:lnTo>
                <a:lnTo>
                  <a:pt x="15591" y="25398"/>
                </a:lnTo>
                <a:lnTo>
                  <a:pt x="15074" y="26261"/>
                </a:lnTo>
                <a:lnTo>
                  <a:pt x="14559" y="27137"/>
                </a:lnTo>
                <a:lnTo>
                  <a:pt x="14047" y="28026"/>
                </a:lnTo>
                <a:lnTo>
                  <a:pt x="13540" y="28927"/>
                </a:lnTo>
                <a:lnTo>
                  <a:pt x="13040" y="29841"/>
                </a:lnTo>
                <a:lnTo>
                  <a:pt x="12547" y="30767"/>
                </a:lnTo>
                <a:lnTo>
                  <a:pt x="12062" y="31704"/>
                </a:lnTo>
                <a:lnTo>
                  <a:pt x="11585" y="32654"/>
                </a:lnTo>
                <a:lnTo>
                  <a:pt x="11116" y="33617"/>
                </a:lnTo>
                <a:lnTo>
                  <a:pt x="10653" y="34591"/>
                </a:lnTo>
                <a:lnTo>
                  <a:pt x="10199" y="35578"/>
                </a:lnTo>
                <a:lnTo>
                  <a:pt x="9752" y="36577"/>
                </a:lnTo>
                <a:lnTo>
                  <a:pt x="9313" y="37588"/>
                </a:lnTo>
                <a:lnTo>
                  <a:pt x="8881" y="38611"/>
                </a:lnTo>
                <a:lnTo>
                  <a:pt x="8457" y="39647"/>
                </a:lnTo>
                <a:lnTo>
                  <a:pt x="8040" y="40695"/>
                </a:lnTo>
                <a:lnTo>
                  <a:pt x="7631" y="41754"/>
                </a:lnTo>
                <a:lnTo>
                  <a:pt x="7229" y="42827"/>
                </a:lnTo>
                <a:lnTo>
                  <a:pt x="6835" y="43911"/>
                </a:lnTo>
                <a:lnTo>
                  <a:pt x="6449" y="45007"/>
                </a:lnTo>
                <a:lnTo>
                  <a:pt x="6070" y="46116"/>
                </a:lnTo>
                <a:lnTo>
                  <a:pt x="5699" y="47237"/>
                </a:lnTo>
                <a:lnTo>
                  <a:pt x="5335" y="48370"/>
                </a:lnTo>
                <a:lnTo>
                  <a:pt x="4979" y="49516"/>
                </a:lnTo>
                <a:lnTo>
                  <a:pt x="4630" y="50673"/>
                </a:lnTo>
                <a:lnTo>
                  <a:pt x="4289" y="51843"/>
                </a:lnTo>
                <a:lnTo>
                  <a:pt x="3956" y="53025"/>
                </a:lnTo>
                <a:lnTo>
                  <a:pt x="3633" y="54219"/>
                </a:lnTo>
                <a:lnTo>
                  <a:pt x="3324" y="55424"/>
                </a:lnTo>
                <a:lnTo>
                  <a:pt x="3029" y="56641"/>
                </a:lnTo>
                <a:lnTo>
                  <a:pt x="2747" y="57870"/>
                </a:lnTo>
                <a:lnTo>
                  <a:pt x="2479" y="59110"/>
                </a:lnTo>
                <a:lnTo>
                  <a:pt x="2225" y="60362"/>
                </a:lnTo>
                <a:lnTo>
                  <a:pt x="1985" y="61626"/>
                </a:lnTo>
                <a:lnTo>
                  <a:pt x="1758" y="62901"/>
                </a:lnTo>
                <a:lnTo>
                  <a:pt x="1545" y="64188"/>
                </a:lnTo>
                <a:lnTo>
                  <a:pt x="1346" y="65487"/>
                </a:lnTo>
                <a:lnTo>
                  <a:pt x="1161" y="66797"/>
                </a:lnTo>
                <a:lnTo>
                  <a:pt x="989" y="68119"/>
                </a:lnTo>
                <a:lnTo>
                  <a:pt x="831" y="69452"/>
                </a:lnTo>
                <a:lnTo>
                  <a:pt x="687" y="70797"/>
                </a:lnTo>
                <a:lnTo>
                  <a:pt x="556" y="72154"/>
                </a:lnTo>
                <a:lnTo>
                  <a:pt x="440" y="73522"/>
                </a:lnTo>
                <a:lnTo>
                  <a:pt x="337" y="74902"/>
                </a:lnTo>
                <a:lnTo>
                  <a:pt x="247" y="76294"/>
                </a:lnTo>
                <a:lnTo>
                  <a:pt x="172" y="77697"/>
                </a:lnTo>
                <a:lnTo>
                  <a:pt x="110" y="79112"/>
                </a:lnTo>
                <a:lnTo>
                  <a:pt x="62" y="80539"/>
                </a:lnTo>
                <a:lnTo>
                  <a:pt x="27" y="81977"/>
                </a:lnTo>
                <a:lnTo>
                  <a:pt x="7" y="83427"/>
                </a:lnTo>
                <a:lnTo>
                  <a:pt x="0" y="84888"/>
                </a:lnTo>
                <a:lnTo>
                  <a:pt x="0" y="85695"/>
                </a:lnTo>
                <a:lnTo>
                  <a:pt x="7" y="87163"/>
                </a:lnTo>
                <a:lnTo>
                  <a:pt x="27" y="88620"/>
                </a:lnTo>
                <a:lnTo>
                  <a:pt x="62" y="90064"/>
                </a:lnTo>
                <a:lnTo>
                  <a:pt x="110" y="91497"/>
                </a:lnTo>
                <a:lnTo>
                  <a:pt x="172" y="92918"/>
                </a:lnTo>
                <a:lnTo>
                  <a:pt x="247" y="94327"/>
                </a:lnTo>
                <a:close/>
                <a:moveTo>
                  <a:pt x="181031" y="76294"/>
                </a:moveTo>
                <a:lnTo>
                  <a:pt x="180942" y="74902"/>
                </a:lnTo>
                <a:lnTo>
                  <a:pt x="180839" y="73522"/>
                </a:lnTo>
                <a:lnTo>
                  <a:pt x="180722" y="72154"/>
                </a:lnTo>
                <a:lnTo>
                  <a:pt x="180592" y="70797"/>
                </a:lnTo>
                <a:lnTo>
                  <a:pt x="180447" y="69452"/>
                </a:lnTo>
                <a:lnTo>
                  <a:pt x="180289" y="68119"/>
                </a:lnTo>
                <a:lnTo>
                  <a:pt x="180118" y="66797"/>
                </a:lnTo>
                <a:lnTo>
                  <a:pt x="179932" y="65487"/>
                </a:lnTo>
                <a:lnTo>
                  <a:pt x="179733" y="64188"/>
                </a:lnTo>
                <a:lnTo>
                  <a:pt x="179520" y="62901"/>
                </a:lnTo>
                <a:lnTo>
                  <a:pt x="179294" y="61626"/>
                </a:lnTo>
                <a:lnTo>
                  <a:pt x="179053" y="60362"/>
                </a:lnTo>
                <a:lnTo>
                  <a:pt x="178799" y="59110"/>
                </a:lnTo>
                <a:lnTo>
                  <a:pt x="178531" y="57870"/>
                </a:lnTo>
                <a:lnTo>
                  <a:pt x="178250" y="56641"/>
                </a:lnTo>
                <a:lnTo>
                  <a:pt x="177954" y="55424"/>
                </a:lnTo>
                <a:lnTo>
                  <a:pt x="177645" y="54219"/>
                </a:lnTo>
                <a:lnTo>
                  <a:pt x="177323" y="53025"/>
                </a:lnTo>
                <a:lnTo>
                  <a:pt x="176989" y="51843"/>
                </a:lnTo>
                <a:lnTo>
                  <a:pt x="176648" y="50673"/>
                </a:lnTo>
                <a:lnTo>
                  <a:pt x="176300" y="49516"/>
                </a:lnTo>
                <a:lnTo>
                  <a:pt x="175943" y="48370"/>
                </a:lnTo>
                <a:lnTo>
                  <a:pt x="175580" y="47237"/>
                </a:lnTo>
                <a:lnTo>
                  <a:pt x="175208" y="46116"/>
                </a:lnTo>
                <a:lnTo>
                  <a:pt x="174830" y="45007"/>
                </a:lnTo>
                <a:lnTo>
                  <a:pt x="174443" y="43911"/>
                </a:lnTo>
                <a:lnTo>
                  <a:pt x="174049" y="42827"/>
                </a:lnTo>
                <a:lnTo>
                  <a:pt x="173648" y="41754"/>
                </a:lnTo>
                <a:lnTo>
                  <a:pt x="173239" y="40695"/>
                </a:lnTo>
                <a:lnTo>
                  <a:pt x="172822" y="39647"/>
                </a:lnTo>
                <a:lnTo>
                  <a:pt x="172398" y="38611"/>
                </a:lnTo>
                <a:lnTo>
                  <a:pt x="171966" y="37588"/>
                </a:lnTo>
                <a:lnTo>
                  <a:pt x="171526" y="36577"/>
                </a:lnTo>
                <a:lnTo>
                  <a:pt x="171079" y="35578"/>
                </a:lnTo>
                <a:lnTo>
                  <a:pt x="170625" y="34591"/>
                </a:lnTo>
                <a:lnTo>
                  <a:pt x="170163" y="33617"/>
                </a:lnTo>
                <a:lnTo>
                  <a:pt x="169693" y="32654"/>
                </a:lnTo>
                <a:lnTo>
                  <a:pt x="169216" y="31704"/>
                </a:lnTo>
                <a:lnTo>
                  <a:pt x="168731" y="30767"/>
                </a:lnTo>
                <a:lnTo>
                  <a:pt x="168239" y="29841"/>
                </a:lnTo>
                <a:lnTo>
                  <a:pt x="167739" y="28927"/>
                </a:lnTo>
                <a:lnTo>
                  <a:pt x="167231" y="28026"/>
                </a:lnTo>
                <a:lnTo>
                  <a:pt x="166719" y="27137"/>
                </a:lnTo>
                <a:lnTo>
                  <a:pt x="166204" y="26261"/>
                </a:lnTo>
                <a:lnTo>
                  <a:pt x="165687" y="25398"/>
                </a:lnTo>
                <a:lnTo>
                  <a:pt x="165168" y="24547"/>
                </a:lnTo>
                <a:lnTo>
                  <a:pt x="164647" y="23710"/>
                </a:lnTo>
                <a:lnTo>
                  <a:pt x="164123" y="22885"/>
                </a:lnTo>
                <a:lnTo>
                  <a:pt x="163597" y="22072"/>
                </a:lnTo>
                <a:lnTo>
                  <a:pt x="163069" y="21273"/>
                </a:lnTo>
                <a:lnTo>
                  <a:pt x="162539" y="20486"/>
                </a:lnTo>
                <a:lnTo>
                  <a:pt x="162006" y="19712"/>
                </a:lnTo>
                <a:lnTo>
                  <a:pt x="161471" y="18951"/>
                </a:lnTo>
                <a:lnTo>
                  <a:pt x="160934" y="18203"/>
                </a:lnTo>
                <a:lnTo>
                  <a:pt x="160395" y="17467"/>
                </a:lnTo>
                <a:lnTo>
                  <a:pt x="159853" y="16744"/>
                </a:lnTo>
                <a:lnTo>
                  <a:pt x="159310" y="16034"/>
                </a:lnTo>
                <a:lnTo>
                  <a:pt x="158764" y="15337"/>
                </a:lnTo>
                <a:lnTo>
                  <a:pt x="158215" y="14652"/>
                </a:lnTo>
                <a:lnTo>
                  <a:pt x="157665" y="13980"/>
                </a:lnTo>
                <a:lnTo>
                  <a:pt x="157112" y="13321"/>
                </a:lnTo>
                <a:lnTo>
                  <a:pt x="156557" y="12675"/>
                </a:lnTo>
                <a:lnTo>
                  <a:pt x="156000" y="12041"/>
                </a:lnTo>
                <a:lnTo>
                  <a:pt x="155440" y="11421"/>
                </a:lnTo>
                <a:lnTo>
                  <a:pt x="154878" y="10813"/>
                </a:lnTo>
                <a:lnTo>
                  <a:pt x="154314" y="10217"/>
                </a:lnTo>
                <a:lnTo>
                  <a:pt x="153751" y="9635"/>
                </a:lnTo>
                <a:lnTo>
                  <a:pt x="153192" y="9067"/>
                </a:lnTo>
                <a:lnTo>
                  <a:pt x="152636" y="8512"/>
                </a:lnTo>
                <a:lnTo>
                  <a:pt x="152083" y="7971"/>
                </a:lnTo>
                <a:lnTo>
                  <a:pt x="151534" y="7443"/>
                </a:lnTo>
                <a:lnTo>
                  <a:pt x="150989" y="6929"/>
                </a:lnTo>
                <a:lnTo>
                  <a:pt x="150448" y="6428"/>
                </a:lnTo>
                <a:lnTo>
                  <a:pt x="149910" y="5942"/>
                </a:lnTo>
                <a:lnTo>
                  <a:pt x="149376" y="5468"/>
                </a:lnTo>
                <a:lnTo>
                  <a:pt x="148846" y="5009"/>
                </a:lnTo>
                <a:lnTo>
                  <a:pt x="148319" y="4562"/>
                </a:lnTo>
                <a:lnTo>
                  <a:pt x="147795" y="4130"/>
                </a:lnTo>
                <a:lnTo>
                  <a:pt x="147276" y="3711"/>
                </a:lnTo>
                <a:lnTo>
                  <a:pt x="146760" y="3306"/>
                </a:lnTo>
                <a:lnTo>
                  <a:pt x="146248" y="2914"/>
                </a:lnTo>
                <a:lnTo>
                  <a:pt x="145739" y="2536"/>
                </a:lnTo>
                <a:lnTo>
                  <a:pt x="145234" y="2171"/>
                </a:lnTo>
                <a:lnTo>
                  <a:pt x="144733" y="1820"/>
                </a:lnTo>
                <a:lnTo>
                  <a:pt x="144235" y="1483"/>
                </a:lnTo>
                <a:lnTo>
                  <a:pt x="143741" y="1159"/>
                </a:lnTo>
                <a:lnTo>
                  <a:pt x="143251" y="849"/>
                </a:lnTo>
                <a:lnTo>
                  <a:pt x="142764" y="552"/>
                </a:lnTo>
                <a:lnTo>
                  <a:pt x="142281" y="269"/>
                </a:lnTo>
                <a:lnTo>
                  <a:pt x="141801" y="0"/>
                </a:lnTo>
                <a:lnTo>
                  <a:pt x="138653" y="9128"/>
                </a:lnTo>
                <a:lnTo>
                  <a:pt x="139010" y="9429"/>
                </a:lnTo>
                <a:lnTo>
                  <a:pt x="139370" y="9740"/>
                </a:lnTo>
                <a:lnTo>
                  <a:pt x="139731" y="10062"/>
                </a:lnTo>
                <a:lnTo>
                  <a:pt x="140094" y="10394"/>
                </a:lnTo>
                <a:lnTo>
                  <a:pt x="140458" y="10736"/>
                </a:lnTo>
                <a:lnTo>
                  <a:pt x="140825" y="11088"/>
                </a:lnTo>
                <a:lnTo>
                  <a:pt x="141193" y="11451"/>
                </a:lnTo>
                <a:lnTo>
                  <a:pt x="141564" y="11824"/>
                </a:lnTo>
                <a:lnTo>
                  <a:pt x="141936" y="12207"/>
                </a:lnTo>
                <a:lnTo>
                  <a:pt x="142309" y="12600"/>
                </a:lnTo>
                <a:lnTo>
                  <a:pt x="142685" y="13004"/>
                </a:lnTo>
                <a:lnTo>
                  <a:pt x="143063" y="13418"/>
                </a:lnTo>
                <a:lnTo>
                  <a:pt x="143442" y="13842"/>
                </a:lnTo>
                <a:lnTo>
                  <a:pt x="143823" y="14276"/>
                </a:lnTo>
                <a:lnTo>
                  <a:pt x="144206" y="14721"/>
                </a:lnTo>
                <a:lnTo>
                  <a:pt x="144591" y="15176"/>
                </a:lnTo>
                <a:lnTo>
                  <a:pt x="144978" y="15641"/>
                </a:lnTo>
                <a:lnTo>
                  <a:pt x="145366" y="16116"/>
                </a:lnTo>
                <a:lnTo>
                  <a:pt x="145756" y="16602"/>
                </a:lnTo>
                <a:lnTo>
                  <a:pt x="146148" y="17098"/>
                </a:lnTo>
                <a:lnTo>
                  <a:pt x="146542" y="17604"/>
                </a:lnTo>
                <a:lnTo>
                  <a:pt x="146938" y="18120"/>
                </a:lnTo>
                <a:lnTo>
                  <a:pt x="147336" y="18647"/>
                </a:lnTo>
                <a:lnTo>
                  <a:pt x="147735" y="19184"/>
                </a:lnTo>
                <a:lnTo>
                  <a:pt x="148134" y="19730"/>
                </a:lnTo>
                <a:lnTo>
                  <a:pt x="148532" y="20288"/>
                </a:lnTo>
                <a:lnTo>
                  <a:pt x="148927" y="20855"/>
                </a:lnTo>
                <a:lnTo>
                  <a:pt x="149320" y="21433"/>
                </a:lnTo>
                <a:lnTo>
                  <a:pt x="149712" y="22020"/>
                </a:lnTo>
                <a:lnTo>
                  <a:pt x="150101" y="22619"/>
                </a:lnTo>
                <a:lnTo>
                  <a:pt x="150489" y="23227"/>
                </a:lnTo>
                <a:lnTo>
                  <a:pt x="150874" y="23845"/>
                </a:lnTo>
                <a:lnTo>
                  <a:pt x="151258" y="24474"/>
                </a:lnTo>
                <a:lnTo>
                  <a:pt x="151640" y="25113"/>
                </a:lnTo>
                <a:lnTo>
                  <a:pt x="152019" y="25763"/>
                </a:lnTo>
                <a:lnTo>
                  <a:pt x="152397" y="26422"/>
                </a:lnTo>
                <a:lnTo>
                  <a:pt x="152773" y="27092"/>
                </a:lnTo>
                <a:lnTo>
                  <a:pt x="153147" y="27772"/>
                </a:lnTo>
                <a:lnTo>
                  <a:pt x="153519" y="28462"/>
                </a:lnTo>
                <a:lnTo>
                  <a:pt x="153888" y="29163"/>
                </a:lnTo>
                <a:lnTo>
                  <a:pt x="154256" y="29873"/>
                </a:lnTo>
                <a:lnTo>
                  <a:pt x="154622" y="30594"/>
                </a:lnTo>
                <a:lnTo>
                  <a:pt x="154986" y="31326"/>
                </a:lnTo>
                <a:lnTo>
                  <a:pt x="155348" y="32067"/>
                </a:lnTo>
                <a:lnTo>
                  <a:pt x="155708" y="32819"/>
                </a:lnTo>
                <a:lnTo>
                  <a:pt x="156066" y="33581"/>
                </a:lnTo>
                <a:lnTo>
                  <a:pt x="156423" y="34353"/>
                </a:lnTo>
                <a:lnTo>
                  <a:pt x="156777" y="35135"/>
                </a:lnTo>
                <a:lnTo>
                  <a:pt x="157127" y="35928"/>
                </a:lnTo>
                <a:lnTo>
                  <a:pt x="157472" y="36731"/>
                </a:lnTo>
                <a:lnTo>
                  <a:pt x="157812" y="37543"/>
                </a:lnTo>
                <a:lnTo>
                  <a:pt x="158146" y="38367"/>
                </a:lnTo>
                <a:lnTo>
                  <a:pt x="158474" y="39200"/>
                </a:lnTo>
                <a:lnTo>
                  <a:pt x="158798" y="40044"/>
                </a:lnTo>
                <a:lnTo>
                  <a:pt x="159115" y="40898"/>
                </a:lnTo>
                <a:lnTo>
                  <a:pt x="159427" y="41762"/>
                </a:lnTo>
                <a:lnTo>
                  <a:pt x="159734" y="42636"/>
                </a:lnTo>
                <a:lnTo>
                  <a:pt x="160035" y="43521"/>
                </a:lnTo>
                <a:lnTo>
                  <a:pt x="160331" y="44416"/>
                </a:lnTo>
                <a:lnTo>
                  <a:pt x="160622" y="45321"/>
                </a:lnTo>
                <a:lnTo>
                  <a:pt x="160906" y="46237"/>
                </a:lnTo>
                <a:lnTo>
                  <a:pt x="161186" y="47162"/>
                </a:lnTo>
                <a:lnTo>
                  <a:pt x="161460" y="48098"/>
                </a:lnTo>
                <a:lnTo>
                  <a:pt x="161728" y="49045"/>
                </a:lnTo>
                <a:lnTo>
                  <a:pt x="161991" y="50001"/>
                </a:lnTo>
                <a:lnTo>
                  <a:pt x="162249" y="50968"/>
                </a:lnTo>
                <a:lnTo>
                  <a:pt x="162501" y="51945"/>
                </a:lnTo>
                <a:lnTo>
                  <a:pt x="162747" y="52932"/>
                </a:lnTo>
                <a:lnTo>
                  <a:pt x="162989" y="53929"/>
                </a:lnTo>
                <a:lnTo>
                  <a:pt x="163224" y="54937"/>
                </a:lnTo>
                <a:lnTo>
                  <a:pt x="163454" y="55955"/>
                </a:lnTo>
                <a:lnTo>
                  <a:pt x="163679" y="56983"/>
                </a:lnTo>
                <a:lnTo>
                  <a:pt x="163897" y="58021"/>
                </a:lnTo>
                <a:lnTo>
                  <a:pt x="164105" y="59070"/>
                </a:lnTo>
                <a:lnTo>
                  <a:pt x="164304" y="60128"/>
                </a:lnTo>
                <a:lnTo>
                  <a:pt x="164493" y="61197"/>
                </a:lnTo>
                <a:lnTo>
                  <a:pt x="164674" y="62277"/>
                </a:lnTo>
                <a:lnTo>
                  <a:pt x="164845" y="63366"/>
                </a:lnTo>
                <a:lnTo>
                  <a:pt x="165007" y="64466"/>
                </a:lnTo>
                <a:lnTo>
                  <a:pt x="165159" y="65575"/>
                </a:lnTo>
                <a:lnTo>
                  <a:pt x="165303" y="66696"/>
                </a:lnTo>
                <a:lnTo>
                  <a:pt x="165437" y="67826"/>
                </a:lnTo>
                <a:lnTo>
                  <a:pt x="165562" y="68967"/>
                </a:lnTo>
                <a:lnTo>
                  <a:pt x="165677" y="70117"/>
                </a:lnTo>
                <a:lnTo>
                  <a:pt x="165784" y="71279"/>
                </a:lnTo>
                <a:lnTo>
                  <a:pt x="165881" y="72450"/>
                </a:lnTo>
                <a:lnTo>
                  <a:pt x="165969" y="73631"/>
                </a:lnTo>
                <a:lnTo>
                  <a:pt x="166047" y="74823"/>
                </a:lnTo>
                <a:lnTo>
                  <a:pt x="166117" y="76025"/>
                </a:lnTo>
                <a:lnTo>
                  <a:pt x="166177" y="77238"/>
                </a:lnTo>
                <a:lnTo>
                  <a:pt x="166228" y="78460"/>
                </a:lnTo>
                <a:lnTo>
                  <a:pt x="166269" y="79693"/>
                </a:lnTo>
                <a:lnTo>
                  <a:pt x="166302" y="80936"/>
                </a:lnTo>
                <a:lnTo>
                  <a:pt x="166325" y="82189"/>
                </a:lnTo>
                <a:lnTo>
                  <a:pt x="166339" y="83453"/>
                </a:lnTo>
                <a:lnTo>
                  <a:pt x="166343" y="84727"/>
                </a:lnTo>
                <a:lnTo>
                  <a:pt x="166343" y="85857"/>
                </a:lnTo>
                <a:lnTo>
                  <a:pt x="166339" y="87130"/>
                </a:lnTo>
                <a:lnTo>
                  <a:pt x="166326" y="88394"/>
                </a:lnTo>
                <a:lnTo>
                  <a:pt x="166304" y="89647"/>
                </a:lnTo>
                <a:lnTo>
                  <a:pt x="166274" y="90890"/>
                </a:lnTo>
                <a:lnTo>
                  <a:pt x="166235" y="92123"/>
                </a:lnTo>
                <a:lnTo>
                  <a:pt x="166187" y="93346"/>
                </a:lnTo>
                <a:lnTo>
                  <a:pt x="166130" y="94558"/>
                </a:lnTo>
                <a:lnTo>
                  <a:pt x="166065" y="95760"/>
                </a:lnTo>
                <a:lnTo>
                  <a:pt x="165991" y="96952"/>
                </a:lnTo>
                <a:lnTo>
                  <a:pt x="165909" y="98134"/>
                </a:lnTo>
                <a:lnTo>
                  <a:pt x="165818" y="99305"/>
                </a:lnTo>
                <a:lnTo>
                  <a:pt x="165718" y="100466"/>
                </a:lnTo>
                <a:lnTo>
                  <a:pt x="165609" y="101617"/>
                </a:lnTo>
                <a:lnTo>
                  <a:pt x="165492" y="102758"/>
                </a:lnTo>
                <a:lnTo>
                  <a:pt x="165366" y="103889"/>
                </a:lnTo>
                <a:lnTo>
                  <a:pt x="165231" y="105009"/>
                </a:lnTo>
                <a:lnTo>
                  <a:pt x="165088" y="106119"/>
                </a:lnTo>
                <a:lnTo>
                  <a:pt x="164936" y="107219"/>
                </a:lnTo>
                <a:lnTo>
                  <a:pt x="164775" y="108308"/>
                </a:lnTo>
                <a:lnTo>
                  <a:pt x="164605" y="109388"/>
                </a:lnTo>
                <a:lnTo>
                  <a:pt x="164427" y="110457"/>
                </a:lnTo>
                <a:lnTo>
                  <a:pt x="164240" y="111516"/>
                </a:lnTo>
                <a:lnTo>
                  <a:pt x="164045" y="112564"/>
                </a:lnTo>
                <a:lnTo>
                  <a:pt x="163841" y="113603"/>
                </a:lnTo>
                <a:lnTo>
                  <a:pt x="163629" y="114631"/>
                </a:lnTo>
                <a:lnTo>
                  <a:pt x="163412" y="115649"/>
                </a:lnTo>
                <a:lnTo>
                  <a:pt x="163190" y="116657"/>
                </a:lnTo>
                <a:lnTo>
                  <a:pt x="162962" y="117654"/>
                </a:lnTo>
                <a:lnTo>
                  <a:pt x="162728" y="118642"/>
                </a:lnTo>
                <a:lnTo>
                  <a:pt x="162488" y="119620"/>
                </a:lnTo>
                <a:lnTo>
                  <a:pt x="162243" y="120587"/>
                </a:lnTo>
                <a:lnTo>
                  <a:pt x="161993" y="121544"/>
                </a:lnTo>
                <a:lnTo>
                  <a:pt x="161737" y="122492"/>
                </a:lnTo>
                <a:lnTo>
                  <a:pt x="161475" y="123429"/>
                </a:lnTo>
                <a:lnTo>
                  <a:pt x="161207" y="124356"/>
                </a:lnTo>
                <a:lnTo>
                  <a:pt x="160934" y="125273"/>
                </a:lnTo>
                <a:lnTo>
                  <a:pt x="160656" y="126180"/>
                </a:lnTo>
                <a:lnTo>
                  <a:pt x="160371" y="127076"/>
                </a:lnTo>
                <a:lnTo>
                  <a:pt x="160082" y="127963"/>
                </a:lnTo>
                <a:lnTo>
                  <a:pt x="159786" y="128840"/>
                </a:lnTo>
                <a:lnTo>
                  <a:pt x="159485" y="129706"/>
                </a:lnTo>
                <a:lnTo>
                  <a:pt x="159178" y="130562"/>
                </a:lnTo>
                <a:lnTo>
                  <a:pt x="158866" y="131409"/>
                </a:lnTo>
                <a:lnTo>
                  <a:pt x="158548" y="132245"/>
                </a:lnTo>
                <a:lnTo>
                  <a:pt x="158225" y="133071"/>
                </a:lnTo>
                <a:lnTo>
                  <a:pt x="157896" y="133887"/>
                </a:lnTo>
                <a:lnTo>
                  <a:pt x="157561" y="134693"/>
                </a:lnTo>
                <a:lnTo>
                  <a:pt x="157221" y="135488"/>
                </a:lnTo>
                <a:lnTo>
                  <a:pt x="156876" y="136274"/>
                </a:lnTo>
                <a:lnTo>
                  <a:pt x="156529" y="137049"/>
                </a:lnTo>
                <a:lnTo>
                  <a:pt x="156180" y="137814"/>
                </a:lnTo>
                <a:lnTo>
                  <a:pt x="155828" y="138569"/>
                </a:lnTo>
                <a:lnTo>
                  <a:pt x="155474" y="139313"/>
                </a:lnTo>
                <a:lnTo>
                  <a:pt x="155117" y="140047"/>
                </a:lnTo>
                <a:lnTo>
                  <a:pt x="154757" y="140770"/>
                </a:lnTo>
                <a:lnTo>
                  <a:pt x="154395" y="141483"/>
                </a:lnTo>
                <a:lnTo>
                  <a:pt x="154031" y="142186"/>
                </a:lnTo>
                <a:lnTo>
                  <a:pt x="153664" y="142878"/>
                </a:lnTo>
                <a:lnTo>
                  <a:pt x="153294" y="143560"/>
                </a:lnTo>
                <a:lnTo>
                  <a:pt x="152922" y="144232"/>
                </a:lnTo>
                <a:lnTo>
                  <a:pt x="152547" y="144893"/>
                </a:lnTo>
                <a:lnTo>
                  <a:pt x="152170" y="145544"/>
                </a:lnTo>
                <a:lnTo>
                  <a:pt x="151790" y="146184"/>
                </a:lnTo>
                <a:lnTo>
                  <a:pt x="151408" y="146814"/>
                </a:lnTo>
                <a:lnTo>
                  <a:pt x="151023" y="147434"/>
                </a:lnTo>
                <a:lnTo>
                  <a:pt x="150636" y="148043"/>
                </a:lnTo>
                <a:lnTo>
                  <a:pt x="150246" y="148642"/>
                </a:lnTo>
                <a:lnTo>
                  <a:pt x="149854" y="149230"/>
                </a:lnTo>
                <a:lnTo>
                  <a:pt x="149459" y="149808"/>
                </a:lnTo>
                <a:lnTo>
                  <a:pt x="149062" y="150376"/>
                </a:lnTo>
                <a:lnTo>
                  <a:pt x="148662" y="150933"/>
                </a:lnTo>
                <a:lnTo>
                  <a:pt x="148260" y="151480"/>
                </a:lnTo>
                <a:lnTo>
                  <a:pt x="147856" y="152017"/>
                </a:lnTo>
                <a:lnTo>
                  <a:pt x="147453" y="152544"/>
                </a:lnTo>
                <a:lnTo>
                  <a:pt x="147050" y="153062"/>
                </a:lnTo>
                <a:lnTo>
                  <a:pt x="146647" y="153569"/>
                </a:lnTo>
                <a:lnTo>
                  <a:pt x="146245" y="154066"/>
                </a:lnTo>
                <a:lnTo>
                  <a:pt x="145843" y="154553"/>
                </a:lnTo>
                <a:lnTo>
                  <a:pt x="145441" y="155030"/>
                </a:lnTo>
                <a:lnTo>
                  <a:pt x="145039" y="155497"/>
                </a:lnTo>
                <a:lnTo>
                  <a:pt x="144638" y="155955"/>
                </a:lnTo>
                <a:lnTo>
                  <a:pt x="144237" y="156402"/>
                </a:lnTo>
                <a:lnTo>
                  <a:pt x="143836" y="156839"/>
                </a:lnTo>
                <a:lnTo>
                  <a:pt x="143436" y="157267"/>
                </a:lnTo>
                <a:lnTo>
                  <a:pt x="143036" y="157684"/>
                </a:lnTo>
                <a:lnTo>
                  <a:pt x="142636" y="158091"/>
                </a:lnTo>
                <a:lnTo>
                  <a:pt x="142236" y="158489"/>
                </a:lnTo>
                <a:lnTo>
                  <a:pt x="141837" y="158876"/>
                </a:lnTo>
                <a:lnTo>
                  <a:pt x="141438" y="159254"/>
                </a:lnTo>
                <a:lnTo>
                  <a:pt x="141039" y="159621"/>
                </a:lnTo>
                <a:lnTo>
                  <a:pt x="140641" y="159979"/>
                </a:lnTo>
                <a:lnTo>
                  <a:pt x="140243" y="160326"/>
                </a:lnTo>
                <a:lnTo>
                  <a:pt x="139845" y="160664"/>
                </a:lnTo>
                <a:lnTo>
                  <a:pt x="139447" y="160992"/>
                </a:lnTo>
                <a:lnTo>
                  <a:pt x="139050" y="161309"/>
                </a:lnTo>
                <a:lnTo>
                  <a:pt x="138653" y="161617"/>
                </a:lnTo>
                <a:lnTo>
                  <a:pt x="141801" y="170664"/>
                </a:lnTo>
                <a:lnTo>
                  <a:pt x="142281" y="170395"/>
                </a:lnTo>
                <a:lnTo>
                  <a:pt x="142764" y="170112"/>
                </a:lnTo>
                <a:lnTo>
                  <a:pt x="143251" y="169815"/>
                </a:lnTo>
                <a:lnTo>
                  <a:pt x="143741" y="169505"/>
                </a:lnTo>
                <a:lnTo>
                  <a:pt x="144235" y="169181"/>
                </a:lnTo>
                <a:lnTo>
                  <a:pt x="144733" y="168844"/>
                </a:lnTo>
                <a:lnTo>
                  <a:pt x="145234" y="168493"/>
                </a:lnTo>
                <a:lnTo>
                  <a:pt x="145739" y="168128"/>
                </a:lnTo>
                <a:lnTo>
                  <a:pt x="146248" y="167750"/>
                </a:lnTo>
                <a:lnTo>
                  <a:pt x="146760" y="167358"/>
                </a:lnTo>
                <a:lnTo>
                  <a:pt x="147276" y="166953"/>
                </a:lnTo>
                <a:lnTo>
                  <a:pt x="147795" y="166534"/>
                </a:lnTo>
                <a:lnTo>
                  <a:pt x="148319" y="166102"/>
                </a:lnTo>
                <a:lnTo>
                  <a:pt x="148846" y="165655"/>
                </a:lnTo>
                <a:lnTo>
                  <a:pt x="149376" y="165196"/>
                </a:lnTo>
                <a:lnTo>
                  <a:pt x="149910" y="164722"/>
                </a:lnTo>
                <a:lnTo>
                  <a:pt x="150448" y="164236"/>
                </a:lnTo>
                <a:lnTo>
                  <a:pt x="150989" y="163735"/>
                </a:lnTo>
                <a:lnTo>
                  <a:pt x="151534" y="163221"/>
                </a:lnTo>
                <a:lnTo>
                  <a:pt x="152083" y="162693"/>
                </a:lnTo>
                <a:lnTo>
                  <a:pt x="152636" y="162152"/>
                </a:lnTo>
                <a:lnTo>
                  <a:pt x="153192" y="161597"/>
                </a:lnTo>
                <a:lnTo>
                  <a:pt x="153751" y="161029"/>
                </a:lnTo>
                <a:lnTo>
                  <a:pt x="154314" y="160447"/>
                </a:lnTo>
                <a:lnTo>
                  <a:pt x="154878" y="159851"/>
                </a:lnTo>
                <a:lnTo>
                  <a:pt x="155440" y="159244"/>
                </a:lnTo>
                <a:lnTo>
                  <a:pt x="156000" y="158623"/>
                </a:lnTo>
                <a:lnTo>
                  <a:pt x="156557" y="157990"/>
                </a:lnTo>
                <a:lnTo>
                  <a:pt x="157112" y="157344"/>
                </a:lnTo>
                <a:lnTo>
                  <a:pt x="157665" y="156686"/>
                </a:lnTo>
                <a:lnTo>
                  <a:pt x="158215" y="156015"/>
                </a:lnTo>
                <a:lnTo>
                  <a:pt x="158764" y="155332"/>
                </a:lnTo>
                <a:lnTo>
                  <a:pt x="159310" y="154636"/>
                </a:lnTo>
                <a:lnTo>
                  <a:pt x="159853" y="153927"/>
                </a:lnTo>
                <a:lnTo>
                  <a:pt x="160395" y="153205"/>
                </a:lnTo>
                <a:lnTo>
                  <a:pt x="160934" y="152471"/>
                </a:lnTo>
                <a:lnTo>
                  <a:pt x="161471" y="151725"/>
                </a:lnTo>
                <a:lnTo>
                  <a:pt x="162006" y="150965"/>
                </a:lnTo>
                <a:lnTo>
                  <a:pt x="162539" y="150193"/>
                </a:lnTo>
                <a:lnTo>
                  <a:pt x="163069" y="149409"/>
                </a:lnTo>
                <a:lnTo>
                  <a:pt x="163597" y="148612"/>
                </a:lnTo>
                <a:lnTo>
                  <a:pt x="164123" y="147802"/>
                </a:lnTo>
                <a:lnTo>
                  <a:pt x="164647" y="146980"/>
                </a:lnTo>
                <a:lnTo>
                  <a:pt x="165168" y="146145"/>
                </a:lnTo>
                <a:lnTo>
                  <a:pt x="165687" y="145297"/>
                </a:lnTo>
                <a:lnTo>
                  <a:pt x="166204" y="144437"/>
                </a:lnTo>
                <a:lnTo>
                  <a:pt x="166719" y="143564"/>
                </a:lnTo>
                <a:lnTo>
                  <a:pt x="167231" y="142678"/>
                </a:lnTo>
                <a:lnTo>
                  <a:pt x="167739" y="141780"/>
                </a:lnTo>
                <a:lnTo>
                  <a:pt x="168239" y="140870"/>
                </a:lnTo>
                <a:lnTo>
                  <a:pt x="168731" y="139947"/>
                </a:lnTo>
                <a:lnTo>
                  <a:pt x="169216" y="139011"/>
                </a:lnTo>
                <a:lnTo>
                  <a:pt x="169693" y="138063"/>
                </a:lnTo>
                <a:lnTo>
                  <a:pt x="170163" y="137103"/>
                </a:lnTo>
                <a:lnTo>
                  <a:pt x="170625" y="136130"/>
                </a:lnTo>
                <a:lnTo>
                  <a:pt x="171079" y="135144"/>
                </a:lnTo>
                <a:lnTo>
                  <a:pt x="171526" y="134146"/>
                </a:lnTo>
                <a:lnTo>
                  <a:pt x="171966" y="133136"/>
                </a:lnTo>
                <a:lnTo>
                  <a:pt x="172398" y="132113"/>
                </a:lnTo>
                <a:lnTo>
                  <a:pt x="172822" y="131078"/>
                </a:lnTo>
                <a:lnTo>
                  <a:pt x="173239" y="130030"/>
                </a:lnTo>
                <a:lnTo>
                  <a:pt x="173648" y="128970"/>
                </a:lnTo>
                <a:lnTo>
                  <a:pt x="174049" y="127897"/>
                </a:lnTo>
                <a:lnTo>
                  <a:pt x="174443" y="126811"/>
                </a:lnTo>
                <a:lnTo>
                  <a:pt x="174830" y="125714"/>
                </a:lnTo>
                <a:lnTo>
                  <a:pt x="175208" y="124603"/>
                </a:lnTo>
                <a:lnTo>
                  <a:pt x="175580" y="123481"/>
                </a:lnTo>
                <a:lnTo>
                  <a:pt x="175943" y="122345"/>
                </a:lnTo>
                <a:lnTo>
                  <a:pt x="176300" y="121198"/>
                </a:lnTo>
                <a:lnTo>
                  <a:pt x="176648" y="120037"/>
                </a:lnTo>
                <a:lnTo>
                  <a:pt x="176989" y="118865"/>
                </a:lnTo>
                <a:lnTo>
                  <a:pt x="177323" y="117680"/>
                </a:lnTo>
                <a:lnTo>
                  <a:pt x="177645" y="116482"/>
                </a:lnTo>
                <a:lnTo>
                  <a:pt x="177954" y="115273"/>
                </a:lnTo>
                <a:lnTo>
                  <a:pt x="178250" y="114052"/>
                </a:lnTo>
                <a:lnTo>
                  <a:pt x="178531" y="112820"/>
                </a:lnTo>
                <a:lnTo>
                  <a:pt x="178799" y="111575"/>
                </a:lnTo>
                <a:lnTo>
                  <a:pt x="179053" y="110319"/>
                </a:lnTo>
                <a:lnTo>
                  <a:pt x="179294" y="109051"/>
                </a:lnTo>
                <a:lnTo>
                  <a:pt x="179520" y="107772"/>
                </a:lnTo>
                <a:lnTo>
                  <a:pt x="179733" y="106480"/>
                </a:lnTo>
                <a:lnTo>
                  <a:pt x="179932" y="105177"/>
                </a:lnTo>
                <a:lnTo>
                  <a:pt x="180118" y="103862"/>
                </a:lnTo>
                <a:lnTo>
                  <a:pt x="180289" y="102535"/>
                </a:lnTo>
                <a:lnTo>
                  <a:pt x="180447" y="101197"/>
                </a:lnTo>
                <a:lnTo>
                  <a:pt x="180592" y="99846"/>
                </a:lnTo>
                <a:lnTo>
                  <a:pt x="180722" y="98484"/>
                </a:lnTo>
                <a:lnTo>
                  <a:pt x="180839" y="97110"/>
                </a:lnTo>
                <a:lnTo>
                  <a:pt x="180942" y="95725"/>
                </a:lnTo>
                <a:lnTo>
                  <a:pt x="181031" y="94327"/>
                </a:lnTo>
                <a:lnTo>
                  <a:pt x="181107" y="92918"/>
                </a:lnTo>
                <a:lnTo>
                  <a:pt x="181169" y="91497"/>
                </a:lnTo>
                <a:lnTo>
                  <a:pt x="181217" y="90064"/>
                </a:lnTo>
                <a:lnTo>
                  <a:pt x="181251" y="88620"/>
                </a:lnTo>
                <a:lnTo>
                  <a:pt x="181272" y="87163"/>
                </a:lnTo>
                <a:lnTo>
                  <a:pt x="181278" y="85695"/>
                </a:lnTo>
                <a:lnTo>
                  <a:pt x="181278" y="84888"/>
                </a:lnTo>
                <a:lnTo>
                  <a:pt x="181272" y="83427"/>
                </a:lnTo>
                <a:lnTo>
                  <a:pt x="181251" y="81977"/>
                </a:lnTo>
                <a:lnTo>
                  <a:pt x="181217" y="80539"/>
                </a:lnTo>
                <a:lnTo>
                  <a:pt x="181169" y="79112"/>
                </a:lnTo>
                <a:lnTo>
                  <a:pt x="181107" y="77697"/>
                </a:lnTo>
                <a:lnTo>
                  <a:pt x="181031" y="76294"/>
                </a:lnTo>
                <a:close/>
                <a:moveTo>
                  <a:pt x="530768" y="83449"/>
                </a:moveTo>
                <a:lnTo>
                  <a:pt x="530736" y="82705"/>
                </a:lnTo>
                <a:lnTo>
                  <a:pt x="530696" y="81966"/>
                </a:lnTo>
                <a:lnTo>
                  <a:pt x="530648" y="81233"/>
                </a:lnTo>
                <a:lnTo>
                  <a:pt x="530594" y="80504"/>
                </a:lnTo>
                <a:lnTo>
                  <a:pt x="530532" y="79780"/>
                </a:lnTo>
                <a:lnTo>
                  <a:pt x="530462" y="79060"/>
                </a:lnTo>
                <a:lnTo>
                  <a:pt x="530386" y="78346"/>
                </a:lnTo>
                <a:lnTo>
                  <a:pt x="530302" y="77637"/>
                </a:lnTo>
                <a:lnTo>
                  <a:pt x="530211" y="76932"/>
                </a:lnTo>
                <a:lnTo>
                  <a:pt x="530113" y="76233"/>
                </a:lnTo>
                <a:lnTo>
                  <a:pt x="530007" y="75538"/>
                </a:lnTo>
                <a:lnTo>
                  <a:pt x="529894" y="74848"/>
                </a:lnTo>
                <a:lnTo>
                  <a:pt x="529774" y="74163"/>
                </a:lnTo>
                <a:lnTo>
                  <a:pt x="529646" y="73483"/>
                </a:lnTo>
                <a:lnTo>
                  <a:pt x="529511" y="72808"/>
                </a:lnTo>
                <a:lnTo>
                  <a:pt x="529369" y="72138"/>
                </a:lnTo>
                <a:lnTo>
                  <a:pt x="529220" y="71473"/>
                </a:lnTo>
                <a:lnTo>
                  <a:pt x="529063" y="70812"/>
                </a:lnTo>
                <a:lnTo>
                  <a:pt x="528899" y="70157"/>
                </a:lnTo>
                <a:lnTo>
                  <a:pt x="528728" y="69506"/>
                </a:lnTo>
                <a:lnTo>
                  <a:pt x="528549" y="68862"/>
                </a:lnTo>
                <a:lnTo>
                  <a:pt x="528362" y="68224"/>
                </a:lnTo>
                <a:lnTo>
                  <a:pt x="528168" y="67593"/>
                </a:lnTo>
                <a:lnTo>
                  <a:pt x="527965" y="66970"/>
                </a:lnTo>
                <a:lnTo>
                  <a:pt x="527755" y="66353"/>
                </a:lnTo>
                <a:lnTo>
                  <a:pt x="527537" y="65743"/>
                </a:lnTo>
                <a:lnTo>
                  <a:pt x="527311" y="65141"/>
                </a:lnTo>
                <a:lnTo>
                  <a:pt x="527077" y="64545"/>
                </a:lnTo>
                <a:lnTo>
                  <a:pt x="526836" y="63956"/>
                </a:lnTo>
                <a:lnTo>
                  <a:pt x="526586" y="63375"/>
                </a:lnTo>
                <a:lnTo>
                  <a:pt x="526329" y="62800"/>
                </a:lnTo>
                <a:lnTo>
                  <a:pt x="526064" y="62232"/>
                </a:lnTo>
                <a:lnTo>
                  <a:pt x="525791" y="61672"/>
                </a:lnTo>
                <a:lnTo>
                  <a:pt x="525510" y="61118"/>
                </a:lnTo>
                <a:lnTo>
                  <a:pt x="525221" y="60571"/>
                </a:lnTo>
                <a:lnTo>
                  <a:pt x="524924" y="60032"/>
                </a:lnTo>
                <a:lnTo>
                  <a:pt x="524620" y="59499"/>
                </a:lnTo>
                <a:lnTo>
                  <a:pt x="524308" y="58973"/>
                </a:lnTo>
                <a:lnTo>
                  <a:pt x="523988" y="58455"/>
                </a:lnTo>
                <a:lnTo>
                  <a:pt x="523660" y="57943"/>
                </a:lnTo>
                <a:lnTo>
                  <a:pt x="523324" y="57438"/>
                </a:lnTo>
                <a:lnTo>
                  <a:pt x="522980" y="56941"/>
                </a:lnTo>
                <a:lnTo>
                  <a:pt x="522629" y="56450"/>
                </a:lnTo>
                <a:lnTo>
                  <a:pt x="522269" y="55966"/>
                </a:lnTo>
                <a:lnTo>
                  <a:pt x="521902" y="55491"/>
                </a:lnTo>
                <a:lnTo>
                  <a:pt x="521526" y="55024"/>
                </a:lnTo>
                <a:lnTo>
                  <a:pt x="521141" y="54565"/>
                </a:lnTo>
                <a:lnTo>
                  <a:pt x="520748" y="54116"/>
                </a:lnTo>
                <a:lnTo>
                  <a:pt x="520346" y="53676"/>
                </a:lnTo>
                <a:lnTo>
                  <a:pt x="519936" y="53244"/>
                </a:lnTo>
                <a:lnTo>
                  <a:pt x="519517" y="52821"/>
                </a:lnTo>
                <a:lnTo>
                  <a:pt x="519089" y="52407"/>
                </a:lnTo>
                <a:lnTo>
                  <a:pt x="518653" y="52002"/>
                </a:lnTo>
                <a:lnTo>
                  <a:pt x="518209" y="51605"/>
                </a:lnTo>
                <a:lnTo>
                  <a:pt x="517756" y="51218"/>
                </a:lnTo>
                <a:lnTo>
                  <a:pt x="517294" y="50839"/>
                </a:lnTo>
                <a:lnTo>
                  <a:pt x="516824" y="50469"/>
                </a:lnTo>
                <a:lnTo>
                  <a:pt x="516345" y="50107"/>
                </a:lnTo>
                <a:lnTo>
                  <a:pt x="515858" y="49755"/>
                </a:lnTo>
                <a:lnTo>
                  <a:pt x="515362" y="49411"/>
                </a:lnTo>
                <a:lnTo>
                  <a:pt x="514858" y="49077"/>
                </a:lnTo>
                <a:lnTo>
                  <a:pt x="514345" y="48751"/>
                </a:lnTo>
                <a:lnTo>
                  <a:pt x="513824" y="48434"/>
                </a:lnTo>
                <a:lnTo>
                  <a:pt x="513294" y="48125"/>
                </a:lnTo>
                <a:lnTo>
                  <a:pt x="512755" y="47826"/>
                </a:lnTo>
                <a:lnTo>
                  <a:pt x="512208" y="47535"/>
                </a:lnTo>
                <a:lnTo>
                  <a:pt x="511652" y="47253"/>
                </a:lnTo>
                <a:lnTo>
                  <a:pt x="511088" y="46980"/>
                </a:lnTo>
                <a:lnTo>
                  <a:pt x="510515" y="46717"/>
                </a:lnTo>
                <a:lnTo>
                  <a:pt x="509934" y="46465"/>
                </a:lnTo>
                <a:lnTo>
                  <a:pt x="509343" y="46224"/>
                </a:lnTo>
                <a:lnTo>
                  <a:pt x="508744" y="45995"/>
                </a:lnTo>
                <a:lnTo>
                  <a:pt x="508135" y="45777"/>
                </a:lnTo>
                <a:lnTo>
                  <a:pt x="507518" y="45569"/>
                </a:lnTo>
                <a:lnTo>
                  <a:pt x="506893" y="45374"/>
                </a:lnTo>
                <a:lnTo>
                  <a:pt x="506258" y="45189"/>
                </a:lnTo>
                <a:lnTo>
                  <a:pt x="505614" y="45015"/>
                </a:lnTo>
                <a:lnTo>
                  <a:pt x="504962" y="44853"/>
                </a:lnTo>
                <a:lnTo>
                  <a:pt x="504301" y="44702"/>
                </a:lnTo>
                <a:lnTo>
                  <a:pt x="503631" y="44562"/>
                </a:lnTo>
                <a:lnTo>
                  <a:pt x="502952" y="44433"/>
                </a:lnTo>
                <a:lnTo>
                  <a:pt x="502264" y="44316"/>
                </a:lnTo>
                <a:lnTo>
                  <a:pt x="501568" y="44209"/>
                </a:lnTo>
                <a:lnTo>
                  <a:pt x="500862" y="44114"/>
                </a:lnTo>
                <a:lnTo>
                  <a:pt x="500148" y="44030"/>
                </a:lnTo>
                <a:lnTo>
                  <a:pt x="499425" y="43957"/>
                </a:lnTo>
                <a:lnTo>
                  <a:pt x="498693" y="43896"/>
                </a:lnTo>
                <a:lnTo>
                  <a:pt x="497953" y="43845"/>
                </a:lnTo>
                <a:lnTo>
                  <a:pt x="497203" y="43806"/>
                </a:lnTo>
                <a:lnTo>
                  <a:pt x="496445" y="43778"/>
                </a:lnTo>
                <a:lnTo>
                  <a:pt x="495678" y="43761"/>
                </a:lnTo>
                <a:lnTo>
                  <a:pt x="494902" y="43756"/>
                </a:lnTo>
                <a:lnTo>
                  <a:pt x="494290" y="43761"/>
                </a:lnTo>
                <a:lnTo>
                  <a:pt x="493681" y="43777"/>
                </a:lnTo>
                <a:lnTo>
                  <a:pt x="493073" y="43803"/>
                </a:lnTo>
                <a:lnTo>
                  <a:pt x="492466" y="43839"/>
                </a:lnTo>
                <a:lnTo>
                  <a:pt x="491862" y="43886"/>
                </a:lnTo>
                <a:lnTo>
                  <a:pt x="491259" y="43943"/>
                </a:lnTo>
                <a:lnTo>
                  <a:pt x="490657" y="44010"/>
                </a:lnTo>
                <a:lnTo>
                  <a:pt x="490058" y="44088"/>
                </a:lnTo>
                <a:lnTo>
                  <a:pt x="489460" y="44176"/>
                </a:lnTo>
                <a:lnTo>
                  <a:pt x="488864" y="44274"/>
                </a:lnTo>
                <a:lnTo>
                  <a:pt x="488269" y="44383"/>
                </a:lnTo>
                <a:lnTo>
                  <a:pt x="487676" y="44503"/>
                </a:lnTo>
                <a:lnTo>
                  <a:pt x="487085" y="44632"/>
                </a:lnTo>
                <a:lnTo>
                  <a:pt x="486496" y="44772"/>
                </a:lnTo>
                <a:lnTo>
                  <a:pt x="485908" y="44923"/>
                </a:lnTo>
                <a:lnTo>
                  <a:pt x="485322" y="45083"/>
                </a:lnTo>
                <a:lnTo>
                  <a:pt x="484737" y="45255"/>
                </a:lnTo>
                <a:lnTo>
                  <a:pt x="484154" y="45436"/>
                </a:lnTo>
                <a:lnTo>
                  <a:pt x="483573" y="45628"/>
                </a:lnTo>
                <a:lnTo>
                  <a:pt x="482994" y="45830"/>
                </a:lnTo>
                <a:lnTo>
                  <a:pt x="482416" y="46043"/>
                </a:lnTo>
                <a:lnTo>
                  <a:pt x="481840" y="46266"/>
                </a:lnTo>
                <a:lnTo>
                  <a:pt x="481266" y="46499"/>
                </a:lnTo>
                <a:lnTo>
                  <a:pt x="480693" y="46743"/>
                </a:lnTo>
                <a:lnTo>
                  <a:pt x="480124" y="46997"/>
                </a:lnTo>
                <a:lnTo>
                  <a:pt x="479560" y="47260"/>
                </a:lnTo>
                <a:lnTo>
                  <a:pt x="479000" y="47534"/>
                </a:lnTo>
                <a:lnTo>
                  <a:pt x="478446" y="47817"/>
                </a:lnTo>
                <a:lnTo>
                  <a:pt x="477897" y="48110"/>
                </a:lnTo>
                <a:lnTo>
                  <a:pt x="477353" y="48413"/>
                </a:lnTo>
                <a:lnTo>
                  <a:pt x="476814" y="48726"/>
                </a:lnTo>
                <a:lnTo>
                  <a:pt x="476280" y="49048"/>
                </a:lnTo>
                <a:lnTo>
                  <a:pt x="475751" y="49380"/>
                </a:lnTo>
                <a:lnTo>
                  <a:pt x="475227" y="49723"/>
                </a:lnTo>
                <a:lnTo>
                  <a:pt x="474708" y="50075"/>
                </a:lnTo>
                <a:lnTo>
                  <a:pt x="474194" y="50436"/>
                </a:lnTo>
                <a:lnTo>
                  <a:pt x="473686" y="50808"/>
                </a:lnTo>
                <a:lnTo>
                  <a:pt x="473182" y="51189"/>
                </a:lnTo>
                <a:lnTo>
                  <a:pt x="472683" y="51580"/>
                </a:lnTo>
                <a:lnTo>
                  <a:pt x="472190" y="51981"/>
                </a:lnTo>
                <a:lnTo>
                  <a:pt x="471701" y="52392"/>
                </a:lnTo>
                <a:lnTo>
                  <a:pt x="471217" y="52813"/>
                </a:lnTo>
                <a:lnTo>
                  <a:pt x="470739" y="53243"/>
                </a:lnTo>
                <a:lnTo>
                  <a:pt x="470266" y="53683"/>
                </a:lnTo>
                <a:lnTo>
                  <a:pt x="469797" y="54133"/>
                </a:lnTo>
                <a:lnTo>
                  <a:pt x="469334" y="54593"/>
                </a:lnTo>
                <a:lnTo>
                  <a:pt x="468875" y="55063"/>
                </a:lnTo>
                <a:lnTo>
                  <a:pt x="468422" y="55542"/>
                </a:lnTo>
                <a:lnTo>
                  <a:pt x="467975" y="56031"/>
                </a:lnTo>
                <a:lnTo>
                  <a:pt x="467536" y="56529"/>
                </a:lnTo>
                <a:lnTo>
                  <a:pt x="467105" y="57035"/>
                </a:lnTo>
                <a:lnTo>
                  <a:pt x="466682" y="57551"/>
                </a:lnTo>
                <a:lnTo>
                  <a:pt x="466267" y="58075"/>
                </a:lnTo>
                <a:lnTo>
                  <a:pt x="465859" y="58608"/>
                </a:lnTo>
                <a:lnTo>
                  <a:pt x="465459" y="59150"/>
                </a:lnTo>
                <a:lnTo>
                  <a:pt x="465067" y="59700"/>
                </a:lnTo>
                <a:lnTo>
                  <a:pt x="464683" y="60260"/>
                </a:lnTo>
                <a:lnTo>
                  <a:pt x="464307" y="60828"/>
                </a:lnTo>
                <a:lnTo>
                  <a:pt x="463939" y="61405"/>
                </a:lnTo>
                <a:lnTo>
                  <a:pt x="463578" y="61991"/>
                </a:lnTo>
                <a:lnTo>
                  <a:pt x="463226" y="62586"/>
                </a:lnTo>
                <a:lnTo>
                  <a:pt x="462881" y="63189"/>
                </a:lnTo>
                <a:lnTo>
                  <a:pt x="462544" y="63802"/>
                </a:lnTo>
                <a:lnTo>
                  <a:pt x="462215" y="64423"/>
                </a:lnTo>
                <a:lnTo>
                  <a:pt x="461894" y="65053"/>
                </a:lnTo>
                <a:lnTo>
                  <a:pt x="461580" y="65692"/>
                </a:lnTo>
                <a:lnTo>
                  <a:pt x="461275" y="66340"/>
                </a:lnTo>
                <a:lnTo>
                  <a:pt x="460977" y="66996"/>
                </a:lnTo>
                <a:lnTo>
                  <a:pt x="460687" y="67662"/>
                </a:lnTo>
                <a:lnTo>
                  <a:pt x="460405" y="68336"/>
                </a:lnTo>
                <a:lnTo>
                  <a:pt x="460131" y="69019"/>
                </a:lnTo>
                <a:lnTo>
                  <a:pt x="459865" y="69711"/>
                </a:lnTo>
                <a:lnTo>
                  <a:pt x="459608" y="70411"/>
                </a:lnTo>
                <a:lnTo>
                  <a:pt x="459362" y="71119"/>
                </a:lnTo>
                <a:lnTo>
                  <a:pt x="459127" y="71836"/>
                </a:lnTo>
                <a:lnTo>
                  <a:pt x="458903" y="72560"/>
                </a:lnTo>
                <a:lnTo>
                  <a:pt x="458690" y="73292"/>
                </a:lnTo>
                <a:lnTo>
                  <a:pt x="458487" y="74032"/>
                </a:lnTo>
                <a:lnTo>
                  <a:pt x="458296" y="74781"/>
                </a:lnTo>
                <a:lnTo>
                  <a:pt x="458116" y="75537"/>
                </a:lnTo>
                <a:lnTo>
                  <a:pt x="457946" y="76301"/>
                </a:lnTo>
                <a:lnTo>
                  <a:pt x="457788" y="77073"/>
                </a:lnTo>
                <a:lnTo>
                  <a:pt x="457640" y="77853"/>
                </a:lnTo>
                <a:lnTo>
                  <a:pt x="457503" y="78641"/>
                </a:lnTo>
                <a:lnTo>
                  <a:pt x="457378" y="79438"/>
                </a:lnTo>
                <a:lnTo>
                  <a:pt x="457263" y="80242"/>
                </a:lnTo>
                <a:lnTo>
                  <a:pt x="457159" y="81054"/>
                </a:lnTo>
                <a:lnTo>
                  <a:pt x="457066" y="81874"/>
                </a:lnTo>
                <a:lnTo>
                  <a:pt x="456984" y="82702"/>
                </a:lnTo>
                <a:lnTo>
                  <a:pt x="456913" y="83538"/>
                </a:lnTo>
                <a:lnTo>
                  <a:pt x="456853" y="84382"/>
                </a:lnTo>
                <a:lnTo>
                  <a:pt x="456804" y="85234"/>
                </a:lnTo>
                <a:lnTo>
                  <a:pt x="456765" y="86095"/>
                </a:lnTo>
                <a:lnTo>
                  <a:pt x="456738" y="86963"/>
                </a:lnTo>
                <a:lnTo>
                  <a:pt x="456722" y="87839"/>
                </a:lnTo>
                <a:lnTo>
                  <a:pt x="456716" y="88723"/>
                </a:lnTo>
                <a:lnTo>
                  <a:pt x="456716" y="92113"/>
                </a:lnTo>
                <a:lnTo>
                  <a:pt x="456721" y="92878"/>
                </a:lnTo>
                <a:lnTo>
                  <a:pt x="456736" y="93637"/>
                </a:lnTo>
                <a:lnTo>
                  <a:pt x="456760" y="94391"/>
                </a:lnTo>
                <a:lnTo>
                  <a:pt x="456795" y="95141"/>
                </a:lnTo>
                <a:lnTo>
                  <a:pt x="456839" y="95885"/>
                </a:lnTo>
                <a:lnTo>
                  <a:pt x="456893" y="96624"/>
                </a:lnTo>
                <a:lnTo>
                  <a:pt x="456957" y="97358"/>
                </a:lnTo>
                <a:lnTo>
                  <a:pt x="457030" y="98087"/>
                </a:lnTo>
                <a:lnTo>
                  <a:pt x="457114" y="98811"/>
                </a:lnTo>
                <a:lnTo>
                  <a:pt x="457207" y="99530"/>
                </a:lnTo>
                <a:lnTo>
                  <a:pt x="457310" y="100244"/>
                </a:lnTo>
                <a:lnTo>
                  <a:pt x="457423" y="100953"/>
                </a:lnTo>
                <a:lnTo>
                  <a:pt x="457545" y="101657"/>
                </a:lnTo>
                <a:lnTo>
                  <a:pt x="457678" y="102356"/>
                </a:lnTo>
                <a:lnTo>
                  <a:pt x="457820" y="103050"/>
                </a:lnTo>
                <a:lnTo>
                  <a:pt x="457972" y="103739"/>
                </a:lnTo>
                <a:lnTo>
                  <a:pt x="458134" y="104422"/>
                </a:lnTo>
                <a:lnTo>
                  <a:pt x="458306" y="105101"/>
                </a:lnTo>
                <a:lnTo>
                  <a:pt x="458487" y="105774"/>
                </a:lnTo>
                <a:lnTo>
                  <a:pt x="458678" y="106443"/>
                </a:lnTo>
                <a:lnTo>
                  <a:pt x="458880" y="107106"/>
                </a:lnTo>
                <a:lnTo>
                  <a:pt x="459091" y="107765"/>
                </a:lnTo>
                <a:lnTo>
                  <a:pt x="459311" y="108418"/>
                </a:lnTo>
                <a:lnTo>
                  <a:pt x="459542" y="109067"/>
                </a:lnTo>
                <a:lnTo>
                  <a:pt x="459782" y="109709"/>
                </a:lnTo>
                <a:lnTo>
                  <a:pt x="460030" y="110344"/>
                </a:lnTo>
                <a:lnTo>
                  <a:pt x="460287" y="110971"/>
                </a:lnTo>
                <a:lnTo>
                  <a:pt x="460552" y="111592"/>
                </a:lnTo>
                <a:lnTo>
                  <a:pt x="460826" y="112205"/>
                </a:lnTo>
                <a:lnTo>
                  <a:pt x="461109" y="112811"/>
                </a:lnTo>
                <a:lnTo>
                  <a:pt x="461400" y="113409"/>
                </a:lnTo>
                <a:lnTo>
                  <a:pt x="461699" y="114000"/>
                </a:lnTo>
                <a:lnTo>
                  <a:pt x="462007" y="114584"/>
                </a:lnTo>
                <a:lnTo>
                  <a:pt x="462324" y="115161"/>
                </a:lnTo>
                <a:lnTo>
                  <a:pt x="462649" y="115730"/>
                </a:lnTo>
                <a:lnTo>
                  <a:pt x="462983" y="116292"/>
                </a:lnTo>
                <a:lnTo>
                  <a:pt x="463325" y="116847"/>
                </a:lnTo>
                <a:lnTo>
                  <a:pt x="463676" y="117394"/>
                </a:lnTo>
                <a:lnTo>
                  <a:pt x="464036" y="117934"/>
                </a:lnTo>
                <a:lnTo>
                  <a:pt x="464404" y="118467"/>
                </a:lnTo>
                <a:lnTo>
                  <a:pt x="464780" y="118993"/>
                </a:lnTo>
                <a:lnTo>
                  <a:pt x="465165" y="119511"/>
                </a:lnTo>
                <a:lnTo>
                  <a:pt x="465559" y="120022"/>
                </a:lnTo>
                <a:lnTo>
                  <a:pt x="465961" y="120526"/>
                </a:lnTo>
                <a:lnTo>
                  <a:pt x="466372" y="121022"/>
                </a:lnTo>
                <a:lnTo>
                  <a:pt x="466791" y="121512"/>
                </a:lnTo>
                <a:lnTo>
                  <a:pt x="467219" y="121993"/>
                </a:lnTo>
                <a:lnTo>
                  <a:pt x="467655" y="122468"/>
                </a:lnTo>
                <a:lnTo>
                  <a:pt x="468100" y="122934"/>
                </a:lnTo>
                <a:lnTo>
                  <a:pt x="468551" y="123392"/>
                </a:lnTo>
                <a:lnTo>
                  <a:pt x="469010" y="123841"/>
                </a:lnTo>
                <a:lnTo>
                  <a:pt x="469476" y="124281"/>
                </a:lnTo>
                <a:lnTo>
                  <a:pt x="469950" y="124712"/>
                </a:lnTo>
                <a:lnTo>
                  <a:pt x="470430" y="125135"/>
                </a:lnTo>
                <a:lnTo>
                  <a:pt x="470918" y="125548"/>
                </a:lnTo>
                <a:lnTo>
                  <a:pt x="471414" y="125953"/>
                </a:lnTo>
                <a:lnTo>
                  <a:pt x="471916" y="126349"/>
                </a:lnTo>
                <a:lnTo>
                  <a:pt x="472426" y="126736"/>
                </a:lnTo>
                <a:lnTo>
                  <a:pt x="472943" y="127114"/>
                </a:lnTo>
                <a:lnTo>
                  <a:pt x="473468" y="127483"/>
                </a:lnTo>
                <a:lnTo>
                  <a:pt x="474000" y="127844"/>
                </a:lnTo>
                <a:lnTo>
                  <a:pt x="474539" y="128196"/>
                </a:lnTo>
                <a:lnTo>
                  <a:pt x="475085" y="128539"/>
                </a:lnTo>
                <a:lnTo>
                  <a:pt x="475639" y="128873"/>
                </a:lnTo>
                <a:lnTo>
                  <a:pt x="476199" y="129198"/>
                </a:lnTo>
                <a:lnTo>
                  <a:pt x="476768" y="129514"/>
                </a:lnTo>
                <a:lnTo>
                  <a:pt x="477343" y="129822"/>
                </a:lnTo>
                <a:lnTo>
                  <a:pt x="477926" y="130121"/>
                </a:lnTo>
                <a:lnTo>
                  <a:pt x="478516" y="130410"/>
                </a:lnTo>
                <a:lnTo>
                  <a:pt x="479113" y="130692"/>
                </a:lnTo>
                <a:lnTo>
                  <a:pt x="479718" y="130964"/>
                </a:lnTo>
                <a:lnTo>
                  <a:pt x="480330" y="131227"/>
                </a:lnTo>
                <a:lnTo>
                  <a:pt x="480948" y="131481"/>
                </a:lnTo>
                <a:lnTo>
                  <a:pt x="481573" y="131724"/>
                </a:lnTo>
                <a:lnTo>
                  <a:pt x="482204" y="131956"/>
                </a:lnTo>
                <a:lnTo>
                  <a:pt x="482840" y="132177"/>
                </a:lnTo>
                <a:lnTo>
                  <a:pt x="483483" y="132387"/>
                </a:lnTo>
                <a:lnTo>
                  <a:pt x="484132" y="132587"/>
                </a:lnTo>
                <a:lnTo>
                  <a:pt x="484787" y="132776"/>
                </a:lnTo>
                <a:lnTo>
                  <a:pt x="485447" y="132954"/>
                </a:lnTo>
                <a:lnTo>
                  <a:pt x="486114" y="133121"/>
                </a:lnTo>
                <a:lnTo>
                  <a:pt x="486787" y="133278"/>
                </a:lnTo>
                <a:lnTo>
                  <a:pt x="487466" y="133423"/>
                </a:lnTo>
                <a:lnTo>
                  <a:pt x="488151" y="133558"/>
                </a:lnTo>
                <a:lnTo>
                  <a:pt x="488842" y="133682"/>
                </a:lnTo>
                <a:lnTo>
                  <a:pt x="489538" y="133796"/>
                </a:lnTo>
                <a:lnTo>
                  <a:pt x="490241" y="133898"/>
                </a:lnTo>
                <a:lnTo>
                  <a:pt x="490950" y="133990"/>
                </a:lnTo>
                <a:lnTo>
                  <a:pt x="491665" y="134071"/>
                </a:lnTo>
                <a:lnTo>
                  <a:pt x="492386" y="134141"/>
                </a:lnTo>
                <a:lnTo>
                  <a:pt x="493114" y="134200"/>
                </a:lnTo>
                <a:lnTo>
                  <a:pt x="493847" y="134249"/>
                </a:lnTo>
                <a:lnTo>
                  <a:pt x="494586" y="134287"/>
                </a:lnTo>
                <a:lnTo>
                  <a:pt x="495331" y="134314"/>
                </a:lnTo>
                <a:lnTo>
                  <a:pt x="496082" y="134330"/>
                </a:lnTo>
                <a:lnTo>
                  <a:pt x="496839" y="134335"/>
                </a:lnTo>
                <a:lnTo>
                  <a:pt x="497555" y="134331"/>
                </a:lnTo>
                <a:lnTo>
                  <a:pt x="498263" y="134319"/>
                </a:lnTo>
                <a:lnTo>
                  <a:pt x="498963" y="134297"/>
                </a:lnTo>
                <a:lnTo>
                  <a:pt x="499655" y="134268"/>
                </a:lnTo>
                <a:lnTo>
                  <a:pt x="500339" y="134230"/>
                </a:lnTo>
                <a:lnTo>
                  <a:pt x="501015" y="134184"/>
                </a:lnTo>
                <a:lnTo>
                  <a:pt x="501682" y="134129"/>
                </a:lnTo>
                <a:lnTo>
                  <a:pt x="502342" y="134066"/>
                </a:lnTo>
                <a:lnTo>
                  <a:pt x="502994" y="133995"/>
                </a:lnTo>
                <a:lnTo>
                  <a:pt x="503638" y="133915"/>
                </a:lnTo>
                <a:lnTo>
                  <a:pt x="504274" y="133827"/>
                </a:lnTo>
                <a:lnTo>
                  <a:pt x="504902" y="133730"/>
                </a:lnTo>
                <a:lnTo>
                  <a:pt x="505522" y="133625"/>
                </a:lnTo>
                <a:lnTo>
                  <a:pt x="506134" y="133511"/>
                </a:lnTo>
                <a:lnTo>
                  <a:pt x="506738" y="133389"/>
                </a:lnTo>
                <a:lnTo>
                  <a:pt x="507334" y="133259"/>
                </a:lnTo>
                <a:lnTo>
                  <a:pt x="507922" y="133120"/>
                </a:lnTo>
                <a:lnTo>
                  <a:pt x="508502" y="132973"/>
                </a:lnTo>
                <a:lnTo>
                  <a:pt x="509074" y="132817"/>
                </a:lnTo>
                <a:lnTo>
                  <a:pt x="509638" y="132653"/>
                </a:lnTo>
                <a:lnTo>
                  <a:pt x="510194" y="132481"/>
                </a:lnTo>
                <a:lnTo>
                  <a:pt x="510743" y="132300"/>
                </a:lnTo>
                <a:lnTo>
                  <a:pt x="511283" y="132111"/>
                </a:lnTo>
                <a:lnTo>
                  <a:pt x="511815" y="131913"/>
                </a:lnTo>
                <a:lnTo>
                  <a:pt x="512339" y="131709"/>
                </a:lnTo>
                <a:lnTo>
                  <a:pt x="512857" y="131500"/>
                </a:lnTo>
                <a:lnTo>
                  <a:pt x="513368" y="131285"/>
                </a:lnTo>
                <a:lnTo>
                  <a:pt x="513872" y="131066"/>
                </a:lnTo>
                <a:lnTo>
                  <a:pt x="514369" y="130841"/>
                </a:lnTo>
                <a:lnTo>
                  <a:pt x="514860" y="130612"/>
                </a:lnTo>
                <a:lnTo>
                  <a:pt x="515343" y="130377"/>
                </a:lnTo>
                <a:lnTo>
                  <a:pt x="515820" y="130137"/>
                </a:lnTo>
                <a:lnTo>
                  <a:pt x="516290" y="129893"/>
                </a:lnTo>
                <a:lnTo>
                  <a:pt x="516752" y="129643"/>
                </a:lnTo>
                <a:lnTo>
                  <a:pt x="517208" y="129388"/>
                </a:lnTo>
                <a:lnTo>
                  <a:pt x="517658" y="129128"/>
                </a:lnTo>
                <a:lnTo>
                  <a:pt x="518100" y="128863"/>
                </a:lnTo>
                <a:lnTo>
                  <a:pt x="518535" y="128593"/>
                </a:lnTo>
                <a:lnTo>
                  <a:pt x="518964" y="128318"/>
                </a:lnTo>
                <a:lnTo>
                  <a:pt x="519385" y="128038"/>
                </a:lnTo>
                <a:lnTo>
                  <a:pt x="519800" y="127753"/>
                </a:lnTo>
                <a:lnTo>
                  <a:pt x="520208" y="127463"/>
                </a:lnTo>
                <a:lnTo>
                  <a:pt x="520609" y="127168"/>
                </a:lnTo>
                <a:lnTo>
                  <a:pt x="521003" y="126868"/>
                </a:lnTo>
                <a:lnTo>
                  <a:pt x="521391" y="126563"/>
                </a:lnTo>
                <a:lnTo>
                  <a:pt x="521771" y="126252"/>
                </a:lnTo>
                <a:lnTo>
                  <a:pt x="522145" y="125937"/>
                </a:lnTo>
                <a:lnTo>
                  <a:pt x="522512" y="125616"/>
                </a:lnTo>
                <a:lnTo>
                  <a:pt x="522872" y="125293"/>
                </a:lnTo>
                <a:lnTo>
                  <a:pt x="523227" y="124968"/>
                </a:lnTo>
                <a:lnTo>
                  <a:pt x="523577" y="124641"/>
                </a:lnTo>
                <a:lnTo>
                  <a:pt x="523922" y="124314"/>
                </a:lnTo>
                <a:lnTo>
                  <a:pt x="524261" y="123984"/>
                </a:lnTo>
                <a:lnTo>
                  <a:pt x="524595" y="123654"/>
                </a:lnTo>
                <a:lnTo>
                  <a:pt x="524924" y="123322"/>
                </a:lnTo>
                <a:lnTo>
                  <a:pt x="525247" y="122988"/>
                </a:lnTo>
                <a:lnTo>
                  <a:pt x="525565" y="122653"/>
                </a:lnTo>
                <a:lnTo>
                  <a:pt x="525878" y="122317"/>
                </a:lnTo>
                <a:lnTo>
                  <a:pt x="526185" y="121980"/>
                </a:lnTo>
                <a:lnTo>
                  <a:pt x="526487" y="121640"/>
                </a:lnTo>
                <a:lnTo>
                  <a:pt x="526784" y="121300"/>
                </a:lnTo>
                <a:lnTo>
                  <a:pt x="527076" y="120958"/>
                </a:lnTo>
                <a:lnTo>
                  <a:pt x="527362" y="120615"/>
                </a:lnTo>
                <a:lnTo>
                  <a:pt x="527642" y="120270"/>
                </a:lnTo>
                <a:lnTo>
                  <a:pt x="527918" y="119924"/>
                </a:lnTo>
                <a:lnTo>
                  <a:pt x="528188" y="119577"/>
                </a:lnTo>
                <a:lnTo>
                  <a:pt x="528453" y="119228"/>
                </a:lnTo>
                <a:lnTo>
                  <a:pt x="528712" y="118878"/>
                </a:lnTo>
                <a:lnTo>
                  <a:pt x="528966" y="118526"/>
                </a:lnTo>
                <a:lnTo>
                  <a:pt x="529215" y="118173"/>
                </a:lnTo>
                <a:lnTo>
                  <a:pt x="529458" y="117819"/>
                </a:lnTo>
                <a:lnTo>
                  <a:pt x="529697" y="117463"/>
                </a:lnTo>
                <a:lnTo>
                  <a:pt x="520655" y="110278"/>
                </a:lnTo>
                <a:lnTo>
                  <a:pt x="520309" y="110725"/>
                </a:lnTo>
                <a:lnTo>
                  <a:pt x="519959" y="111164"/>
                </a:lnTo>
                <a:lnTo>
                  <a:pt x="519604" y="111596"/>
                </a:lnTo>
                <a:lnTo>
                  <a:pt x="519244" y="112020"/>
                </a:lnTo>
                <a:lnTo>
                  <a:pt x="518880" y="112437"/>
                </a:lnTo>
                <a:lnTo>
                  <a:pt x="518510" y="112846"/>
                </a:lnTo>
                <a:lnTo>
                  <a:pt x="518136" y="113247"/>
                </a:lnTo>
                <a:lnTo>
                  <a:pt x="517757" y="113641"/>
                </a:lnTo>
                <a:lnTo>
                  <a:pt x="517374" y="114028"/>
                </a:lnTo>
                <a:lnTo>
                  <a:pt x="516985" y="114407"/>
                </a:lnTo>
                <a:lnTo>
                  <a:pt x="516592" y="114778"/>
                </a:lnTo>
                <a:lnTo>
                  <a:pt x="516194" y="115142"/>
                </a:lnTo>
                <a:lnTo>
                  <a:pt x="515792" y="115498"/>
                </a:lnTo>
                <a:lnTo>
                  <a:pt x="515384" y="115846"/>
                </a:lnTo>
                <a:lnTo>
                  <a:pt x="514972" y="116187"/>
                </a:lnTo>
                <a:lnTo>
                  <a:pt x="514555" y="116521"/>
                </a:lnTo>
                <a:lnTo>
                  <a:pt x="514133" y="116847"/>
                </a:lnTo>
                <a:lnTo>
                  <a:pt x="513707" y="117165"/>
                </a:lnTo>
                <a:lnTo>
                  <a:pt x="513276" y="117476"/>
                </a:lnTo>
                <a:lnTo>
                  <a:pt x="512840" y="117779"/>
                </a:lnTo>
                <a:lnTo>
                  <a:pt x="512399" y="118074"/>
                </a:lnTo>
                <a:lnTo>
                  <a:pt x="511953" y="118362"/>
                </a:lnTo>
                <a:lnTo>
                  <a:pt x="511503" y="118643"/>
                </a:lnTo>
                <a:lnTo>
                  <a:pt x="511048" y="118916"/>
                </a:lnTo>
                <a:lnTo>
                  <a:pt x="510586" y="119179"/>
                </a:lnTo>
                <a:lnTo>
                  <a:pt x="510116" y="119432"/>
                </a:lnTo>
                <a:lnTo>
                  <a:pt x="509638" y="119673"/>
                </a:lnTo>
                <a:lnTo>
                  <a:pt x="509151" y="119903"/>
                </a:lnTo>
                <a:lnTo>
                  <a:pt x="508655" y="120121"/>
                </a:lnTo>
                <a:lnTo>
                  <a:pt x="508152" y="120329"/>
                </a:lnTo>
                <a:lnTo>
                  <a:pt x="507639" y="120525"/>
                </a:lnTo>
                <a:lnTo>
                  <a:pt x="507119" y="120710"/>
                </a:lnTo>
                <a:lnTo>
                  <a:pt x="506590" y="120884"/>
                </a:lnTo>
                <a:lnTo>
                  <a:pt x="506053" y="121046"/>
                </a:lnTo>
                <a:lnTo>
                  <a:pt x="505507" y="121198"/>
                </a:lnTo>
                <a:lnTo>
                  <a:pt x="504953" y="121338"/>
                </a:lnTo>
                <a:lnTo>
                  <a:pt x="504390" y="121467"/>
                </a:lnTo>
                <a:lnTo>
                  <a:pt x="503819" y="121584"/>
                </a:lnTo>
                <a:lnTo>
                  <a:pt x="503240" y="121691"/>
                </a:lnTo>
                <a:lnTo>
                  <a:pt x="502652" y="121786"/>
                </a:lnTo>
                <a:lnTo>
                  <a:pt x="502056" y="121870"/>
                </a:lnTo>
                <a:lnTo>
                  <a:pt x="501451" y="121943"/>
                </a:lnTo>
                <a:lnTo>
                  <a:pt x="500838" y="122005"/>
                </a:lnTo>
                <a:lnTo>
                  <a:pt x="500216" y="122055"/>
                </a:lnTo>
                <a:lnTo>
                  <a:pt x="499587" y="122095"/>
                </a:lnTo>
                <a:lnTo>
                  <a:pt x="498948" y="122123"/>
                </a:lnTo>
                <a:lnTo>
                  <a:pt x="498302" y="122139"/>
                </a:lnTo>
                <a:lnTo>
                  <a:pt x="497647" y="122145"/>
                </a:lnTo>
                <a:lnTo>
                  <a:pt x="497138" y="122141"/>
                </a:lnTo>
                <a:lnTo>
                  <a:pt x="496633" y="122129"/>
                </a:lnTo>
                <a:lnTo>
                  <a:pt x="496133" y="122108"/>
                </a:lnTo>
                <a:lnTo>
                  <a:pt x="495638" y="122080"/>
                </a:lnTo>
                <a:lnTo>
                  <a:pt x="495148" y="122043"/>
                </a:lnTo>
                <a:lnTo>
                  <a:pt x="494662" y="121999"/>
                </a:lnTo>
                <a:lnTo>
                  <a:pt x="494181" y="121946"/>
                </a:lnTo>
                <a:lnTo>
                  <a:pt x="493704" y="121885"/>
                </a:lnTo>
                <a:lnTo>
                  <a:pt x="493232" y="121816"/>
                </a:lnTo>
                <a:lnTo>
                  <a:pt x="492765" y="121739"/>
                </a:lnTo>
                <a:lnTo>
                  <a:pt x="492302" y="121653"/>
                </a:lnTo>
                <a:lnTo>
                  <a:pt x="491844" y="121560"/>
                </a:lnTo>
                <a:lnTo>
                  <a:pt x="491391" y="121458"/>
                </a:lnTo>
                <a:lnTo>
                  <a:pt x="490942" y="121348"/>
                </a:lnTo>
                <a:lnTo>
                  <a:pt x="490498" y="121231"/>
                </a:lnTo>
                <a:lnTo>
                  <a:pt x="490058" y="121105"/>
                </a:lnTo>
                <a:lnTo>
                  <a:pt x="489623" y="120970"/>
                </a:lnTo>
                <a:lnTo>
                  <a:pt x="489193" y="120828"/>
                </a:lnTo>
                <a:lnTo>
                  <a:pt x="488767" y="120678"/>
                </a:lnTo>
                <a:lnTo>
                  <a:pt x="488346" y="120519"/>
                </a:lnTo>
                <a:lnTo>
                  <a:pt x="487929" y="120353"/>
                </a:lnTo>
                <a:lnTo>
                  <a:pt x="487517" y="120178"/>
                </a:lnTo>
                <a:lnTo>
                  <a:pt x="487110" y="119995"/>
                </a:lnTo>
                <a:lnTo>
                  <a:pt x="486708" y="119804"/>
                </a:lnTo>
                <a:lnTo>
                  <a:pt x="486310" y="119606"/>
                </a:lnTo>
                <a:lnTo>
                  <a:pt x="485917" y="119401"/>
                </a:lnTo>
                <a:lnTo>
                  <a:pt x="485529" y="119191"/>
                </a:lnTo>
                <a:lnTo>
                  <a:pt x="485147" y="118974"/>
                </a:lnTo>
                <a:lnTo>
                  <a:pt x="484769" y="118751"/>
                </a:lnTo>
                <a:lnTo>
                  <a:pt x="484397" y="118522"/>
                </a:lnTo>
                <a:lnTo>
                  <a:pt x="484029" y="118287"/>
                </a:lnTo>
                <a:lnTo>
                  <a:pt x="483667" y="118046"/>
                </a:lnTo>
                <a:lnTo>
                  <a:pt x="483309" y="117798"/>
                </a:lnTo>
                <a:lnTo>
                  <a:pt x="482957" y="117545"/>
                </a:lnTo>
                <a:lnTo>
                  <a:pt x="482610" y="117285"/>
                </a:lnTo>
                <a:lnTo>
                  <a:pt x="482267" y="117019"/>
                </a:lnTo>
                <a:lnTo>
                  <a:pt x="481930" y="116746"/>
                </a:lnTo>
                <a:lnTo>
                  <a:pt x="481598" y="116468"/>
                </a:lnTo>
                <a:lnTo>
                  <a:pt x="481271" y="116184"/>
                </a:lnTo>
                <a:lnTo>
                  <a:pt x="480949" y="115893"/>
                </a:lnTo>
                <a:lnTo>
                  <a:pt x="480632" y="115596"/>
                </a:lnTo>
                <a:lnTo>
                  <a:pt x="480320" y="115293"/>
                </a:lnTo>
                <a:lnTo>
                  <a:pt x="480013" y="114984"/>
                </a:lnTo>
                <a:lnTo>
                  <a:pt x="479711" y="114669"/>
                </a:lnTo>
                <a:lnTo>
                  <a:pt x="479414" y="114347"/>
                </a:lnTo>
                <a:lnTo>
                  <a:pt x="479122" y="114019"/>
                </a:lnTo>
                <a:lnTo>
                  <a:pt x="478836" y="113685"/>
                </a:lnTo>
                <a:lnTo>
                  <a:pt x="478554" y="113345"/>
                </a:lnTo>
                <a:lnTo>
                  <a:pt x="478277" y="113000"/>
                </a:lnTo>
                <a:lnTo>
                  <a:pt x="478007" y="112650"/>
                </a:lnTo>
                <a:lnTo>
                  <a:pt x="477741" y="112295"/>
                </a:lnTo>
                <a:lnTo>
                  <a:pt x="477482" y="111936"/>
                </a:lnTo>
                <a:lnTo>
                  <a:pt x="477228" y="111572"/>
                </a:lnTo>
                <a:lnTo>
                  <a:pt x="476980" y="111204"/>
                </a:lnTo>
                <a:lnTo>
                  <a:pt x="476737" y="110830"/>
                </a:lnTo>
                <a:lnTo>
                  <a:pt x="476500" y="110453"/>
                </a:lnTo>
                <a:lnTo>
                  <a:pt x="476268" y="110070"/>
                </a:lnTo>
                <a:lnTo>
                  <a:pt x="476042" y="109683"/>
                </a:lnTo>
                <a:lnTo>
                  <a:pt x="475822" y="109291"/>
                </a:lnTo>
                <a:lnTo>
                  <a:pt x="475607" y="108895"/>
                </a:lnTo>
                <a:lnTo>
                  <a:pt x="475398" y="108494"/>
                </a:lnTo>
                <a:lnTo>
                  <a:pt x="475195" y="108089"/>
                </a:lnTo>
                <a:lnTo>
                  <a:pt x="474997" y="107679"/>
                </a:lnTo>
                <a:lnTo>
                  <a:pt x="474804" y="107264"/>
                </a:lnTo>
                <a:lnTo>
                  <a:pt x="474618" y="106844"/>
                </a:lnTo>
                <a:lnTo>
                  <a:pt x="474437" y="106420"/>
                </a:lnTo>
                <a:lnTo>
                  <a:pt x="474261" y="105992"/>
                </a:lnTo>
                <a:lnTo>
                  <a:pt x="474091" y="105558"/>
                </a:lnTo>
                <a:lnTo>
                  <a:pt x="473927" y="105120"/>
                </a:lnTo>
                <a:lnTo>
                  <a:pt x="473768" y="104678"/>
                </a:lnTo>
                <a:lnTo>
                  <a:pt x="473615" y="104231"/>
                </a:lnTo>
                <a:lnTo>
                  <a:pt x="473468" y="103779"/>
                </a:lnTo>
                <a:lnTo>
                  <a:pt x="473326" y="103323"/>
                </a:lnTo>
                <a:lnTo>
                  <a:pt x="473191" y="102865"/>
                </a:lnTo>
                <a:lnTo>
                  <a:pt x="473061" y="102405"/>
                </a:lnTo>
                <a:lnTo>
                  <a:pt x="472937" y="101941"/>
                </a:lnTo>
                <a:lnTo>
                  <a:pt x="472820" y="101475"/>
                </a:lnTo>
                <a:lnTo>
                  <a:pt x="472708" y="101006"/>
                </a:lnTo>
                <a:lnTo>
                  <a:pt x="472603" y="100535"/>
                </a:lnTo>
                <a:lnTo>
                  <a:pt x="472504" y="100061"/>
                </a:lnTo>
                <a:lnTo>
                  <a:pt x="472410" y="99584"/>
                </a:lnTo>
                <a:lnTo>
                  <a:pt x="472323" y="99105"/>
                </a:lnTo>
                <a:lnTo>
                  <a:pt x="472241" y="98623"/>
                </a:lnTo>
                <a:lnTo>
                  <a:pt x="472166" y="98138"/>
                </a:lnTo>
                <a:lnTo>
                  <a:pt x="472097" y="97650"/>
                </a:lnTo>
                <a:lnTo>
                  <a:pt x="472033" y="97160"/>
                </a:lnTo>
                <a:lnTo>
                  <a:pt x="471976" y="96668"/>
                </a:lnTo>
                <a:lnTo>
                  <a:pt x="471925" y="96172"/>
                </a:lnTo>
                <a:lnTo>
                  <a:pt x="471880" y="95674"/>
                </a:lnTo>
                <a:lnTo>
                  <a:pt x="471841" y="95174"/>
                </a:lnTo>
                <a:lnTo>
                  <a:pt x="471807" y="94670"/>
                </a:lnTo>
                <a:lnTo>
                  <a:pt x="471780" y="94164"/>
                </a:lnTo>
                <a:lnTo>
                  <a:pt x="471759" y="93655"/>
                </a:lnTo>
                <a:lnTo>
                  <a:pt x="471745" y="93163"/>
                </a:lnTo>
                <a:lnTo>
                  <a:pt x="530827" y="93163"/>
                </a:lnTo>
                <a:lnTo>
                  <a:pt x="530827" y="86472"/>
                </a:lnTo>
                <a:lnTo>
                  <a:pt x="530823" y="85709"/>
                </a:lnTo>
                <a:lnTo>
                  <a:pt x="530812" y="84951"/>
                </a:lnTo>
                <a:lnTo>
                  <a:pt x="530794" y="84197"/>
                </a:lnTo>
                <a:lnTo>
                  <a:pt x="530768" y="83449"/>
                </a:lnTo>
                <a:close/>
                <a:moveTo>
                  <a:pt x="472686" y="77900"/>
                </a:moveTo>
                <a:lnTo>
                  <a:pt x="472795" y="77360"/>
                </a:lnTo>
                <a:lnTo>
                  <a:pt x="472909" y="76826"/>
                </a:lnTo>
                <a:lnTo>
                  <a:pt x="473030" y="76299"/>
                </a:lnTo>
                <a:lnTo>
                  <a:pt x="473157" y="75778"/>
                </a:lnTo>
                <a:lnTo>
                  <a:pt x="473289" y="75264"/>
                </a:lnTo>
                <a:lnTo>
                  <a:pt x="473427" y="74756"/>
                </a:lnTo>
                <a:lnTo>
                  <a:pt x="473571" y="74255"/>
                </a:lnTo>
                <a:lnTo>
                  <a:pt x="473720" y="73760"/>
                </a:lnTo>
                <a:lnTo>
                  <a:pt x="473873" y="73272"/>
                </a:lnTo>
                <a:lnTo>
                  <a:pt x="474031" y="72790"/>
                </a:lnTo>
                <a:lnTo>
                  <a:pt x="474193" y="72314"/>
                </a:lnTo>
                <a:lnTo>
                  <a:pt x="474361" y="71845"/>
                </a:lnTo>
                <a:lnTo>
                  <a:pt x="474533" y="71382"/>
                </a:lnTo>
                <a:lnTo>
                  <a:pt x="474710" y="70926"/>
                </a:lnTo>
                <a:lnTo>
                  <a:pt x="474892" y="70476"/>
                </a:lnTo>
                <a:lnTo>
                  <a:pt x="475078" y="70033"/>
                </a:lnTo>
                <a:lnTo>
                  <a:pt x="475270" y="69596"/>
                </a:lnTo>
                <a:lnTo>
                  <a:pt x="475466" y="69166"/>
                </a:lnTo>
                <a:lnTo>
                  <a:pt x="475667" y="68742"/>
                </a:lnTo>
                <a:lnTo>
                  <a:pt x="475872" y="68324"/>
                </a:lnTo>
                <a:lnTo>
                  <a:pt x="476083" y="67913"/>
                </a:lnTo>
                <a:lnTo>
                  <a:pt x="476298" y="67509"/>
                </a:lnTo>
                <a:lnTo>
                  <a:pt x="476518" y="67110"/>
                </a:lnTo>
                <a:lnTo>
                  <a:pt x="476742" y="66719"/>
                </a:lnTo>
                <a:lnTo>
                  <a:pt x="476972" y="66333"/>
                </a:lnTo>
                <a:lnTo>
                  <a:pt x="477206" y="65954"/>
                </a:lnTo>
                <a:lnTo>
                  <a:pt x="477445" y="65582"/>
                </a:lnTo>
                <a:lnTo>
                  <a:pt x="477689" y="65216"/>
                </a:lnTo>
                <a:lnTo>
                  <a:pt x="477937" y="64857"/>
                </a:lnTo>
                <a:lnTo>
                  <a:pt x="478191" y="64504"/>
                </a:lnTo>
                <a:lnTo>
                  <a:pt x="478448" y="64157"/>
                </a:lnTo>
                <a:lnTo>
                  <a:pt x="478710" y="63818"/>
                </a:lnTo>
                <a:lnTo>
                  <a:pt x="478976" y="63486"/>
                </a:lnTo>
                <a:lnTo>
                  <a:pt x="479247" y="63161"/>
                </a:lnTo>
                <a:lnTo>
                  <a:pt x="479521" y="62844"/>
                </a:lnTo>
                <a:lnTo>
                  <a:pt x="479800" y="62533"/>
                </a:lnTo>
                <a:lnTo>
                  <a:pt x="480083" y="62230"/>
                </a:lnTo>
                <a:lnTo>
                  <a:pt x="480370" y="61934"/>
                </a:lnTo>
                <a:lnTo>
                  <a:pt x="480662" y="61645"/>
                </a:lnTo>
                <a:lnTo>
                  <a:pt x="480957" y="61363"/>
                </a:lnTo>
                <a:lnTo>
                  <a:pt x="481257" y="61088"/>
                </a:lnTo>
                <a:lnTo>
                  <a:pt x="481561" y="60820"/>
                </a:lnTo>
                <a:lnTo>
                  <a:pt x="481869" y="60560"/>
                </a:lnTo>
                <a:lnTo>
                  <a:pt x="482182" y="60306"/>
                </a:lnTo>
                <a:lnTo>
                  <a:pt x="482498" y="60060"/>
                </a:lnTo>
                <a:lnTo>
                  <a:pt x="482819" y="59821"/>
                </a:lnTo>
                <a:lnTo>
                  <a:pt x="483144" y="59589"/>
                </a:lnTo>
                <a:lnTo>
                  <a:pt x="483473" y="59365"/>
                </a:lnTo>
                <a:lnTo>
                  <a:pt x="483807" y="59147"/>
                </a:lnTo>
                <a:lnTo>
                  <a:pt x="484144" y="58937"/>
                </a:lnTo>
                <a:lnTo>
                  <a:pt x="484486" y="58733"/>
                </a:lnTo>
                <a:lnTo>
                  <a:pt x="484832" y="58537"/>
                </a:lnTo>
                <a:lnTo>
                  <a:pt x="485183" y="58348"/>
                </a:lnTo>
                <a:lnTo>
                  <a:pt x="485537" y="58166"/>
                </a:lnTo>
                <a:lnTo>
                  <a:pt x="485895" y="57992"/>
                </a:lnTo>
                <a:lnTo>
                  <a:pt x="486256" y="57825"/>
                </a:lnTo>
                <a:lnTo>
                  <a:pt x="486619" y="57665"/>
                </a:lnTo>
                <a:lnTo>
                  <a:pt x="486986" y="57513"/>
                </a:lnTo>
                <a:lnTo>
                  <a:pt x="487355" y="57368"/>
                </a:lnTo>
                <a:lnTo>
                  <a:pt x="487727" y="57230"/>
                </a:lnTo>
                <a:lnTo>
                  <a:pt x="488102" y="57100"/>
                </a:lnTo>
                <a:lnTo>
                  <a:pt x="488479" y="56978"/>
                </a:lnTo>
                <a:lnTo>
                  <a:pt x="488860" y="56863"/>
                </a:lnTo>
                <a:lnTo>
                  <a:pt x="489243" y="56755"/>
                </a:lnTo>
                <a:lnTo>
                  <a:pt x="489629" y="56655"/>
                </a:lnTo>
                <a:lnTo>
                  <a:pt x="490018" y="56562"/>
                </a:lnTo>
                <a:lnTo>
                  <a:pt x="490409" y="56476"/>
                </a:lnTo>
                <a:lnTo>
                  <a:pt x="490804" y="56398"/>
                </a:lnTo>
                <a:lnTo>
                  <a:pt x="491201" y="56328"/>
                </a:lnTo>
                <a:lnTo>
                  <a:pt x="491601" y="56265"/>
                </a:lnTo>
                <a:lnTo>
                  <a:pt x="492004" y="56209"/>
                </a:lnTo>
                <a:lnTo>
                  <a:pt x="492409" y="56161"/>
                </a:lnTo>
                <a:lnTo>
                  <a:pt x="492818" y="56120"/>
                </a:lnTo>
                <a:lnTo>
                  <a:pt x="493229" y="56086"/>
                </a:lnTo>
                <a:lnTo>
                  <a:pt x="493643" y="56060"/>
                </a:lnTo>
                <a:lnTo>
                  <a:pt x="494060" y="56042"/>
                </a:lnTo>
                <a:lnTo>
                  <a:pt x="494479" y="56031"/>
                </a:lnTo>
                <a:lnTo>
                  <a:pt x="494902" y="56027"/>
                </a:lnTo>
                <a:lnTo>
                  <a:pt x="495535" y="56033"/>
                </a:lnTo>
                <a:lnTo>
                  <a:pt x="496158" y="56051"/>
                </a:lnTo>
                <a:lnTo>
                  <a:pt x="496769" y="56082"/>
                </a:lnTo>
                <a:lnTo>
                  <a:pt x="497368" y="56125"/>
                </a:lnTo>
                <a:lnTo>
                  <a:pt x="497957" y="56181"/>
                </a:lnTo>
                <a:lnTo>
                  <a:pt x="498535" y="56248"/>
                </a:lnTo>
                <a:lnTo>
                  <a:pt x="499101" y="56328"/>
                </a:lnTo>
                <a:lnTo>
                  <a:pt x="499656" y="56420"/>
                </a:lnTo>
                <a:lnTo>
                  <a:pt x="500200" y="56525"/>
                </a:lnTo>
                <a:lnTo>
                  <a:pt x="500732" y="56642"/>
                </a:lnTo>
                <a:lnTo>
                  <a:pt x="501254" y="56771"/>
                </a:lnTo>
                <a:lnTo>
                  <a:pt x="501764" y="56912"/>
                </a:lnTo>
                <a:lnTo>
                  <a:pt x="502263" y="57066"/>
                </a:lnTo>
                <a:lnTo>
                  <a:pt x="502751" y="57232"/>
                </a:lnTo>
                <a:lnTo>
                  <a:pt x="503227" y="57410"/>
                </a:lnTo>
                <a:lnTo>
                  <a:pt x="503692" y="57601"/>
                </a:lnTo>
                <a:lnTo>
                  <a:pt x="504146" y="57804"/>
                </a:lnTo>
                <a:lnTo>
                  <a:pt x="504589" y="58019"/>
                </a:lnTo>
                <a:lnTo>
                  <a:pt x="505021" y="58247"/>
                </a:lnTo>
                <a:lnTo>
                  <a:pt x="505442" y="58487"/>
                </a:lnTo>
                <a:lnTo>
                  <a:pt x="505851" y="58739"/>
                </a:lnTo>
                <a:lnTo>
                  <a:pt x="506249" y="59003"/>
                </a:lnTo>
                <a:lnTo>
                  <a:pt x="506636" y="59280"/>
                </a:lnTo>
                <a:lnTo>
                  <a:pt x="507011" y="59569"/>
                </a:lnTo>
                <a:lnTo>
                  <a:pt x="507377" y="59867"/>
                </a:lnTo>
                <a:lnTo>
                  <a:pt x="507735" y="60172"/>
                </a:lnTo>
                <a:lnTo>
                  <a:pt x="508084" y="60484"/>
                </a:lnTo>
                <a:lnTo>
                  <a:pt x="508425" y="60802"/>
                </a:lnTo>
                <a:lnTo>
                  <a:pt x="508758" y="61128"/>
                </a:lnTo>
                <a:lnTo>
                  <a:pt x="509083" y="61459"/>
                </a:lnTo>
                <a:lnTo>
                  <a:pt x="509399" y="61798"/>
                </a:lnTo>
                <a:lnTo>
                  <a:pt x="509707" y="62143"/>
                </a:lnTo>
                <a:lnTo>
                  <a:pt x="510007" y="62495"/>
                </a:lnTo>
                <a:lnTo>
                  <a:pt x="510298" y="62854"/>
                </a:lnTo>
                <a:lnTo>
                  <a:pt x="510581" y="63219"/>
                </a:lnTo>
                <a:lnTo>
                  <a:pt x="510856" y="63592"/>
                </a:lnTo>
                <a:lnTo>
                  <a:pt x="511123" y="63970"/>
                </a:lnTo>
                <a:lnTo>
                  <a:pt x="511381" y="64356"/>
                </a:lnTo>
                <a:lnTo>
                  <a:pt x="511631" y="64748"/>
                </a:lnTo>
                <a:lnTo>
                  <a:pt x="511873" y="65147"/>
                </a:lnTo>
                <a:lnTo>
                  <a:pt x="512107" y="65553"/>
                </a:lnTo>
                <a:lnTo>
                  <a:pt x="512332" y="65965"/>
                </a:lnTo>
                <a:lnTo>
                  <a:pt x="512549" y="66384"/>
                </a:lnTo>
                <a:lnTo>
                  <a:pt x="512758" y="66810"/>
                </a:lnTo>
                <a:lnTo>
                  <a:pt x="512958" y="67243"/>
                </a:lnTo>
                <a:lnTo>
                  <a:pt x="513150" y="67682"/>
                </a:lnTo>
                <a:lnTo>
                  <a:pt x="513334" y="68128"/>
                </a:lnTo>
                <a:lnTo>
                  <a:pt x="513510" y="68580"/>
                </a:lnTo>
                <a:lnTo>
                  <a:pt x="513679" y="69037"/>
                </a:lnTo>
                <a:lnTo>
                  <a:pt x="513841" y="69495"/>
                </a:lnTo>
                <a:lnTo>
                  <a:pt x="513998" y="69953"/>
                </a:lnTo>
                <a:lnTo>
                  <a:pt x="514148" y="70413"/>
                </a:lnTo>
                <a:lnTo>
                  <a:pt x="514293" y="70874"/>
                </a:lnTo>
                <a:lnTo>
                  <a:pt x="514431" y="71336"/>
                </a:lnTo>
                <a:lnTo>
                  <a:pt x="514563" y="71800"/>
                </a:lnTo>
                <a:lnTo>
                  <a:pt x="514690" y="72264"/>
                </a:lnTo>
                <a:lnTo>
                  <a:pt x="514810" y="72730"/>
                </a:lnTo>
                <a:lnTo>
                  <a:pt x="514924" y="73196"/>
                </a:lnTo>
                <a:lnTo>
                  <a:pt x="515033" y="73664"/>
                </a:lnTo>
                <a:lnTo>
                  <a:pt x="515135" y="74133"/>
                </a:lnTo>
                <a:lnTo>
                  <a:pt x="515231" y="74602"/>
                </a:lnTo>
                <a:lnTo>
                  <a:pt x="515321" y="75073"/>
                </a:lnTo>
                <a:lnTo>
                  <a:pt x="515405" y="75546"/>
                </a:lnTo>
                <a:lnTo>
                  <a:pt x="515483" y="76019"/>
                </a:lnTo>
                <a:lnTo>
                  <a:pt x="515556" y="76493"/>
                </a:lnTo>
                <a:lnTo>
                  <a:pt x="515622" y="76969"/>
                </a:lnTo>
                <a:lnTo>
                  <a:pt x="515682" y="77445"/>
                </a:lnTo>
                <a:lnTo>
                  <a:pt x="515736" y="77923"/>
                </a:lnTo>
                <a:lnTo>
                  <a:pt x="515784" y="78402"/>
                </a:lnTo>
                <a:lnTo>
                  <a:pt x="515826" y="78882"/>
                </a:lnTo>
                <a:lnTo>
                  <a:pt x="515862" y="79363"/>
                </a:lnTo>
                <a:lnTo>
                  <a:pt x="515892" y="79845"/>
                </a:lnTo>
                <a:lnTo>
                  <a:pt x="515892" y="80973"/>
                </a:lnTo>
                <a:lnTo>
                  <a:pt x="472194" y="80973"/>
                </a:lnTo>
                <a:lnTo>
                  <a:pt x="472230" y="80697"/>
                </a:lnTo>
                <a:lnTo>
                  <a:pt x="472309" y="80124"/>
                </a:lnTo>
                <a:lnTo>
                  <a:pt x="472394" y="79559"/>
                </a:lnTo>
                <a:lnTo>
                  <a:pt x="472486" y="78999"/>
                </a:lnTo>
                <a:lnTo>
                  <a:pt x="472583" y="78446"/>
                </a:lnTo>
                <a:lnTo>
                  <a:pt x="472686" y="77900"/>
                </a:lnTo>
                <a:close/>
                <a:moveTo>
                  <a:pt x="577767" y="99944"/>
                </a:moveTo>
                <a:lnTo>
                  <a:pt x="597949" y="132721"/>
                </a:lnTo>
                <a:lnTo>
                  <a:pt x="615226" y="132721"/>
                </a:lnTo>
                <a:lnTo>
                  <a:pt x="585759" y="88480"/>
                </a:lnTo>
                <a:lnTo>
                  <a:pt x="614338" y="45370"/>
                </a:lnTo>
                <a:lnTo>
                  <a:pt x="596819" y="45370"/>
                </a:lnTo>
                <a:lnTo>
                  <a:pt x="577444" y="77178"/>
                </a:lnTo>
                <a:lnTo>
                  <a:pt x="558311" y="45370"/>
                </a:lnTo>
                <a:lnTo>
                  <a:pt x="541115" y="45370"/>
                </a:lnTo>
                <a:lnTo>
                  <a:pt x="569613" y="88480"/>
                </a:lnTo>
                <a:lnTo>
                  <a:pt x="540227" y="132721"/>
                </a:lnTo>
                <a:lnTo>
                  <a:pt x="557584" y="132721"/>
                </a:lnTo>
                <a:lnTo>
                  <a:pt x="577767" y="99944"/>
                </a:lnTo>
                <a:close/>
                <a:moveTo>
                  <a:pt x="869158" y="87206"/>
                </a:moveTo>
                <a:lnTo>
                  <a:pt x="868531" y="86859"/>
                </a:lnTo>
                <a:lnTo>
                  <a:pt x="867905" y="86503"/>
                </a:lnTo>
                <a:lnTo>
                  <a:pt x="867280" y="86139"/>
                </a:lnTo>
                <a:lnTo>
                  <a:pt x="866656" y="85767"/>
                </a:lnTo>
                <a:lnTo>
                  <a:pt x="866032" y="85387"/>
                </a:lnTo>
                <a:lnTo>
                  <a:pt x="865409" y="84999"/>
                </a:lnTo>
                <a:lnTo>
                  <a:pt x="864788" y="84603"/>
                </a:lnTo>
                <a:lnTo>
                  <a:pt x="864167" y="84199"/>
                </a:lnTo>
                <a:lnTo>
                  <a:pt x="863546" y="83787"/>
                </a:lnTo>
                <a:lnTo>
                  <a:pt x="862927" y="83368"/>
                </a:lnTo>
                <a:lnTo>
                  <a:pt x="862308" y="82940"/>
                </a:lnTo>
                <a:lnTo>
                  <a:pt x="861691" y="82504"/>
                </a:lnTo>
                <a:lnTo>
                  <a:pt x="861074" y="82060"/>
                </a:lnTo>
                <a:lnTo>
                  <a:pt x="860458" y="81608"/>
                </a:lnTo>
                <a:lnTo>
                  <a:pt x="859843" y="81149"/>
                </a:lnTo>
                <a:lnTo>
                  <a:pt x="859228" y="80681"/>
                </a:lnTo>
                <a:lnTo>
                  <a:pt x="858615" y="80205"/>
                </a:lnTo>
                <a:lnTo>
                  <a:pt x="858002" y="79721"/>
                </a:lnTo>
                <a:lnTo>
                  <a:pt x="857385" y="79223"/>
                </a:lnTo>
                <a:lnTo>
                  <a:pt x="856756" y="78703"/>
                </a:lnTo>
                <a:lnTo>
                  <a:pt x="856117" y="78162"/>
                </a:lnTo>
                <a:lnTo>
                  <a:pt x="855466" y="77599"/>
                </a:lnTo>
                <a:lnTo>
                  <a:pt x="854805" y="77014"/>
                </a:lnTo>
                <a:lnTo>
                  <a:pt x="854132" y="76409"/>
                </a:lnTo>
                <a:lnTo>
                  <a:pt x="853449" y="75782"/>
                </a:lnTo>
                <a:lnTo>
                  <a:pt x="852755" y="75133"/>
                </a:lnTo>
                <a:lnTo>
                  <a:pt x="852050" y="74463"/>
                </a:lnTo>
                <a:lnTo>
                  <a:pt x="851334" y="73772"/>
                </a:lnTo>
                <a:lnTo>
                  <a:pt x="850607" y="73059"/>
                </a:lnTo>
                <a:lnTo>
                  <a:pt x="849869" y="72324"/>
                </a:lnTo>
                <a:lnTo>
                  <a:pt x="849120" y="71569"/>
                </a:lnTo>
                <a:lnTo>
                  <a:pt x="848360" y="70791"/>
                </a:lnTo>
                <a:lnTo>
                  <a:pt x="847589" y="69993"/>
                </a:lnTo>
                <a:lnTo>
                  <a:pt x="846808" y="69172"/>
                </a:lnTo>
                <a:lnTo>
                  <a:pt x="846015" y="68331"/>
                </a:lnTo>
                <a:lnTo>
                  <a:pt x="845212" y="67468"/>
                </a:lnTo>
                <a:lnTo>
                  <a:pt x="844397" y="66583"/>
                </a:lnTo>
                <a:lnTo>
                  <a:pt x="843572" y="65678"/>
                </a:lnTo>
                <a:lnTo>
                  <a:pt x="842736" y="64750"/>
                </a:lnTo>
                <a:lnTo>
                  <a:pt x="841888" y="63801"/>
                </a:lnTo>
                <a:lnTo>
                  <a:pt x="841030" y="62831"/>
                </a:lnTo>
                <a:lnTo>
                  <a:pt x="840161" y="61839"/>
                </a:lnTo>
                <a:lnTo>
                  <a:pt x="833703" y="61839"/>
                </a:lnTo>
                <a:lnTo>
                  <a:pt x="834175" y="62992"/>
                </a:lnTo>
                <a:lnTo>
                  <a:pt x="834662" y="64135"/>
                </a:lnTo>
                <a:lnTo>
                  <a:pt x="835166" y="65269"/>
                </a:lnTo>
                <a:lnTo>
                  <a:pt x="835685" y="66394"/>
                </a:lnTo>
                <a:lnTo>
                  <a:pt x="836220" y="67510"/>
                </a:lnTo>
                <a:lnTo>
                  <a:pt x="836770" y="68616"/>
                </a:lnTo>
                <a:lnTo>
                  <a:pt x="837337" y="69713"/>
                </a:lnTo>
                <a:lnTo>
                  <a:pt x="837918" y="70801"/>
                </a:lnTo>
                <a:lnTo>
                  <a:pt x="838516" y="71879"/>
                </a:lnTo>
                <a:lnTo>
                  <a:pt x="839129" y="72948"/>
                </a:lnTo>
                <a:lnTo>
                  <a:pt x="839758" y="74008"/>
                </a:lnTo>
                <a:lnTo>
                  <a:pt x="840403" y="75059"/>
                </a:lnTo>
                <a:lnTo>
                  <a:pt x="841064" y="76101"/>
                </a:lnTo>
                <a:lnTo>
                  <a:pt x="841740" y="77133"/>
                </a:lnTo>
                <a:lnTo>
                  <a:pt x="842432" y="78156"/>
                </a:lnTo>
                <a:lnTo>
                  <a:pt x="843139" y="79170"/>
                </a:lnTo>
                <a:lnTo>
                  <a:pt x="843862" y="80174"/>
                </a:lnTo>
                <a:lnTo>
                  <a:pt x="844601" y="81169"/>
                </a:lnTo>
                <a:lnTo>
                  <a:pt x="845356" y="82155"/>
                </a:lnTo>
                <a:lnTo>
                  <a:pt x="846126" y="83132"/>
                </a:lnTo>
                <a:lnTo>
                  <a:pt x="846912" y="84100"/>
                </a:lnTo>
                <a:lnTo>
                  <a:pt x="847714" y="85058"/>
                </a:lnTo>
                <a:lnTo>
                  <a:pt x="848531" y="86007"/>
                </a:lnTo>
                <a:lnTo>
                  <a:pt x="849364" y="86947"/>
                </a:lnTo>
                <a:lnTo>
                  <a:pt x="744011" y="86947"/>
                </a:lnTo>
                <a:lnTo>
                  <a:pt x="744844" y="86007"/>
                </a:lnTo>
                <a:lnTo>
                  <a:pt x="745662" y="85058"/>
                </a:lnTo>
                <a:lnTo>
                  <a:pt x="746463" y="84100"/>
                </a:lnTo>
                <a:lnTo>
                  <a:pt x="747249" y="83132"/>
                </a:lnTo>
                <a:lnTo>
                  <a:pt x="748020" y="82155"/>
                </a:lnTo>
                <a:lnTo>
                  <a:pt x="748774" y="81169"/>
                </a:lnTo>
                <a:lnTo>
                  <a:pt x="749513" y="80174"/>
                </a:lnTo>
                <a:lnTo>
                  <a:pt x="750236" y="79170"/>
                </a:lnTo>
                <a:lnTo>
                  <a:pt x="750944" y="78156"/>
                </a:lnTo>
                <a:lnTo>
                  <a:pt x="751636" y="77133"/>
                </a:lnTo>
                <a:lnTo>
                  <a:pt x="752312" y="76101"/>
                </a:lnTo>
                <a:lnTo>
                  <a:pt x="752972" y="75059"/>
                </a:lnTo>
                <a:lnTo>
                  <a:pt x="753617" y="74008"/>
                </a:lnTo>
                <a:lnTo>
                  <a:pt x="754246" y="72948"/>
                </a:lnTo>
                <a:lnTo>
                  <a:pt x="754859" y="71879"/>
                </a:lnTo>
                <a:lnTo>
                  <a:pt x="755457" y="70801"/>
                </a:lnTo>
                <a:lnTo>
                  <a:pt x="756039" y="69713"/>
                </a:lnTo>
                <a:lnTo>
                  <a:pt x="756605" y="68616"/>
                </a:lnTo>
                <a:lnTo>
                  <a:pt x="757156" y="67510"/>
                </a:lnTo>
                <a:lnTo>
                  <a:pt x="757690" y="66394"/>
                </a:lnTo>
                <a:lnTo>
                  <a:pt x="758210" y="65269"/>
                </a:lnTo>
                <a:lnTo>
                  <a:pt x="758713" y="64135"/>
                </a:lnTo>
                <a:lnTo>
                  <a:pt x="759201" y="62992"/>
                </a:lnTo>
                <a:lnTo>
                  <a:pt x="759673" y="61839"/>
                </a:lnTo>
                <a:lnTo>
                  <a:pt x="753214" y="61839"/>
                </a:lnTo>
                <a:lnTo>
                  <a:pt x="752345" y="62831"/>
                </a:lnTo>
                <a:lnTo>
                  <a:pt x="751487" y="63801"/>
                </a:lnTo>
                <a:lnTo>
                  <a:pt x="750640" y="64750"/>
                </a:lnTo>
                <a:lnTo>
                  <a:pt x="749804" y="65678"/>
                </a:lnTo>
                <a:lnTo>
                  <a:pt x="748978" y="66583"/>
                </a:lnTo>
                <a:lnTo>
                  <a:pt x="748164" y="67468"/>
                </a:lnTo>
                <a:lnTo>
                  <a:pt x="747360" y="68331"/>
                </a:lnTo>
                <a:lnTo>
                  <a:pt x="746568" y="69172"/>
                </a:lnTo>
                <a:lnTo>
                  <a:pt x="745786" y="69993"/>
                </a:lnTo>
                <a:lnTo>
                  <a:pt x="745015" y="70791"/>
                </a:lnTo>
                <a:lnTo>
                  <a:pt x="744255" y="71569"/>
                </a:lnTo>
                <a:lnTo>
                  <a:pt x="743507" y="72324"/>
                </a:lnTo>
                <a:lnTo>
                  <a:pt x="742769" y="73059"/>
                </a:lnTo>
                <a:lnTo>
                  <a:pt x="742042" y="73772"/>
                </a:lnTo>
                <a:lnTo>
                  <a:pt x="741326" y="74463"/>
                </a:lnTo>
                <a:lnTo>
                  <a:pt x="740620" y="75133"/>
                </a:lnTo>
                <a:lnTo>
                  <a:pt x="739926" y="75782"/>
                </a:lnTo>
                <a:lnTo>
                  <a:pt x="739243" y="76409"/>
                </a:lnTo>
                <a:lnTo>
                  <a:pt x="738571" y="77014"/>
                </a:lnTo>
                <a:lnTo>
                  <a:pt x="737909" y="77599"/>
                </a:lnTo>
                <a:lnTo>
                  <a:pt x="737259" y="78162"/>
                </a:lnTo>
                <a:lnTo>
                  <a:pt x="736619" y="78703"/>
                </a:lnTo>
                <a:lnTo>
                  <a:pt x="735991" y="79223"/>
                </a:lnTo>
                <a:lnTo>
                  <a:pt x="735373" y="79721"/>
                </a:lnTo>
                <a:lnTo>
                  <a:pt x="734760" y="80205"/>
                </a:lnTo>
                <a:lnTo>
                  <a:pt x="734147" y="80681"/>
                </a:lnTo>
                <a:lnTo>
                  <a:pt x="733533" y="81149"/>
                </a:lnTo>
                <a:lnTo>
                  <a:pt x="732917" y="81608"/>
                </a:lnTo>
                <a:lnTo>
                  <a:pt x="732301" y="82060"/>
                </a:lnTo>
                <a:lnTo>
                  <a:pt x="731685" y="82504"/>
                </a:lnTo>
                <a:lnTo>
                  <a:pt x="731067" y="82940"/>
                </a:lnTo>
                <a:lnTo>
                  <a:pt x="730448" y="83368"/>
                </a:lnTo>
                <a:lnTo>
                  <a:pt x="729829" y="83787"/>
                </a:lnTo>
                <a:lnTo>
                  <a:pt x="729209" y="84199"/>
                </a:lnTo>
                <a:lnTo>
                  <a:pt x="728588" y="84603"/>
                </a:lnTo>
                <a:lnTo>
                  <a:pt x="727966" y="84999"/>
                </a:lnTo>
                <a:lnTo>
                  <a:pt x="727343" y="85387"/>
                </a:lnTo>
                <a:lnTo>
                  <a:pt x="726720" y="85767"/>
                </a:lnTo>
                <a:lnTo>
                  <a:pt x="726095" y="86139"/>
                </a:lnTo>
                <a:lnTo>
                  <a:pt x="725470" y="86503"/>
                </a:lnTo>
                <a:lnTo>
                  <a:pt x="724844" y="86859"/>
                </a:lnTo>
                <a:lnTo>
                  <a:pt x="724217" y="87206"/>
                </a:lnTo>
                <a:lnTo>
                  <a:pt x="723589" y="87546"/>
                </a:lnTo>
                <a:lnTo>
                  <a:pt x="722961" y="87878"/>
                </a:lnTo>
                <a:lnTo>
                  <a:pt x="722331" y="88202"/>
                </a:lnTo>
                <a:lnTo>
                  <a:pt x="721701" y="88518"/>
                </a:lnTo>
                <a:lnTo>
                  <a:pt x="721070" y="88826"/>
                </a:lnTo>
                <a:lnTo>
                  <a:pt x="720438" y="89126"/>
                </a:lnTo>
                <a:lnTo>
                  <a:pt x="720438" y="92759"/>
                </a:lnTo>
                <a:lnTo>
                  <a:pt x="721070" y="93053"/>
                </a:lnTo>
                <a:lnTo>
                  <a:pt x="721701" y="93355"/>
                </a:lnTo>
                <a:lnTo>
                  <a:pt x="722331" y="93665"/>
                </a:lnTo>
                <a:lnTo>
                  <a:pt x="722961" y="93984"/>
                </a:lnTo>
                <a:lnTo>
                  <a:pt x="723589" y="94311"/>
                </a:lnTo>
                <a:lnTo>
                  <a:pt x="724217" y="94646"/>
                </a:lnTo>
                <a:lnTo>
                  <a:pt x="724844" y="94990"/>
                </a:lnTo>
                <a:lnTo>
                  <a:pt x="725470" y="95343"/>
                </a:lnTo>
                <a:lnTo>
                  <a:pt x="726095" y="95703"/>
                </a:lnTo>
                <a:lnTo>
                  <a:pt x="726720" y="96073"/>
                </a:lnTo>
                <a:lnTo>
                  <a:pt x="727343" y="96450"/>
                </a:lnTo>
                <a:lnTo>
                  <a:pt x="727966" y="96836"/>
                </a:lnTo>
                <a:lnTo>
                  <a:pt x="728588" y="97230"/>
                </a:lnTo>
                <a:lnTo>
                  <a:pt x="729209" y="97633"/>
                </a:lnTo>
                <a:lnTo>
                  <a:pt x="729829" y="98045"/>
                </a:lnTo>
                <a:lnTo>
                  <a:pt x="730448" y="98464"/>
                </a:lnTo>
                <a:lnTo>
                  <a:pt x="731067" y="98892"/>
                </a:lnTo>
                <a:lnTo>
                  <a:pt x="731685" y="99329"/>
                </a:lnTo>
                <a:lnTo>
                  <a:pt x="732301" y="99773"/>
                </a:lnTo>
                <a:lnTo>
                  <a:pt x="732917" y="100227"/>
                </a:lnTo>
                <a:lnTo>
                  <a:pt x="733533" y="100688"/>
                </a:lnTo>
                <a:lnTo>
                  <a:pt x="734147" y="101159"/>
                </a:lnTo>
                <a:lnTo>
                  <a:pt x="734760" y="101637"/>
                </a:lnTo>
                <a:lnTo>
                  <a:pt x="735373" y="102124"/>
                </a:lnTo>
                <a:lnTo>
                  <a:pt x="735991" y="102626"/>
                </a:lnTo>
                <a:lnTo>
                  <a:pt x="736619" y="103148"/>
                </a:lnTo>
                <a:lnTo>
                  <a:pt x="737259" y="103692"/>
                </a:lnTo>
                <a:lnTo>
                  <a:pt x="737909" y="104257"/>
                </a:lnTo>
                <a:lnTo>
                  <a:pt x="738571" y="104842"/>
                </a:lnTo>
                <a:lnTo>
                  <a:pt x="739243" y="105449"/>
                </a:lnTo>
                <a:lnTo>
                  <a:pt x="739926" y="106077"/>
                </a:lnTo>
                <a:lnTo>
                  <a:pt x="740620" y="106726"/>
                </a:lnTo>
                <a:lnTo>
                  <a:pt x="741326" y="107395"/>
                </a:lnTo>
                <a:lnTo>
                  <a:pt x="742042" y="108086"/>
                </a:lnTo>
                <a:lnTo>
                  <a:pt x="742769" y="108798"/>
                </a:lnTo>
                <a:lnTo>
                  <a:pt x="743507" y="109531"/>
                </a:lnTo>
                <a:lnTo>
                  <a:pt x="744255" y="110285"/>
                </a:lnTo>
                <a:lnTo>
                  <a:pt x="745015" y="111060"/>
                </a:lnTo>
                <a:lnTo>
                  <a:pt x="745786" y="111856"/>
                </a:lnTo>
                <a:lnTo>
                  <a:pt x="746568" y="112673"/>
                </a:lnTo>
                <a:lnTo>
                  <a:pt x="747360" y="113511"/>
                </a:lnTo>
                <a:lnTo>
                  <a:pt x="748164" y="114370"/>
                </a:lnTo>
                <a:lnTo>
                  <a:pt x="748978" y="115250"/>
                </a:lnTo>
                <a:lnTo>
                  <a:pt x="749804" y="116151"/>
                </a:lnTo>
                <a:lnTo>
                  <a:pt x="750640" y="117073"/>
                </a:lnTo>
                <a:lnTo>
                  <a:pt x="751487" y="118016"/>
                </a:lnTo>
                <a:lnTo>
                  <a:pt x="752345" y="118980"/>
                </a:lnTo>
                <a:lnTo>
                  <a:pt x="753214" y="119965"/>
                </a:lnTo>
                <a:lnTo>
                  <a:pt x="759673" y="119965"/>
                </a:lnTo>
                <a:lnTo>
                  <a:pt x="759201" y="118813"/>
                </a:lnTo>
                <a:lnTo>
                  <a:pt x="758713" y="117670"/>
                </a:lnTo>
                <a:lnTo>
                  <a:pt x="758210" y="116536"/>
                </a:lnTo>
                <a:lnTo>
                  <a:pt x="757690" y="115411"/>
                </a:lnTo>
                <a:lnTo>
                  <a:pt x="757156" y="114295"/>
                </a:lnTo>
                <a:lnTo>
                  <a:pt x="756605" y="113189"/>
                </a:lnTo>
                <a:lnTo>
                  <a:pt x="756039" y="112092"/>
                </a:lnTo>
                <a:lnTo>
                  <a:pt x="755457" y="111004"/>
                </a:lnTo>
                <a:lnTo>
                  <a:pt x="754859" y="109926"/>
                </a:lnTo>
                <a:lnTo>
                  <a:pt x="754246" y="108856"/>
                </a:lnTo>
                <a:lnTo>
                  <a:pt x="753617" y="107796"/>
                </a:lnTo>
                <a:lnTo>
                  <a:pt x="752972" y="106746"/>
                </a:lnTo>
                <a:lnTo>
                  <a:pt x="752312" y="105704"/>
                </a:lnTo>
                <a:lnTo>
                  <a:pt x="751636" y="104672"/>
                </a:lnTo>
                <a:lnTo>
                  <a:pt x="750944" y="103649"/>
                </a:lnTo>
                <a:lnTo>
                  <a:pt x="750236" y="102635"/>
                </a:lnTo>
                <a:lnTo>
                  <a:pt x="749513" y="101631"/>
                </a:lnTo>
                <a:lnTo>
                  <a:pt x="748774" y="100635"/>
                </a:lnTo>
                <a:lnTo>
                  <a:pt x="748020" y="99649"/>
                </a:lnTo>
                <a:lnTo>
                  <a:pt x="747249" y="98673"/>
                </a:lnTo>
                <a:lnTo>
                  <a:pt x="746463" y="97705"/>
                </a:lnTo>
                <a:lnTo>
                  <a:pt x="745662" y="96747"/>
                </a:lnTo>
                <a:lnTo>
                  <a:pt x="744844" y="95798"/>
                </a:lnTo>
                <a:lnTo>
                  <a:pt x="744011" y="94858"/>
                </a:lnTo>
                <a:lnTo>
                  <a:pt x="849364" y="94858"/>
                </a:lnTo>
                <a:lnTo>
                  <a:pt x="848531" y="95798"/>
                </a:lnTo>
                <a:lnTo>
                  <a:pt x="847714" y="96747"/>
                </a:lnTo>
                <a:lnTo>
                  <a:pt x="846912" y="97705"/>
                </a:lnTo>
                <a:lnTo>
                  <a:pt x="846126" y="98673"/>
                </a:lnTo>
                <a:lnTo>
                  <a:pt x="845356" y="99649"/>
                </a:lnTo>
                <a:lnTo>
                  <a:pt x="844601" y="100635"/>
                </a:lnTo>
                <a:lnTo>
                  <a:pt x="843862" y="101631"/>
                </a:lnTo>
                <a:lnTo>
                  <a:pt x="843139" y="102635"/>
                </a:lnTo>
                <a:lnTo>
                  <a:pt x="842432" y="103649"/>
                </a:lnTo>
                <a:lnTo>
                  <a:pt x="841740" y="104672"/>
                </a:lnTo>
                <a:lnTo>
                  <a:pt x="841064" y="105704"/>
                </a:lnTo>
                <a:lnTo>
                  <a:pt x="840403" y="106746"/>
                </a:lnTo>
                <a:lnTo>
                  <a:pt x="839758" y="107796"/>
                </a:lnTo>
                <a:lnTo>
                  <a:pt x="839129" y="108856"/>
                </a:lnTo>
                <a:lnTo>
                  <a:pt x="838516" y="109926"/>
                </a:lnTo>
                <a:lnTo>
                  <a:pt x="837918" y="111004"/>
                </a:lnTo>
                <a:lnTo>
                  <a:pt x="837337" y="112092"/>
                </a:lnTo>
                <a:lnTo>
                  <a:pt x="836770" y="113189"/>
                </a:lnTo>
                <a:lnTo>
                  <a:pt x="836220" y="114295"/>
                </a:lnTo>
                <a:lnTo>
                  <a:pt x="835685" y="115411"/>
                </a:lnTo>
                <a:lnTo>
                  <a:pt x="835166" y="116536"/>
                </a:lnTo>
                <a:lnTo>
                  <a:pt x="834662" y="117670"/>
                </a:lnTo>
                <a:lnTo>
                  <a:pt x="834175" y="118813"/>
                </a:lnTo>
                <a:lnTo>
                  <a:pt x="833703" y="119965"/>
                </a:lnTo>
                <a:lnTo>
                  <a:pt x="840161" y="119965"/>
                </a:lnTo>
                <a:lnTo>
                  <a:pt x="841030" y="118980"/>
                </a:lnTo>
                <a:lnTo>
                  <a:pt x="841888" y="118016"/>
                </a:lnTo>
                <a:lnTo>
                  <a:pt x="842736" y="117073"/>
                </a:lnTo>
                <a:lnTo>
                  <a:pt x="843572" y="116151"/>
                </a:lnTo>
                <a:lnTo>
                  <a:pt x="844397" y="115250"/>
                </a:lnTo>
                <a:lnTo>
                  <a:pt x="845212" y="114370"/>
                </a:lnTo>
                <a:lnTo>
                  <a:pt x="846015" y="113511"/>
                </a:lnTo>
                <a:lnTo>
                  <a:pt x="846808" y="112673"/>
                </a:lnTo>
                <a:lnTo>
                  <a:pt x="847589" y="111856"/>
                </a:lnTo>
                <a:lnTo>
                  <a:pt x="848360" y="111060"/>
                </a:lnTo>
                <a:lnTo>
                  <a:pt x="849120" y="110285"/>
                </a:lnTo>
                <a:lnTo>
                  <a:pt x="849869" y="109531"/>
                </a:lnTo>
                <a:lnTo>
                  <a:pt x="850607" y="108798"/>
                </a:lnTo>
                <a:lnTo>
                  <a:pt x="851334" y="108086"/>
                </a:lnTo>
                <a:lnTo>
                  <a:pt x="852050" y="107395"/>
                </a:lnTo>
                <a:lnTo>
                  <a:pt x="852755" y="106726"/>
                </a:lnTo>
                <a:lnTo>
                  <a:pt x="853449" y="106077"/>
                </a:lnTo>
                <a:lnTo>
                  <a:pt x="854132" y="105449"/>
                </a:lnTo>
                <a:lnTo>
                  <a:pt x="854805" y="104842"/>
                </a:lnTo>
                <a:lnTo>
                  <a:pt x="855466" y="104257"/>
                </a:lnTo>
                <a:lnTo>
                  <a:pt x="856117" y="103692"/>
                </a:lnTo>
                <a:lnTo>
                  <a:pt x="856756" y="103148"/>
                </a:lnTo>
                <a:lnTo>
                  <a:pt x="857385" y="102626"/>
                </a:lnTo>
                <a:lnTo>
                  <a:pt x="858002" y="102124"/>
                </a:lnTo>
                <a:lnTo>
                  <a:pt x="858615" y="101637"/>
                </a:lnTo>
                <a:lnTo>
                  <a:pt x="859228" y="101159"/>
                </a:lnTo>
                <a:lnTo>
                  <a:pt x="859843" y="100688"/>
                </a:lnTo>
                <a:lnTo>
                  <a:pt x="860458" y="100227"/>
                </a:lnTo>
                <a:lnTo>
                  <a:pt x="861074" y="99773"/>
                </a:lnTo>
                <a:lnTo>
                  <a:pt x="861691" y="99329"/>
                </a:lnTo>
                <a:lnTo>
                  <a:pt x="862308" y="98892"/>
                </a:lnTo>
                <a:lnTo>
                  <a:pt x="862927" y="98464"/>
                </a:lnTo>
                <a:lnTo>
                  <a:pt x="863546" y="98045"/>
                </a:lnTo>
                <a:lnTo>
                  <a:pt x="864167" y="97633"/>
                </a:lnTo>
                <a:lnTo>
                  <a:pt x="864788" y="97230"/>
                </a:lnTo>
                <a:lnTo>
                  <a:pt x="865409" y="96836"/>
                </a:lnTo>
                <a:lnTo>
                  <a:pt x="866032" y="96450"/>
                </a:lnTo>
                <a:lnTo>
                  <a:pt x="866656" y="96073"/>
                </a:lnTo>
                <a:lnTo>
                  <a:pt x="867280" y="95703"/>
                </a:lnTo>
                <a:lnTo>
                  <a:pt x="867905" y="95343"/>
                </a:lnTo>
                <a:lnTo>
                  <a:pt x="868531" y="94990"/>
                </a:lnTo>
                <a:lnTo>
                  <a:pt x="869158" y="94646"/>
                </a:lnTo>
                <a:lnTo>
                  <a:pt x="869786" y="94311"/>
                </a:lnTo>
                <a:lnTo>
                  <a:pt x="870415" y="93984"/>
                </a:lnTo>
                <a:lnTo>
                  <a:pt x="871044" y="93665"/>
                </a:lnTo>
                <a:lnTo>
                  <a:pt x="871674" y="93355"/>
                </a:lnTo>
                <a:lnTo>
                  <a:pt x="872306" y="93053"/>
                </a:lnTo>
                <a:lnTo>
                  <a:pt x="872938" y="92759"/>
                </a:lnTo>
                <a:lnTo>
                  <a:pt x="872938" y="89126"/>
                </a:lnTo>
                <a:lnTo>
                  <a:pt x="872306" y="88826"/>
                </a:lnTo>
                <a:lnTo>
                  <a:pt x="871674" y="88518"/>
                </a:lnTo>
                <a:lnTo>
                  <a:pt x="871044" y="88202"/>
                </a:lnTo>
                <a:lnTo>
                  <a:pt x="870415" y="87878"/>
                </a:lnTo>
                <a:lnTo>
                  <a:pt x="869786" y="87546"/>
                </a:lnTo>
                <a:lnTo>
                  <a:pt x="869158" y="87206"/>
                </a:lnTo>
                <a:close/>
                <a:moveTo>
                  <a:pt x="1037155" y="23793"/>
                </a:moveTo>
                <a:lnTo>
                  <a:pt x="1037205" y="24059"/>
                </a:lnTo>
                <a:lnTo>
                  <a:pt x="1037263" y="24322"/>
                </a:lnTo>
                <a:lnTo>
                  <a:pt x="1037329" y="24582"/>
                </a:lnTo>
                <a:lnTo>
                  <a:pt x="1037402" y="24838"/>
                </a:lnTo>
                <a:lnTo>
                  <a:pt x="1037483" y="25090"/>
                </a:lnTo>
                <a:lnTo>
                  <a:pt x="1037572" y="25339"/>
                </a:lnTo>
                <a:lnTo>
                  <a:pt x="1037668" y="25585"/>
                </a:lnTo>
                <a:lnTo>
                  <a:pt x="1037772" y="25827"/>
                </a:lnTo>
                <a:lnTo>
                  <a:pt x="1037884" y="26065"/>
                </a:lnTo>
                <a:lnTo>
                  <a:pt x="1038003" y="26300"/>
                </a:lnTo>
                <a:lnTo>
                  <a:pt x="1038130" y="26532"/>
                </a:lnTo>
                <a:lnTo>
                  <a:pt x="1038265" y="26760"/>
                </a:lnTo>
                <a:lnTo>
                  <a:pt x="1038408" y="26984"/>
                </a:lnTo>
                <a:lnTo>
                  <a:pt x="1038558" y="27205"/>
                </a:lnTo>
                <a:lnTo>
                  <a:pt x="1038716" y="27422"/>
                </a:lnTo>
                <a:lnTo>
                  <a:pt x="1038882" y="27636"/>
                </a:lnTo>
                <a:lnTo>
                  <a:pt x="1039055" y="27847"/>
                </a:lnTo>
                <a:lnTo>
                  <a:pt x="1039237" y="28054"/>
                </a:lnTo>
                <a:lnTo>
                  <a:pt x="1039425" y="28255"/>
                </a:lnTo>
                <a:lnTo>
                  <a:pt x="1039621" y="28447"/>
                </a:lnTo>
                <a:lnTo>
                  <a:pt x="1039825" y="28631"/>
                </a:lnTo>
                <a:lnTo>
                  <a:pt x="1040036" y="28806"/>
                </a:lnTo>
                <a:lnTo>
                  <a:pt x="1040254" y="28973"/>
                </a:lnTo>
                <a:lnTo>
                  <a:pt x="1040480" y="29131"/>
                </a:lnTo>
                <a:lnTo>
                  <a:pt x="1040714" y="29281"/>
                </a:lnTo>
                <a:lnTo>
                  <a:pt x="1040954" y="29422"/>
                </a:lnTo>
                <a:lnTo>
                  <a:pt x="1041202" y="29554"/>
                </a:lnTo>
                <a:lnTo>
                  <a:pt x="1041458" y="29678"/>
                </a:lnTo>
                <a:lnTo>
                  <a:pt x="1041721" y="29794"/>
                </a:lnTo>
                <a:lnTo>
                  <a:pt x="1041991" y="29901"/>
                </a:lnTo>
                <a:lnTo>
                  <a:pt x="1042269" y="29999"/>
                </a:lnTo>
                <a:lnTo>
                  <a:pt x="1042555" y="30089"/>
                </a:lnTo>
                <a:lnTo>
                  <a:pt x="1042847" y="30170"/>
                </a:lnTo>
                <a:lnTo>
                  <a:pt x="1043148" y="30242"/>
                </a:lnTo>
                <a:lnTo>
                  <a:pt x="1043455" y="30307"/>
                </a:lnTo>
                <a:lnTo>
                  <a:pt x="1043770" y="30362"/>
                </a:lnTo>
                <a:lnTo>
                  <a:pt x="1044093" y="30409"/>
                </a:lnTo>
                <a:lnTo>
                  <a:pt x="1044422" y="30448"/>
                </a:lnTo>
                <a:lnTo>
                  <a:pt x="1044760" y="30478"/>
                </a:lnTo>
                <a:lnTo>
                  <a:pt x="1045104" y="30499"/>
                </a:lnTo>
                <a:lnTo>
                  <a:pt x="1045457" y="30512"/>
                </a:lnTo>
                <a:lnTo>
                  <a:pt x="1045816" y="30516"/>
                </a:lnTo>
                <a:lnTo>
                  <a:pt x="1046169" y="30512"/>
                </a:lnTo>
                <a:lnTo>
                  <a:pt x="1046515" y="30499"/>
                </a:lnTo>
                <a:lnTo>
                  <a:pt x="1046855" y="30478"/>
                </a:lnTo>
                <a:lnTo>
                  <a:pt x="1047187" y="30448"/>
                </a:lnTo>
                <a:lnTo>
                  <a:pt x="1047513" y="30409"/>
                </a:lnTo>
                <a:lnTo>
                  <a:pt x="1047832" y="30362"/>
                </a:lnTo>
                <a:lnTo>
                  <a:pt x="1048144" y="30307"/>
                </a:lnTo>
                <a:lnTo>
                  <a:pt x="1048449" y="30242"/>
                </a:lnTo>
                <a:lnTo>
                  <a:pt x="1048747" y="30170"/>
                </a:lnTo>
                <a:lnTo>
                  <a:pt x="1049038" y="30089"/>
                </a:lnTo>
                <a:lnTo>
                  <a:pt x="1049323" y="29999"/>
                </a:lnTo>
                <a:lnTo>
                  <a:pt x="1049600" y="29901"/>
                </a:lnTo>
                <a:lnTo>
                  <a:pt x="1049871" y="29794"/>
                </a:lnTo>
                <a:lnTo>
                  <a:pt x="1050135" y="29678"/>
                </a:lnTo>
                <a:lnTo>
                  <a:pt x="1050392" y="29554"/>
                </a:lnTo>
                <a:lnTo>
                  <a:pt x="1050642" y="29422"/>
                </a:lnTo>
                <a:lnTo>
                  <a:pt x="1050885" y="29281"/>
                </a:lnTo>
                <a:lnTo>
                  <a:pt x="1051122" y="29131"/>
                </a:lnTo>
                <a:lnTo>
                  <a:pt x="1051351" y="28973"/>
                </a:lnTo>
                <a:lnTo>
                  <a:pt x="1051574" y="28806"/>
                </a:lnTo>
                <a:lnTo>
                  <a:pt x="1051790" y="28631"/>
                </a:lnTo>
                <a:lnTo>
                  <a:pt x="1051998" y="28447"/>
                </a:lnTo>
                <a:lnTo>
                  <a:pt x="1052200" y="28255"/>
                </a:lnTo>
                <a:lnTo>
                  <a:pt x="1052396" y="28054"/>
                </a:lnTo>
                <a:lnTo>
                  <a:pt x="1052583" y="27847"/>
                </a:lnTo>
                <a:lnTo>
                  <a:pt x="1052763" y="27636"/>
                </a:lnTo>
                <a:lnTo>
                  <a:pt x="1052935" y="27422"/>
                </a:lnTo>
                <a:lnTo>
                  <a:pt x="1053099" y="27205"/>
                </a:lnTo>
                <a:lnTo>
                  <a:pt x="1053254" y="26984"/>
                </a:lnTo>
                <a:lnTo>
                  <a:pt x="1053402" y="26760"/>
                </a:lnTo>
                <a:lnTo>
                  <a:pt x="1053542" y="26532"/>
                </a:lnTo>
                <a:lnTo>
                  <a:pt x="1053674" y="26300"/>
                </a:lnTo>
                <a:lnTo>
                  <a:pt x="1053798" y="26065"/>
                </a:lnTo>
                <a:lnTo>
                  <a:pt x="1053914" y="25827"/>
                </a:lnTo>
                <a:lnTo>
                  <a:pt x="1054021" y="25585"/>
                </a:lnTo>
                <a:lnTo>
                  <a:pt x="1054121" y="25339"/>
                </a:lnTo>
                <a:lnTo>
                  <a:pt x="1054213" y="25090"/>
                </a:lnTo>
                <a:lnTo>
                  <a:pt x="1054297" y="24838"/>
                </a:lnTo>
                <a:lnTo>
                  <a:pt x="1054373" y="24582"/>
                </a:lnTo>
                <a:lnTo>
                  <a:pt x="1054441" y="24322"/>
                </a:lnTo>
                <a:lnTo>
                  <a:pt x="1054501" y="24059"/>
                </a:lnTo>
                <a:lnTo>
                  <a:pt x="1054553" y="23793"/>
                </a:lnTo>
                <a:lnTo>
                  <a:pt x="1054597" y="23523"/>
                </a:lnTo>
                <a:lnTo>
                  <a:pt x="1054633" y="23249"/>
                </a:lnTo>
                <a:lnTo>
                  <a:pt x="1054660" y="22972"/>
                </a:lnTo>
                <a:lnTo>
                  <a:pt x="1054680" y="22692"/>
                </a:lnTo>
                <a:lnTo>
                  <a:pt x="1054692" y="22408"/>
                </a:lnTo>
                <a:lnTo>
                  <a:pt x="1054696" y="22120"/>
                </a:lnTo>
                <a:lnTo>
                  <a:pt x="1054692" y="21819"/>
                </a:lnTo>
                <a:lnTo>
                  <a:pt x="1054680" y="21522"/>
                </a:lnTo>
                <a:lnTo>
                  <a:pt x="1054660" y="21230"/>
                </a:lnTo>
                <a:lnTo>
                  <a:pt x="1054633" y="20941"/>
                </a:lnTo>
                <a:lnTo>
                  <a:pt x="1054597" y="20655"/>
                </a:lnTo>
                <a:lnTo>
                  <a:pt x="1054553" y="20374"/>
                </a:lnTo>
                <a:lnTo>
                  <a:pt x="1054501" y="20097"/>
                </a:lnTo>
                <a:lnTo>
                  <a:pt x="1054441" y="19824"/>
                </a:lnTo>
                <a:lnTo>
                  <a:pt x="1054373" y="19554"/>
                </a:lnTo>
                <a:lnTo>
                  <a:pt x="1054297" y="19289"/>
                </a:lnTo>
                <a:lnTo>
                  <a:pt x="1054213" y="19027"/>
                </a:lnTo>
                <a:lnTo>
                  <a:pt x="1054121" y="18770"/>
                </a:lnTo>
                <a:lnTo>
                  <a:pt x="1054021" y="18516"/>
                </a:lnTo>
                <a:lnTo>
                  <a:pt x="1053914" y="18266"/>
                </a:lnTo>
                <a:lnTo>
                  <a:pt x="1053798" y="18021"/>
                </a:lnTo>
                <a:lnTo>
                  <a:pt x="1053674" y="17779"/>
                </a:lnTo>
                <a:lnTo>
                  <a:pt x="1053542" y="17541"/>
                </a:lnTo>
                <a:lnTo>
                  <a:pt x="1053402" y="17307"/>
                </a:lnTo>
                <a:lnTo>
                  <a:pt x="1053254" y="17076"/>
                </a:lnTo>
                <a:lnTo>
                  <a:pt x="1053099" y="16850"/>
                </a:lnTo>
                <a:lnTo>
                  <a:pt x="1052935" y="16628"/>
                </a:lnTo>
                <a:lnTo>
                  <a:pt x="1052763" y="16410"/>
                </a:lnTo>
                <a:lnTo>
                  <a:pt x="1052583" y="16195"/>
                </a:lnTo>
                <a:lnTo>
                  <a:pt x="1052396" y="15985"/>
                </a:lnTo>
                <a:lnTo>
                  <a:pt x="1052200" y="15780"/>
                </a:lnTo>
                <a:lnTo>
                  <a:pt x="1051998" y="15585"/>
                </a:lnTo>
                <a:lnTo>
                  <a:pt x="1051790" y="15398"/>
                </a:lnTo>
                <a:lnTo>
                  <a:pt x="1051574" y="15220"/>
                </a:lnTo>
                <a:lnTo>
                  <a:pt x="1051351" y="15050"/>
                </a:lnTo>
                <a:lnTo>
                  <a:pt x="1051122" y="14890"/>
                </a:lnTo>
                <a:lnTo>
                  <a:pt x="1050885" y="14738"/>
                </a:lnTo>
                <a:lnTo>
                  <a:pt x="1050642" y="14594"/>
                </a:lnTo>
                <a:lnTo>
                  <a:pt x="1050392" y="14460"/>
                </a:lnTo>
                <a:lnTo>
                  <a:pt x="1050135" y="14334"/>
                </a:lnTo>
                <a:lnTo>
                  <a:pt x="1049871" y="14216"/>
                </a:lnTo>
                <a:lnTo>
                  <a:pt x="1049600" y="14108"/>
                </a:lnTo>
                <a:lnTo>
                  <a:pt x="1049323" y="14008"/>
                </a:lnTo>
                <a:lnTo>
                  <a:pt x="1049038" y="13916"/>
                </a:lnTo>
                <a:lnTo>
                  <a:pt x="1048747" y="13834"/>
                </a:lnTo>
                <a:lnTo>
                  <a:pt x="1048449" y="13760"/>
                </a:lnTo>
                <a:lnTo>
                  <a:pt x="1048144" y="13695"/>
                </a:lnTo>
                <a:lnTo>
                  <a:pt x="1047832" y="13638"/>
                </a:lnTo>
                <a:lnTo>
                  <a:pt x="1047513" y="13591"/>
                </a:lnTo>
                <a:lnTo>
                  <a:pt x="1047187" y="13551"/>
                </a:lnTo>
                <a:lnTo>
                  <a:pt x="1046855" y="13521"/>
                </a:lnTo>
                <a:lnTo>
                  <a:pt x="1046515" y="13499"/>
                </a:lnTo>
                <a:lnTo>
                  <a:pt x="1046169" y="13486"/>
                </a:lnTo>
                <a:lnTo>
                  <a:pt x="1045816" y="13482"/>
                </a:lnTo>
                <a:lnTo>
                  <a:pt x="1045457" y="13486"/>
                </a:lnTo>
                <a:lnTo>
                  <a:pt x="1045104" y="13499"/>
                </a:lnTo>
                <a:lnTo>
                  <a:pt x="1044760" y="13521"/>
                </a:lnTo>
                <a:lnTo>
                  <a:pt x="1044422" y="13551"/>
                </a:lnTo>
                <a:lnTo>
                  <a:pt x="1044093" y="13591"/>
                </a:lnTo>
                <a:lnTo>
                  <a:pt x="1043770" y="13638"/>
                </a:lnTo>
                <a:lnTo>
                  <a:pt x="1043455" y="13695"/>
                </a:lnTo>
                <a:lnTo>
                  <a:pt x="1043148" y="13760"/>
                </a:lnTo>
                <a:lnTo>
                  <a:pt x="1042847" y="13834"/>
                </a:lnTo>
                <a:lnTo>
                  <a:pt x="1042555" y="13916"/>
                </a:lnTo>
                <a:lnTo>
                  <a:pt x="1042269" y="14008"/>
                </a:lnTo>
                <a:lnTo>
                  <a:pt x="1041991" y="14108"/>
                </a:lnTo>
                <a:lnTo>
                  <a:pt x="1041721" y="14216"/>
                </a:lnTo>
                <a:lnTo>
                  <a:pt x="1041458" y="14334"/>
                </a:lnTo>
                <a:lnTo>
                  <a:pt x="1041202" y="14460"/>
                </a:lnTo>
                <a:lnTo>
                  <a:pt x="1040954" y="14594"/>
                </a:lnTo>
                <a:lnTo>
                  <a:pt x="1040714" y="14738"/>
                </a:lnTo>
                <a:lnTo>
                  <a:pt x="1040480" y="14890"/>
                </a:lnTo>
                <a:lnTo>
                  <a:pt x="1040254" y="15050"/>
                </a:lnTo>
                <a:lnTo>
                  <a:pt x="1040036" y="15220"/>
                </a:lnTo>
                <a:lnTo>
                  <a:pt x="1039825" y="15398"/>
                </a:lnTo>
                <a:lnTo>
                  <a:pt x="1039621" y="15585"/>
                </a:lnTo>
                <a:lnTo>
                  <a:pt x="1039425" y="15780"/>
                </a:lnTo>
                <a:lnTo>
                  <a:pt x="1039237" y="15985"/>
                </a:lnTo>
                <a:lnTo>
                  <a:pt x="1039055" y="16195"/>
                </a:lnTo>
                <a:lnTo>
                  <a:pt x="1038882" y="16410"/>
                </a:lnTo>
                <a:lnTo>
                  <a:pt x="1038716" y="16628"/>
                </a:lnTo>
                <a:lnTo>
                  <a:pt x="1038558" y="16850"/>
                </a:lnTo>
                <a:lnTo>
                  <a:pt x="1038408" y="17076"/>
                </a:lnTo>
                <a:lnTo>
                  <a:pt x="1038265" y="17307"/>
                </a:lnTo>
                <a:lnTo>
                  <a:pt x="1038130" y="17541"/>
                </a:lnTo>
                <a:lnTo>
                  <a:pt x="1038003" y="17779"/>
                </a:lnTo>
                <a:lnTo>
                  <a:pt x="1037884" y="18021"/>
                </a:lnTo>
                <a:lnTo>
                  <a:pt x="1037772" y="18266"/>
                </a:lnTo>
                <a:lnTo>
                  <a:pt x="1037668" y="18516"/>
                </a:lnTo>
                <a:lnTo>
                  <a:pt x="1037572" y="18770"/>
                </a:lnTo>
                <a:lnTo>
                  <a:pt x="1037483" y="19027"/>
                </a:lnTo>
                <a:lnTo>
                  <a:pt x="1037402" y="19289"/>
                </a:lnTo>
                <a:lnTo>
                  <a:pt x="1037329" y="19554"/>
                </a:lnTo>
                <a:lnTo>
                  <a:pt x="1037263" y="19824"/>
                </a:lnTo>
                <a:lnTo>
                  <a:pt x="1037205" y="20097"/>
                </a:lnTo>
                <a:lnTo>
                  <a:pt x="1037155" y="20374"/>
                </a:lnTo>
                <a:lnTo>
                  <a:pt x="1037113" y="20655"/>
                </a:lnTo>
                <a:lnTo>
                  <a:pt x="1037078" y="20941"/>
                </a:lnTo>
                <a:lnTo>
                  <a:pt x="1037051" y="21230"/>
                </a:lnTo>
                <a:lnTo>
                  <a:pt x="1037032" y="21522"/>
                </a:lnTo>
                <a:lnTo>
                  <a:pt x="1037020" y="21819"/>
                </a:lnTo>
                <a:lnTo>
                  <a:pt x="1037016" y="22120"/>
                </a:lnTo>
                <a:lnTo>
                  <a:pt x="1037020" y="22408"/>
                </a:lnTo>
                <a:lnTo>
                  <a:pt x="1037032" y="22692"/>
                </a:lnTo>
                <a:lnTo>
                  <a:pt x="1037051" y="22972"/>
                </a:lnTo>
                <a:lnTo>
                  <a:pt x="1037078" y="23249"/>
                </a:lnTo>
                <a:lnTo>
                  <a:pt x="1037113" y="23523"/>
                </a:lnTo>
                <a:lnTo>
                  <a:pt x="1037155" y="23793"/>
                </a:lnTo>
                <a:close/>
                <a:moveTo>
                  <a:pt x="1571887" y="56834"/>
                </a:moveTo>
                <a:lnTo>
                  <a:pt x="1587872" y="56834"/>
                </a:lnTo>
                <a:lnTo>
                  <a:pt x="1587872" y="110987"/>
                </a:lnTo>
                <a:lnTo>
                  <a:pt x="1587877" y="111708"/>
                </a:lnTo>
                <a:lnTo>
                  <a:pt x="1587891" y="112416"/>
                </a:lnTo>
                <a:lnTo>
                  <a:pt x="1587914" y="113112"/>
                </a:lnTo>
                <a:lnTo>
                  <a:pt x="1587947" y="113796"/>
                </a:lnTo>
                <a:lnTo>
                  <a:pt x="1587989" y="114467"/>
                </a:lnTo>
                <a:lnTo>
                  <a:pt x="1588041" y="115125"/>
                </a:lnTo>
                <a:lnTo>
                  <a:pt x="1588102" y="115771"/>
                </a:lnTo>
                <a:lnTo>
                  <a:pt x="1588173" y="116405"/>
                </a:lnTo>
                <a:lnTo>
                  <a:pt x="1588252" y="117026"/>
                </a:lnTo>
                <a:lnTo>
                  <a:pt x="1588342" y="117635"/>
                </a:lnTo>
                <a:lnTo>
                  <a:pt x="1588440" y="118231"/>
                </a:lnTo>
                <a:lnTo>
                  <a:pt x="1588548" y="118814"/>
                </a:lnTo>
                <a:lnTo>
                  <a:pt x="1588666" y="119385"/>
                </a:lnTo>
                <a:lnTo>
                  <a:pt x="1588792" y="119944"/>
                </a:lnTo>
                <a:lnTo>
                  <a:pt x="1588928" y="120490"/>
                </a:lnTo>
                <a:lnTo>
                  <a:pt x="1589074" y="121024"/>
                </a:lnTo>
                <a:lnTo>
                  <a:pt x="1589229" y="121545"/>
                </a:lnTo>
                <a:lnTo>
                  <a:pt x="1589393" y="122054"/>
                </a:lnTo>
                <a:lnTo>
                  <a:pt x="1589567" y="122550"/>
                </a:lnTo>
                <a:lnTo>
                  <a:pt x="1589750" y="123034"/>
                </a:lnTo>
                <a:lnTo>
                  <a:pt x="1589943" y="123505"/>
                </a:lnTo>
                <a:lnTo>
                  <a:pt x="1590145" y="123964"/>
                </a:lnTo>
                <a:lnTo>
                  <a:pt x="1590356" y="124411"/>
                </a:lnTo>
                <a:lnTo>
                  <a:pt x="1590577" y="124844"/>
                </a:lnTo>
                <a:lnTo>
                  <a:pt x="1590805" y="125267"/>
                </a:lnTo>
                <a:lnTo>
                  <a:pt x="1591040" y="125679"/>
                </a:lnTo>
                <a:lnTo>
                  <a:pt x="1591282" y="126081"/>
                </a:lnTo>
                <a:lnTo>
                  <a:pt x="1591531" y="126472"/>
                </a:lnTo>
                <a:lnTo>
                  <a:pt x="1591786" y="126854"/>
                </a:lnTo>
                <a:lnTo>
                  <a:pt x="1592047" y="127225"/>
                </a:lnTo>
                <a:lnTo>
                  <a:pt x="1592316" y="127586"/>
                </a:lnTo>
                <a:lnTo>
                  <a:pt x="1592590" y="127936"/>
                </a:lnTo>
                <a:lnTo>
                  <a:pt x="1592872" y="128277"/>
                </a:lnTo>
                <a:lnTo>
                  <a:pt x="1593160" y="128607"/>
                </a:lnTo>
                <a:lnTo>
                  <a:pt x="1593454" y="128927"/>
                </a:lnTo>
                <a:lnTo>
                  <a:pt x="1593755" y="129237"/>
                </a:lnTo>
                <a:lnTo>
                  <a:pt x="1594063" y="129536"/>
                </a:lnTo>
                <a:lnTo>
                  <a:pt x="1594377" y="129826"/>
                </a:lnTo>
                <a:lnTo>
                  <a:pt x="1594698" y="130105"/>
                </a:lnTo>
                <a:lnTo>
                  <a:pt x="1595026" y="130373"/>
                </a:lnTo>
                <a:lnTo>
                  <a:pt x="1595360" y="130632"/>
                </a:lnTo>
                <a:lnTo>
                  <a:pt x="1595700" y="130880"/>
                </a:lnTo>
                <a:lnTo>
                  <a:pt x="1596048" y="131118"/>
                </a:lnTo>
                <a:lnTo>
                  <a:pt x="1596401" y="131346"/>
                </a:lnTo>
                <a:lnTo>
                  <a:pt x="1596762" y="131564"/>
                </a:lnTo>
                <a:lnTo>
                  <a:pt x="1597129" y="131771"/>
                </a:lnTo>
                <a:lnTo>
                  <a:pt x="1597502" y="131969"/>
                </a:lnTo>
                <a:lnTo>
                  <a:pt x="1597883" y="132156"/>
                </a:lnTo>
                <a:lnTo>
                  <a:pt x="1598268" y="132333"/>
                </a:lnTo>
                <a:lnTo>
                  <a:pt x="1598656" y="132504"/>
                </a:lnTo>
                <a:lnTo>
                  <a:pt x="1599047" y="132666"/>
                </a:lnTo>
                <a:lnTo>
                  <a:pt x="1599441" y="132822"/>
                </a:lnTo>
                <a:lnTo>
                  <a:pt x="1599838" y="132969"/>
                </a:lnTo>
                <a:lnTo>
                  <a:pt x="1600239" y="133109"/>
                </a:lnTo>
                <a:lnTo>
                  <a:pt x="1600642" y="133242"/>
                </a:lnTo>
                <a:lnTo>
                  <a:pt x="1601049" y="133367"/>
                </a:lnTo>
                <a:lnTo>
                  <a:pt x="1601459" y="133484"/>
                </a:lnTo>
                <a:lnTo>
                  <a:pt x="1601871" y="133594"/>
                </a:lnTo>
                <a:lnTo>
                  <a:pt x="1602287" y="133696"/>
                </a:lnTo>
                <a:lnTo>
                  <a:pt x="1602706" y="133790"/>
                </a:lnTo>
                <a:lnTo>
                  <a:pt x="1603128" y="133877"/>
                </a:lnTo>
                <a:lnTo>
                  <a:pt x="1603553" y="133957"/>
                </a:lnTo>
                <a:lnTo>
                  <a:pt x="1603982" y="134029"/>
                </a:lnTo>
                <a:lnTo>
                  <a:pt x="1604413" y="134093"/>
                </a:lnTo>
                <a:lnTo>
                  <a:pt x="1604847" y="134150"/>
                </a:lnTo>
                <a:lnTo>
                  <a:pt x="1605285" y="134199"/>
                </a:lnTo>
                <a:lnTo>
                  <a:pt x="1605725" y="134241"/>
                </a:lnTo>
                <a:lnTo>
                  <a:pt x="1606169" y="134275"/>
                </a:lnTo>
                <a:lnTo>
                  <a:pt x="1606615" y="134301"/>
                </a:lnTo>
                <a:lnTo>
                  <a:pt x="1607065" y="134320"/>
                </a:lnTo>
                <a:lnTo>
                  <a:pt x="1607518" y="134332"/>
                </a:lnTo>
                <a:lnTo>
                  <a:pt x="1607974" y="134335"/>
                </a:lnTo>
                <a:lnTo>
                  <a:pt x="1608308" y="134334"/>
                </a:lnTo>
                <a:lnTo>
                  <a:pt x="1608639" y="134332"/>
                </a:lnTo>
                <a:lnTo>
                  <a:pt x="1608965" y="134327"/>
                </a:lnTo>
                <a:lnTo>
                  <a:pt x="1609287" y="134321"/>
                </a:lnTo>
                <a:lnTo>
                  <a:pt x="1609605" y="134313"/>
                </a:lnTo>
                <a:lnTo>
                  <a:pt x="1609919" y="134303"/>
                </a:lnTo>
                <a:lnTo>
                  <a:pt x="1610229" y="134291"/>
                </a:lnTo>
                <a:lnTo>
                  <a:pt x="1610535" y="134277"/>
                </a:lnTo>
                <a:lnTo>
                  <a:pt x="1610837" y="134262"/>
                </a:lnTo>
                <a:lnTo>
                  <a:pt x="1611134" y="134244"/>
                </a:lnTo>
                <a:lnTo>
                  <a:pt x="1611428" y="134225"/>
                </a:lnTo>
                <a:lnTo>
                  <a:pt x="1611718" y="134204"/>
                </a:lnTo>
                <a:lnTo>
                  <a:pt x="1612003" y="134181"/>
                </a:lnTo>
                <a:lnTo>
                  <a:pt x="1612285" y="134157"/>
                </a:lnTo>
                <a:lnTo>
                  <a:pt x="1612562" y="134130"/>
                </a:lnTo>
                <a:lnTo>
                  <a:pt x="1612836" y="134102"/>
                </a:lnTo>
                <a:lnTo>
                  <a:pt x="1613105" y="134072"/>
                </a:lnTo>
                <a:lnTo>
                  <a:pt x="1613370" y="134040"/>
                </a:lnTo>
                <a:lnTo>
                  <a:pt x="1613631" y="134006"/>
                </a:lnTo>
                <a:lnTo>
                  <a:pt x="1613889" y="133971"/>
                </a:lnTo>
                <a:lnTo>
                  <a:pt x="1614142" y="133934"/>
                </a:lnTo>
                <a:lnTo>
                  <a:pt x="1614391" y="133894"/>
                </a:lnTo>
                <a:lnTo>
                  <a:pt x="1614635" y="133853"/>
                </a:lnTo>
                <a:lnTo>
                  <a:pt x="1614876" y="133811"/>
                </a:lnTo>
                <a:lnTo>
                  <a:pt x="1615113" y="133767"/>
                </a:lnTo>
                <a:lnTo>
                  <a:pt x="1615346" y="133723"/>
                </a:lnTo>
                <a:lnTo>
                  <a:pt x="1615576" y="133679"/>
                </a:lnTo>
                <a:lnTo>
                  <a:pt x="1615801" y="133635"/>
                </a:lnTo>
                <a:lnTo>
                  <a:pt x="1616023" y="133590"/>
                </a:lnTo>
                <a:lnTo>
                  <a:pt x="1616241" y="133546"/>
                </a:lnTo>
                <a:lnTo>
                  <a:pt x="1616455" y="133501"/>
                </a:lnTo>
                <a:lnTo>
                  <a:pt x="1616666" y="133456"/>
                </a:lnTo>
                <a:lnTo>
                  <a:pt x="1616873" y="133411"/>
                </a:lnTo>
                <a:lnTo>
                  <a:pt x="1617075" y="133366"/>
                </a:lnTo>
                <a:lnTo>
                  <a:pt x="1617275" y="133321"/>
                </a:lnTo>
                <a:lnTo>
                  <a:pt x="1617470" y="133276"/>
                </a:lnTo>
                <a:lnTo>
                  <a:pt x="1617661" y="133230"/>
                </a:lnTo>
                <a:lnTo>
                  <a:pt x="1617849" y="133185"/>
                </a:lnTo>
                <a:lnTo>
                  <a:pt x="1618033" y="133139"/>
                </a:lnTo>
                <a:lnTo>
                  <a:pt x="1618213" y="133093"/>
                </a:lnTo>
                <a:lnTo>
                  <a:pt x="1618390" y="133047"/>
                </a:lnTo>
                <a:lnTo>
                  <a:pt x="1618562" y="133001"/>
                </a:lnTo>
                <a:lnTo>
                  <a:pt x="1618731" y="132954"/>
                </a:lnTo>
                <a:lnTo>
                  <a:pt x="1618896" y="132908"/>
                </a:lnTo>
                <a:lnTo>
                  <a:pt x="1619057" y="132861"/>
                </a:lnTo>
                <a:lnTo>
                  <a:pt x="1619215" y="132815"/>
                </a:lnTo>
                <a:lnTo>
                  <a:pt x="1619368" y="132768"/>
                </a:lnTo>
                <a:lnTo>
                  <a:pt x="1619518" y="132721"/>
                </a:lnTo>
                <a:lnTo>
                  <a:pt x="1619438" y="120530"/>
                </a:lnTo>
                <a:lnTo>
                  <a:pt x="1619348" y="120551"/>
                </a:lnTo>
                <a:lnTo>
                  <a:pt x="1619256" y="120572"/>
                </a:lnTo>
                <a:lnTo>
                  <a:pt x="1619159" y="120593"/>
                </a:lnTo>
                <a:lnTo>
                  <a:pt x="1619060" y="120615"/>
                </a:lnTo>
                <a:lnTo>
                  <a:pt x="1618957" y="120637"/>
                </a:lnTo>
                <a:lnTo>
                  <a:pt x="1618850" y="120659"/>
                </a:lnTo>
                <a:lnTo>
                  <a:pt x="1618740" y="120682"/>
                </a:lnTo>
                <a:lnTo>
                  <a:pt x="1618626" y="120705"/>
                </a:lnTo>
                <a:lnTo>
                  <a:pt x="1618509" y="120729"/>
                </a:lnTo>
                <a:lnTo>
                  <a:pt x="1618388" y="120753"/>
                </a:lnTo>
                <a:lnTo>
                  <a:pt x="1618264" y="120778"/>
                </a:lnTo>
                <a:lnTo>
                  <a:pt x="1618136" y="120803"/>
                </a:lnTo>
                <a:lnTo>
                  <a:pt x="1618005" y="120828"/>
                </a:lnTo>
                <a:lnTo>
                  <a:pt x="1617870" y="120854"/>
                </a:lnTo>
                <a:lnTo>
                  <a:pt x="1617732" y="120880"/>
                </a:lnTo>
                <a:lnTo>
                  <a:pt x="1617590" y="120907"/>
                </a:lnTo>
                <a:lnTo>
                  <a:pt x="1617445" y="120934"/>
                </a:lnTo>
                <a:lnTo>
                  <a:pt x="1617296" y="120962"/>
                </a:lnTo>
                <a:lnTo>
                  <a:pt x="1617143" y="120990"/>
                </a:lnTo>
                <a:lnTo>
                  <a:pt x="1616988" y="121018"/>
                </a:lnTo>
                <a:lnTo>
                  <a:pt x="1616828" y="121047"/>
                </a:lnTo>
                <a:lnTo>
                  <a:pt x="1616666" y="121076"/>
                </a:lnTo>
                <a:lnTo>
                  <a:pt x="1616499" y="121106"/>
                </a:lnTo>
                <a:lnTo>
                  <a:pt x="1616329" y="121136"/>
                </a:lnTo>
                <a:lnTo>
                  <a:pt x="1616158" y="121166"/>
                </a:lnTo>
                <a:lnTo>
                  <a:pt x="1615988" y="121194"/>
                </a:lnTo>
                <a:lnTo>
                  <a:pt x="1615818" y="121221"/>
                </a:lnTo>
                <a:lnTo>
                  <a:pt x="1615649" y="121247"/>
                </a:lnTo>
                <a:lnTo>
                  <a:pt x="1615480" y="121272"/>
                </a:lnTo>
                <a:lnTo>
                  <a:pt x="1615313" y="121295"/>
                </a:lnTo>
                <a:lnTo>
                  <a:pt x="1615146" y="121317"/>
                </a:lnTo>
                <a:lnTo>
                  <a:pt x="1614980" y="121338"/>
                </a:lnTo>
                <a:lnTo>
                  <a:pt x="1614814" y="121357"/>
                </a:lnTo>
                <a:lnTo>
                  <a:pt x="1614649" y="121376"/>
                </a:lnTo>
                <a:lnTo>
                  <a:pt x="1614485" y="121393"/>
                </a:lnTo>
                <a:lnTo>
                  <a:pt x="1614321" y="121408"/>
                </a:lnTo>
                <a:lnTo>
                  <a:pt x="1614159" y="121423"/>
                </a:lnTo>
                <a:lnTo>
                  <a:pt x="1613996" y="121436"/>
                </a:lnTo>
                <a:lnTo>
                  <a:pt x="1613835" y="121448"/>
                </a:lnTo>
                <a:lnTo>
                  <a:pt x="1613674" y="121459"/>
                </a:lnTo>
                <a:lnTo>
                  <a:pt x="1613514" y="121468"/>
                </a:lnTo>
                <a:lnTo>
                  <a:pt x="1613355" y="121477"/>
                </a:lnTo>
                <a:lnTo>
                  <a:pt x="1613196" y="121483"/>
                </a:lnTo>
                <a:lnTo>
                  <a:pt x="1613039" y="121489"/>
                </a:lnTo>
                <a:lnTo>
                  <a:pt x="1612881" y="121494"/>
                </a:lnTo>
                <a:lnTo>
                  <a:pt x="1612725" y="121497"/>
                </a:lnTo>
                <a:lnTo>
                  <a:pt x="1612569" y="121499"/>
                </a:lnTo>
                <a:lnTo>
                  <a:pt x="1612414" y="121499"/>
                </a:lnTo>
                <a:lnTo>
                  <a:pt x="1612206" y="121498"/>
                </a:lnTo>
                <a:lnTo>
                  <a:pt x="1611999" y="121494"/>
                </a:lnTo>
                <a:lnTo>
                  <a:pt x="1611793" y="121488"/>
                </a:lnTo>
                <a:lnTo>
                  <a:pt x="1611589" y="121479"/>
                </a:lnTo>
                <a:lnTo>
                  <a:pt x="1611385" y="121468"/>
                </a:lnTo>
                <a:lnTo>
                  <a:pt x="1611183" y="121454"/>
                </a:lnTo>
                <a:lnTo>
                  <a:pt x="1610982" y="121437"/>
                </a:lnTo>
                <a:lnTo>
                  <a:pt x="1610782" y="121418"/>
                </a:lnTo>
                <a:lnTo>
                  <a:pt x="1610583" y="121397"/>
                </a:lnTo>
                <a:lnTo>
                  <a:pt x="1610385" y="121373"/>
                </a:lnTo>
                <a:lnTo>
                  <a:pt x="1610188" y="121347"/>
                </a:lnTo>
                <a:lnTo>
                  <a:pt x="1609992" y="121318"/>
                </a:lnTo>
                <a:lnTo>
                  <a:pt x="1609798" y="121286"/>
                </a:lnTo>
                <a:lnTo>
                  <a:pt x="1609604" y="121252"/>
                </a:lnTo>
                <a:lnTo>
                  <a:pt x="1609412" y="121215"/>
                </a:lnTo>
                <a:lnTo>
                  <a:pt x="1609221" y="121176"/>
                </a:lnTo>
                <a:lnTo>
                  <a:pt x="1609031" y="121135"/>
                </a:lnTo>
                <a:lnTo>
                  <a:pt x="1608842" y="121091"/>
                </a:lnTo>
                <a:lnTo>
                  <a:pt x="1608654" y="121044"/>
                </a:lnTo>
                <a:lnTo>
                  <a:pt x="1608467" y="120995"/>
                </a:lnTo>
                <a:lnTo>
                  <a:pt x="1608282" y="120943"/>
                </a:lnTo>
                <a:lnTo>
                  <a:pt x="1608097" y="120889"/>
                </a:lnTo>
                <a:lnTo>
                  <a:pt x="1607914" y="120832"/>
                </a:lnTo>
                <a:lnTo>
                  <a:pt x="1607732" y="120773"/>
                </a:lnTo>
                <a:lnTo>
                  <a:pt x="1607551" y="120709"/>
                </a:lnTo>
                <a:lnTo>
                  <a:pt x="1607374" y="120641"/>
                </a:lnTo>
                <a:lnTo>
                  <a:pt x="1607199" y="120567"/>
                </a:lnTo>
                <a:lnTo>
                  <a:pt x="1607028" y="120488"/>
                </a:lnTo>
                <a:lnTo>
                  <a:pt x="1606859" y="120403"/>
                </a:lnTo>
                <a:lnTo>
                  <a:pt x="1606692" y="120313"/>
                </a:lnTo>
                <a:lnTo>
                  <a:pt x="1606529" y="120218"/>
                </a:lnTo>
                <a:lnTo>
                  <a:pt x="1606368" y="120118"/>
                </a:lnTo>
                <a:lnTo>
                  <a:pt x="1606210" y="120012"/>
                </a:lnTo>
                <a:lnTo>
                  <a:pt x="1606055" y="119900"/>
                </a:lnTo>
                <a:lnTo>
                  <a:pt x="1605903" y="119784"/>
                </a:lnTo>
                <a:lnTo>
                  <a:pt x="1605754" y="119662"/>
                </a:lnTo>
                <a:lnTo>
                  <a:pt x="1605607" y="119535"/>
                </a:lnTo>
                <a:lnTo>
                  <a:pt x="1605463" y="119402"/>
                </a:lnTo>
                <a:lnTo>
                  <a:pt x="1605322" y="119264"/>
                </a:lnTo>
                <a:lnTo>
                  <a:pt x="1605184" y="119121"/>
                </a:lnTo>
                <a:lnTo>
                  <a:pt x="1605049" y="118972"/>
                </a:lnTo>
                <a:lnTo>
                  <a:pt x="1604916" y="118819"/>
                </a:lnTo>
                <a:lnTo>
                  <a:pt x="1604786" y="118659"/>
                </a:lnTo>
                <a:lnTo>
                  <a:pt x="1604659" y="118495"/>
                </a:lnTo>
                <a:lnTo>
                  <a:pt x="1604535" y="118325"/>
                </a:lnTo>
                <a:lnTo>
                  <a:pt x="1604414" y="118150"/>
                </a:lnTo>
                <a:lnTo>
                  <a:pt x="1604295" y="117969"/>
                </a:lnTo>
                <a:lnTo>
                  <a:pt x="1604180" y="117783"/>
                </a:lnTo>
                <a:lnTo>
                  <a:pt x="1604068" y="117591"/>
                </a:lnTo>
                <a:lnTo>
                  <a:pt x="1603960" y="117391"/>
                </a:lnTo>
                <a:lnTo>
                  <a:pt x="1603858" y="117183"/>
                </a:lnTo>
                <a:lnTo>
                  <a:pt x="1603760" y="116968"/>
                </a:lnTo>
                <a:lnTo>
                  <a:pt x="1603667" y="116746"/>
                </a:lnTo>
                <a:lnTo>
                  <a:pt x="1603579" y="116515"/>
                </a:lnTo>
                <a:lnTo>
                  <a:pt x="1603496" y="116278"/>
                </a:lnTo>
                <a:lnTo>
                  <a:pt x="1603417" y="116032"/>
                </a:lnTo>
                <a:lnTo>
                  <a:pt x="1603343" y="115779"/>
                </a:lnTo>
                <a:lnTo>
                  <a:pt x="1603274" y="115519"/>
                </a:lnTo>
                <a:lnTo>
                  <a:pt x="1603210" y="115251"/>
                </a:lnTo>
                <a:lnTo>
                  <a:pt x="1603150" y="114975"/>
                </a:lnTo>
                <a:lnTo>
                  <a:pt x="1603095" y="114692"/>
                </a:lnTo>
                <a:lnTo>
                  <a:pt x="1603045" y="114401"/>
                </a:lnTo>
                <a:lnTo>
                  <a:pt x="1603000" y="114103"/>
                </a:lnTo>
                <a:lnTo>
                  <a:pt x="1602960" y="113797"/>
                </a:lnTo>
                <a:lnTo>
                  <a:pt x="1602924" y="113484"/>
                </a:lnTo>
                <a:lnTo>
                  <a:pt x="1602893" y="113163"/>
                </a:lnTo>
                <a:lnTo>
                  <a:pt x="1602867" y="112834"/>
                </a:lnTo>
                <a:lnTo>
                  <a:pt x="1602845" y="112498"/>
                </a:lnTo>
                <a:lnTo>
                  <a:pt x="1602829" y="112154"/>
                </a:lnTo>
                <a:lnTo>
                  <a:pt x="1602817" y="111803"/>
                </a:lnTo>
                <a:lnTo>
                  <a:pt x="1602810" y="111444"/>
                </a:lnTo>
                <a:lnTo>
                  <a:pt x="1602807" y="111077"/>
                </a:lnTo>
                <a:lnTo>
                  <a:pt x="1602807" y="56834"/>
                </a:lnTo>
                <a:lnTo>
                  <a:pt x="1619115" y="56834"/>
                </a:lnTo>
                <a:lnTo>
                  <a:pt x="1619115" y="45370"/>
                </a:lnTo>
                <a:lnTo>
                  <a:pt x="1602807" y="45370"/>
                </a:lnTo>
                <a:lnTo>
                  <a:pt x="1602807" y="24058"/>
                </a:lnTo>
                <a:lnTo>
                  <a:pt x="1587872" y="24058"/>
                </a:lnTo>
                <a:lnTo>
                  <a:pt x="1587872" y="45370"/>
                </a:lnTo>
                <a:lnTo>
                  <a:pt x="1571887" y="45370"/>
                </a:lnTo>
                <a:lnTo>
                  <a:pt x="1571887" y="56834"/>
                </a:lnTo>
                <a:close/>
                <a:moveTo>
                  <a:pt x="1132170" y="54102"/>
                </a:moveTo>
                <a:lnTo>
                  <a:pt x="1132124" y="54047"/>
                </a:lnTo>
                <a:lnTo>
                  <a:pt x="1131748" y="53615"/>
                </a:lnTo>
                <a:lnTo>
                  <a:pt x="1131365" y="53192"/>
                </a:lnTo>
                <a:lnTo>
                  <a:pt x="1130976" y="52779"/>
                </a:lnTo>
                <a:lnTo>
                  <a:pt x="1130581" y="52374"/>
                </a:lnTo>
                <a:lnTo>
                  <a:pt x="1130179" y="51978"/>
                </a:lnTo>
                <a:lnTo>
                  <a:pt x="1129771" y="51591"/>
                </a:lnTo>
                <a:lnTo>
                  <a:pt x="1129356" y="51213"/>
                </a:lnTo>
                <a:lnTo>
                  <a:pt x="1128935" y="50844"/>
                </a:lnTo>
                <a:lnTo>
                  <a:pt x="1128507" y="50485"/>
                </a:lnTo>
                <a:lnTo>
                  <a:pt x="1128073" y="50134"/>
                </a:lnTo>
                <a:lnTo>
                  <a:pt x="1127633" y="49792"/>
                </a:lnTo>
                <a:lnTo>
                  <a:pt x="1127186" y="49459"/>
                </a:lnTo>
                <a:lnTo>
                  <a:pt x="1126733" y="49135"/>
                </a:lnTo>
                <a:lnTo>
                  <a:pt x="1126273" y="48819"/>
                </a:lnTo>
                <a:lnTo>
                  <a:pt x="1125806" y="48513"/>
                </a:lnTo>
                <a:lnTo>
                  <a:pt x="1125334" y="48216"/>
                </a:lnTo>
                <a:lnTo>
                  <a:pt x="1124854" y="47928"/>
                </a:lnTo>
                <a:lnTo>
                  <a:pt x="1124369" y="47649"/>
                </a:lnTo>
                <a:lnTo>
                  <a:pt x="1123877" y="47379"/>
                </a:lnTo>
                <a:lnTo>
                  <a:pt x="1123378" y="47117"/>
                </a:lnTo>
                <a:lnTo>
                  <a:pt x="1122873" y="46865"/>
                </a:lnTo>
                <a:lnTo>
                  <a:pt x="1122362" y="46622"/>
                </a:lnTo>
                <a:lnTo>
                  <a:pt x="1121844" y="46388"/>
                </a:lnTo>
                <a:lnTo>
                  <a:pt x="1121318" y="46164"/>
                </a:lnTo>
                <a:lnTo>
                  <a:pt x="1120786" y="45950"/>
                </a:lnTo>
                <a:lnTo>
                  <a:pt x="1120246" y="45746"/>
                </a:lnTo>
                <a:lnTo>
                  <a:pt x="1119699" y="45552"/>
                </a:lnTo>
                <a:lnTo>
                  <a:pt x="1119145" y="45368"/>
                </a:lnTo>
                <a:lnTo>
                  <a:pt x="1118584" y="45194"/>
                </a:lnTo>
                <a:lnTo>
                  <a:pt x="1118016" y="45030"/>
                </a:lnTo>
                <a:lnTo>
                  <a:pt x="1117440" y="44875"/>
                </a:lnTo>
                <a:lnTo>
                  <a:pt x="1116858" y="44731"/>
                </a:lnTo>
                <a:lnTo>
                  <a:pt x="1116268" y="44597"/>
                </a:lnTo>
                <a:lnTo>
                  <a:pt x="1115671" y="44472"/>
                </a:lnTo>
                <a:lnTo>
                  <a:pt x="1115067" y="44358"/>
                </a:lnTo>
                <a:lnTo>
                  <a:pt x="1114456" y="44253"/>
                </a:lnTo>
                <a:lnTo>
                  <a:pt x="1113838" y="44159"/>
                </a:lnTo>
                <a:lnTo>
                  <a:pt x="1113212" y="44074"/>
                </a:lnTo>
                <a:lnTo>
                  <a:pt x="1112580" y="44000"/>
                </a:lnTo>
                <a:lnTo>
                  <a:pt x="1111940" y="43935"/>
                </a:lnTo>
                <a:lnTo>
                  <a:pt x="1111293" y="43880"/>
                </a:lnTo>
                <a:lnTo>
                  <a:pt x="1110639" y="43835"/>
                </a:lnTo>
                <a:lnTo>
                  <a:pt x="1109978" y="43801"/>
                </a:lnTo>
                <a:lnTo>
                  <a:pt x="1109309" y="43776"/>
                </a:lnTo>
                <a:lnTo>
                  <a:pt x="1108634" y="43761"/>
                </a:lnTo>
                <a:lnTo>
                  <a:pt x="1107951" y="43756"/>
                </a:lnTo>
                <a:lnTo>
                  <a:pt x="1107301" y="43761"/>
                </a:lnTo>
                <a:lnTo>
                  <a:pt x="1106657" y="43778"/>
                </a:lnTo>
                <a:lnTo>
                  <a:pt x="1106017" y="43806"/>
                </a:lnTo>
                <a:lnTo>
                  <a:pt x="1105383" y="43844"/>
                </a:lnTo>
                <a:lnTo>
                  <a:pt x="1104753" y="43894"/>
                </a:lnTo>
                <a:lnTo>
                  <a:pt x="1104129" y="43955"/>
                </a:lnTo>
                <a:lnTo>
                  <a:pt x="1103510" y="44027"/>
                </a:lnTo>
                <a:lnTo>
                  <a:pt x="1102897" y="44110"/>
                </a:lnTo>
                <a:lnTo>
                  <a:pt x="1102288" y="44204"/>
                </a:lnTo>
                <a:lnTo>
                  <a:pt x="1101685" y="44309"/>
                </a:lnTo>
                <a:lnTo>
                  <a:pt x="1101087" y="44426"/>
                </a:lnTo>
                <a:lnTo>
                  <a:pt x="1100494" y="44553"/>
                </a:lnTo>
                <a:lnTo>
                  <a:pt x="1099906" y="44691"/>
                </a:lnTo>
                <a:lnTo>
                  <a:pt x="1099324" y="44841"/>
                </a:lnTo>
                <a:lnTo>
                  <a:pt x="1098746" y="45002"/>
                </a:lnTo>
                <a:lnTo>
                  <a:pt x="1098174" y="45173"/>
                </a:lnTo>
                <a:lnTo>
                  <a:pt x="1097607" y="45356"/>
                </a:lnTo>
                <a:lnTo>
                  <a:pt x="1097045" y="45550"/>
                </a:lnTo>
                <a:lnTo>
                  <a:pt x="1096489" y="45754"/>
                </a:lnTo>
                <a:lnTo>
                  <a:pt x="1095937" y="45970"/>
                </a:lnTo>
                <a:lnTo>
                  <a:pt x="1095391" y="46197"/>
                </a:lnTo>
                <a:lnTo>
                  <a:pt x="1094850" y="46435"/>
                </a:lnTo>
                <a:lnTo>
                  <a:pt x="1094314" y="46685"/>
                </a:lnTo>
                <a:lnTo>
                  <a:pt x="1093783" y="46945"/>
                </a:lnTo>
                <a:lnTo>
                  <a:pt x="1093258" y="47215"/>
                </a:lnTo>
                <a:lnTo>
                  <a:pt x="1092739" y="47495"/>
                </a:lnTo>
                <a:lnTo>
                  <a:pt x="1092227" y="47784"/>
                </a:lnTo>
                <a:lnTo>
                  <a:pt x="1091720" y="48083"/>
                </a:lnTo>
                <a:lnTo>
                  <a:pt x="1091220" y="48391"/>
                </a:lnTo>
                <a:lnTo>
                  <a:pt x="1090726" y="48708"/>
                </a:lnTo>
                <a:lnTo>
                  <a:pt x="1090238" y="49035"/>
                </a:lnTo>
                <a:lnTo>
                  <a:pt x="1089756" y="49371"/>
                </a:lnTo>
                <a:lnTo>
                  <a:pt x="1089280" y="49717"/>
                </a:lnTo>
                <a:lnTo>
                  <a:pt x="1088810" y="50072"/>
                </a:lnTo>
                <a:lnTo>
                  <a:pt x="1088347" y="50436"/>
                </a:lnTo>
                <a:lnTo>
                  <a:pt x="1087890" y="50810"/>
                </a:lnTo>
                <a:lnTo>
                  <a:pt x="1087439" y="51193"/>
                </a:lnTo>
                <a:lnTo>
                  <a:pt x="1086994" y="51585"/>
                </a:lnTo>
                <a:lnTo>
                  <a:pt x="1086555" y="51987"/>
                </a:lnTo>
                <a:lnTo>
                  <a:pt x="1086123" y="52398"/>
                </a:lnTo>
                <a:lnTo>
                  <a:pt x="1085696" y="52819"/>
                </a:lnTo>
                <a:lnTo>
                  <a:pt x="1085276" y="53249"/>
                </a:lnTo>
                <a:lnTo>
                  <a:pt x="1084862" y="53689"/>
                </a:lnTo>
                <a:lnTo>
                  <a:pt x="1084454" y="54138"/>
                </a:lnTo>
                <a:lnTo>
                  <a:pt x="1084053" y="54596"/>
                </a:lnTo>
                <a:lnTo>
                  <a:pt x="1083657" y="55063"/>
                </a:lnTo>
                <a:lnTo>
                  <a:pt x="1083268" y="55540"/>
                </a:lnTo>
                <a:lnTo>
                  <a:pt x="1082885" y="56027"/>
                </a:lnTo>
                <a:lnTo>
                  <a:pt x="1082508" y="56522"/>
                </a:lnTo>
                <a:lnTo>
                  <a:pt x="1082139" y="57025"/>
                </a:lnTo>
                <a:lnTo>
                  <a:pt x="1081777" y="57536"/>
                </a:lnTo>
                <a:lnTo>
                  <a:pt x="1081422" y="58055"/>
                </a:lnTo>
                <a:lnTo>
                  <a:pt x="1081075" y="58582"/>
                </a:lnTo>
                <a:lnTo>
                  <a:pt x="1080735" y="59117"/>
                </a:lnTo>
                <a:lnTo>
                  <a:pt x="1080402" y="59660"/>
                </a:lnTo>
                <a:lnTo>
                  <a:pt x="1080077" y="60211"/>
                </a:lnTo>
                <a:lnTo>
                  <a:pt x="1079759" y="60770"/>
                </a:lnTo>
                <a:lnTo>
                  <a:pt x="1079448" y="61337"/>
                </a:lnTo>
                <a:lnTo>
                  <a:pt x="1079144" y="61912"/>
                </a:lnTo>
                <a:lnTo>
                  <a:pt x="1078848" y="62495"/>
                </a:lnTo>
                <a:lnTo>
                  <a:pt x="1078559" y="63086"/>
                </a:lnTo>
                <a:lnTo>
                  <a:pt x="1078277" y="63685"/>
                </a:lnTo>
                <a:lnTo>
                  <a:pt x="1078003" y="64292"/>
                </a:lnTo>
                <a:lnTo>
                  <a:pt x="1077736" y="64907"/>
                </a:lnTo>
                <a:lnTo>
                  <a:pt x="1077476" y="65530"/>
                </a:lnTo>
                <a:lnTo>
                  <a:pt x="1077223" y="66161"/>
                </a:lnTo>
                <a:lnTo>
                  <a:pt x="1076978" y="66800"/>
                </a:lnTo>
                <a:lnTo>
                  <a:pt x="1076740" y="67447"/>
                </a:lnTo>
                <a:lnTo>
                  <a:pt x="1076509" y="68102"/>
                </a:lnTo>
                <a:lnTo>
                  <a:pt x="1076286" y="68765"/>
                </a:lnTo>
                <a:lnTo>
                  <a:pt x="1076070" y="69435"/>
                </a:lnTo>
                <a:lnTo>
                  <a:pt x="1075861" y="70114"/>
                </a:lnTo>
                <a:lnTo>
                  <a:pt x="1075660" y="70800"/>
                </a:lnTo>
                <a:lnTo>
                  <a:pt x="1075468" y="71493"/>
                </a:lnTo>
                <a:lnTo>
                  <a:pt x="1075284" y="72191"/>
                </a:lnTo>
                <a:lnTo>
                  <a:pt x="1075109" y="72896"/>
                </a:lnTo>
                <a:lnTo>
                  <a:pt x="1074942" y="73607"/>
                </a:lnTo>
                <a:lnTo>
                  <a:pt x="1074784" y="74325"/>
                </a:lnTo>
                <a:lnTo>
                  <a:pt x="1074634" y="75049"/>
                </a:lnTo>
                <a:lnTo>
                  <a:pt x="1074493" y="75779"/>
                </a:lnTo>
                <a:lnTo>
                  <a:pt x="1074361" y="76515"/>
                </a:lnTo>
                <a:lnTo>
                  <a:pt x="1074237" y="77258"/>
                </a:lnTo>
                <a:lnTo>
                  <a:pt x="1074121" y="78007"/>
                </a:lnTo>
                <a:lnTo>
                  <a:pt x="1074014" y="78763"/>
                </a:lnTo>
                <a:lnTo>
                  <a:pt x="1073916" y="79524"/>
                </a:lnTo>
                <a:lnTo>
                  <a:pt x="1073826" y="80292"/>
                </a:lnTo>
                <a:lnTo>
                  <a:pt x="1073745" y="81067"/>
                </a:lnTo>
                <a:lnTo>
                  <a:pt x="1073672" y="81847"/>
                </a:lnTo>
                <a:lnTo>
                  <a:pt x="1073608" y="82634"/>
                </a:lnTo>
                <a:lnTo>
                  <a:pt x="1073553" y="83427"/>
                </a:lnTo>
                <a:lnTo>
                  <a:pt x="1073506" y="84227"/>
                </a:lnTo>
                <a:lnTo>
                  <a:pt x="1073467" y="85033"/>
                </a:lnTo>
                <a:lnTo>
                  <a:pt x="1073437" y="85845"/>
                </a:lnTo>
                <a:lnTo>
                  <a:pt x="1073416" y="86663"/>
                </a:lnTo>
                <a:lnTo>
                  <a:pt x="1073403" y="87488"/>
                </a:lnTo>
                <a:lnTo>
                  <a:pt x="1073399" y="88319"/>
                </a:lnTo>
                <a:lnTo>
                  <a:pt x="1073399" y="90014"/>
                </a:lnTo>
                <a:lnTo>
                  <a:pt x="1073403" y="90806"/>
                </a:lnTo>
                <a:lnTo>
                  <a:pt x="1073416" y="91592"/>
                </a:lnTo>
                <a:lnTo>
                  <a:pt x="1073437" y="92374"/>
                </a:lnTo>
                <a:lnTo>
                  <a:pt x="1073467" y="93151"/>
                </a:lnTo>
                <a:lnTo>
                  <a:pt x="1073506" y="93922"/>
                </a:lnTo>
                <a:lnTo>
                  <a:pt x="1073553" y="94689"/>
                </a:lnTo>
                <a:lnTo>
                  <a:pt x="1073608" y="95451"/>
                </a:lnTo>
                <a:lnTo>
                  <a:pt x="1073672" y="96208"/>
                </a:lnTo>
                <a:lnTo>
                  <a:pt x="1073745" y="96960"/>
                </a:lnTo>
                <a:lnTo>
                  <a:pt x="1073826" y="97708"/>
                </a:lnTo>
                <a:lnTo>
                  <a:pt x="1073916" y="98450"/>
                </a:lnTo>
                <a:lnTo>
                  <a:pt x="1074014" y="99187"/>
                </a:lnTo>
                <a:lnTo>
                  <a:pt x="1074121" y="99920"/>
                </a:lnTo>
                <a:lnTo>
                  <a:pt x="1074237" y="100648"/>
                </a:lnTo>
                <a:lnTo>
                  <a:pt x="1074361" y="101370"/>
                </a:lnTo>
                <a:lnTo>
                  <a:pt x="1074493" y="102088"/>
                </a:lnTo>
                <a:lnTo>
                  <a:pt x="1074634" y="102801"/>
                </a:lnTo>
                <a:lnTo>
                  <a:pt x="1074784" y="103509"/>
                </a:lnTo>
                <a:lnTo>
                  <a:pt x="1074942" y="104212"/>
                </a:lnTo>
                <a:lnTo>
                  <a:pt x="1075109" y="104910"/>
                </a:lnTo>
                <a:lnTo>
                  <a:pt x="1075284" y="105604"/>
                </a:lnTo>
                <a:lnTo>
                  <a:pt x="1075468" y="106292"/>
                </a:lnTo>
                <a:lnTo>
                  <a:pt x="1075660" y="106975"/>
                </a:lnTo>
                <a:lnTo>
                  <a:pt x="1075861" y="107654"/>
                </a:lnTo>
                <a:lnTo>
                  <a:pt x="1076070" y="108326"/>
                </a:lnTo>
                <a:lnTo>
                  <a:pt x="1076286" y="108991"/>
                </a:lnTo>
                <a:lnTo>
                  <a:pt x="1076509" y="109649"/>
                </a:lnTo>
                <a:lnTo>
                  <a:pt x="1076740" y="110299"/>
                </a:lnTo>
                <a:lnTo>
                  <a:pt x="1076978" y="110942"/>
                </a:lnTo>
                <a:lnTo>
                  <a:pt x="1077223" y="111577"/>
                </a:lnTo>
                <a:lnTo>
                  <a:pt x="1077476" y="112205"/>
                </a:lnTo>
                <a:lnTo>
                  <a:pt x="1077736" y="112825"/>
                </a:lnTo>
                <a:lnTo>
                  <a:pt x="1078003" y="113438"/>
                </a:lnTo>
                <a:lnTo>
                  <a:pt x="1078277" y="114044"/>
                </a:lnTo>
                <a:lnTo>
                  <a:pt x="1078559" y="114642"/>
                </a:lnTo>
                <a:lnTo>
                  <a:pt x="1078848" y="115233"/>
                </a:lnTo>
                <a:lnTo>
                  <a:pt x="1079144" y="115816"/>
                </a:lnTo>
                <a:lnTo>
                  <a:pt x="1079448" y="116392"/>
                </a:lnTo>
                <a:lnTo>
                  <a:pt x="1079759" y="116960"/>
                </a:lnTo>
                <a:lnTo>
                  <a:pt x="1080077" y="117521"/>
                </a:lnTo>
                <a:lnTo>
                  <a:pt x="1080402" y="118075"/>
                </a:lnTo>
                <a:lnTo>
                  <a:pt x="1080735" y="118621"/>
                </a:lnTo>
                <a:lnTo>
                  <a:pt x="1081075" y="119159"/>
                </a:lnTo>
                <a:lnTo>
                  <a:pt x="1081422" y="119691"/>
                </a:lnTo>
                <a:lnTo>
                  <a:pt x="1081777" y="120214"/>
                </a:lnTo>
                <a:lnTo>
                  <a:pt x="1082139" y="120731"/>
                </a:lnTo>
                <a:lnTo>
                  <a:pt x="1082508" y="121240"/>
                </a:lnTo>
                <a:lnTo>
                  <a:pt x="1082885" y="121741"/>
                </a:lnTo>
                <a:lnTo>
                  <a:pt x="1083268" y="122235"/>
                </a:lnTo>
                <a:lnTo>
                  <a:pt x="1083657" y="122719"/>
                </a:lnTo>
                <a:lnTo>
                  <a:pt x="1084053" y="123193"/>
                </a:lnTo>
                <a:lnTo>
                  <a:pt x="1084454" y="123659"/>
                </a:lnTo>
                <a:lnTo>
                  <a:pt x="1084862" y="124115"/>
                </a:lnTo>
                <a:lnTo>
                  <a:pt x="1085276" y="124562"/>
                </a:lnTo>
                <a:lnTo>
                  <a:pt x="1085696" y="125000"/>
                </a:lnTo>
                <a:lnTo>
                  <a:pt x="1086123" y="125428"/>
                </a:lnTo>
                <a:lnTo>
                  <a:pt x="1086555" y="125847"/>
                </a:lnTo>
                <a:lnTo>
                  <a:pt x="1086994" y="126257"/>
                </a:lnTo>
                <a:lnTo>
                  <a:pt x="1087439" y="126658"/>
                </a:lnTo>
                <a:lnTo>
                  <a:pt x="1087890" y="127049"/>
                </a:lnTo>
                <a:lnTo>
                  <a:pt x="1088347" y="127432"/>
                </a:lnTo>
                <a:lnTo>
                  <a:pt x="1088810" y="127805"/>
                </a:lnTo>
                <a:lnTo>
                  <a:pt x="1089280" y="128168"/>
                </a:lnTo>
                <a:lnTo>
                  <a:pt x="1089756" y="128523"/>
                </a:lnTo>
                <a:lnTo>
                  <a:pt x="1090238" y="128868"/>
                </a:lnTo>
                <a:lnTo>
                  <a:pt x="1090726" y="129204"/>
                </a:lnTo>
                <a:lnTo>
                  <a:pt x="1091220" y="129531"/>
                </a:lnTo>
                <a:lnTo>
                  <a:pt x="1091720" y="129848"/>
                </a:lnTo>
                <a:lnTo>
                  <a:pt x="1092227" y="130156"/>
                </a:lnTo>
                <a:lnTo>
                  <a:pt x="1092739" y="130455"/>
                </a:lnTo>
                <a:lnTo>
                  <a:pt x="1093258" y="130745"/>
                </a:lnTo>
                <a:lnTo>
                  <a:pt x="1093783" y="131025"/>
                </a:lnTo>
                <a:lnTo>
                  <a:pt x="1094314" y="131295"/>
                </a:lnTo>
                <a:lnTo>
                  <a:pt x="1094849" y="131554"/>
                </a:lnTo>
                <a:lnTo>
                  <a:pt x="1095388" y="131801"/>
                </a:lnTo>
                <a:lnTo>
                  <a:pt x="1095933" y="132037"/>
                </a:lnTo>
                <a:lnTo>
                  <a:pt x="1096482" y="132261"/>
                </a:lnTo>
                <a:lnTo>
                  <a:pt x="1097035" y="132473"/>
                </a:lnTo>
                <a:lnTo>
                  <a:pt x="1097593" y="132675"/>
                </a:lnTo>
                <a:lnTo>
                  <a:pt x="1098156" y="132864"/>
                </a:lnTo>
                <a:lnTo>
                  <a:pt x="1098724" y="133042"/>
                </a:lnTo>
                <a:lnTo>
                  <a:pt x="1099296" y="133209"/>
                </a:lnTo>
                <a:lnTo>
                  <a:pt x="1099872" y="133364"/>
                </a:lnTo>
                <a:lnTo>
                  <a:pt x="1100454" y="133508"/>
                </a:lnTo>
                <a:lnTo>
                  <a:pt x="1101039" y="133640"/>
                </a:lnTo>
                <a:lnTo>
                  <a:pt x="1101630" y="133761"/>
                </a:lnTo>
                <a:lnTo>
                  <a:pt x="1102225" y="133870"/>
                </a:lnTo>
                <a:lnTo>
                  <a:pt x="1102825" y="133968"/>
                </a:lnTo>
                <a:lnTo>
                  <a:pt x="1103429" y="134054"/>
                </a:lnTo>
                <a:lnTo>
                  <a:pt x="1104038" y="134128"/>
                </a:lnTo>
                <a:lnTo>
                  <a:pt x="1104652" y="134192"/>
                </a:lnTo>
                <a:lnTo>
                  <a:pt x="1105270" y="134243"/>
                </a:lnTo>
                <a:lnTo>
                  <a:pt x="1105893" y="134284"/>
                </a:lnTo>
                <a:lnTo>
                  <a:pt x="1106521" y="134312"/>
                </a:lnTo>
                <a:lnTo>
                  <a:pt x="1107153" y="134330"/>
                </a:lnTo>
                <a:lnTo>
                  <a:pt x="1107790" y="134335"/>
                </a:lnTo>
                <a:lnTo>
                  <a:pt x="1108479" y="134330"/>
                </a:lnTo>
                <a:lnTo>
                  <a:pt x="1109161" y="134315"/>
                </a:lnTo>
                <a:lnTo>
                  <a:pt x="1109836" y="134291"/>
                </a:lnTo>
                <a:lnTo>
                  <a:pt x="1110503" y="134256"/>
                </a:lnTo>
                <a:lnTo>
                  <a:pt x="1111163" y="134211"/>
                </a:lnTo>
                <a:lnTo>
                  <a:pt x="1111816" y="134156"/>
                </a:lnTo>
                <a:lnTo>
                  <a:pt x="1112462" y="134092"/>
                </a:lnTo>
                <a:lnTo>
                  <a:pt x="1113100" y="134017"/>
                </a:lnTo>
                <a:lnTo>
                  <a:pt x="1113731" y="133932"/>
                </a:lnTo>
                <a:lnTo>
                  <a:pt x="1114355" y="133838"/>
                </a:lnTo>
                <a:lnTo>
                  <a:pt x="1114971" y="133733"/>
                </a:lnTo>
                <a:lnTo>
                  <a:pt x="1115580" y="133619"/>
                </a:lnTo>
                <a:lnTo>
                  <a:pt x="1116182" y="133494"/>
                </a:lnTo>
                <a:lnTo>
                  <a:pt x="1116777" y="133360"/>
                </a:lnTo>
                <a:lnTo>
                  <a:pt x="1117364" y="133216"/>
                </a:lnTo>
                <a:lnTo>
                  <a:pt x="1117944" y="133062"/>
                </a:lnTo>
                <a:lnTo>
                  <a:pt x="1118517" y="132897"/>
                </a:lnTo>
                <a:lnTo>
                  <a:pt x="1119082" y="132723"/>
                </a:lnTo>
                <a:lnTo>
                  <a:pt x="1119640" y="132539"/>
                </a:lnTo>
                <a:lnTo>
                  <a:pt x="1120191" y="132345"/>
                </a:lnTo>
                <a:lnTo>
                  <a:pt x="1120735" y="132141"/>
                </a:lnTo>
                <a:lnTo>
                  <a:pt x="1121271" y="131927"/>
                </a:lnTo>
                <a:lnTo>
                  <a:pt x="1121800" y="131703"/>
                </a:lnTo>
                <a:lnTo>
                  <a:pt x="1122321" y="131469"/>
                </a:lnTo>
                <a:lnTo>
                  <a:pt x="1122836" y="131226"/>
                </a:lnTo>
                <a:lnTo>
                  <a:pt x="1123344" y="130974"/>
                </a:lnTo>
                <a:lnTo>
                  <a:pt x="1123846" y="130713"/>
                </a:lnTo>
                <a:lnTo>
                  <a:pt x="1124341" y="130443"/>
                </a:lnTo>
                <a:lnTo>
                  <a:pt x="1124829" y="130165"/>
                </a:lnTo>
                <a:lnTo>
                  <a:pt x="1125311" y="129878"/>
                </a:lnTo>
                <a:lnTo>
                  <a:pt x="1125786" y="129581"/>
                </a:lnTo>
                <a:lnTo>
                  <a:pt x="1126255" y="129276"/>
                </a:lnTo>
                <a:lnTo>
                  <a:pt x="1126717" y="128962"/>
                </a:lnTo>
                <a:lnTo>
                  <a:pt x="1127172" y="128640"/>
                </a:lnTo>
                <a:lnTo>
                  <a:pt x="1127621" y="128308"/>
                </a:lnTo>
                <a:lnTo>
                  <a:pt x="1128063" y="127968"/>
                </a:lnTo>
                <a:lnTo>
                  <a:pt x="1128499" y="127619"/>
                </a:lnTo>
                <a:lnTo>
                  <a:pt x="1128928" y="127260"/>
                </a:lnTo>
                <a:lnTo>
                  <a:pt x="1129351" y="126894"/>
                </a:lnTo>
                <a:lnTo>
                  <a:pt x="1129767" y="126518"/>
                </a:lnTo>
                <a:lnTo>
                  <a:pt x="1130176" y="126133"/>
                </a:lnTo>
                <a:lnTo>
                  <a:pt x="1130579" y="125740"/>
                </a:lnTo>
                <a:lnTo>
                  <a:pt x="1130975" y="125338"/>
                </a:lnTo>
                <a:lnTo>
                  <a:pt x="1131364" y="124927"/>
                </a:lnTo>
                <a:lnTo>
                  <a:pt x="1131747" y="124507"/>
                </a:lnTo>
                <a:lnTo>
                  <a:pt x="1132124" y="124078"/>
                </a:lnTo>
                <a:lnTo>
                  <a:pt x="1132493" y="123641"/>
                </a:lnTo>
                <a:lnTo>
                  <a:pt x="1132747" y="123330"/>
                </a:lnTo>
                <a:lnTo>
                  <a:pt x="1133462" y="132721"/>
                </a:lnTo>
                <a:lnTo>
                  <a:pt x="1147186" y="132721"/>
                </a:lnTo>
                <a:lnTo>
                  <a:pt x="1147186" y="8719"/>
                </a:lnTo>
                <a:lnTo>
                  <a:pt x="1132170" y="8719"/>
                </a:lnTo>
                <a:lnTo>
                  <a:pt x="1132170" y="54102"/>
                </a:lnTo>
                <a:close/>
                <a:moveTo>
                  <a:pt x="1131684" y="109765"/>
                </a:moveTo>
                <a:lnTo>
                  <a:pt x="1131444" y="110197"/>
                </a:lnTo>
                <a:lnTo>
                  <a:pt x="1131198" y="110624"/>
                </a:lnTo>
                <a:lnTo>
                  <a:pt x="1130946" y="111044"/>
                </a:lnTo>
                <a:lnTo>
                  <a:pt x="1130688" y="111457"/>
                </a:lnTo>
                <a:lnTo>
                  <a:pt x="1130422" y="111863"/>
                </a:lnTo>
                <a:lnTo>
                  <a:pt x="1130151" y="112262"/>
                </a:lnTo>
                <a:lnTo>
                  <a:pt x="1129872" y="112654"/>
                </a:lnTo>
                <a:lnTo>
                  <a:pt x="1129587" y="113039"/>
                </a:lnTo>
                <a:lnTo>
                  <a:pt x="1129296" y="113417"/>
                </a:lnTo>
                <a:lnTo>
                  <a:pt x="1128997" y="113788"/>
                </a:lnTo>
                <a:lnTo>
                  <a:pt x="1128693" y="114152"/>
                </a:lnTo>
                <a:lnTo>
                  <a:pt x="1128381" y="114509"/>
                </a:lnTo>
                <a:lnTo>
                  <a:pt x="1128063" y="114859"/>
                </a:lnTo>
                <a:lnTo>
                  <a:pt x="1127739" y="115202"/>
                </a:lnTo>
                <a:lnTo>
                  <a:pt x="1127408" y="115538"/>
                </a:lnTo>
                <a:lnTo>
                  <a:pt x="1127070" y="115867"/>
                </a:lnTo>
                <a:lnTo>
                  <a:pt x="1126726" y="116189"/>
                </a:lnTo>
                <a:lnTo>
                  <a:pt x="1126375" y="116504"/>
                </a:lnTo>
                <a:lnTo>
                  <a:pt x="1126017" y="116812"/>
                </a:lnTo>
                <a:lnTo>
                  <a:pt x="1125653" y="117113"/>
                </a:lnTo>
                <a:lnTo>
                  <a:pt x="1125283" y="117407"/>
                </a:lnTo>
                <a:lnTo>
                  <a:pt x="1124905" y="117694"/>
                </a:lnTo>
                <a:lnTo>
                  <a:pt x="1124522" y="117973"/>
                </a:lnTo>
                <a:lnTo>
                  <a:pt x="1124131" y="118246"/>
                </a:lnTo>
                <a:lnTo>
                  <a:pt x="1123734" y="118512"/>
                </a:lnTo>
                <a:lnTo>
                  <a:pt x="1123329" y="118769"/>
                </a:lnTo>
                <a:lnTo>
                  <a:pt x="1122915" y="119015"/>
                </a:lnTo>
                <a:lnTo>
                  <a:pt x="1122492" y="119250"/>
                </a:lnTo>
                <a:lnTo>
                  <a:pt x="1122060" y="119474"/>
                </a:lnTo>
                <a:lnTo>
                  <a:pt x="1121619" y="119687"/>
                </a:lnTo>
                <a:lnTo>
                  <a:pt x="1121168" y="119890"/>
                </a:lnTo>
                <a:lnTo>
                  <a:pt x="1120709" y="120081"/>
                </a:lnTo>
                <a:lnTo>
                  <a:pt x="1120240" y="120261"/>
                </a:lnTo>
                <a:lnTo>
                  <a:pt x="1119763" y="120431"/>
                </a:lnTo>
                <a:lnTo>
                  <a:pt x="1119276" y="120589"/>
                </a:lnTo>
                <a:lnTo>
                  <a:pt x="1118780" y="120737"/>
                </a:lnTo>
                <a:lnTo>
                  <a:pt x="1118275" y="120874"/>
                </a:lnTo>
                <a:lnTo>
                  <a:pt x="1117761" y="120999"/>
                </a:lnTo>
                <a:lnTo>
                  <a:pt x="1117237" y="121114"/>
                </a:lnTo>
                <a:lnTo>
                  <a:pt x="1116705" y="121218"/>
                </a:lnTo>
                <a:lnTo>
                  <a:pt x="1116163" y="121311"/>
                </a:lnTo>
                <a:lnTo>
                  <a:pt x="1115613" y="121393"/>
                </a:lnTo>
                <a:lnTo>
                  <a:pt x="1115053" y="121464"/>
                </a:lnTo>
                <a:lnTo>
                  <a:pt x="1114484" y="121524"/>
                </a:lnTo>
                <a:lnTo>
                  <a:pt x="1113906" y="121573"/>
                </a:lnTo>
                <a:lnTo>
                  <a:pt x="1113319" y="121611"/>
                </a:lnTo>
                <a:lnTo>
                  <a:pt x="1112723" y="121639"/>
                </a:lnTo>
                <a:lnTo>
                  <a:pt x="1112118" y="121655"/>
                </a:lnTo>
                <a:lnTo>
                  <a:pt x="1111504" y="121661"/>
                </a:lnTo>
                <a:lnTo>
                  <a:pt x="1111002" y="121656"/>
                </a:lnTo>
                <a:lnTo>
                  <a:pt x="1110506" y="121644"/>
                </a:lnTo>
                <a:lnTo>
                  <a:pt x="1110016" y="121622"/>
                </a:lnTo>
                <a:lnTo>
                  <a:pt x="1109532" y="121592"/>
                </a:lnTo>
                <a:lnTo>
                  <a:pt x="1109054" y="121554"/>
                </a:lnTo>
                <a:lnTo>
                  <a:pt x="1108582" y="121507"/>
                </a:lnTo>
                <a:lnTo>
                  <a:pt x="1108116" y="121451"/>
                </a:lnTo>
                <a:lnTo>
                  <a:pt x="1107655" y="121387"/>
                </a:lnTo>
                <a:lnTo>
                  <a:pt x="1107201" y="121314"/>
                </a:lnTo>
                <a:lnTo>
                  <a:pt x="1106752" y="121233"/>
                </a:lnTo>
                <a:lnTo>
                  <a:pt x="1106309" y="121143"/>
                </a:lnTo>
                <a:lnTo>
                  <a:pt x="1105873" y="121045"/>
                </a:lnTo>
                <a:lnTo>
                  <a:pt x="1105442" y="120938"/>
                </a:lnTo>
                <a:lnTo>
                  <a:pt x="1105016" y="120823"/>
                </a:lnTo>
                <a:lnTo>
                  <a:pt x="1104597" y="120699"/>
                </a:lnTo>
                <a:lnTo>
                  <a:pt x="1104184" y="120566"/>
                </a:lnTo>
                <a:lnTo>
                  <a:pt x="1103777" y="120425"/>
                </a:lnTo>
                <a:lnTo>
                  <a:pt x="1103375" y="120276"/>
                </a:lnTo>
                <a:lnTo>
                  <a:pt x="1102979" y="120117"/>
                </a:lnTo>
                <a:lnTo>
                  <a:pt x="1102590" y="119951"/>
                </a:lnTo>
                <a:lnTo>
                  <a:pt x="1102206" y="119775"/>
                </a:lnTo>
                <a:lnTo>
                  <a:pt x="1101828" y="119592"/>
                </a:lnTo>
                <a:lnTo>
                  <a:pt x="1101456" y="119399"/>
                </a:lnTo>
                <a:lnTo>
                  <a:pt x="1101089" y="119198"/>
                </a:lnTo>
                <a:lnTo>
                  <a:pt x="1100729" y="118990"/>
                </a:lnTo>
                <a:lnTo>
                  <a:pt x="1100373" y="118775"/>
                </a:lnTo>
                <a:lnTo>
                  <a:pt x="1100023" y="118553"/>
                </a:lnTo>
                <a:lnTo>
                  <a:pt x="1099679" y="118325"/>
                </a:lnTo>
                <a:lnTo>
                  <a:pt x="1099339" y="118090"/>
                </a:lnTo>
                <a:lnTo>
                  <a:pt x="1099005" y="117849"/>
                </a:lnTo>
                <a:lnTo>
                  <a:pt x="1098677" y="117601"/>
                </a:lnTo>
                <a:lnTo>
                  <a:pt x="1098353" y="117346"/>
                </a:lnTo>
                <a:lnTo>
                  <a:pt x="1098035" y="117085"/>
                </a:lnTo>
                <a:lnTo>
                  <a:pt x="1097723" y="116817"/>
                </a:lnTo>
                <a:lnTo>
                  <a:pt x="1097415" y="116543"/>
                </a:lnTo>
                <a:lnTo>
                  <a:pt x="1097113" y="116262"/>
                </a:lnTo>
                <a:lnTo>
                  <a:pt x="1096817" y="115974"/>
                </a:lnTo>
                <a:lnTo>
                  <a:pt x="1096525" y="115680"/>
                </a:lnTo>
                <a:lnTo>
                  <a:pt x="1096239" y="115379"/>
                </a:lnTo>
                <a:lnTo>
                  <a:pt x="1095958" y="115072"/>
                </a:lnTo>
                <a:lnTo>
                  <a:pt x="1095683" y="114758"/>
                </a:lnTo>
                <a:lnTo>
                  <a:pt x="1095413" y="114438"/>
                </a:lnTo>
                <a:lnTo>
                  <a:pt x="1095148" y="114111"/>
                </a:lnTo>
                <a:lnTo>
                  <a:pt x="1094889" y="113777"/>
                </a:lnTo>
                <a:lnTo>
                  <a:pt x="1094635" y="113437"/>
                </a:lnTo>
                <a:lnTo>
                  <a:pt x="1094386" y="113090"/>
                </a:lnTo>
                <a:lnTo>
                  <a:pt x="1094142" y="112737"/>
                </a:lnTo>
                <a:lnTo>
                  <a:pt x="1093904" y="112377"/>
                </a:lnTo>
                <a:lnTo>
                  <a:pt x="1093671" y="112011"/>
                </a:lnTo>
                <a:lnTo>
                  <a:pt x="1093444" y="111641"/>
                </a:lnTo>
                <a:lnTo>
                  <a:pt x="1093221" y="111265"/>
                </a:lnTo>
                <a:lnTo>
                  <a:pt x="1093004" y="110885"/>
                </a:lnTo>
                <a:lnTo>
                  <a:pt x="1092792" y="110501"/>
                </a:lnTo>
                <a:lnTo>
                  <a:pt x="1092585" y="110111"/>
                </a:lnTo>
                <a:lnTo>
                  <a:pt x="1092383" y="109717"/>
                </a:lnTo>
                <a:lnTo>
                  <a:pt x="1092187" y="109318"/>
                </a:lnTo>
                <a:lnTo>
                  <a:pt x="1091995" y="108914"/>
                </a:lnTo>
                <a:lnTo>
                  <a:pt x="1091809" y="108506"/>
                </a:lnTo>
                <a:lnTo>
                  <a:pt x="1091628" y="108092"/>
                </a:lnTo>
                <a:lnTo>
                  <a:pt x="1091452" y="107674"/>
                </a:lnTo>
                <a:lnTo>
                  <a:pt x="1091281" y="107251"/>
                </a:lnTo>
                <a:lnTo>
                  <a:pt x="1091116" y="106824"/>
                </a:lnTo>
                <a:lnTo>
                  <a:pt x="1090956" y="106391"/>
                </a:lnTo>
                <a:lnTo>
                  <a:pt x="1090801" y="105954"/>
                </a:lnTo>
                <a:lnTo>
                  <a:pt x="1090651" y="105512"/>
                </a:lnTo>
                <a:lnTo>
                  <a:pt x="1090506" y="105066"/>
                </a:lnTo>
                <a:lnTo>
                  <a:pt x="1090367" y="104614"/>
                </a:lnTo>
                <a:lnTo>
                  <a:pt x="1090232" y="104158"/>
                </a:lnTo>
                <a:lnTo>
                  <a:pt x="1090103" y="103697"/>
                </a:lnTo>
                <a:lnTo>
                  <a:pt x="1089979" y="103231"/>
                </a:lnTo>
                <a:lnTo>
                  <a:pt x="1089860" y="102761"/>
                </a:lnTo>
                <a:lnTo>
                  <a:pt x="1089747" y="102285"/>
                </a:lnTo>
                <a:lnTo>
                  <a:pt x="1089638" y="101806"/>
                </a:lnTo>
                <a:lnTo>
                  <a:pt x="1089534" y="101324"/>
                </a:lnTo>
                <a:lnTo>
                  <a:pt x="1089434" y="100840"/>
                </a:lnTo>
                <a:lnTo>
                  <a:pt x="1089340" y="100352"/>
                </a:lnTo>
                <a:lnTo>
                  <a:pt x="1089249" y="99862"/>
                </a:lnTo>
                <a:lnTo>
                  <a:pt x="1089164" y="99369"/>
                </a:lnTo>
                <a:lnTo>
                  <a:pt x="1089083" y="98873"/>
                </a:lnTo>
                <a:lnTo>
                  <a:pt x="1089007" y="98374"/>
                </a:lnTo>
                <a:lnTo>
                  <a:pt x="1088935" y="97873"/>
                </a:lnTo>
                <a:lnTo>
                  <a:pt x="1088868" y="97369"/>
                </a:lnTo>
                <a:lnTo>
                  <a:pt x="1088805" y="96862"/>
                </a:lnTo>
                <a:lnTo>
                  <a:pt x="1088748" y="96352"/>
                </a:lnTo>
                <a:lnTo>
                  <a:pt x="1088694" y="95839"/>
                </a:lnTo>
                <a:lnTo>
                  <a:pt x="1088646" y="95324"/>
                </a:lnTo>
                <a:lnTo>
                  <a:pt x="1088602" y="94805"/>
                </a:lnTo>
                <a:lnTo>
                  <a:pt x="1088563" y="94284"/>
                </a:lnTo>
                <a:lnTo>
                  <a:pt x="1088528" y="93760"/>
                </a:lnTo>
                <a:lnTo>
                  <a:pt x="1088498" y="93233"/>
                </a:lnTo>
                <a:lnTo>
                  <a:pt x="1088472" y="92704"/>
                </a:lnTo>
                <a:lnTo>
                  <a:pt x="1088452" y="92172"/>
                </a:lnTo>
                <a:lnTo>
                  <a:pt x="1088435" y="91637"/>
                </a:lnTo>
                <a:lnTo>
                  <a:pt x="1088424" y="91099"/>
                </a:lnTo>
                <a:lnTo>
                  <a:pt x="1088417" y="90558"/>
                </a:lnTo>
                <a:lnTo>
                  <a:pt x="1088415" y="90014"/>
                </a:lnTo>
                <a:lnTo>
                  <a:pt x="1088415" y="88319"/>
                </a:lnTo>
                <a:lnTo>
                  <a:pt x="1088417" y="87775"/>
                </a:lnTo>
                <a:lnTo>
                  <a:pt x="1088424" y="87234"/>
                </a:lnTo>
                <a:lnTo>
                  <a:pt x="1088435" y="86696"/>
                </a:lnTo>
                <a:lnTo>
                  <a:pt x="1088452" y="86161"/>
                </a:lnTo>
                <a:lnTo>
                  <a:pt x="1088472" y="85628"/>
                </a:lnTo>
                <a:lnTo>
                  <a:pt x="1088498" y="85097"/>
                </a:lnTo>
                <a:lnTo>
                  <a:pt x="1088528" y="84570"/>
                </a:lnTo>
                <a:lnTo>
                  <a:pt x="1088563" y="84045"/>
                </a:lnTo>
                <a:lnTo>
                  <a:pt x="1088602" y="83523"/>
                </a:lnTo>
                <a:lnTo>
                  <a:pt x="1088646" y="83003"/>
                </a:lnTo>
                <a:lnTo>
                  <a:pt x="1088694" y="82486"/>
                </a:lnTo>
                <a:lnTo>
                  <a:pt x="1088748" y="81972"/>
                </a:lnTo>
                <a:lnTo>
                  <a:pt x="1088805" y="81460"/>
                </a:lnTo>
                <a:lnTo>
                  <a:pt x="1088868" y="80951"/>
                </a:lnTo>
                <a:lnTo>
                  <a:pt x="1088935" y="80445"/>
                </a:lnTo>
                <a:lnTo>
                  <a:pt x="1089007" y="79941"/>
                </a:lnTo>
                <a:lnTo>
                  <a:pt x="1089083" y="79440"/>
                </a:lnTo>
                <a:lnTo>
                  <a:pt x="1089164" y="78942"/>
                </a:lnTo>
                <a:lnTo>
                  <a:pt x="1089249" y="78446"/>
                </a:lnTo>
                <a:lnTo>
                  <a:pt x="1089340" y="77953"/>
                </a:lnTo>
                <a:lnTo>
                  <a:pt x="1089434" y="77463"/>
                </a:lnTo>
                <a:lnTo>
                  <a:pt x="1089534" y="76975"/>
                </a:lnTo>
                <a:lnTo>
                  <a:pt x="1089638" y="76490"/>
                </a:lnTo>
                <a:lnTo>
                  <a:pt x="1089747" y="76008"/>
                </a:lnTo>
                <a:lnTo>
                  <a:pt x="1089860" y="75529"/>
                </a:lnTo>
                <a:lnTo>
                  <a:pt x="1089979" y="75055"/>
                </a:lnTo>
                <a:lnTo>
                  <a:pt x="1090103" y="74586"/>
                </a:lnTo>
                <a:lnTo>
                  <a:pt x="1090232" y="74122"/>
                </a:lnTo>
                <a:lnTo>
                  <a:pt x="1090367" y="73662"/>
                </a:lnTo>
                <a:lnTo>
                  <a:pt x="1090506" y="73207"/>
                </a:lnTo>
                <a:lnTo>
                  <a:pt x="1090651" y="72757"/>
                </a:lnTo>
                <a:lnTo>
                  <a:pt x="1090801" y="72312"/>
                </a:lnTo>
                <a:lnTo>
                  <a:pt x="1090956" y="71871"/>
                </a:lnTo>
                <a:lnTo>
                  <a:pt x="1091116" y="71436"/>
                </a:lnTo>
                <a:lnTo>
                  <a:pt x="1091281" y="71005"/>
                </a:lnTo>
                <a:lnTo>
                  <a:pt x="1091452" y="70579"/>
                </a:lnTo>
                <a:lnTo>
                  <a:pt x="1091628" y="70157"/>
                </a:lnTo>
                <a:lnTo>
                  <a:pt x="1091809" y="69740"/>
                </a:lnTo>
                <a:lnTo>
                  <a:pt x="1091995" y="69328"/>
                </a:lnTo>
                <a:lnTo>
                  <a:pt x="1092187" y="68921"/>
                </a:lnTo>
                <a:lnTo>
                  <a:pt x="1092383" y="68519"/>
                </a:lnTo>
                <a:lnTo>
                  <a:pt x="1092585" y="68121"/>
                </a:lnTo>
                <a:lnTo>
                  <a:pt x="1092792" y="67728"/>
                </a:lnTo>
                <a:lnTo>
                  <a:pt x="1093004" y="67340"/>
                </a:lnTo>
                <a:lnTo>
                  <a:pt x="1093221" y="66957"/>
                </a:lnTo>
                <a:lnTo>
                  <a:pt x="1093444" y="66578"/>
                </a:lnTo>
                <a:lnTo>
                  <a:pt x="1093671" y="66205"/>
                </a:lnTo>
                <a:lnTo>
                  <a:pt x="1093904" y="65836"/>
                </a:lnTo>
                <a:lnTo>
                  <a:pt x="1094142" y="65472"/>
                </a:lnTo>
                <a:lnTo>
                  <a:pt x="1094386" y="65115"/>
                </a:lnTo>
                <a:lnTo>
                  <a:pt x="1094635" y="64765"/>
                </a:lnTo>
                <a:lnTo>
                  <a:pt x="1094890" y="64421"/>
                </a:lnTo>
                <a:lnTo>
                  <a:pt x="1095150" y="64083"/>
                </a:lnTo>
                <a:lnTo>
                  <a:pt x="1095415" y="63752"/>
                </a:lnTo>
                <a:lnTo>
                  <a:pt x="1095686" y="63427"/>
                </a:lnTo>
                <a:lnTo>
                  <a:pt x="1095963" y="63109"/>
                </a:lnTo>
                <a:lnTo>
                  <a:pt x="1096245" y="62797"/>
                </a:lnTo>
                <a:lnTo>
                  <a:pt x="1096532" y="62491"/>
                </a:lnTo>
                <a:lnTo>
                  <a:pt x="1096825" y="62193"/>
                </a:lnTo>
                <a:lnTo>
                  <a:pt x="1097123" y="61900"/>
                </a:lnTo>
                <a:lnTo>
                  <a:pt x="1097427" y="61614"/>
                </a:lnTo>
                <a:lnTo>
                  <a:pt x="1097736" y="61334"/>
                </a:lnTo>
                <a:lnTo>
                  <a:pt x="1098051" y="61061"/>
                </a:lnTo>
                <a:lnTo>
                  <a:pt x="1098371" y="60794"/>
                </a:lnTo>
                <a:lnTo>
                  <a:pt x="1098697" y="60534"/>
                </a:lnTo>
                <a:lnTo>
                  <a:pt x="1099028" y="60280"/>
                </a:lnTo>
                <a:lnTo>
                  <a:pt x="1099365" y="60033"/>
                </a:lnTo>
                <a:lnTo>
                  <a:pt x="1099707" y="59792"/>
                </a:lnTo>
                <a:lnTo>
                  <a:pt x="1100054" y="59558"/>
                </a:lnTo>
                <a:lnTo>
                  <a:pt x="1100407" y="59330"/>
                </a:lnTo>
                <a:lnTo>
                  <a:pt x="1100766" y="59108"/>
                </a:lnTo>
                <a:lnTo>
                  <a:pt x="1101130" y="58893"/>
                </a:lnTo>
                <a:lnTo>
                  <a:pt x="1101499" y="58685"/>
                </a:lnTo>
                <a:lnTo>
                  <a:pt x="1101875" y="58487"/>
                </a:lnTo>
                <a:lnTo>
                  <a:pt x="1102257" y="58297"/>
                </a:lnTo>
                <a:lnTo>
                  <a:pt x="1102644" y="58116"/>
                </a:lnTo>
                <a:lnTo>
                  <a:pt x="1103038" y="57944"/>
                </a:lnTo>
                <a:lnTo>
                  <a:pt x="1103438" y="57780"/>
                </a:lnTo>
                <a:lnTo>
                  <a:pt x="1103844" y="57626"/>
                </a:lnTo>
                <a:lnTo>
                  <a:pt x="1104256" y="57480"/>
                </a:lnTo>
                <a:lnTo>
                  <a:pt x="1104674" y="57343"/>
                </a:lnTo>
                <a:lnTo>
                  <a:pt x="1105098" y="57215"/>
                </a:lnTo>
                <a:lnTo>
                  <a:pt x="1105527" y="57096"/>
                </a:lnTo>
                <a:lnTo>
                  <a:pt x="1105963" y="56986"/>
                </a:lnTo>
                <a:lnTo>
                  <a:pt x="1106405" y="56884"/>
                </a:lnTo>
                <a:lnTo>
                  <a:pt x="1106853" y="56791"/>
                </a:lnTo>
                <a:lnTo>
                  <a:pt x="1107307" y="56707"/>
                </a:lnTo>
                <a:lnTo>
                  <a:pt x="1107767" y="56632"/>
                </a:lnTo>
                <a:lnTo>
                  <a:pt x="1108234" y="56566"/>
                </a:lnTo>
                <a:lnTo>
                  <a:pt x="1108706" y="56509"/>
                </a:lnTo>
                <a:lnTo>
                  <a:pt x="1109184" y="56460"/>
                </a:lnTo>
                <a:lnTo>
                  <a:pt x="1109668" y="56420"/>
                </a:lnTo>
                <a:lnTo>
                  <a:pt x="1110158" y="56390"/>
                </a:lnTo>
                <a:lnTo>
                  <a:pt x="1110654" y="56367"/>
                </a:lnTo>
                <a:lnTo>
                  <a:pt x="1111157" y="56354"/>
                </a:lnTo>
                <a:lnTo>
                  <a:pt x="1111665" y="56350"/>
                </a:lnTo>
                <a:lnTo>
                  <a:pt x="1112133" y="56353"/>
                </a:lnTo>
                <a:lnTo>
                  <a:pt x="1112596" y="56363"/>
                </a:lnTo>
                <a:lnTo>
                  <a:pt x="1113054" y="56380"/>
                </a:lnTo>
                <a:lnTo>
                  <a:pt x="1113507" y="56404"/>
                </a:lnTo>
                <a:lnTo>
                  <a:pt x="1113955" y="56434"/>
                </a:lnTo>
                <a:lnTo>
                  <a:pt x="1114397" y="56471"/>
                </a:lnTo>
                <a:lnTo>
                  <a:pt x="1114834" y="56515"/>
                </a:lnTo>
                <a:lnTo>
                  <a:pt x="1115266" y="56565"/>
                </a:lnTo>
                <a:lnTo>
                  <a:pt x="1115693" y="56622"/>
                </a:lnTo>
                <a:lnTo>
                  <a:pt x="1116115" y="56686"/>
                </a:lnTo>
                <a:lnTo>
                  <a:pt x="1116531" y="56757"/>
                </a:lnTo>
                <a:lnTo>
                  <a:pt x="1116943" y="56834"/>
                </a:lnTo>
                <a:lnTo>
                  <a:pt x="1117349" y="56918"/>
                </a:lnTo>
                <a:lnTo>
                  <a:pt x="1117750" y="57009"/>
                </a:lnTo>
                <a:lnTo>
                  <a:pt x="1118145" y="57107"/>
                </a:lnTo>
                <a:lnTo>
                  <a:pt x="1118536" y="57211"/>
                </a:lnTo>
                <a:lnTo>
                  <a:pt x="1118921" y="57322"/>
                </a:lnTo>
                <a:lnTo>
                  <a:pt x="1119302" y="57440"/>
                </a:lnTo>
                <a:lnTo>
                  <a:pt x="1119677" y="57564"/>
                </a:lnTo>
                <a:lnTo>
                  <a:pt x="1120046" y="57695"/>
                </a:lnTo>
                <a:lnTo>
                  <a:pt x="1120411" y="57833"/>
                </a:lnTo>
                <a:lnTo>
                  <a:pt x="1120770" y="57978"/>
                </a:lnTo>
                <a:lnTo>
                  <a:pt x="1121125" y="58129"/>
                </a:lnTo>
                <a:lnTo>
                  <a:pt x="1121474" y="58287"/>
                </a:lnTo>
                <a:lnTo>
                  <a:pt x="1121818" y="58451"/>
                </a:lnTo>
                <a:lnTo>
                  <a:pt x="1122158" y="58620"/>
                </a:lnTo>
                <a:lnTo>
                  <a:pt x="1122493" y="58793"/>
                </a:lnTo>
                <a:lnTo>
                  <a:pt x="1122824" y="58970"/>
                </a:lnTo>
                <a:lnTo>
                  <a:pt x="1123150" y="59152"/>
                </a:lnTo>
                <a:lnTo>
                  <a:pt x="1123472" y="59339"/>
                </a:lnTo>
                <a:lnTo>
                  <a:pt x="1123789" y="59531"/>
                </a:lnTo>
                <a:lnTo>
                  <a:pt x="1124102" y="59727"/>
                </a:lnTo>
                <a:lnTo>
                  <a:pt x="1124410" y="59928"/>
                </a:lnTo>
                <a:lnTo>
                  <a:pt x="1124714" y="60133"/>
                </a:lnTo>
                <a:lnTo>
                  <a:pt x="1125014" y="60343"/>
                </a:lnTo>
                <a:lnTo>
                  <a:pt x="1125308" y="60558"/>
                </a:lnTo>
                <a:lnTo>
                  <a:pt x="1125599" y="60777"/>
                </a:lnTo>
                <a:lnTo>
                  <a:pt x="1125885" y="61001"/>
                </a:lnTo>
                <a:lnTo>
                  <a:pt x="1126166" y="61230"/>
                </a:lnTo>
                <a:lnTo>
                  <a:pt x="1126443" y="61463"/>
                </a:lnTo>
                <a:lnTo>
                  <a:pt x="1126716" y="61700"/>
                </a:lnTo>
                <a:lnTo>
                  <a:pt x="1126984" y="61943"/>
                </a:lnTo>
                <a:lnTo>
                  <a:pt x="1127247" y="62190"/>
                </a:lnTo>
                <a:lnTo>
                  <a:pt x="1127506" y="62442"/>
                </a:lnTo>
                <a:lnTo>
                  <a:pt x="1127761" y="62698"/>
                </a:lnTo>
                <a:lnTo>
                  <a:pt x="1128011" y="62959"/>
                </a:lnTo>
                <a:lnTo>
                  <a:pt x="1128256" y="63224"/>
                </a:lnTo>
                <a:lnTo>
                  <a:pt x="1128497" y="63494"/>
                </a:lnTo>
                <a:lnTo>
                  <a:pt x="1128734" y="63768"/>
                </a:lnTo>
                <a:lnTo>
                  <a:pt x="1128968" y="64046"/>
                </a:lnTo>
                <a:lnTo>
                  <a:pt x="1129197" y="64326"/>
                </a:lnTo>
                <a:lnTo>
                  <a:pt x="1129423" y="64609"/>
                </a:lnTo>
                <a:lnTo>
                  <a:pt x="1129646" y="64895"/>
                </a:lnTo>
                <a:lnTo>
                  <a:pt x="1129865" y="65185"/>
                </a:lnTo>
                <a:lnTo>
                  <a:pt x="1130080" y="65477"/>
                </a:lnTo>
                <a:lnTo>
                  <a:pt x="1130291" y="65773"/>
                </a:lnTo>
                <a:lnTo>
                  <a:pt x="1130499" y="66072"/>
                </a:lnTo>
                <a:lnTo>
                  <a:pt x="1130703" y="66373"/>
                </a:lnTo>
                <a:lnTo>
                  <a:pt x="1130904" y="66678"/>
                </a:lnTo>
                <a:lnTo>
                  <a:pt x="1131101" y="66986"/>
                </a:lnTo>
                <a:lnTo>
                  <a:pt x="1131294" y="67297"/>
                </a:lnTo>
                <a:lnTo>
                  <a:pt x="1131484" y="67611"/>
                </a:lnTo>
                <a:lnTo>
                  <a:pt x="1131670" y="67928"/>
                </a:lnTo>
                <a:lnTo>
                  <a:pt x="1131852" y="68249"/>
                </a:lnTo>
                <a:lnTo>
                  <a:pt x="1132031" y="68572"/>
                </a:lnTo>
                <a:lnTo>
                  <a:pt x="1132170" y="68832"/>
                </a:lnTo>
                <a:lnTo>
                  <a:pt x="1132170" y="108852"/>
                </a:lnTo>
                <a:lnTo>
                  <a:pt x="1132150" y="108891"/>
                </a:lnTo>
                <a:lnTo>
                  <a:pt x="1131919" y="109330"/>
                </a:lnTo>
                <a:lnTo>
                  <a:pt x="1131684" y="109765"/>
                </a:lnTo>
                <a:close/>
                <a:moveTo>
                  <a:pt x="939613" y="15177"/>
                </a:moveTo>
                <a:lnTo>
                  <a:pt x="922740" y="15177"/>
                </a:lnTo>
                <a:lnTo>
                  <a:pt x="966173" y="132721"/>
                </a:lnTo>
                <a:lnTo>
                  <a:pt x="967949" y="132721"/>
                </a:lnTo>
                <a:lnTo>
                  <a:pt x="978202" y="132721"/>
                </a:lnTo>
                <a:lnTo>
                  <a:pt x="979978" y="132721"/>
                </a:lnTo>
                <a:lnTo>
                  <a:pt x="1023492" y="15177"/>
                </a:lnTo>
                <a:lnTo>
                  <a:pt x="1006619" y="15177"/>
                </a:lnTo>
                <a:lnTo>
                  <a:pt x="972959" y="112077"/>
                </a:lnTo>
                <a:lnTo>
                  <a:pt x="939613" y="15177"/>
                </a:lnTo>
                <a:close/>
                <a:moveTo>
                  <a:pt x="1456692" y="80247"/>
                </a:moveTo>
                <a:lnTo>
                  <a:pt x="1457287" y="79947"/>
                </a:lnTo>
                <a:lnTo>
                  <a:pt x="1457874" y="79639"/>
                </a:lnTo>
                <a:lnTo>
                  <a:pt x="1458452" y="79322"/>
                </a:lnTo>
                <a:lnTo>
                  <a:pt x="1459022" y="78997"/>
                </a:lnTo>
                <a:lnTo>
                  <a:pt x="1459583" y="78664"/>
                </a:lnTo>
                <a:lnTo>
                  <a:pt x="1460137" y="78323"/>
                </a:lnTo>
                <a:lnTo>
                  <a:pt x="1460682" y="77973"/>
                </a:lnTo>
                <a:lnTo>
                  <a:pt x="1461219" y="77615"/>
                </a:lnTo>
                <a:lnTo>
                  <a:pt x="1461748" y="77249"/>
                </a:lnTo>
                <a:lnTo>
                  <a:pt x="1462268" y="76875"/>
                </a:lnTo>
                <a:lnTo>
                  <a:pt x="1462780" y="76492"/>
                </a:lnTo>
                <a:lnTo>
                  <a:pt x="1463283" y="76102"/>
                </a:lnTo>
                <a:lnTo>
                  <a:pt x="1463776" y="75704"/>
                </a:lnTo>
                <a:lnTo>
                  <a:pt x="1464260" y="75300"/>
                </a:lnTo>
                <a:lnTo>
                  <a:pt x="1464733" y="74889"/>
                </a:lnTo>
                <a:lnTo>
                  <a:pt x="1465197" y="74470"/>
                </a:lnTo>
                <a:lnTo>
                  <a:pt x="1465651" y="74045"/>
                </a:lnTo>
                <a:lnTo>
                  <a:pt x="1466095" y="73613"/>
                </a:lnTo>
                <a:lnTo>
                  <a:pt x="1466529" y="73173"/>
                </a:lnTo>
                <a:lnTo>
                  <a:pt x="1466954" y="72727"/>
                </a:lnTo>
                <a:lnTo>
                  <a:pt x="1467369" y="72273"/>
                </a:lnTo>
                <a:lnTo>
                  <a:pt x="1467774" y="71813"/>
                </a:lnTo>
                <a:lnTo>
                  <a:pt x="1468169" y="71345"/>
                </a:lnTo>
                <a:lnTo>
                  <a:pt x="1468554" y="70871"/>
                </a:lnTo>
                <a:lnTo>
                  <a:pt x="1468929" y="70390"/>
                </a:lnTo>
                <a:lnTo>
                  <a:pt x="1469295" y="69901"/>
                </a:lnTo>
                <a:lnTo>
                  <a:pt x="1469651" y="69406"/>
                </a:lnTo>
                <a:lnTo>
                  <a:pt x="1469997" y="68903"/>
                </a:lnTo>
                <a:lnTo>
                  <a:pt x="1470333" y="68394"/>
                </a:lnTo>
                <a:lnTo>
                  <a:pt x="1470660" y="67877"/>
                </a:lnTo>
                <a:lnTo>
                  <a:pt x="1470976" y="67354"/>
                </a:lnTo>
                <a:lnTo>
                  <a:pt x="1471283" y="66823"/>
                </a:lnTo>
                <a:lnTo>
                  <a:pt x="1471580" y="66286"/>
                </a:lnTo>
                <a:lnTo>
                  <a:pt x="1471867" y="65741"/>
                </a:lnTo>
                <a:lnTo>
                  <a:pt x="1472145" y="65190"/>
                </a:lnTo>
                <a:lnTo>
                  <a:pt x="1472411" y="64632"/>
                </a:lnTo>
                <a:lnTo>
                  <a:pt x="1472667" y="64070"/>
                </a:lnTo>
                <a:lnTo>
                  <a:pt x="1472911" y="63503"/>
                </a:lnTo>
                <a:lnTo>
                  <a:pt x="1473144" y="62930"/>
                </a:lnTo>
                <a:lnTo>
                  <a:pt x="1473365" y="62353"/>
                </a:lnTo>
                <a:lnTo>
                  <a:pt x="1473575" y="61771"/>
                </a:lnTo>
                <a:lnTo>
                  <a:pt x="1473774" y="61184"/>
                </a:lnTo>
                <a:lnTo>
                  <a:pt x="1473961" y="60593"/>
                </a:lnTo>
                <a:lnTo>
                  <a:pt x="1474137" y="59996"/>
                </a:lnTo>
                <a:lnTo>
                  <a:pt x="1474302" y="59394"/>
                </a:lnTo>
                <a:lnTo>
                  <a:pt x="1474455" y="58788"/>
                </a:lnTo>
                <a:lnTo>
                  <a:pt x="1474597" y="58176"/>
                </a:lnTo>
                <a:lnTo>
                  <a:pt x="1474727" y="57560"/>
                </a:lnTo>
                <a:lnTo>
                  <a:pt x="1474847" y="56939"/>
                </a:lnTo>
                <a:lnTo>
                  <a:pt x="1474954" y="56313"/>
                </a:lnTo>
                <a:lnTo>
                  <a:pt x="1475051" y="55682"/>
                </a:lnTo>
                <a:lnTo>
                  <a:pt x="1475136" y="55046"/>
                </a:lnTo>
                <a:lnTo>
                  <a:pt x="1475210" y="54405"/>
                </a:lnTo>
                <a:lnTo>
                  <a:pt x="1475272" y="53759"/>
                </a:lnTo>
                <a:lnTo>
                  <a:pt x="1475323" y="53108"/>
                </a:lnTo>
                <a:lnTo>
                  <a:pt x="1475363" y="52453"/>
                </a:lnTo>
                <a:lnTo>
                  <a:pt x="1475392" y="51792"/>
                </a:lnTo>
                <a:lnTo>
                  <a:pt x="1475409" y="51127"/>
                </a:lnTo>
                <a:lnTo>
                  <a:pt x="1475414" y="50456"/>
                </a:lnTo>
                <a:lnTo>
                  <a:pt x="1475406" y="49507"/>
                </a:lnTo>
                <a:lnTo>
                  <a:pt x="1475381" y="48571"/>
                </a:lnTo>
                <a:lnTo>
                  <a:pt x="1475339" y="47647"/>
                </a:lnTo>
                <a:lnTo>
                  <a:pt x="1475281" y="46735"/>
                </a:lnTo>
                <a:lnTo>
                  <a:pt x="1475206" y="45836"/>
                </a:lnTo>
                <a:lnTo>
                  <a:pt x="1475114" y="44949"/>
                </a:lnTo>
                <a:lnTo>
                  <a:pt x="1475006" y="44075"/>
                </a:lnTo>
                <a:lnTo>
                  <a:pt x="1474881" y="43213"/>
                </a:lnTo>
                <a:lnTo>
                  <a:pt x="1474739" y="42364"/>
                </a:lnTo>
                <a:lnTo>
                  <a:pt x="1474580" y="41527"/>
                </a:lnTo>
                <a:lnTo>
                  <a:pt x="1474405" y="40703"/>
                </a:lnTo>
                <a:lnTo>
                  <a:pt x="1474213" y="39891"/>
                </a:lnTo>
                <a:lnTo>
                  <a:pt x="1474005" y="39092"/>
                </a:lnTo>
                <a:lnTo>
                  <a:pt x="1473780" y="38305"/>
                </a:lnTo>
                <a:lnTo>
                  <a:pt x="1473538" y="37530"/>
                </a:lnTo>
                <a:lnTo>
                  <a:pt x="1473279" y="36768"/>
                </a:lnTo>
                <a:lnTo>
                  <a:pt x="1473004" y="36019"/>
                </a:lnTo>
                <a:lnTo>
                  <a:pt x="1472712" y="35282"/>
                </a:lnTo>
                <a:lnTo>
                  <a:pt x="1472404" y="34557"/>
                </a:lnTo>
                <a:lnTo>
                  <a:pt x="1472078" y="33845"/>
                </a:lnTo>
                <a:lnTo>
                  <a:pt x="1471737" y="33145"/>
                </a:lnTo>
                <a:lnTo>
                  <a:pt x="1471378" y="32458"/>
                </a:lnTo>
                <a:lnTo>
                  <a:pt x="1471003" y="31784"/>
                </a:lnTo>
                <a:lnTo>
                  <a:pt x="1470611" y="31122"/>
                </a:lnTo>
                <a:lnTo>
                  <a:pt x="1470203" y="30472"/>
                </a:lnTo>
                <a:lnTo>
                  <a:pt x="1469780" y="29836"/>
                </a:lnTo>
                <a:lnTo>
                  <a:pt x="1469342" y="29214"/>
                </a:lnTo>
                <a:lnTo>
                  <a:pt x="1468889" y="28604"/>
                </a:lnTo>
                <a:lnTo>
                  <a:pt x="1468420" y="28008"/>
                </a:lnTo>
                <a:lnTo>
                  <a:pt x="1467937" y="27426"/>
                </a:lnTo>
                <a:lnTo>
                  <a:pt x="1467438" y="26856"/>
                </a:lnTo>
                <a:lnTo>
                  <a:pt x="1466924" y="26300"/>
                </a:lnTo>
                <a:lnTo>
                  <a:pt x="1466395" y="25757"/>
                </a:lnTo>
                <a:lnTo>
                  <a:pt x="1465851" y="25228"/>
                </a:lnTo>
                <a:lnTo>
                  <a:pt x="1465292" y="24712"/>
                </a:lnTo>
                <a:lnTo>
                  <a:pt x="1464717" y="24209"/>
                </a:lnTo>
                <a:lnTo>
                  <a:pt x="1464128" y="23720"/>
                </a:lnTo>
                <a:lnTo>
                  <a:pt x="1463523" y="23243"/>
                </a:lnTo>
                <a:lnTo>
                  <a:pt x="1462904" y="22780"/>
                </a:lnTo>
                <a:lnTo>
                  <a:pt x="1462269" y="22331"/>
                </a:lnTo>
                <a:lnTo>
                  <a:pt x="1461619" y="21895"/>
                </a:lnTo>
                <a:lnTo>
                  <a:pt x="1460953" y="21472"/>
                </a:lnTo>
                <a:lnTo>
                  <a:pt x="1460273" y="21062"/>
                </a:lnTo>
                <a:lnTo>
                  <a:pt x="1459578" y="20666"/>
                </a:lnTo>
                <a:lnTo>
                  <a:pt x="1458867" y="20283"/>
                </a:lnTo>
                <a:lnTo>
                  <a:pt x="1458141" y="19913"/>
                </a:lnTo>
                <a:lnTo>
                  <a:pt x="1457400" y="19557"/>
                </a:lnTo>
                <a:lnTo>
                  <a:pt x="1456644" y="19214"/>
                </a:lnTo>
                <a:lnTo>
                  <a:pt x="1455874" y="18884"/>
                </a:lnTo>
                <a:lnTo>
                  <a:pt x="1455089" y="18569"/>
                </a:lnTo>
                <a:lnTo>
                  <a:pt x="1454290" y="18268"/>
                </a:lnTo>
                <a:lnTo>
                  <a:pt x="1453477" y="17980"/>
                </a:lnTo>
                <a:lnTo>
                  <a:pt x="1452650" y="17707"/>
                </a:lnTo>
                <a:lnTo>
                  <a:pt x="1451808" y="17448"/>
                </a:lnTo>
                <a:lnTo>
                  <a:pt x="1450953" y="17203"/>
                </a:lnTo>
                <a:lnTo>
                  <a:pt x="1450083" y="16971"/>
                </a:lnTo>
                <a:lnTo>
                  <a:pt x="1449199" y="16754"/>
                </a:lnTo>
                <a:lnTo>
                  <a:pt x="1448301" y="16551"/>
                </a:lnTo>
                <a:lnTo>
                  <a:pt x="1447389" y="16362"/>
                </a:lnTo>
                <a:lnTo>
                  <a:pt x="1446462" y="16186"/>
                </a:lnTo>
                <a:lnTo>
                  <a:pt x="1445522" y="16025"/>
                </a:lnTo>
                <a:lnTo>
                  <a:pt x="1444567" y="15878"/>
                </a:lnTo>
                <a:lnTo>
                  <a:pt x="1443598" y="15745"/>
                </a:lnTo>
                <a:lnTo>
                  <a:pt x="1442615" y="15626"/>
                </a:lnTo>
                <a:lnTo>
                  <a:pt x="1441618" y="15521"/>
                </a:lnTo>
                <a:lnTo>
                  <a:pt x="1440607" y="15430"/>
                </a:lnTo>
                <a:lnTo>
                  <a:pt x="1439581" y="15353"/>
                </a:lnTo>
                <a:lnTo>
                  <a:pt x="1438542" y="15289"/>
                </a:lnTo>
                <a:lnTo>
                  <a:pt x="1437488" y="15240"/>
                </a:lnTo>
                <a:lnTo>
                  <a:pt x="1436420" y="15205"/>
                </a:lnTo>
                <a:lnTo>
                  <a:pt x="1435338" y="15184"/>
                </a:lnTo>
                <a:lnTo>
                  <a:pt x="1434242" y="15177"/>
                </a:lnTo>
                <a:lnTo>
                  <a:pt x="1395330" y="15177"/>
                </a:lnTo>
                <a:lnTo>
                  <a:pt x="1395330" y="132721"/>
                </a:lnTo>
                <a:lnTo>
                  <a:pt x="1410911" y="132721"/>
                </a:lnTo>
                <a:lnTo>
                  <a:pt x="1410911" y="85090"/>
                </a:lnTo>
                <a:lnTo>
                  <a:pt x="1438484" y="85090"/>
                </a:lnTo>
                <a:lnTo>
                  <a:pt x="1464031" y="132721"/>
                </a:lnTo>
                <a:lnTo>
                  <a:pt x="1480662" y="132721"/>
                </a:lnTo>
                <a:lnTo>
                  <a:pt x="1480662" y="131752"/>
                </a:lnTo>
                <a:lnTo>
                  <a:pt x="1453050" y="81835"/>
                </a:lnTo>
                <a:lnTo>
                  <a:pt x="1453595" y="81623"/>
                </a:lnTo>
                <a:lnTo>
                  <a:pt x="1454231" y="81364"/>
                </a:lnTo>
                <a:lnTo>
                  <a:pt x="1454859" y="81097"/>
                </a:lnTo>
                <a:lnTo>
                  <a:pt x="1455478" y="80822"/>
                </a:lnTo>
                <a:lnTo>
                  <a:pt x="1456089" y="80539"/>
                </a:lnTo>
                <a:lnTo>
                  <a:pt x="1456692" y="80247"/>
                </a:lnTo>
                <a:close/>
                <a:moveTo>
                  <a:pt x="1437138" y="28010"/>
                </a:moveTo>
                <a:lnTo>
                  <a:pt x="1437834" y="28054"/>
                </a:lnTo>
                <a:lnTo>
                  <a:pt x="1438518" y="28107"/>
                </a:lnTo>
                <a:lnTo>
                  <a:pt x="1439191" y="28170"/>
                </a:lnTo>
                <a:lnTo>
                  <a:pt x="1439852" y="28242"/>
                </a:lnTo>
                <a:lnTo>
                  <a:pt x="1440503" y="28324"/>
                </a:lnTo>
                <a:lnTo>
                  <a:pt x="1441142" y="28416"/>
                </a:lnTo>
                <a:lnTo>
                  <a:pt x="1441769" y="28518"/>
                </a:lnTo>
                <a:lnTo>
                  <a:pt x="1442385" y="28629"/>
                </a:lnTo>
                <a:lnTo>
                  <a:pt x="1442990" y="28750"/>
                </a:lnTo>
                <a:lnTo>
                  <a:pt x="1443584" y="28880"/>
                </a:lnTo>
                <a:lnTo>
                  <a:pt x="1444166" y="29021"/>
                </a:lnTo>
                <a:lnTo>
                  <a:pt x="1444737" y="29171"/>
                </a:lnTo>
                <a:lnTo>
                  <a:pt x="1445296" y="29330"/>
                </a:lnTo>
                <a:lnTo>
                  <a:pt x="1445844" y="29499"/>
                </a:lnTo>
                <a:lnTo>
                  <a:pt x="1446381" y="29678"/>
                </a:lnTo>
                <a:lnTo>
                  <a:pt x="1446906" y="29867"/>
                </a:lnTo>
                <a:lnTo>
                  <a:pt x="1447420" y="30065"/>
                </a:lnTo>
                <a:lnTo>
                  <a:pt x="1447923" y="30273"/>
                </a:lnTo>
                <a:lnTo>
                  <a:pt x="1448414" y="30491"/>
                </a:lnTo>
                <a:lnTo>
                  <a:pt x="1448894" y="30718"/>
                </a:lnTo>
                <a:lnTo>
                  <a:pt x="1449363" y="30954"/>
                </a:lnTo>
                <a:lnTo>
                  <a:pt x="1449822" y="31198"/>
                </a:lnTo>
                <a:lnTo>
                  <a:pt x="1450270" y="31450"/>
                </a:lnTo>
                <a:lnTo>
                  <a:pt x="1450707" y="31710"/>
                </a:lnTo>
                <a:lnTo>
                  <a:pt x="1451134" y="31978"/>
                </a:lnTo>
                <a:lnTo>
                  <a:pt x="1451551" y="32254"/>
                </a:lnTo>
                <a:lnTo>
                  <a:pt x="1451957" y="32538"/>
                </a:lnTo>
                <a:lnTo>
                  <a:pt x="1452352" y="32830"/>
                </a:lnTo>
                <a:lnTo>
                  <a:pt x="1452737" y="33130"/>
                </a:lnTo>
                <a:lnTo>
                  <a:pt x="1453112" y="33438"/>
                </a:lnTo>
                <a:lnTo>
                  <a:pt x="1453476" y="33754"/>
                </a:lnTo>
                <a:lnTo>
                  <a:pt x="1453829" y="34078"/>
                </a:lnTo>
                <a:lnTo>
                  <a:pt x="1454172" y="34410"/>
                </a:lnTo>
                <a:lnTo>
                  <a:pt x="1454504" y="34750"/>
                </a:lnTo>
                <a:lnTo>
                  <a:pt x="1454826" y="35098"/>
                </a:lnTo>
                <a:lnTo>
                  <a:pt x="1455137" y="35454"/>
                </a:lnTo>
                <a:lnTo>
                  <a:pt x="1455438" y="35818"/>
                </a:lnTo>
                <a:lnTo>
                  <a:pt x="1455729" y="36190"/>
                </a:lnTo>
                <a:lnTo>
                  <a:pt x="1456008" y="36570"/>
                </a:lnTo>
                <a:lnTo>
                  <a:pt x="1456278" y="36958"/>
                </a:lnTo>
                <a:lnTo>
                  <a:pt x="1456537" y="37354"/>
                </a:lnTo>
                <a:lnTo>
                  <a:pt x="1456785" y="37757"/>
                </a:lnTo>
                <a:lnTo>
                  <a:pt x="1457023" y="38169"/>
                </a:lnTo>
                <a:lnTo>
                  <a:pt x="1457250" y="38589"/>
                </a:lnTo>
                <a:lnTo>
                  <a:pt x="1457467" y="39016"/>
                </a:lnTo>
                <a:lnTo>
                  <a:pt x="1457675" y="39449"/>
                </a:lnTo>
                <a:lnTo>
                  <a:pt x="1457874" y="39887"/>
                </a:lnTo>
                <a:lnTo>
                  <a:pt x="1458064" y="40332"/>
                </a:lnTo>
                <a:lnTo>
                  <a:pt x="1458244" y="40782"/>
                </a:lnTo>
                <a:lnTo>
                  <a:pt x="1458415" y="41238"/>
                </a:lnTo>
                <a:lnTo>
                  <a:pt x="1458577" y="41700"/>
                </a:lnTo>
                <a:lnTo>
                  <a:pt x="1458730" y="42168"/>
                </a:lnTo>
                <a:lnTo>
                  <a:pt x="1458873" y="42642"/>
                </a:lnTo>
                <a:lnTo>
                  <a:pt x="1459007" y="43122"/>
                </a:lnTo>
                <a:lnTo>
                  <a:pt x="1459132" y="43607"/>
                </a:lnTo>
                <a:lnTo>
                  <a:pt x="1459248" y="44099"/>
                </a:lnTo>
                <a:lnTo>
                  <a:pt x="1459354" y="44596"/>
                </a:lnTo>
                <a:lnTo>
                  <a:pt x="1459451" y="45100"/>
                </a:lnTo>
                <a:lnTo>
                  <a:pt x="1459539" y="45609"/>
                </a:lnTo>
                <a:lnTo>
                  <a:pt x="1459618" y="46124"/>
                </a:lnTo>
                <a:lnTo>
                  <a:pt x="1459687" y="46645"/>
                </a:lnTo>
                <a:lnTo>
                  <a:pt x="1459747" y="47172"/>
                </a:lnTo>
                <a:lnTo>
                  <a:pt x="1459798" y="47705"/>
                </a:lnTo>
                <a:lnTo>
                  <a:pt x="1459840" y="48243"/>
                </a:lnTo>
                <a:lnTo>
                  <a:pt x="1459872" y="48788"/>
                </a:lnTo>
                <a:lnTo>
                  <a:pt x="1459895" y="49338"/>
                </a:lnTo>
                <a:lnTo>
                  <a:pt x="1459909" y="49894"/>
                </a:lnTo>
                <a:lnTo>
                  <a:pt x="1459914" y="50456"/>
                </a:lnTo>
                <a:lnTo>
                  <a:pt x="1459909" y="50959"/>
                </a:lnTo>
                <a:lnTo>
                  <a:pt x="1459894" y="51458"/>
                </a:lnTo>
                <a:lnTo>
                  <a:pt x="1459870" y="51954"/>
                </a:lnTo>
                <a:lnTo>
                  <a:pt x="1459835" y="52446"/>
                </a:lnTo>
                <a:lnTo>
                  <a:pt x="1459791" y="52934"/>
                </a:lnTo>
                <a:lnTo>
                  <a:pt x="1459737" y="53418"/>
                </a:lnTo>
                <a:lnTo>
                  <a:pt x="1459674" y="53899"/>
                </a:lnTo>
                <a:lnTo>
                  <a:pt x="1459600" y="54376"/>
                </a:lnTo>
                <a:lnTo>
                  <a:pt x="1459517" y="54850"/>
                </a:lnTo>
                <a:lnTo>
                  <a:pt x="1459423" y="55320"/>
                </a:lnTo>
                <a:lnTo>
                  <a:pt x="1459320" y="55786"/>
                </a:lnTo>
                <a:lnTo>
                  <a:pt x="1459208" y="56249"/>
                </a:lnTo>
                <a:lnTo>
                  <a:pt x="1459085" y="56708"/>
                </a:lnTo>
                <a:lnTo>
                  <a:pt x="1458953" y="57163"/>
                </a:lnTo>
                <a:lnTo>
                  <a:pt x="1458810" y="57615"/>
                </a:lnTo>
                <a:lnTo>
                  <a:pt x="1458658" y="58063"/>
                </a:lnTo>
                <a:lnTo>
                  <a:pt x="1458496" y="58508"/>
                </a:lnTo>
                <a:lnTo>
                  <a:pt x="1458325" y="58948"/>
                </a:lnTo>
                <a:lnTo>
                  <a:pt x="1458143" y="59385"/>
                </a:lnTo>
                <a:lnTo>
                  <a:pt x="1457952" y="59819"/>
                </a:lnTo>
                <a:lnTo>
                  <a:pt x="1457751" y="60249"/>
                </a:lnTo>
                <a:lnTo>
                  <a:pt x="1457540" y="60675"/>
                </a:lnTo>
                <a:lnTo>
                  <a:pt x="1457319" y="61098"/>
                </a:lnTo>
                <a:lnTo>
                  <a:pt x="1457088" y="61517"/>
                </a:lnTo>
                <a:lnTo>
                  <a:pt x="1456848" y="61930"/>
                </a:lnTo>
                <a:lnTo>
                  <a:pt x="1456598" y="62336"/>
                </a:lnTo>
                <a:lnTo>
                  <a:pt x="1456339" y="62736"/>
                </a:lnTo>
                <a:lnTo>
                  <a:pt x="1456070" y="63128"/>
                </a:lnTo>
                <a:lnTo>
                  <a:pt x="1455792" y="63513"/>
                </a:lnTo>
                <a:lnTo>
                  <a:pt x="1455504" y="63891"/>
                </a:lnTo>
                <a:lnTo>
                  <a:pt x="1455207" y="64261"/>
                </a:lnTo>
                <a:lnTo>
                  <a:pt x="1454900" y="64625"/>
                </a:lnTo>
                <a:lnTo>
                  <a:pt x="1454583" y="64981"/>
                </a:lnTo>
                <a:lnTo>
                  <a:pt x="1454257" y="65330"/>
                </a:lnTo>
                <a:lnTo>
                  <a:pt x="1453922" y="65672"/>
                </a:lnTo>
                <a:lnTo>
                  <a:pt x="1453577" y="66007"/>
                </a:lnTo>
                <a:lnTo>
                  <a:pt x="1453222" y="66335"/>
                </a:lnTo>
                <a:lnTo>
                  <a:pt x="1452858" y="66656"/>
                </a:lnTo>
                <a:lnTo>
                  <a:pt x="1452484" y="66969"/>
                </a:lnTo>
                <a:lnTo>
                  <a:pt x="1452101" y="67275"/>
                </a:lnTo>
                <a:lnTo>
                  <a:pt x="1451708" y="67574"/>
                </a:lnTo>
                <a:lnTo>
                  <a:pt x="1451306" y="67866"/>
                </a:lnTo>
                <a:lnTo>
                  <a:pt x="1450894" y="68151"/>
                </a:lnTo>
                <a:lnTo>
                  <a:pt x="1450473" y="68429"/>
                </a:lnTo>
                <a:lnTo>
                  <a:pt x="1450042" y="68700"/>
                </a:lnTo>
                <a:lnTo>
                  <a:pt x="1449602" y="68963"/>
                </a:lnTo>
                <a:lnTo>
                  <a:pt x="1449152" y="69219"/>
                </a:lnTo>
                <a:lnTo>
                  <a:pt x="1448692" y="69468"/>
                </a:lnTo>
                <a:lnTo>
                  <a:pt x="1448223" y="69709"/>
                </a:lnTo>
                <a:lnTo>
                  <a:pt x="1447744" y="69939"/>
                </a:lnTo>
                <a:lnTo>
                  <a:pt x="1447256" y="70159"/>
                </a:lnTo>
                <a:lnTo>
                  <a:pt x="1446757" y="70369"/>
                </a:lnTo>
                <a:lnTo>
                  <a:pt x="1446249" y="70568"/>
                </a:lnTo>
                <a:lnTo>
                  <a:pt x="1445731" y="70758"/>
                </a:lnTo>
                <a:lnTo>
                  <a:pt x="1445203" y="70937"/>
                </a:lnTo>
                <a:lnTo>
                  <a:pt x="1444665" y="71106"/>
                </a:lnTo>
                <a:lnTo>
                  <a:pt x="1444117" y="71264"/>
                </a:lnTo>
                <a:lnTo>
                  <a:pt x="1443560" y="71412"/>
                </a:lnTo>
                <a:lnTo>
                  <a:pt x="1442993" y="71551"/>
                </a:lnTo>
                <a:lnTo>
                  <a:pt x="1442416" y="71678"/>
                </a:lnTo>
                <a:lnTo>
                  <a:pt x="1441829" y="71796"/>
                </a:lnTo>
                <a:lnTo>
                  <a:pt x="1441232" y="71904"/>
                </a:lnTo>
                <a:lnTo>
                  <a:pt x="1440626" y="72001"/>
                </a:lnTo>
                <a:lnTo>
                  <a:pt x="1440009" y="72088"/>
                </a:lnTo>
                <a:lnTo>
                  <a:pt x="1439383" y="72164"/>
                </a:lnTo>
                <a:lnTo>
                  <a:pt x="1438747" y="72231"/>
                </a:lnTo>
                <a:lnTo>
                  <a:pt x="1438102" y="72287"/>
                </a:lnTo>
                <a:lnTo>
                  <a:pt x="1437446" y="72333"/>
                </a:lnTo>
                <a:lnTo>
                  <a:pt x="1436781" y="72369"/>
                </a:lnTo>
                <a:lnTo>
                  <a:pt x="1436106" y="72395"/>
                </a:lnTo>
                <a:lnTo>
                  <a:pt x="1435421" y="72410"/>
                </a:lnTo>
                <a:lnTo>
                  <a:pt x="1434726" y="72415"/>
                </a:lnTo>
                <a:lnTo>
                  <a:pt x="1410911" y="72415"/>
                </a:lnTo>
                <a:lnTo>
                  <a:pt x="1410911" y="27933"/>
                </a:lnTo>
                <a:lnTo>
                  <a:pt x="1434242" y="27933"/>
                </a:lnTo>
                <a:lnTo>
                  <a:pt x="1434983" y="27938"/>
                </a:lnTo>
                <a:lnTo>
                  <a:pt x="1435713" y="27952"/>
                </a:lnTo>
                <a:lnTo>
                  <a:pt x="1436431" y="27976"/>
                </a:lnTo>
                <a:lnTo>
                  <a:pt x="1437138" y="28010"/>
                </a:lnTo>
                <a:close/>
                <a:moveTo>
                  <a:pt x="1240374" y="83449"/>
                </a:moveTo>
                <a:lnTo>
                  <a:pt x="1240341" y="82705"/>
                </a:lnTo>
                <a:lnTo>
                  <a:pt x="1240301" y="81966"/>
                </a:lnTo>
                <a:lnTo>
                  <a:pt x="1240253" y="81233"/>
                </a:lnTo>
                <a:lnTo>
                  <a:pt x="1240199" y="80504"/>
                </a:lnTo>
                <a:lnTo>
                  <a:pt x="1240137" y="79780"/>
                </a:lnTo>
                <a:lnTo>
                  <a:pt x="1240067" y="79060"/>
                </a:lnTo>
                <a:lnTo>
                  <a:pt x="1239991" y="78346"/>
                </a:lnTo>
                <a:lnTo>
                  <a:pt x="1239907" y="77637"/>
                </a:lnTo>
                <a:lnTo>
                  <a:pt x="1239816" y="76932"/>
                </a:lnTo>
                <a:lnTo>
                  <a:pt x="1239718" y="76233"/>
                </a:lnTo>
                <a:lnTo>
                  <a:pt x="1239612" y="75538"/>
                </a:lnTo>
                <a:lnTo>
                  <a:pt x="1239499" y="74848"/>
                </a:lnTo>
                <a:lnTo>
                  <a:pt x="1239379" y="74163"/>
                </a:lnTo>
                <a:lnTo>
                  <a:pt x="1239251" y="73483"/>
                </a:lnTo>
                <a:lnTo>
                  <a:pt x="1239116" y="72808"/>
                </a:lnTo>
                <a:lnTo>
                  <a:pt x="1238974" y="72138"/>
                </a:lnTo>
                <a:lnTo>
                  <a:pt x="1238825" y="71473"/>
                </a:lnTo>
                <a:lnTo>
                  <a:pt x="1238668" y="70812"/>
                </a:lnTo>
                <a:lnTo>
                  <a:pt x="1238504" y="70157"/>
                </a:lnTo>
                <a:lnTo>
                  <a:pt x="1238333" y="69506"/>
                </a:lnTo>
                <a:lnTo>
                  <a:pt x="1238154" y="68862"/>
                </a:lnTo>
                <a:lnTo>
                  <a:pt x="1237967" y="68224"/>
                </a:lnTo>
                <a:lnTo>
                  <a:pt x="1237773" y="67593"/>
                </a:lnTo>
                <a:lnTo>
                  <a:pt x="1237570" y="66970"/>
                </a:lnTo>
                <a:lnTo>
                  <a:pt x="1237360" y="66353"/>
                </a:lnTo>
                <a:lnTo>
                  <a:pt x="1237142" y="65743"/>
                </a:lnTo>
                <a:lnTo>
                  <a:pt x="1236916" y="65141"/>
                </a:lnTo>
                <a:lnTo>
                  <a:pt x="1236682" y="64545"/>
                </a:lnTo>
                <a:lnTo>
                  <a:pt x="1236441" y="63956"/>
                </a:lnTo>
                <a:lnTo>
                  <a:pt x="1236191" y="63375"/>
                </a:lnTo>
                <a:lnTo>
                  <a:pt x="1235934" y="62800"/>
                </a:lnTo>
                <a:lnTo>
                  <a:pt x="1235669" y="62232"/>
                </a:lnTo>
                <a:lnTo>
                  <a:pt x="1235396" y="61672"/>
                </a:lnTo>
                <a:lnTo>
                  <a:pt x="1235115" y="61118"/>
                </a:lnTo>
                <a:lnTo>
                  <a:pt x="1234826" y="60571"/>
                </a:lnTo>
                <a:lnTo>
                  <a:pt x="1234530" y="60032"/>
                </a:lnTo>
                <a:lnTo>
                  <a:pt x="1234225" y="59499"/>
                </a:lnTo>
                <a:lnTo>
                  <a:pt x="1233913" y="58973"/>
                </a:lnTo>
                <a:lnTo>
                  <a:pt x="1233593" y="58455"/>
                </a:lnTo>
                <a:lnTo>
                  <a:pt x="1233265" y="57943"/>
                </a:lnTo>
                <a:lnTo>
                  <a:pt x="1232929" y="57438"/>
                </a:lnTo>
                <a:lnTo>
                  <a:pt x="1232585" y="56941"/>
                </a:lnTo>
                <a:lnTo>
                  <a:pt x="1232234" y="56450"/>
                </a:lnTo>
                <a:lnTo>
                  <a:pt x="1231874" y="55966"/>
                </a:lnTo>
                <a:lnTo>
                  <a:pt x="1231507" y="55491"/>
                </a:lnTo>
                <a:lnTo>
                  <a:pt x="1231131" y="55024"/>
                </a:lnTo>
                <a:lnTo>
                  <a:pt x="1230746" y="54565"/>
                </a:lnTo>
                <a:lnTo>
                  <a:pt x="1230353" y="54116"/>
                </a:lnTo>
                <a:lnTo>
                  <a:pt x="1229951" y="53676"/>
                </a:lnTo>
                <a:lnTo>
                  <a:pt x="1229541" y="53244"/>
                </a:lnTo>
                <a:lnTo>
                  <a:pt x="1229122" y="52821"/>
                </a:lnTo>
                <a:lnTo>
                  <a:pt x="1228695" y="52407"/>
                </a:lnTo>
                <a:lnTo>
                  <a:pt x="1228259" y="52002"/>
                </a:lnTo>
                <a:lnTo>
                  <a:pt x="1227814" y="51605"/>
                </a:lnTo>
                <a:lnTo>
                  <a:pt x="1227361" y="51218"/>
                </a:lnTo>
                <a:lnTo>
                  <a:pt x="1226899" y="50839"/>
                </a:lnTo>
                <a:lnTo>
                  <a:pt x="1226429" y="50469"/>
                </a:lnTo>
                <a:lnTo>
                  <a:pt x="1225951" y="50107"/>
                </a:lnTo>
                <a:lnTo>
                  <a:pt x="1225463" y="49755"/>
                </a:lnTo>
                <a:lnTo>
                  <a:pt x="1224967" y="49411"/>
                </a:lnTo>
                <a:lnTo>
                  <a:pt x="1224463" y="49077"/>
                </a:lnTo>
                <a:lnTo>
                  <a:pt x="1223950" y="48751"/>
                </a:lnTo>
                <a:lnTo>
                  <a:pt x="1223429" y="48434"/>
                </a:lnTo>
                <a:lnTo>
                  <a:pt x="1222899" y="48125"/>
                </a:lnTo>
                <a:lnTo>
                  <a:pt x="1222360" y="47826"/>
                </a:lnTo>
                <a:lnTo>
                  <a:pt x="1221813" y="47535"/>
                </a:lnTo>
                <a:lnTo>
                  <a:pt x="1221257" y="47253"/>
                </a:lnTo>
                <a:lnTo>
                  <a:pt x="1220693" y="46980"/>
                </a:lnTo>
                <a:lnTo>
                  <a:pt x="1220120" y="46717"/>
                </a:lnTo>
                <a:lnTo>
                  <a:pt x="1219539" y="46465"/>
                </a:lnTo>
                <a:lnTo>
                  <a:pt x="1218948" y="46224"/>
                </a:lnTo>
                <a:lnTo>
                  <a:pt x="1218349" y="45995"/>
                </a:lnTo>
                <a:lnTo>
                  <a:pt x="1217741" y="45777"/>
                </a:lnTo>
                <a:lnTo>
                  <a:pt x="1217123" y="45569"/>
                </a:lnTo>
                <a:lnTo>
                  <a:pt x="1216498" y="45374"/>
                </a:lnTo>
                <a:lnTo>
                  <a:pt x="1215863" y="45189"/>
                </a:lnTo>
                <a:lnTo>
                  <a:pt x="1215219" y="45015"/>
                </a:lnTo>
                <a:lnTo>
                  <a:pt x="1214567" y="44853"/>
                </a:lnTo>
                <a:lnTo>
                  <a:pt x="1213906" y="44702"/>
                </a:lnTo>
                <a:lnTo>
                  <a:pt x="1213236" y="44562"/>
                </a:lnTo>
                <a:lnTo>
                  <a:pt x="1212557" y="44433"/>
                </a:lnTo>
                <a:lnTo>
                  <a:pt x="1211869" y="44316"/>
                </a:lnTo>
                <a:lnTo>
                  <a:pt x="1211173" y="44209"/>
                </a:lnTo>
                <a:lnTo>
                  <a:pt x="1210467" y="44114"/>
                </a:lnTo>
                <a:lnTo>
                  <a:pt x="1209753" y="44030"/>
                </a:lnTo>
                <a:lnTo>
                  <a:pt x="1209030" y="43957"/>
                </a:lnTo>
                <a:lnTo>
                  <a:pt x="1208298" y="43896"/>
                </a:lnTo>
                <a:lnTo>
                  <a:pt x="1207558" y="43845"/>
                </a:lnTo>
                <a:lnTo>
                  <a:pt x="1206808" y="43806"/>
                </a:lnTo>
                <a:lnTo>
                  <a:pt x="1206050" y="43778"/>
                </a:lnTo>
                <a:lnTo>
                  <a:pt x="1205283" y="43761"/>
                </a:lnTo>
                <a:lnTo>
                  <a:pt x="1204507" y="43756"/>
                </a:lnTo>
                <a:lnTo>
                  <a:pt x="1203895" y="43761"/>
                </a:lnTo>
                <a:lnTo>
                  <a:pt x="1203286" y="43777"/>
                </a:lnTo>
                <a:lnTo>
                  <a:pt x="1202678" y="43803"/>
                </a:lnTo>
                <a:lnTo>
                  <a:pt x="1202071" y="43839"/>
                </a:lnTo>
                <a:lnTo>
                  <a:pt x="1201467" y="43886"/>
                </a:lnTo>
                <a:lnTo>
                  <a:pt x="1200864" y="43943"/>
                </a:lnTo>
                <a:lnTo>
                  <a:pt x="1200263" y="44010"/>
                </a:lnTo>
                <a:lnTo>
                  <a:pt x="1199663" y="44088"/>
                </a:lnTo>
                <a:lnTo>
                  <a:pt x="1199065" y="44176"/>
                </a:lnTo>
                <a:lnTo>
                  <a:pt x="1198469" y="44274"/>
                </a:lnTo>
                <a:lnTo>
                  <a:pt x="1197874" y="44383"/>
                </a:lnTo>
                <a:lnTo>
                  <a:pt x="1197281" y="44503"/>
                </a:lnTo>
                <a:lnTo>
                  <a:pt x="1196690" y="44632"/>
                </a:lnTo>
                <a:lnTo>
                  <a:pt x="1196101" y="44772"/>
                </a:lnTo>
                <a:lnTo>
                  <a:pt x="1195513" y="44923"/>
                </a:lnTo>
                <a:lnTo>
                  <a:pt x="1194927" y="45083"/>
                </a:lnTo>
                <a:lnTo>
                  <a:pt x="1194342" y="45255"/>
                </a:lnTo>
                <a:lnTo>
                  <a:pt x="1193760" y="45436"/>
                </a:lnTo>
                <a:lnTo>
                  <a:pt x="1193178" y="45628"/>
                </a:lnTo>
                <a:lnTo>
                  <a:pt x="1192599" y="45830"/>
                </a:lnTo>
                <a:lnTo>
                  <a:pt x="1192021" y="46043"/>
                </a:lnTo>
                <a:lnTo>
                  <a:pt x="1191445" y="46266"/>
                </a:lnTo>
                <a:lnTo>
                  <a:pt x="1190871" y="46499"/>
                </a:lnTo>
                <a:lnTo>
                  <a:pt x="1190298" y="46743"/>
                </a:lnTo>
                <a:lnTo>
                  <a:pt x="1189729" y="46997"/>
                </a:lnTo>
                <a:lnTo>
                  <a:pt x="1189165" y="47260"/>
                </a:lnTo>
                <a:lnTo>
                  <a:pt x="1188605" y="47534"/>
                </a:lnTo>
                <a:lnTo>
                  <a:pt x="1188051" y="47817"/>
                </a:lnTo>
                <a:lnTo>
                  <a:pt x="1187502" y="48110"/>
                </a:lnTo>
                <a:lnTo>
                  <a:pt x="1186958" y="48413"/>
                </a:lnTo>
                <a:lnTo>
                  <a:pt x="1186419" y="48726"/>
                </a:lnTo>
                <a:lnTo>
                  <a:pt x="1185885" y="49048"/>
                </a:lnTo>
                <a:lnTo>
                  <a:pt x="1185356" y="49380"/>
                </a:lnTo>
                <a:lnTo>
                  <a:pt x="1184832" y="49723"/>
                </a:lnTo>
                <a:lnTo>
                  <a:pt x="1184313" y="50075"/>
                </a:lnTo>
                <a:lnTo>
                  <a:pt x="1183799" y="50436"/>
                </a:lnTo>
                <a:lnTo>
                  <a:pt x="1183291" y="50808"/>
                </a:lnTo>
                <a:lnTo>
                  <a:pt x="1182787" y="51189"/>
                </a:lnTo>
                <a:lnTo>
                  <a:pt x="1182288" y="51580"/>
                </a:lnTo>
                <a:lnTo>
                  <a:pt x="1181795" y="51981"/>
                </a:lnTo>
                <a:lnTo>
                  <a:pt x="1181306" y="52392"/>
                </a:lnTo>
                <a:lnTo>
                  <a:pt x="1180823" y="52813"/>
                </a:lnTo>
                <a:lnTo>
                  <a:pt x="1180344" y="53243"/>
                </a:lnTo>
                <a:lnTo>
                  <a:pt x="1179871" y="53683"/>
                </a:lnTo>
                <a:lnTo>
                  <a:pt x="1179402" y="54133"/>
                </a:lnTo>
                <a:lnTo>
                  <a:pt x="1178939" y="54593"/>
                </a:lnTo>
                <a:lnTo>
                  <a:pt x="1178481" y="55063"/>
                </a:lnTo>
                <a:lnTo>
                  <a:pt x="1178027" y="55542"/>
                </a:lnTo>
                <a:lnTo>
                  <a:pt x="1177580" y="56031"/>
                </a:lnTo>
                <a:lnTo>
                  <a:pt x="1177141" y="56529"/>
                </a:lnTo>
                <a:lnTo>
                  <a:pt x="1176710" y="57035"/>
                </a:lnTo>
                <a:lnTo>
                  <a:pt x="1176287" y="57551"/>
                </a:lnTo>
                <a:lnTo>
                  <a:pt x="1175872" y="58075"/>
                </a:lnTo>
                <a:lnTo>
                  <a:pt x="1175464" y="58608"/>
                </a:lnTo>
                <a:lnTo>
                  <a:pt x="1175064" y="59150"/>
                </a:lnTo>
                <a:lnTo>
                  <a:pt x="1174672" y="59700"/>
                </a:lnTo>
                <a:lnTo>
                  <a:pt x="1174288" y="60260"/>
                </a:lnTo>
                <a:lnTo>
                  <a:pt x="1173912" y="60828"/>
                </a:lnTo>
                <a:lnTo>
                  <a:pt x="1173544" y="61405"/>
                </a:lnTo>
                <a:lnTo>
                  <a:pt x="1173183" y="61991"/>
                </a:lnTo>
                <a:lnTo>
                  <a:pt x="1172831" y="62586"/>
                </a:lnTo>
                <a:lnTo>
                  <a:pt x="1172486" y="63189"/>
                </a:lnTo>
                <a:lnTo>
                  <a:pt x="1172149" y="63802"/>
                </a:lnTo>
                <a:lnTo>
                  <a:pt x="1171820" y="64423"/>
                </a:lnTo>
                <a:lnTo>
                  <a:pt x="1171499" y="65053"/>
                </a:lnTo>
                <a:lnTo>
                  <a:pt x="1171185" y="65692"/>
                </a:lnTo>
                <a:lnTo>
                  <a:pt x="1170880" y="66340"/>
                </a:lnTo>
                <a:lnTo>
                  <a:pt x="1170582" y="66996"/>
                </a:lnTo>
                <a:lnTo>
                  <a:pt x="1170292" y="67662"/>
                </a:lnTo>
                <a:lnTo>
                  <a:pt x="1170010" y="68336"/>
                </a:lnTo>
                <a:lnTo>
                  <a:pt x="1169736" y="69019"/>
                </a:lnTo>
                <a:lnTo>
                  <a:pt x="1169470" y="69711"/>
                </a:lnTo>
                <a:lnTo>
                  <a:pt x="1169213" y="70411"/>
                </a:lnTo>
                <a:lnTo>
                  <a:pt x="1168967" y="71119"/>
                </a:lnTo>
                <a:lnTo>
                  <a:pt x="1168732" y="71836"/>
                </a:lnTo>
                <a:lnTo>
                  <a:pt x="1168508" y="72560"/>
                </a:lnTo>
                <a:lnTo>
                  <a:pt x="1168295" y="73292"/>
                </a:lnTo>
                <a:lnTo>
                  <a:pt x="1168092" y="74032"/>
                </a:lnTo>
                <a:lnTo>
                  <a:pt x="1167901" y="74781"/>
                </a:lnTo>
                <a:lnTo>
                  <a:pt x="1167721" y="75537"/>
                </a:lnTo>
                <a:lnTo>
                  <a:pt x="1167551" y="76301"/>
                </a:lnTo>
                <a:lnTo>
                  <a:pt x="1167393" y="77073"/>
                </a:lnTo>
                <a:lnTo>
                  <a:pt x="1167245" y="77853"/>
                </a:lnTo>
                <a:lnTo>
                  <a:pt x="1167108" y="78641"/>
                </a:lnTo>
                <a:lnTo>
                  <a:pt x="1166983" y="79438"/>
                </a:lnTo>
                <a:lnTo>
                  <a:pt x="1166868" y="80242"/>
                </a:lnTo>
                <a:lnTo>
                  <a:pt x="1166764" y="81054"/>
                </a:lnTo>
                <a:lnTo>
                  <a:pt x="1166671" y="81874"/>
                </a:lnTo>
                <a:lnTo>
                  <a:pt x="1166589" y="82702"/>
                </a:lnTo>
                <a:lnTo>
                  <a:pt x="1166518" y="83538"/>
                </a:lnTo>
                <a:lnTo>
                  <a:pt x="1166458" y="84382"/>
                </a:lnTo>
                <a:lnTo>
                  <a:pt x="1166409" y="85234"/>
                </a:lnTo>
                <a:lnTo>
                  <a:pt x="1166371" y="86095"/>
                </a:lnTo>
                <a:lnTo>
                  <a:pt x="1166343" y="86963"/>
                </a:lnTo>
                <a:lnTo>
                  <a:pt x="1166327" y="87839"/>
                </a:lnTo>
                <a:lnTo>
                  <a:pt x="1166321" y="88723"/>
                </a:lnTo>
                <a:lnTo>
                  <a:pt x="1166321" y="92113"/>
                </a:lnTo>
                <a:lnTo>
                  <a:pt x="1166326" y="92878"/>
                </a:lnTo>
                <a:lnTo>
                  <a:pt x="1166341" y="93637"/>
                </a:lnTo>
                <a:lnTo>
                  <a:pt x="1166366" y="94391"/>
                </a:lnTo>
                <a:lnTo>
                  <a:pt x="1166400" y="95141"/>
                </a:lnTo>
                <a:lnTo>
                  <a:pt x="1166444" y="95885"/>
                </a:lnTo>
                <a:lnTo>
                  <a:pt x="1166498" y="96624"/>
                </a:lnTo>
                <a:lnTo>
                  <a:pt x="1166562" y="97358"/>
                </a:lnTo>
                <a:lnTo>
                  <a:pt x="1166635" y="98087"/>
                </a:lnTo>
                <a:lnTo>
                  <a:pt x="1166719" y="98811"/>
                </a:lnTo>
                <a:lnTo>
                  <a:pt x="1166812" y="99530"/>
                </a:lnTo>
                <a:lnTo>
                  <a:pt x="1166915" y="100244"/>
                </a:lnTo>
                <a:lnTo>
                  <a:pt x="1167028" y="100953"/>
                </a:lnTo>
                <a:lnTo>
                  <a:pt x="1167150" y="101657"/>
                </a:lnTo>
                <a:lnTo>
                  <a:pt x="1167283" y="102356"/>
                </a:lnTo>
                <a:lnTo>
                  <a:pt x="1167425" y="103050"/>
                </a:lnTo>
                <a:lnTo>
                  <a:pt x="1167577" y="103739"/>
                </a:lnTo>
                <a:lnTo>
                  <a:pt x="1167739" y="104422"/>
                </a:lnTo>
                <a:lnTo>
                  <a:pt x="1167911" y="105101"/>
                </a:lnTo>
                <a:lnTo>
                  <a:pt x="1168092" y="105774"/>
                </a:lnTo>
                <a:lnTo>
                  <a:pt x="1168284" y="106443"/>
                </a:lnTo>
                <a:lnTo>
                  <a:pt x="1168485" y="107106"/>
                </a:lnTo>
                <a:lnTo>
                  <a:pt x="1168696" y="107765"/>
                </a:lnTo>
                <a:lnTo>
                  <a:pt x="1168916" y="108418"/>
                </a:lnTo>
                <a:lnTo>
                  <a:pt x="1169147" y="109067"/>
                </a:lnTo>
                <a:lnTo>
                  <a:pt x="1169387" y="109709"/>
                </a:lnTo>
                <a:lnTo>
                  <a:pt x="1169635" y="110344"/>
                </a:lnTo>
                <a:lnTo>
                  <a:pt x="1169892" y="110971"/>
                </a:lnTo>
                <a:lnTo>
                  <a:pt x="1170157" y="111592"/>
                </a:lnTo>
                <a:lnTo>
                  <a:pt x="1170431" y="112205"/>
                </a:lnTo>
                <a:lnTo>
                  <a:pt x="1170714" y="112811"/>
                </a:lnTo>
                <a:lnTo>
                  <a:pt x="1171005" y="113409"/>
                </a:lnTo>
                <a:lnTo>
                  <a:pt x="1171304" y="114000"/>
                </a:lnTo>
                <a:lnTo>
                  <a:pt x="1171612" y="114584"/>
                </a:lnTo>
                <a:lnTo>
                  <a:pt x="1171929" y="115161"/>
                </a:lnTo>
                <a:lnTo>
                  <a:pt x="1172254" y="115730"/>
                </a:lnTo>
                <a:lnTo>
                  <a:pt x="1172588" y="116292"/>
                </a:lnTo>
                <a:lnTo>
                  <a:pt x="1172930" y="116847"/>
                </a:lnTo>
                <a:lnTo>
                  <a:pt x="1173281" y="117394"/>
                </a:lnTo>
                <a:lnTo>
                  <a:pt x="1173641" y="117934"/>
                </a:lnTo>
                <a:lnTo>
                  <a:pt x="1174009" y="118467"/>
                </a:lnTo>
                <a:lnTo>
                  <a:pt x="1174385" y="118993"/>
                </a:lnTo>
                <a:lnTo>
                  <a:pt x="1174770" y="119511"/>
                </a:lnTo>
                <a:lnTo>
                  <a:pt x="1175164" y="120022"/>
                </a:lnTo>
                <a:lnTo>
                  <a:pt x="1175566" y="120526"/>
                </a:lnTo>
                <a:lnTo>
                  <a:pt x="1175977" y="121022"/>
                </a:lnTo>
                <a:lnTo>
                  <a:pt x="1176396" y="121512"/>
                </a:lnTo>
                <a:lnTo>
                  <a:pt x="1176824" y="121993"/>
                </a:lnTo>
                <a:lnTo>
                  <a:pt x="1177260" y="122468"/>
                </a:lnTo>
                <a:lnTo>
                  <a:pt x="1177705" y="122934"/>
                </a:lnTo>
                <a:lnTo>
                  <a:pt x="1178156" y="123392"/>
                </a:lnTo>
                <a:lnTo>
                  <a:pt x="1178615" y="123841"/>
                </a:lnTo>
                <a:lnTo>
                  <a:pt x="1179081" y="124281"/>
                </a:lnTo>
                <a:lnTo>
                  <a:pt x="1179555" y="124712"/>
                </a:lnTo>
                <a:lnTo>
                  <a:pt x="1180035" y="125135"/>
                </a:lnTo>
                <a:lnTo>
                  <a:pt x="1180523" y="125548"/>
                </a:lnTo>
                <a:lnTo>
                  <a:pt x="1181019" y="125953"/>
                </a:lnTo>
                <a:lnTo>
                  <a:pt x="1181521" y="126349"/>
                </a:lnTo>
                <a:lnTo>
                  <a:pt x="1182031" y="126736"/>
                </a:lnTo>
                <a:lnTo>
                  <a:pt x="1182548" y="127114"/>
                </a:lnTo>
                <a:lnTo>
                  <a:pt x="1183073" y="127483"/>
                </a:lnTo>
                <a:lnTo>
                  <a:pt x="1183605" y="127844"/>
                </a:lnTo>
                <a:lnTo>
                  <a:pt x="1184144" y="128196"/>
                </a:lnTo>
                <a:lnTo>
                  <a:pt x="1184690" y="128539"/>
                </a:lnTo>
                <a:lnTo>
                  <a:pt x="1185244" y="128873"/>
                </a:lnTo>
                <a:lnTo>
                  <a:pt x="1185805" y="129198"/>
                </a:lnTo>
                <a:lnTo>
                  <a:pt x="1186373" y="129514"/>
                </a:lnTo>
                <a:lnTo>
                  <a:pt x="1186948" y="129822"/>
                </a:lnTo>
                <a:lnTo>
                  <a:pt x="1187531" y="130121"/>
                </a:lnTo>
                <a:lnTo>
                  <a:pt x="1188121" y="130410"/>
                </a:lnTo>
                <a:lnTo>
                  <a:pt x="1188718" y="130692"/>
                </a:lnTo>
                <a:lnTo>
                  <a:pt x="1189323" y="130964"/>
                </a:lnTo>
                <a:lnTo>
                  <a:pt x="1189935" y="131227"/>
                </a:lnTo>
                <a:lnTo>
                  <a:pt x="1190554" y="131481"/>
                </a:lnTo>
                <a:lnTo>
                  <a:pt x="1191178" y="131724"/>
                </a:lnTo>
                <a:lnTo>
                  <a:pt x="1191809" y="131956"/>
                </a:lnTo>
                <a:lnTo>
                  <a:pt x="1192445" y="132177"/>
                </a:lnTo>
                <a:lnTo>
                  <a:pt x="1193088" y="132387"/>
                </a:lnTo>
                <a:lnTo>
                  <a:pt x="1193737" y="132587"/>
                </a:lnTo>
                <a:lnTo>
                  <a:pt x="1194392" y="132776"/>
                </a:lnTo>
                <a:lnTo>
                  <a:pt x="1195052" y="132954"/>
                </a:lnTo>
                <a:lnTo>
                  <a:pt x="1195719" y="133121"/>
                </a:lnTo>
                <a:lnTo>
                  <a:pt x="1196392" y="133278"/>
                </a:lnTo>
                <a:lnTo>
                  <a:pt x="1197071" y="133423"/>
                </a:lnTo>
                <a:lnTo>
                  <a:pt x="1197756" y="133558"/>
                </a:lnTo>
                <a:lnTo>
                  <a:pt x="1198447" y="133682"/>
                </a:lnTo>
                <a:lnTo>
                  <a:pt x="1199144" y="133796"/>
                </a:lnTo>
                <a:lnTo>
                  <a:pt x="1199847" y="133898"/>
                </a:lnTo>
                <a:lnTo>
                  <a:pt x="1200556" y="133990"/>
                </a:lnTo>
                <a:lnTo>
                  <a:pt x="1201271" y="134071"/>
                </a:lnTo>
                <a:lnTo>
                  <a:pt x="1201992" y="134141"/>
                </a:lnTo>
                <a:lnTo>
                  <a:pt x="1202719" y="134200"/>
                </a:lnTo>
                <a:lnTo>
                  <a:pt x="1203452" y="134249"/>
                </a:lnTo>
                <a:lnTo>
                  <a:pt x="1204191" y="134287"/>
                </a:lnTo>
                <a:lnTo>
                  <a:pt x="1204936" y="134314"/>
                </a:lnTo>
                <a:lnTo>
                  <a:pt x="1205687" y="134330"/>
                </a:lnTo>
                <a:lnTo>
                  <a:pt x="1206444" y="134335"/>
                </a:lnTo>
                <a:lnTo>
                  <a:pt x="1207160" y="134331"/>
                </a:lnTo>
                <a:lnTo>
                  <a:pt x="1207868" y="134319"/>
                </a:lnTo>
                <a:lnTo>
                  <a:pt x="1208568" y="134297"/>
                </a:lnTo>
                <a:lnTo>
                  <a:pt x="1209260" y="134268"/>
                </a:lnTo>
                <a:lnTo>
                  <a:pt x="1209944" y="134230"/>
                </a:lnTo>
                <a:lnTo>
                  <a:pt x="1210620" y="134184"/>
                </a:lnTo>
                <a:lnTo>
                  <a:pt x="1211288" y="134129"/>
                </a:lnTo>
                <a:lnTo>
                  <a:pt x="1211947" y="134066"/>
                </a:lnTo>
                <a:lnTo>
                  <a:pt x="1212599" y="133995"/>
                </a:lnTo>
                <a:lnTo>
                  <a:pt x="1213243" y="133915"/>
                </a:lnTo>
                <a:lnTo>
                  <a:pt x="1213879" y="133827"/>
                </a:lnTo>
                <a:lnTo>
                  <a:pt x="1214507" y="133730"/>
                </a:lnTo>
                <a:lnTo>
                  <a:pt x="1215127" y="133625"/>
                </a:lnTo>
                <a:lnTo>
                  <a:pt x="1215739" y="133511"/>
                </a:lnTo>
                <a:lnTo>
                  <a:pt x="1216343" y="133389"/>
                </a:lnTo>
                <a:lnTo>
                  <a:pt x="1216939" y="133259"/>
                </a:lnTo>
                <a:lnTo>
                  <a:pt x="1217527" y="133120"/>
                </a:lnTo>
                <a:lnTo>
                  <a:pt x="1218107" y="132973"/>
                </a:lnTo>
                <a:lnTo>
                  <a:pt x="1218679" y="132817"/>
                </a:lnTo>
                <a:lnTo>
                  <a:pt x="1219243" y="132653"/>
                </a:lnTo>
                <a:lnTo>
                  <a:pt x="1219800" y="132481"/>
                </a:lnTo>
                <a:lnTo>
                  <a:pt x="1220348" y="132300"/>
                </a:lnTo>
                <a:lnTo>
                  <a:pt x="1220888" y="132111"/>
                </a:lnTo>
                <a:lnTo>
                  <a:pt x="1221420" y="131913"/>
                </a:lnTo>
                <a:lnTo>
                  <a:pt x="1221945" y="131709"/>
                </a:lnTo>
                <a:lnTo>
                  <a:pt x="1222462" y="131500"/>
                </a:lnTo>
                <a:lnTo>
                  <a:pt x="1222973" y="131285"/>
                </a:lnTo>
                <a:lnTo>
                  <a:pt x="1223477" y="131066"/>
                </a:lnTo>
                <a:lnTo>
                  <a:pt x="1223975" y="130841"/>
                </a:lnTo>
                <a:lnTo>
                  <a:pt x="1224465" y="130612"/>
                </a:lnTo>
                <a:lnTo>
                  <a:pt x="1224948" y="130377"/>
                </a:lnTo>
                <a:lnTo>
                  <a:pt x="1225425" y="130137"/>
                </a:lnTo>
                <a:lnTo>
                  <a:pt x="1225895" y="129893"/>
                </a:lnTo>
                <a:lnTo>
                  <a:pt x="1226358" y="129643"/>
                </a:lnTo>
                <a:lnTo>
                  <a:pt x="1226814" y="129388"/>
                </a:lnTo>
                <a:lnTo>
                  <a:pt x="1227263" y="129128"/>
                </a:lnTo>
                <a:lnTo>
                  <a:pt x="1227705" y="128863"/>
                </a:lnTo>
                <a:lnTo>
                  <a:pt x="1228140" y="128593"/>
                </a:lnTo>
                <a:lnTo>
                  <a:pt x="1228569" y="128318"/>
                </a:lnTo>
                <a:lnTo>
                  <a:pt x="1228991" y="128038"/>
                </a:lnTo>
                <a:lnTo>
                  <a:pt x="1229405" y="127753"/>
                </a:lnTo>
                <a:lnTo>
                  <a:pt x="1229813" y="127463"/>
                </a:lnTo>
                <a:lnTo>
                  <a:pt x="1230214" y="127168"/>
                </a:lnTo>
                <a:lnTo>
                  <a:pt x="1230609" y="126868"/>
                </a:lnTo>
                <a:lnTo>
                  <a:pt x="1230996" y="126563"/>
                </a:lnTo>
                <a:lnTo>
                  <a:pt x="1231376" y="126252"/>
                </a:lnTo>
                <a:lnTo>
                  <a:pt x="1231750" y="125937"/>
                </a:lnTo>
                <a:lnTo>
                  <a:pt x="1232117" y="125616"/>
                </a:lnTo>
                <a:lnTo>
                  <a:pt x="1232477" y="125293"/>
                </a:lnTo>
                <a:lnTo>
                  <a:pt x="1232833" y="124968"/>
                </a:lnTo>
                <a:lnTo>
                  <a:pt x="1233182" y="124641"/>
                </a:lnTo>
                <a:lnTo>
                  <a:pt x="1233527" y="124314"/>
                </a:lnTo>
                <a:lnTo>
                  <a:pt x="1233866" y="123984"/>
                </a:lnTo>
                <a:lnTo>
                  <a:pt x="1234200" y="123654"/>
                </a:lnTo>
                <a:lnTo>
                  <a:pt x="1234529" y="123322"/>
                </a:lnTo>
                <a:lnTo>
                  <a:pt x="1234852" y="122988"/>
                </a:lnTo>
                <a:lnTo>
                  <a:pt x="1235170" y="122653"/>
                </a:lnTo>
                <a:lnTo>
                  <a:pt x="1235483" y="122317"/>
                </a:lnTo>
                <a:lnTo>
                  <a:pt x="1235791" y="121980"/>
                </a:lnTo>
                <a:lnTo>
                  <a:pt x="1236093" y="121640"/>
                </a:lnTo>
                <a:lnTo>
                  <a:pt x="1236389" y="121300"/>
                </a:lnTo>
                <a:lnTo>
                  <a:pt x="1236681" y="120958"/>
                </a:lnTo>
                <a:lnTo>
                  <a:pt x="1236967" y="120615"/>
                </a:lnTo>
                <a:lnTo>
                  <a:pt x="1237247" y="120270"/>
                </a:lnTo>
                <a:lnTo>
                  <a:pt x="1237523" y="119924"/>
                </a:lnTo>
                <a:lnTo>
                  <a:pt x="1237793" y="119577"/>
                </a:lnTo>
                <a:lnTo>
                  <a:pt x="1238058" y="119228"/>
                </a:lnTo>
                <a:lnTo>
                  <a:pt x="1238317" y="118878"/>
                </a:lnTo>
                <a:lnTo>
                  <a:pt x="1238571" y="118526"/>
                </a:lnTo>
                <a:lnTo>
                  <a:pt x="1238820" y="118173"/>
                </a:lnTo>
                <a:lnTo>
                  <a:pt x="1239063" y="117819"/>
                </a:lnTo>
                <a:lnTo>
                  <a:pt x="1239302" y="117463"/>
                </a:lnTo>
                <a:lnTo>
                  <a:pt x="1230260" y="110278"/>
                </a:lnTo>
                <a:lnTo>
                  <a:pt x="1229914" y="110725"/>
                </a:lnTo>
                <a:lnTo>
                  <a:pt x="1229564" y="111164"/>
                </a:lnTo>
                <a:lnTo>
                  <a:pt x="1229209" y="111596"/>
                </a:lnTo>
                <a:lnTo>
                  <a:pt x="1228849" y="112020"/>
                </a:lnTo>
                <a:lnTo>
                  <a:pt x="1228485" y="112437"/>
                </a:lnTo>
                <a:lnTo>
                  <a:pt x="1228115" y="112846"/>
                </a:lnTo>
                <a:lnTo>
                  <a:pt x="1227741" y="113247"/>
                </a:lnTo>
                <a:lnTo>
                  <a:pt x="1227362" y="113641"/>
                </a:lnTo>
                <a:lnTo>
                  <a:pt x="1226979" y="114028"/>
                </a:lnTo>
                <a:lnTo>
                  <a:pt x="1226590" y="114407"/>
                </a:lnTo>
                <a:lnTo>
                  <a:pt x="1226197" y="114778"/>
                </a:lnTo>
                <a:lnTo>
                  <a:pt x="1225799" y="115142"/>
                </a:lnTo>
                <a:lnTo>
                  <a:pt x="1225397" y="115498"/>
                </a:lnTo>
                <a:lnTo>
                  <a:pt x="1224989" y="115846"/>
                </a:lnTo>
                <a:lnTo>
                  <a:pt x="1224577" y="116187"/>
                </a:lnTo>
                <a:lnTo>
                  <a:pt x="1224160" y="116521"/>
                </a:lnTo>
                <a:lnTo>
                  <a:pt x="1223738" y="116847"/>
                </a:lnTo>
                <a:lnTo>
                  <a:pt x="1223312" y="117165"/>
                </a:lnTo>
                <a:lnTo>
                  <a:pt x="1222881" y="117476"/>
                </a:lnTo>
                <a:lnTo>
                  <a:pt x="1222445" y="117779"/>
                </a:lnTo>
                <a:lnTo>
                  <a:pt x="1222004" y="118074"/>
                </a:lnTo>
                <a:lnTo>
                  <a:pt x="1221558" y="118362"/>
                </a:lnTo>
                <a:lnTo>
                  <a:pt x="1221108" y="118643"/>
                </a:lnTo>
                <a:lnTo>
                  <a:pt x="1220653" y="118916"/>
                </a:lnTo>
                <a:lnTo>
                  <a:pt x="1220191" y="119179"/>
                </a:lnTo>
                <a:lnTo>
                  <a:pt x="1219721" y="119432"/>
                </a:lnTo>
                <a:lnTo>
                  <a:pt x="1219243" y="119673"/>
                </a:lnTo>
                <a:lnTo>
                  <a:pt x="1218756" y="119903"/>
                </a:lnTo>
                <a:lnTo>
                  <a:pt x="1218260" y="120121"/>
                </a:lnTo>
                <a:lnTo>
                  <a:pt x="1217757" y="120329"/>
                </a:lnTo>
                <a:lnTo>
                  <a:pt x="1217245" y="120525"/>
                </a:lnTo>
                <a:lnTo>
                  <a:pt x="1216724" y="120710"/>
                </a:lnTo>
                <a:lnTo>
                  <a:pt x="1216195" y="120884"/>
                </a:lnTo>
                <a:lnTo>
                  <a:pt x="1215658" y="121046"/>
                </a:lnTo>
                <a:lnTo>
                  <a:pt x="1215112" y="121198"/>
                </a:lnTo>
                <a:lnTo>
                  <a:pt x="1214558" y="121338"/>
                </a:lnTo>
                <a:lnTo>
                  <a:pt x="1213995" y="121467"/>
                </a:lnTo>
                <a:lnTo>
                  <a:pt x="1213424" y="121584"/>
                </a:lnTo>
                <a:lnTo>
                  <a:pt x="1212845" y="121691"/>
                </a:lnTo>
                <a:lnTo>
                  <a:pt x="1212257" y="121786"/>
                </a:lnTo>
                <a:lnTo>
                  <a:pt x="1211661" y="121870"/>
                </a:lnTo>
                <a:lnTo>
                  <a:pt x="1211056" y="121943"/>
                </a:lnTo>
                <a:lnTo>
                  <a:pt x="1210443" y="122005"/>
                </a:lnTo>
                <a:lnTo>
                  <a:pt x="1209822" y="122055"/>
                </a:lnTo>
                <a:lnTo>
                  <a:pt x="1209192" y="122095"/>
                </a:lnTo>
                <a:lnTo>
                  <a:pt x="1208553" y="122123"/>
                </a:lnTo>
                <a:lnTo>
                  <a:pt x="1207907" y="122139"/>
                </a:lnTo>
                <a:lnTo>
                  <a:pt x="1207252" y="122145"/>
                </a:lnTo>
                <a:lnTo>
                  <a:pt x="1206743" y="122141"/>
                </a:lnTo>
                <a:lnTo>
                  <a:pt x="1206238" y="122129"/>
                </a:lnTo>
                <a:lnTo>
                  <a:pt x="1205739" y="122108"/>
                </a:lnTo>
                <a:lnTo>
                  <a:pt x="1205243" y="122080"/>
                </a:lnTo>
                <a:lnTo>
                  <a:pt x="1204753" y="122043"/>
                </a:lnTo>
                <a:lnTo>
                  <a:pt x="1204267" y="121999"/>
                </a:lnTo>
                <a:lnTo>
                  <a:pt x="1203786" y="121946"/>
                </a:lnTo>
                <a:lnTo>
                  <a:pt x="1203309" y="121885"/>
                </a:lnTo>
                <a:lnTo>
                  <a:pt x="1202837" y="121816"/>
                </a:lnTo>
                <a:lnTo>
                  <a:pt x="1202370" y="121739"/>
                </a:lnTo>
                <a:lnTo>
                  <a:pt x="1201907" y="121653"/>
                </a:lnTo>
                <a:lnTo>
                  <a:pt x="1201449" y="121560"/>
                </a:lnTo>
                <a:lnTo>
                  <a:pt x="1200996" y="121458"/>
                </a:lnTo>
                <a:lnTo>
                  <a:pt x="1200547" y="121348"/>
                </a:lnTo>
                <a:lnTo>
                  <a:pt x="1200103" y="121231"/>
                </a:lnTo>
                <a:lnTo>
                  <a:pt x="1199663" y="121105"/>
                </a:lnTo>
                <a:lnTo>
                  <a:pt x="1199228" y="120970"/>
                </a:lnTo>
                <a:lnTo>
                  <a:pt x="1198798" y="120828"/>
                </a:lnTo>
                <a:lnTo>
                  <a:pt x="1198372" y="120678"/>
                </a:lnTo>
                <a:lnTo>
                  <a:pt x="1197951" y="120519"/>
                </a:lnTo>
                <a:lnTo>
                  <a:pt x="1197534" y="120353"/>
                </a:lnTo>
                <a:lnTo>
                  <a:pt x="1197123" y="120178"/>
                </a:lnTo>
                <a:lnTo>
                  <a:pt x="1196715" y="119995"/>
                </a:lnTo>
                <a:lnTo>
                  <a:pt x="1196313" y="119804"/>
                </a:lnTo>
                <a:lnTo>
                  <a:pt x="1195915" y="119606"/>
                </a:lnTo>
                <a:lnTo>
                  <a:pt x="1195522" y="119401"/>
                </a:lnTo>
                <a:lnTo>
                  <a:pt x="1195135" y="119191"/>
                </a:lnTo>
                <a:lnTo>
                  <a:pt x="1194752" y="118974"/>
                </a:lnTo>
                <a:lnTo>
                  <a:pt x="1194374" y="118751"/>
                </a:lnTo>
                <a:lnTo>
                  <a:pt x="1194002" y="118522"/>
                </a:lnTo>
                <a:lnTo>
                  <a:pt x="1193634" y="118287"/>
                </a:lnTo>
                <a:lnTo>
                  <a:pt x="1193272" y="118046"/>
                </a:lnTo>
                <a:lnTo>
                  <a:pt x="1192914" y="117798"/>
                </a:lnTo>
                <a:lnTo>
                  <a:pt x="1192562" y="117545"/>
                </a:lnTo>
                <a:lnTo>
                  <a:pt x="1192215" y="117285"/>
                </a:lnTo>
                <a:lnTo>
                  <a:pt x="1191873" y="117019"/>
                </a:lnTo>
                <a:lnTo>
                  <a:pt x="1191535" y="116746"/>
                </a:lnTo>
                <a:lnTo>
                  <a:pt x="1191203" y="116468"/>
                </a:lnTo>
                <a:lnTo>
                  <a:pt x="1190876" y="116184"/>
                </a:lnTo>
                <a:lnTo>
                  <a:pt x="1190554" y="115893"/>
                </a:lnTo>
                <a:lnTo>
                  <a:pt x="1190237" y="115596"/>
                </a:lnTo>
                <a:lnTo>
                  <a:pt x="1189925" y="115293"/>
                </a:lnTo>
                <a:lnTo>
                  <a:pt x="1189618" y="114984"/>
                </a:lnTo>
                <a:lnTo>
                  <a:pt x="1189316" y="114669"/>
                </a:lnTo>
                <a:lnTo>
                  <a:pt x="1189019" y="114347"/>
                </a:lnTo>
                <a:lnTo>
                  <a:pt x="1188727" y="114019"/>
                </a:lnTo>
                <a:lnTo>
                  <a:pt x="1188441" y="113685"/>
                </a:lnTo>
                <a:lnTo>
                  <a:pt x="1188159" y="113345"/>
                </a:lnTo>
                <a:lnTo>
                  <a:pt x="1187883" y="113000"/>
                </a:lnTo>
                <a:lnTo>
                  <a:pt x="1187612" y="112650"/>
                </a:lnTo>
                <a:lnTo>
                  <a:pt x="1187347" y="112295"/>
                </a:lnTo>
                <a:lnTo>
                  <a:pt x="1187087" y="111936"/>
                </a:lnTo>
                <a:lnTo>
                  <a:pt x="1186833" y="111572"/>
                </a:lnTo>
                <a:lnTo>
                  <a:pt x="1186585" y="111204"/>
                </a:lnTo>
                <a:lnTo>
                  <a:pt x="1186342" y="110830"/>
                </a:lnTo>
                <a:lnTo>
                  <a:pt x="1186105" y="110453"/>
                </a:lnTo>
                <a:lnTo>
                  <a:pt x="1185873" y="110070"/>
                </a:lnTo>
                <a:lnTo>
                  <a:pt x="1185647" y="109683"/>
                </a:lnTo>
                <a:lnTo>
                  <a:pt x="1185427" y="109291"/>
                </a:lnTo>
                <a:lnTo>
                  <a:pt x="1185212" y="108895"/>
                </a:lnTo>
                <a:lnTo>
                  <a:pt x="1185003" y="108494"/>
                </a:lnTo>
                <a:lnTo>
                  <a:pt x="1184800" y="108089"/>
                </a:lnTo>
                <a:lnTo>
                  <a:pt x="1184602" y="107679"/>
                </a:lnTo>
                <a:lnTo>
                  <a:pt x="1184409" y="107264"/>
                </a:lnTo>
                <a:lnTo>
                  <a:pt x="1184223" y="106844"/>
                </a:lnTo>
                <a:lnTo>
                  <a:pt x="1184042" y="106420"/>
                </a:lnTo>
                <a:lnTo>
                  <a:pt x="1183866" y="105992"/>
                </a:lnTo>
                <a:lnTo>
                  <a:pt x="1183696" y="105558"/>
                </a:lnTo>
                <a:lnTo>
                  <a:pt x="1183532" y="105120"/>
                </a:lnTo>
                <a:lnTo>
                  <a:pt x="1183373" y="104678"/>
                </a:lnTo>
                <a:lnTo>
                  <a:pt x="1183220" y="104231"/>
                </a:lnTo>
                <a:lnTo>
                  <a:pt x="1183073" y="103779"/>
                </a:lnTo>
                <a:lnTo>
                  <a:pt x="1182931" y="103323"/>
                </a:lnTo>
                <a:lnTo>
                  <a:pt x="1182796" y="102865"/>
                </a:lnTo>
                <a:lnTo>
                  <a:pt x="1182666" y="102405"/>
                </a:lnTo>
                <a:lnTo>
                  <a:pt x="1182543" y="101941"/>
                </a:lnTo>
                <a:lnTo>
                  <a:pt x="1182425" y="101475"/>
                </a:lnTo>
                <a:lnTo>
                  <a:pt x="1182314" y="101006"/>
                </a:lnTo>
                <a:lnTo>
                  <a:pt x="1182208" y="100535"/>
                </a:lnTo>
                <a:lnTo>
                  <a:pt x="1182109" y="100061"/>
                </a:lnTo>
                <a:lnTo>
                  <a:pt x="1182015" y="99584"/>
                </a:lnTo>
                <a:lnTo>
                  <a:pt x="1181928" y="99105"/>
                </a:lnTo>
                <a:lnTo>
                  <a:pt x="1181846" y="98623"/>
                </a:lnTo>
                <a:lnTo>
                  <a:pt x="1181771" y="98138"/>
                </a:lnTo>
                <a:lnTo>
                  <a:pt x="1181702" y="97650"/>
                </a:lnTo>
                <a:lnTo>
                  <a:pt x="1181639" y="97160"/>
                </a:lnTo>
                <a:lnTo>
                  <a:pt x="1181581" y="96668"/>
                </a:lnTo>
                <a:lnTo>
                  <a:pt x="1181530" y="96172"/>
                </a:lnTo>
                <a:lnTo>
                  <a:pt x="1181485" y="95674"/>
                </a:lnTo>
                <a:lnTo>
                  <a:pt x="1181446" y="95174"/>
                </a:lnTo>
                <a:lnTo>
                  <a:pt x="1181413" y="94670"/>
                </a:lnTo>
                <a:lnTo>
                  <a:pt x="1181385" y="94164"/>
                </a:lnTo>
                <a:lnTo>
                  <a:pt x="1181364" y="93655"/>
                </a:lnTo>
                <a:lnTo>
                  <a:pt x="1181350" y="93163"/>
                </a:lnTo>
                <a:lnTo>
                  <a:pt x="1240432" y="93163"/>
                </a:lnTo>
                <a:lnTo>
                  <a:pt x="1240432" y="86472"/>
                </a:lnTo>
                <a:lnTo>
                  <a:pt x="1240428" y="85709"/>
                </a:lnTo>
                <a:lnTo>
                  <a:pt x="1240417" y="84951"/>
                </a:lnTo>
                <a:lnTo>
                  <a:pt x="1240399" y="84197"/>
                </a:lnTo>
                <a:lnTo>
                  <a:pt x="1240374" y="83449"/>
                </a:lnTo>
                <a:close/>
                <a:moveTo>
                  <a:pt x="1181914" y="80124"/>
                </a:moveTo>
                <a:lnTo>
                  <a:pt x="1181999" y="79559"/>
                </a:lnTo>
                <a:lnTo>
                  <a:pt x="1182091" y="78999"/>
                </a:lnTo>
                <a:lnTo>
                  <a:pt x="1182188" y="78446"/>
                </a:lnTo>
                <a:lnTo>
                  <a:pt x="1182291" y="77900"/>
                </a:lnTo>
                <a:lnTo>
                  <a:pt x="1182400" y="77360"/>
                </a:lnTo>
                <a:lnTo>
                  <a:pt x="1182515" y="76826"/>
                </a:lnTo>
                <a:lnTo>
                  <a:pt x="1182635" y="76299"/>
                </a:lnTo>
                <a:lnTo>
                  <a:pt x="1182762" y="75778"/>
                </a:lnTo>
                <a:lnTo>
                  <a:pt x="1182894" y="75264"/>
                </a:lnTo>
                <a:lnTo>
                  <a:pt x="1183033" y="74756"/>
                </a:lnTo>
                <a:lnTo>
                  <a:pt x="1183176" y="74255"/>
                </a:lnTo>
                <a:lnTo>
                  <a:pt x="1183325" y="73760"/>
                </a:lnTo>
                <a:lnTo>
                  <a:pt x="1183478" y="73272"/>
                </a:lnTo>
                <a:lnTo>
                  <a:pt x="1183636" y="72790"/>
                </a:lnTo>
                <a:lnTo>
                  <a:pt x="1183798" y="72314"/>
                </a:lnTo>
                <a:lnTo>
                  <a:pt x="1183966" y="71845"/>
                </a:lnTo>
                <a:lnTo>
                  <a:pt x="1184138" y="71382"/>
                </a:lnTo>
                <a:lnTo>
                  <a:pt x="1184315" y="70926"/>
                </a:lnTo>
                <a:lnTo>
                  <a:pt x="1184497" y="70476"/>
                </a:lnTo>
                <a:lnTo>
                  <a:pt x="1184684" y="70033"/>
                </a:lnTo>
                <a:lnTo>
                  <a:pt x="1184875" y="69596"/>
                </a:lnTo>
                <a:lnTo>
                  <a:pt x="1185071" y="69166"/>
                </a:lnTo>
                <a:lnTo>
                  <a:pt x="1185272" y="68742"/>
                </a:lnTo>
                <a:lnTo>
                  <a:pt x="1185477" y="68324"/>
                </a:lnTo>
                <a:lnTo>
                  <a:pt x="1185688" y="67913"/>
                </a:lnTo>
                <a:lnTo>
                  <a:pt x="1185903" y="67509"/>
                </a:lnTo>
                <a:lnTo>
                  <a:pt x="1186123" y="67110"/>
                </a:lnTo>
                <a:lnTo>
                  <a:pt x="1186348" y="66719"/>
                </a:lnTo>
                <a:lnTo>
                  <a:pt x="1186577" y="66333"/>
                </a:lnTo>
                <a:lnTo>
                  <a:pt x="1186811" y="65954"/>
                </a:lnTo>
                <a:lnTo>
                  <a:pt x="1187050" y="65582"/>
                </a:lnTo>
                <a:lnTo>
                  <a:pt x="1187294" y="65216"/>
                </a:lnTo>
                <a:lnTo>
                  <a:pt x="1187542" y="64857"/>
                </a:lnTo>
                <a:lnTo>
                  <a:pt x="1187796" y="64504"/>
                </a:lnTo>
                <a:lnTo>
                  <a:pt x="1188053" y="64157"/>
                </a:lnTo>
                <a:lnTo>
                  <a:pt x="1188315" y="63818"/>
                </a:lnTo>
                <a:lnTo>
                  <a:pt x="1188581" y="63486"/>
                </a:lnTo>
                <a:lnTo>
                  <a:pt x="1188852" y="63161"/>
                </a:lnTo>
                <a:lnTo>
                  <a:pt x="1189126" y="62844"/>
                </a:lnTo>
                <a:lnTo>
                  <a:pt x="1189405" y="62533"/>
                </a:lnTo>
                <a:lnTo>
                  <a:pt x="1189688" y="62230"/>
                </a:lnTo>
                <a:lnTo>
                  <a:pt x="1189975" y="61934"/>
                </a:lnTo>
                <a:lnTo>
                  <a:pt x="1190267" y="61645"/>
                </a:lnTo>
                <a:lnTo>
                  <a:pt x="1190562" y="61363"/>
                </a:lnTo>
                <a:lnTo>
                  <a:pt x="1190862" y="61088"/>
                </a:lnTo>
                <a:lnTo>
                  <a:pt x="1191166" y="60820"/>
                </a:lnTo>
                <a:lnTo>
                  <a:pt x="1191474" y="60560"/>
                </a:lnTo>
                <a:lnTo>
                  <a:pt x="1191787" y="60306"/>
                </a:lnTo>
                <a:lnTo>
                  <a:pt x="1192103" y="60060"/>
                </a:lnTo>
                <a:lnTo>
                  <a:pt x="1192424" y="59821"/>
                </a:lnTo>
                <a:lnTo>
                  <a:pt x="1192749" y="59589"/>
                </a:lnTo>
                <a:lnTo>
                  <a:pt x="1193078" y="59365"/>
                </a:lnTo>
                <a:lnTo>
                  <a:pt x="1193412" y="59147"/>
                </a:lnTo>
                <a:lnTo>
                  <a:pt x="1193749" y="58937"/>
                </a:lnTo>
                <a:lnTo>
                  <a:pt x="1194091" y="58733"/>
                </a:lnTo>
                <a:lnTo>
                  <a:pt x="1194437" y="58537"/>
                </a:lnTo>
                <a:lnTo>
                  <a:pt x="1194788" y="58348"/>
                </a:lnTo>
                <a:lnTo>
                  <a:pt x="1195142" y="58166"/>
                </a:lnTo>
                <a:lnTo>
                  <a:pt x="1195500" y="57992"/>
                </a:lnTo>
                <a:lnTo>
                  <a:pt x="1195861" y="57825"/>
                </a:lnTo>
                <a:lnTo>
                  <a:pt x="1196224" y="57665"/>
                </a:lnTo>
                <a:lnTo>
                  <a:pt x="1196591" y="57513"/>
                </a:lnTo>
                <a:lnTo>
                  <a:pt x="1196960" y="57368"/>
                </a:lnTo>
                <a:lnTo>
                  <a:pt x="1197332" y="57230"/>
                </a:lnTo>
                <a:lnTo>
                  <a:pt x="1197707" y="57100"/>
                </a:lnTo>
                <a:lnTo>
                  <a:pt x="1198084" y="56978"/>
                </a:lnTo>
                <a:lnTo>
                  <a:pt x="1198465" y="56863"/>
                </a:lnTo>
                <a:lnTo>
                  <a:pt x="1198848" y="56755"/>
                </a:lnTo>
                <a:lnTo>
                  <a:pt x="1199234" y="56655"/>
                </a:lnTo>
                <a:lnTo>
                  <a:pt x="1199623" y="56562"/>
                </a:lnTo>
                <a:lnTo>
                  <a:pt x="1200014" y="56476"/>
                </a:lnTo>
                <a:lnTo>
                  <a:pt x="1200409" y="56398"/>
                </a:lnTo>
                <a:lnTo>
                  <a:pt x="1200806" y="56328"/>
                </a:lnTo>
                <a:lnTo>
                  <a:pt x="1201206" y="56265"/>
                </a:lnTo>
                <a:lnTo>
                  <a:pt x="1201609" y="56209"/>
                </a:lnTo>
                <a:lnTo>
                  <a:pt x="1202014" y="56161"/>
                </a:lnTo>
                <a:lnTo>
                  <a:pt x="1202423" y="56120"/>
                </a:lnTo>
                <a:lnTo>
                  <a:pt x="1202834" y="56086"/>
                </a:lnTo>
                <a:lnTo>
                  <a:pt x="1203248" y="56060"/>
                </a:lnTo>
                <a:lnTo>
                  <a:pt x="1203665" y="56042"/>
                </a:lnTo>
                <a:lnTo>
                  <a:pt x="1204084" y="56031"/>
                </a:lnTo>
                <a:lnTo>
                  <a:pt x="1204507" y="56027"/>
                </a:lnTo>
                <a:lnTo>
                  <a:pt x="1205140" y="56033"/>
                </a:lnTo>
                <a:lnTo>
                  <a:pt x="1205763" y="56051"/>
                </a:lnTo>
                <a:lnTo>
                  <a:pt x="1206374" y="56082"/>
                </a:lnTo>
                <a:lnTo>
                  <a:pt x="1206974" y="56125"/>
                </a:lnTo>
                <a:lnTo>
                  <a:pt x="1207562" y="56181"/>
                </a:lnTo>
                <a:lnTo>
                  <a:pt x="1208140" y="56248"/>
                </a:lnTo>
                <a:lnTo>
                  <a:pt x="1208706" y="56328"/>
                </a:lnTo>
                <a:lnTo>
                  <a:pt x="1209261" y="56420"/>
                </a:lnTo>
                <a:lnTo>
                  <a:pt x="1209805" y="56525"/>
                </a:lnTo>
                <a:lnTo>
                  <a:pt x="1210337" y="56642"/>
                </a:lnTo>
                <a:lnTo>
                  <a:pt x="1210859" y="56771"/>
                </a:lnTo>
                <a:lnTo>
                  <a:pt x="1211369" y="56912"/>
                </a:lnTo>
                <a:lnTo>
                  <a:pt x="1211868" y="57066"/>
                </a:lnTo>
                <a:lnTo>
                  <a:pt x="1212356" y="57232"/>
                </a:lnTo>
                <a:lnTo>
                  <a:pt x="1212832" y="57410"/>
                </a:lnTo>
                <a:lnTo>
                  <a:pt x="1213297" y="57601"/>
                </a:lnTo>
                <a:lnTo>
                  <a:pt x="1213752" y="57804"/>
                </a:lnTo>
                <a:lnTo>
                  <a:pt x="1214194" y="58019"/>
                </a:lnTo>
                <a:lnTo>
                  <a:pt x="1214626" y="58247"/>
                </a:lnTo>
                <a:lnTo>
                  <a:pt x="1215047" y="58487"/>
                </a:lnTo>
                <a:lnTo>
                  <a:pt x="1215456" y="58739"/>
                </a:lnTo>
                <a:lnTo>
                  <a:pt x="1215854" y="59003"/>
                </a:lnTo>
                <a:lnTo>
                  <a:pt x="1216241" y="59280"/>
                </a:lnTo>
                <a:lnTo>
                  <a:pt x="1216616" y="59569"/>
                </a:lnTo>
                <a:lnTo>
                  <a:pt x="1216982" y="59867"/>
                </a:lnTo>
                <a:lnTo>
                  <a:pt x="1217340" y="60172"/>
                </a:lnTo>
                <a:lnTo>
                  <a:pt x="1217689" y="60484"/>
                </a:lnTo>
                <a:lnTo>
                  <a:pt x="1218030" y="60802"/>
                </a:lnTo>
                <a:lnTo>
                  <a:pt x="1218363" y="61128"/>
                </a:lnTo>
                <a:lnTo>
                  <a:pt x="1218688" y="61459"/>
                </a:lnTo>
                <a:lnTo>
                  <a:pt x="1219004" y="61798"/>
                </a:lnTo>
                <a:lnTo>
                  <a:pt x="1219312" y="62143"/>
                </a:lnTo>
                <a:lnTo>
                  <a:pt x="1219612" y="62495"/>
                </a:lnTo>
                <a:lnTo>
                  <a:pt x="1219903" y="62854"/>
                </a:lnTo>
                <a:lnTo>
                  <a:pt x="1220186" y="63219"/>
                </a:lnTo>
                <a:lnTo>
                  <a:pt x="1220461" y="63592"/>
                </a:lnTo>
                <a:lnTo>
                  <a:pt x="1220728" y="63970"/>
                </a:lnTo>
                <a:lnTo>
                  <a:pt x="1220986" y="64356"/>
                </a:lnTo>
                <a:lnTo>
                  <a:pt x="1221236" y="64748"/>
                </a:lnTo>
                <a:lnTo>
                  <a:pt x="1221478" y="65147"/>
                </a:lnTo>
                <a:lnTo>
                  <a:pt x="1221712" y="65553"/>
                </a:lnTo>
                <a:lnTo>
                  <a:pt x="1221937" y="65965"/>
                </a:lnTo>
                <a:lnTo>
                  <a:pt x="1222154" y="66384"/>
                </a:lnTo>
                <a:lnTo>
                  <a:pt x="1222363" y="66810"/>
                </a:lnTo>
                <a:lnTo>
                  <a:pt x="1222563" y="67243"/>
                </a:lnTo>
                <a:lnTo>
                  <a:pt x="1222756" y="67682"/>
                </a:lnTo>
                <a:lnTo>
                  <a:pt x="1222939" y="68128"/>
                </a:lnTo>
                <a:lnTo>
                  <a:pt x="1223115" y="68580"/>
                </a:lnTo>
                <a:lnTo>
                  <a:pt x="1223284" y="69037"/>
                </a:lnTo>
                <a:lnTo>
                  <a:pt x="1223446" y="69495"/>
                </a:lnTo>
                <a:lnTo>
                  <a:pt x="1223603" y="69953"/>
                </a:lnTo>
                <a:lnTo>
                  <a:pt x="1223753" y="70413"/>
                </a:lnTo>
                <a:lnTo>
                  <a:pt x="1223898" y="70874"/>
                </a:lnTo>
                <a:lnTo>
                  <a:pt x="1224036" y="71336"/>
                </a:lnTo>
                <a:lnTo>
                  <a:pt x="1224168" y="71800"/>
                </a:lnTo>
                <a:lnTo>
                  <a:pt x="1224295" y="72264"/>
                </a:lnTo>
                <a:lnTo>
                  <a:pt x="1224415" y="72730"/>
                </a:lnTo>
                <a:lnTo>
                  <a:pt x="1224529" y="73196"/>
                </a:lnTo>
                <a:lnTo>
                  <a:pt x="1224638" y="73664"/>
                </a:lnTo>
                <a:lnTo>
                  <a:pt x="1224740" y="74133"/>
                </a:lnTo>
                <a:lnTo>
                  <a:pt x="1224836" y="74602"/>
                </a:lnTo>
                <a:lnTo>
                  <a:pt x="1224926" y="75073"/>
                </a:lnTo>
                <a:lnTo>
                  <a:pt x="1225010" y="75546"/>
                </a:lnTo>
                <a:lnTo>
                  <a:pt x="1225089" y="76019"/>
                </a:lnTo>
                <a:lnTo>
                  <a:pt x="1225161" y="76493"/>
                </a:lnTo>
                <a:lnTo>
                  <a:pt x="1225227" y="76969"/>
                </a:lnTo>
                <a:lnTo>
                  <a:pt x="1225287" y="77445"/>
                </a:lnTo>
                <a:lnTo>
                  <a:pt x="1225341" y="77923"/>
                </a:lnTo>
                <a:lnTo>
                  <a:pt x="1225389" y="78402"/>
                </a:lnTo>
                <a:lnTo>
                  <a:pt x="1225431" y="78882"/>
                </a:lnTo>
                <a:lnTo>
                  <a:pt x="1225467" y="79363"/>
                </a:lnTo>
                <a:lnTo>
                  <a:pt x="1225497" y="79845"/>
                </a:lnTo>
                <a:lnTo>
                  <a:pt x="1225497" y="80973"/>
                </a:lnTo>
                <a:lnTo>
                  <a:pt x="1181800" y="80973"/>
                </a:lnTo>
                <a:lnTo>
                  <a:pt x="1181835" y="80697"/>
                </a:lnTo>
                <a:lnTo>
                  <a:pt x="1181914" y="80124"/>
                </a:lnTo>
                <a:close/>
                <a:moveTo>
                  <a:pt x="1254040" y="94651"/>
                </a:moveTo>
                <a:lnTo>
                  <a:pt x="1254102" y="95407"/>
                </a:lnTo>
                <a:lnTo>
                  <a:pt x="1254174" y="96159"/>
                </a:lnTo>
                <a:lnTo>
                  <a:pt x="1254255" y="96905"/>
                </a:lnTo>
                <a:lnTo>
                  <a:pt x="1254345" y="97647"/>
                </a:lnTo>
                <a:lnTo>
                  <a:pt x="1254445" y="98384"/>
                </a:lnTo>
                <a:lnTo>
                  <a:pt x="1254555" y="99117"/>
                </a:lnTo>
                <a:lnTo>
                  <a:pt x="1254674" y="99844"/>
                </a:lnTo>
                <a:lnTo>
                  <a:pt x="1254803" y="100567"/>
                </a:lnTo>
                <a:lnTo>
                  <a:pt x="1254941" y="101285"/>
                </a:lnTo>
                <a:lnTo>
                  <a:pt x="1255088" y="101998"/>
                </a:lnTo>
                <a:lnTo>
                  <a:pt x="1255246" y="102707"/>
                </a:lnTo>
                <a:lnTo>
                  <a:pt x="1255412" y="103411"/>
                </a:lnTo>
                <a:lnTo>
                  <a:pt x="1255589" y="104110"/>
                </a:lnTo>
                <a:lnTo>
                  <a:pt x="1255775" y="104804"/>
                </a:lnTo>
                <a:lnTo>
                  <a:pt x="1255970" y="105493"/>
                </a:lnTo>
                <a:lnTo>
                  <a:pt x="1256175" y="106178"/>
                </a:lnTo>
                <a:lnTo>
                  <a:pt x="1256389" y="106858"/>
                </a:lnTo>
                <a:lnTo>
                  <a:pt x="1256613" y="107533"/>
                </a:lnTo>
                <a:lnTo>
                  <a:pt x="1256846" y="108202"/>
                </a:lnTo>
                <a:lnTo>
                  <a:pt x="1257088" y="108864"/>
                </a:lnTo>
                <a:lnTo>
                  <a:pt x="1257338" y="109519"/>
                </a:lnTo>
                <a:lnTo>
                  <a:pt x="1257597" y="110167"/>
                </a:lnTo>
                <a:lnTo>
                  <a:pt x="1257864" y="110807"/>
                </a:lnTo>
                <a:lnTo>
                  <a:pt x="1258140" y="111441"/>
                </a:lnTo>
                <a:lnTo>
                  <a:pt x="1258424" y="112067"/>
                </a:lnTo>
                <a:lnTo>
                  <a:pt x="1258717" y="112686"/>
                </a:lnTo>
                <a:lnTo>
                  <a:pt x="1259018" y="113298"/>
                </a:lnTo>
                <a:lnTo>
                  <a:pt x="1259328" y="113903"/>
                </a:lnTo>
                <a:lnTo>
                  <a:pt x="1259647" y="114501"/>
                </a:lnTo>
                <a:lnTo>
                  <a:pt x="1259974" y="115091"/>
                </a:lnTo>
                <a:lnTo>
                  <a:pt x="1260309" y="115675"/>
                </a:lnTo>
                <a:lnTo>
                  <a:pt x="1260654" y="116251"/>
                </a:lnTo>
                <a:lnTo>
                  <a:pt x="1261006" y="116820"/>
                </a:lnTo>
                <a:lnTo>
                  <a:pt x="1261367" y="117382"/>
                </a:lnTo>
                <a:lnTo>
                  <a:pt x="1261737" y="117937"/>
                </a:lnTo>
                <a:lnTo>
                  <a:pt x="1262116" y="118484"/>
                </a:lnTo>
                <a:lnTo>
                  <a:pt x="1262503" y="119025"/>
                </a:lnTo>
                <a:lnTo>
                  <a:pt x="1262898" y="119558"/>
                </a:lnTo>
                <a:lnTo>
                  <a:pt x="1263302" y="120085"/>
                </a:lnTo>
                <a:lnTo>
                  <a:pt x="1263715" y="120604"/>
                </a:lnTo>
                <a:lnTo>
                  <a:pt x="1264136" y="121116"/>
                </a:lnTo>
                <a:lnTo>
                  <a:pt x="1264565" y="121620"/>
                </a:lnTo>
                <a:lnTo>
                  <a:pt x="1265003" y="122117"/>
                </a:lnTo>
                <a:lnTo>
                  <a:pt x="1265448" y="122604"/>
                </a:lnTo>
                <a:lnTo>
                  <a:pt x="1265900" y="123082"/>
                </a:lnTo>
                <a:lnTo>
                  <a:pt x="1266360" y="123551"/>
                </a:lnTo>
                <a:lnTo>
                  <a:pt x="1266828" y="124011"/>
                </a:lnTo>
                <a:lnTo>
                  <a:pt x="1267303" y="124461"/>
                </a:lnTo>
                <a:lnTo>
                  <a:pt x="1267785" y="124902"/>
                </a:lnTo>
                <a:lnTo>
                  <a:pt x="1268274" y="125334"/>
                </a:lnTo>
                <a:lnTo>
                  <a:pt x="1268771" y="125756"/>
                </a:lnTo>
                <a:lnTo>
                  <a:pt x="1269276" y="126170"/>
                </a:lnTo>
                <a:lnTo>
                  <a:pt x="1269788" y="126574"/>
                </a:lnTo>
                <a:lnTo>
                  <a:pt x="1270307" y="126969"/>
                </a:lnTo>
                <a:lnTo>
                  <a:pt x="1270834" y="127354"/>
                </a:lnTo>
                <a:lnTo>
                  <a:pt x="1271368" y="127731"/>
                </a:lnTo>
                <a:lnTo>
                  <a:pt x="1271910" y="128098"/>
                </a:lnTo>
                <a:lnTo>
                  <a:pt x="1272459" y="128455"/>
                </a:lnTo>
                <a:lnTo>
                  <a:pt x="1273015" y="128804"/>
                </a:lnTo>
                <a:lnTo>
                  <a:pt x="1273579" y="129143"/>
                </a:lnTo>
                <a:lnTo>
                  <a:pt x="1274151" y="129473"/>
                </a:lnTo>
                <a:lnTo>
                  <a:pt x="1274729" y="129794"/>
                </a:lnTo>
                <a:lnTo>
                  <a:pt x="1275316" y="130106"/>
                </a:lnTo>
                <a:lnTo>
                  <a:pt x="1275909" y="130408"/>
                </a:lnTo>
                <a:lnTo>
                  <a:pt x="1276510" y="130701"/>
                </a:lnTo>
                <a:lnTo>
                  <a:pt x="1277119" y="130985"/>
                </a:lnTo>
                <a:lnTo>
                  <a:pt x="1277734" y="131258"/>
                </a:lnTo>
                <a:lnTo>
                  <a:pt x="1278356" y="131520"/>
                </a:lnTo>
                <a:lnTo>
                  <a:pt x="1278984" y="131770"/>
                </a:lnTo>
                <a:lnTo>
                  <a:pt x="1279619" y="132009"/>
                </a:lnTo>
                <a:lnTo>
                  <a:pt x="1280260" y="132236"/>
                </a:lnTo>
                <a:lnTo>
                  <a:pt x="1280908" y="132451"/>
                </a:lnTo>
                <a:lnTo>
                  <a:pt x="1281562" y="132654"/>
                </a:lnTo>
                <a:lnTo>
                  <a:pt x="1282223" y="132846"/>
                </a:lnTo>
                <a:lnTo>
                  <a:pt x="1282890" y="133027"/>
                </a:lnTo>
                <a:lnTo>
                  <a:pt x="1283563" y="133195"/>
                </a:lnTo>
                <a:lnTo>
                  <a:pt x="1284243" y="133352"/>
                </a:lnTo>
                <a:lnTo>
                  <a:pt x="1284930" y="133498"/>
                </a:lnTo>
                <a:lnTo>
                  <a:pt x="1285622" y="133632"/>
                </a:lnTo>
                <a:lnTo>
                  <a:pt x="1286322" y="133754"/>
                </a:lnTo>
                <a:lnTo>
                  <a:pt x="1287027" y="133864"/>
                </a:lnTo>
                <a:lnTo>
                  <a:pt x="1287739" y="133963"/>
                </a:lnTo>
                <a:lnTo>
                  <a:pt x="1288458" y="134050"/>
                </a:lnTo>
                <a:lnTo>
                  <a:pt x="1289183" y="134126"/>
                </a:lnTo>
                <a:lnTo>
                  <a:pt x="1289914" y="134190"/>
                </a:lnTo>
                <a:lnTo>
                  <a:pt x="1290652" y="134242"/>
                </a:lnTo>
                <a:lnTo>
                  <a:pt x="1291397" y="134283"/>
                </a:lnTo>
                <a:lnTo>
                  <a:pt x="1292148" y="134312"/>
                </a:lnTo>
                <a:lnTo>
                  <a:pt x="1292905" y="134330"/>
                </a:lnTo>
                <a:lnTo>
                  <a:pt x="1293669" y="134335"/>
                </a:lnTo>
                <a:lnTo>
                  <a:pt x="1294432" y="134330"/>
                </a:lnTo>
                <a:lnTo>
                  <a:pt x="1295189" y="134312"/>
                </a:lnTo>
                <a:lnTo>
                  <a:pt x="1295940" y="134283"/>
                </a:lnTo>
                <a:lnTo>
                  <a:pt x="1296684" y="134242"/>
                </a:lnTo>
                <a:lnTo>
                  <a:pt x="1297421" y="134190"/>
                </a:lnTo>
                <a:lnTo>
                  <a:pt x="1298152" y="134126"/>
                </a:lnTo>
                <a:lnTo>
                  <a:pt x="1298876" y="134050"/>
                </a:lnTo>
                <a:lnTo>
                  <a:pt x="1299593" y="133963"/>
                </a:lnTo>
                <a:lnTo>
                  <a:pt x="1300304" y="133864"/>
                </a:lnTo>
                <a:lnTo>
                  <a:pt x="1301009" y="133754"/>
                </a:lnTo>
                <a:lnTo>
                  <a:pt x="1301706" y="133632"/>
                </a:lnTo>
                <a:lnTo>
                  <a:pt x="1302398" y="133498"/>
                </a:lnTo>
                <a:lnTo>
                  <a:pt x="1303082" y="133352"/>
                </a:lnTo>
                <a:lnTo>
                  <a:pt x="1303760" y="133195"/>
                </a:lnTo>
                <a:lnTo>
                  <a:pt x="1304432" y="133027"/>
                </a:lnTo>
                <a:lnTo>
                  <a:pt x="1305096" y="132846"/>
                </a:lnTo>
                <a:lnTo>
                  <a:pt x="1305755" y="132654"/>
                </a:lnTo>
                <a:lnTo>
                  <a:pt x="1306406" y="132451"/>
                </a:lnTo>
                <a:lnTo>
                  <a:pt x="1307051" y="132236"/>
                </a:lnTo>
                <a:lnTo>
                  <a:pt x="1307690" y="132009"/>
                </a:lnTo>
                <a:lnTo>
                  <a:pt x="1308322" y="131770"/>
                </a:lnTo>
                <a:lnTo>
                  <a:pt x="1308947" y="131520"/>
                </a:lnTo>
                <a:lnTo>
                  <a:pt x="1309566" y="131258"/>
                </a:lnTo>
                <a:lnTo>
                  <a:pt x="1310178" y="130985"/>
                </a:lnTo>
                <a:lnTo>
                  <a:pt x="1310783" y="130701"/>
                </a:lnTo>
                <a:lnTo>
                  <a:pt x="1311381" y="130408"/>
                </a:lnTo>
                <a:lnTo>
                  <a:pt x="1311972" y="130106"/>
                </a:lnTo>
                <a:lnTo>
                  <a:pt x="1312555" y="129794"/>
                </a:lnTo>
                <a:lnTo>
                  <a:pt x="1313131" y="129473"/>
                </a:lnTo>
                <a:lnTo>
                  <a:pt x="1313700" y="129143"/>
                </a:lnTo>
                <a:lnTo>
                  <a:pt x="1314261" y="128804"/>
                </a:lnTo>
                <a:lnTo>
                  <a:pt x="1314815" y="128455"/>
                </a:lnTo>
                <a:lnTo>
                  <a:pt x="1315362" y="128098"/>
                </a:lnTo>
                <a:lnTo>
                  <a:pt x="1315902" y="127731"/>
                </a:lnTo>
                <a:lnTo>
                  <a:pt x="1316434" y="127354"/>
                </a:lnTo>
                <a:lnTo>
                  <a:pt x="1316959" y="126969"/>
                </a:lnTo>
                <a:lnTo>
                  <a:pt x="1317477" y="126574"/>
                </a:lnTo>
                <a:lnTo>
                  <a:pt x="1317987" y="126170"/>
                </a:lnTo>
                <a:lnTo>
                  <a:pt x="1318491" y="125756"/>
                </a:lnTo>
                <a:lnTo>
                  <a:pt x="1318987" y="125334"/>
                </a:lnTo>
                <a:lnTo>
                  <a:pt x="1319475" y="124902"/>
                </a:lnTo>
                <a:lnTo>
                  <a:pt x="1319956" y="124461"/>
                </a:lnTo>
                <a:lnTo>
                  <a:pt x="1320430" y="124011"/>
                </a:lnTo>
                <a:lnTo>
                  <a:pt x="1320897" y="123551"/>
                </a:lnTo>
                <a:lnTo>
                  <a:pt x="1321357" y="123082"/>
                </a:lnTo>
                <a:lnTo>
                  <a:pt x="1321809" y="122604"/>
                </a:lnTo>
                <a:lnTo>
                  <a:pt x="1322254" y="122117"/>
                </a:lnTo>
                <a:lnTo>
                  <a:pt x="1322691" y="121620"/>
                </a:lnTo>
                <a:lnTo>
                  <a:pt x="1323121" y="121116"/>
                </a:lnTo>
                <a:lnTo>
                  <a:pt x="1323542" y="120604"/>
                </a:lnTo>
                <a:lnTo>
                  <a:pt x="1323954" y="120085"/>
                </a:lnTo>
                <a:lnTo>
                  <a:pt x="1324358" y="119558"/>
                </a:lnTo>
                <a:lnTo>
                  <a:pt x="1324754" y="119025"/>
                </a:lnTo>
                <a:lnTo>
                  <a:pt x="1325141" y="118484"/>
                </a:lnTo>
                <a:lnTo>
                  <a:pt x="1325519" y="117937"/>
                </a:lnTo>
                <a:lnTo>
                  <a:pt x="1325889" y="117382"/>
                </a:lnTo>
                <a:lnTo>
                  <a:pt x="1326250" y="116820"/>
                </a:lnTo>
                <a:lnTo>
                  <a:pt x="1326603" y="116251"/>
                </a:lnTo>
                <a:lnTo>
                  <a:pt x="1326947" y="115675"/>
                </a:lnTo>
                <a:lnTo>
                  <a:pt x="1327283" y="115091"/>
                </a:lnTo>
                <a:lnTo>
                  <a:pt x="1327610" y="114501"/>
                </a:lnTo>
                <a:lnTo>
                  <a:pt x="1327928" y="113903"/>
                </a:lnTo>
                <a:lnTo>
                  <a:pt x="1328238" y="113298"/>
                </a:lnTo>
                <a:lnTo>
                  <a:pt x="1328540" y="112686"/>
                </a:lnTo>
                <a:lnTo>
                  <a:pt x="1328832" y="112067"/>
                </a:lnTo>
                <a:lnTo>
                  <a:pt x="1329117" y="111441"/>
                </a:lnTo>
                <a:lnTo>
                  <a:pt x="1329393" y="110807"/>
                </a:lnTo>
                <a:lnTo>
                  <a:pt x="1329660" y="110167"/>
                </a:lnTo>
                <a:lnTo>
                  <a:pt x="1329918" y="109519"/>
                </a:lnTo>
                <a:lnTo>
                  <a:pt x="1330169" y="108864"/>
                </a:lnTo>
                <a:lnTo>
                  <a:pt x="1330410" y="108202"/>
                </a:lnTo>
                <a:lnTo>
                  <a:pt x="1330643" y="107533"/>
                </a:lnTo>
                <a:lnTo>
                  <a:pt x="1330867" y="106858"/>
                </a:lnTo>
                <a:lnTo>
                  <a:pt x="1331082" y="106178"/>
                </a:lnTo>
                <a:lnTo>
                  <a:pt x="1331286" y="105493"/>
                </a:lnTo>
                <a:lnTo>
                  <a:pt x="1331482" y="104804"/>
                </a:lnTo>
                <a:lnTo>
                  <a:pt x="1331668" y="104110"/>
                </a:lnTo>
                <a:lnTo>
                  <a:pt x="1331844" y="103411"/>
                </a:lnTo>
                <a:lnTo>
                  <a:pt x="1332011" y="102707"/>
                </a:lnTo>
                <a:lnTo>
                  <a:pt x="1332168" y="101998"/>
                </a:lnTo>
                <a:lnTo>
                  <a:pt x="1332316" y="101285"/>
                </a:lnTo>
                <a:lnTo>
                  <a:pt x="1332454" y="100567"/>
                </a:lnTo>
                <a:lnTo>
                  <a:pt x="1332583" y="99844"/>
                </a:lnTo>
                <a:lnTo>
                  <a:pt x="1332702" y="99117"/>
                </a:lnTo>
                <a:lnTo>
                  <a:pt x="1332811" y="98384"/>
                </a:lnTo>
                <a:lnTo>
                  <a:pt x="1332911" y="97647"/>
                </a:lnTo>
                <a:lnTo>
                  <a:pt x="1333002" y="96905"/>
                </a:lnTo>
                <a:lnTo>
                  <a:pt x="1333083" y="96159"/>
                </a:lnTo>
                <a:lnTo>
                  <a:pt x="1333154" y="95407"/>
                </a:lnTo>
                <a:lnTo>
                  <a:pt x="1333216" y="94651"/>
                </a:lnTo>
                <a:lnTo>
                  <a:pt x="1333269" y="93890"/>
                </a:lnTo>
                <a:lnTo>
                  <a:pt x="1333312" y="93125"/>
                </a:lnTo>
                <a:lnTo>
                  <a:pt x="1333345" y="92354"/>
                </a:lnTo>
                <a:lnTo>
                  <a:pt x="1333369" y="91579"/>
                </a:lnTo>
                <a:lnTo>
                  <a:pt x="1333383" y="90799"/>
                </a:lnTo>
                <a:lnTo>
                  <a:pt x="1333388" y="90014"/>
                </a:lnTo>
                <a:lnTo>
                  <a:pt x="1333388" y="88158"/>
                </a:lnTo>
                <a:lnTo>
                  <a:pt x="1333383" y="87373"/>
                </a:lnTo>
                <a:lnTo>
                  <a:pt x="1333369" y="86593"/>
                </a:lnTo>
                <a:lnTo>
                  <a:pt x="1333345" y="85817"/>
                </a:lnTo>
                <a:lnTo>
                  <a:pt x="1333312" y="85046"/>
                </a:lnTo>
                <a:lnTo>
                  <a:pt x="1333269" y="84280"/>
                </a:lnTo>
                <a:lnTo>
                  <a:pt x="1333216" y="83518"/>
                </a:lnTo>
                <a:lnTo>
                  <a:pt x="1333154" y="82761"/>
                </a:lnTo>
                <a:lnTo>
                  <a:pt x="1333083" y="82009"/>
                </a:lnTo>
                <a:lnTo>
                  <a:pt x="1333002" y="81261"/>
                </a:lnTo>
                <a:lnTo>
                  <a:pt x="1332911" y="80518"/>
                </a:lnTo>
                <a:lnTo>
                  <a:pt x="1332811" y="79779"/>
                </a:lnTo>
                <a:lnTo>
                  <a:pt x="1332702" y="79045"/>
                </a:lnTo>
                <a:lnTo>
                  <a:pt x="1332583" y="78316"/>
                </a:lnTo>
                <a:lnTo>
                  <a:pt x="1332454" y="77591"/>
                </a:lnTo>
                <a:lnTo>
                  <a:pt x="1332316" y="76871"/>
                </a:lnTo>
                <a:lnTo>
                  <a:pt x="1332168" y="76156"/>
                </a:lnTo>
                <a:lnTo>
                  <a:pt x="1332011" y="75445"/>
                </a:lnTo>
                <a:lnTo>
                  <a:pt x="1331844" y="74739"/>
                </a:lnTo>
                <a:lnTo>
                  <a:pt x="1331668" y="74037"/>
                </a:lnTo>
                <a:lnTo>
                  <a:pt x="1331482" y="73340"/>
                </a:lnTo>
                <a:lnTo>
                  <a:pt x="1331286" y="72648"/>
                </a:lnTo>
                <a:lnTo>
                  <a:pt x="1331082" y="71960"/>
                </a:lnTo>
                <a:lnTo>
                  <a:pt x="1330867" y="71277"/>
                </a:lnTo>
                <a:lnTo>
                  <a:pt x="1330643" y="70599"/>
                </a:lnTo>
                <a:lnTo>
                  <a:pt x="1330410" y="69926"/>
                </a:lnTo>
                <a:lnTo>
                  <a:pt x="1330169" y="69261"/>
                </a:lnTo>
                <a:lnTo>
                  <a:pt x="1329918" y="68603"/>
                </a:lnTo>
                <a:lnTo>
                  <a:pt x="1329660" y="67953"/>
                </a:lnTo>
                <a:lnTo>
                  <a:pt x="1329393" y="67309"/>
                </a:lnTo>
                <a:lnTo>
                  <a:pt x="1329117" y="66673"/>
                </a:lnTo>
                <a:lnTo>
                  <a:pt x="1328832" y="66044"/>
                </a:lnTo>
                <a:lnTo>
                  <a:pt x="1328540" y="65423"/>
                </a:lnTo>
                <a:lnTo>
                  <a:pt x="1328238" y="64809"/>
                </a:lnTo>
                <a:lnTo>
                  <a:pt x="1327928" y="64202"/>
                </a:lnTo>
                <a:lnTo>
                  <a:pt x="1327610" y="63602"/>
                </a:lnTo>
                <a:lnTo>
                  <a:pt x="1327283" y="63010"/>
                </a:lnTo>
                <a:lnTo>
                  <a:pt x="1326947" y="62425"/>
                </a:lnTo>
                <a:lnTo>
                  <a:pt x="1326603" y="61847"/>
                </a:lnTo>
                <a:lnTo>
                  <a:pt x="1326250" y="61277"/>
                </a:lnTo>
                <a:lnTo>
                  <a:pt x="1325889" y="60714"/>
                </a:lnTo>
                <a:lnTo>
                  <a:pt x="1325519" y="60158"/>
                </a:lnTo>
                <a:lnTo>
                  <a:pt x="1325141" y="59609"/>
                </a:lnTo>
                <a:lnTo>
                  <a:pt x="1324754" y="59068"/>
                </a:lnTo>
                <a:lnTo>
                  <a:pt x="1324358" y="58534"/>
                </a:lnTo>
                <a:lnTo>
                  <a:pt x="1323954" y="58007"/>
                </a:lnTo>
                <a:lnTo>
                  <a:pt x="1323542" y="57488"/>
                </a:lnTo>
                <a:lnTo>
                  <a:pt x="1323121" y="56976"/>
                </a:lnTo>
                <a:lnTo>
                  <a:pt x="1322691" y="56471"/>
                </a:lnTo>
                <a:lnTo>
                  <a:pt x="1322253" y="55974"/>
                </a:lnTo>
                <a:lnTo>
                  <a:pt x="1321808" y="55487"/>
                </a:lnTo>
                <a:lnTo>
                  <a:pt x="1321355" y="55009"/>
                </a:lnTo>
                <a:lnTo>
                  <a:pt x="1320895" y="54540"/>
                </a:lnTo>
                <a:lnTo>
                  <a:pt x="1320427" y="54081"/>
                </a:lnTo>
                <a:lnTo>
                  <a:pt x="1319951" y="53630"/>
                </a:lnTo>
                <a:lnTo>
                  <a:pt x="1319468" y="53189"/>
                </a:lnTo>
                <a:lnTo>
                  <a:pt x="1318978" y="52757"/>
                </a:lnTo>
                <a:lnTo>
                  <a:pt x="1318479" y="52335"/>
                </a:lnTo>
                <a:lnTo>
                  <a:pt x="1317973" y="51921"/>
                </a:lnTo>
                <a:lnTo>
                  <a:pt x="1317460" y="51517"/>
                </a:lnTo>
                <a:lnTo>
                  <a:pt x="1316939" y="51123"/>
                </a:lnTo>
                <a:lnTo>
                  <a:pt x="1316411" y="50737"/>
                </a:lnTo>
                <a:lnTo>
                  <a:pt x="1315874" y="50361"/>
                </a:lnTo>
                <a:lnTo>
                  <a:pt x="1315331" y="49994"/>
                </a:lnTo>
                <a:lnTo>
                  <a:pt x="1314780" y="49636"/>
                </a:lnTo>
                <a:lnTo>
                  <a:pt x="1314221" y="49287"/>
                </a:lnTo>
                <a:lnTo>
                  <a:pt x="1313654" y="48948"/>
                </a:lnTo>
                <a:lnTo>
                  <a:pt x="1313080" y="48618"/>
                </a:lnTo>
                <a:lnTo>
                  <a:pt x="1312499" y="48297"/>
                </a:lnTo>
                <a:lnTo>
                  <a:pt x="1311910" y="47985"/>
                </a:lnTo>
                <a:lnTo>
                  <a:pt x="1311313" y="47683"/>
                </a:lnTo>
                <a:lnTo>
                  <a:pt x="1310709" y="47390"/>
                </a:lnTo>
                <a:lnTo>
                  <a:pt x="1310097" y="47106"/>
                </a:lnTo>
                <a:lnTo>
                  <a:pt x="1309478" y="46833"/>
                </a:lnTo>
                <a:lnTo>
                  <a:pt x="1308853" y="46571"/>
                </a:lnTo>
                <a:lnTo>
                  <a:pt x="1308222" y="46321"/>
                </a:lnTo>
                <a:lnTo>
                  <a:pt x="1307584" y="46082"/>
                </a:lnTo>
                <a:lnTo>
                  <a:pt x="1306941" y="45856"/>
                </a:lnTo>
                <a:lnTo>
                  <a:pt x="1306290" y="45640"/>
                </a:lnTo>
                <a:lnTo>
                  <a:pt x="1305634" y="45437"/>
                </a:lnTo>
                <a:lnTo>
                  <a:pt x="1304971" y="45245"/>
                </a:lnTo>
                <a:lnTo>
                  <a:pt x="1304302" y="45065"/>
                </a:lnTo>
                <a:lnTo>
                  <a:pt x="1303626" y="44896"/>
                </a:lnTo>
                <a:lnTo>
                  <a:pt x="1302944" y="44739"/>
                </a:lnTo>
                <a:lnTo>
                  <a:pt x="1302256" y="44593"/>
                </a:lnTo>
                <a:lnTo>
                  <a:pt x="1301562" y="44460"/>
                </a:lnTo>
                <a:lnTo>
                  <a:pt x="1300861" y="44338"/>
                </a:lnTo>
                <a:lnTo>
                  <a:pt x="1300154" y="44227"/>
                </a:lnTo>
                <a:lnTo>
                  <a:pt x="1299441" y="44128"/>
                </a:lnTo>
                <a:lnTo>
                  <a:pt x="1298721" y="44041"/>
                </a:lnTo>
                <a:lnTo>
                  <a:pt x="1297995" y="43965"/>
                </a:lnTo>
                <a:lnTo>
                  <a:pt x="1297263" y="43901"/>
                </a:lnTo>
                <a:lnTo>
                  <a:pt x="1296524" y="43849"/>
                </a:lnTo>
                <a:lnTo>
                  <a:pt x="1295780" y="43808"/>
                </a:lnTo>
                <a:lnTo>
                  <a:pt x="1295028" y="43779"/>
                </a:lnTo>
                <a:lnTo>
                  <a:pt x="1294271" y="43762"/>
                </a:lnTo>
                <a:lnTo>
                  <a:pt x="1293507" y="43756"/>
                </a:lnTo>
                <a:lnTo>
                  <a:pt x="1292750" y="43762"/>
                </a:lnTo>
                <a:lnTo>
                  <a:pt x="1291999" y="43779"/>
                </a:lnTo>
                <a:lnTo>
                  <a:pt x="1291254" y="43808"/>
                </a:lnTo>
                <a:lnTo>
                  <a:pt x="1290516" y="43849"/>
                </a:lnTo>
                <a:lnTo>
                  <a:pt x="1289783" y="43901"/>
                </a:lnTo>
                <a:lnTo>
                  <a:pt x="1289057" y="43965"/>
                </a:lnTo>
                <a:lnTo>
                  <a:pt x="1288337" y="44041"/>
                </a:lnTo>
                <a:lnTo>
                  <a:pt x="1287623" y="44128"/>
                </a:lnTo>
                <a:lnTo>
                  <a:pt x="1286915" y="44227"/>
                </a:lnTo>
                <a:lnTo>
                  <a:pt x="1286213" y="44338"/>
                </a:lnTo>
                <a:lnTo>
                  <a:pt x="1285518" y="44460"/>
                </a:lnTo>
                <a:lnTo>
                  <a:pt x="1284829" y="44593"/>
                </a:lnTo>
                <a:lnTo>
                  <a:pt x="1284145" y="44739"/>
                </a:lnTo>
                <a:lnTo>
                  <a:pt x="1283469" y="44896"/>
                </a:lnTo>
                <a:lnTo>
                  <a:pt x="1282798" y="45065"/>
                </a:lnTo>
                <a:lnTo>
                  <a:pt x="1282133" y="45245"/>
                </a:lnTo>
                <a:lnTo>
                  <a:pt x="1281475" y="45437"/>
                </a:lnTo>
                <a:lnTo>
                  <a:pt x="1280822" y="45640"/>
                </a:lnTo>
                <a:lnTo>
                  <a:pt x="1280176" y="45856"/>
                </a:lnTo>
                <a:lnTo>
                  <a:pt x="1279536" y="46082"/>
                </a:lnTo>
                <a:lnTo>
                  <a:pt x="1278903" y="46321"/>
                </a:lnTo>
                <a:lnTo>
                  <a:pt x="1278275" y="46571"/>
                </a:lnTo>
                <a:lnTo>
                  <a:pt x="1277653" y="46833"/>
                </a:lnTo>
                <a:lnTo>
                  <a:pt x="1277038" y="47106"/>
                </a:lnTo>
                <a:lnTo>
                  <a:pt x="1276430" y="47390"/>
                </a:lnTo>
                <a:lnTo>
                  <a:pt x="1275829" y="47683"/>
                </a:lnTo>
                <a:lnTo>
                  <a:pt x="1275236" y="47985"/>
                </a:lnTo>
                <a:lnTo>
                  <a:pt x="1274650" y="48297"/>
                </a:lnTo>
                <a:lnTo>
                  <a:pt x="1274072" y="48618"/>
                </a:lnTo>
                <a:lnTo>
                  <a:pt x="1273501" y="48948"/>
                </a:lnTo>
                <a:lnTo>
                  <a:pt x="1272938" y="49287"/>
                </a:lnTo>
                <a:lnTo>
                  <a:pt x="1272383" y="49636"/>
                </a:lnTo>
                <a:lnTo>
                  <a:pt x="1271835" y="49994"/>
                </a:lnTo>
                <a:lnTo>
                  <a:pt x="1271295" y="50361"/>
                </a:lnTo>
                <a:lnTo>
                  <a:pt x="1270762" y="50737"/>
                </a:lnTo>
                <a:lnTo>
                  <a:pt x="1270237" y="51123"/>
                </a:lnTo>
                <a:lnTo>
                  <a:pt x="1269719" y="51517"/>
                </a:lnTo>
                <a:lnTo>
                  <a:pt x="1269209" y="51921"/>
                </a:lnTo>
                <a:lnTo>
                  <a:pt x="1268707" y="52335"/>
                </a:lnTo>
                <a:lnTo>
                  <a:pt x="1268212" y="52757"/>
                </a:lnTo>
                <a:lnTo>
                  <a:pt x="1267724" y="53189"/>
                </a:lnTo>
                <a:lnTo>
                  <a:pt x="1267245" y="53630"/>
                </a:lnTo>
                <a:lnTo>
                  <a:pt x="1266772" y="54081"/>
                </a:lnTo>
                <a:lnTo>
                  <a:pt x="1266308" y="54540"/>
                </a:lnTo>
                <a:lnTo>
                  <a:pt x="1265851" y="55009"/>
                </a:lnTo>
                <a:lnTo>
                  <a:pt x="1265401" y="55487"/>
                </a:lnTo>
                <a:lnTo>
                  <a:pt x="1264959" y="55974"/>
                </a:lnTo>
                <a:lnTo>
                  <a:pt x="1264525" y="56471"/>
                </a:lnTo>
                <a:lnTo>
                  <a:pt x="1264099" y="56976"/>
                </a:lnTo>
                <a:lnTo>
                  <a:pt x="1263681" y="57488"/>
                </a:lnTo>
                <a:lnTo>
                  <a:pt x="1263271" y="58007"/>
                </a:lnTo>
                <a:lnTo>
                  <a:pt x="1262870" y="58534"/>
                </a:lnTo>
                <a:lnTo>
                  <a:pt x="1262477" y="59068"/>
                </a:lnTo>
                <a:lnTo>
                  <a:pt x="1262093" y="59609"/>
                </a:lnTo>
                <a:lnTo>
                  <a:pt x="1261717" y="60158"/>
                </a:lnTo>
                <a:lnTo>
                  <a:pt x="1261350" y="60714"/>
                </a:lnTo>
                <a:lnTo>
                  <a:pt x="1260990" y="61277"/>
                </a:lnTo>
                <a:lnTo>
                  <a:pt x="1260640" y="61847"/>
                </a:lnTo>
                <a:lnTo>
                  <a:pt x="1260298" y="62425"/>
                </a:lnTo>
                <a:lnTo>
                  <a:pt x="1259964" y="63010"/>
                </a:lnTo>
                <a:lnTo>
                  <a:pt x="1259638" y="63602"/>
                </a:lnTo>
                <a:lnTo>
                  <a:pt x="1259321" y="64202"/>
                </a:lnTo>
                <a:lnTo>
                  <a:pt x="1259013" y="64809"/>
                </a:lnTo>
                <a:lnTo>
                  <a:pt x="1258712" y="65423"/>
                </a:lnTo>
                <a:lnTo>
                  <a:pt x="1258421" y="66044"/>
                </a:lnTo>
                <a:lnTo>
                  <a:pt x="1258137" y="66673"/>
                </a:lnTo>
                <a:lnTo>
                  <a:pt x="1257862" y="67309"/>
                </a:lnTo>
                <a:lnTo>
                  <a:pt x="1257596" y="67953"/>
                </a:lnTo>
                <a:lnTo>
                  <a:pt x="1257337" y="68603"/>
                </a:lnTo>
                <a:lnTo>
                  <a:pt x="1257088" y="69261"/>
                </a:lnTo>
                <a:lnTo>
                  <a:pt x="1256846" y="69926"/>
                </a:lnTo>
                <a:lnTo>
                  <a:pt x="1256613" y="70599"/>
                </a:lnTo>
                <a:lnTo>
                  <a:pt x="1256389" y="71277"/>
                </a:lnTo>
                <a:lnTo>
                  <a:pt x="1256175" y="71960"/>
                </a:lnTo>
                <a:lnTo>
                  <a:pt x="1255970" y="72648"/>
                </a:lnTo>
                <a:lnTo>
                  <a:pt x="1255775" y="73340"/>
                </a:lnTo>
                <a:lnTo>
                  <a:pt x="1255589" y="74037"/>
                </a:lnTo>
                <a:lnTo>
                  <a:pt x="1255412" y="74739"/>
                </a:lnTo>
                <a:lnTo>
                  <a:pt x="1255246" y="75445"/>
                </a:lnTo>
                <a:lnTo>
                  <a:pt x="1255088" y="76156"/>
                </a:lnTo>
                <a:lnTo>
                  <a:pt x="1254941" y="76871"/>
                </a:lnTo>
                <a:lnTo>
                  <a:pt x="1254803" y="77591"/>
                </a:lnTo>
                <a:lnTo>
                  <a:pt x="1254674" y="78316"/>
                </a:lnTo>
                <a:lnTo>
                  <a:pt x="1254555" y="79045"/>
                </a:lnTo>
                <a:lnTo>
                  <a:pt x="1254445" y="79779"/>
                </a:lnTo>
                <a:lnTo>
                  <a:pt x="1254345" y="80518"/>
                </a:lnTo>
                <a:lnTo>
                  <a:pt x="1254255" y="81261"/>
                </a:lnTo>
                <a:lnTo>
                  <a:pt x="1254174" y="82009"/>
                </a:lnTo>
                <a:lnTo>
                  <a:pt x="1254102" y="82761"/>
                </a:lnTo>
                <a:lnTo>
                  <a:pt x="1254040" y="83518"/>
                </a:lnTo>
                <a:lnTo>
                  <a:pt x="1253988" y="84280"/>
                </a:lnTo>
                <a:lnTo>
                  <a:pt x="1253945" y="85046"/>
                </a:lnTo>
                <a:lnTo>
                  <a:pt x="1253911" y="85817"/>
                </a:lnTo>
                <a:lnTo>
                  <a:pt x="1253888" y="86593"/>
                </a:lnTo>
                <a:lnTo>
                  <a:pt x="1253873" y="87373"/>
                </a:lnTo>
                <a:lnTo>
                  <a:pt x="1253869" y="88158"/>
                </a:lnTo>
                <a:lnTo>
                  <a:pt x="1253869" y="90014"/>
                </a:lnTo>
                <a:lnTo>
                  <a:pt x="1253873" y="90799"/>
                </a:lnTo>
                <a:lnTo>
                  <a:pt x="1253888" y="91579"/>
                </a:lnTo>
                <a:lnTo>
                  <a:pt x="1253911" y="92354"/>
                </a:lnTo>
                <a:lnTo>
                  <a:pt x="1253945" y="93125"/>
                </a:lnTo>
                <a:lnTo>
                  <a:pt x="1253988" y="93890"/>
                </a:lnTo>
                <a:lnTo>
                  <a:pt x="1254040" y="94651"/>
                </a:lnTo>
                <a:close/>
                <a:moveTo>
                  <a:pt x="1268900" y="84971"/>
                </a:moveTo>
                <a:lnTo>
                  <a:pt x="1268934" y="84449"/>
                </a:lnTo>
                <a:lnTo>
                  <a:pt x="1268974" y="83928"/>
                </a:lnTo>
                <a:lnTo>
                  <a:pt x="1269019" y="83410"/>
                </a:lnTo>
                <a:lnTo>
                  <a:pt x="1269070" y="82895"/>
                </a:lnTo>
                <a:lnTo>
                  <a:pt x="1269126" y="82381"/>
                </a:lnTo>
                <a:lnTo>
                  <a:pt x="1269187" y="81871"/>
                </a:lnTo>
                <a:lnTo>
                  <a:pt x="1269254" y="81362"/>
                </a:lnTo>
                <a:lnTo>
                  <a:pt x="1269326" y="80856"/>
                </a:lnTo>
                <a:lnTo>
                  <a:pt x="1269403" y="80353"/>
                </a:lnTo>
                <a:lnTo>
                  <a:pt x="1269485" y="79851"/>
                </a:lnTo>
                <a:lnTo>
                  <a:pt x="1269573" y="79352"/>
                </a:lnTo>
                <a:lnTo>
                  <a:pt x="1269666" y="78856"/>
                </a:lnTo>
                <a:lnTo>
                  <a:pt x="1269765" y="78362"/>
                </a:lnTo>
                <a:lnTo>
                  <a:pt x="1269869" y="77870"/>
                </a:lnTo>
                <a:lnTo>
                  <a:pt x="1269978" y="77381"/>
                </a:lnTo>
                <a:lnTo>
                  <a:pt x="1270093" y="76894"/>
                </a:lnTo>
                <a:lnTo>
                  <a:pt x="1270212" y="76409"/>
                </a:lnTo>
                <a:lnTo>
                  <a:pt x="1270338" y="75927"/>
                </a:lnTo>
                <a:lnTo>
                  <a:pt x="1270468" y="75448"/>
                </a:lnTo>
                <a:lnTo>
                  <a:pt x="1270604" y="74974"/>
                </a:lnTo>
                <a:lnTo>
                  <a:pt x="1270746" y="74504"/>
                </a:lnTo>
                <a:lnTo>
                  <a:pt x="1270893" y="74039"/>
                </a:lnTo>
                <a:lnTo>
                  <a:pt x="1271045" y="73578"/>
                </a:lnTo>
                <a:lnTo>
                  <a:pt x="1271203" y="73122"/>
                </a:lnTo>
                <a:lnTo>
                  <a:pt x="1271366" y="72670"/>
                </a:lnTo>
                <a:lnTo>
                  <a:pt x="1271535" y="72222"/>
                </a:lnTo>
                <a:lnTo>
                  <a:pt x="1271709" y="71779"/>
                </a:lnTo>
                <a:lnTo>
                  <a:pt x="1271889" y="71341"/>
                </a:lnTo>
                <a:lnTo>
                  <a:pt x="1272074" y="70907"/>
                </a:lnTo>
                <a:lnTo>
                  <a:pt x="1272265" y="70478"/>
                </a:lnTo>
                <a:lnTo>
                  <a:pt x="1272461" y="70053"/>
                </a:lnTo>
                <a:lnTo>
                  <a:pt x="1272663" y="69632"/>
                </a:lnTo>
                <a:lnTo>
                  <a:pt x="1272870" y="69216"/>
                </a:lnTo>
                <a:lnTo>
                  <a:pt x="1273082" y="68805"/>
                </a:lnTo>
                <a:lnTo>
                  <a:pt x="1273300" y="68398"/>
                </a:lnTo>
                <a:lnTo>
                  <a:pt x="1273524" y="67995"/>
                </a:lnTo>
                <a:lnTo>
                  <a:pt x="1273753" y="67597"/>
                </a:lnTo>
                <a:lnTo>
                  <a:pt x="1273987" y="67204"/>
                </a:lnTo>
                <a:lnTo>
                  <a:pt x="1274227" y="66814"/>
                </a:lnTo>
                <a:lnTo>
                  <a:pt x="1274472" y="66430"/>
                </a:lnTo>
                <a:lnTo>
                  <a:pt x="1274723" y="66050"/>
                </a:lnTo>
                <a:lnTo>
                  <a:pt x="1274980" y="65674"/>
                </a:lnTo>
                <a:lnTo>
                  <a:pt x="1275241" y="65304"/>
                </a:lnTo>
                <a:lnTo>
                  <a:pt x="1275508" y="64941"/>
                </a:lnTo>
                <a:lnTo>
                  <a:pt x="1275781" y="64584"/>
                </a:lnTo>
                <a:lnTo>
                  <a:pt x="1276058" y="64233"/>
                </a:lnTo>
                <a:lnTo>
                  <a:pt x="1276341" y="63890"/>
                </a:lnTo>
                <a:lnTo>
                  <a:pt x="1276629" y="63552"/>
                </a:lnTo>
                <a:lnTo>
                  <a:pt x="1276923" y="63222"/>
                </a:lnTo>
                <a:lnTo>
                  <a:pt x="1277222" y="62898"/>
                </a:lnTo>
                <a:lnTo>
                  <a:pt x="1277526" y="62581"/>
                </a:lnTo>
                <a:lnTo>
                  <a:pt x="1277836" y="62270"/>
                </a:lnTo>
                <a:lnTo>
                  <a:pt x="1278151" y="61966"/>
                </a:lnTo>
                <a:lnTo>
                  <a:pt x="1278471" y="61668"/>
                </a:lnTo>
                <a:lnTo>
                  <a:pt x="1278797" y="61377"/>
                </a:lnTo>
                <a:lnTo>
                  <a:pt x="1279128" y="61092"/>
                </a:lnTo>
                <a:lnTo>
                  <a:pt x="1279464" y="60815"/>
                </a:lnTo>
                <a:lnTo>
                  <a:pt x="1279805" y="60543"/>
                </a:lnTo>
                <a:lnTo>
                  <a:pt x="1280152" y="60279"/>
                </a:lnTo>
                <a:lnTo>
                  <a:pt x="1280504" y="60021"/>
                </a:lnTo>
                <a:lnTo>
                  <a:pt x="1280862" y="59769"/>
                </a:lnTo>
                <a:lnTo>
                  <a:pt x="1281225" y="59524"/>
                </a:lnTo>
                <a:lnTo>
                  <a:pt x="1281593" y="59286"/>
                </a:lnTo>
                <a:lnTo>
                  <a:pt x="1281967" y="59054"/>
                </a:lnTo>
                <a:lnTo>
                  <a:pt x="1282345" y="58829"/>
                </a:lnTo>
                <a:lnTo>
                  <a:pt x="1282730" y="58610"/>
                </a:lnTo>
                <a:lnTo>
                  <a:pt x="1283119" y="58399"/>
                </a:lnTo>
                <a:lnTo>
                  <a:pt x="1283514" y="58198"/>
                </a:lnTo>
                <a:lnTo>
                  <a:pt x="1283913" y="58005"/>
                </a:lnTo>
                <a:lnTo>
                  <a:pt x="1284318" y="57821"/>
                </a:lnTo>
                <a:lnTo>
                  <a:pt x="1284729" y="57646"/>
                </a:lnTo>
                <a:lnTo>
                  <a:pt x="1285144" y="57480"/>
                </a:lnTo>
                <a:lnTo>
                  <a:pt x="1285565" y="57323"/>
                </a:lnTo>
                <a:lnTo>
                  <a:pt x="1285990" y="57175"/>
                </a:lnTo>
                <a:lnTo>
                  <a:pt x="1286421" y="57036"/>
                </a:lnTo>
                <a:lnTo>
                  <a:pt x="1286857" y="56906"/>
                </a:lnTo>
                <a:lnTo>
                  <a:pt x="1287299" y="56785"/>
                </a:lnTo>
                <a:lnTo>
                  <a:pt x="1287745" y="56673"/>
                </a:lnTo>
                <a:lnTo>
                  <a:pt x="1288197" y="56570"/>
                </a:lnTo>
                <a:lnTo>
                  <a:pt x="1288653" y="56475"/>
                </a:lnTo>
                <a:lnTo>
                  <a:pt x="1289116" y="56390"/>
                </a:lnTo>
                <a:lnTo>
                  <a:pt x="1289583" y="56314"/>
                </a:lnTo>
                <a:lnTo>
                  <a:pt x="1290055" y="56247"/>
                </a:lnTo>
                <a:lnTo>
                  <a:pt x="1290533" y="56188"/>
                </a:lnTo>
                <a:lnTo>
                  <a:pt x="1291015" y="56139"/>
                </a:lnTo>
                <a:lnTo>
                  <a:pt x="1291503" y="56099"/>
                </a:lnTo>
                <a:lnTo>
                  <a:pt x="1291997" y="56067"/>
                </a:lnTo>
                <a:lnTo>
                  <a:pt x="1292495" y="56045"/>
                </a:lnTo>
                <a:lnTo>
                  <a:pt x="1292998" y="56031"/>
                </a:lnTo>
                <a:lnTo>
                  <a:pt x="1293507" y="56027"/>
                </a:lnTo>
                <a:lnTo>
                  <a:pt x="1294022" y="56031"/>
                </a:lnTo>
                <a:lnTo>
                  <a:pt x="1294532" y="56045"/>
                </a:lnTo>
                <a:lnTo>
                  <a:pt x="1295037" y="56067"/>
                </a:lnTo>
                <a:lnTo>
                  <a:pt x="1295535" y="56099"/>
                </a:lnTo>
                <a:lnTo>
                  <a:pt x="1296029" y="56139"/>
                </a:lnTo>
                <a:lnTo>
                  <a:pt x="1296517" y="56188"/>
                </a:lnTo>
                <a:lnTo>
                  <a:pt x="1296999" y="56247"/>
                </a:lnTo>
                <a:lnTo>
                  <a:pt x="1297476" y="56314"/>
                </a:lnTo>
                <a:lnTo>
                  <a:pt x="1297948" y="56390"/>
                </a:lnTo>
                <a:lnTo>
                  <a:pt x="1298414" y="56475"/>
                </a:lnTo>
                <a:lnTo>
                  <a:pt x="1298875" y="56570"/>
                </a:lnTo>
                <a:lnTo>
                  <a:pt x="1299330" y="56673"/>
                </a:lnTo>
                <a:lnTo>
                  <a:pt x="1299780" y="56785"/>
                </a:lnTo>
                <a:lnTo>
                  <a:pt x="1300224" y="56906"/>
                </a:lnTo>
                <a:lnTo>
                  <a:pt x="1300662" y="57036"/>
                </a:lnTo>
                <a:lnTo>
                  <a:pt x="1301096" y="57175"/>
                </a:lnTo>
                <a:lnTo>
                  <a:pt x="1301524" y="57323"/>
                </a:lnTo>
                <a:lnTo>
                  <a:pt x="1301946" y="57480"/>
                </a:lnTo>
                <a:lnTo>
                  <a:pt x="1302363" y="57646"/>
                </a:lnTo>
                <a:lnTo>
                  <a:pt x="1302774" y="57821"/>
                </a:lnTo>
                <a:lnTo>
                  <a:pt x="1303180" y="58005"/>
                </a:lnTo>
                <a:lnTo>
                  <a:pt x="1303581" y="58198"/>
                </a:lnTo>
                <a:lnTo>
                  <a:pt x="1303976" y="58399"/>
                </a:lnTo>
                <a:lnTo>
                  <a:pt x="1304365" y="58610"/>
                </a:lnTo>
                <a:lnTo>
                  <a:pt x="1304750" y="58829"/>
                </a:lnTo>
                <a:lnTo>
                  <a:pt x="1305128" y="59054"/>
                </a:lnTo>
                <a:lnTo>
                  <a:pt x="1305502" y="59286"/>
                </a:lnTo>
                <a:lnTo>
                  <a:pt x="1305870" y="59524"/>
                </a:lnTo>
                <a:lnTo>
                  <a:pt x="1306233" y="59769"/>
                </a:lnTo>
                <a:lnTo>
                  <a:pt x="1306590" y="60021"/>
                </a:lnTo>
                <a:lnTo>
                  <a:pt x="1306943" y="60279"/>
                </a:lnTo>
                <a:lnTo>
                  <a:pt x="1307290" y="60543"/>
                </a:lnTo>
                <a:lnTo>
                  <a:pt x="1307631" y="60815"/>
                </a:lnTo>
                <a:lnTo>
                  <a:pt x="1307967" y="61092"/>
                </a:lnTo>
                <a:lnTo>
                  <a:pt x="1308298" y="61377"/>
                </a:lnTo>
                <a:lnTo>
                  <a:pt x="1308624" y="61668"/>
                </a:lnTo>
                <a:lnTo>
                  <a:pt x="1308944" y="61966"/>
                </a:lnTo>
                <a:lnTo>
                  <a:pt x="1309259" y="62270"/>
                </a:lnTo>
                <a:lnTo>
                  <a:pt x="1309569" y="62581"/>
                </a:lnTo>
                <a:lnTo>
                  <a:pt x="1309873" y="62898"/>
                </a:lnTo>
                <a:lnTo>
                  <a:pt x="1310172" y="63222"/>
                </a:lnTo>
                <a:lnTo>
                  <a:pt x="1310466" y="63552"/>
                </a:lnTo>
                <a:lnTo>
                  <a:pt x="1310754" y="63890"/>
                </a:lnTo>
                <a:lnTo>
                  <a:pt x="1311037" y="64233"/>
                </a:lnTo>
                <a:lnTo>
                  <a:pt x="1311314" y="64584"/>
                </a:lnTo>
                <a:lnTo>
                  <a:pt x="1311587" y="64941"/>
                </a:lnTo>
                <a:lnTo>
                  <a:pt x="1311854" y="65304"/>
                </a:lnTo>
                <a:lnTo>
                  <a:pt x="1312115" y="65674"/>
                </a:lnTo>
                <a:lnTo>
                  <a:pt x="1312372" y="66050"/>
                </a:lnTo>
                <a:lnTo>
                  <a:pt x="1312623" y="66430"/>
                </a:lnTo>
                <a:lnTo>
                  <a:pt x="1312869" y="66814"/>
                </a:lnTo>
                <a:lnTo>
                  <a:pt x="1313109" y="67204"/>
                </a:lnTo>
                <a:lnTo>
                  <a:pt x="1313344" y="67597"/>
                </a:lnTo>
                <a:lnTo>
                  <a:pt x="1313574" y="67995"/>
                </a:lnTo>
                <a:lnTo>
                  <a:pt x="1313798" y="68398"/>
                </a:lnTo>
                <a:lnTo>
                  <a:pt x="1314017" y="68805"/>
                </a:lnTo>
                <a:lnTo>
                  <a:pt x="1314231" y="69216"/>
                </a:lnTo>
                <a:lnTo>
                  <a:pt x="1314439" y="69632"/>
                </a:lnTo>
                <a:lnTo>
                  <a:pt x="1314642" y="70053"/>
                </a:lnTo>
                <a:lnTo>
                  <a:pt x="1314840" y="70478"/>
                </a:lnTo>
                <a:lnTo>
                  <a:pt x="1315033" y="70907"/>
                </a:lnTo>
                <a:lnTo>
                  <a:pt x="1315220" y="71341"/>
                </a:lnTo>
                <a:lnTo>
                  <a:pt x="1315401" y="71779"/>
                </a:lnTo>
                <a:lnTo>
                  <a:pt x="1315578" y="72222"/>
                </a:lnTo>
                <a:lnTo>
                  <a:pt x="1315749" y="72670"/>
                </a:lnTo>
                <a:lnTo>
                  <a:pt x="1315915" y="73122"/>
                </a:lnTo>
                <a:lnTo>
                  <a:pt x="1316075" y="73578"/>
                </a:lnTo>
                <a:lnTo>
                  <a:pt x="1316230" y="74039"/>
                </a:lnTo>
                <a:lnTo>
                  <a:pt x="1316380" y="74504"/>
                </a:lnTo>
                <a:lnTo>
                  <a:pt x="1316525" y="74974"/>
                </a:lnTo>
                <a:lnTo>
                  <a:pt x="1316664" y="75448"/>
                </a:lnTo>
                <a:lnTo>
                  <a:pt x="1316798" y="75927"/>
                </a:lnTo>
                <a:lnTo>
                  <a:pt x="1316926" y="76409"/>
                </a:lnTo>
                <a:lnTo>
                  <a:pt x="1317049" y="76894"/>
                </a:lnTo>
                <a:lnTo>
                  <a:pt x="1317167" y="77381"/>
                </a:lnTo>
                <a:lnTo>
                  <a:pt x="1317279" y="77870"/>
                </a:lnTo>
                <a:lnTo>
                  <a:pt x="1317385" y="78362"/>
                </a:lnTo>
                <a:lnTo>
                  <a:pt x="1317487" y="78856"/>
                </a:lnTo>
                <a:lnTo>
                  <a:pt x="1317582" y="79352"/>
                </a:lnTo>
                <a:lnTo>
                  <a:pt x="1317672" y="79851"/>
                </a:lnTo>
                <a:lnTo>
                  <a:pt x="1317757" y="80353"/>
                </a:lnTo>
                <a:lnTo>
                  <a:pt x="1317836" y="80856"/>
                </a:lnTo>
                <a:lnTo>
                  <a:pt x="1317910" y="81362"/>
                </a:lnTo>
                <a:lnTo>
                  <a:pt x="1317979" y="81871"/>
                </a:lnTo>
                <a:lnTo>
                  <a:pt x="1318041" y="82381"/>
                </a:lnTo>
                <a:lnTo>
                  <a:pt x="1318099" y="82895"/>
                </a:lnTo>
                <a:lnTo>
                  <a:pt x="1318151" y="83410"/>
                </a:lnTo>
                <a:lnTo>
                  <a:pt x="1318197" y="83928"/>
                </a:lnTo>
                <a:lnTo>
                  <a:pt x="1318238" y="84449"/>
                </a:lnTo>
                <a:lnTo>
                  <a:pt x="1318274" y="84971"/>
                </a:lnTo>
                <a:lnTo>
                  <a:pt x="1318304" y="85496"/>
                </a:lnTo>
                <a:lnTo>
                  <a:pt x="1318328" y="86024"/>
                </a:lnTo>
                <a:lnTo>
                  <a:pt x="1318347" y="86554"/>
                </a:lnTo>
                <a:lnTo>
                  <a:pt x="1318361" y="87086"/>
                </a:lnTo>
                <a:lnTo>
                  <a:pt x="1318369" y="87621"/>
                </a:lnTo>
                <a:lnTo>
                  <a:pt x="1318372" y="88158"/>
                </a:lnTo>
                <a:lnTo>
                  <a:pt x="1318372" y="90014"/>
                </a:lnTo>
                <a:lnTo>
                  <a:pt x="1318369" y="90558"/>
                </a:lnTo>
                <a:lnTo>
                  <a:pt x="1318361" y="91099"/>
                </a:lnTo>
                <a:lnTo>
                  <a:pt x="1318347" y="91637"/>
                </a:lnTo>
                <a:lnTo>
                  <a:pt x="1318328" y="92173"/>
                </a:lnTo>
                <a:lnTo>
                  <a:pt x="1318304" y="92706"/>
                </a:lnTo>
                <a:lnTo>
                  <a:pt x="1318274" y="93236"/>
                </a:lnTo>
                <a:lnTo>
                  <a:pt x="1318238" y="93764"/>
                </a:lnTo>
                <a:lnTo>
                  <a:pt x="1318197" y="94289"/>
                </a:lnTo>
                <a:lnTo>
                  <a:pt x="1318151" y="94811"/>
                </a:lnTo>
                <a:lnTo>
                  <a:pt x="1318099" y="95331"/>
                </a:lnTo>
                <a:lnTo>
                  <a:pt x="1318041" y="95847"/>
                </a:lnTo>
                <a:lnTo>
                  <a:pt x="1317979" y="96362"/>
                </a:lnTo>
                <a:lnTo>
                  <a:pt x="1317910" y="96873"/>
                </a:lnTo>
                <a:lnTo>
                  <a:pt x="1317836" y="97382"/>
                </a:lnTo>
                <a:lnTo>
                  <a:pt x="1317757" y="97889"/>
                </a:lnTo>
                <a:lnTo>
                  <a:pt x="1317672" y="98392"/>
                </a:lnTo>
                <a:lnTo>
                  <a:pt x="1317582" y="98893"/>
                </a:lnTo>
                <a:lnTo>
                  <a:pt x="1317487" y="99392"/>
                </a:lnTo>
                <a:lnTo>
                  <a:pt x="1317385" y="99887"/>
                </a:lnTo>
                <a:lnTo>
                  <a:pt x="1317279" y="100380"/>
                </a:lnTo>
                <a:lnTo>
                  <a:pt x="1317167" y="100871"/>
                </a:lnTo>
                <a:lnTo>
                  <a:pt x="1317049" y="101358"/>
                </a:lnTo>
                <a:lnTo>
                  <a:pt x="1316926" y="101843"/>
                </a:lnTo>
                <a:lnTo>
                  <a:pt x="1316798" y="102326"/>
                </a:lnTo>
                <a:lnTo>
                  <a:pt x="1316664" y="102804"/>
                </a:lnTo>
                <a:lnTo>
                  <a:pt x="1316525" y="103279"/>
                </a:lnTo>
                <a:lnTo>
                  <a:pt x="1316381" y="103748"/>
                </a:lnTo>
                <a:lnTo>
                  <a:pt x="1316232" y="104213"/>
                </a:lnTo>
                <a:lnTo>
                  <a:pt x="1316077" y="104673"/>
                </a:lnTo>
                <a:lnTo>
                  <a:pt x="1315917" y="105129"/>
                </a:lnTo>
                <a:lnTo>
                  <a:pt x="1315752" y="105580"/>
                </a:lnTo>
                <a:lnTo>
                  <a:pt x="1315582" y="106026"/>
                </a:lnTo>
                <a:lnTo>
                  <a:pt x="1315407" y="106468"/>
                </a:lnTo>
                <a:lnTo>
                  <a:pt x="1315227" y="106905"/>
                </a:lnTo>
                <a:lnTo>
                  <a:pt x="1315041" y="107337"/>
                </a:lnTo>
                <a:lnTo>
                  <a:pt x="1314850" y="107765"/>
                </a:lnTo>
                <a:lnTo>
                  <a:pt x="1314654" y="108188"/>
                </a:lnTo>
                <a:lnTo>
                  <a:pt x="1314453" y="108607"/>
                </a:lnTo>
                <a:lnTo>
                  <a:pt x="1314247" y="109021"/>
                </a:lnTo>
                <a:lnTo>
                  <a:pt x="1314035" y="109430"/>
                </a:lnTo>
                <a:lnTo>
                  <a:pt x="1313818" y="109835"/>
                </a:lnTo>
                <a:lnTo>
                  <a:pt x="1313596" y="110235"/>
                </a:lnTo>
                <a:lnTo>
                  <a:pt x="1313369" y="110630"/>
                </a:lnTo>
                <a:lnTo>
                  <a:pt x="1313137" y="111021"/>
                </a:lnTo>
                <a:lnTo>
                  <a:pt x="1312899" y="111407"/>
                </a:lnTo>
                <a:lnTo>
                  <a:pt x="1312657" y="111789"/>
                </a:lnTo>
                <a:lnTo>
                  <a:pt x="1312409" y="112166"/>
                </a:lnTo>
                <a:lnTo>
                  <a:pt x="1312156" y="112538"/>
                </a:lnTo>
                <a:lnTo>
                  <a:pt x="1311897" y="112905"/>
                </a:lnTo>
                <a:lnTo>
                  <a:pt x="1311634" y="113265"/>
                </a:lnTo>
                <a:lnTo>
                  <a:pt x="1311364" y="113619"/>
                </a:lnTo>
                <a:lnTo>
                  <a:pt x="1311090" y="113965"/>
                </a:lnTo>
                <a:lnTo>
                  <a:pt x="1310809" y="114306"/>
                </a:lnTo>
                <a:lnTo>
                  <a:pt x="1310524" y="114640"/>
                </a:lnTo>
                <a:lnTo>
                  <a:pt x="1310232" y="114967"/>
                </a:lnTo>
                <a:lnTo>
                  <a:pt x="1309936" y="115287"/>
                </a:lnTo>
                <a:lnTo>
                  <a:pt x="1309634" y="115601"/>
                </a:lnTo>
                <a:lnTo>
                  <a:pt x="1309326" y="115909"/>
                </a:lnTo>
                <a:lnTo>
                  <a:pt x="1309013" y="116210"/>
                </a:lnTo>
                <a:lnTo>
                  <a:pt x="1308695" y="116504"/>
                </a:lnTo>
                <a:lnTo>
                  <a:pt x="1308371" y="116792"/>
                </a:lnTo>
                <a:lnTo>
                  <a:pt x="1308041" y="117073"/>
                </a:lnTo>
                <a:lnTo>
                  <a:pt x="1307706" y="117347"/>
                </a:lnTo>
                <a:lnTo>
                  <a:pt x="1307366" y="117615"/>
                </a:lnTo>
                <a:lnTo>
                  <a:pt x="1307020" y="117877"/>
                </a:lnTo>
                <a:lnTo>
                  <a:pt x="1306669" y="118131"/>
                </a:lnTo>
                <a:lnTo>
                  <a:pt x="1306312" y="118379"/>
                </a:lnTo>
                <a:lnTo>
                  <a:pt x="1305950" y="118621"/>
                </a:lnTo>
                <a:lnTo>
                  <a:pt x="1305582" y="118856"/>
                </a:lnTo>
                <a:lnTo>
                  <a:pt x="1305209" y="119084"/>
                </a:lnTo>
                <a:lnTo>
                  <a:pt x="1304830" y="119306"/>
                </a:lnTo>
                <a:lnTo>
                  <a:pt x="1304446" y="119521"/>
                </a:lnTo>
                <a:lnTo>
                  <a:pt x="1304057" y="119729"/>
                </a:lnTo>
                <a:lnTo>
                  <a:pt x="1303662" y="119927"/>
                </a:lnTo>
                <a:lnTo>
                  <a:pt x="1303262" y="120117"/>
                </a:lnTo>
                <a:lnTo>
                  <a:pt x="1302857" y="120298"/>
                </a:lnTo>
                <a:lnTo>
                  <a:pt x="1302447" y="120471"/>
                </a:lnTo>
                <a:lnTo>
                  <a:pt x="1302032" y="120634"/>
                </a:lnTo>
                <a:lnTo>
                  <a:pt x="1301611" y="120788"/>
                </a:lnTo>
                <a:lnTo>
                  <a:pt x="1301185" y="120934"/>
                </a:lnTo>
                <a:lnTo>
                  <a:pt x="1300755" y="121071"/>
                </a:lnTo>
                <a:lnTo>
                  <a:pt x="1300318" y="121199"/>
                </a:lnTo>
                <a:lnTo>
                  <a:pt x="1299877" y="121318"/>
                </a:lnTo>
                <a:lnTo>
                  <a:pt x="1299431" y="121429"/>
                </a:lnTo>
                <a:lnTo>
                  <a:pt x="1298979" y="121530"/>
                </a:lnTo>
                <a:lnTo>
                  <a:pt x="1298522" y="121623"/>
                </a:lnTo>
                <a:lnTo>
                  <a:pt x="1298060" y="121707"/>
                </a:lnTo>
                <a:lnTo>
                  <a:pt x="1297593" y="121782"/>
                </a:lnTo>
                <a:lnTo>
                  <a:pt x="1297121" y="121848"/>
                </a:lnTo>
                <a:lnTo>
                  <a:pt x="1296643" y="121905"/>
                </a:lnTo>
                <a:lnTo>
                  <a:pt x="1296160" y="121954"/>
                </a:lnTo>
                <a:lnTo>
                  <a:pt x="1295672" y="121994"/>
                </a:lnTo>
                <a:lnTo>
                  <a:pt x="1295179" y="122025"/>
                </a:lnTo>
                <a:lnTo>
                  <a:pt x="1294681" y="122047"/>
                </a:lnTo>
                <a:lnTo>
                  <a:pt x="1294177" y="122060"/>
                </a:lnTo>
                <a:lnTo>
                  <a:pt x="1293669" y="122064"/>
                </a:lnTo>
                <a:lnTo>
                  <a:pt x="1293153" y="122060"/>
                </a:lnTo>
                <a:lnTo>
                  <a:pt x="1292643" y="122047"/>
                </a:lnTo>
                <a:lnTo>
                  <a:pt x="1292138" y="122025"/>
                </a:lnTo>
                <a:lnTo>
                  <a:pt x="1291639" y="121994"/>
                </a:lnTo>
                <a:lnTo>
                  <a:pt x="1291145" y="121954"/>
                </a:lnTo>
                <a:lnTo>
                  <a:pt x="1290656" y="121905"/>
                </a:lnTo>
                <a:lnTo>
                  <a:pt x="1290173" y="121848"/>
                </a:lnTo>
                <a:lnTo>
                  <a:pt x="1289695" y="121782"/>
                </a:lnTo>
                <a:lnTo>
                  <a:pt x="1289222" y="121707"/>
                </a:lnTo>
                <a:lnTo>
                  <a:pt x="1288755" y="121623"/>
                </a:lnTo>
                <a:lnTo>
                  <a:pt x="1288293" y="121530"/>
                </a:lnTo>
                <a:lnTo>
                  <a:pt x="1287836" y="121429"/>
                </a:lnTo>
                <a:lnTo>
                  <a:pt x="1287384" y="121318"/>
                </a:lnTo>
                <a:lnTo>
                  <a:pt x="1286938" y="121199"/>
                </a:lnTo>
                <a:lnTo>
                  <a:pt x="1286497" y="121071"/>
                </a:lnTo>
                <a:lnTo>
                  <a:pt x="1286062" y="120934"/>
                </a:lnTo>
                <a:lnTo>
                  <a:pt x="1285632" y="120788"/>
                </a:lnTo>
                <a:lnTo>
                  <a:pt x="1285207" y="120634"/>
                </a:lnTo>
                <a:lnTo>
                  <a:pt x="1284788" y="120471"/>
                </a:lnTo>
                <a:lnTo>
                  <a:pt x="1284373" y="120298"/>
                </a:lnTo>
                <a:lnTo>
                  <a:pt x="1283965" y="120117"/>
                </a:lnTo>
                <a:lnTo>
                  <a:pt x="1283561" y="119927"/>
                </a:lnTo>
                <a:lnTo>
                  <a:pt x="1283163" y="119729"/>
                </a:lnTo>
                <a:lnTo>
                  <a:pt x="1282770" y="119521"/>
                </a:lnTo>
                <a:lnTo>
                  <a:pt x="1282383" y="119306"/>
                </a:lnTo>
                <a:lnTo>
                  <a:pt x="1282001" y="119084"/>
                </a:lnTo>
                <a:lnTo>
                  <a:pt x="1281624" y="118856"/>
                </a:lnTo>
                <a:lnTo>
                  <a:pt x="1281253" y="118621"/>
                </a:lnTo>
                <a:lnTo>
                  <a:pt x="1280887" y="118379"/>
                </a:lnTo>
                <a:lnTo>
                  <a:pt x="1280527" y="118131"/>
                </a:lnTo>
                <a:lnTo>
                  <a:pt x="1280173" y="117877"/>
                </a:lnTo>
                <a:lnTo>
                  <a:pt x="1279823" y="117615"/>
                </a:lnTo>
                <a:lnTo>
                  <a:pt x="1279480" y="117347"/>
                </a:lnTo>
                <a:lnTo>
                  <a:pt x="1279141" y="117073"/>
                </a:lnTo>
                <a:lnTo>
                  <a:pt x="1278809" y="116792"/>
                </a:lnTo>
                <a:lnTo>
                  <a:pt x="1278481" y="116504"/>
                </a:lnTo>
                <a:lnTo>
                  <a:pt x="1278159" y="116210"/>
                </a:lnTo>
                <a:lnTo>
                  <a:pt x="1277843" y="115909"/>
                </a:lnTo>
                <a:lnTo>
                  <a:pt x="1277532" y="115601"/>
                </a:lnTo>
                <a:lnTo>
                  <a:pt x="1277227" y="115287"/>
                </a:lnTo>
                <a:lnTo>
                  <a:pt x="1276926" y="114967"/>
                </a:lnTo>
                <a:lnTo>
                  <a:pt x="1276632" y="114640"/>
                </a:lnTo>
                <a:lnTo>
                  <a:pt x="1276343" y="114306"/>
                </a:lnTo>
                <a:lnTo>
                  <a:pt x="1276059" y="113965"/>
                </a:lnTo>
                <a:lnTo>
                  <a:pt x="1275781" y="113619"/>
                </a:lnTo>
                <a:lnTo>
                  <a:pt x="1275508" y="113265"/>
                </a:lnTo>
                <a:lnTo>
                  <a:pt x="1275241" y="112905"/>
                </a:lnTo>
                <a:lnTo>
                  <a:pt x="1274980" y="112538"/>
                </a:lnTo>
                <a:lnTo>
                  <a:pt x="1274723" y="112166"/>
                </a:lnTo>
                <a:lnTo>
                  <a:pt x="1274472" y="111789"/>
                </a:lnTo>
                <a:lnTo>
                  <a:pt x="1274227" y="111407"/>
                </a:lnTo>
                <a:lnTo>
                  <a:pt x="1273987" y="111021"/>
                </a:lnTo>
                <a:lnTo>
                  <a:pt x="1273753" y="110630"/>
                </a:lnTo>
                <a:lnTo>
                  <a:pt x="1273524" y="110235"/>
                </a:lnTo>
                <a:lnTo>
                  <a:pt x="1273300" y="109835"/>
                </a:lnTo>
                <a:lnTo>
                  <a:pt x="1273082" y="109430"/>
                </a:lnTo>
                <a:lnTo>
                  <a:pt x="1272870" y="109021"/>
                </a:lnTo>
                <a:lnTo>
                  <a:pt x="1272663" y="108607"/>
                </a:lnTo>
                <a:lnTo>
                  <a:pt x="1272461" y="108188"/>
                </a:lnTo>
                <a:lnTo>
                  <a:pt x="1272265" y="107765"/>
                </a:lnTo>
                <a:lnTo>
                  <a:pt x="1272074" y="107337"/>
                </a:lnTo>
                <a:lnTo>
                  <a:pt x="1271889" y="106905"/>
                </a:lnTo>
                <a:lnTo>
                  <a:pt x="1271709" y="106468"/>
                </a:lnTo>
                <a:lnTo>
                  <a:pt x="1271535" y="106026"/>
                </a:lnTo>
                <a:lnTo>
                  <a:pt x="1271366" y="105580"/>
                </a:lnTo>
                <a:lnTo>
                  <a:pt x="1271203" y="105129"/>
                </a:lnTo>
                <a:lnTo>
                  <a:pt x="1271045" y="104673"/>
                </a:lnTo>
                <a:lnTo>
                  <a:pt x="1270893" y="104213"/>
                </a:lnTo>
                <a:lnTo>
                  <a:pt x="1270746" y="103748"/>
                </a:lnTo>
                <a:lnTo>
                  <a:pt x="1270604" y="103279"/>
                </a:lnTo>
                <a:lnTo>
                  <a:pt x="1270468" y="102804"/>
                </a:lnTo>
                <a:lnTo>
                  <a:pt x="1270338" y="102326"/>
                </a:lnTo>
                <a:lnTo>
                  <a:pt x="1270212" y="101843"/>
                </a:lnTo>
                <a:lnTo>
                  <a:pt x="1270093" y="101358"/>
                </a:lnTo>
                <a:lnTo>
                  <a:pt x="1269978" y="100871"/>
                </a:lnTo>
                <a:lnTo>
                  <a:pt x="1269869" y="100380"/>
                </a:lnTo>
                <a:lnTo>
                  <a:pt x="1269765" y="99887"/>
                </a:lnTo>
                <a:lnTo>
                  <a:pt x="1269666" y="99392"/>
                </a:lnTo>
                <a:lnTo>
                  <a:pt x="1269573" y="98893"/>
                </a:lnTo>
                <a:lnTo>
                  <a:pt x="1269485" y="98392"/>
                </a:lnTo>
                <a:lnTo>
                  <a:pt x="1269403" y="97889"/>
                </a:lnTo>
                <a:lnTo>
                  <a:pt x="1269326" y="97382"/>
                </a:lnTo>
                <a:lnTo>
                  <a:pt x="1269254" y="96873"/>
                </a:lnTo>
                <a:lnTo>
                  <a:pt x="1269187" y="96362"/>
                </a:lnTo>
                <a:lnTo>
                  <a:pt x="1269126" y="95847"/>
                </a:lnTo>
                <a:lnTo>
                  <a:pt x="1269070" y="95331"/>
                </a:lnTo>
                <a:lnTo>
                  <a:pt x="1269019" y="94811"/>
                </a:lnTo>
                <a:lnTo>
                  <a:pt x="1268974" y="94289"/>
                </a:lnTo>
                <a:lnTo>
                  <a:pt x="1268934" y="93764"/>
                </a:lnTo>
                <a:lnTo>
                  <a:pt x="1268900" y="93236"/>
                </a:lnTo>
                <a:lnTo>
                  <a:pt x="1268870" y="92706"/>
                </a:lnTo>
                <a:lnTo>
                  <a:pt x="1268846" y="92173"/>
                </a:lnTo>
                <a:lnTo>
                  <a:pt x="1268828" y="91637"/>
                </a:lnTo>
                <a:lnTo>
                  <a:pt x="1268814" y="91099"/>
                </a:lnTo>
                <a:lnTo>
                  <a:pt x="1268806" y="90558"/>
                </a:lnTo>
                <a:lnTo>
                  <a:pt x="1268804" y="90014"/>
                </a:lnTo>
                <a:lnTo>
                  <a:pt x="1268804" y="88158"/>
                </a:lnTo>
                <a:lnTo>
                  <a:pt x="1268806" y="87621"/>
                </a:lnTo>
                <a:lnTo>
                  <a:pt x="1268814" y="87086"/>
                </a:lnTo>
                <a:lnTo>
                  <a:pt x="1268828" y="86554"/>
                </a:lnTo>
                <a:lnTo>
                  <a:pt x="1268846" y="86024"/>
                </a:lnTo>
                <a:lnTo>
                  <a:pt x="1268870" y="85496"/>
                </a:lnTo>
                <a:lnTo>
                  <a:pt x="1268900" y="84971"/>
                </a:lnTo>
                <a:close/>
                <a:moveTo>
                  <a:pt x="1565093" y="83449"/>
                </a:moveTo>
                <a:lnTo>
                  <a:pt x="1565060" y="82705"/>
                </a:lnTo>
                <a:lnTo>
                  <a:pt x="1565020" y="81966"/>
                </a:lnTo>
                <a:lnTo>
                  <a:pt x="1564973" y="81233"/>
                </a:lnTo>
                <a:lnTo>
                  <a:pt x="1564918" y="80504"/>
                </a:lnTo>
                <a:lnTo>
                  <a:pt x="1564856" y="79780"/>
                </a:lnTo>
                <a:lnTo>
                  <a:pt x="1564787" y="79060"/>
                </a:lnTo>
                <a:lnTo>
                  <a:pt x="1564711" y="78346"/>
                </a:lnTo>
                <a:lnTo>
                  <a:pt x="1564627" y="77637"/>
                </a:lnTo>
                <a:lnTo>
                  <a:pt x="1564536" y="76932"/>
                </a:lnTo>
                <a:lnTo>
                  <a:pt x="1564437" y="76233"/>
                </a:lnTo>
                <a:lnTo>
                  <a:pt x="1564332" y="75538"/>
                </a:lnTo>
                <a:lnTo>
                  <a:pt x="1564219" y="74848"/>
                </a:lnTo>
                <a:lnTo>
                  <a:pt x="1564098" y="74163"/>
                </a:lnTo>
                <a:lnTo>
                  <a:pt x="1563971" y="73483"/>
                </a:lnTo>
                <a:lnTo>
                  <a:pt x="1563836" y="72808"/>
                </a:lnTo>
                <a:lnTo>
                  <a:pt x="1563694" y="72138"/>
                </a:lnTo>
                <a:lnTo>
                  <a:pt x="1563544" y="71473"/>
                </a:lnTo>
                <a:lnTo>
                  <a:pt x="1563388" y="70812"/>
                </a:lnTo>
                <a:lnTo>
                  <a:pt x="1563224" y="70157"/>
                </a:lnTo>
                <a:lnTo>
                  <a:pt x="1563052" y="69506"/>
                </a:lnTo>
                <a:lnTo>
                  <a:pt x="1562874" y="68862"/>
                </a:lnTo>
                <a:lnTo>
                  <a:pt x="1562687" y="68224"/>
                </a:lnTo>
                <a:lnTo>
                  <a:pt x="1562492" y="67593"/>
                </a:lnTo>
                <a:lnTo>
                  <a:pt x="1562290" y="66970"/>
                </a:lnTo>
                <a:lnTo>
                  <a:pt x="1562080" y="66353"/>
                </a:lnTo>
                <a:lnTo>
                  <a:pt x="1561862" y="65743"/>
                </a:lnTo>
                <a:lnTo>
                  <a:pt x="1561636" y="65141"/>
                </a:lnTo>
                <a:lnTo>
                  <a:pt x="1561402" y="64545"/>
                </a:lnTo>
                <a:lnTo>
                  <a:pt x="1561160" y="63956"/>
                </a:lnTo>
                <a:lnTo>
                  <a:pt x="1560911" y="63375"/>
                </a:lnTo>
                <a:lnTo>
                  <a:pt x="1560654" y="62800"/>
                </a:lnTo>
                <a:lnTo>
                  <a:pt x="1560388" y="62232"/>
                </a:lnTo>
                <a:lnTo>
                  <a:pt x="1560115" y="61672"/>
                </a:lnTo>
                <a:lnTo>
                  <a:pt x="1559834" y="61118"/>
                </a:lnTo>
                <a:lnTo>
                  <a:pt x="1559546" y="60571"/>
                </a:lnTo>
                <a:lnTo>
                  <a:pt x="1559249" y="60032"/>
                </a:lnTo>
                <a:lnTo>
                  <a:pt x="1558945" y="59499"/>
                </a:lnTo>
                <a:lnTo>
                  <a:pt x="1558632" y="58973"/>
                </a:lnTo>
                <a:lnTo>
                  <a:pt x="1558312" y="58455"/>
                </a:lnTo>
                <a:lnTo>
                  <a:pt x="1557984" y="57943"/>
                </a:lnTo>
                <a:lnTo>
                  <a:pt x="1557649" y="57438"/>
                </a:lnTo>
                <a:lnTo>
                  <a:pt x="1557305" y="56941"/>
                </a:lnTo>
                <a:lnTo>
                  <a:pt x="1556953" y="56450"/>
                </a:lnTo>
                <a:lnTo>
                  <a:pt x="1556594" y="55966"/>
                </a:lnTo>
                <a:lnTo>
                  <a:pt x="1556226" y="55491"/>
                </a:lnTo>
                <a:lnTo>
                  <a:pt x="1555850" y="55024"/>
                </a:lnTo>
                <a:lnTo>
                  <a:pt x="1555466" y="54565"/>
                </a:lnTo>
                <a:lnTo>
                  <a:pt x="1555072" y="54116"/>
                </a:lnTo>
                <a:lnTo>
                  <a:pt x="1554671" y="53676"/>
                </a:lnTo>
                <a:lnTo>
                  <a:pt x="1554260" y="53244"/>
                </a:lnTo>
                <a:lnTo>
                  <a:pt x="1553842" y="52821"/>
                </a:lnTo>
                <a:lnTo>
                  <a:pt x="1553414" y="52407"/>
                </a:lnTo>
                <a:lnTo>
                  <a:pt x="1552978" y="52002"/>
                </a:lnTo>
                <a:lnTo>
                  <a:pt x="1552534" y="51605"/>
                </a:lnTo>
                <a:lnTo>
                  <a:pt x="1552081" y="51218"/>
                </a:lnTo>
                <a:lnTo>
                  <a:pt x="1551619" y="50839"/>
                </a:lnTo>
                <a:lnTo>
                  <a:pt x="1551149" y="50469"/>
                </a:lnTo>
                <a:lnTo>
                  <a:pt x="1550670" y="50107"/>
                </a:lnTo>
                <a:lnTo>
                  <a:pt x="1550183" y="49755"/>
                </a:lnTo>
                <a:lnTo>
                  <a:pt x="1549687" y="49411"/>
                </a:lnTo>
                <a:lnTo>
                  <a:pt x="1549183" y="49077"/>
                </a:lnTo>
                <a:lnTo>
                  <a:pt x="1548670" y="48751"/>
                </a:lnTo>
                <a:lnTo>
                  <a:pt x="1548148" y="48434"/>
                </a:lnTo>
                <a:lnTo>
                  <a:pt x="1547618" y="48125"/>
                </a:lnTo>
                <a:lnTo>
                  <a:pt x="1547080" y="47826"/>
                </a:lnTo>
                <a:lnTo>
                  <a:pt x="1546533" y="47535"/>
                </a:lnTo>
                <a:lnTo>
                  <a:pt x="1545977" y="47253"/>
                </a:lnTo>
                <a:lnTo>
                  <a:pt x="1545413" y="46980"/>
                </a:lnTo>
                <a:lnTo>
                  <a:pt x="1544840" y="46717"/>
                </a:lnTo>
                <a:lnTo>
                  <a:pt x="1544258" y="46465"/>
                </a:lnTo>
                <a:lnTo>
                  <a:pt x="1543668" y="46224"/>
                </a:lnTo>
                <a:lnTo>
                  <a:pt x="1543068" y="45995"/>
                </a:lnTo>
                <a:lnTo>
                  <a:pt x="1542460" y="45777"/>
                </a:lnTo>
                <a:lnTo>
                  <a:pt x="1541843" y="45569"/>
                </a:lnTo>
                <a:lnTo>
                  <a:pt x="1541217" y="45374"/>
                </a:lnTo>
                <a:lnTo>
                  <a:pt x="1540583" y="45189"/>
                </a:lnTo>
                <a:lnTo>
                  <a:pt x="1539939" y="45015"/>
                </a:lnTo>
                <a:lnTo>
                  <a:pt x="1539287" y="44853"/>
                </a:lnTo>
                <a:lnTo>
                  <a:pt x="1538625" y="44702"/>
                </a:lnTo>
                <a:lnTo>
                  <a:pt x="1537955" y="44562"/>
                </a:lnTo>
                <a:lnTo>
                  <a:pt x="1537277" y="44433"/>
                </a:lnTo>
                <a:lnTo>
                  <a:pt x="1536589" y="44316"/>
                </a:lnTo>
                <a:lnTo>
                  <a:pt x="1535892" y="44209"/>
                </a:lnTo>
                <a:lnTo>
                  <a:pt x="1535187" y="44114"/>
                </a:lnTo>
                <a:lnTo>
                  <a:pt x="1534473" y="44030"/>
                </a:lnTo>
                <a:lnTo>
                  <a:pt x="1533750" y="43957"/>
                </a:lnTo>
                <a:lnTo>
                  <a:pt x="1533018" y="43896"/>
                </a:lnTo>
                <a:lnTo>
                  <a:pt x="1532277" y="43845"/>
                </a:lnTo>
                <a:lnTo>
                  <a:pt x="1531528" y="43806"/>
                </a:lnTo>
                <a:lnTo>
                  <a:pt x="1530770" y="43778"/>
                </a:lnTo>
                <a:lnTo>
                  <a:pt x="1530002" y="43761"/>
                </a:lnTo>
                <a:lnTo>
                  <a:pt x="1529226" y="43756"/>
                </a:lnTo>
                <a:lnTo>
                  <a:pt x="1528615" y="43761"/>
                </a:lnTo>
                <a:lnTo>
                  <a:pt x="1528005" y="43777"/>
                </a:lnTo>
                <a:lnTo>
                  <a:pt x="1527397" y="43803"/>
                </a:lnTo>
                <a:lnTo>
                  <a:pt x="1526791" y="43839"/>
                </a:lnTo>
                <a:lnTo>
                  <a:pt x="1526186" y="43886"/>
                </a:lnTo>
                <a:lnTo>
                  <a:pt x="1525583" y="43943"/>
                </a:lnTo>
                <a:lnTo>
                  <a:pt x="1524982" y="44010"/>
                </a:lnTo>
                <a:lnTo>
                  <a:pt x="1524383" y="44088"/>
                </a:lnTo>
                <a:lnTo>
                  <a:pt x="1523785" y="44176"/>
                </a:lnTo>
                <a:lnTo>
                  <a:pt x="1523188" y="44274"/>
                </a:lnTo>
                <a:lnTo>
                  <a:pt x="1522594" y="44383"/>
                </a:lnTo>
                <a:lnTo>
                  <a:pt x="1522001" y="44503"/>
                </a:lnTo>
                <a:lnTo>
                  <a:pt x="1521410" y="44632"/>
                </a:lnTo>
                <a:lnTo>
                  <a:pt x="1520820" y="44772"/>
                </a:lnTo>
                <a:lnTo>
                  <a:pt x="1520233" y="44923"/>
                </a:lnTo>
                <a:lnTo>
                  <a:pt x="1519646" y="45083"/>
                </a:lnTo>
                <a:lnTo>
                  <a:pt x="1519062" y="45255"/>
                </a:lnTo>
                <a:lnTo>
                  <a:pt x="1518479" y="45436"/>
                </a:lnTo>
                <a:lnTo>
                  <a:pt x="1517898" y="45628"/>
                </a:lnTo>
                <a:lnTo>
                  <a:pt x="1517319" y="45830"/>
                </a:lnTo>
                <a:lnTo>
                  <a:pt x="1516741" y="46043"/>
                </a:lnTo>
                <a:lnTo>
                  <a:pt x="1516165" y="46266"/>
                </a:lnTo>
                <a:lnTo>
                  <a:pt x="1515591" y="46499"/>
                </a:lnTo>
                <a:lnTo>
                  <a:pt x="1515018" y="46743"/>
                </a:lnTo>
                <a:lnTo>
                  <a:pt x="1514449" y="46997"/>
                </a:lnTo>
                <a:lnTo>
                  <a:pt x="1513884" y="47260"/>
                </a:lnTo>
                <a:lnTo>
                  <a:pt x="1513325" y="47534"/>
                </a:lnTo>
                <a:lnTo>
                  <a:pt x="1512771" y="47817"/>
                </a:lnTo>
                <a:lnTo>
                  <a:pt x="1512222" y="48110"/>
                </a:lnTo>
                <a:lnTo>
                  <a:pt x="1511678" y="48413"/>
                </a:lnTo>
                <a:lnTo>
                  <a:pt x="1511139" y="48726"/>
                </a:lnTo>
                <a:lnTo>
                  <a:pt x="1510605" y="49048"/>
                </a:lnTo>
                <a:lnTo>
                  <a:pt x="1510076" y="49380"/>
                </a:lnTo>
                <a:lnTo>
                  <a:pt x="1509552" y="49723"/>
                </a:lnTo>
                <a:lnTo>
                  <a:pt x="1509033" y="50075"/>
                </a:lnTo>
                <a:lnTo>
                  <a:pt x="1508519" y="50436"/>
                </a:lnTo>
                <a:lnTo>
                  <a:pt x="1508010" y="50808"/>
                </a:lnTo>
                <a:lnTo>
                  <a:pt x="1507507" y="51189"/>
                </a:lnTo>
                <a:lnTo>
                  <a:pt x="1507008" y="51580"/>
                </a:lnTo>
                <a:lnTo>
                  <a:pt x="1506514" y="51981"/>
                </a:lnTo>
                <a:lnTo>
                  <a:pt x="1506026" y="52392"/>
                </a:lnTo>
                <a:lnTo>
                  <a:pt x="1505542" y="52813"/>
                </a:lnTo>
                <a:lnTo>
                  <a:pt x="1505064" y="53243"/>
                </a:lnTo>
                <a:lnTo>
                  <a:pt x="1504590" y="53683"/>
                </a:lnTo>
                <a:lnTo>
                  <a:pt x="1504122" y="54133"/>
                </a:lnTo>
                <a:lnTo>
                  <a:pt x="1503658" y="54593"/>
                </a:lnTo>
                <a:lnTo>
                  <a:pt x="1503200" y="55063"/>
                </a:lnTo>
                <a:lnTo>
                  <a:pt x="1502747" y="55542"/>
                </a:lnTo>
                <a:lnTo>
                  <a:pt x="1502300" y="56031"/>
                </a:lnTo>
                <a:lnTo>
                  <a:pt x="1501861" y="56529"/>
                </a:lnTo>
                <a:lnTo>
                  <a:pt x="1501430" y="57035"/>
                </a:lnTo>
                <a:lnTo>
                  <a:pt x="1501007" y="57551"/>
                </a:lnTo>
                <a:lnTo>
                  <a:pt x="1500591" y="58075"/>
                </a:lnTo>
                <a:lnTo>
                  <a:pt x="1500184" y="58608"/>
                </a:lnTo>
                <a:lnTo>
                  <a:pt x="1499784" y="59150"/>
                </a:lnTo>
                <a:lnTo>
                  <a:pt x="1499392" y="59700"/>
                </a:lnTo>
                <a:lnTo>
                  <a:pt x="1499008" y="60260"/>
                </a:lnTo>
                <a:lnTo>
                  <a:pt x="1498632" y="60828"/>
                </a:lnTo>
                <a:lnTo>
                  <a:pt x="1498264" y="61405"/>
                </a:lnTo>
                <a:lnTo>
                  <a:pt x="1497903" y="61991"/>
                </a:lnTo>
                <a:lnTo>
                  <a:pt x="1497550" y="62586"/>
                </a:lnTo>
                <a:lnTo>
                  <a:pt x="1497206" y="63189"/>
                </a:lnTo>
                <a:lnTo>
                  <a:pt x="1496869" y="63802"/>
                </a:lnTo>
                <a:lnTo>
                  <a:pt x="1496540" y="64423"/>
                </a:lnTo>
                <a:lnTo>
                  <a:pt x="1496218" y="65053"/>
                </a:lnTo>
                <a:lnTo>
                  <a:pt x="1495905" y="65692"/>
                </a:lnTo>
                <a:lnTo>
                  <a:pt x="1495599" y="66340"/>
                </a:lnTo>
                <a:lnTo>
                  <a:pt x="1495302" y="66996"/>
                </a:lnTo>
                <a:lnTo>
                  <a:pt x="1495012" y="67662"/>
                </a:lnTo>
                <a:lnTo>
                  <a:pt x="1494730" y="68336"/>
                </a:lnTo>
                <a:lnTo>
                  <a:pt x="1494456" y="69019"/>
                </a:lnTo>
                <a:lnTo>
                  <a:pt x="1494189" y="69711"/>
                </a:lnTo>
                <a:lnTo>
                  <a:pt x="1493933" y="70411"/>
                </a:lnTo>
                <a:lnTo>
                  <a:pt x="1493687" y="71119"/>
                </a:lnTo>
                <a:lnTo>
                  <a:pt x="1493452" y="71836"/>
                </a:lnTo>
                <a:lnTo>
                  <a:pt x="1493227" y="72560"/>
                </a:lnTo>
                <a:lnTo>
                  <a:pt x="1493014" y="73292"/>
                </a:lnTo>
                <a:lnTo>
                  <a:pt x="1492812" y="74032"/>
                </a:lnTo>
                <a:lnTo>
                  <a:pt x="1492621" y="74781"/>
                </a:lnTo>
                <a:lnTo>
                  <a:pt x="1492440" y="75537"/>
                </a:lnTo>
                <a:lnTo>
                  <a:pt x="1492271" y="76301"/>
                </a:lnTo>
                <a:lnTo>
                  <a:pt x="1492112" y="77073"/>
                </a:lnTo>
                <a:lnTo>
                  <a:pt x="1491965" y="77853"/>
                </a:lnTo>
                <a:lnTo>
                  <a:pt x="1491828" y="78641"/>
                </a:lnTo>
                <a:lnTo>
                  <a:pt x="1491702" y="79438"/>
                </a:lnTo>
                <a:lnTo>
                  <a:pt x="1491588" y="80242"/>
                </a:lnTo>
                <a:lnTo>
                  <a:pt x="1491484" y="81054"/>
                </a:lnTo>
                <a:lnTo>
                  <a:pt x="1491391" y="81874"/>
                </a:lnTo>
                <a:lnTo>
                  <a:pt x="1491309" y="82702"/>
                </a:lnTo>
                <a:lnTo>
                  <a:pt x="1491238" y="83538"/>
                </a:lnTo>
                <a:lnTo>
                  <a:pt x="1491178" y="84382"/>
                </a:lnTo>
                <a:lnTo>
                  <a:pt x="1491128" y="85234"/>
                </a:lnTo>
                <a:lnTo>
                  <a:pt x="1491090" y="86095"/>
                </a:lnTo>
                <a:lnTo>
                  <a:pt x="1491063" y="86963"/>
                </a:lnTo>
                <a:lnTo>
                  <a:pt x="1491046" y="87839"/>
                </a:lnTo>
                <a:lnTo>
                  <a:pt x="1491041" y="88723"/>
                </a:lnTo>
                <a:lnTo>
                  <a:pt x="1491041" y="92113"/>
                </a:lnTo>
                <a:lnTo>
                  <a:pt x="1491046" y="92878"/>
                </a:lnTo>
                <a:lnTo>
                  <a:pt x="1491061" y="93637"/>
                </a:lnTo>
                <a:lnTo>
                  <a:pt x="1491085" y="94391"/>
                </a:lnTo>
                <a:lnTo>
                  <a:pt x="1491119" y="95141"/>
                </a:lnTo>
                <a:lnTo>
                  <a:pt x="1491164" y="95885"/>
                </a:lnTo>
                <a:lnTo>
                  <a:pt x="1491218" y="96624"/>
                </a:lnTo>
                <a:lnTo>
                  <a:pt x="1491281" y="97358"/>
                </a:lnTo>
                <a:lnTo>
                  <a:pt x="1491355" y="98087"/>
                </a:lnTo>
                <a:lnTo>
                  <a:pt x="1491438" y="98811"/>
                </a:lnTo>
                <a:lnTo>
                  <a:pt x="1491532" y="99530"/>
                </a:lnTo>
                <a:lnTo>
                  <a:pt x="1491635" y="100244"/>
                </a:lnTo>
                <a:lnTo>
                  <a:pt x="1491747" y="100953"/>
                </a:lnTo>
                <a:lnTo>
                  <a:pt x="1491870" y="101657"/>
                </a:lnTo>
                <a:lnTo>
                  <a:pt x="1492002" y="102356"/>
                </a:lnTo>
                <a:lnTo>
                  <a:pt x="1492145" y="103050"/>
                </a:lnTo>
                <a:lnTo>
                  <a:pt x="1492297" y="103739"/>
                </a:lnTo>
                <a:lnTo>
                  <a:pt x="1492459" y="104422"/>
                </a:lnTo>
                <a:lnTo>
                  <a:pt x="1492630" y="105101"/>
                </a:lnTo>
                <a:lnTo>
                  <a:pt x="1492812" y="105774"/>
                </a:lnTo>
                <a:lnTo>
                  <a:pt x="1493003" y="106443"/>
                </a:lnTo>
                <a:lnTo>
                  <a:pt x="1493204" y="107106"/>
                </a:lnTo>
                <a:lnTo>
                  <a:pt x="1493415" y="107765"/>
                </a:lnTo>
                <a:lnTo>
                  <a:pt x="1493636" y="108418"/>
                </a:lnTo>
                <a:lnTo>
                  <a:pt x="1493867" y="109067"/>
                </a:lnTo>
                <a:lnTo>
                  <a:pt x="1494106" y="109709"/>
                </a:lnTo>
                <a:lnTo>
                  <a:pt x="1494355" y="110344"/>
                </a:lnTo>
                <a:lnTo>
                  <a:pt x="1494611" y="110971"/>
                </a:lnTo>
                <a:lnTo>
                  <a:pt x="1494877" y="111592"/>
                </a:lnTo>
                <a:lnTo>
                  <a:pt x="1495151" y="112205"/>
                </a:lnTo>
                <a:lnTo>
                  <a:pt x="1495433" y="112811"/>
                </a:lnTo>
                <a:lnTo>
                  <a:pt x="1495724" y="113409"/>
                </a:lnTo>
                <a:lnTo>
                  <a:pt x="1496024" y="114000"/>
                </a:lnTo>
                <a:lnTo>
                  <a:pt x="1496332" y="114584"/>
                </a:lnTo>
                <a:lnTo>
                  <a:pt x="1496649" y="115161"/>
                </a:lnTo>
                <a:lnTo>
                  <a:pt x="1496974" y="115730"/>
                </a:lnTo>
                <a:lnTo>
                  <a:pt x="1497308" y="116292"/>
                </a:lnTo>
                <a:lnTo>
                  <a:pt x="1497650" y="116847"/>
                </a:lnTo>
                <a:lnTo>
                  <a:pt x="1498001" y="117394"/>
                </a:lnTo>
                <a:lnTo>
                  <a:pt x="1498360" y="117934"/>
                </a:lnTo>
                <a:lnTo>
                  <a:pt x="1498728" y="118467"/>
                </a:lnTo>
                <a:lnTo>
                  <a:pt x="1499105" y="118993"/>
                </a:lnTo>
                <a:lnTo>
                  <a:pt x="1499490" y="119511"/>
                </a:lnTo>
                <a:lnTo>
                  <a:pt x="1499884" y="120022"/>
                </a:lnTo>
                <a:lnTo>
                  <a:pt x="1500286" y="120526"/>
                </a:lnTo>
                <a:lnTo>
                  <a:pt x="1500696" y="121022"/>
                </a:lnTo>
                <a:lnTo>
                  <a:pt x="1501116" y="121512"/>
                </a:lnTo>
                <a:lnTo>
                  <a:pt x="1501544" y="121993"/>
                </a:lnTo>
                <a:lnTo>
                  <a:pt x="1501980" y="122468"/>
                </a:lnTo>
                <a:lnTo>
                  <a:pt x="1502424" y="122934"/>
                </a:lnTo>
                <a:lnTo>
                  <a:pt x="1502876" y="123392"/>
                </a:lnTo>
                <a:lnTo>
                  <a:pt x="1503335" y="123841"/>
                </a:lnTo>
                <a:lnTo>
                  <a:pt x="1503801" y="124281"/>
                </a:lnTo>
                <a:lnTo>
                  <a:pt x="1504274" y="124712"/>
                </a:lnTo>
                <a:lnTo>
                  <a:pt x="1504755" y="125135"/>
                </a:lnTo>
                <a:lnTo>
                  <a:pt x="1505243" y="125548"/>
                </a:lnTo>
                <a:lnTo>
                  <a:pt x="1505738" y="125953"/>
                </a:lnTo>
                <a:lnTo>
                  <a:pt x="1506241" y="126349"/>
                </a:lnTo>
                <a:lnTo>
                  <a:pt x="1506751" y="126736"/>
                </a:lnTo>
                <a:lnTo>
                  <a:pt x="1507268" y="127114"/>
                </a:lnTo>
                <a:lnTo>
                  <a:pt x="1507793" y="127483"/>
                </a:lnTo>
                <a:lnTo>
                  <a:pt x="1508324" y="127844"/>
                </a:lnTo>
                <a:lnTo>
                  <a:pt x="1508863" y="128196"/>
                </a:lnTo>
                <a:lnTo>
                  <a:pt x="1509410" y="128539"/>
                </a:lnTo>
                <a:lnTo>
                  <a:pt x="1509963" y="128873"/>
                </a:lnTo>
                <a:lnTo>
                  <a:pt x="1510524" y="129198"/>
                </a:lnTo>
                <a:lnTo>
                  <a:pt x="1511092" y="129514"/>
                </a:lnTo>
                <a:lnTo>
                  <a:pt x="1511668" y="129822"/>
                </a:lnTo>
                <a:lnTo>
                  <a:pt x="1512251" y="130121"/>
                </a:lnTo>
                <a:lnTo>
                  <a:pt x="1512841" y="130410"/>
                </a:lnTo>
                <a:lnTo>
                  <a:pt x="1513438" y="130692"/>
                </a:lnTo>
                <a:lnTo>
                  <a:pt x="1514043" y="130964"/>
                </a:lnTo>
                <a:lnTo>
                  <a:pt x="1514655" y="131227"/>
                </a:lnTo>
                <a:lnTo>
                  <a:pt x="1515273" y="131481"/>
                </a:lnTo>
                <a:lnTo>
                  <a:pt x="1515898" y="131724"/>
                </a:lnTo>
                <a:lnTo>
                  <a:pt x="1516528" y="131956"/>
                </a:lnTo>
                <a:lnTo>
                  <a:pt x="1517165" y="132177"/>
                </a:lnTo>
                <a:lnTo>
                  <a:pt x="1517808" y="132387"/>
                </a:lnTo>
                <a:lnTo>
                  <a:pt x="1518456" y="132587"/>
                </a:lnTo>
                <a:lnTo>
                  <a:pt x="1519111" y="132776"/>
                </a:lnTo>
                <a:lnTo>
                  <a:pt x="1519772" y="132954"/>
                </a:lnTo>
                <a:lnTo>
                  <a:pt x="1520439" y="133121"/>
                </a:lnTo>
                <a:lnTo>
                  <a:pt x="1521112" y="133278"/>
                </a:lnTo>
                <a:lnTo>
                  <a:pt x="1521790" y="133423"/>
                </a:lnTo>
                <a:lnTo>
                  <a:pt x="1522475" y="133558"/>
                </a:lnTo>
                <a:lnTo>
                  <a:pt x="1523166" y="133682"/>
                </a:lnTo>
                <a:lnTo>
                  <a:pt x="1523863" y="133796"/>
                </a:lnTo>
                <a:lnTo>
                  <a:pt x="1524566" y="133898"/>
                </a:lnTo>
                <a:lnTo>
                  <a:pt x="1525275" y="133990"/>
                </a:lnTo>
                <a:lnTo>
                  <a:pt x="1525990" y="134071"/>
                </a:lnTo>
                <a:lnTo>
                  <a:pt x="1526711" y="134141"/>
                </a:lnTo>
                <a:lnTo>
                  <a:pt x="1527438" y="134200"/>
                </a:lnTo>
                <a:lnTo>
                  <a:pt x="1528171" y="134249"/>
                </a:lnTo>
                <a:lnTo>
                  <a:pt x="1528910" y="134287"/>
                </a:lnTo>
                <a:lnTo>
                  <a:pt x="1529656" y="134314"/>
                </a:lnTo>
                <a:lnTo>
                  <a:pt x="1530407" y="134330"/>
                </a:lnTo>
                <a:lnTo>
                  <a:pt x="1531164" y="134335"/>
                </a:lnTo>
                <a:lnTo>
                  <a:pt x="1531880" y="134331"/>
                </a:lnTo>
                <a:lnTo>
                  <a:pt x="1532588" y="134319"/>
                </a:lnTo>
                <a:lnTo>
                  <a:pt x="1533288" y="134297"/>
                </a:lnTo>
                <a:lnTo>
                  <a:pt x="1533979" y="134268"/>
                </a:lnTo>
                <a:lnTo>
                  <a:pt x="1534663" y="134230"/>
                </a:lnTo>
                <a:lnTo>
                  <a:pt x="1535339" y="134184"/>
                </a:lnTo>
                <a:lnTo>
                  <a:pt x="1536007" y="134129"/>
                </a:lnTo>
                <a:lnTo>
                  <a:pt x="1536667" y="134066"/>
                </a:lnTo>
                <a:lnTo>
                  <a:pt x="1537319" y="133995"/>
                </a:lnTo>
                <a:lnTo>
                  <a:pt x="1537963" y="133915"/>
                </a:lnTo>
                <a:lnTo>
                  <a:pt x="1538599" y="133827"/>
                </a:lnTo>
                <a:lnTo>
                  <a:pt x="1539227" y="133730"/>
                </a:lnTo>
                <a:lnTo>
                  <a:pt x="1539847" y="133625"/>
                </a:lnTo>
                <a:lnTo>
                  <a:pt x="1540459" y="133511"/>
                </a:lnTo>
                <a:lnTo>
                  <a:pt x="1541063" y="133389"/>
                </a:lnTo>
                <a:lnTo>
                  <a:pt x="1541659" y="133259"/>
                </a:lnTo>
                <a:lnTo>
                  <a:pt x="1542247" y="133120"/>
                </a:lnTo>
                <a:lnTo>
                  <a:pt x="1542827" y="132973"/>
                </a:lnTo>
                <a:lnTo>
                  <a:pt x="1543399" y="132817"/>
                </a:lnTo>
                <a:lnTo>
                  <a:pt x="1543963" y="132653"/>
                </a:lnTo>
                <a:lnTo>
                  <a:pt x="1544519" y="132481"/>
                </a:lnTo>
                <a:lnTo>
                  <a:pt x="1545067" y="132300"/>
                </a:lnTo>
                <a:lnTo>
                  <a:pt x="1545607" y="132111"/>
                </a:lnTo>
                <a:lnTo>
                  <a:pt x="1546139" y="131913"/>
                </a:lnTo>
                <a:lnTo>
                  <a:pt x="1546664" y="131709"/>
                </a:lnTo>
                <a:lnTo>
                  <a:pt x="1547182" y="131500"/>
                </a:lnTo>
                <a:lnTo>
                  <a:pt x="1547693" y="131285"/>
                </a:lnTo>
                <a:lnTo>
                  <a:pt x="1548197" y="131066"/>
                </a:lnTo>
                <a:lnTo>
                  <a:pt x="1548694" y="130841"/>
                </a:lnTo>
                <a:lnTo>
                  <a:pt x="1549184" y="130612"/>
                </a:lnTo>
                <a:lnTo>
                  <a:pt x="1549668" y="130377"/>
                </a:lnTo>
                <a:lnTo>
                  <a:pt x="1550145" y="130137"/>
                </a:lnTo>
                <a:lnTo>
                  <a:pt x="1550614" y="129893"/>
                </a:lnTo>
                <a:lnTo>
                  <a:pt x="1551077" y="129643"/>
                </a:lnTo>
                <a:lnTo>
                  <a:pt x="1551533" y="129388"/>
                </a:lnTo>
                <a:lnTo>
                  <a:pt x="1551982" y="129128"/>
                </a:lnTo>
                <a:lnTo>
                  <a:pt x="1552425" y="128863"/>
                </a:lnTo>
                <a:lnTo>
                  <a:pt x="1552860" y="128593"/>
                </a:lnTo>
                <a:lnTo>
                  <a:pt x="1553288" y="128318"/>
                </a:lnTo>
                <a:lnTo>
                  <a:pt x="1553710" y="128038"/>
                </a:lnTo>
                <a:lnTo>
                  <a:pt x="1554125" y="127753"/>
                </a:lnTo>
                <a:lnTo>
                  <a:pt x="1554533" y="127463"/>
                </a:lnTo>
                <a:lnTo>
                  <a:pt x="1554934" y="127168"/>
                </a:lnTo>
                <a:lnTo>
                  <a:pt x="1555328" y="126868"/>
                </a:lnTo>
                <a:lnTo>
                  <a:pt x="1555715" y="126563"/>
                </a:lnTo>
                <a:lnTo>
                  <a:pt x="1556096" y="126252"/>
                </a:lnTo>
                <a:lnTo>
                  <a:pt x="1556469" y="125937"/>
                </a:lnTo>
                <a:lnTo>
                  <a:pt x="1556836" y="125616"/>
                </a:lnTo>
                <a:lnTo>
                  <a:pt x="1557197" y="125293"/>
                </a:lnTo>
                <a:lnTo>
                  <a:pt x="1557552" y="124968"/>
                </a:lnTo>
                <a:lnTo>
                  <a:pt x="1557902" y="124641"/>
                </a:lnTo>
                <a:lnTo>
                  <a:pt x="1558247" y="124314"/>
                </a:lnTo>
                <a:lnTo>
                  <a:pt x="1558586" y="123984"/>
                </a:lnTo>
                <a:lnTo>
                  <a:pt x="1558920" y="123654"/>
                </a:lnTo>
                <a:lnTo>
                  <a:pt x="1559249" y="123322"/>
                </a:lnTo>
                <a:lnTo>
                  <a:pt x="1559572" y="122988"/>
                </a:lnTo>
                <a:lnTo>
                  <a:pt x="1559890" y="122653"/>
                </a:lnTo>
                <a:lnTo>
                  <a:pt x="1560203" y="122317"/>
                </a:lnTo>
                <a:lnTo>
                  <a:pt x="1560510" y="121980"/>
                </a:lnTo>
                <a:lnTo>
                  <a:pt x="1560812" y="121640"/>
                </a:lnTo>
                <a:lnTo>
                  <a:pt x="1561109" y="121300"/>
                </a:lnTo>
                <a:lnTo>
                  <a:pt x="1561400" y="120958"/>
                </a:lnTo>
                <a:lnTo>
                  <a:pt x="1561686" y="120615"/>
                </a:lnTo>
                <a:lnTo>
                  <a:pt x="1561967" y="120270"/>
                </a:lnTo>
                <a:lnTo>
                  <a:pt x="1562242" y="119924"/>
                </a:lnTo>
                <a:lnTo>
                  <a:pt x="1562513" y="119577"/>
                </a:lnTo>
                <a:lnTo>
                  <a:pt x="1562777" y="119228"/>
                </a:lnTo>
                <a:lnTo>
                  <a:pt x="1563037" y="118878"/>
                </a:lnTo>
                <a:lnTo>
                  <a:pt x="1563291" y="118526"/>
                </a:lnTo>
                <a:lnTo>
                  <a:pt x="1563540" y="118173"/>
                </a:lnTo>
                <a:lnTo>
                  <a:pt x="1563783" y="117819"/>
                </a:lnTo>
                <a:lnTo>
                  <a:pt x="1564021" y="117463"/>
                </a:lnTo>
                <a:lnTo>
                  <a:pt x="1554979" y="110278"/>
                </a:lnTo>
                <a:lnTo>
                  <a:pt x="1554634" y="110725"/>
                </a:lnTo>
                <a:lnTo>
                  <a:pt x="1554284" y="111164"/>
                </a:lnTo>
                <a:lnTo>
                  <a:pt x="1553929" y="111596"/>
                </a:lnTo>
                <a:lnTo>
                  <a:pt x="1553569" y="112020"/>
                </a:lnTo>
                <a:lnTo>
                  <a:pt x="1553204" y="112437"/>
                </a:lnTo>
                <a:lnTo>
                  <a:pt x="1552835" y="112846"/>
                </a:lnTo>
                <a:lnTo>
                  <a:pt x="1552461" y="113247"/>
                </a:lnTo>
                <a:lnTo>
                  <a:pt x="1552082" y="113641"/>
                </a:lnTo>
                <a:lnTo>
                  <a:pt x="1551698" y="114028"/>
                </a:lnTo>
                <a:lnTo>
                  <a:pt x="1551310" y="114407"/>
                </a:lnTo>
                <a:lnTo>
                  <a:pt x="1550917" y="114778"/>
                </a:lnTo>
                <a:lnTo>
                  <a:pt x="1550519" y="115142"/>
                </a:lnTo>
                <a:lnTo>
                  <a:pt x="1550116" y="115498"/>
                </a:lnTo>
                <a:lnTo>
                  <a:pt x="1549709" y="115846"/>
                </a:lnTo>
                <a:lnTo>
                  <a:pt x="1549297" y="116187"/>
                </a:lnTo>
                <a:lnTo>
                  <a:pt x="1548880" y="116521"/>
                </a:lnTo>
                <a:lnTo>
                  <a:pt x="1548458" y="116847"/>
                </a:lnTo>
                <a:lnTo>
                  <a:pt x="1548032" y="117165"/>
                </a:lnTo>
                <a:lnTo>
                  <a:pt x="1547600" y="117476"/>
                </a:lnTo>
                <a:lnTo>
                  <a:pt x="1547164" y="117779"/>
                </a:lnTo>
                <a:lnTo>
                  <a:pt x="1546723" y="118074"/>
                </a:lnTo>
                <a:lnTo>
                  <a:pt x="1546278" y="118362"/>
                </a:lnTo>
                <a:lnTo>
                  <a:pt x="1545828" y="118643"/>
                </a:lnTo>
                <a:lnTo>
                  <a:pt x="1545373" y="118916"/>
                </a:lnTo>
                <a:lnTo>
                  <a:pt x="1544911" y="119179"/>
                </a:lnTo>
                <a:lnTo>
                  <a:pt x="1544441" y="119432"/>
                </a:lnTo>
                <a:lnTo>
                  <a:pt x="1543962" y="119673"/>
                </a:lnTo>
                <a:lnTo>
                  <a:pt x="1543475" y="119903"/>
                </a:lnTo>
                <a:lnTo>
                  <a:pt x="1542980" y="120121"/>
                </a:lnTo>
                <a:lnTo>
                  <a:pt x="1542476" y="120329"/>
                </a:lnTo>
                <a:lnTo>
                  <a:pt x="1541964" y="120525"/>
                </a:lnTo>
                <a:lnTo>
                  <a:pt x="1541444" y="120710"/>
                </a:lnTo>
                <a:lnTo>
                  <a:pt x="1540915" y="120884"/>
                </a:lnTo>
                <a:lnTo>
                  <a:pt x="1540377" y="121046"/>
                </a:lnTo>
                <a:lnTo>
                  <a:pt x="1539832" y="121198"/>
                </a:lnTo>
                <a:lnTo>
                  <a:pt x="1539277" y="121338"/>
                </a:lnTo>
                <a:lnTo>
                  <a:pt x="1538715" y="121467"/>
                </a:lnTo>
                <a:lnTo>
                  <a:pt x="1538144" y="121584"/>
                </a:lnTo>
                <a:lnTo>
                  <a:pt x="1537564" y="121691"/>
                </a:lnTo>
                <a:lnTo>
                  <a:pt x="1536977" y="121786"/>
                </a:lnTo>
                <a:lnTo>
                  <a:pt x="1536380" y="121870"/>
                </a:lnTo>
                <a:lnTo>
                  <a:pt x="1535776" y="121943"/>
                </a:lnTo>
                <a:lnTo>
                  <a:pt x="1535163" y="122005"/>
                </a:lnTo>
                <a:lnTo>
                  <a:pt x="1534541" y="122055"/>
                </a:lnTo>
                <a:lnTo>
                  <a:pt x="1533911" y="122095"/>
                </a:lnTo>
                <a:lnTo>
                  <a:pt x="1533273" y="122123"/>
                </a:lnTo>
                <a:lnTo>
                  <a:pt x="1532626" y="122139"/>
                </a:lnTo>
                <a:lnTo>
                  <a:pt x="1531971" y="122145"/>
                </a:lnTo>
                <a:lnTo>
                  <a:pt x="1531462" y="122141"/>
                </a:lnTo>
                <a:lnTo>
                  <a:pt x="1530958" y="122129"/>
                </a:lnTo>
                <a:lnTo>
                  <a:pt x="1530458" y="122108"/>
                </a:lnTo>
                <a:lnTo>
                  <a:pt x="1529963" y="122080"/>
                </a:lnTo>
                <a:lnTo>
                  <a:pt x="1529473" y="122043"/>
                </a:lnTo>
                <a:lnTo>
                  <a:pt x="1528987" y="121999"/>
                </a:lnTo>
                <a:lnTo>
                  <a:pt x="1528506" y="121946"/>
                </a:lnTo>
                <a:lnTo>
                  <a:pt x="1528029" y="121885"/>
                </a:lnTo>
                <a:lnTo>
                  <a:pt x="1527557" y="121816"/>
                </a:lnTo>
                <a:lnTo>
                  <a:pt x="1527090" y="121739"/>
                </a:lnTo>
                <a:lnTo>
                  <a:pt x="1526627" y="121653"/>
                </a:lnTo>
                <a:lnTo>
                  <a:pt x="1526169" y="121560"/>
                </a:lnTo>
                <a:lnTo>
                  <a:pt x="1525715" y="121458"/>
                </a:lnTo>
                <a:lnTo>
                  <a:pt x="1525266" y="121348"/>
                </a:lnTo>
                <a:lnTo>
                  <a:pt x="1524822" y="121231"/>
                </a:lnTo>
                <a:lnTo>
                  <a:pt x="1524383" y="121105"/>
                </a:lnTo>
                <a:lnTo>
                  <a:pt x="1523948" y="120970"/>
                </a:lnTo>
                <a:lnTo>
                  <a:pt x="1523517" y="120828"/>
                </a:lnTo>
                <a:lnTo>
                  <a:pt x="1523092" y="120678"/>
                </a:lnTo>
                <a:lnTo>
                  <a:pt x="1522670" y="120519"/>
                </a:lnTo>
                <a:lnTo>
                  <a:pt x="1522254" y="120353"/>
                </a:lnTo>
                <a:lnTo>
                  <a:pt x="1521842" y="120178"/>
                </a:lnTo>
                <a:lnTo>
                  <a:pt x="1521435" y="119995"/>
                </a:lnTo>
                <a:lnTo>
                  <a:pt x="1521032" y="119804"/>
                </a:lnTo>
                <a:lnTo>
                  <a:pt x="1520635" y="119606"/>
                </a:lnTo>
                <a:lnTo>
                  <a:pt x="1520242" y="119401"/>
                </a:lnTo>
                <a:lnTo>
                  <a:pt x="1519854" y="119191"/>
                </a:lnTo>
                <a:lnTo>
                  <a:pt x="1519472" y="118974"/>
                </a:lnTo>
                <a:lnTo>
                  <a:pt x="1519094" y="118751"/>
                </a:lnTo>
                <a:lnTo>
                  <a:pt x="1518721" y="118522"/>
                </a:lnTo>
                <a:lnTo>
                  <a:pt x="1518354" y="118287"/>
                </a:lnTo>
                <a:lnTo>
                  <a:pt x="1517991" y="118046"/>
                </a:lnTo>
                <a:lnTo>
                  <a:pt x="1517634" y="117798"/>
                </a:lnTo>
                <a:lnTo>
                  <a:pt x="1517282" y="117545"/>
                </a:lnTo>
                <a:lnTo>
                  <a:pt x="1516934" y="117285"/>
                </a:lnTo>
                <a:lnTo>
                  <a:pt x="1516592" y="117019"/>
                </a:lnTo>
                <a:lnTo>
                  <a:pt x="1516255" y="116746"/>
                </a:lnTo>
                <a:lnTo>
                  <a:pt x="1515923" y="116468"/>
                </a:lnTo>
                <a:lnTo>
                  <a:pt x="1515596" y="116184"/>
                </a:lnTo>
                <a:lnTo>
                  <a:pt x="1515274" y="115893"/>
                </a:lnTo>
                <a:lnTo>
                  <a:pt x="1514956" y="115596"/>
                </a:lnTo>
                <a:lnTo>
                  <a:pt x="1514645" y="115293"/>
                </a:lnTo>
                <a:lnTo>
                  <a:pt x="1514338" y="114984"/>
                </a:lnTo>
                <a:lnTo>
                  <a:pt x="1514036" y="114669"/>
                </a:lnTo>
                <a:lnTo>
                  <a:pt x="1513739" y="114347"/>
                </a:lnTo>
                <a:lnTo>
                  <a:pt x="1513447" y="114019"/>
                </a:lnTo>
                <a:lnTo>
                  <a:pt x="1513160" y="113685"/>
                </a:lnTo>
                <a:lnTo>
                  <a:pt x="1512879" y="113345"/>
                </a:lnTo>
                <a:lnTo>
                  <a:pt x="1512602" y="113000"/>
                </a:lnTo>
                <a:lnTo>
                  <a:pt x="1512331" y="112650"/>
                </a:lnTo>
                <a:lnTo>
                  <a:pt x="1512066" y="112295"/>
                </a:lnTo>
                <a:lnTo>
                  <a:pt x="1511807" y="111936"/>
                </a:lnTo>
                <a:lnTo>
                  <a:pt x="1511553" y="111572"/>
                </a:lnTo>
                <a:lnTo>
                  <a:pt x="1511304" y="111204"/>
                </a:lnTo>
                <a:lnTo>
                  <a:pt x="1511062" y="110830"/>
                </a:lnTo>
                <a:lnTo>
                  <a:pt x="1510824" y="110453"/>
                </a:lnTo>
                <a:lnTo>
                  <a:pt x="1510593" y="110070"/>
                </a:lnTo>
                <a:lnTo>
                  <a:pt x="1510367" y="109683"/>
                </a:lnTo>
                <a:lnTo>
                  <a:pt x="1510147" y="109291"/>
                </a:lnTo>
                <a:lnTo>
                  <a:pt x="1509932" y="108895"/>
                </a:lnTo>
                <a:lnTo>
                  <a:pt x="1509723" y="108494"/>
                </a:lnTo>
                <a:lnTo>
                  <a:pt x="1509519" y="108089"/>
                </a:lnTo>
                <a:lnTo>
                  <a:pt x="1509321" y="107679"/>
                </a:lnTo>
                <a:lnTo>
                  <a:pt x="1509129" y="107264"/>
                </a:lnTo>
                <a:lnTo>
                  <a:pt x="1508942" y="106844"/>
                </a:lnTo>
                <a:lnTo>
                  <a:pt x="1508761" y="106420"/>
                </a:lnTo>
                <a:lnTo>
                  <a:pt x="1508586" y="105992"/>
                </a:lnTo>
                <a:lnTo>
                  <a:pt x="1508416" y="105558"/>
                </a:lnTo>
                <a:lnTo>
                  <a:pt x="1508252" y="105120"/>
                </a:lnTo>
                <a:lnTo>
                  <a:pt x="1508093" y="104678"/>
                </a:lnTo>
                <a:lnTo>
                  <a:pt x="1507940" y="104231"/>
                </a:lnTo>
                <a:lnTo>
                  <a:pt x="1507793" y="103779"/>
                </a:lnTo>
                <a:lnTo>
                  <a:pt x="1507651" y="103323"/>
                </a:lnTo>
                <a:lnTo>
                  <a:pt x="1507515" y="102865"/>
                </a:lnTo>
                <a:lnTo>
                  <a:pt x="1507386" y="102405"/>
                </a:lnTo>
                <a:lnTo>
                  <a:pt x="1507262" y="101941"/>
                </a:lnTo>
                <a:lnTo>
                  <a:pt x="1507145" y="101475"/>
                </a:lnTo>
                <a:lnTo>
                  <a:pt x="1507033" y="101006"/>
                </a:lnTo>
                <a:lnTo>
                  <a:pt x="1506928" y="100535"/>
                </a:lnTo>
                <a:lnTo>
                  <a:pt x="1506828" y="100061"/>
                </a:lnTo>
                <a:lnTo>
                  <a:pt x="1506735" y="99584"/>
                </a:lnTo>
                <a:lnTo>
                  <a:pt x="1506647" y="99105"/>
                </a:lnTo>
                <a:lnTo>
                  <a:pt x="1506566" y="98623"/>
                </a:lnTo>
                <a:lnTo>
                  <a:pt x="1506491" y="98138"/>
                </a:lnTo>
                <a:lnTo>
                  <a:pt x="1506421" y="97650"/>
                </a:lnTo>
                <a:lnTo>
                  <a:pt x="1506358" y="97160"/>
                </a:lnTo>
                <a:lnTo>
                  <a:pt x="1506301" y="96668"/>
                </a:lnTo>
                <a:lnTo>
                  <a:pt x="1506250" y="96172"/>
                </a:lnTo>
                <a:lnTo>
                  <a:pt x="1506204" y="95674"/>
                </a:lnTo>
                <a:lnTo>
                  <a:pt x="1506165" y="95174"/>
                </a:lnTo>
                <a:lnTo>
                  <a:pt x="1506132" y="94670"/>
                </a:lnTo>
                <a:lnTo>
                  <a:pt x="1506105" y="94164"/>
                </a:lnTo>
                <a:lnTo>
                  <a:pt x="1506084" y="93655"/>
                </a:lnTo>
                <a:lnTo>
                  <a:pt x="1506069" y="93163"/>
                </a:lnTo>
                <a:lnTo>
                  <a:pt x="1565151" y="93163"/>
                </a:lnTo>
                <a:lnTo>
                  <a:pt x="1565151" y="86472"/>
                </a:lnTo>
                <a:lnTo>
                  <a:pt x="1565148" y="85709"/>
                </a:lnTo>
                <a:lnTo>
                  <a:pt x="1565137" y="84951"/>
                </a:lnTo>
                <a:lnTo>
                  <a:pt x="1565119" y="84197"/>
                </a:lnTo>
                <a:lnTo>
                  <a:pt x="1565093" y="83449"/>
                </a:lnTo>
                <a:close/>
                <a:moveTo>
                  <a:pt x="1506907" y="78446"/>
                </a:moveTo>
                <a:lnTo>
                  <a:pt x="1507010" y="77900"/>
                </a:lnTo>
                <a:lnTo>
                  <a:pt x="1507119" y="77360"/>
                </a:lnTo>
                <a:lnTo>
                  <a:pt x="1507234" y="76826"/>
                </a:lnTo>
                <a:lnTo>
                  <a:pt x="1507355" y="76299"/>
                </a:lnTo>
                <a:lnTo>
                  <a:pt x="1507481" y="75778"/>
                </a:lnTo>
                <a:lnTo>
                  <a:pt x="1507614" y="75264"/>
                </a:lnTo>
                <a:lnTo>
                  <a:pt x="1507752" y="74756"/>
                </a:lnTo>
                <a:lnTo>
                  <a:pt x="1507896" y="74255"/>
                </a:lnTo>
                <a:lnTo>
                  <a:pt x="1508044" y="73760"/>
                </a:lnTo>
                <a:lnTo>
                  <a:pt x="1508197" y="73272"/>
                </a:lnTo>
                <a:lnTo>
                  <a:pt x="1508355" y="72790"/>
                </a:lnTo>
                <a:lnTo>
                  <a:pt x="1508518" y="72314"/>
                </a:lnTo>
                <a:lnTo>
                  <a:pt x="1508686" y="71845"/>
                </a:lnTo>
                <a:lnTo>
                  <a:pt x="1508858" y="71382"/>
                </a:lnTo>
                <a:lnTo>
                  <a:pt x="1509035" y="70926"/>
                </a:lnTo>
                <a:lnTo>
                  <a:pt x="1509217" y="70476"/>
                </a:lnTo>
                <a:lnTo>
                  <a:pt x="1509403" y="70033"/>
                </a:lnTo>
                <a:lnTo>
                  <a:pt x="1509595" y="69596"/>
                </a:lnTo>
                <a:lnTo>
                  <a:pt x="1509791" y="69166"/>
                </a:lnTo>
                <a:lnTo>
                  <a:pt x="1509991" y="68742"/>
                </a:lnTo>
                <a:lnTo>
                  <a:pt x="1510197" y="68324"/>
                </a:lnTo>
                <a:lnTo>
                  <a:pt x="1510407" y="67913"/>
                </a:lnTo>
                <a:lnTo>
                  <a:pt x="1510623" y="67509"/>
                </a:lnTo>
                <a:lnTo>
                  <a:pt x="1510842" y="67110"/>
                </a:lnTo>
                <a:lnTo>
                  <a:pt x="1511067" y="66719"/>
                </a:lnTo>
                <a:lnTo>
                  <a:pt x="1511297" y="66333"/>
                </a:lnTo>
                <a:lnTo>
                  <a:pt x="1511531" y="65954"/>
                </a:lnTo>
                <a:lnTo>
                  <a:pt x="1511770" y="65582"/>
                </a:lnTo>
                <a:lnTo>
                  <a:pt x="1512013" y="65216"/>
                </a:lnTo>
                <a:lnTo>
                  <a:pt x="1512262" y="64857"/>
                </a:lnTo>
                <a:lnTo>
                  <a:pt x="1512515" y="64504"/>
                </a:lnTo>
                <a:lnTo>
                  <a:pt x="1512773" y="64157"/>
                </a:lnTo>
                <a:lnTo>
                  <a:pt x="1513035" y="63818"/>
                </a:lnTo>
                <a:lnTo>
                  <a:pt x="1513301" y="63486"/>
                </a:lnTo>
                <a:lnTo>
                  <a:pt x="1513571" y="63161"/>
                </a:lnTo>
                <a:lnTo>
                  <a:pt x="1513846" y="62844"/>
                </a:lnTo>
                <a:lnTo>
                  <a:pt x="1514125" y="62533"/>
                </a:lnTo>
                <a:lnTo>
                  <a:pt x="1514408" y="62230"/>
                </a:lnTo>
                <a:lnTo>
                  <a:pt x="1514695" y="61934"/>
                </a:lnTo>
                <a:lnTo>
                  <a:pt x="1514986" y="61645"/>
                </a:lnTo>
                <a:lnTo>
                  <a:pt x="1515282" y="61363"/>
                </a:lnTo>
                <a:lnTo>
                  <a:pt x="1515582" y="61088"/>
                </a:lnTo>
                <a:lnTo>
                  <a:pt x="1515886" y="60820"/>
                </a:lnTo>
                <a:lnTo>
                  <a:pt x="1516194" y="60560"/>
                </a:lnTo>
                <a:lnTo>
                  <a:pt x="1516506" y="60306"/>
                </a:lnTo>
                <a:lnTo>
                  <a:pt x="1516823" y="60060"/>
                </a:lnTo>
                <a:lnTo>
                  <a:pt x="1517144" y="59821"/>
                </a:lnTo>
                <a:lnTo>
                  <a:pt x="1517469" y="59589"/>
                </a:lnTo>
                <a:lnTo>
                  <a:pt x="1517798" y="59365"/>
                </a:lnTo>
                <a:lnTo>
                  <a:pt x="1518131" y="59147"/>
                </a:lnTo>
                <a:lnTo>
                  <a:pt x="1518469" y="58937"/>
                </a:lnTo>
                <a:lnTo>
                  <a:pt x="1518811" y="58733"/>
                </a:lnTo>
                <a:lnTo>
                  <a:pt x="1519157" y="58537"/>
                </a:lnTo>
                <a:lnTo>
                  <a:pt x="1519507" y="58348"/>
                </a:lnTo>
                <a:lnTo>
                  <a:pt x="1519862" y="58166"/>
                </a:lnTo>
                <a:lnTo>
                  <a:pt x="1520220" y="57992"/>
                </a:lnTo>
                <a:lnTo>
                  <a:pt x="1520580" y="57825"/>
                </a:lnTo>
                <a:lnTo>
                  <a:pt x="1520944" y="57665"/>
                </a:lnTo>
                <a:lnTo>
                  <a:pt x="1521310" y="57513"/>
                </a:lnTo>
                <a:lnTo>
                  <a:pt x="1521680" y="57368"/>
                </a:lnTo>
                <a:lnTo>
                  <a:pt x="1522052" y="57230"/>
                </a:lnTo>
                <a:lnTo>
                  <a:pt x="1522426" y="57100"/>
                </a:lnTo>
                <a:lnTo>
                  <a:pt x="1522804" y="56978"/>
                </a:lnTo>
                <a:lnTo>
                  <a:pt x="1523184" y="56863"/>
                </a:lnTo>
                <a:lnTo>
                  <a:pt x="1523567" y="56755"/>
                </a:lnTo>
                <a:lnTo>
                  <a:pt x="1523953" y="56655"/>
                </a:lnTo>
                <a:lnTo>
                  <a:pt x="1524342" y="56562"/>
                </a:lnTo>
                <a:lnTo>
                  <a:pt x="1524734" y="56476"/>
                </a:lnTo>
                <a:lnTo>
                  <a:pt x="1525128" y="56398"/>
                </a:lnTo>
                <a:lnTo>
                  <a:pt x="1525525" y="56328"/>
                </a:lnTo>
                <a:lnTo>
                  <a:pt x="1525925" y="56265"/>
                </a:lnTo>
                <a:lnTo>
                  <a:pt x="1526328" y="56209"/>
                </a:lnTo>
                <a:lnTo>
                  <a:pt x="1526734" y="56161"/>
                </a:lnTo>
                <a:lnTo>
                  <a:pt x="1527142" y="56120"/>
                </a:lnTo>
                <a:lnTo>
                  <a:pt x="1527554" y="56086"/>
                </a:lnTo>
                <a:lnTo>
                  <a:pt x="1527968" y="56060"/>
                </a:lnTo>
                <a:lnTo>
                  <a:pt x="1528384" y="56042"/>
                </a:lnTo>
                <a:lnTo>
                  <a:pt x="1528804" y="56031"/>
                </a:lnTo>
                <a:lnTo>
                  <a:pt x="1529226" y="56027"/>
                </a:lnTo>
                <a:lnTo>
                  <a:pt x="1529860" y="56033"/>
                </a:lnTo>
                <a:lnTo>
                  <a:pt x="1530482" y="56051"/>
                </a:lnTo>
                <a:lnTo>
                  <a:pt x="1531093" y="56082"/>
                </a:lnTo>
                <a:lnTo>
                  <a:pt x="1531693" y="56125"/>
                </a:lnTo>
                <a:lnTo>
                  <a:pt x="1532282" y="56181"/>
                </a:lnTo>
                <a:lnTo>
                  <a:pt x="1532859" y="56248"/>
                </a:lnTo>
                <a:lnTo>
                  <a:pt x="1533426" y="56328"/>
                </a:lnTo>
                <a:lnTo>
                  <a:pt x="1533981" y="56420"/>
                </a:lnTo>
                <a:lnTo>
                  <a:pt x="1534524" y="56525"/>
                </a:lnTo>
                <a:lnTo>
                  <a:pt x="1535057" y="56642"/>
                </a:lnTo>
                <a:lnTo>
                  <a:pt x="1535578" y="56771"/>
                </a:lnTo>
                <a:lnTo>
                  <a:pt x="1536089" y="56912"/>
                </a:lnTo>
                <a:lnTo>
                  <a:pt x="1536587" y="57066"/>
                </a:lnTo>
                <a:lnTo>
                  <a:pt x="1537075" y="57232"/>
                </a:lnTo>
                <a:lnTo>
                  <a:pt x="1537552" y="57410"/>
                </a:lnTo>
                <a:lnTo>
                  <a:pt x="1538017" y="57601"/>
                </a:lnTo>
                <a:lnTo>
                  <a:pt x="1538471" y="57804"/>
                </a:lnTo>
                <a:lnTo>
                  <a:pt x="1538914" y="58019"/>
                </a:lnTo>
                <a:lnTo>
                  <a:pt x="1539346" y="58247"/>
                </a:lnTo>
                <a:lnTo>
                  <a:pt x="1539766" y="58487"/>
                </a:lnTo>
                <a:lnTo>
                  <a:pt x="1540175" y="58739"/>
                </a:lnTo>
                <a:lnTo>
                  <a:pt x="1540574" y="59003"/>
                </a:lnTo>
                <a:lnTo>
                  <a:pt x="1540960" y="59280"/>
                </a:lnTo>
                <a:lnTo>
                  <a:pt x="1541336" y="59569"/>
                </a:lnTo>
                <a:lnTo>
                  <a:pt x="1541702" y="59867"/>
                </a:lnTo>
                <a:lnTo>
                  <a:pt x="1542059" y="60172"/>
                </a:lnTo>
                <a:lnTo>
                  <a:pt x="1542409" y="60484"/>
                </a:lnTo>
                <a:lnTo>
                  <a:pt x="1542750" y="60802"/>
                </a:lnTo>
                <a:lnTo>
                  <a:pt x="1543083" y="61128"/>
                </a:lnTo>
                <a:lnTo>
                  <a:pt x="1543407" y="61459"/>
                </a:lnTo>
                <a:lnTo>
                  <a:pt x="1543723" y="61798"/>
                </a:lnTo>
                <a:lnTo>
                  <a:pt x="1544031" y="62143"/>
                </a:lnTo>
                <a:lnTo>
                  <a:pt x="1544331" y="62495"/>
                </a:lnTo>
                <a:lnTo>
                  <a:pt x="1544623" y="62854"/>
                </a:lnTo>
                <a:lnTo>
                  <a:pt x="1544906" y="63219"/>
                </a:lnTo>
                <a:lnTo>
                  <a:pt x="1545181" y="63592"/>
                </a:lnTo>
                <a:lnTo>
                  <a:pt x="1545447" y="63970"/>
                </a:lnTo>
                <a:lnTo>
                  <a:pt x="1545706" y="64356"/>
                </a:lnTo>
                <a:lnTo>
                  <a:pt x="1545956" y="64748"/>
                </a:lnTo>
                <a:lnTo>
                  <a:pt x="1546198" y="65147"/>
                </a:lnTo>
                <a:lnTo>
                  <a:pt x="1546431" y="65553"/>
                </a:lnTo>
                <a:lnTo>
                  <a:pt x="1546657" y="65965"/>
                </a:lnTo>
                <a:lnTo>
                  <a:pt x="1546874" y="66384"/>
                </a:lnTo>
                <a:lnTo>
                  <a:pt x="1547082" y="66810"/>
                </a:lnTo>
                <a:lnTo>
                  <a:pt x="1547283" y="67243"/>
                </a:lnTo>
                <a:lnTo>
                  <a:pt x="1547475" y="67682"/>
                </a:lnTo>
                <a:lnTo>
                  <a:pt x="1547659" y="68128"/>
                </a:lnTo>
                <a:lnTo>
                  <a:pt x="1547835" y="68580"/>
                </a:lnTo>
                <a:lnTo>
                  <a:pt x="1548003" y="69037"/>
                </a:lnTo>
                <a:lnTo>
                  <a:pt x="1548166" y="69495"/>
                </a:lnTo>
                <a:lnTo>
                  <a:pt x="1548322" y="69953"/>
                </a:lnTo>
                <a:lnTo>
                  <a:pt x="1548473" y="70413"/>
                </a:lnTo>
                <a:lnTo>
                  <a:pt x="1548617" y="70874"/>
                </a:lnTo>
                <a:lnTo>
                  <a:pt x="1548756" y="71336"/>
                </a:lnTo>
                <a:lnTo>
                  <a:pt x="1548888" y="71800"/>
                </a:lnTo>
                <a:lnTo>
                  <a:pt x="1549014" y="72264"/>
                </a:lnTo>
                <a:lnTo>
                  <a:pt x="1549135" y="72730"/>
                </a:lnTo>
                <a:lnTo>
                  <a:pt x="1549249" y="73196"/>
                </a:lnTo>
                <a:lnTo>
                  <a:pt x="1549357" y="73664"/>
                </a:lnTo>
                <a:lnTo>
                  <a:pt x="1549459" y="74133"/>
                </a:lnTo>
                <a:lnTo>
                  <a:pt x="1549556" y="74602"/>
                </a:lnTo>
                <a:lnTo>
                  <a:pt x="1549646" y="75073"/>
                </a:lnTo>
                <a:lnTo>
                  <a:pt x="1549730" y="75546"/>
                </a:lnTo>
                <a:lnTo>
                  <a:pt x="1549808" y="76019"/>
                </a:lnTo>
                <a:lnTo>
                  <a:pt x="1549880" y="76493"/>
                </a:lnTo>
                <a:lnTo>
                  <a:pt x="1549946" y="76969"/>
                </a:lnTo>
                <a:lnTo>
                  <a:pt x="1550006" y="77445"/>
                </a:lnTo>
                <a:lnTo>
                  <a:pt x="1550060" y="77923"/>
                </a:lnTo>
                <a:lnTo>
                  <a:pt x="1550108" y="78402"/>
                </a:lnTo>
                <a:lnTo>
                  <a:pt x="1550150" y="78882"/>
                </a:lnTo>
                <a:lnTo>
                  <a:pt x="1550186" y="79363"/>
                </a:lnTo>
                <a:lnTo>
                  <a:pt x="1550216" y="79845"/>
                </a:lnTo>
                <a:lnTo>
                  <a:pt x="1550216" y="80973"/>
                </a:lnTo>
                <a:lnTo>
                  <a:pt x="1506519" y="80973"/>
                </a:lnTo>
                <a:lnTo>
                  <a:pt x="1506554" y="80697"/>
                </a:lnTo>
                <a:lnTo>
                  <a:pt x="1506634" y="80124"/>
                </a:lnTo>
                <a:lnTo>
                  <a:pt x="1506719" y="79559"/>
                </a:lnTo>
                <a:lnTo>
                  <a:pt x="1506810" y="78999"/>
                </a:lnTo>
                <a:lnTo>
                  <a:pt x="1506907" y="78446"/>
                </a:lnTo>
                <a:close/>
                <a:moveTo>
                  <a:pt x="1038147" y="45370"/>
                </a:moveTo>
                <a:lnTo>
                  <a:pt x="1038147" y="132721"/>
                </a:lnTo>
                <a:lnTo>
                  <a:pt x="1053163" y="132721"/>
                </a:lnTo>
                <a:lnTo>
                  <a:pt x="1053163" y="45370"/>
                </a:lnTo>
                <a:lnTo>
                  <a:pt x="1038147" y="45370"/>
                </a:lnTo>
                <a:close/>
                <a:moveTo>
                  <a:pt x="1692712" y="23793"/>
                </a:moveTo>
                <a:lnTo>
                  <a:pt x="1692762" y="24059"/>
                </a:lnTo>
                <a:lnTo>
                  <a:pt x="1692820" y="24322"/>
                </a:lnTo>
                <a:lnTo>
                  <a:pt x="1692885" y="24582"/>
                </a:lnTo>
                <a:lnTo>
                  <a:pt x="1692959" y="24838"/>
                </a:lnTo>
                <a:lnTo>
                  <a:pt x="1693039" y="25090"/>
                </a:lnTo>
                <a:lnTo>
                  <a:pt x="1693128" y="25339"/>
                </a:lnTo>
                <a:lnTo>
                  <a:pt x="1693224" y="25585"/>
                </a:lnTo>
                <a:lnTo>
                  <a:pt x="1693329" y="25827"/>
                </a:lnTo>
                <a:lnTo>
                  <a:pt x="1693440" y="26065"/>
                </a:lnTo>
                <a:lnTo>
                  <a:pt x="1693560" y="26300"/>
                </a:lnTo>
                <a:lnTo>
                  <a:pt x="1693687" y="26532"/>
                </a:lnTo>
                <a:lnTo>
                  <a:pt x="1693822" y="26760"/>
                </a:lnTo>
                <a:lnTo>
                  <a:pt x="1693965" y="26984"/>
                </a:lnTo>
                <a:lnTo>
                  <a:pt x="1694115" y="27205"/>
                </a:lnTo>
                <a:lnTo>
                  <a:pt x="1694273" y="27422"/>
                </a:lnTo>
                <a:lnTo>
                  <a:pt x="1694439" y="27636"/>
                </a:lnTo>
                <a:lnTo>
                  <a:pt x="1694612" y="27847"/>
                </a:lnTo>
                <a:lnTo>
                  <a:pt x="1694793" y="28054"/>
                </a:lnTo>
                <a:lnTo>
                  <a:pt x="1694982" y="28255"/>
                </a:lnTo>
                <a:lnTo>
                  <a:pt x="1695178" y="28447"/>
                </a:lnTo>
                <a:lnTo>
                  <a:pt x="1695382" y="28631"/>
                </a:lnTo>
                <a:lnTo>
                  <a:pt x="1695593" y="28806"/>
                </a:lnTo>
                <a:lnTo>
                  <a:pt x="1695811" y="28973"/>
                </a:lnTo>
                <a:lnTo>
                  <a:pt x="1696037" y="29131"/>
                </a:lnTo>
                <a:lnTo>
                  <a:pt x="1696270" y="29281"/>
                </a:lnTo>
                <a:lnTo>
                  <a:pt x="1696511" y="29422"/>
                </a:lnTo>
                <a:lnTo>
                  <a:pt x="1696759" y="29554"/>
                </a:lnTo>
                <a:lnTo>
                  <a:pt x="1697015" y="29678"/>
                </a:lnTo>
                <a:lnTo>
                  <a:pt x="1697278" y="29794"/>
                </a:lnTo>
                <a:lnTo>
                  <a:pt x="1697548" y="29901"/>
                </a:lnTo>
                <a:lnTo>
                  <a:pt x="1697826" y="29999"/>
                </a:lnTo>
                <a:lnTo>
                  <a:pt x="1698111" y="30089"/>
                </a:lnTo>
                <a:lnTo>
                  <a:pt x="1698404" y="30170"/>
                </a:lnTo>
                <a:lnTo>
                  <a:pt x="1698704" y="30242"/>
                </a:lnTo>
                <a:lnTo>
                  <a:pt x="1699012" y="30307"/>
                </a:lnTo>
                <a:lnTo>
                  <a:pt x="1699327" y="30362"/>
                </a:lnTo>
                <a:lnTo>
                  <a:pt x="1699649" y="30409"/>
                </a:lnTo>
                <a:lnTo>
                  <a:pt x="1699979" y="30448"/>
                </a:lnTo>
                <a:lnTo>
                  <a:pt x="1700316" y="30478"/>
                </a:lnTo>
                <a:lnTo>
                  <a:pt x="1700661" y="30499"/>
                </a:lnTo>
                <a:lnTo>
                  <a:pt x="1701013" y="30512"/>
                </a:lnTo>
                <a:lnTo>
                  <a:pt x="1701373" y="30516"/>
                </a:lnTo>
                <a:lnTo>
                  <a:pt x="1701726" y="30512"/>
                </a:lnTo>
                <a:lnTo>
                  <a:pt x="1702072" y="30499"/>
                </a:lnTo>
                <a:lnTo>
                  <a:pt x="1702411" y="30478"/>
                </a:lnTo>
                <a:lnTo>
                  <a:pt x="1702744" y="30448"/>
                </a:lnTo>
                <a:lnTo>
                  <a:pt x="1703070" y="30409"/>
                </a:lnTo>
                <a:lnTo>
                  <a:pt x="1703388" y="30362"/>
                </a:lnTo>
                <a:lnTo>
                  <a:pt x="1703700" y="30307"/>
                </a:lnTo>
                <a:lnTo>
                  <a:pt x="1704005" y="30242"/>
                </a:lnTo>
                <a:lnTo>
                  <a:pt x="1704304" y="30170"/>
                </a:lnTo>
                <a:lnTo>
                  <a:pt x="1704595" y="30089"/>
                </a:lnTo>
                <a:lnTo>
                  <a:pt x="1704879" y="29999"/>
                </a:lnTo>
                <a:lnTo>
                  <a:pt x="1705157" y="29901"/>
                </a:lnTo>
                <a:lnTo>
                  <a:pt x="1705428" y="29794"/>
                </a:lnTo>
                <a:lnTo>
                  <a:pt x="1705692" y="29678"/>
                </a:lnTo>
                <a:lnTo>
                  <a:pt x="1705948" y="29554"/>
                </a:lnTo>
                <a:lnTo>
                  <a:pt x="1706199" y="29422"/>
                </a:lnTo>
                <a:lnTo>
                  <a:pt x="1706442" y="29281"/>
                </a:lnTo>
                <a:lnTo>
                  <a:pt x="1706678" y="29131"/>
                </a:lnTo>
                <a:lnTo>
                  <a:pt x="1706908" y="28973"/>
                </a:lnTo>
                <a:lnTo>
                  <a:pt x="1707130" y="28806"/>
                </a:lnTo>
                <a:lnTo>
                  <a:pt x="1707346" y="28631"/>
                </a:lnTo>
                <a:lnTo>
                  <a:pt x="1707555" y="28447"/>
                </a:lnTo>
                <a:lnTo>
                  <a:pt x="1707757" y="28255"/>
                </a:lnTo>
                <a:lnTo>
                  <a:pt x="1707952" y="28054"/>
                </a:lnTo>
                <a:lnTo>
                  <a:pt x="1708140" y="27847"/>
                </a:lnTo>
                <a:lnTo>
                  <a:pt x="1708320" y="27636"/>
                </a:lnTo>
                <a:lnTo>
                  <a:pt x="1708491" y="27422"/>
                </a:lnTo>
                <a:lnTo>
                  <a:pt x="1708655" y="27205"/>
                </a:lnTo>
                <a:lnTo>
                  <a:pt x="1708811" y="26984"/>
                </a:lnTo>
                <a:lnTo>
                  <a:pt x="1708959" y="26760"/>
                </a:lnTo>
                <a:lnTo>
                  <a:pt x="1709099" y="26532"/>
                </a:lnTo>
                <a:lnTo>
                  <a:pt x="1709230" y="26300"/>
                </a:lnTo>
                <a:lnTo>
                  <a:pt x="1709354" y="26065"/>
                </a:lnTo>
                <a:lnTo>
                  <a:pt x="1709470" y="25827"/>
                </a:lnTo>
                <a:lnTo>
                  <a:pt x="1709578" y="25585"/>
                </a:lnTo>
                <a:lnTo>
                  <a:pt x="1709678" y="25339"/>
                </a:lnTo>
                <a:lnTo>
                  <a:pt x="1709770" y="25090"/>
                </a:lnTo>
                <a:lnTo>
                  <a:pt x="1709854" y="24838"/>
                </a:lnTo>
                <a:lnTo>
                  <a:pt x="1709930" y="24582"/>
                </a:lnTo>
                <a:lnTo>
                  <a:pt x="1709997" y="24322"/>
                </a:lnTo>
                <a:lnTo>
                  <a:pt x="1710057" y="24059"/>
                </a:lnTo>
                <a:lnTo>
                  <a:pt x="1710109" y="23793"/>
                </a:lnTo>
                <a:lnTo>
                  <a:pt x="1710153" y="23523"/>
                </a:lnTo>
                <a:lnTo>
                  <a:pt x="1710189" y="23249"/>
                </a:lnTo>
                <a:lnTo>
                  <a:pt x="1710217" y="22972"/>
                </a:lnTo>
                <a:lnTo>
                  <a:pt x="1710237" y="22692"/>
                </a:lnTo>
                <a:lnTo>
                  <a:pt x="1710249" y="22408"/>
                </a:lnTo>
                <a:lnTo>
                  <a:pt x="1710253" y="22120"/>
                </a:lnTo>
                <a:lnTo>
                  <a:pt x="1710249" y="21819"/>
                </a:lnTo>
                <a:lnTo>
                  <a:pt x="1710237" y="21522"/>
                </a:lnTo>
                <a:lnTo>
                  <a:pt x="1710217" y="21230"/>
                </a:lnTo>
                <a:lnTo>
                  <a:pt x="1710189" y="20941"/>
                </a:lnTo>
                <a:lnTo>
                  <a:pt x="1710153" y="20655"/>
                </a:lnTo>
                <a:lnTo>
                  <a:pt x="1710109" y="20374"/>
                </a:lnTo>
                <a:lnTo>
                  <a:pt x="1710057" y="20097"/>
                </a:lnTo>
                <a:lnTo>
                  <a:pt x="1709997" y="19824"/>
                </a:lnTo>
                <a:lnTo>
                  <a:pt x="1709930" y="19554"/>
                </a:lnTo>
                <a:lnTo>
                  <a:pt x="1709854" y="19289"/>
                </a:lnTo>
                <a:lnTo>
                  <a:pt x="1709770" y="19027"/>
                </a:lnTo>
                <a:lnTo>
                  <a:pt x="1709678" y="18770"/>
                </a:lnTo>
                <a:lnTo>
                  <a:pt x="1709578" y="18516"/>
                </a:lnTo>
                <a:lnTo>
                  <a:pt x="1709470" y="18266"/>
                </a:lnTo>
                <a:lnTo>
                  <a:pt x="1709354" y="18021"/>
                </a:lnTo>
                <a:lnTo>
                  <a:pt x="1709230" y="17779"/>
                </a:lnTo>
                <a:lnTo>
                  <a:pt x="1709099" y="17541"/>
                </a:lnTo>
                <a:lnTo>
                  <a:pt x="1708959" y="17307"/>
                </a:lnTo>
                <a:lnTo>
                  <a:pt x="1708811" y="17076"/>
                </a:lnTo>
                <a:lnTo>
                  <a:pt x="1708655" y="16850"/>
                </a:lnTo>
                <a:lnTo>
                  <a:pt x="1708491" y="16628"/>
                </a:lnTo>
                <a:lnTo>
                  <a:pt x="1708320" y="16410"/>
                </a:lnTo>
                <a:lnTo>
                  <a:pt x="1708140" y="16195"/>
                </a:lnTo>
                <a:lnTo>
                  <a:pt x="1707952" y="15985"/>
                </a:lnTo>
                <a:lnTo>
                  <a:pt x="1707757" y="15780"/>
                </a:lnTo>
                <a:lnTo>
                  <a:pt x="1707555" y="15585"/>
                </a:lnTo>
                <a:lnTo>
                  <a:pt x="1707346" y="15398"/>
                </a:lnTo>
                <a:lnTo>
                  <a:pt x="1707130" y="15220"/>
                </a:lnTo>
                <a:lnTo>
                  <a:pt x="1706908" y="15050"/>
                </a:lnTo>
                <a:lnTo>
                  <a:pt x="1706678" y="14890"/>
                </a:lnTo>
                <a:lnTo>
                  <a:pt x="1706442" y="14738"/>
                </a:lnTo>
                <a:lnTo>
                  <a:pt x="1706199" y="14594"/>
                </a:lnTo>
                <a:lnTo>
                  <a:pt x="1705948" y="14460"/>
                </a:lnTo>
                <a:lnTo>
                  <a:pt x="1705692" y="14334"/>
                </a:lnTo>
                <a:lnTo>
                  <a:pt x="1705428" y="14216"/>
                </a:lnTo>
                <a:lnTo>
                  <a:pt x="1705157" y="14108"/>
                </a:lnTo>
                <a:lnTo>
                  <a:pt x="1704879" y="14008"/>
                </a:lnTo>
                <a:lnTo>
                  <a:pt x="1704595" y="13916"/>
                </a:lnTo>
                <a:lnTo>
                  <a:pt x="1704304" y="13834"/>
                </a:lnTo>
                <a:lnTo>
                  <a:pt x="1704005" y="13760"/>
                </a:lnTo>
                <a:lnTo>
                  <a:pt x="1703700" y="13695"/>
                </a:lnTo>
                <a:lnTo>
                  <a:pt x="1703388" y="13638"/>
                </a:lnTo>
                <a:lnTo>
                  <a:pt x="1703070" y="13591"/>
                </a:lnTo>
                <a:lnTo>
                  <a:pt x="1702744" y="13551"/>
                </a:lnTo>
                <a:lnTo>
                  <a:pt x="1702411" y="13521"/>
                </a:lnTo>
                <a:lnTo>
                  <a:pt x="1702072" y="13499"/>
                </a:lnTo>
                <a:lnTo>
                  <a:pt x="1701726" y="13486"/>
                </a:lnTo>
                <a:lnTo>
                  <a:pt x="1701373" y="13482"/>
                </a:lnTo>
                <a:lnTo>
                  <a:pt x="1701013" y="13486"/>
                </a:lnTo>
                <a:lnTo>
                  <a:pt x="1700661" y="13499"/>
                </a:lnTo>
                <a:lnTo>
                  <a:pt x="1700316" y="13521"/>
                </a:lnTo>
                <a:lnTo>
                  <a:pt x="1699979" y="13551"/>
                </a:lnTo>
                <a:lnTo>
                  <a:pt x="1699649" y="13591"/>
                </a:lnTo>
                <a:lnTo>
                  <a:pt x="1699327" y="13638"/>
                </a:lnTo>
                <a:lnTo>
                  <a:pt x="1699012" y="13695"/>
                </a:lnTo>
                <a:lnTo>
                  <a:pt x="1698704" y="13760"/>
                </a:lnTo>
                <a:lnTo>
                  <a:pt x="1698404" y="13834"/>
                </a:lnTo>
                <a:lnTo>
                  <a:pt x="1698111" y="13916"/>
                </a:lnTo>
                <a:lnTo>
                  <a:pt x="1697826" y="14008"/>
                </a:lnTo>
                <a:lnTo>
                  <a:pt x="1697548" y="14108"/>
                </a:lnTo>
                <a:lnTo>
                  <a:pt x="1697278" y="14216"/>
                </a:lnTo>
                <a:lnTo>
                  <a:pt x="1697015" y="14334"/>
                </a:lnTo>
                <a:lnTo>
                  <a:pt x="1696759" y="14460"/>
                </a:lnTo>
                <a:lnTo>
                  <a:pt x="1696511" y="14594"/>
                </a:lnTo>
                <a:lnTo>
                  <a:pt x="1696270" y="14738"/>
                </a:lnTo>
                <a:lnTo>
                  <a:pt x="1696037" y="14890"/>
                </a:lnTo>
                <a:lnTo>
                  <a:pt x="1695811" y="15050"/>
                </a:lnTo>
                <a:lnTo>
                  <a:pt x="1695593" y="15220"/>
                </a:lnTo>
                <a:lnTo>
                  <a:pt x="1695382" y="15398"/>
                </a:lnTo>
                <a:lnTo>
                  <a:pt x="1695178" y="15585"/>
                </a:lnTo>
                <a:lnTo>
                  <a:pt x="1694982" y="15780"/>
                </a:lnTo>
                <a:lnTo>
                  <a:pt x="1694793" y="15985"/>
                </a:lnTo>
                <a:lnTo>
                  <a:pt x="1694612" y="16195"/>
                </a:lnTo>
                <a:lnTo>
                  <a:pt x="1694439" y="16410"/>
                </a:lnTo>
                <a:lnTo>
                  <a:pt x="1694273" y="16628"/>
                </a:lnTo>
                <a:lnTo>
                  <a:pt x="1694115" y="16850"/>
                </a:lnTo>
                <a:lnTo>
                  <a:pt x="1693965" y="17076"/>
                </a:lnTo>
                <a:lnTo>
                  <a:pt x="1693822" y="17307"/>
                </a:lnTo>
                <a:lnTo>
                  <a:pt x="1693687" y="17541"/>
                </a:lnTo>
                <a:lnTo>
                  <a:pt x="1693560" y="17779"/>
                </a:lnTo>
                <a:lnTo>
                  <a:pt x="1693440" y="18021"/>
                </a:lnTo>
                <a:lnTo>
                  <a:pt x="1693329" y="18266"/>
                </a:lnTo>
                <a:lnTo>
                  <a:pt x="1693224" y="18516"/>
                </a:lnTo>
                <a:lnTo>
                  <a:pt x="1693128" y="18770"/>
                </a:lnTo>
                <a:lnTo>
                  <a:pt x="1693039" y="19027"/>
                </a:lnTo>
                <a:lnTo>
                  <a:pt x="1692959" y="19289"/>
                </a:lnTo>
                <a:lnTo>
                  <a:pt x="1692885" y="19554"/>
                </a:lnTo>
                <a:lnTo>
                  <a:pt x="1692820" y="19824"/>
                </a:lnTo>
                <a:lnTo>
                  <a:pt x="1692762" y="20097"/>
                </a:lnTo>
                <a:lnTo>
                  <a:pt x="1692712" y="20374"/>
                </a:lnTo>
                <a:lnTo>
                  <a:pt x="1692669" y="20655"/>
                </a:lnTo>
                <a:lnTo>
                  <a:pt x="1692635" y="20941"/>
                </a:lnTo>
                <a:lnTo>
                  <a:pt x="1692608" y="21230"/>
                </a:lnTo>
                <a:lnTo>
                  <a:pt x="1692589" y="21522"/>
                </a:lnTo>
                <a:lnTo>
                  <a:pt x="1692577" y="21819"/>
                </a:lnTo>
                <a:lnTo>
                  <a:pt x="1692573" y="22120"/>
                </a:lnTo>
                <a:lnTo>
                  <a:pt x="1692577" y="22408"/>
                </a:lnTo>
                <a:lnTo>
                  <a:pt x="1692589" y="22692"/>
                </a:lnTo>
                <a:lnTo>
                  <a:pt x="1692608" y="22972"/>
                </a:lnTo>
                <a:lnTo>
                  <a:pt x="1692635" y="23249"/>
                </a:lnTo>
                <a:lnTo>
                  <a:pt x="1692669" y="23523"/>
                </a:lnTo>
                <a:lnTo>
                  <a:pt x="1692712" y="23793"/>
                </a:lnTo>
                <a:close/>
                <a:moveTo>
                  <a:pt x="1652202" y="69234"/>
                </a:moveTo>
                <a:lnTo>
                  <a:pt x="1652360" y="68925"/>
                </a:lnTo>
                <a:lnTo>
                  <a:pt x="1652522" y="68621"/>
                </a:lnTo>
                <a:lnTo>
                  <a:pt x="1652687" y="68320"/>
                </a:lnTo>
                <a:lnTo>
                  <a:pt x="1652857" y="68023"/>
                </a:lnTo>
                <a:lnTo>
                  <a:pt x="1653031" y="67730"/>
                </a:lnTo>
                <a:lnTo>
                  <a:pt x="1653209" y="67440"/>
                </a:lnTo>
                <a:lnTo>
                  <a:pt x="1653391" y="67154"/>
                </a:lnTo>
                <a:lnTo>
                  <a:pt x="1653577" y="66872"/>
                </a:lnTo>
                <a:lnTo>
                  <a:pt x="1653767" y="66594"/>
                </a:lnTo>
                <a:lnTo>
                  <a:pt x="1653961" y="66320"/>
                </a:lnTo>
                <a:lnTo>
                  <a:pt x="1654160" y="66049"/>
                </a:lnTo>
                <a:lnTo>
                  <a:pt x="1654362" y="65783"/>
                </a:lnTo>
                <a:lnTo>
                  <a:pt x="1654568" y="65520"/>
                </a:lnTo>
                <a:lnTo>
                  <a:pt x="1654779" y="65260"/>
                </a:lnTo>
                <a:lnTo>
                  <a:pt x="1654993" y="65005"/>
                </a:lnTo>
                <a:lnTo>
                  <a:pt x="1655212" y="64753"/>
                </a:lnTo>
                <a:lnTo>
                  <a:pt x="1655434" y="64505"/>
                </a:lnTo>
                <a:lnTo>
                  <a:pt x="1655661" y="64261"/>
                </a:lnTo>
                <a:lnTo>
                  <a:pt x="1655892" y="64021"/>
                </a:lnTo>
                <a:lnTo>
                  <a:pt x="1656127" y="63786"/>
                </a:lnTo>
                <a:lnTo>
                  <a:pt x="1656366" y="63555"/>
                </a:lnTo>
                <a:lnTo>
                  <a:pt x="1656610" y="63328"/>
                </a:lnTo>
                <a:lnTo>
                  <a:pt x="1656857" y="63106"/>
                </a:lnTo>
                <a:lnTo>
                  <a:pt x="1657109" y="62889"/>
                </a:lnTo>
                <a:lnTo>
                  <a:pt x="1657365" y="62676"/>
                </a:lnTo>
                <a:lnTo>
                  <a:pt x="1657626" y="62467"/>
                </a:lnTo>
                <a:lnTo>
                  <a:pt x="1657890" y="62263"/>
                </a:lnTo>
                <a:lnTo>
                  <a:pt x="1658159" y="62064"/>
                </a:lnTo>
                <a:lnTo>
                  <a:pt x="1658432" y="61869"/>
                </a:lnTo>
                <a:lnTo>
                  <a:pt x="1658709" y="61678"/>
                </a:lnTo>
                <a:lnTo>
                  <a:pt x="1658990" y="61492"/>
                </a:lnTo>
                <a:lnTo>
                  <a:pt x="1659276" y="61310"/>
                </a:lnTo>
                <a:lnTo>
                  <a:pt x="1659565" y="61133"/>
                </a:lnTo>
                <a:lnTo>
                  <a:pt x="1659859" y="60960"/>
                </a:lnTo>
                <a:lnTo>
                  <a:pt x="1660157" y="60792"/>
                </a:lnTo>
                <a:lnTo>
                  <a:pt x="1660460" y="60629"/>
                </a:lnTo>
                <a:lnTo>
                  <a:pt x="1660766" y="60469"/>
                </a:lnTo>
                <a:lnTo>
                  <a:pt x="1661077" y="60315"/>
                </a:lnTo>
                <a:lnTo>
                  <a:pt x="1661392" y="60164"/>
                </a:lnTo>
                <a:lnTo>
                  <a:pt x="1661711" y="60019"/>
                </a:lnTo>
                <a:lnTo>
                  <a:pt x="1662034" y="59877"/>
                </a:lnTo>
                <a:lnTo>
                  <a:pt x="1662362" y="59740"/>
                </a:lnTo>
                <a:lnTo>
                  <a:pt x="1662694" y="59609"/>
                </a:lnTo>
                <a:lnTo>
                  <a:pt x="1663029" y="59483"/>
                </a:lnTo>
                <a:lnTo>
                  <a:pt x="1663370" y="59362"/>
                </a:lnTo>
                <a:lnTo>
                  <a:pt x="1663714" y="59247"/>
                </a:lnTo>
                <a:lnTo>
                  <a:pt x="1664063" y="59138"/>
                </a:lnTo>
                <a:lnTo>
                  <a:pt x="1664415" y="59034"/>
                </a:lnTo>
                <a:lnTo>
                  <a:pt x="1664772" y="58936"/>
                </a:lnTo>
                <a:lnTo>
                  <a:pt x="1665134" y="58843"/>
                </a:lnTo>
                <a:lnTo>
                  <a:pt x="1665499" y="58757"/>
                </a:lnTo>
                <a:lnTo>
                  <a:pt x="1665869" y="58675"/>
                </a:lnTo>
                <a:lnTo>
                  <a:pt x="1666242" y="58600"/>
                </a:lnTo>
                <a:lnTo>
                  <a:pt x="1666620" y="58530"/>
                </a:lnTo>
                <a:lnTo>
                  <a:pt x="1667003" y="58465"/>
                </a:lnTo>
                <a:lnTo>
                  <a:pt x="1667389" y="58406"/>
                </a:lnTo>
                <a:lnTo>
                  <a:pt x="1667780" y="58353"/>
                </a:lnTo>
                <a:lnTo>
                  <a:pt x="1668174" y="58305"/>
                </a:lnTo>
                <a:lnTo>
                  <a:pt x="1668573" y="58263"/>
                </a:lnTo>
                <a:lnTo>
                  <a:pt x="1668977" y="58227"/>
                </a:lnTo>
                <a:lnTo>
                  <a:pt x="1669384" y="58196"/>
                </a:lnTo>
                <a:lnTo>
                  <a:pt x="1669796" y="58171"/>
                </a:lnTo>
                <a:lnTo>
                  <a:pt x="1670212" y="58151"/>
                </a:lnTo>
                <a:lnTo>
                  <a:pt x="1670632" y="58137"/>
                </a:lnTo>
                <a:lnTo>
                  <a:pt x="1671056" y="58129"/>
                </a:lnTo>
                <a:lnTo>
                  <a:pt x="1671484" y="58126"/>
                </a:lnTo>
                <a:lnTo>
                  <a:pt x="1671658" y="58126"/>
                </a:lnTo>
                <a:lnTo>
                  <a:pt x="1671831" y="58127"/>
                </a:lnTo>
                <a:lnTo>
                  <a:pt x="1672002" y="58128"/>
                </a:lnTo>
                <a:lnTo>
                  <a:pt x="1672172" y="58129"/>
                </a:lnTo>
                <a:lnTo>
                  <a:pt x="1672340" y="58131"/>
                </a:lnTo>
                <a:lnTo>
                  <a:pt x="1672506" y="58133"/>
                </a:lnTo>
                <a:lnTo>
                  <a:pt x="1672671" y="58136"/>
                </a:lnTo>
                <a:lnTo>
                  <a:pt x="1672834" y="58139"/>
                </a:lnTo>
                <a:lnTo>
                  <a:pt x="1672996" y="58143"/>
                </a:lnTo>
                <a:lnTo>
                  <a:pt x="1673156" y="58147"/>
                </a:lnTo>
                <a:lnTo>
                  <a:pt x="1673315" y="58151"/>
                </a:lnTo>
                <a:lnTo>
                  <a:pt x="1673472" y="58156"/>
                </a:lnTo>
                <a:lnTo>
                  <a:pt x="1673628" y="58161"/>
                </a:lnTo>
                <a:lnTo>
                  <a:pt x="1673782" y="58167"/>
                </a:lnTo>
                <a:lnTo>
                  <a:pt x="1673935" y="58173"/>
                </a:lnTo>
                <a:lnTo>
                  <a:pt x="1674086" y="58180"/>
                </a:lnTo>
                <a:lnTo>
                  <a:pt x="1674235" y="58187"/>
                </a:lnTo>
                <a:lnTo>
                  <a:pt x="1674383" y="58194"/>
                </a:lnTo>
                <a:lnTo>
                  <a:pt x="1674529" y="58202"/>
                </a:lnTo>
                <a:lnTo>
                  <a:pt x="1674674" y="58210"/>
                </a:lnTo>
                <a:lnTo>
                  <a:pt x="1674818" y="58219"/>
                </a:lnTo>
                <a:lnTo>
                  <a:pt x="1674959" y="58228"/>
                </a:lnTo>
                <a:lnTo>
                  <a:pt x="1675100" y="58237"/>
                </a:lnTo>
                <a:lnTo>
                  <a:pt x="1675238" y="58247"/>
                </a:lnTo>
                <a:lnTo>
                  <a:pt x="1675377" y="58258"/>
                </a:lnTo>
                <a:lnTo>
                  <a:pt x="1675516" y="58269"/>
                </a:lnTo>
                <a:lnTo>
                  <a:pt x="1675655" y="58282"/>
                </a:lnTo>
                <a:lnTo>
                  <a:pt x="1675796" y="58295"/>
                </a:lnTo>
                <a:lnTo>
                  <a:pt x="1675937" y="58310"/>
                </a:lnTo>
                <a:lnTo>
                  <a:pt x="1676078" y="58325"/>
                </a:lnTo>
                <a:lnTo>
                  <a:pt x="1676221" y="58342"/>
                </a:lnTo>
                <a:lnTo>
                  <a:pt x="1676364" y="58359"/>
                </a:lnTo>
                <a:lnTo>
                  <a:pt x="1676508" y="58378"/>
                </a:lnTo>
                <a:lnTo>
                  <a:pt x="1676652" y="58397"/>
                </a:lnTo>
                <a:lnTo>
                  <a:pt x="1676798" y="58417"/>
                </a:lnTo>
                <a:lnTo>
                  <a:pt x="1676944" y="58439"/>
                </a:lnTo>
                <a:lnTo>
                  <a:pt x="1677090" y="58461"/>
                </a:lnTo>
                <a:lnTo>
                  <a:pt x="1677238" y="58484"/>
                </a:lnTo>
                <a:lnTo>
                  <a:pt x="1677386" y="58509"/>
                </a:lnTo>
                <a:lnTo>
                  <a:pt x="1677535" y="58534"/>
                </a:lnTo>
                <a:lnTo>
                  <a:pt x="1677684" y="58560"/>
                </a:lnTo>
                <a:lnTo>
                  <a:pt x="1677834" y="58588"/>
                </a:lnTo>
                <a:lnTo>
                  <a:pt x="1677985" y="58616"/>
                </a:lnTo>
                <a:lnTo>
                  <a:pt x="1678137" y="58645"/>
                </a:lnTo>
                <a:lnTo>
                  <a:pt x="1678289" y="58675"/>
                </a:lnTo>
                <a:lnTo>
                  <a:pt x="1678442" y="58706"/>
                </a:lnTo>
                <a:lnTo>
                  <a:pt x="1678596" y="58739"/>
                </a:lnTo>
                <a:lnTo>
                  <a:pt x="1678750" y="58772"/>
                </a:lnTo>
                <a:lnTo>
                  <a:pt x="1678831" y="44886"/>
                </a:lnTo>
                <a:lnTo>
                  <a:pt x="1678761" y="44853"/>
                </a:lnTo>
                <a:lnTo>
                  <a:pt x="1678687" y="44819"/>
                </a:lnTo>
                <a:lnTo>
                  <a:pt x="1678609" y="44786"/>
                </a:lnTo>
                <a:lnTo>
                  <a:pt x="1678526" y="44753"/>
                </a:lnTo>
                <a:lnTo>
                  <a:pt x="1678438" y="44720"/>
                </a:lnTo>
                <a:lnTo>
                  <a:pt x="1678346" y="44687"/>
                </a:lnTo>
                <a:lnTo>
                  <a:pt x="1678250" y="44654"/>
                </a:lnTo>
                <a:lnTo>
                  <a:pt x="1678149" y="44621"/>
                </a:lnTo>
                <a:lnTo>
                  <a:pt x="1678044" y="44589"/>
                </a:lnTo>
                <a:lnTo>
                  <a:pt x="1677934" y="44557"/>
                </a:lnTo>
                <a:lnTo>
                  <a:pt x="1677819" y="44525"/>
                </a:lnTo>
                <a:lnTo>
                  <a:pt x="1677701" y="44493"/>
                </a:lnTo>
                <a:lnTo>
                  <a:pt x="1677577" y="44461"/>
                </a:lnTo>
                <a:lnTo>
                  <a:pt x="1677449" y="44429"/>
                </a:lnTo>
                <a:lnTo>
                  <a:pt x="1677317" y="44397"/>
                </a:lnTo>
                <a:lnTo>
                  <a:pt x="1677180" y="44366"/>
                </a:lnTo>
                <a:lnTo>
                  <a:pt x="1677039" y="44335"/>
                </a:lnTo>
                <a:lnTo>
                  <a:pt x="1676893" y="44303"/>
                </a:lnTo>
                <a:lnTo>
                  <a:pt x="1676743" y="44272"/>
                </a:lnTo>
                <a:lnTo>
                  <a:pt x="1676588" y="44241"/>
                </a:lnTo>
                <a:lnTo>
                  <a:pt x="1676429" y="44211"/>
                </a:lnTo>
                <a:lnTo>
                  <a:pt x="1676265" y="44180"/>
                </a:lnTo>
                <a:lnTo>
                  <a:pt x="1676097" y="44149"/>
                </a:lnTo>
                <a:lnTo>
                  <a:pt x="1675924" y="44119"/>
                </a:lnTo>
                <a:lnTo>
                  <a:pt x="1675750" y="44090"/>
                </a:lnTo>
                <a:lnTo>
                  <a:pt x="1675578" y="44061"/>
                </a:lnTo>
                <a:lnTo>
                  <a:pt x="1675407" y="44034"/>
                </a:lnTo>
                <a:lnTo>
                  <a:pt x="1675238" y="44008"/>
                </a:lnTo>
                <a:lnTo>
                  <a:pt x="1675071" y="43984"/>
                </a:lnTo>
                <a:lnTo>
                  <a:pt x="1674905" y="43960"/>
                </a:lnTo>
                <a:lnTo>
                  <a:pt x="1674741" y="43938"/>
                </a:lnTo>
                <a:lnTo>
                  <a:pt x="1674579" y="43917"/>
                </a:lnTo>
                <a:lnTo>
                  <a:pt x="1674418" y="43898"/>
                </a:lnTo>
                <a:lnTo>
                  <a:pt x="1674259" y="43879"/>
                </a:lnTo>
                <a:lnTo>
                  <a:pt x="1674102" y="43862"/>
                </a:lnTo>
                <a:lnTo>
                  <a:pt x="1673947" y="43847"/>
                </a:lnTo>
                <a:lnTo>
                  <a:pt x="1673793" y="43832"/>
                </a:lnTo>
                <a:lnTo>
                  <a:pt x="1673640" y="43819"/>
                </a:lnTo>
                <a:lnTo>
                  <a:pt x="1673490" y="43807"/>
                </a:lnTo>
                <a:lnTo>
                  <a:pt x="1673341" y="43796"/>
                </a:lnTo>
                <a:lnTo>
                  <a:pt x="1673194" y="43787"/>
                </a:lnTo>
                <a:lnTo>
                  <a:pt x="1673048" y="43779"/>
                </a:lnTo>
                <a:lnTo>
                  <a:pt x="1672905" y="43772"/>
                </a:lnTo>
                <a:lnTo>
                  <a:pt x="1672763" y="43766"/>
                </a:lnTo>
                <a:lnTo>
                  <a:pt x="1672622" y="43762"/>
                </a:lnTo>
                <a:lnTo>
                  <a:pt x="1672483" y="43758"/>
                </a:lnTo>
                <a:lnTo>
                  <a:pt x="1672346" y="43756"/>
                </a:lnTo>
                <a:lnTo>
                  <a:pt x="1672211" y="43756"/>
                </a:lnTo>
                <a:lnTo>
                  <a:pt x="1671622" y="43761"/>
                </a:lnTo>
                <a:lnTo>
                  <a:pt x="1671041" y="43777"/>
                </a:lnTo>
                <a:lnTo>
                  <a:pt x="1670466" y="43803"/>
                </a:lnTo>
                <a:lnTo>
                  <a:pt x="1669898" y="43840"/>
                </a:lnTo>
                <a:lnTo>
                  <a:pt x="1669337" y="43887"/>
                </a:lnTo>
                <a:lnTo>
                  <a:pt x="1668782" y="43945"/>
                </a:lnTo>
                <a:lnTo>
                  <a:pt x="1668235" y="44013"/>
                </a:lnTo>
                <a:lnTo>
                  <a:pt x="1667694" y="44092"/>
                </a:lnTo>
                <a:lnTo>
                  <a:pt x="1667161" y="44182"/>
                </a:lnTo>
                <a:lnTo>
                  <a:pt x="1666634" y="44281"/>
                </a:lnTo>
                <a:lnTo>
                  <a:pt x="1666114" y="44392"/>
                </a:lnTo>
                <a:lnTo>
                  <a:pt x="1665601" y="44513"/>
                </a:lnTo>
                <a:lnTo>
                  <a:pt x="1665095" y="44644"/>
                </a:lnTo>
                <a:lnTo>
                  <a:pt x="1664596" y="44786"/>
                </a:lnTo>
                <a:lnTo>
                  <a:pt x="1664103" y="44938"/>
                </a:lnTo>
                <a:lnTo>
                  <a:pt x="1663618" y="45101"/>
                </a:lnTo>
                <a:lnTo>
                  <a:pt x="1663139" y="45275"/>
                </a:lnTo>
                <a:lnTo>
                  <a:pt x="1662667" y="45459"/>
                </a:lnTo>
                <a:lnTo>
                  <a:pt x="1662202" y="45653"/>
                </a:lnTo>
                <a:lnTo>
                  <a:pt x="1661744" y="45858"/>
                </a:lnTo>
                <a:lnTo>
                  <a:pt x="1661293" y="46074"/>
                </a:lnTo>
                <a:lnTo>
                  <a:pt x="1660848" y="46300"/>
                </a:lnTo>
                <a:lnTo>
                  <a:pt x="1660411" y="46536"/>
                </a:lnTo>
                <a:lnTo>
                  <a:pt x="1659980" y="46783"/>
                </a:lnTo>
                <a:lnTo>
                  <a:pt x="1659556" y="47040"/>
                </a:lnTo>
                <a:lnTo>
                  <a:pt x="1659138" y="47304"/>
                </a:lnTo>
                <a:lnTo>
                  <a:pt x="1658727" y="47577"/>
                </a:lnTo>
                <a:lnTo>
                  <a:pt x="1658322" y="47857"/>
                </a:lnTo>
                <a:lnTo>
                  <a:pt x="1657923" y="48146"/>
                </a:lnTo>
                <a:lnTo>
                  <a:pt x="1657531" y="48443"/>
                </a:lnTo>
                <a:lnTo>
                  <a:pt x="1657144" y="48748"/>
                </a:lnTo>
                <a:lnTo>
                  <a:pt x="1656764" y="49062"/>
                </a:lnTo>
                <a:lnTo>
                  <a:pt x="1656391" y="49383"/>
                </a:lnTo>
                <a:lnTo>
                  <a:pt x="1656024" y="49713"/>
                </a:lnTo>
                <a:lnTo>
                  <a:pt x="1655663" y="50050"/>
                </a:lnTo>
                <a:lnTo>
                  <a:pt x="1655308" y="50396"/>
                </a:lnTo>
                <a:lnTo>
                  <a:pt x="1654960" y="50750"/>
                </a:lnTo>
                <a:lnTo>
                  <a:pt x="1654618" y="51112"/>
                </a:lnTo>
                <a:lnTo>
                  <a:pt x="1654282" y="51482"/>
                </a:lnTo>
                <a:lnTo>
                  <a:pt x="1653952" y="51860"/>
                </a:lnTo>
                <a:lnTo>
                  <a:pt x="1653629" y="52247"/>
                </a:lnTo>
                <a:lnTo>
                  <a:pt x="1653312" y="52641"/>
                </a:lnTo>
                <a:lnTo>
                  <a:pt x="1653002" y="53044"/>
                </a:lnTo>
                <a:lnTo>
                  <a:pt x="1652698" y="53455"/>
                </a:lnTo>
                <a:lnTo>
                  <a:pt x="1652400" y="53874"/>
                </a:lnTo>
                <a:lnTo>
                  <a:pt x="1652108" y="54301"/>
                </a:lnTo>
                <a:lnTo>
                  <a:pt x="1651823" y="54736"/>
                </a:lnTo>
                <a:lnTo>
                  <a:pt x="1651544" y="55179"/>
                </a:lnTo>
                <a:lnTo>
                  <a:pt x="1651434" y="55360"/>
                </a:lnTo>
                <a:lnTo>
                  <a:pt x="1651140" y="45370"/>
                </a:lnTo>
                <a:lnTo>
                  <a:pt x="1636609" y="45370"/>
                </a:lnTo>
                <a:lnTo>
                  <a:pt x="1636609" y="132721"/>
                </a:lnTo>
                <a:lnTo>
                  <a:pt x="1651544" y="132721"/>
                </a:lnTo>
                <a:lnTo>
                  <a:pt x="1651544" y="70669"/>
                </a:lnTo>
                <a:lnTo>
                  <a:pt x="1651613" y="70505"/>
                </a:lnTo>
                <a:lnTo>
                  <a:pt x="1651754" y="70182"/>
                </a:lnTo>
                <a:lnTo>
                  <a:pt x="1651899" y="69862"/>
                </a:lnTo>
                <a:lnTo>
                  <a:pt x="1652049" y="69546"/>
                </a:lnTo>
                <a:lnTo>
                  <a:pt x="1652202" y="69234"/>
                </a:lnTo>
                <a:close/>
                <a:moveTo>
                  <a:pt x="1989158" y="132721"/>
                </a:moveTo>
                <a:lnTo>
                  <a:pt x="2004174" y="132721"/>
                </a:lnTo>
                <a:lnTo>
                  <a:pt x="2004174" y="8719"/>
                </a:lnTo>
                <a:lnTo>
                  <a:pt x="1989158" y="8719"/>
                </a:lnTo>
                <a:lnTo>
                  <a:pt x="1989158" y="132721"/>
                </a:lnTo>
                <a:close/>
                <a:moveTo>
                  <a:pt x="1950124" y="124395"/>
                </a:moveTo>
                <a:lnTo>
                  <a:pt x="1950170" y="124748"/>
                </a:lnTo>
                <a:lnTo>
                  <a:pt x="1950219" y="125103"/>
                </a:lnTo>
                <a:lnTo>
                  <a:pt x="1950269" y="125459"/>
                </a:lnTo>
                <a:lnTo>
                  <a:pt x="1950322" y="125818"/>
                </a:lnTo>
                <a:lnTo>
                  <a:pt x="1950376" y="126175"/>
                </a:lnTo>
                <a:lnTo>
                  <a:pt x="1950433" y="126526"/>
                </a:lnTo>
                <a:lnTo>
                  <a:pt x="1950491" y="126871"/>
                </a:lnTo>
                <a:lnTo>
                  <a:pt x="1950550" y="127210"/>
                </a:lnTo>
                <a:lnTo>
                  <a:pt x="1950612" y="127543"/>
                </a:lnTo>
                <a:lnTo>
                  <a:pt x="1950675" y="127869"/>
                </a:lnTo>
                <a:lnTo>
                  <a:pt x="1950740" y="128190"/>
                </a:lnTo>
                <a:lnTo>
                  <a:pt x="1950806" y="128505"/>
                </a:lnTo>
                <a:lnTo>
                  <a:pt x="1950874" y="128814"/>
                </a:lnTo>
                <a:lnTo>
                  <a:pt x="1950944" y="129116"/>
                </a:lnTo>
                <a:lnTo>
                  <a:pt x="1951015" y="129413"/>
                </a:lnTo>
                <a:lnTo>
                  <a:pt x="1951089" y="129703"/>
                </a:lnTo>
                <a:lnTo>
                  <a:pt x="1951163" y="129988"/>
                </a:lnTo>
                <a:lnTo>
                  <a:pt x="1951240" y="130267"/>
                </a:lnTo>
                <a:lnTo>
                  <a:pt x="1951318" y="130539"/>
                </a:lnTo>
                <a:lnTo>
                  <a:pt x="1951398" y="130806"/>
                </a:lnTo>
                <a:lnTo>
                  <a:pt x="1951480" y="131066"/>
                </a:lnTo>
                <a:lnTo>
                  <a:pt x="1951563" y="131321"/>
                </a:lnTo>
                <a:lnTo>
                  <a:pt x="1951648" y="131569"/>
                </a:lnTo>
                <a:lnTo>
                  <a:pt x="1951734" y="131811"/>
                </a:lnTo>
                <a:lnTo>
                  <a:pt x="1951823" y="132048"/>
                </a:lnTo>
                <a:lnTo>
                  <a:pt x="1951913" y="132278"/>
                </a:lnTo>
                <a:lnTo>
                  <a:pt x="1952004" y="132502"/>
                </a:lnTo>
                <a:lnTo>
                  <a:pt x="1952098" y="132721"/>
                </a:lnTo>
                <a:lnTo>
                  <a:pt x="1967679" y="132721"/>
                </a:lnTo>
                <a:lnTo>
                  <a:pt x="1967679" y="131429"/>
                </a:lnTo>
                <a:lnTo>
                  <a:pt x="1967552" y="131131"/>
                </a:lnTo>
                <a:lnTo>
                  <a:pt x="1967428" y="130827"/>
                </a:lnTo>
                <a:lnTo>
                  <a:pt x="1967307" y="130520"/>
                </a:lnTo>
                <a:lnTo>
                  <a:pt x="1967189" y="130207"/>
                </a:lnTo>
                <a:lnTo>
                  <a:pt x="1967073" y="129889"/>
                </a:lnTo>
                <a:lnTo>
                  <a:pt x="1966960" y="129567"/>
                </a:lnTo>
                <a:lnTo>
                  <a:pt x="1966849" y="129240"/>
                </a:lnTo>
                <a:lnTo>
                  <a:pt x="1966741" y="128908"/>
                </a:lnTo>
                <a:lnTo>
                  <a:pt x="1966636" y="128572"/>
                </a:lnTo>
                <a:lnTo>
                  <a:pt x="1966534" y="128231"/>
                </a:lnTo>
                <a:lnTo>
                  <a:pt x="1966434" y="127885"/>
                </a:lnTo>
                <a:lnTo>
                  <a:pt x="1966337" y="127534"/>
                </a:lnTo>
                <a:lnTo>
                  <a:pt x="1966242" y="127178"/>
                </a:lnTo>
                <a:lnTo>
                  <a:pt x="1966150" y="126818"/>
                </a:lnTo>
                <a:lnTo>
                  <a:pt x="1966061" y="126453"/>
                </a:lnTo>
                <a:lnTo>
                  <a:pt x="1965974" y="126083"/>
                </a:lnTo>
                <a:lnTo>
                  <a:pt x="1965891" y="125708"/>
                </a:lnTo>
                <a:lnTo>
                  <a:pt x="1965809" y="125329"/>
                </a:lnTo>
                <a:lnTo>
                  <a:pt x="1965731" y="124945"/>
                </a:lnTo>
                <a:lnTo>
                  <a:pt x="1965655" y="124556"/>
                </a:lnTo>
                <a:lnTo>
                  <a:pt x="1965582" y="124162"/>
                </a:lnTo>
                <a:lnTo>
                  <a:pt x="1965511" y="123764"/>
                </a:lnTo>
                <a:lnTo>
                  <a:pt x="1965443" y="123360"/>
                </a:lnTo>
                <a:lnTo>
                  <a:pt x="1965378" y="122952"/>
                </a:lnTo>
                <a:lnTo>
                  <a:pt x="1965315" y="122543"/>
                </a:lnTo>
                <a:lnTo>
                  <a:pt x="1965255" y="122136"/>
                </a:lnTo>
                <a:lnTo>
                  <a:pt x="1965198" y="121730"/>
                </a:lnTo>
                <a:lnTo>
                  <a:pt x="1965144" y="121327"/>
                </a:lnTo>
                <a:lnTo>
                  <a:pt x="1965092" y="120925"/>
                </a:lnTo>
                <a:lnTo>
                  <a:pt x="1965042" y="120525"/>
                </a:lnTo>
                <a:lnTo>
                  <a:pt x="1964996" y="120128"/>
                </a:lnTo>
                <a:lnTo>
                  <a:pt x="1964952" y="119732"/>
                </a:lnTo>
                <a:lnTo>
                  <a:pt x="1964911" y="119338"/>
                </a:lnTo>
                <a:lnTo>
                  <a:pt x="1964872" y="118947"/>
                </a:lnTo>
                <a:lnTo>
                  <a:pt x="1964836" y="118557"/>
                </a:lnTo>
                <a:lnTo>
                  <a:pt x="1964803" y="118169"/>
                </a:lnTo>
                <a:lnTo>
                  <a:pt x="1964772" y="117783"/>
                </a:lnTo>
                <a:lnTo>
                  <a:pt x="1964744" y="117399"/>
                </a:lnTo>
                <a:lnTo>
                  <a:pt x="1964719" y="117017"/>
                </a:lnTo>
                <a:lnTo>
                  <a:pt x="1964696" y="116637"/>
                </a:lnTo>
                <a:lnTo>
                  <a:pt x="1964676" y="116259"/>
                </a:lnTo>
                <a:lnTo>
                  <a:pt x="1964659" y="115883"/>
                </a:lnTo>
                <a:lnTo>
                  <a:pt x="1964644" y="115509"/>
                </a:lnTo>
                <a:lnTo>
                  <a:pt x="1964632" y="115137"/>
                </a:lnTo>
                <a:lnTo>
                  <a:pt x="1964623" y="114767"/>
                </a:lnTo>
                <a:lnTo>
                  <a:pt x="1964616" y="114399"/>
                </a:lnTo>
                <a:lnTo>
                  <a:pt x="1964612" y="114033"/>
                </a:lnTo>
                <a:lnTo>
                  <a:pt x="1964611" y="113668"/>
                </a:lnTo>
                <a:lnTo>
                  <a:pt x="1964611" y="72980"/>
                </a:lnTo>
                <a:lnTo>
                  <a:pt x="1964604" y="72172"/>
                </a:lnTo>
                <a:lnTo>
                  <a:pt x="1964582" y="71375"/>
                </a:lnTo>
                <a:lnTo>
                  <a:pt x="1964546" y="70589"/>
                </a:lnTo>
                <a:lnTo>
                  <a:pt x="1964495" y="69815"/>
                </a:lnTo>
                <a:lnTo>
                  <a:pt x="1964430" y="69052"/>
                </a:lnTo>
                <a:lnTo>
                  <a:pt x="1964351" y="68300"/>
                </a:lnTo>
                <a:lnTo>
                  <a:pt x="1964257" y="67560"/>
                </a:lnTo>
                <a:lnTo>
                  <a:pt x="1964149" y="66831"/>
                </a:lnTo>
                <a:lnTo>
                  <a:pt x="1964026" y="66114"/>
                </a:lnTo>
                <a:lnTo>
                  <a:pt x="1963889" y="65408"/>
                </a:lnTo>
                <a:lnTo>
                  <a:pt x="1963738" y="64713"/>
                </a:lnTo>
                <a:lnTo>
                  <a:pt x="1963572" y="64029"/>
                </a:lnTo>
                <a:lnTo>
                  <a:pt x="1963391" y="63357"/>
                </a:lnTo>
                <a:lnTo>
                  <a:pt x="1963196" y="62696"/>
                </a:lnTo>
                <a:lnTo>
                  <a:pt x="1962987" y="62047"/>
                </a:lnTo>
                <a:lnTo>
                  <a:pt x="1962763" y="61409"/>
                </a:lnTo>
                <a:lnTo>
                  <a:pt x="1962525" y="60782"/>
                </a:lnTo>
                <a:lnTo>
                  <a:pt x="1962272" y="60167"/>
                </a:lnTo>
                <a:lnTo>
                  <a:pt x="1962005" y="59563"/>
                </a:lnTo>
                <a:lnTo>
                  <a:pt x="1961724" y="58970"/>
                </a:lnTo>
                <a:lnTo>
                  <a:pt x="1961428" y="58389"/>
                </a:lnTo>
                <a:lnTo>
                  <a:pt x="1961117" y="57819"/>
                </a:lnTo>
                <a:lnTo>
                  <a:pt x="1960793" y="57260"/>
                </a:lnTo>
                <a:lnTo>
                  <a:pt x="1960453" y="56713"/>
                </a:lnTo>
                <a:lnTo>
                  <a:pt x="1960101" y="56177"/>
                </a:lnTo>
                <a:lnTo>
                  <a:pt x="1959739" y="55653"/>
                </a:lnTo>
                <a:lnTo>
                  <a:pt x="1959365" y="55139"/>
                </a:lnTo>
                <a:lnTo>
                  <a:pt x="1958980" y="54638"/>
                </a:lnTo>
                <a:lnTo>
                  <a:pt x="1958584" y="54147"/>
                </a:lnTo>
                <a:lnTo>
                  <a:pt x="1958178" y="53668"/>
                </a:lnTo>
                <a:lnTo>
                  <a:pt x="1957760" y="53200"/>
                </a:lnTo>
                <a:lnTo>
                  <a:pt x="1957332" y="52744"/>
                </a:lnTo>
                <a:lnTo>
                  <a:pt x="1956892" y="52299"/>
                </a:lnTo>
                <a:lnTo>
                  <a:pt x="1956442" y="51865"/>
                </a:lnTo>
                <a:lnTo>
                  <a:pt x="1955981" y="51443"/>
                </a:lnTo>
                <a:lnTo>
                  <a:pt x="1955509" y="51032"/>
                </a:lnTo>
                <a:lnTo>
                  <a:pt x="1955025" y="50632"/>
                </a:lnTo>
                <a:lnTo>
                  <a:pt x="1954531" y="50244"/>
                </a:lnTo>
                <a:lnTo>
                  <a:pt x="1954026" y="49867"/>
                </a:lnTo>
                <a:lnTo>
                  <a:pt x="1953511" y="49501"/>
                </a:lnTo>
                <a:lnTo>
                  <a:pt x="1952984" y="49147"/>
                </a:lnTo>
                <a:lnTo>
                  <a:pt x="1952446" y="48804"/>
                </a:lnTo>
                <a:lnTo>
                  <a:pt x="1951897" y="48472"/>
                </a:lnTo>
                <a:lnTo>
                  <a:pt x="1951338" y="48152"/>
                </a:lnTo>
                <a:lnTo>
                  <a:pt x="1950767" y="47843"/>
                </a:lnTo>
                <a:lnTo>
                  <a:pt x="1950185" y="47546"/>
                </a:lnTo>
                <a:lnTo>
                  <a:pt x="1949593" y="47260"/>
                </a:lnTo>
                <a:lnTo>
                  <a:pt x="1948990" y="46985"/>
                </a:lnTo>
                <a:lnTo>
                  <a:pt x="1948377" y="46722"/>
                </a:lnTo>
                <a:lnTo>
                  <a:pt x="1947757" y="46469"/>
                </a:lnTo>
                <a:lnTo>
                  <a:pt x="1947128" y="46228"/>
                </a:lnTo>
                <a:lnTo>
                  <a:pt x="1946493" y="45998"/>
                </a:lnTo>
                <a:lnTo>
                  <a:pt x="1945849" y="45780"/>
                </a:lnTo>
                <a:lnTo>
                  <a:pt x="1945198" y="45572"/>
                </a:lnTo>
                <a:lnTo>
                  <a:pt x="1944539" y="45376"/>
                </a:lnTo>
                <a:lnTo>
                  <a:pt x="1943872" y="45191"/>
                </a:lnTo>
                <a:lnTo>
                  <a:pt x="1943198" y="45017"/>
                </a:lnTo>
                <a:lnTo>
                  <a:pt x="1942516" y="44855"/>
                </a:lnTo>
                <a:lnTo>
                  <a:pt x="1941826" y="44703"/>
                </a:lnTo>
                <a:lnTo>
                  <a:pt x="1941129" y="44563"/>
                </a:lnTo>
                <a:lnTo>
                  <a:pt x="1940423" y="44434"/>
                </a:lnTo>
                <a:lnTo>
                  <a:pt x="1939710" y="44316"/>
                </a:lnTo>
                <a:lnTo>
                  <a:pt x="1938990" y="44210"/>
                </a:lnTo>
                <a:lnTo>
                  <a:pt x="1938261" y="44115"/>
                </a:lnTo>
                <a:lnTo>
                  <a:pt x="1937525" y="44031"/>
                </a:lnTo>
                <a:lnTo>
                  <a:pt x="1936782" y="43958"/>
                </a:lnTo>
                <a:lnTo>
                  <a:pt x="1936030" y="43896"/>
                </a:lnTo>
                <a:lnTo>
                  <a:pt x="1935271" y="43846"/>
                </a:lnTo>
                <a:lnTo>
                  <a:pt x="1934504" y="43806"/>
                </a:lnTo>
                <a:lnTo>
                  <a:pt x="1933730" y="43778"/>
                </a:lnTo>
                <a:lnTo>
                  <a:pt x="1932947" y="43761"/>
                </a:lnTo>
                <a:lnTo>
                  <a:pt x="1932157" y="43756"/>
                </a:lnTo>
                <a:lnTo>
                  <a:pt x="1931501" y="43760"/>
                </a:lnTo>
                <a:lnTo>
                  <a:pt x="1930849" y="43771"/>
                </a:lnTo>
                <a:lnTo>
                  <a:pt x="1930203" y="43791"/>
                </a:lnTo>
                <a:lnTo>
                  <a:pt x="1929562" y="43818"/>
                </a:lnTo>
                <a:lnTo>
                  <a:pt x="1928926" y="43852"/>
                </a:lnTo>
                <a:lnTo>
                  <a:pt x="1928295" y="43895"/>
                </a:lnTo>
                <a:lnTo>
                  <a:pt x="1927669" y="43945"/>
                </a:lnTo>
                <a:lnTo>
                  <a:pt x="1927049" y="44003"/>
                </a:lnTo>
                <a:lnTo>
                  <a:pt x="1926434" y="44068"/>
                </a:lnTo>
                <a:lnTo>
                  <a:pt x="1925824" y="44141"/>
                </a:lnTo>
                <a:lnTo>
                  <a:pt x="1925219" y="44222"/>
                </a:lnTo>
                <a:lnTo>
                  <a:pt x="1924619" y="44311"/>
                </a:lnTo>
                <a:lnTo>
                  <a:pt x="1924025" y="44407"/>
                </a:lnTo>
                <a:lnTo>
                  <a:pt x="1923435" y="44511"/>
                </a:lnTo>
                <a:lnTo>
                  <a:pt x="1922851" y="44623"/>
                </a:lnTo>
                <a:lnTo>
                  <a:pt x="1922272" y="44743"/>
                </a:lnTo>
                <a:lnTo>
                  <a:pt x="1921699" y="44870"/>
                </a:lnTo>
                <a:lnTo>
                  <a:pt x="1921130" y="45005"/>
                </a:lnTo>
                <a:lnTo>
                  <a:pt x="1920567" y="45147"/>
                </a:lnTo>
                <a:lnTo>
                  <a:pt x="1920009" y="45298"/>
                </a:lnTo>
                <a:lnTo>
                  <a:pt x="1919456" y="45456"/>
                </a:lnTo>
                <a:lnTo>
                  <a:pt x="1918908" y="45621"/>
                </a:lnTo>
                <a:lnTo>
                  <a:pt x="1918365" y="45795"/>
                </a:lnTo>
                <a:lnTo>
                  <a:pt x="1917828" y="45976"/>
                </a:lnTo>
                <a:lnTo>
                  <a:pt x="1917296" y="46164"/>
                </a:lnTo>
                <a:lnTo>
                  <a:pt x="1916771" y="46357"/>
                </a:lnTo>
                <a:lnTo>
                  <a:pt x="1916252" y="46555"/>
                </a:lnTo>
                <a:lnTo>
                  <a:pt x="1915740" y="46759"/>
                </a:lnTo>
                <a:lnTo>
                  <a:pt x="1915234" y="46968"/>
                </a:lnTo>
                <a:lnTo>
                  <a:pt x="1914735" y="47182"/>
                </a:lnTo>
                <a:lnTo>
                  <a:pt x="1914242" y="47401"/>
                </a:lnTo>
                <a:lnTo>
                  <a:pt x="1913755" y="47626"/>
                </a:lnTo>
                <a:lnTo>
                  <a:pt x="1913275" y="47857"/>
                </a:lnTo>
                <a:lnTo>
                  <a:pt x="1912802" y="48092"/>
                </a:lnTo>
                <a:lnTo>
                  <a:pt x="1912335" y="48333"/>
                </a:lnTo>
                <a:lnTo>
                  <a:pt x="1911874" y="48580"/>
                </a:lnTo>
                <a:lnTo>
                  <a:pt x="1911420" y="48831"/>
                </a:lnTo>
                <a:lnTo>
                  <a:pt x="1910972" y="49088"/>
                </a:lnTo>
                <a:lnTo>
                  <a:pt x="1910530" y="49350"/>
                </a:lnTo>
                <a:lnTo>
                  <a:pt x="1910096" y="49618"/>
                </a:lnTo>
                <a:lnTo>
                  <a:pt x="1909667" y="49891"/>
                </a:lnTo>
                <a:lnTo>
                  <a:pt x="1909245" y="50169"/>
                </a:lnTo>
                <a:lnTo>
                  <a:pt x="1908829" y="50452"/>
                </a:lnTo>
                <a:lnTo>
                  <a:pt x="1908420" y="50741"/>
                </a:lnTo>
                <a:lnTo>
                  <a:pt x="1908018" y="51035"/>
                </a:lnTo>
                <a:lnTo>
                  <a:pt x="1907621" y="51335"/>
                </a:lnTo>
                <a:lnTo>
                  <a:pt x="1907232" y="51640"/>
                </a:lnTo>
                <a:lnTo>
                  <a:pt x="1906848" y="51950"/>
                </a:lnTo>
                <a:lnTo>
                  <a:pt x="1906472" y="52264"/>
                </a:lnTo>
                <a:lnTo>
                  <a:pt x="1906103" y="52582"/>
                </a:lnTo>
                <a:lnTo>
                  <a:pt x="1905741" y="52902"/>
                </a:lnTo>
                <a:lnTo>
                  <a:pt x="1905387" y="53225"/>
                </a:lnTo>
                <a:lnTo>
                  <a:pt x="1905041" y="53551"/>
                </a:lnTo>
                <a:lnTo>
                  <a:pt x="1904701" y="53880"/>
                </a:lnTo>
                <a:lnTo>
                  <a:pt x="1904370" y="54212"/>
                </a:lnTo>
                <a:lnTo>
                  <a:pt x="1904045" y="54547"/>
                </a:lnTo>
                <a:lnTo>
                  <a:pt x="1903728" y="54885"/>
                </a:lnTo>
                <a:lnTo>
                  <a:pt x="1903419" y="55225"/>
                </a:lnTo>
                <a:lnTo>
                  <a:pt x="1903117" y="55569"/>
                </a:lnTo>
                <a:lnTo>
                  <a:pt x="1902822" y="55916"/>
                </a:lnTo>
                <a:lnTo>
                  <a:pt x="1902535" y="56265"/>
                </a:lnTo>
                <a:lnTo>
                  <a:pt x="1902255" y="56618"/>
                </a:lnTo>
                <a:lnTo>
                  <a:pt x="1901982" y="56974"/>
                </a:lnTo>
                <a:lnTo>
                  <a:pt x="1901718" y="57332"/>
                </a:lnTo>
                <a:lnTo>
                  <a:pt x="1901460" y="57693"/>
                </a:lnTo>
                <a:lnTo>
                  <a:pt x="1901210" y="58058"/>
                </a:lnTo>
                <a:lnTo>
                  <a:pt x="1900967" y="58425"/>
                </a:lnTo>
                <a:lnTo>
                  <a:pt x="1900732" y="58795"/>
                </a:lnTo>
                <a:lnTo>
                  <a:pt x="1900504" y="59168"/>
                </a:lnTo>
                <a:lnTo>
                  <a:pt x="1900284" y="59545"/>
                </a:lnTo>
                <a:lnTo>
                  <a:pt x="1900071" y="59924"/>
                </a:lnTo>
                <a:lnTo>
                  <a:pt x="1899865" y="60306"/>
                </a:lnTo>
                <a:lnTo>
                  <a:pt x="1899668" y="60689"/>
                </a:lnTo>
                <a:lnTo>
                  <a:pt x="1899478" y="61073"/>
                </a:lnTo>
                <a:lnTo>
                  <a:pt x="1899298" y="61457"/>
                </a:lnTo>
                <a:lnTo>
                  <a:pt x="1899125" y="61842"/>
                </a:lnTo>
                <a:lnTo>
                  <a:pt x="1898961" y="62226"/>
                </a:lnTo>
                <a:lnTo>
                  <a:pt x="1898806" y="62611"/>
                </a:lnTo>
                <a:lnTo>
                  <a:pt x="1898658" y="62997"/>
                </a:lnTo>
                <a:lnTo>
                  <a:pt x="1898520" y="63382"/>
                </a:lnTo>
                <a:lnTo>
                  <a:pt x="1898389" y="63768"/>
                </a:lnTo>
                <a:lnTo>
                  <a:pt x="1898267" y="64154"/>
                </a:lnTo>
                <a:lnTo>
                  <a:pt x="1898154" y="64541"/>
                </a:lnTo>
                <a:lnTo>
                  <a:pt x="1898049" y="64927"/>
                </a:lnTo>
                <a:lnTo>
                  <a:pt x="1897952" y="65314"/>
                </a:lnTo>
                <a:lnTo>
                  <a:pt x="1897864" y="65702"/>
                </a:lnTo>
                <a:lnTo>
                  <a:pt x="1897784" y="66089"/>
                </a:lnTo>
                <a:lnTo>
                  <a:pt x="1897712" y="66477"/>
                </a:lnTo>
                <a:lnTo>
                  <a:pt x="1897649" y="66865"/>
                </a:lnTo>
                <a:lnTo>
                  <a:pt x="1897595" y="67253"/>
                </a:lnTo>
                <a:lnTo>
                  <a:pt x="1897548" y="67642"/>
                </a:lnTo>
                <a:lnTo>
                  <a:pt x="1897511" y="68031"/>
                </a:lnTo>
                <a:lnTo>
                  <a:pt x="1897481" y="68420"/>
                </a:lnTo>
                <a:lnTo>
                  <a:pt x="1897460" y="68810"/>
                </a:lnTo>
                <a:lnTo>
                  <a:pt x="1897447" y="69200"/>
                </a:lnTo>
                <a:lnTo>
                  <a:pt x="1897443" y="69590"/>
                </a:lnTo>
                <a:lnTo>
                  <a:pt x="1912378" y="69590"/>
                </a:lnTo>
                <a:lnTo>
                  <a:pt x="1912383" y="69288"/>
                </a:lnTo>
                <a:lnTo>
                  <a:pt x="1912395" y="68987"/>
                </a:lnTo>
                <a:lnTo>
                  <a:pt x="1912416" y="68689"/>
                </a:lnTo>
                <a:lnTo>
                  <a:pt x="1912445" y="68392"/>
                </a:lnTo>
                <a:lnTo>
                  <a:pt x="1912482" y="68097"/>
                </a:lnTo>
                <a:lnTo>
                  <a:pt x="1912527" y="67803"/>
                </a:lnTo>
                <a:lnTo>
                  <a:pt x="1912581" y="67512"/>
                </a:lnTo>
                <a:lnTo>
                  <a:pt x="1912643" y="67221"/>
                </a:lnTo>
                <a:lnTo>
                  <a:pt x="1912713" y="66933"/>
                </a:lnTo>
                <a:lnTo>
                  <a:pt x="1912792" y="66646"/>
                </a:lnTo>
                <a:lnTo>
                  <a:pt x="1912879" y="66361"/>
                </a:lnTo>
                <a:lnTo>
                  <a:pt x="1912974" y="66078"/>
                </a:lnTo>
                <a:lnTo>
                  <a:pt x="1913077" y="65796"/>
                </a:lnTo>
                <a:lnTo>
                  <a:pt x="1913189" y="65516"/>
                </a:lnTo>
                <a:lnTo>
                  <a:pt x="1913309" y="65238"/>
                </a:lnTo>
                <a:lnTo>
                  <a:pt x="1913437" y="64961"/>
                </a:lnTo>
                <a:lnTo>
                  <a:pt x="1913573" y="64686"/>
                </a:lnTo>
                <a:lnTo>
                  <a:pt x="1913718" y="64413"/>
                </a:lnTo>
                <a:lnTo>
                  <a:pt x="1913871" y="64141"/>
                </a:lnTo>
                <a:lnTo>
                  <a:pt x="1914032" y="63871"/>
                </a:lnTo>
                <a:lnTo>
                  <a:pt x="1914202" y="63603"/>
                </a:lnTo>
                <a:lnTo>
                  <a:pt x="1914380" y="63336"/>
                </a:lnTo>
                <a:lnTo>
                  <a:pt x="1914566" y="63071"/>
                </a:lnTo>
                <a:lnTo>
                  <a:pt x="1914760" y="62808"/>
                </a:lnTo>
                <a:lnTo>
                  <a:pt x="1914962" y="62548"/>
                </a:lnTo>
                <a:lnTo>
                  <a:pt x="1915170" y="62292"/>
                </a:lnTo>
                <a:lnTo>
                  <a:pt x="1915384" y="62040"/>
                </a:lnTo>
                <a:lnTo>
                  <a:pt x="1915605" y="61792"/>
                </a:lnTo>
                <a:lnTo>
                  <a:pt x="1915833" y="61549"/>
                </a:lnTo>
                <a:lnTo>
                  <a:pt x="1916067" y="61310"/>
                </a:lnTo>
                <a:lnTo>
                  <a:pt x="1916307" y="61075"/>
                </a:lnTo>
                <a:lnTo>
                  <a:pt x="1916554" y="60844"/>
                </a:lnTo>
                <a:lnTo>
                  <a:pt x="1916807" y="60617"/>
                </a:lnTo>
                <a:lnTo>
                  <a:pt x="1917067" y="60395"/>
                </a:lnTo>
                <a:lnTo>
                  <a:pt x="1917333" y="60177"/>
                </a:lnTo>
                <a:lnTo>
                  <a:pt x="1917606" y="59962"/>
                </a:lnTo>
                <a:lnTo>
                  <a:pt x="1917885" y="59753"/>
                </a:lnTo>
                <a:lnTo>
                  <a:pt x="1918170" y="59547"/>
                </a:lnTo>
                <a:lnTo>
                  <a:pt x="1918462" y="59346"/>
                </a:lnTo>
                <a:lnTo>
                  <a:pt x="1918761" y="59148"/>
                </a:lnTo>
                <a:lnTo>
                  <a:pt x="1919065" y="58955"/>
                </a:lnTo>
                <a:lnTo>
                  <a:pt x="1919377" y="58767"/>
                </a:lnTo>
                <a:lnTo>
                  <a:pt x="1919694" y="58582"/>
                </a:lnTo>
                <a:lnTo>
                  <a:pt x="1920019" y="58402"/>
                </a:lnTo>
                <a:lnTo>
                  <a:pt x="1920349" y="58226"/>
                </a:lnTo>
                <a:lnTo>
                  <a:pt x="1920686" y="58054"/>
                </a:lnTo>
                <a:lnTo>
                  <a:pt x="1921030" y="57886"/>
                </a:lnTo>
                <a:lnTo>
                  <a:pt x="1921380" y="57722"/>
                </a:lnTo>
                <a:lnTo>
                  <a:pt x="1921735" y="57564"/>
                </a:lnTo>
                <a:lnTo>
                  <a:pt x="1922096" y="57413"/>
                </a:lnTo>
                <a:lnTo>
                  <a:pt x="1922461" y="57268"/>
                </a:lnTo>
                <a:lnTo>
                  <a:pt x="1922832" y="57130"/>
                </a:lnTo>
                <a:lnTo>
                  <a:pt x="1923207" y="56999"/>
                </a:lnTo>
                <a:lnTo>
                  <a:pt x="1923587" y="56875"/>
                </a:lnTo>
                <a:lnTo>
                  <a:pt x="1923972" y="56757"/>
                </a:lnTo>
                <a:lnTo>
                  <a:pt x="1924362" y="56646"/>
                </a:lnTo>
                <a:lnTo>
                  <a:pt x="1924757" y="56542"/>
                </a:lnTo>
                <a:lnTo>
                  <a:pt x="1925157" y="56444"/>
                </a:lnTo>
                <a:lnTo>
                  <a:pt x="1925562" y="56353"/>
                </a:lnTo>
                <a:lnTo>
                  <a:pt x="1925971" y="56269"/>
                </a:lnTo>
                <a:lnTo>
                  <a:pt x="1926386" y="56192"/>
                </a:lnTo>
                <a:lnTo>
                  <a:pt x="1926805" y="56121"/>
                </a:lnTo>
                <a:lnTo>
                  <a:pt x="1927230" y="56057"/>
                </a:lnTo>
                <a:lnTo>
                  <a:pt x="1927659" y="56000"/>
                </a:lnTo>
                <a:lnTo>
                  <a:pt x="1928093" y="55950"/>
                </a:lnTo>
                <a:lnTo>
                  <a:pt x="1928532" y="55906"/>
                </a:lnTo>
                <a:lnTo>
                  <a:pt x="1928976" y="55869"/>
                </a:lnTo>
                <a:lnTo>
                  <a:pt x="1929425" y="55839"/>
                </a:lnTo>
                <a:lnTo>
                  <a:pt x="1929879" y="55815"/>
                </a:lnTo>
                <a:lnTo>
                  <a:pt x="1930337" y="55798"/>
                </a:lnTo>
                <a:lnTo>
                  <a:pt x="1930801" y="55788"/>
                </a:lnTo>
                <a:lnTo>
                  <a:pt x="1931269" y="55785"/>
                </a:lnTo>
                <a:lnTo>
                  <a:pt x="1931771" y="55788"/>
                </a:lnTo>
                <a:lnTo>
                  <a:pt x="1932265" y="55799"/>
                </a:lnTo>
                <a:lnTo>
                  <a:pt x="1932753" y="55817"/>
                </a:lnTo>
                <a:lnTo>
                  <a:pt x="1933234" y="55843"/>
                </a:lnTo>
                <a:lnTo>
                  <a:pt x="1933708" y="55876"/>
                </a:lnTo>
                <a:lnTo>
                  <a:pt x="1934176" y="55916"/>
                </a:lnTo>
                <a:lnTo>
                  <a:pt x="1934636" y="55963"/>
                </a:lnTo>
                <a:lnTo>
                  <a:pt x="1935091" y="56018"/>
                </a:lnTo>
                <a:lnTo>
                  <a:pt x="1935538" y="56080"/>
                </a:lnTo>
                <a:lnTo>
                  <a:pt x="1935979" y="56149"/>
                </a:lnTo>
                <a:lnTo>
                  <a:pt x="1936413" y="56226"/>
                </a:lnTo>
                <a:lnTo>
                  <a:pt x="1936840" y="56309"/>
                </a:lnTo>
                <a:lnTo>
                  <a:pt x="1937260" y="56401"/>
                </a:lnTo>
                <a:lnTo>
                  <a:pt x="1937674" y="56499"/>
                </a:lnTo>
                <a:lnTo>
                  <a:pt x="1938081" y="56605"/>
                </a:lnTo>
                <a:lnTo>
                  <a:pt x="1938481" y="56718"/>
                </a:lnTo>
                <a:lnTo>
                  <a:pt x="1938875" y="56838"/>
                </a:lnTo>
                <a:lnTo>
                  <a:pt x="1939262" y="56965"/>
                </a:lnTo>
                <a:lnTo>
                  <a:pt x="1939642" y="57100"/>
                </a:lnTo>
                <a:lnTo>
                  <a:pt x="1940015" y="57242"/>
                </a:lnTo>
                <a:lnTo>
                  <a:pt x="1940382" y="57392"/>
                </a:lnTo>
                <a:lnTo>
                  <a:pt x="1940742" y="57548"/>
                </a:lnTo>
                <a:lnTo>
                  <a:pt x="1941095" y="57712"/>
                </a:lnTo>
                <a:lnTo>
                  <a:pt x="1941441" y="57884"/>
                </a:lnTo>
                <a:lnTo>
                  <a:pt x="1941781" y="58062"/>
                </a:lnTo>
                <a:lnTo>
                  <a:pt x="1942113" y="58246"/>
                </a:lnTo>
                <a:lnTo>
                  <a:pt x="1942438" y="58436"/>
                </a:lnTo>
                <a:lnTo>
                  <a:pt x="1942757" y="58632"/>
                </a:lnTo>
                <a:lnTo>
                  <a:pt x="1943068" y="58834"/>
                </a:lnTo>
                <a:lnTo>
                  <a:pt x="1943371" y="59042"/>
                </a:lnTo>
                <a:lnTo>
                  <a:pt x="1943668" y="59256"/>
                </a:lnTo>
                <a:lnTo>
                  <a:pt x="1943957" y="59476"/>
                </a:lnTo>
                <a:lnTo>
                  <a:pt x="1944240" y="59702"/>
                </a:lnTo>
                <a:lnTo>
                  <a:pt x="1944515" y="59934"/>
                </a:lnTo>
                <a:lnTo>
                  <a:pt x="1944783" y="60172"/>
                </a:lnTo>
                <a:lnTo>
                  <a:pt x="1945044" y="60417"/>
                </a:lnTo>
                <a:lnTo>
                  <a:pt x="1945298" y="60667"/>
                </a:lnTo>
                <a:lnTo>
                  <a:pt x="1945544" y="60923"/>
                </a:lnTo>
                <a:lnTo>
                  <a:pt x="1945784" y="61185"/>
                </a:lnTo>
                <a:lnTo>
                  <a:pt x="1946016" y="61454"/>
                </a:lnTo>
                <a:lnTo>
                  <a:pt x="1946241" y="61728"/>
                </a:lnTo>
                <a:lnTo>
                  <a:pt x="1946459" y="62008"/>
                </a:lnTo>
                <a:lnTo>
                  <a:pt x="1946670" y="62295"/>
                </a:lnTo>
                <a:lnTo>
                  <a:pt x="1946874" y="62587"/>
                </a:lnTo>
                <a:lnTo>
                  <a:pt x="1947070" y="62886"/>
                </a:lnTo>
                <a:lnTo>
                  <a:pt x="1947260" y="63190"/>
                </a:lnTo>
                <a:lnTo>
                  <a:pt x="1947442" y="63501"/>
                </a:lnTo>
                <a:lnTo>
                  <a:pt x="1947617" y="63817"/>
                </a:lnTo>
                <a:lnTo>
                  <a:pt x="1947785" y="64139"/>
                </a:lnTo>
                <a:lnTo>
                  <a:pt x="1947946" y="64466"/>
                </a:lnTo>
                <a:lnTo>
                  <a:pt x="1948100" y="64797"/>
                </a:lnTo>
                <a:lnTo>
                  <a:pt x="1948246" y="65133"/>
                </a:lnTo>
                <a:lnTo>
                  <a:pt x="1948386" y="65473"/>
                </a:lnTo>
                <a:lnTo>
                  <a:pt x="1948518" y="65818"/>
                </a:lnTo>
                <a:lnTo>
                  <a:pt x="1948643" y="66168"/>
                </a:lnTo>
                <a:lnTo>
                  <a:pt x="1948761" y="66522"/>
                </a:lnTo>
                <a:lnTo>
                  <a:pt x="1948872" y="66881"/>
                </a:lnTo>
                <a:lnTo>
                  <a:pt x="1948975" y="67244"/>
                </a:lnTo>
                <a:lnTo>
                  <a:pt x="1949072" y="67612"/>
                </a:lnTo>
                <a:lnTo>
                  <a:pt x="1949161" y="67985"/>
                </a:lnTo>
                <a:lnTo>
                  <a:pt x="1949243" y="68362"/>
                </a:lnTo>
                <a:lnTo>
                  <a:pt x="1949318" y="68744"/>
                </a:lnTo>
                <a:lnTo>
                  <a:pt x="1949386" y="69131"/>
                </a:lnTo>
                <a:lnTo>
                  <a:pt x="1949447" y="69522"/>
                </a:lnTo>
                <a:lnTo>
                  <a:pt x="1949501" y="69918"/>
                </a:lnTo>
                <a:lnTo>
                  <a:pt x="1949547" y="70319"/>
                </a:lnTo>
                <a:lnTo>
                  <a:pt x="1949586" y="70724"/>
                </a:lnTo>
                <a:lnTo>
                  <a:pt x="1949619" y="71134"/>
                </a:lnTo>
                <a:lnTo>
                  <a:pt x="1949644" y="71548"/>
                </a:lnTo>
                <a:lnTo>
                  <a:pt x="1949662" y="71967"/>
                </a:lnTo>
                <a:lnTo>
                  <a:pt x="1949672" y="72391"/>
                </a:lnTo>
                <a:lnTo>
                  <a:pt x="1949676" y="72819"/>
                </a:lnTo>
                <a:lnTo>
                  <a:pt x="1949676" y="79762"/>
                </a:lnTo>
                <a:lnTo>
                  <a:pt x="1934902" y="79762"/>
                </a:lnTo>
                <a:lnTo>
                  <a:pt x="1934158" y="79765"/>
                </a:lnTo>
                <a:lnTo>
                  <a:pt x="1933420" y="79775"/>
                </a:lnTo>
                <a:lnTo>
                  <a:pt x="1932688" y="79791"/>
                </a:lnTo>
                <a:lnTo>
                  <a:pt x="1931962" y="79813"/>
                </a:lnTo>
                <a:lnTo>
                  <a:pt x="1931242" y="79842"/>
                </a:lnTo>
                <a:lnTo>
                  <a:pt x="1930528" y="79878"/>
                </a:lnTo>
                <a:lnTo>
                  <a:pt x="1929819" y="79920"/>
                </a:lnTo>
                <a:lnTo>
                  <a:pt x="1929116" y="79968"/>
                </a:lnTo>
                <a:lnTo>
                  <a:pt x="1928420" y="80023"/>
                </a:lnTo>
                <a:lnTo>
                  <a:pt x="1927729" y="80084"/>
                </a:lnTo>
                <a:lnTo>
                  <a:pt x="1927044" y="80152"/>
                </a:lnTo>
                <a:lnTo>
                  <a:pt x="1926365" y="80226"/>
                </a:lnTo>
                <a:lnTo>
                  <a:pt x="1925692" y="80306"/>
                </a:lnTo>
                <a:lnTo>
                  <a:pt x="1925024" y="80393"/>
                </a:lnTo>
                <a:lnTo>
                  <a:pt x="1924363" y="80487"/>
                </a:lnTo>
                <a:lnTo>
                  <a:pt x="1923708" y="80587"/>
                </a:lnTo>
                <a:lnTo>
                  <a:pt x="1923058" y="80693"/>
                </a:lnTo>
                <a:lnTo>
                  <a:pt x="1922414" y="80806"/>
                </a:lnTo>
                <a:lnTo>
                  <a:pt x="1921776" y="80925"/>
                </a:lnTo>
                <a:lnTo>
                  <a:pt x="1921144" y="81051"/>
                </a:lnTo>
                <a:lnTo>
                  <a:pt x="1920518" y="81183"/>
                </a:lnTo>
                <a:lnTo>
                  <a:pt x="1919898" y="81322"/>
                </a:lnTo>
                <a:lnTo>
                  <a:pt x="1919284" y="81467"/>
                </a:lnTo>
                <a:lnTo>
                  <a:pt x="1918675" y="81618"/>
                </a:lnTo>
                <a:lnTo>
                  <a:pt x="1918074" y="81776"/>
                </a:lnTo>
                <a:lnTo>
                  <a:pt x="1917479" y="81940"/>
                </a:lnTo>
                <a:lnTo>
                  <a:pt x="1916892" y="82110"/>
                </a:lnTo>
                <a:lnTo>
                  <a:pt x="1916312" y="82286"/>
                </a:lnTo>
                <a:lnTo>
                  <a:pt x="1915739" y="82467"/>
                </a:lnTo>
                <a:lnTo>
                  <a:pt x="1915174" y="82655"/>
                </a:lnTo>
                <a:lnTo>
                  <a:pt x="1914616" y="82849"/>
                </a:lnTo>
                <a:lnTo>
                  <a:pt x="1914065" y="83049"/>
                </a:lnTo>
                <a:lnTo>
                  <a:pt x="1913521" y="83255"/>
                </a:lnTo>
                <a:lnTo>
                  <a:pt x="1912985" y="83467"/>
                </a:lnTo>
                <a:lnTo>
                  <a:pt x="1912456" y="83685"/>
                </a:lnTo>
                <a:lnTo>
                  <a:pt x="1911934" y="83909"/>
                </a:lnTo>
                <a:lnTo>
                  <a:pt x="1911420" y="84139"/>
                </a:lnTo>
                <a:lnTo>
                  <a:pt x="1910913" y="84375"/>
                </a:lnTo>
                <a:lnTo>
                  <a:pt x="1910413" y="84617"/>
                </a:lnTo>
                <a:lnTo>
                  <a:pt x="1909921" y="84866"/>
                </a:lnTo>
                <a:lnTo>
                  <a:pt x="1909435" y="85120"/>
                </a:lnTo>
                <a:lnTo>
                  <a:pt x="1908957" y="85380"/>
                </a:lnTo>
                <a:lnTo>
                  <a:pt x="1908487" y="85646"/>
                </a:lnTo>
                <a:lnTo>
                  <a:pt x="1908023" y="85918"/>
                </a:lnTo>
                <a:lnTo>
                  <a:pt x="1907567" y="86197"/>
                </a:lnTo>
                <a:lnTo>
                  <a:pt x="1907119" y="86481"/>
                </a:lnTo>
                <a:lnTo>
                  <a:pt x="1906677" y="86771"/>
                </a:lnTo>
                <a:lnTo>
                  <a:pt x="1906243" y="87068"/>
                </a:lnTo>
                <a:lnTo>
                  <a:pt x="1905817" y="87370"/>
                </a:lnTo>
                <a:lnTo>
                  <a:pt x="1905399" y="87679"/>
                </a:lnTo>
                <a:lnTo>
                  <a:pt x="1904989" y="87994"/>
                </a:lnTo>
                <a:lnTo>
                  <a:pt x="1904588" y="88315"/>
                </a:lnTo>
                <a:lnTo>
                  <a:pt x="1904195" y="88642"/>
                </a:lnTo>
                <a:lnTo>
                  <a:pt x="1903811" y="88975"/>
                </a:lnTo>
                <a:lnTo>
                  <a:pt x="1903435" y="89314"/>
                </a:lnTo>
                <a:lnTo>
                  <a:pt x="1903067" y="89660"/>
                </a:lnTo>
                <a:lnTo>
                  <a:pt x="1902708" y="90012"/>
                </a:lnTo>
                <a:lnTo>
                  <a:pt x="1902358" y="90370"/>
                </a:lnTo>
                <a:lnTo>
                  <a:pt x="1902015" y="90734"/>
                </a:lnTo>
                <a:lnTo>
                  <a:pt x="1901682" y="91104"/>
                </a:lnTo>
                <a:lnTo>
                  <a:pt x="1901356" y="91481"/>
                </a:lnTo>
                <a:lnTo>
                  <a:pt x="1901039" y="91863"/>
                </a:lnTo>
                <a:lnTo>
                  <a:pt x="1900731" y="92252"/>
                </a:lnTo>
                <a:lnTo>
                  <a:pt x="1900430" y="92647"/>
                </a:lnTo>
                <a:lnTo>
                  <a:pt x="1900138" y="93048"/>
                </a:lnTo>
                <a:lnTo>
                  <a:pt x="1899855" y="93455"/>
                </a:lnTo>
                <a:lnTo>
                  <a:pt x="1899580" y="93869"/>
                </a:lnTo>
                <a:lnTo>
                  <a:pt x="1899314" y="94289"/>
                </a:lnTo>
                <a:lnTo>
                  <a:pt x="1899055" y="94714"/>
                </a:lnTo>
                <a:lnTo>
                  <a:pt x="1898806" y="95146"/>
                </a:lnTo>
                <a:lnTo>
                  <a:pt x="1898564" y="95584"/>
                </a:lnTo>
                <a:lnTo>
                  <a:pt x="1898331" y="96029"/>
                </a:lnTo>
                <a:lnTo>
                  <a:pt x="1898107" y="96479"/>
                </a:lnTo>
                <a:lnTo>
                  <a:pt x="1897893" y="96935"/>
                </a:lnTo>
                <a:lnTo>
                  <a:pt x="1897688" y="97397"/>
                </a:lnTo>
                <a:lnTo>
                  <a:pt x="1897493" y="97864"/>
                </a:lnTo>
                <a:lnTo>
                  <a:pt x="1897307" y="98338"/>
                </a:lnTo>
                <a:lnTo>
                  <a:pt x="1897130" y="98816"/>
                </a:lnTo>
                <a:lnTo>
                  <a:pt x="1896964" y="99301"/>
                </a:lnTo>
                <a:lnTo>
                  <a:pt x="1896806" y="99792"/>
                </a:lnTo>
                <a:lnTo>
                  <a:pt x="1896659" y="100288"/>
                </a:lnTo>
                <a:lnTo>
                  <a:pt x="1896520" y="100790"/>
                </a:lnTo>
                <a:lnTo>
                  <a:pt x="1896392" y="101298"/>
                </a:lnTo>
                <a:lnTo>
                  <a:pt x="1896273" y="101811"/>
                </a:lnTo>
                <a:lnTo>
                  <a:pt x="1896163" y="102330"/>
                </a:lnTo>
                <a:lnTo>
                  <a:pt x="1896063" y="102855"/>
                </a:lnTo>
                <a:lnTo>
                  <a:pt x="1895972" y="103386"/>
                </a:lnTo>
                <a:lnTo>
                  <a:pt x="1895891" y="103922"/>
                </a:lnTo>
                <a:lnTo>
                  <a:pt x="1895820" y="104465"/>
                </a:lnTo>
                <a:lnTo>
                  <a:pt x="1895758" y="105013"/>
                </a:lnTo>
                <a:lnTo>
                  <a:pt x="1895706" y="105566"/>
                </a:lnTo>
                <a:lnTo>
                  <a:pt x="1895663" y="106126"/>
                </a:lnTo>
                <a:lnTo>
                  <a:pt x="1895629" y="106691"/>
                </a:lnTo>
                <a:lnTo>
                  <a:pt x="1895606" y="107262"/>
                </a:lnTo>
                <a:lnTo>
                  <a:pt x="1895591" y="107838"/>
                </a:lnTo>
                <a:lnTo>
                  <a:pt x="1895586" y="108421"/>
                </a:lnTo>
                <a:lnTo>
                  <a:pt x="1895593" y="109024"/>
                </a:lnTo>
                <a:lnTo>
                  <a:pt x="1895612" y="109622"/>
                </a:lnTo>
                <a:lnTo>
                  <a:pt x="1895644" y="110215"/>
                </a:lnTo>
                <a:lnTo>
                  <a:pt x="1895689" y="110804"/>
                </a:lnTo>
                <a:lnTo>
                  <a:pt x="1895746" y="111387"/>
                </a:lnTo>
                <a:lnTo>
                  <a:pt x="1895816" y="111965"/>
                </a:lnTo>
                <a:lnTo>
                  <a:pt x="1895899" y="112539"/>
                </a:lnTo>
                <a:lnTo>
                  <a:pt x="1895995" y="113108"/>
                </a:lnTo>
                <a:lnTo>
                  <a:pt x="1896103" y="113672"/>
                </a:lnTo>
                <a:lnTo>
                  <a:pt x="1896224" y="114230"/>
                </a:lnTo>
                <a:lnTo>
                  <a:pt x="1896358" y="114784"/>
                </a:lnTo>
                <a:lnTo>
                  <a:pt x="1896505" y="115333"/>
                </a:lnTo>
                <a:lnTo>
                  <a:pt x="1896664" y="115878"/>
                </a:lnTo>
                <a:lnTo>
                  <a:pt x="1896836" y="116417"/>
                </a:lnTo>
                <a:lnTo>
                  <a:pt x="1897021" y="116951"/>
                </a:lnTo>
                <a:lnTo>
                  <a:pt x="1897219" y="117481"/>
                </a:lnTo>
                <a:lnTo>
                  <a:pt x="1897429" y="118005"/>
                </a:lnTo>
                <a:lnTo>
                  <a:pt x="1897653" y="118525"/>
                </a:lnTo>
                <a:lnTo>
                  <a:pt x="1897889" y="119040"/>
                </a:lnTo>
                <a:lnTo>
                  <a:pt x="1898137" y="119549"/>
                </a:lnTo>
                <a:lnTo>
                  <a:pt x="1898399" y="120054"/>
                </a:lnTo>
                <a:lnTo>
                  <a:pt x="1898673" y="120554"/>
                </a:lnTo>
                <a:lnTo>
                  <a:pt x="1898960" y="121049"/>
                </a:lnTo>
                <a:lnTo>
                  <a:pt x="1899260" y="121540"/>
                </a:lnTo>
                <a:lnTo>
                  <a:pt x="1899571" y="122023"/>
                </a:lnTo>
                <a:lnTo>
                  <a:pt x="1899893" y="122499"/>
                </a:lnTo>
                <a:lnTo>
                  <a:pt x="1900225" y="122966"/>
                </a:lnTo>
                <a:lnTo>
                  <a:pt x="1900567" y="123424"/>
                </a:lnTo>
                <a:lnTo>
                  <a:pt x="1900920" y="123875"/>
                </a:lnTo>
                <a:lnTo>
                  <a:pt x="1901283" y="124317"/>
                </a:lnTo>
                <a:lnTo>
                  <a:pt x="1901657" y="124751"/>
                </a:lnTo>
                <a:lnTo>
                  <a:pt x="1902040" y="125177"/>
                </a:lnTo>
                <a:lnTo>
                  <a:pt x="1902435" y="125594"/>
                </a:lnTo>
                <a:lnTo>
                  <a:pt x="1902839" y="126004"/>
                </a:lnTo>
                <a:lnTo>
                  <a:pt x="1903254" y="126404"/>
                </a:lnTo>
                <a:lnTo>
                  <a:pt x="1903680" y="126797"/>
                </a:lnTo>
                <a:lnTo>
                  <a:pt x="1904115" y="127182"/>
                </a:lnTo>
                <a:lnTo>
                  <a:pt x="1904562" y="127558"/>
                </a:lnTo>
                <a:lnTo>
                  <a:pt x="1905018" y="127925"/>
                </a:lnTo>
                <a:lnTo>
                  <a:pt x="1905485" y="128285"/>
                </a:lnTo>
                <a:lnTo>
                  <a:pt x="1905962" y="128636"/>
                </a:lnTo>
                <a:lnTo>
                  <a:pt x="1906450" y="128979"/>
                </a:lnTo>
                <a:lnTo>
                  <a:pt x="1906948" y="129314"/>
                </a:lnTo>
                <a:lnTo>
                  <a:pt x="1907456" y="129641"/>
                </a:lnTo>
                <a:lnTo>
                  <a:pt x="1907975" y="129959"/>
                </a:lnTo>
                <a:lnTo>
                  <a:pt x="1908504" y="130269"/>
                </a:lnTo>
                <a:lnTo>
                  <a:pt x="1909043" y="130571"/>
                </a:lnTo>
                <a:lnTo>
                  <a:pt x="1909593" y="130864"/>
                </a:lnTo>
                <a:lnTo>
                  <a:pt x="1910152" y="131147"/>
                </a:lnTo>
                <a:lnTo>
                  <a:pt x="1910719" y="131418"/>
                </a:lnTo>
                <a:lnTo>
                  <a:pt x="1911293" y="131678"/>
                </a:lnTo>
                <a:lnTo>
                  <a:pt x="1911875" y="131925"/>
                </a:lnTo>
                <a:lnTo>
                  <a:pt x="1912465" y="132160"/>
                </a:lnTo>
                <a:lnTo>
                  <a:pt x="1913062" y="132383"/>
                </a:lnTo>
                <a:lnTo>
                  <a:pt x="1913667" y="132594"/>
                </a:lnTo>
                <a:lnTo>
                  <a:pt x="1914280" y="132792"/>
                </a:lnTo>
                <a:lnTo>
                  <a:pt x="1914901" y="132979"/>
                </a:lnTo>
                <a:lnTo>
                  <a:pt x="1915529" y="133154"/>
                </a:lnTo>
                <a:lnTo>
                  <a:pt x="1916165" y="133317"/>
                </a:lnTo>
                <a:lnTo>
                  <a:pt x="1916808" y="133467"/>
                </a:lnTo>
                <a:lnTo>
                  <a:pt x="1917460" y="133606"/>
                </a:lnTo>
                <a:lnTo>
                  <a:pt x="1918119" y="133733"/>
                </a:lnTo>
                <a:lnTo>
                  <a:pt x="1918786" y="133847"/>
                </a:lnTo>
                <a:lnTo>
                  <a:pt x="1919460" y="133950"/>
                </a:lnTo>
                <a:lnTo>
                  <a:pt x="1920142" y="134040"/>
                </a:lnTo>
                <a:lnTo>
                  <a:pt x="1920832" y="134118"/>
                </a:lnTo>
                <a:lnTo>
                  <a:pt x="1921530" y="134185"/>
                </a:lnTo>
                <a:lnTo>
                  <a:pt x="1922235" y="134239"/>
                </a:lnTo>
                <a:lnTo>
                  <a:pt x="1922948" y="134281"/>
                </a:lnTo>
                <a:lnTo>
                  <a:pt x="1923669" y="134311"/>
                </a:lnTo>
                <a:lnTo>
                  <a:pt x="1924398" y="134329"/>
                </a:lnTo>
                <a:lnTo>
                  <a:pt x="1925134" y="134335"/>
                </a:lnTo>
                <a:lnTo>
                  <a:pt x="1925723" y="134331"/>
                </a:lnTo>
                <a:lnTo>
                  <a:pt x="1926308" y="134318"/>
                </a:lnTo>
                <a:lnTo>
                  <a:pt x="1926888" y="134297"/>
                </a:lnTo>
                <a:lnTo>
                  <a:pt x="1927463" y="134267"/>
                </a:lnTo>
                <a:lnTo>
                  <a:pt x="1928033" y="134228"/>
                </a:lnTo>
                <a:lnTo>
                  <a:pt x="1928598" y="134181"/>
                </a:lnTo>
                <a:lnTo>
                  <a:pt x="1929158" y="134126"/>
                </a:lnTo>
                <a:lnTo>
                  <a:pt x="1929713" y="134062"/>
                </a:lnTo>
                <a:lnTo>
                  <a:pt x="1930263" y="133989"/>
                </a:lnTo>
                <a:lnTo>
                  <a:pt x="1930809" y="133908"/>
                </a:lnTo>
                <a:lnTo>
                  <a:pt x="1931349" y="133818"/>
                </a:lnTo>
                <a:lnTo>
                  <a:pt x="1931885" y="133720"/>
                </a:lnTo>
                <a:lnTo>
                  <a:pt x="1932416" y="133613"/>
                </a:lnTo>
                <a:lnTo>
                  <a:pt x="1932941" y="133497"/>
                </a:lnTo>
                <a:lnTo>
                  <a:pt x="1933462" y="133374"/>
                </a:lnTo>
                <a:lnTo>
                  <a:pt x="1933978" y="133241"/>
                </a:lnTo>
                <a:lnTo>
                  <a:pt x="1934489" y="133100"/>
                </a:lnTo>
                <a:lnTo>
                  <a:pt x="1934996" y="132950"/>
                </a:lnTo>
                <a:lnTo>
                  <a:pt x="1935497" y="132792"/>
                </a:lnTo>
                <a:lnTo>
                  <a:pt x="1935993" y="132625"/>
                </a:lnTo>
                <a:lnTo>
                  <a:pt x="1936485" y="132450"/>
                </a:lnTo>
                <a:lnTo>
                  <a:pt x="1936971" y="132266"/>
                </a:lnTo>
                <a:lnTo>
                  <a:pt x="1937453" y="132074"/>
                </a:lnTo>
                <a:lnTo>
                  <a:pt x="1937930" y="131873"/>
                </a:lnTo>
                <a:lnTo>
                  <a:pt x="1938401" y="131666"/>
                </a:lnTo>
                <a:lnTo>
                  <a:pt x="1938867" y="131454"/>
                </a:lnTo>
                <a:lnTo>
                  <a:pt x="1939328" y="131237"/>
                </a:lnTo>
                <a:lnTo>
                  <a:pt x="1939784" y="131016"/>
                </a:lnTo>
                <a:lnTo>
                  <a:pt x="1940234" y="130791"/>
                </a:lnTo>
                <a:lnTo>
                  <a:pt x="1940679" y="130561"/>
                </a:lnTo>
                <a:lnTo>
                  <a:pt x="1941119" y="130327"/>
                </a:lnTo>
                <a:lnTo>
                  <a:pt x="1941553" y="130088"/>
                </a:lnTo>
                <a:lnTo>
                  <a:pt x="1941982" y="129845"/>
                </a:lnTo>
                <a:lnTo>
                  <a:pt x="1942406" y="129597"/>
                </a:lnTo>
                <a:lnTo>
                  <a:pt x="1942825" y="129345"/>
                </a:lnTo>
                <a:lnTo>
                  <a:pt x="1943238" y="129088"/>
                </a:lnTo>
                <a:lnTo>
                  <a:pt x="1943645" y="128827"/>
                </a:lnTo>
                <a:lnTo>
                  <a:pt x="1944048" y="128561"/>
                </a:lnTo>
                <a:lnTo>
                  <a:pt x="1944445" y="128291"/>
                </a:lnTo>
                <a:lnTo>
                  <a:pt x="1944836" y="128016"/>
                </a:lnTo>
                <a:lnTo>
                  <a:pt x="1945223" y="127737"/>
                </a:lnTo>
                <a:lnTo>
                  <a:pt x="1945604" y="127453"/>
                </a:lnTo>
                <a:lnTo>
                  <a:pt x="1945980" y="127165"/>
                </a:lnTo>
                <a:lnTo>
                  <a:pt x="1946350" y="126872"/>
                </a:lnTo>
                <a:lnTo>
                  <a:pt x="1946715" y="126575"/>
                </a:lnTo>
                <a:lnTo>
                  <a:pt x="1947075" y="126274"/>
                </a:lnTo>
                <a:lnTo>
                  <a:pt x="1947430" y="125967"/>
                </a:lnTo>
                <a:lnTo>
                  <a:pt x="1947779" y="125657"/>
                </a:lnTo>
                <a:lnTo>
                  <a:pt x="1948122" y="125343"/>
                </a:lnTo>
                <a:lnTo>
                  <a:pt x="1948460" y="125029"/>
                </a:lnTo>
                <a:lnTo>
                  <a:pt x="1948792" y="124713"/>
                </a:lnTo>
                <a:lnTo>
                  <a:pt x="1949119" y="124395"/>
                </a:lnTo>
                <a:lnTo>
                  <a:pt x="1949439" y="124077"/>
                </a:lnTo>
                <a:lnTo>
                  <a:pt x="1949754" y="123757"/>
                </a:lnTo>
                <a:lnTo>
                  <a:pt x="1950015" y="123486"/>
                </a:lnTo>
                <a:lnTo>
                  <a:pt x="1950039" y="123697"/>
                </a:lnTo>
                <a:lnTo>
                  <a:pt x="1950081" y="124045"/>
                </a:lnTo>
                <a:lnTo>
                  <a:pt x="1950124" y="124395"/>
                </a:lnTo>
                <a:close/>
                <a:moveTo>
                  <a:pt x="1949348" y="108818"/>
                </a:moveTo>
                <a:lnTo>
                  <a:pt x="1949154" y="109163"/>
                </a:lnTo>
                <a:lnTo>
                  <a:pt x="1948949" y="109508"/>
                </a:lnTo>
                <a:lnTo>
                  <a:pt x="1948735" y="109854"/>
                </a:lnTo>
                <a:lnTo>
                  <a:pt x="1948511" y="110201"/>
                </a:lnTo>
                <a:lnTo>
                  <a:pt x="1948277" y="110548"/>
                </a:lnTo>
                <a:lnTo>
                  <a:pt x="1948033" y="110897"/>
                </a:lnTo>
                <a:lnTo>
                  <a:pt x="1947779" y="111246"/>
                </a:lnTo>
                <a:lnTo>
                  <a:pt x="1947516" y="111594"/>
                </a:lnTo>
                <a:lnTo>
                  <a:pt x="1947246" y="111937"/>
                </a:lnTo>
                <a:lnTo>
                  <a:pt x="1946968" y="112276"/>
                </a:lnTo>
                <a:lnTo>
                  <a:pt x="1946683" y="112610"/>
                </a:lnTo>
                <a:lnTo>
                  <a:pt x="1946391" y="112940"/>
                </a:lnTo>
                <a:lnTo>
                  <a:pt x="1946091" y="113265"/>
                </a:lnTo>
                <a:lnTo>
                  <a:pt x="1945784" y="113585"/>
                </a:lnTo>
                <a:lnTo>
                  <a:pt x="1945469" y="113902"/>
                </a:lnTo>
                <a:lnTo>
                  <a:pt x="1945147" y="114213"/>
                </a:lnTo>
                <a:lnTo>
                  <a:pt x="1944817" y="114521"/>
                </a:lnTo>
                <a:lnTo>
                  <a:pt x="1944480" y="114823"/>
                </a:lnTo>
                <a:lnTo>
                  <a:pt x="1944136" y="115122"/>
                </a:lnTo>
                <a:lnTo>
                  <a:pt x="1943784" y="115415"/>
                </a:lnTo>
                <a:lnTo>
                  <a:pt x="1943425" y="115705"/>
                </a:lnTo>
                <a:lnTo>
                  <a:pt x="1943058" y="115989"/>
                </a:lnTo>
                <a:lnTo>
                  <a:pt x="1942684" y="116270"/>
                </a:lnTo>
                <a:lnTo>
                  <a:pt x="1942302" y="116546"/>
                </a:lnTo>
                <a:lnTo>
                  <a:pt x="1941913" y="116817"/>
                </a:lnTo>
                <a:lnTo>
                  <a:pt x="1941517" y="117084"/>
                </a:lnTo>
                <a:lnTo>
                  <a:pt x="1941113" y="117346"/>
                </a:lnTo>
                <a:lnTo>
                  <a:pt x="1940702" y="117604"/>
                </a:lnTo>
                <a:lnTo>
                  <a:pt x="1940283" y="117857"/>
                </a:lnTo>
                <a:lnTo>
                  <a:pt x="1939857" y="118106"/>
                </a:lnTo>
                <a:lnTo>
                  <a:pt x="1939423" y="118351"/>
                </a:lnTo>
                <a:lnTo>
                  <a:pt x="1938983" y="118588"/>
                </a:lnTo>
                <a:lnTo>
                  <a:pt x="1938537" y="118815"/>
                </a:lnTo>
                <a:lnTo>
                  <a:pt x="1938086" y="119032"/>
                </a:lnTo>
                <a:lnTo>
                  <a:pt x="1937629" y="119239"/>
                </a:lnTo>
                <a:lnTo>
                  <a:pt x="1937167" y="119436"/>
                </a:lnTo>
                <a:lnTo>
                  <a:pt x="1936698" y="119622"/>
                </a:lnTo>
                <a:lnTo>
                  <a:pt x="1936225" y="119799"/>
                </a:lnTo>
                <a:lnTo>
                  <a:pt x="1935745" y="119965"/>
                </a:lnTo>
                <a:lnTo>
                  <a:pt x="1935260" y="120122"/>
                </a:lnTo>
                <a:lnTo>
                  <a:pt x="1934770" y="120268"/>
                </a:lnTo>
                <a:lnTo>
                  <a:pt x="1934274" y="120404"/>
                </a:lnTo>
                <a:lnTo>
                  <a:pt x="1933772" y="120530"/>
                </a:lnTo>
                <a:lnTo>
                  <a:pt x="1933265" y="120646"/>
                </a:lnTo>
                <a:lnTo>
                  <a:pt x="1932752" y="120752"/>
                </a:lnTo>
                <a:lnTo>
                  <a:pt x="1932233" y="120848"/>
                </a:lnTo>
                <a:lnTo>
                  <a:pt x="1931709" y="120934"/>
                </a:lnTo>
                <a:lnTo>
                  <a:pt x="1931179" y="121010"/>
                </a:lnTo>
                <a:lnTo>
                  <a:pt x="1930644" y="121075"/>
                </a:lnTo>
                <a:lnTo>
                  <a:pt x="1930103" y="121131"/>
                </a:lnTo>
                <a:lnTo>
                  <a:pt x="1929556" y="121176"/>
                </a:lnTo>
                <a:lnTo>
                  <a:pt x="1929004" y="121212"/>
                </a:lnTo>
                <a:lnTo>
                  <a:pt x="1928446" y="121237"/>
                </a:lnTo>
                <a:lnTo>
                  <a:pt x="1927883" y="121252"/>
                </a:lnTo>
                <a:lnTo>
                  <a:pt x="1927314" y="121257"/>
                </a:lnTo>
                <a:lnTo>
                  <a:pt x="1926859" y="121254"/>
                </a:lnTo>
                <a:lnTo>
                  <a:pt x="1926411" y="121243"/>
                </a:lnTo>
                <a:lnTo>
                  <a:pt x="1925968" y="121226"/>
                </a:lnTo>
                <a:lnTo>
                  <a:pt x="1925532" y="121202"/>
                </a:lnTo>
                <a:lnTo>
                  <a:pt x="1925101" y="121171"/>
                </a:lnTo>
                <a:lnTo>
                  <a:pt x="1924677" y="121133"/>
                </a:lnTo>
                <a:lnTo>
                  <a:pt x="1924259" y="121089"/>
                </a:lnTo>
                <a:lnTo>
                  <a:pt x="1923847" y="121037"/>
                </a:lnTo>
                <a:lnTo>
                  <a:pt x="1923440" y="120979"/>
                </a:lnTo>
                <a:lnTo>
                  <a:pt x="1923040" y="120914"/>
                </a:lnTo>
                <a:lnTo>
                  <a:pt x="1922646" y="120842"/>
                </a:lnTo>
                <a:lnTo>
                  <a:pt x="1922258" y="120763"/>
                </a:lnTo>
                <a:lnTo>
                  <a:pt x="1921876" y="120677"/>
                </a:lnTo>
                <a:lnTo>
                  <a:pt x="1921500" y="120584"/>
                </a:lnTo>
                <a:lnTo>
                  <a:pt x="1921129" y="120484"/>
                </a:lnTo>
                <a:lnTo>
                  <a:pt x="1920765" y="120378"/>
                </a:lnTo>
                <a:lnTo>
                  <a:pt x="1920407" y="120265"/>
                </a:lnTo>
                <a:lnTo>
                  <a:pt x="1920055" y="120144"/>
                </a:lnTo>
                <a:lnTo>
                  <a:pt x="1919709" y="120017"/>
                </a:lnTo>
                <a:lnTo>
                  <a:pt x="1919369" y="119883"/>
                </a:lnTo>
                <a:lnTo>
                  <a:pt x="1919036" y="119743"/>
                </a:lnTo>
                <a:lnTo>
                  <a:pt x="1918708" y="119595"/>
                </a:lnTo>
                <a:lnTo>
                  <a:pt x="1918386" y="119441"/>
                </a:lnTo>
                <a:lnTo>
                  <a:pt x="1918070" y="119279"/>
                </a:lnTo>
                <a:lnTo>
                  <a:pt x="1917760" y="119112"/>
                </a:lnTo>
                <a:lnTo>
                  <a:pt x="1917457" y="118940"/>
                </a:lnTo>
                <a:lnTo>
                  <a:pt x="1917161" y="118763"/>
                </a:lnTo>
                <a:lnTo>
                  <a:pt x="1916871" y="118581"/>
                </a:lnTo>
                <a:lnTo>
                  <a:pt x="1916588" y="118394"/>
                </a:lnTo>
                <a:lnTo>
                  <a:pt x="1916311" y="118202"/>
                </a:lnTo>
                <a:lnTo>
                  <a:pt x="1916041" y="118005"/>
                </a:lnTo>
                <a:lnTo>
                  <a:pt x="1915778" y="117804"/>
                </a:lnTo>
                <a:lnTo>
                  <a:pt x="1915521" y="117597"/>
                </a:lnTo>
                <a:lnTo>
                  <a:pt x="1915271" y="117386"/>
                </a:lnTo>
                <a:lnTo>
                  <a:pt x="1915027" y="117169"/>
                </a:lnTo>
                <a:lnTo>
                  <a:pt x="1914790" y="116948"/>
                </a:lnTo>
                <a:lnTo>
                  <a:pt x="1914560" y="116722"/>
                </a:lnTo>
                <a:lnTo>
                  <a:pt x="1914336" y="116491"/>
                </a:lnTo>
                <a:lnTo>
                  <a:pt x="1914119" y="116255"/>
                </a:lnTo>
                <a:lnTo>
                  <a:pt x="1913908" y="116014"/>
                </a:lnTo>
                <a:lnTo>
                  <a:pt x="1913704" y="115768"/>
                </a:lnTo>
                <a:lnTo>
                  <a:pt x="1913506" y="115518"/>
                </a:lnTo>
                <a:lnTo>
                  <a:pt x="1913315" y="115262"/>
                </a:lnTo>
                <a:lnTo>
                  <a:pt x="1913131" y="115002"/>
                </a:lnTo>
                <a:lnTo>
                  <a:pt x="1912953" y="114736"/>
                </a:lnTo>
                <a:lnTo>
                  <a:pt x="1912782" y="114466"/>
                </a:lnTo>
                <a:lnTo>
                  <a:pt x="1912617" y="114191"/>
                </a:lnTo>
                <a:lnTo>
                  <a:pt x="1912459" y="113911"/>
                </a:lnTo>
                <a:lnTo>
                  <a:pt x="1912308" y="113627"/>
                </a:lnTo>
                <a:lnTo>
                  <a:pt x="1912163" y="113340"/>
                </a:lnTo>
                <a:lnTo>
                  <a:pt x="1912024" y="113052"/>
                </a:lnTo>
                <a:lnTo>
                  <a:pt x="1911892" y="112760"/>
                </a:lnTo>
                <a:lnTo>
                  <a:pt x="1911766" y="112466"/>
                </a:lnTo>
                <a:lnTo>
                  <a:pt x="1911647" y="112170"/>
                </a:lnTo>
                <a:lnTo>
                  <a:pt x="1911534" y="111871"/>
                </a:lnTo>
                <a:lnTo>
                  <a:pt x="1911428" y="111569"/>
                </a:lnTo>
                <a:lnTo>
                  <a:pt x="1911328" y="111265"/>
                </a:lnTo>
                <a:lnTo>
                  <a:pt x="1911234" y="110959"/>
                </a:lnTo>
                <a:lnTo>
                  <a:pt x="1911147" y="110650"/>
                </a:lnTo>
                <a:lnTo>
                  <a:pt x="1911067" y="110338"/>
                </a:lnTo>
                <a:lnTo>
                  <a:pt x="1910992" y="110024"/>
                </a:lnTo>
                <a:lnTo>
                  <a:pt x="1910925" y="109708"/>
                </a:lnTo>
                <a:lnTo>
                  <a:pt x="1910863" y="109388"/>
                </a:lnTo>
                <a:lnTo>
                  <a:pt x="1910809" y="109067"/>
                </a:lnTo>
                <a:lnTo>
                  <a:pt x="1910760" y="108743"/>
                </a:lnTo>
                <a:lnTo>
                  <a:pt x="1910718" y="108416"/>
                </a:lnTo>
                <a:lnTo>
                  <a:pt x="1910683" y="108087"/>
                </a:lnTo>
                <a:lnTo>
                  <a:pt x="1910654" y="107755"/>
                </a:lnTo>
                <a:lnTo>
                  <a:pt x="1910631" y="107421"/>
                </a:lnTo>
                <a:lnTo>
                  <a:pt x="1910615" y="107084"/>
                </a:lnTo>
                <a:lnTo>
                  <a:pt x="1910606" y="106744"/>
                </a:lnTo>
                <a:lnTo>
                  <a:pt x="1910602" y="106403"/>
                </a:lnTo>
                <a:lnTo>
                  <a:pt x="1910605" y="106068"/>
                </a:lnTo>
                <a:lnTo>
                  <a:pt x="1910615" y="105737"/>
                </a:lnTo>
                <a:lnTo>
                  <a:pt x="1910630" y="105409"/>
                </a:lnTo>
                <a:lnTo>
                  <a:pt x="1910652" y="105085"/>
                </a:lnTo>
                <a:lnTo>
                  <a:pt x="1910679" y="104765"/>
                </a:lnTo>
                <a:lnTo>
                  <a:pt x="1910713" y="104447"/>
                </a:lnTo>
                <a:lnTo>
                  <a:pt x="1910753" y="104134"/>
                </a:lnTo>
                <a:lnTo>
                  <a:pt x="1910800" y="103824"/>
                </a:lnTo>
                <a:lnTo>
                  <a:pt x="1910852" y="103517"/>
                </a:lnTo>
                <a:lnTo>
                  <a:pt x="1910911" y="103214"/>
                </a:lnTo>
                <a:lnTo>
                  <a:pt x="1910975" y="102914"/>
                </a:lnTo>
                <a:lnTo>
                  <a:pt x="1911046" y="102618"/>
                </a:lnTo>
                <a:lnTo>
                  <a:pt x="1911123" y="102326"/>
                </a:lnTo>
                <a:lnTo>
                  <a:pt x="1911207" y="102037"/>
                </a:lnTo>
                <a:lnTo>
                  <a:pt x="1911296" y="101751"/>
                </a:lnTo>
                <a:lnTo>
                  <a:pt x="1911392" y="101469"/>
                </a:lnTo>
                <a:lnTo>
                  <a:pt x="1911493" y="101191"/>
                </a:lnTo>
                <a:lnTo>
                  <a:pt x="1911601" y="100915"/>
                </a:lnTo>
                <a:lnTo>
                  <a:pt x="1911715" y="100644"/>
                </a:lnTo>
                <a:lnTo>
                  <a:pt x="1911836" y="100376"/>
                </a:lnTo>
                <a:lnTo>
                  <a:pt x="1911962" y="100111"/>
                </a:lnTo>
                <a:lnTo>
                  <a:pt x="1912095" y="99850"/>
                </a:lnTo>
                <a:lnTo>
                  <a:pt x="1912233" y="99593"/>
                </a:lnTo>
                <a:lnTo>
                  <a:pt x="1912378" y="99339"/>
                </a:lnTo>
                <a:lnTo>
                  <a:pt x="1912529" y="99088"/>
                </a:lnTo>
                <a:lnTo>
                  <a:pt x="1912686" y="98841"/>
                </a:lnTo>
                <a:lnTo>
                  <a:pt x="1912848" y="98598"/>
                </a:lnTo>
                <a:lnTo>
                  <a:pt x="1913015" y="98358"/>
                </a:lnTo>
                <a:lnTo>
                  <a:pt x="1913189" y="98121"/>
                </a:lnTo>
                <a:lnTo>
                  <a:pt x="1913367" y="97888"/>
                </a:lnTo>
                <a:lnTo>
                  <a:pt x="1913552" y="97659"/>
                </a:lnTo>
                <a:lnTo>
                  <a:pt x="1913742" y="97433"/>
                </a:lnTo>
                <a:lnTo>
                  <a:pt x="1913938" y="97210"/>
                </a:lnTo>
                <a:lnTo>
                  <a:pt x="1914139" y="96991"/>
                </a:lnTo>
                <a:lnTo>
                  <a:pt x="1914346" y="96776"/>
                </a:lnTo>
                <a:lnTo>
                  <a:pt x="1914558" y="96564"/>
                </a:lnTo>
                <a:lnTo>
                  <a:pt x="1914776" y="96355"/>
                </a:lnTo>
                <a:lnTo>
                  <a:pt x="1915000" y="96150"/>
                </a:lnTo>
                <a:lnTo>
                  <a:pt x="1915229" y="95949"/>
                </a:lnTo>
                <a:lnTo>
                  <a:pt x="1915464" y="95751"/>
                </a:lnTo>
                <a:lnTo>
                  <a:pt x="1915705" y="95556"/>
                </a:lnTo>
                <a:lnTo>
                  <a:pt x="1915951" y="95365"/>
                </a:lnTo>
                <a:lnTo>
                  <a:pt x="1916202" y="95178"/>
                </a:lnTo>
                <a:lnTo>
                  <a:pt x="1916460" y="94994"/>
                </a:lnTo>
                <a:lnTo>
                  <a:pt x="1916723" y="94813"/>
                </a:lnTo>
                <a:lnTo>
                  <a:pt x="1916991" y="94636"/>
                </a:lnTo>
                <a:lnTo>
                  <a:pt x="1917265" y="94463"/>
                </a:lnTo>
                <a:lnTo>
                  <a:pt x="1917545" y="94293"/>
                </a:lnTo>
                <a:lnTo>
                  <a:pt x="1917831" y="94127"/>
                </a:lnTo>
                <a:lnTo>
                  <a:pt x="1918121" y="93964"/>
                </a:lnTo>
                <a:lnTo>
                  <a:pt x="1918418" y="93804"/>
                </a:lnTo>
                <a:lnTo>
                  <a:pt x="1918720" y="93648"/>
                </a:lnTo>
                <a:lnTo>
                  <a:pt x="1919028" y="93496"/>
                </a:lnTo>
                <a:lnTo>
                  <a:pt x="1919341" y="93347"/>
                </a:lnTo>
                <a:lnTo>
                  <a:pt x="1919660" y="93202"/>
                </a:lnTo>
                <a:lnTo>
                  <a:pt x="1919985" y="93060"/>
                </a:lnTo>
                <a:lnTo>
                  <a:pt x="1920315" y="92921"/>
                </a:lnTo>
                <a:lnTo>
                  <a:pt x="1920651" y="92786"/>
                </a:lnTo>
                <a:lnTo>
                  <a:pt x="1920992" y="92655"/>
                </a:lnTo>
                <a:lnTo>
                  <a:pt x="1921339" y="92527"/>
                </a:lnTo>
                <a:lnTo>
                  <a:pt x="1921692" y="92403"/>
                </a:lnTo>
                <a:lnTo>
                  <a:pt x="1922050" y="92282"/>
                </a:lnTo>
                <a:lnTo>
                  <a:pt x="1922414" y="92164"/>
                </a:lnTo>
                <a:lnTo>
                  <a:pt x="1922784" y="92051"/>
                </a:lnTo>
                <a:lnTo>
                  <a:pt x="1923159" y="91940"/>
                </a:lnTo>
                <a:lnTo>
                  <a:pt x="1923539" y="91833"/>
                </a:lnTo>
                <a:lnTo>
                  <a:pt x="1923926" y="91730"/>
                </a:lnTo>
                <a:lnTo>
                  <a:pt x="1924318" y="91630"/>
                </a:lnTo>
                <a:lnTo>
                  <a:pt x="1924715" y="91534"/>
                </a:lnTo>
                <a:lnTo>
                  <a:pt x="1925118" y="91441"/>
                </a:lnTo>
                <a:lnTo>
                  <a:pt x="1925527" y="91352"/>
                </a:lnTo>
                <a:lnTo>
                  <a:pt x="1925941" y="91266"/>
                </a:lnTo>
                <a:lnTo>
                  <a:pt x="1926361" y="91183"/>
                </a:lnTo>
                <a:lnTo>
                  <a:pt x="1926785" y="91105"/>
                </a:lnTo>
                <a:lnTo>
                  <a:pt x="1927214" y="91029"/>
                </a:lnTo>
                <a:lnTo>
                  <a:pt x="1927648" y="90957"/>
                </a:lnTo>
                <a:lnTo>
                  <a:pt x="1928086" y="90889"/>
                </a:lnTo>
                <a:lnTo>
                  <a:pt x="1928530" y="90824"/>
                </a:lnTo>
                <a:lnTo>
                  <a:pt x="1928978" y="90763"/>
                </a:lnTo>
                <a:lnTo>
                  <a:pt x="1929430" y="90705"/>
                </a:lnTo>
                <a:lnTo>
                  <a:pt x="1929888" y="90651"/>
                </a:lnTo>
                <a:lnTo>
                  <a:pt x="1930350" y="90600"/>
                </a:lnTo>
                <a:lnTo>
                  <a:pt x="1930818" y="90553"/>
                </a:lnTo>
                <a:lnTo>
                  <a:pt x="1931289" y="90509"/>
                </a:lnTo>
                <a:lnTo>
                  <a:pt x="1931766" y="90469"/>
                </a:lnTo>
                <a:lnTo>
                  <a:pt x="1932248" y="90432"/>
                </a:lnTo>
                <a:lnTo>
                  <a:pt x="1932734" y="90398"/>
                </a:lnTo>
                <a:lnTo>
                  <a:pt x="1933225" y="90369"/>
                </a:lnTo>
                <a:lnTo>
                  <a:pt x="1933721" y="90342"/>
                </a:lnTo>
                <a:lnTo>
                  <a:pt x="1934221" y="90320"/>
                </a:lnTo>
                <a:lnTo>
                  <a:pt x="1934726" y="90300"/>
                </a:lnTo>
                <a:lnTo>
                  <a:pt x="1935236" y="90285"/>
                </a:lnTo>
                <a:lnTo>
                  <a:pt x="1935751" y="90272"/>
                </a:lnTo>
                <a:lnTo>
                  <a:pt x="1936271" y="90264"/>
                </a:lnTo>
                <a:lnTo>
                  <a:pt x="1936795" y="90258"/>
                </a:lnTo>
                <a:lnTo>
                  <a:pt x="1937324" y="90257"/>
                </a:lnTo>
                <a:lnTo>
                  <a:pt x="1949676" y="90257"/>
                </a:lnTo>
                <a:lnTo>
                  <a:pt x="1949676" y="108193"/>
                </a:lnTo>
                <a:lnTo>
                  <a:pt x="1949532" y="108475"/>
                </a:lnTo>
                <a:lnTo>
                  <a:pt x="1949348" y="108818"/>
                </a:lnTo>
                <a:close/>
                <a:moveTo>
                  <a:pt x="1802846" y="83449"/>
                </a:moveTo>
                <a:lnTo>
                  <a:pt x="1802813" y="82705"/>
                </a:lnTo>
                <a:lnTo>
                  <a:pt x="1802773" y="81966"/>
                </a:lnTo>
                <a:lnTo>
                  <a:pt x="1802726" y="81233"/>
                </a:lnTo>
                <a:lnTo>
                  <a:pt x="1802671" y="80504"/>
                </a:lnTo>
                <a:lnTo>
                  <a:pt x="1802609" y="79780"/>
                </a:lnTo>
                <a:lnTo>
                  <a:pt x="1802540" y="79060"/>
                </a:lnTo>
                <a:lnTo>
                  <a:pt x="1802463" y="78346"/>
                </a:lnTo>
                <a:lnTo>
                  <a:pt x="1802380" y="77637"/>
                </a:lnTo>
                <a:lnTo>
                  <a:pt x="1802288" y="76932"/>
                </a:lnTo>
                <a:lnTo>
                  <a:pt x="1802190" y="76233"/>
                </a:lnTo>
                <a:lnTo>
                  <a:pt x="1802084" y="75538"/>
                </a:lnTo>
                <a:lnTo>
                  <a:pt x="1801971" y="74848"/>
                </a:lnTo>
                <a:lnTo>
                  <a:pt x="1801851" y="74163"/>
                </a:lnTo>
                <a:lnTo>
                  <a:pt x="1801724" y="73483"/>
                </a:lnTo>
                <a:lnTo>
                  <a:pt x="1801589" y="72808"/>
                </a:lnTo>
                <a:lnTo>
                  <a:pt x="1801447" y="72138"/>
                </a:lnTo>
                <a:lnTo>
                  <a:pt x="1801297" y="71473"/>
                </a:lnTo>
                <a:lnTo>
                  <a:pt x="1801141" y="70812"/>
                </a:lnTo>
                <a:lnTo>
                  <a:pt x="1800977" y="70157"/>
                </a:lnTo>
                <a:lnTo>
                  <a:pt x="1800805" y="69506"/>
                </a:lnTo>
                <a:lnTo>
                  <a:pt x="1800626" y="68862"/>
                </a:lnTo>
                <a:lnTo>
                  <a:pt x="1800440" y="68224"/>
                </a:lnTo>
                <a:lnTo>
                  <a:pt x="1800245" y="67593"/>
                </a:lnTo>
                <a:lnTo>
                  <a:pt x="1800043" y="66970"/>
                </a:lnTo>
                <a:lnTo>
                  <a:pt x="1799833" y="66353"/>
                </a:lnTo>
                <a:lnTo>
                  <a:pt x="1799615" y="65743"/>
                </a:lnTo>
                <a:lnTo>
                  <a:pt x="1799389" y="65141"/>
                </a:lnTo>
                <a:lnTo>
                  <a:pt x="1799155" y="64545"/>
                </a:lnTo>
                <a:lnTo>
                  <a:pt x="1798913" y="63956"/>
                </a:lnTo>
                <a:lnTo>
                  <a:pt x="1798664" y="63375"/>
                </a:lnTo>
                <a:lnTo>
                  <a:pt x="1798406" y="62800"/>
                </a:lnTo>
                <a:lnTo>
                  <a:pt x="1798141" y="62232"/>
                </a:lnTo>
                <a:lnTo>
                  <a:pt x="1797868" y="61672"/>
                </a:lnTo>
                <a:lnTo>
                  <a:pt x="1797587" y="61118"/>
                </a:lnTo>
                <a:lnTo>
                  <a:pt x="1797299" y="60571"/>
                </a:lnTo>
                <a:lnTo>
                  <a:pt x="1797002" y="60032"/>
                </a:lnTo>
                <a:lnTo>
                  <a:pt x="1796698" y="59499"/>
                </a:lnTo>
                <a:lnTo>
                  <a:pt x="1796385" y="58973"/>
                </a:lnTo>
                <a:lnTo>
                  <a:pt x="1796065" y="58455"/>
                </a:lnTo>
                <a:lnTo>
                  <a:pt x="1795737" y="57943"/>
                </a:lnTo>
                <a:lnTo>
                  <a:pt x="1795401" y="57438"/>
                </a:lnTo>
                <a:lnTo>
                  <a:pt x="1795058" y="56941"/>
                </a:lnTo>
                <a:lnTo>
                  <a:pt x="1794706" y="56450"/>
                </a:lnTo>
                <a:lnTo>
                  <a:pt x="1794347" y="55966"/>
                </a:lnTo>
                <a:lnTo>
                  <a:pt x="1793979" y="55491"/>
                </a:lnTo>
                <a:lnTo>
                  <a:pt x="1793603" y="55024"/>
                </a:lnTo>
                <a:lnTo>
                  <a:pt x="1793219" y="54565"/>
                </a:lnTo>
                <a:lnTo>
                  <a:pt x="1792825" y="54116"/>
                </a:lnTo>
                <a:lnTo>
                  <a:pt x="1792424" y="53676"/>
                </a:lnTo>
                <a:lnTo>
                  <a:pt x="1792013" y="53244"/>
                </a:lnTo>
                <a:lnTo>
                  <a:pt x="1791594" y="52821"/>
                </a:lnTo>
                <a:lnTo>
                  <a:pt x="1791167" y="52407"/>
                </a:lnTo>
                <a:lnTo>
                  <a:pt x="1790731" y="52002"/>
                </a:lnTo>
                <a:lnTo>
                  <a:pt x="1790287" y="51605"/>
                </a:lnTo>
                <a:lnTo>
                  <a:pt x="1789833" y="51218"/>
                </a:lnTo>
                <a:lnTo>
                  <a:pt x="1789372" y="50839"/>
                </a:lnTo>
                <a:lnTo>
                  <a:pt x="1788902" y="50469"/>
                </a:lnTo>
                <a:lnTo>
                  <a:pt x="1788423" y="50107"/>
                </a:lnTo>
                <a:lnTo>
                  <a:pt x="1787936" y="49755"/>
                </a:lnTo>
                <a:lnTo>
                  <a:pt x="1787440" y="49411"/>
                </a:lnTo>
                <a:lnTo>
                  <a:pt x="1786936" y="49077"/>
                </a:lnTo>
                <a:lnTo>
                  <a:pt x="1786423" y="48751"/>
                </a:lnTo>
                <a:lnTo>
                  <a:pt x="1785901" y="48434"/>
                </a:lnTo>
                <a:lnTo>
                  <a:pt x="1785371" y="48125"/>
                </a:lnTo>
                <a:lnTo>
                  <a:pt x="1784833" y="47826"/>
                </a:lnTo>
                <a:lnTo>
                  <a:pt x="1784286" y="47535"/>
                </a:lnTo>
                <a:lnTo>
                  <a:pt x="1783730" y="47253"/>
                </a:lnTo>
                <a:lnTo>
                  <a:pt x="1783166" y="46980"/>
                </a:lnTo>
                <a:lnTo>
                  <a:pt x="1782593" y="46717"/>
                </a:lnTo>
                <a:lnTo>
                  <a:pt x="1782011" y="46465"/>
                </a:lnTo>
                <a:lnTo>
                  <a:pt x="1781421" y="46224"/>
                </a:lnTo>
                <a:lnTo>
                  <a:pt x="1780821" y="45995"/>
                </a:lnTo>
                <a:lnTo>
                  <a:pt x="1780213" y="45777"/>
                </a:lnTo>
                <a:lnTo>
                  <a:pt x="1779596" y="45569"/>
                </a:lnTo>
                <a:lnTo>
                  <a:pt x="1778970" y="45374"/>
                </a:lnTo>
                <a:lnTo>
                  <a:pt x="1778335" y="45189"/>
                </a:lnTo>
                <a:lnTo>
                  <a:pt x="1777692" y="45015"/>
                </a:lnTo>
                <a:lnTo>
                  <a:pt x="1777039" y="44853"/>
                </a:lnTo>
                <a:lnTo>
                  <a:pt x="1776378" y="44702"/>
                </a:lnTo>
                <a:lnTo>
                  <a:pt x="1775708" y="44562"/>
                </a:lnTo>
                <a:lnTo>
                  <a:pt x="1775029" y="44433"/>
                </a:lnTo>
                <a:lnTo>
                  <a:pt x="1774342" y="44316"/>
                </a:lnTo>
                <a:lnTo>
                  <a:pt x="1773645" y="44209"/>
                </a:lnTo>
                <a:lnTo>
                  <a:pt x="1772940" y="44114"/>
                </a:lnTo>
                <a:lnTo>
                  <a:pt x="1772226" y="44030"/>
                </a:lnTo>
                <a:lnTo>
                  <a:pt x="1771503" y="43957"/>
                </a:lnTo>
                <a:lnTo>
                  <a:pt x="1770771" y="43896"/>
                </a:lnTo>
                <a:lnTo>
                  <a:pt x="1770030" y="43845"/>
                </a:lnTo>
                <a:lnTo>
                  <a:pt x="1769281" y="43806"/>
                </a:lnTo>
                <a:lnTo>
                  <a:pt x="1768522" y="43778"/>
                </a:lnTo>
                <a:lnTo>
                  <a:pt x="1767755" y="43761"/>
                </a:lnTo>
                <a:lnTo>
                  <a:pt x="1766979" y="43756"/>
                </a:lnTo>
                <a:lnTo>
                  <a:pt x="1766368" y="43761"/>
                </a:lnTo>
                <a:lnTo>
                  <a:pt x="1765758" y="43777"/>
                </a:lnTo>
                <a:lnTo>
                  <a:pt x="1765150" y="43803"/>
                </a:lnTo>
                <a:lnTo>
                  <a:pt x="1764544" y="43839"/>
                </a:lnTo>
                <a:lnTo>
                  <a:pt x="1763939" y="43886"/>
                </a:lnTo>
                <a:lnTo>
                  <a:pt x="1763336" y="43943"/>
                </a:lnTo>
                <a:lnTo>
                  <a:pt x="1762735" y="44010"/>
                </a:lnTo>
                <a:lnTo>
                  <a:pt x="1762135" y="44088"/>
                </a:lnTo>
                <a:lnTo>
                  <a:pt x="1761538" y="44176"/>
                </a:lnTo>
                <a:lnTo>
                  <a:pt x="1760941" y="44274"/>
                </a:lnTo>
                <a:lnTo>
                  <a:pt x="1760347" y="44383"/>
                </a:lnTo>
                <a:lnTo>
                  <a:pt x="1759754" y="44503"/>
                </a:lnTo>
                <a:lnTo>
                  <a:pt x="1759163" y="44632"/>
                </a:lnTo>
                <a:lnTo>
                  <a:pt x="1758573" y="44772"/>
                </a:lnTo>
                <a:lnTo>
                  <a:pt x="1757985" y="44923"/>
                </a:lnTo>
                <a:lnTo>
                  <a:pt x="1757399" y="45083"/>
                </a:lnTo>
                <a:lnTo>
                  <a:pt x="1756815" y="45255"/>
                </a:lnTo>
                <a:lnTo>
                  <a:pt x="1756232" y="45436"/>
                </a:lnTo>
                <a:lnTo>
                  <a:pt x="1755651" y="45628"/>
                </a:lnTo>
                <a:lnTo>
                  <a:pt x="1755072" y="45830"/>
                </a:lnTo>
                <a:lnTo>
                  <a:pt x="1754494" y="46043"/>
                </a:lnTo>
                <a:lnTo>
                  <a:pt x="1753918" y="46266"/>
                </a:lnTo>
                <a:lnTo>
                  <a:pt x="1753343" y="46499"/>
                </a:lnTo>
                <a:lnTo>
                  <a:pt x="1752771" y="46743"/>
                </a:lnTo>
                <a:lnTo>
                  <a:pt x="1752201" y="46997"/>
                </a:lnTo>
                <a:lnTo>
                  <a:pt x="1751637" y="47260"/>
                </a:lnTo>
                <a:lnTo>
                  <a:pt x="1751078" y="47534"/>
                </a:lnTo>
                <a:lnTo>
                  <a:pt x="1750524" y="47817"/>
                </a:lnTo>
                <a:lnTo>
                  <a:pt x="1749975" y="48110"/>
                </a:lnTo>
                <a:lnTo>
                  <a:pt x="1749431" y="48413"/>
                </a:lnTo>
                <a:lnTo>
                  <a:pt x="1748891" y="48726"/>
                </a:lnTo>
                <a:lnTo>
                  <a:pt x="1748357" y="49048"/>
                </a:lnTo>
                <a:lnTo>
                  <a:pt x="1747829" y="49380"/>
                </a:lnTo>
                <a:lnTo>
                  <a:pt x="1747305" y="49723"/>
                </a:lnTo>
                <a:lnTo>
                  <a:pt x="1746786" y="50075"/>
                </a:lnTo>
                <a:lnTo>
                  <a:pt x="1746272" y="50436"/>
                </a:lnTo>
                <a:lnTo>
                  <a:pt x="1745763" y="50808"/>
                </a:lnTo>
                <a:lnTo>
                  <a:pt x="1745259" y="51189"/>
                </a:lnTo>
                <a:lnTo>
                  <a:pt x="1744761" y="51580"/>
                </a:lnTo>
                <a:lnTo>
                  <a:pt x="1744267" y="51981"/>
                </a:lnTo>
                <a:lnTo>
                  <a:pt x="1743779" y="52392"/>
                </a:lnTo>
                <a:lnTo>
                  <a:pt x="1743295" y="52813"/>
                </a:lnTo>
                <a:lnTo>
                  <a:pt x="1742817" y="53243"/>
                </a:lnTo>
                <a:lnTo>
                  <a:pt x="1742343" y="53683"/>
                </a:lnTo>
                <a:lnTo>
                  <a:pt x="1741875" y="54133"/>
                </a:lnTo>
                <a:lnTo>
                  <a:pt x="1741411" y="54593"/>
                </a:lnTo>
                <a:lnTo>
                  <a:pt x="1740953" y="55063"/>
                </a:lnTo>
                <a:lnTo>
                  <a:pt x="1740500" y="55542"/>
                </a:lnTo>
                <a:lnTo>
                  <a:pt x="1740053" y="56031"/>
                </a:lnTo>
                <a:lnTo>
                  <a:pt x="1739614" y="56529"/>
                </a:lnTo>
                <a:lnTo>
                  <a:pt x="1739183" y="57035"/>
                </a:lnTo>
                <a:lnTo>
                  <a:pt x="1738760" y="57551"/>
                </a:lnTo>
                <a:lnTo>
                  <a:pt x="1738344" y="58075"/>
                </a:lnTo>
                <a:lnTo>
                  <a:pt x="1737937" y="58608"/>
                </a:lnTo>
                <a:lnTo>
                  <a:pt x="1737537" y="59150"/>
                </a:lnTo>
                <a:lnTo>
                  <a:pt x="1737145" y="59700"/>
                </a:lnTo>
                <a:lnTo>
                  <a:pt x="1736761" y="60260"/>
                </a:lnTo>
                <a:lnTo>
                  <a:pt x="1736385" y="60828"/>
                </a:lnTo>
                <a:lnTo>
                  <a:pt x="1736016" y="61405"/>
                </a:lnTo>
                <a:lnTo>
                  <a:pt x="1735656" y="61991"/>
                </a:lnTo>
                <a:lnTo>
                  <a:pt x="1735303" y="62586"/>
                </a:lnTo>
                <a:lnTo>
                  <a:pt x="1734958" y="63189"/>
                </a:lnTo>
                <a:lnTo>
                  <a:pt x="1734622" y="63802"/>
                </a:lnTo>
                <a:lnTo>
                  <a:pt x="1734292" y="64423"/>
                </a:lnTo>
                <a:lnTo>
                  <a:pt x="1733971" y="65053"/>
                </a:lnTo>
                <a:lnTo>
                  <a:pt x="1733658" y="65692"/>
                </a:lnTo>
                <a:lnTo>
                  <a:pt x="1733352" y="66340"/>
                </a:lnTo>
                <a:lnTo>
                  <a:pt x="1733055" y="66996"/>
                </a:lnTo>
                <a:lnTo>
                  <a:pt x="1732765" y="67662"/>
                </a:lnTo>
                <a:lnTo>
                  <a:pt x="1732483" y="68336"/>
                </a:lnTo>
                <a:lnTo>
                  <a:pt x="1732209" y="69019"/>
                </a:lnTo>
                <a:lnTo>
                  <a:pt x="1731942" y="69711"/>
                </a:lnTo>
                <a:lnTo>
                  <a:pt x="1731685" y="70411"/>
                </a:lnTo>
                <a:lnTo>
                  <a:pt x="1731439" y="71119"/>
                </a:lnTo>
                <a:lnTo>
                  <a:pt x="1731204" y="71836"/>
                </a:lnTo>
                <a:lnTo>
                  <a:pt x="1730980" y="72560"/>
                </a:lnTo>
                <a:lnTo>
                  <a:pt x="1730767" y="73292"/>
                </a:lnTo>
                <a:lnTo>
                  <a:pt x="1730565" y="74032"/>
                </a:lnTo>
                <a:lnTo>
                  <a:pt x="1730374" y="74781"/>
                </a:lnTo>
                <a:lnTo>
                  <a:pt x="1730193" y="75537"/>
                </a:lnTo>
                <a:lnTo>
                  <a:pt x="1730024" y="76301"/>
                </a:lnTo>
                <a:lnTo>
                  <a:pt x="1729865" y="77073"/>
                </a:lnTo>
                <a:lnTo>
                  <a:pt x="1729718" y="77853"/>
                </a:lnTo>
                <a:lnTo>
                  <a:pt x="1729581" y="78641"/>
                </a:lnTo>
                <a:lnTo>
                  <a:pt x="1729455" y="79438"/>
                </a:lnTo>
                <a:lnTo>
                  <a:pt x="1729340" y="80242"/>
                </a:lnTo>
                <a:lnTo>
                  <a:pt x="1729237" y="81054"/>
                </a:lnTo>
                <a:lnTo>
                  <a:pt x="1729144" y="81874"/>
                </a:lnTo>
                <a:lnTo>
                  <a:pt x="1729062" y="82702"/>
                </a:lnTo>
                <a:lnTo>
                  <a:pt x="1728991" y="83538"/>
                </a:lnTo>
                <a:lnTo>
                  <a:pt x="1728930" y="84382"/>
                </a:lnTo>
                <a:lnTo>
                  <a:pt x="1728881" y="85234"/>
                </a:lnTo>
                <a:lnTo>
                  <a:pt x="1728843" y="86095"/>
                </a:lnTo>
                <a:lnTo>
                  <a:pt x="1728816" y="86963"/>
                </a:lnTo>
                <a:lnTo>
                  <a:pt x="1728799" y="87839"/>
                </a:lnTo>
                <a:lnTo>
                  <a:pt x="1728794" y="88723"/>
                </a:lnTo>
                <a:lnTo>
                  <a:pt x="1728794" y="92113"/>
                </a:lnTo>
                <a:lnTo>
                  <a:pt x="1728799" y="92878"/>
                </a:lnTo>
                <a:lnTo>
                  <a:pt x="1728813" y="93637"/>
                </a:lnTo>
                <a:lnTo>
                  <a:pt x="1728838" y="94391"/>
                </a:lnTo>
                <a:lnTo>
                  <a:pt x="1728872" y="95141"/>
                </a:lnTo>
                <a:lnTo>
                  <a:pt x="1728916" y="95885"/>
                </a:lnTo>
                <a:lnTo>
                  <a:pt x="1728970" y="96624"/>
                </a:lnTo>
                <a:lnTo>
                  <a:pt x="1729034" y="97358"/>
                </a:lnTo>
                <a:lnTo>
                  <a:pt x="1729108" y="98087"/>
                </a:lnTo>
                <a:lnTo>
                  <a:pt x="1729191" y="98811"/>
                </a:lnTo>
                <a:lnTo>
                  <a:pt x="1729284" y="99530"/>
                </a:lnTo>
                <a:lnTo>
                  <a:pt x="1729387" y="100244"/>
                </a:lnTo>
                <a:lnTo>
                  <a:pt x="1729500" y="100953"/>
                </a:lnTo>
                <a:lnTo>
                  <a:pt x="1729623" y="101657"/>
                </a:lnTo>
                <a:lnTo>
                  <a:pt x="1729755" y="102356"/>
                </a:lnTo>
                <a:lnTo>
                  <a:pt x="1729898" y="103050"/>
                </a:lnTo>
                <a:lnTo>
                  <a:pt x="1730050" y="103739"/>
                </a:lnTo>
                <a:lnTo>
                  <a:pt x="1730212" y="104422"/>
                </a:lnTo>
                <a:lnTo>
                  <a:pt x="1730383" y="105101"/>
                </a:lnTo>
                <a:lnTo>
                  <a:pt x="1730565" y="105774"/>
                </a:lnTo>
                <a:lnTo>
                  <a:pt x="1730756" y="106443"/>
                </a:lnTo>
                <a:lnTo>
                  <a:pt x="1730957" y="107106"/>
                </a:lnTo>
                <a:lnTo>
                  <a:pt x="1731168" y="107765"/>
                </a:lnTo>
                <a:lnTo>
                  <a:pt x="1731389" y="108418"/>
                </a:lnTo>
                <a:lnTo>
                  <a:pt x="1731619" y="109067"/>
                </a:lnTo>
                <a:lnTo>
                  <a:pt x="1731859" y="109709"/>
                </a:lnTo>
                <a:lnTo>
                  <a:pt x="1732107" y="110344"/>
                </a:lnTo>
                <a:lnTo>
                  <a:pt x="1732364" y="110971"/>
                </a:lnTo>
                <a:lnTo>
                  <a:pt x="1732630" y="111592"/>
                </a:lnTo>
                <a:lnTo>
                  <a:pt x="1732904" y="112205"/>
                </a:lnTo>
                <a:lnTo>
                  <a:pt x="1733186" y="112811"/>
                </a:lnTo>
                <a:lnTo>
                  <a:pt x="1733477" y="113409"/>
                </a:lnTo>
                <a:lnTo>
                  <a:pt x="1733777" y="114000"/>
                </a:lnTo>
                <a:lnTo>
                  <a:pt x="1734085" y="114584"/>
                </a:lnTo>
                <a:lnTo>
                  <a:pt x="1734402" y="115161"/>
                </a:lnTo>
                <a:lnTo>
                  <a:pt x="1734727" y="115730"/>
                </a:lnTo>
                <a:lnTo>
                  <a:pt x="1735061" y="116292"/>
                </a:lnTo>
                <a:lnTo>
                  <a:pt x="1735403" y="116847"/>
                </a:lnTo>
                <a:lnTo>
                  <a:pt x="1735754" y="117394"/>
                </a:lnTo>
                <a:lnTo>
                  <a:pt x="1736113" y="117934"/>
                </a:lnTo>
                <a:lnTo>
                  <a:pt x="1736481" y="118467"/>
                </a:lnTo>
                <a:lnTo>
                  <a:pt x="1736858" y="118993"/>
                </a:lnTo>
                <a:lnTo>
                  <a:pt x="1737243" y="119511"/>
                </a:lnTo>
                <a:lnTo>
                  <a:pt x="1737636" y="120022"/>
                </a:lnTo>
                <a:lnTo>
                  <a:pt x="1738039" y="120526"/>
                </a:lnTo>
                <a:lnTo>
                  <a:pt x="1738449" y="121022"/>
                </a:lnTo>
                <a:lnTo>
                  <a:pt x="1738869" y="121512"/>
                </a:lnTo>
                <a:lnTo>
                  <a:pt x="1739296" y="121993"/>
                </a:lnTo>
                <a:lnTo>
                  <a:pt x="1739733" y="122468"/>
                </a:lnTo>
                <a:lnTo>
                  <a:pt x="1740177" y="122934"/>
                </a:lnTo>
                <a:lnTo>
                  <a:pt x="1740629" y="123392"/>
                </a:lnTo>
                <a:lnTo>
                  <a:pt x="1741088" y="123841"/>
                </a:lnTo>
                <a:lnTo>
                  <a:pt x="1741554" y="124281"/>
                </a:lnTo>
                <a:lnTo>
                  <a:pt x="1742027" y="124712"/>
                </a:lnTo>
                <a:lnTo>
                  <a:pt x="1742508" y="125135"/>
                </a:lnTo>
                <a:lnTo>
                  <a:pt x="1742996" y="125548"/>
                </a:lnTo>
                <a:lnTo>
                  <a:pt x="1743491" y="125953"/>
                </a:lnTo>
                <a:lnTo>
                  <a:pt x="1743994" y="126349"/>
                </a:lnTo>
                <a:lnTo>
                  <a:pt x="1744504" y="126736"/>
                </a:lnTo>
                <a:lnTo>
                  <a:pt x="1745021" y="127114"/>
                </a:lnTo>
                <a:lnTo>
                  <a:pt x="1745545" y="127483"/>
                </a:lnTo>
                <a:lnTo>
                  <a:pt x="1746077" y="127844"/>
                </a:lnTo>
                <a:lnTo>
                  <a:pt x="1746616" y="128196"/>
                </a:lnTo>
                <a:lnTo>
                  <a:pt x="1747163" y="128539"/>
                </a:lnTo>
                <a:lnTo>
                  <a:pt x="1747716" y="128873"/>
                </a:lnTo>
                <a:lnTo>
                  <a:pt x="1748277" y="129198"/>
                </a:lnTo>
                <a:lnTo>
                  <a:pt x="1748845" y="129514"/>
                </a:lnTo>
                <a:lnTo>
                  <a:pt x="1749421" y="129822"/>
                </a:lnTo>
                <a:lnTo>
                  <a:pt x="1750003" y="130121"/>
                </a:lnTo>
                <a:lnTo>
                  <a:pt x="1750594" y="130410"/>
                </a:lnTo>
                <a:lnTo>
                  <a:pt x="1751191" y="130692"/>
                </a:lnTo>
                <a:lnTo>
                  <a:pt x="1751796" y="130964"/>
                </a:lnTo>
                <a:lnTo>
                  <a:pt x="1752407" y="131227"/>
                </a:lnTo>
                <a:lnTo>
                  <a:pt x="1753026" y="131481"/>
                </a:lnTo>
                <a:lnTo>
                  <a:pt x="1753651" y="131724"/>
                </a:lnTo>
                <a:lnTo>
                  <a:pt x="1754281" y="131956"/>
                </a:lnTo>
                <a:lnTo>
                  <a:pt x="1754918" y="132177"/>
                </a:lnTo>
                <a:lnTo>
                  <a:pt x="1755561" y="132387"/>
                </a:lnTo>
                <a:lnTo>
                  <a:pt x="1756209" y="132587"/>
                </a:lnTo>
                <a:lnTo>
                  <a:pt x="1756864" y="132776"/>
                </a:lnTo>
                <a:lnTo>
                  <a:pt x="1757525" y="132954"/>
                </a:lnTo>
                <a:lnTo>
                  <a:pt x="1758192" y="133121"/>
                </a:lnTo>
                <a:lnTo>
                  <a:pt x="1758864" y="133278"/>
                </a:lnTo>
                <a:lnTo>
                  <a:pt x="1759543" y="133423"/>
                </a:lnTo>
                <a:lnTo>
                  <a:pt x="1760228" y="133558"/>
                </a:lnTo>
                <a:lnTo>
                  <a:pt x="1760919" y="133682"/>
                </a:lnTo>
                <a:lnTo>
                  <a:pt x="1761616" y="133796"/>
                </a:lnTo>
                <a:lnTo>
                  <a:pt x="1762319" y="133898"/>
                </a:lnTo>
                <a:lnTo>
                  <a:pt x="1763028" y="133990"/>
                </a:lnTo>
                <a:lnTo>
                  <a:pt x="1763743" y="134071"/>
                </a:lnTo>
                <a:lnTo>
                  <a:pt x="1764464" y="134141"/>
                </a:lnTo>
                <a:lnTo>
                  <a:pt x="1765191" y="134200"/>
                </a:lnTo>
                <a:lnTo>
                  <a:pt x="1765924" y="134249"/>
                </a:lnTo>
                <a:lnTo>
                  <a:pt x="1766663" y="134287"/>
                </a:lnTo>
                <a:lnTo>
                  <a:pt x="1767408" y="134314"/>
                </a:lnTo>
                <a:lnTo>
                  <a:pt x="1768160" y="134330"/>
                </a:lnTo>
                <a:lnTo>
                  <a:pt x="1768917" y="134335"/>
                </a:lnTo>
                <a:lnTo>
                  <a:pt x="1769633" y="134331"/>
                </a:lnTo>
                <a:lnTo>
                  <a:pt x="1770341" y="134319"/>
                </a:lnTo>
                <a:lnTo>
                  <a:pt x="1771040" y="134297"/>
                </a:lnTo>
                <a:lnTo>
                  <a:pt x="1771732" y="134268"/>
                </a:lnTo>
                <a:lnTo>
                  <a:pt x="1772416" y="134230"/>
                </a:lnTo>
                <a:lnTo>
                  <a:pt x="1773092" y="134184"/>
                </a:lnTo>
                <a:lnTo>
                  <a:pt x="1773760" y="134129"/>
                </a:lnTo>
                <a:lnTo>
                  <a:pt x="1774420" y="134066"/>
                </a:lnTo>
                <a:lnTo>
                  <a:pt x="1775072" y="133995"/>
                </a:lnTo>
                <a:lnTo>
                  <a:pt x="1775716" y="133915"/>
                </a:lnTo>
                <a:lnTo>
                  <a:pt x="1776352" y="133827"/>
                </a:lnTo>
                <a:lnTo>
                  <a:pt x="1776980" y="133730"/>
                </a:lnTo>
                <a:lnTo>
                  <a:pt x="1777600" y="133625"/>
                </a:lnTo>
                <a:lnTo>
                  <a:pt x="1778212" y="133511"/>
                </a:lnTo>
                <a:lnTo>
                  <a:pt x="1778816" y="133389"/>
                </a:lnTo>
                <a:lnTo>
                  <a:pt x="1779412" y="133259"/>
                </a:lnTo>
                <a:lnTo>
                  <a:pt x="1780000" y="133120"/>
                </a:lnTo>
                <a:lnTo>
                  <a:pt x="1780580" y="132973"/>
                </a:lnTo>
                <a:lnTo>
                  <a:pt x="1781152" y="132817"/>
                </a:lnTo>
                <a:lnTo>
                  <a:pt x="1781716" y="132653"/>
                </a:lnTo>
                <a:lnTo>
                  <a:pt x="1782272" y="132481"/>
                </a:lnTo>
                <a:lnTo>
                  <a:pt x="1782820" y="132300"/>
                </a:lnTo>
                <a:lnTo>
                  <a:pt x="1783360" y="132111"/>
                </a:lnTo>
                <a:lnTo>
                  <a:pt x="1783892" y="131913"/>
                </a:lnTo>
                <a:lnTo>
                  <a:pt x="1784417" y="131709"/>
                </a:lnTo>
                <a:lnTo>
                  <a:pt x="1784935" y="131500"/>
                </a:lnTo>
                <a:lnTo>
                  <a:pt x="1785446" y="131285"/>
                </a:lnTo>
                <a:lnTo>
                  <a:pt x="1785950" y="131066"/>
                </a:lnTo>
                <a:lnTo>
                  <a:pt x="1786447" y="130841"/>
                </a:lnTo>
                <a:lnTo>
                  <a:pt x="1786937" y="130612"/>
                </a:lnTo>
                <a:lnTo>
                  <a:pt x="1787421" y="130377"/>
                </a:lnTo>
                <a:lnTo>
                  <a:pt x="1787897" y="130137"/>
                </a:lnTo>
                <a:lnTo>
                  <a:pt x="1788367" y="129893"/>
                </a:lnTo>
                <a:lnTo>
                  <a:pt x="1788830" y="129643"/>
                </a:lnTo>
                <a:lnTo>
                  <a:pt x="1789286" y="129388"/>
                </a:lnTo>
                <a:lnTo>
                  <a:pt x="1789735" y="129128"/>
                </a:lnTo>
                <a:lnTo>
                  <a:pt x="1790177" y="128863"/>
                </a:lnTo>
                <a:lnTo>
                  <a:pt x="1790613" y="128593"/>
                </a:lnTo>
                <a:lnTo>
                  <a:pt x="1791041" y="128318"/>
                </a:lnTo>
                <a:lnTo>
                  <a:pt x="1791463" y="128038"/>
                </a:lnTo>
                <a:lnTo>
                  <a:pt x="1791878" y="127753"/>
                </a:lnTo>
                <a:lnTo>
                  <a:pt x="1792286" y="127463"/>
                </a:lnTo>
                <a:lnTo>
                  <a:pt x="1792687" y="127168"/>
                </a:lnTo>
                <a:lnTo>
                  <a:pt x="1793081" y="126868"/>
                </a:lnTo>
                <a:lnTo>
                  <a:pt x="1793468" y="126563"/>
                </a:lnTo>
                <a:lnTo>
                  <a:pt x="1793849" y="126252"/>
                </a:lnTo>
                <a:lnTo>
                  <a:pt x="1794222" y="125937"/>
                </a:lnTo>
                <a:lnTo>
                  <a:pt x="1794589" y="125616"/>
                </a:lnTo>
                <a:lnTo>
                  <a:pt x="1794950" y="125293"/>
                </a:lnTo>
                <a:lnTo>
                  <a:pt x="1795305" y="124968"/>
                </a:lnTo>
                <a:lnTo>
                  <a:pt x="1795655" y="124641"/>
                </a:lnTo>
                <a:lnTo>
                  <a:pt x="1796000" y="124314"/>
                </a:lnTo>
                <a:lnTo>
                  <a:pt x="1796339" y="123984"/>
                </a:lnTo>
                <a:lnTo>
                  <a:pt x="1796673" y="123654"/>
                </a:lnTo>
                <a:lnTo>
                  <a:pt x="1797002" y="123322"/>
                </a:lnTo>
                <a:lnTo>
                  <a:pt x="1797325" y="122988"/>
                </a:lnTo>
                <a:lnTo>
                  <a:pt x="1797643" y="122653"/>
                </a:lnTo>
                <a:lnTo>
                  <a:pt x="1797956" y="122317"/>
                </a:lnTo>
                <a:lnTo>
                  <a:pt x="1798263" y="121980"/>
                </a:lnTo>
                <a:lnTo>
                  <a:pt x="1798565" y="121640"/>
                </a:lnTo>
                <a:lnTo>
                  <a:pt x="1798862" y="121300"/>
                </a:lnTo>
                <a:lnTo>
                  <a:pt x="1799153" y="120958"/>
                </a:lnTo>
                <a:lnTo>
                  <a:pt x="1799439" y="120615"/>
                </a:lnTo>
                <a:lnTo>
                  <a:pt x="1799720" y="120270"/>
                </a:lnTo>
                <a:lnTo>
                  <a:pt x="1799995" y="119924"/>
                </a:lnTo>
                <a:lnTo>
                  <a:pt x="1800265" y="119577"/>
                </a:lnTo>
                <a:lnTo>
                  <a:pt x="1800530" y="119228"/>
                </a:lnTo>
                <a:lnTo>
                  <a:pt x="1800790" y="118878"/>
                </a:lnTo>
                <a:lnTo>
                  <a:pt x="1801044" y="118526"/>
                </a:lnTo>
                <a:lnTo>
                  <a:pt x="1801292" y="118173"/>
                </a:lnTo>
                <a:lnTo>
                  <a:pt x="1801536" y="117819"/>
                </a:lnTo>
                <a:lnTo>
                  <a:pt x="1801774" y="117463"/>
                </a:lnTo>
                <a:lnTo>
                  <a:pt x="1792732" y="110278"/>
                </a:lnTo>
                <a:lnTo>
                  <a:pt x="1792387" y="110725"/>
                </a:lnTo>
                <a:lnTo>
                  <a:pt x="1792037" y="111164"/>
                </a:lnTo>
                <a:lnTo>
                  <a:pt x="1791682" y="111596"/>
                </a:lnTo>
                <a:lnTo>
                  <a:pt x="1791322" y="112020"/>
                </a:lnTo>
                <a:lnTo>
                  <a:pt x="1790957" y="112437"/>
                </a:lnTo>
                <a:lnTo>
                  <a:pt x="1790588" y="112846"/>
                </a:lnTo>
                <a:lnTo>
                  <a:pt x="1790214" y="113247"/>
                </a:lnTo>
                <a:lnTo>
                  <a:pt x="1789835" y="113641"/>
                </a:lnTo>
                <a:lnTo>
                  <a:pt x="1789451" y="114028"/>
                </a:lnTo>
                <a:lnTo>
                  <a:pt x="1789063" y="114407"/>
                </a:lnTo>
                <a:lnTo>
                  <a:pt x="1788670" y="114778"/>
                </a:lnTo>
                <a:lnTo>
                  <a:pt x="1788272" y="115142"/>
                </a:lnTo>
                <a:lnTo>
                  <a:pt x="1787869" y="115498"/>
                </a:lnTo>
                <a:lnTo>
                  <a:pt x="1787462" y="115846"/>
                </a:lnTo>
                <a:lnTo>
                  <a:pt x="1787050" y="116187"/>
                </a:lnTo>
                <a:lnTo>
                  <a:pt x="1786633" y="116521"/>
                </a:lnTo>
                <a:lnTo>
                  <a:pt x="1786211" y="116847"/>
                </a:lnTo>
                <a:lnTo>
                  <a:pt x="1785784" y="117165"/>
                </a:lnTo>
                <a:lnTo>
                  <a:pt x="1785353" y="117476"/>
                </a:lnTo>
                <a:lnTo>
                  <a:pt x="1784917" y="117779"/>
                </a:lnTo>
                <a:lnTo>
                  <a:pt x="1784476" y="118074"/>
                </a:lnTo>
                <a:lnTo>
                  <a:pt x="1784031" y="118362"/>
                </a:lnTo>
                <a:lnTo>
                  <a:pt x="1783580" y="118643"/>
                </a:lnTo>
                <a:lnTo>
                  <a:pt x="1783125" y="118916"/>
                </a:lnTo>
                <a:lnTo>
                  <a:pt x="1782664" y="119179"/>
                </a:lnTo>
                <a:lnTo>
                  <a:pt x="1782194" y="119432"/>
                </a:lnTo>
                <a:lnTo>
                  <a:pt x="1781715" y="119673"/>
                </a:lnTo>
                <a:lnTo>
                  <a:pt x="1781228" y="119903"/>
                </a:lnTo>
                <a:lnTo>
                  <a:pt x="1780733" y="120121"/>
                </a:lnTo>
                <a:lnTo>
                  <a:pt x="1780229" y="120329"/>
                </a:lnTo>
                <a:lnTo>
                  <a:pt x="1779717" y="120525"/>
                </a:lnTo>
                <a:lnTo>
                  <a:pt x="1779196" y="120710"/>
                </a:lnTo>
                <a:lnTo>
                  <a:pt x="1778668" y="120884"/>
                </a:lnTo>
                <a:lnTo>
                  <a:pt x="1778130" y="121046"/>
                </a:lnTo>
                <a:lnTo>
                  <a:pt x="1777584" y="121198"/>
                </a:lnTo>
                <a:lnTo>
                  <a:pt x="1777030" y="121338"/>
                </a:lnTo>
                <a:lnTo>
                  <a:pt x="1776468" y="121467"/>
                </a:lnTo>
                <a:lnTo>
                  <a:pt x="1775897" y="121584"/>
                </a:lnTo>
                <a:lnTo>
                  <a:pt x="1775317" y="121691"/>
                </a:lnTo>
                <a:lnTo>
                  <a:pt x="1774729" y="121786"/>
                </a:lnTo>
                <a:lnTo>
                  <a:pt x="1774133" y="121870"/>
                </a:lnTo>
                <a:lnTo>
                  <a:pt x="1773529" y="121943"/>
                </a:lnTo>
                <a:lnTo>
                  <a:pt x="1772915" y="122005"/>
                </a:lnTo>
                <a:lnTo>
                  <a:pt x="1772294" y="122055"/>
                </a:lnTo>
                <a:lnTo>
                  <a:pt x="1771664" y="122095"/>
                </a:lnTo>
                <a:lnTo>
                  <a:pt x="1771026" y="122123"/>
                </a:lnTo>
                <a:lnTo>
                  <a:pt x="1770379" y="122139"/>
                </a:lnTo>
                <a:lnTo>
                  <a:pt x="1769724" y="122145"/>
                </a:lnTo>
                <a:lnTo>
                  <a:pt x="1769215" y="122141"/>
                </a:lnTo>
                <a:lnTo>
                  <a:pt x="1768711" y="122129"/>
                </a:lnTo>
                <a:lnTo>
                  <a:pt x="1768211" y="122108"/>
                </a:lnTo>
                <a:lnTo>
                  <a:pt x="1767716" y="122080"/>
                </a:lnTo>
                <a:lnTo>
                  <a:pt x="1767225" y="122043"/>
                </a:lnTo>
                <a:lnTo>
                  <a:pt x="1766740" y="121999"/>
                </a:lnTo>
                <a:lnTo>
                  <a:pt x="1766258" y="121946"/>
                </a:lnTo>
                <a:lnTo>
                  <a:pt x="1765782" y="121885"/>
                </a:lnTo>
                <a:lnTo>
                  <a:pt x="1765310" y="121816"/>
                </a:lnTo>
                <a:lnTo>
                  <a:pt x="1764842" y="121739"/>
                </a:lnTo>
                <a:lnTo>
                  <a:pt x="1764380" y="121653"/>
                </a:lnTo>
                <a:lnTo>
                  <a:pt x="1763922" y="121560"/>
                </a:lnTo>
                <a:lnTo>
                  <a:pt x="1763468" y="121458"/>
                </a:lnTo>
                <a:lnTo>
                  <a:pt x="1763019" y="121348"/>
                </a:lnTo>
                <a:lnTo>
                  <a:pt x="1762575" y="121231"/>
                </a:lnTo>
                <a:lnTo>
                  <a:pt x="1762135" y="121105"/>
                </a:lnTo>
                <a:lnTo>
                  <a:pt x="1761700" y="120970"/>
                </a:lnTo>
                <a:lnTo>
                  <a:pt x="1761270" y="120828"/>
                </a:lnTo>
                <a:lnTo>
                  <a:pt x="1760844" y="120678"/>
                </a:lnTo>
                <a:lnTo>
                  <a:pt x="1760423" y="120519"/>
                </a:lnTo>
                <a:lnTo>
                  <a:pt x="1760007" y="120353"/>
                </a:lnTo>
                <a:lnTo>
                  <a:pt x="1759595" y="120178"/>
                </a:lnTo>
                <a:lnTo>
                  <a:pt x="1759188" y="119995"/>
                </a:lnTo>
                <a:lnTo>
                  <a:pt x="1758785" y="119804"/>
                </a:lnTo>
                <a:lnTo>
                  <a:pt x="1758387" y="119606"/>
                </a:lnTo>
                <a:lnTo>
                  <a:pt x="1757995" y="119401"/>
                </a:lnTo>
                <a:lnTo>
                  <a:pt x="1757607" y="119191"/>
                </a:lnTo>
                <a:lnTo>
                  <a:pt x="1757224" y="118974"/>
                </a:lnTo>
                <a:lnTo>
                  <a:pt x="1756847" y="118751"/>
                </a:lnTo>
                <a:lnTo>
                  <a:pt x="1756474" y="118522"/>
                </a:lnTo>
                <a:lnTo>
                  <a:pt x="1756107" y="118287"/>
                </a:lnTo>
                <a:lnTo>
                  <a:pt x="1755744" y="118046"/>
                </a:lnTo>
                <a:lnTo>
                  <a:pt x="1755387" y="117798"/>
                </a:lnTo>
                <a:lnTo>
                  <a:pt x="1755035" y="117545"/>
                </a:lnTo>
                <a:lnTo>
                  <a:pt x="1754687" y="117285"/>
                </a:lnTo>
                <a:lnTo>
                  <a:pt x="1754345" y="117019"/>
                </a:lnTo>
                <a:lnTo>
                  <a:pt x="1754008" y="116746"/>
                </a:lnTo>
                <a:lnTo>
                  <a:pt x="1753676" y="116468"/>
                </a:lnTo>
                <a:lnTo>
                  <a:pt x="1753348" y="116184"/>
                </a:lnTo>
                <a:lnTo>
                  <a:pt x="1753026" y="115893"/>
                </a:lnTo>
                <a:lnTo>
                  <a:pt x="1752709" y="115596"/>
                </a:lnTo>
                <a:lnTo>
                  <a:pt x="1752397" y="115293"/>
                </a:lnTo>
                <a:lnTo>
                  <a:pt x="1752090" y="114984"/>
                </a:lnTo>
                <a:lnTo>
                  <a:pt x="1751789" y="114669"/>
                </a:lnTo>
                <a:lnTo>
                  <a:pt x="1751492" y="114347"/>
                </a:lnTo>
                <a:lnTo>
                  <a:pt x="1751200" y="114019"/>
                </a:lnTo>
                <a:lnTo>
                  <a:pt x="1750913" y="113685"/>
                </a:lnTo>
                <a:lnTo>
                  <a:pt x="1750631" y="113345"/>
                </a:lnTo>
                <a:lnTo>
                  <a:pt x="1750355" y="113000"/>
                </a:lnTo>
                <a:lnTo>
                  <a:pt x="1750084" y="112650"/>
                </a:lnTo>
                <a:lnTo>
                  <a:pt x="1749819" y="112295"/>
                </a:lnTo>
                <a:lnTo>
                  <a:pt x="1749559" y="111936"/>
                </a:lnTo>
                <a:lnTo>
                  <a:pt x="1749306" y="111572"/>
                </a:lnTo>
                <a:lnTo>
                  <a:pt x="1749057" y="111204"/>
                </a:lnTo>
                <a:lnTo>
                  <a:pt x="1748814" y="110830"/>
                </a:lnTo>
                <a:lnTo>
                  <a:pt x="1748577" y="110453"/>
                </a:lnTo>
                <a:lnTo>
                  <a:pt x="1748346" y="110070"/>
                </a:lnTo>
                <a:lnTo>
                  <a:pt x="1748120" y="109683"/>
                </a:lnTo>
                <a:lnTo>
                  <a:pt x="1747899" y="109291"/>
                </a:lnTo>
                <a:lnTo>
                  <a:pt x="1747685" y="108895"/>
                </a:lnTo>
                <a:lnTo>
                  <a:pt x="1747476" y="108494"/>
                </a:lnTo>
                <a:lnTo>
                  <a:pt x="1747272" y="108089"/>
                </a:lnTo>
                <a:lnTo>
                  <a:pt x="1747074" y="107679"/>
                </a:lnTo>
                <a:lnTo>
                  <a:pt x="1746882" y="107264"/>
                </a:lnTo>
                <a:lnTo>
                  <a:pt x="1746695" y="106844"/>
                </a:lnTo>
                <a:lnTo>
                  <a:pt x="1746514" y="106420"/>
                </a:lnTo>
                <a:lnTo>
                  <a:pt x="1746339" y="105992"/>
                </a:lnTo>
                <a:lnTo>
                  <a:pt x="1746169" y="105558"/>
                </a:lnTo>
                <a:lnTo>
                  <a:pt x="1746005" y="105120"/>
                </a:lnTo>
                <a:lnTo>
                  <a:pt x="1745846" y="104678"/>
                </a:lnTo>
                <a:lnTo>
                  <a:pt x="1745693" y="104231"/>
                </a:lnTo>
                <a:lnTo>
                  <a:pt x="1745545" y="103779"/>
                </a:lnTo>
                <a:lnTo>
                  <a:pt x="1745404" y="103323"/>
                </a:lnTo>
                <a:lnTo>
                  <a:pt x="1745268" y="102865"/>
                </a:lnTo>
                <a:lnTo>
                  <a:pt x="1745139" y="102405"/>
                </a:lnTo>
                <a:lnTo>
                  <a:pt x="1745015" y="101941"/>
                </a:lnTo>
                <a:lnTo>
                  <a:pt x="1744898" y="101475"/>
                </a:lnTo>
                <a:lnTo>
                  <a:pt x="1744786" y="101006"/>
                </a:lnTo>
                <a:lnTo>
                  <a:pt x="1744681" y="100535"/>
                </a:lnTo>
                <a:lnTo>
                  <a:pt x="1744581" y="100061"/>
                </a:lnTo>
                <a:lnTo>
                  <a:pt x="1744488" y="99584"/>
                </a:lnTo>
                <a:lnTo>
                  <a:pt x="1744400" y="99105"/>
                </a:lnTo>
                <a:lnTo>
                  <a:pt x="1744319" y="98623"/>
                </a:lnTo>
                <a:lnTo>
                  <a:pt x="1744244" y="98138"/>
                </a:lnTo>
                <a:lnTo>
                  <a:pt x="1744174" y="97650"/>
                </a:lnTo>
                <a:lnTo>
                  <a:pt x="1744111" y="97160"/>
                </a:lnTo>
                <a:lnTo>
                  <a:pt x="1744054" y="96668"/>
                </a:lnTo>
                <a:lnTo>
                  <a:pt x="1744003" y="96172"/>
                </a:lnTo>
                <a:lnTo>
                  <a:pt x="1743957" y="95674"/>
                </a:lnTo>
                <a:lnTo>
                  <a:pt x="1743918" y="95174"/>
                </a:lnTo>
                <a:lnTo>
                  <a:pt x="1743885" y="94670"/>
                </a:lnTo>
                <a:lnTo>
                  <a:pt x="1743858" y="94164"/>
                </a:lnTo>
                <a:lnTo>
                  <a:pt x="1743837" y="93655"/>
                </a:lnTo>
                <a:lnTo>
                  <a:pt x="1743822" y="93163"/>
                </a:lnTo>
                <a:lnTo>
                  <a:pt x="1802904" y="93163"/>
                </a:lnTo>
                <a:lnTo>
                  <a:pt x="1802904" y="86472"/>
                </a:lnTo>
                <a:lnTo>
                  <a:pt x="1802901" y="85709"/>
                </a:lnTo>
                <a:lnTo>
                  <a:pt x="1802890" y="84951"/>
                </a:lnTo>
                <a:lnTo>
                  <a:pt x="1802872" y="84197"/>
                </a:lnTo>
                <a:lnTo>
                  <a:pt x="1802846" y="83449"/>
                </a:lnTo>
                <a:close/>
                <a:moveTo>
                  <a:pt x="1744763" y="77900"/>
                </a:moveTo>
                <a:lnTo>
                  <a:pt x="1744872" y="77360"/>
                </a:lnTo>
                <a:lnTo>
                  <a:pt x="1744987" y="76826"/>
                </a:lnTo>
                <a:lnTo>
                  <a:pt x="1745108" y="76299"/>
                </a:lnTo>
                <a:lnTo>
                  <a:pt x="1745234" y="75778"/>
                </a:lnTo>
                <a:lnTo>
                  <a:pt x="1745367" y="75264"/>
                </a:lnTo>
                <a:lnTo>
                  <a:pt x="1745505" y="74756"/>
                </a:lnTo>
                <a:lnTo>
                  <a:pt x="1745649" y="74255"/>
                </a:lnTo>
                <a:lnTo>
                  <a:pt x="1745797" y="73760"/>
                </a:lnTo>
                <a:lnTo>
                  <a:pt x="1745950" y="73272"/>
                </a:lnTo>
                <a:lnTo>
                  <a:pt x="1746108" y="72790"/>
                </a:lnTo>
                <a:lnTo>
                  <a:pt x="1746271" y="72314"/>
                </a:lnTo>
                <a:lnTo>
                  <a:pt x="1746438" y="71845"/>
                </a:lnTo>
                <a:lnTo>
                  <a:pt x="1746611" y="71382"/>
                </a:lnTo>
                <a:lnTo>
                  <a:pt x="1746788" y="70926"/>
                </a:lnTo>
                <a:lnTo>
                  <a:pt x="1746970" y="70476"/>
                </a:lnTo>
                <a:lnTo>
                  <a:pt x="1747156" y="70033"/>
                </a:lnTo>
                <a:lnTo>
                  <a:pt x="1747347" y="69596"/>
                </a:lnTo>
                <a:lnTo>
                  <a:pt x="1747543" y="69166"/>
                </a:lnTo>
                <a:lnTo>
                  <a:pt x="1747744" y="68742"/>
                </a:lnTo>
                <a:lnTo>
                  <a:pt x="1747950" y="68324"/>
                </a:lnTo>
                <a:lnTo>
                  <a:pt x="1748160" y="67913"/>
                </a:lnTo>
                <a:lnTo>
                  <a:pt x="1748375" y="67509"/>
                </a:lnTo>
                <a:lnTo>
                  <a:pt x="1748595" y="67110"/>
                </a:lnTo>
                <a:lnTo>
                  <a:pt x="1748820" y="66719"/>
                </a:lnTo>
                <a:lnTo>
                  <a:pt x="1749049" y="66333"/>
                </a:lnTo>
                <a:lnTo>
                  <a:pt x="1749284" y="65954"/>
                </a:lnTo>
                <a:lnTo>
                  <a:pt x="1749523" y="65582"/>
                </a:lnTo>
                <a:lnTo>
                  <a:pt x="1749766" y="65216"/>
                </a:lnTo>
                <a:lnTo>
                  <a:pt x="1750015" y="64857"/>
                </a:lnTo>
                <a:lnTo>
                  <a:pt x="1750268" y="64504"/>
                </a:lnTo>
                <a:lnTo>
                  <a:pt x="1750526" y="64157"/>
                </a:lnTo>
                <a:lnTo>
                  <a:pt x="1750788" y="63818"/>
                </a:lnTo>
                <a:lnTo>
                  <a:pt x="1751054" y="63486"/>
                </a:lnTo>
                <a:lnTo>
                  <a:pt x="1751324" y="63161"/>
                </a:lnTo>
                <a:lnTo>
                  <a:pt x="1751599" y="62844"/>
                </a:lnTo>
                <a:lnTo>
                  <a:pt x="1751878" y="62533"/>
                </a:lnTo>
                <a:lnTo>
                  <a:pt x="1752161" y="62230"/>
                </a:lnTo>
                <a:lnTo>
                  <a:pt x="1752448" y="61934"/>
                </a:lnTo>
                <a:lnTo>
                  <a:pt x="1752739" y="61645"/>
                </a:lnTo>
                <a:lnTo>
                  <a:pt x="1753035" y="61363"/>
                </a:lnTo>
                <a:lnTo>
                  <a:pt x="1753335" y="61088"/>
                </a:lnTo>
                <a:lnTo>
                  <a:pt x="1753639" y="60820"/>
                </a:lnTo>
                <a:lnTo>
                  <a:pt x="1753947" y="60560"/>
                </a:lnTo>
                <a:lnTo>
                  <a:pt x="1754259" y="60306"/>
                </a:lnTo>
                <a:lnTo>
                  <a:pt x="1754576" y="60060"/>
                </a:lnTo>
                <a:lnTo>
                  <a:pt x="1754897" y="59821"/>
                </a:lnTo>
                <a:lnTo>
                  <a:pt x="1755222" y="59589"/>
                </a:lnTo>
                <a:lnTo>
                  <a:pt x="1755551" y="59365"/>
                </a:lnTo>
                <a:lnTo>
                  <a:pt x="1755884" y="59147"/>
                </a:lnTo>
                <a:lnTo>
                  <a:pt x="1756222" y="58937"/>
                </a:lnTo>
                <a:lnTo>
                  <a:pt x="1756564" y="58733"/>
                </a:lnTo>
                <a:lnTo>
                  <a:pt x="1756910" y="58537"/>
                </a:lnTo>
                <a:lnTo>
                  <a:pt x="1757260" y="58348"/>
                </a:lnTo>
                <a:lnTo>
                  <a:pt x="1757615" y="58166"/>
                </a:lnTo>
                <a:lnTo>
                  <a:pt x="1757973" y="57992"/>
                </a:lnTo>
                <a:lnTo>
                  <a:pt x="1758333" y="57825"/>
                </a:lnTo>
                <a:lnTo>
                  <a:pt x="1758697" y="57665"/>
                </a:lnTo>
                <a:lnTo>
                  <a:pt x="1759063" y="57513"/>
                </a:lnTo>
                <a:lnTo>
                  <a:pt x="1759432" y="57368"/>
                </a:lnTo>
                <a:lnTo>
                  <a:pt x="1759804" y="57230"/>
                </a:lnTo>
                <a:lnTo>
                  <a:pt x="1760179" y="57100"/>
                </a:lnTo>
                <a:lnTo>
                  <a:pt x="1760557" y="56978"/>
                </a:lnTo>
                <a:lnTo>
                  <a:pt x="1760937" y="56863"/>
                </a:lnTo>
                <a:lnTo>
                  <a:pt x="1761320" y="56755"/>
                </a:lnTo>
                <a:lnTo>
                  <a:pt x="1761706" y="56655"/>
                </a:lnTo>
                <a:lnTo>
                  <a:pt x="1762095" y="56562"/>
                </a:lnTo>
                <a:lnTo>
                  <a:pt x="1762487" y="56476"/>
                </a:lnTo>
                <a:lnTo>
                  <a:pt x="1762881" y="56398"/>
                </a:lnTo>
                <a:lnTo>
                  <a:pt x="1763278" y="56328"/>
                </a:lnTo>
                <a:lnTo>
                  <a:pt x="1763678" y="56265"/>
                </a:lnTo>
                <a:lnTo>
                  <a:pt x="1764081" y="56209"/>
                </a:lnTo>
                <a:lnTo>
                  <a:pt x="1764487" y="56161"/>
                </a:lnTo>
                <a:lnTo>
                  <a:pt x="1764895" y="56120"/>
                </a:lnTo>
                <a:lnTo>
                  <a:pt x="1765306" y="56086"/>
                </a:lnTo>
                <a:lnTo>
                  <a:pt x="1765720" y="56060"/>
                </a:lnTo>
                <a:lnTo>
                  <a:pt x="1766137" y="56042"/>
                </a:lnTo>
                <a:lnTo>
                  <a:pt x="1766557" y="56031"/>
                </a:lnTo>
                <a:lnTo>
                  <a:pt x="1766979" y="56027"/>
                </a:lnTo>
                <a:lnTo>
                  <a:pt x="1767613" y="56033"/>
                </a:lnTo>
                <a:lnTo>
                  <a:pt x="1768235" y="56051"/>
                </a:lnTo>
                <a:lnTo>
                  <a:pt x="1768846" y="56082"/>
                </a:lnTo>
                <a:lnTo>
                  <a:pt x="1769446" y="56125"/>
                </a:lnTo>
                <a:lnTo>
                  <a:pt x="1770035" y="56181"/>
                </a:lnTo>
                <a:lnTo>
                  <a:pt x="1770612" y="56248"/>
                </a:lnTo>
                <a:lnTo>
                  <a:pt x="1771178" y="56328"/>
                </a:lnTo>
                <a:lnTo>
                  <a:pt x="1771733" y="56420"/>
                </a:lnTo>
                <a:lnTo>
                  <a:pt x="1772277" y="56525"/>
                </a:lnTo>
                <a:lnTo>
                  <a:pt x="1772810" y="56642"/>
                </a:lnTo>
                <a:lnTo>
                  <a:pt x="1773331" y="56771"/>
                </a:lnTo>
                <a:lnTo>
                  <a:pt x="1773841" y="56912"/>
                </a:lnTo>
                <a:lnTo>
                  <a:pt x="1774340" y="57066"/>
                </a:lnTo>
                <a:lnTo>
                  <a:pt x="1774828" y="57232"/>
                </a:lnTo>
                <a:lnTo>
                  <a:pt x="1775305" y="57410"/>
                </a:lnTo>
                <a:lnTo>
                  <a:pt x="1775770" y="57601"/>
                </a:lnTo>
                <a:lnTo>
                  <a:pt x="1776224" y="57804"/>
                </a:lnTo>
                <a:lnTo>
                  <a:pt x="1776667" y="58019"/>
                </a:lnTo>
                <a:lnTo>
                  <a:pt x="1777099" y="58247"/>
                </a:lnTo>
                <a:lnTo>
                  <a:pt x="1777519" y="58487"/>
                </a:lnTo>
                <a:lnTo>
                  <a:pt x="1777928" y="58739"/>
                </a:lnTo>
                <a:lnTo>
                  <a:pt x="1778326" y="59003"/>
                </a:lnTo>
                <a:lnTo>
                  <a:pt x="1778713" y="59280"/>
                </a:lnTo>
                <a:lnTo>
                  <a:pt x="1779089" y="59569"/>
                </a:lnTo>
                <a:lnTo>
                  <a:pt x="1779455" y="59867"/>
                </a:lnTo>
                <a:lnTo>
                  <a:pt x="1779812" y="60172"/>
                </a:lnTo>
                <a:lnTo>
                  <a:pt x="1780162" y="60484"/>
                </a:lnTo>
                <a:lnTo>
                  <a:pt x="1780503" y="60802"/>
                </a:lnTo>
                <a:lnTo>
                  <a:pt x="1780836" y="61128"/>
                </a:lnTo>
                <a:lnTo>
                  <a:pt x="1781160" y="61459"/>
                </a:lnTo>
                <a:lnTo>
                  <a:pt x="1781476" y="61798"/>
                </a:lnTo>
                <a:lnTo>
                  <a:pt x="1781784" y="62143"/>
                </a:lnTo>
                <a:lnTo>
                  <a:pt x="1782084" y="62495"/>
                </a:lnTo>
                <a:lnTo>
                  <a:pt x="1782376" y="62854"/>
                </a:lnTo>
                <a:lnTo>
                  <a:pt x="1782659" y="63219"/>
                </a:lnTo>
                <a:lnTo>
                  <a:pt x="1782934" y="63592"/>
                </a:lnTo>
                <a:lnTo>
                  <a:pt x="1783200" y="63970"/>
                </a:lnTo>
                <a:lnTo>
                  <a:pt x="1783459" y="64356"/>
                </a:lnTo>
                <a:lnTo>
                  <a:pt x="1783709" y="64748"/>
                </a:lnTo>
                <a:lnTo>
                  <a:pt x="1783951" y="65147"/>
                </a:lnTo>
                <a:lnTo>
                  <a:pt x="1784184" y="65553"/>
                </a:lnTo>
                <a:lnTo>
                  <a:pt x="1784409" y="65965"/>
                </a:lnTo>
                <a:lnTo>
                  <a:pt x="1784627" y="66384"/>
                </a:lnTo>
                <a:lnTo>
                  <a:pt x="1784835" y="66810"/>
                </a:lnTo>
                <a:lnTo>
                  <a:pt x="1785036" y="67243"/>
                </a:lnTo>
                <a:lnTo>
                  <a:pt x="1785228" y="67682"/>
                </a:lnTo>
                <a:lnTo>
                  <a:pt x="1785412" y="68128"/>
                </a:lnTo>
                <a:lnTo>
                  <a:pt x="1785588" y="68580"/>
                </a:lnTo>
                <a:lnTo>
                  <a:pt x="1785756" y="69037"/>
                </a:lnTo>
                <a:lnTo>
                  <a:pt x="1785919" y="69495"/>
                </a:lnTo>
                <a:lnTo>
                  <a:pt x="1786075" y="69953"/>
                </a:lnTo>
                <a:lnTo>
                  <a:pt x="1786226" y="70413"/>
                </a:lnTo>
                <a:lnTo>
                  <a:pt x="1786370" y="70874"/>
                </a:lnTo>
                <a:lnTo>
                  <a:pt x="1786508" y="71336"/>
                </a:lnTo>
                <a:lnTo>
                  <a:pt x="1786641" y="71800"/>
                </a:lnTo>
                <a:lnTo>
                  <a:pt x="1786767" y="72264"/>
                </a:lnTo>
                <a:lnTo>
                  <a:pt x="1786888" y="72730"/>
                </a:lnTo>
                <a:lnTo>
                  <a:pt x="1787002" y="73196"/>
                </a:lnTo>
                <a:lnTo>
                  <a:pt x="1787110" y="73664"/>
                </a:lnTo>
                <a:lnTo>
                  <a:pt x="1787212" y="74133"/>
                </a:lnTo>
                <a:lnTo>
                  <a:pt x="1787309" y="74602"/>
                </a:lnTo>
                <a:lnTo>
                  <a:pt x="1787399" y="75073"/>
                </a:lnTo>
                <a:lnTo>
                  <a:pt x="1787483" y="75546"/>
                </a:lnTo>
                <a:lnTo>
                  <a:pt x="1787561" y="76019"/>
                </a:lnTo>
                <a:lnTo>
                  <a:pt x="1787633" y="76493"/>
                </a:lnTo>
                <a:lnTo>
                  <a:pt x="1787699" y="76969"/>
                </a:lnTo>
                <a:lnTo>
                  <a:pt x="1787759" y="77445"/>
                </a:lnTo>
                <a:lnTo>
                  <a:pt x="1787813" y="77923"/>
                </a:lnTo>
                <a:lnTo>
                  <a:pt x="1787861" y="78402"/>
                </a:lnTo>
                <a:lnTo>
                  <a:pt x="1787903" y="78882"/>
                </a:lnTo>
                <a:lnTo>
                  <a:pt x="1787939" y="79363"/>
                </a:lnTo>
                <a:lnTo>
                  <a:pt x="1787969" y="79845"/>
                </a:lnTo>
                <a:lnTo>
                  <a:pt x="1787969" y="80973"/>
                </a:lnTo>
                <a:lnTo>
                  <a:pt x="1744272" y="80973"/>
                </a:lnTo>
                <a:lnTo>
                  <a:pt x="1744307" y="80697"/>
                </a:lnTo>
                <a:lnTo>
                  <a:pt x="1744387" y="80124"/>
                </a:lnTo>
                <a:lnTo>
                  <a:pt x="1744472" y="79559"/>
                </a:lnTo>
                <a:lnTo>
                  <a:pt x="1744563" y="78999"/>
                </a:lnTo>
                <a:lnTo>
                  <a:pt x="1744660" y="78446"/>
                </a:lnTo>
                <a:lnTo>
                  <a:pt x="1744763" y="77900"/>
                </a:lnTo>
                <a:close/>
                <a:moveTo>
                  <a:pt x="1693703" y="132721"/>
                </a:moveTo>
                <a:lnTo>
                  <a:pt x="1708719" y="132721"/>
                </a:lnTo>
                <a:lnTo>
                  <a:pt x="1708719" y="45370"/>
                </a:lnTo>
                <a:lnTo>
                  <a:pt x="1693703" y="45370"/>
                </a:lnTo>
                <a:lnTo>
                  <a:pt x="1693703" y="132721"/>
                </a:lnTo>
                <a:close/>
                <a:moveTo>
                  <a:pt x="1852243" y="132721"/>
                </a:moveTo>
                <a:lnTo>
                  <a:pt x="1853615" y="132721"/>
                </a:lnTo>
                <a:lnTo>
                  <a:pt x="1885019" y="45370"/>
                </a:lnTo>
                <a:lnTo>
                  <a:pt x="1869761" y="45370"/>
                </a:lnTo>
                <a:lnTo>
                  <a:pt x="1848111" y="112295"/>
                </a:lnTo>
                <a:lnTo>
                  <a:pt x="1825924" y="45370"/>
                </a:lnTo>
                <a:lnTo>
                  <a:pt x="1810586" y="45370"/>
                </a:lnTo>
                <a:lnTo>
                  <a:pt x="1842232" y="132721"/>
                </a:lnTo>
                <a:lnTo>
                  <a:pt x="1843604" y="132721"/>
                </a:lnTo>
                <a:lnTo>
                  <a:pt x="1852243" y="1327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Text (b)VideoCaptioning">
            <a:extLst xmlns:a="http://schemas.openxmlformats.org/drawingml/2006/main">
              <a:ext uri="{FF2B5EF4-FFF2-40B4-BE49-F238E27FC236}">
                <a16:creationId xmlns:a16="http://schemas.microsoft.com/office/drawing/2014/main" id="{9D48C623-4347-41BC-9507-09AA4B59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423" y="644873"/>
            <a:ext cx="1605524" cy="170664"/>
          </a:xfrm>
          <a:custGeom xmlns:a="http://schemas.openxmlformats.org/drawingml/2006/main">
            <a:pathLst>
              <a:path w="1605524" h="170664">
                <a:moveTo>
                  <a:pt x="478224" y="23523"/>
                </a:moveTo>
                <a:lnTo>
                  <a:pt x="478267" y="23793"/>
                </a:lnTo>
                <a:lnTo>
                  <a:pt x="478317" y="24059"/>
                </a:lnTo>
                <a:lnTo>
                  <a:pt x="478375" y="24322"/>
                </a:lnTo>
                <a:lnTo>
                  <a:pt x="478440" y="24582"/>
                </a:lnTo>
                <a:lnTo>
                  <a:pt x="478513" y="24838"/>
                </a:lnTo>
                <a:lnTo>
                  <a:pt x="478594" y="25090"/>
                </a:lnTo>
                <a:lnTo>
                  <a:pt x="478683" y="25339"/>
                </a:lnTo>
                <a:lnTo>
                  <a:pt x="478779" y="25585"/>
                </a:lnTo>
                <a:lnTo>
                  <a:pt x="478883" y="25827"/>
                </a:lnTo>
                <a:lnTo>
                  <a:pt x="478995" y="26065"/>
                </a:lnTo>
                <a:lnTo>
                  <a:pt x="479115" y="26300"/>
                </a:lnTo>
                <a:lnTo>
                  <a:pt x="479242" y="26532"/>
                </a:lnTo>
                <a:lnTo>
                  <a:pt x="479377" y="26760"/>
                </a:lnTo>
                <a:lnTo>
                  <a:pt x="479519" y="26984"/>
                </a:lnTo>
                <a:lnTo>
                  <a:pt x="479670" y="27205"/>
                </a:lnTo>
                <a:lnTo>
                  <a:pt x="479828" y="27422"/>
                </a:lnTo>
                <a:lnTo>
                  <a:pt x="479993" y="27636"/>
                </a:lnTo>
                <a:lnTo>
                  <a:pt x="480167" y="27847"/>
                </a:lnTo>
                <a:lnTo>
                  <a:pt x="480348" y="28054"/>
                </a:lnTo>
                <a:lnTo>
                  <a:pt x="480537" y="28255"/>
                </a:lnTo>
                <a:lnTo>
                  <a:pt x="480733" y="28447"/>
                </a:lnTo>
                <a:lnTo>
                  <a:pt x="480936" y="28631"/>
                </a:lnTo>
                <a:lnTo>
                  <a:pt x="481147" y="28806"/>
                </a:lnTo>
                <a:lnTo>
                  <a:pt x="481366" y="28973"/>
                </a:lnTo>
                <a:lnTo>
                  <a:pt x="481592" y="29131"/>
                </a:lnTo>
                <a:lnTo>
                  <a:pt x="481825" y="29281"/>
                </a:lnTo>
                <a:lnTo>
                  <a:pt x="482066" y="29422"/>
                </a:lnTo>
                <a:lnTo>
                  <a:pt x="482314" y="29554"/>
                </a:lnTo>
                <a:lnTo>
                  <a:pt x="482569" y="29678"/>
                </a:lnTo>
                <a:lnTo>
                  <a:pt x="482832" y="29794"/>
                </a:lnTo>
                <a:lnTo>
                  <a:pt x="483103" y="29901"/>
                </a:lnTo>
                <a:lnTo>
                  <a:pt x="483381" y="29999"/>
                </a:lnTo>
                <a:lnTo>
                  <a:pt x="483666" y="30089"/>
                </a:lnTo>
                <a:lnTo>
                  <a:pt x="483959" y="30170"/>
                </a:lnTo>
                <a:lnTo>
                  <a:pt x="484259" y="30242"/>
                </a:lnTo>
                <a:lnTo>
                  <a:pt x="484566" y="30307"/>
                </a:lnTo>
                <a:lnTo>
                  <a:pt x="484881" y="30362"/>
                </a:lnTo>
                <a:lnTo>
                  <a:pt x="485204" y="30409"/>
                </a:lnTo>
                <a:lnTo>
                  <a:pt x="485534" y="30448"/>
                </a:lnTo>
                <a:lnTo>
                  <a:pt x="485871" y="30478"/>
                </a:lnTo>
                <a:lnTo>
                  <a:pt x="486216" y="30499"/>
                </a:lnTo>
                <a:lnTo>
                  <a:pt x="486568" y="30512"/>
                </a:lnTo>
                <a:lnTo>
                  <a:pt x="486928" y="30516"/>
                </a:lnTo>
                <a:lnTo>
                  <a:pt x="487281" y="30512"/>
                </a:lnTo>
                <a:lnTo>
                  <a:pt x="487627" y="30499"/>
                </a:lnTo>
                <a:lnTo>
                  <a:pt x="487966" y="30478"/>
                </a:lnTo>
                <a:lnTo>
                  <a:pt x="488299" y="30448"/>
                </a:lnTo>
                <a:lnTo>
                  <a:pt x="488624" y="30409"/>
                </a:lnTo>
                <a:lnTo>
                  <a:pt x="488943" y="30362"/>
                </a:lnTo>
                <a:lnTo>
                  <a:pt x="489255" y="30307"/>
                </a:lnTo>
                <a:lnTo>
                  <a:pt x="489560" y="30242"/>
                </a:lnTo>
                <a:lnTo>
                  <a:pt x="489858" y="30170"/>
                </a:lnTo>
                <a:lnTo>
                  <a:pt x="490150" y="30089"/>
                </a:lnTo>
                <a:lnTo>
                  <a:pt x="490434" y="29999"/>
                </a:lnTo>
                <a:lnTo>
                  <a:pt x="490712" y="29901"/>
                </a:lnTo>
                <a:lnTo>
                  <a:pt x="490982" y="29794"/>
                </a:lnTo>
                <a:lnTo>
                  <a:pt x="491246" y="29678"/>
                </a:lnTo>
                <a:lnTo>
                  <a:pt x="491503" y="29554"/>
                </a:lnTo>
                <a:lnTo>
                  <a:pt x="491753" y="29422"/>
                </a:lnTo>
                <a:lnTo>
                  <a:pt x="491997" y="29281"/>
                </a:lnTo>
                <a:lnTo>
                  <a:pt x="492233" y="29131"/>
                </a:lnTo>
                <a:lnTo>
                  <a:pt x="492463" y="28973"/>
                </a:lnTo>
                <a:lnTo>
                  <a:pt x="492685" y="28806"/>
                </a:lnTo>
                <a:lnTo>
                  <a:pt x="492901" y="28631"/>
                </a:lnTo>
                <a:lnTo>
                  <a:pt x="493110" y="28447"/>
                </a:lnTo>
                <a:lnTo>
                  <a:pt x="493312" y="28255"/>
                </a:lnTo>
                <a:lnTo>
                  <a:pt x="493507" y="28054"/>
                </a:lnTo>
                <a:lnTo>
                  <a:pt x="493695" y="27847"/>
                </a:lnTo>
                <a:lnTo>
                  <a:pt x="493875" y="27636"/>
                </a:lnTo>
                <a:lnTo>
                  <a:pt x="494046" y="27422"/>
                </a:lnTo>
                <a:lnTo>
                  <a:pt x="494210" y="27205"/>
                </a:lnTo>
                <a:lnTo>
                  <a:pt x="494366" y="26984"/>
                </a:lnTo>
                <a:lnTo>
                  <a:pt x="494514" y="26760"/>
                </a:lnTo>
                <a:lnTo>
                  <a:pt x="494653" y="26532"/>
                </a:lnTo>
                <a:lnTo>
                  <a:pt x="494785" y="26300"/>
                </a:lnTo>
                <a:lnTo>
                  <a:pt x="494909" y="26065"/>
                </a:lnTo>
                <a:lnTo>
                  <a:pt x="495025" y="25827"/>
                </a:lnTo>
                <a:lnTo>
                  <a:pt x="495133" y="25585"/>
                </a:lnTo>
                <a:lnTo>
                  <a:pt x="495233" y="25339"/>
                </a:lnTo>
                <a:lnTo>
                  <a:pt x="495325" y="25090"/>
                </a:lnTo>
                <a:lnTo>
                  <a:pt x="495408" y="24838"/>
                </a:lnTo>
                <a:lnTo>
                  <a:pt x="495484" y="24582"/>
                </a:lnTo>
                <a:lnTo>
                  <a:pt x="495552" y="24322"/>
                </a:lnTo>
                <a:lnTo>
                  <a:pt x="495612" y="24059"/>
                </a:lnTo>
                <a:lnTo>
                  <a:pt x="495664" y="23793"/>
                </a:lnTo>
                <a:lnTo>
                  <a:pt x="495708" y="23523"/>
                </a:lnTo>
                <a:lnTo>
                  <a:pt x="495744" y="23249"/>
                </a:lnTo>
                <a:lnTo>
                  <a:pt x="495772" y="22972"/>
                </a:lnTo>
                <a:lnTo>
                  <a:pt x="495792" y="22692"/>
                </a:lnTo>
                <a:lnTo>
                  <a:pt x="495804" y="22408"/>
                </a:lnTo>
                <a:lnTo>
                  <a:pt x="495808" y="22120"/>
                </a:lnTo>
                <a:lnTo>
                  <a:pt x="495804" y="21819"/>
                </a:lnTo>
                <a:lnTo>
                  <a:pt x="495792" y="21522"/>
                </a:lnTo>
                <a:lnTo>
                  <a:pt x="495772" y="21230"/>
                </a:lnTo>
                <a:lnTo>
                  <a:pt x="495744" y="20941"/>
                </a:lnTo>
                <a:lnTo>
                  <a:pt x="495708" y="20655"/>
                </a:lnTo>
                <a:lnTo>
                  <a:pt x="495664" y="20374"/>
                </a:lnTo>
                <a:lnTo>
                  <a:pt x="495612" y="20097"/>
                </a:lnTo>
                <a:lnTo>
                  <a:pt x="495552" y="19824"/>
                </a:lnTo>
                <a:lnTo>
                  <a:pt x="495484" y="19554"/>
                </a:lnTo>
                <a:lnTo>
                  <a:pt x="495408" y="19289"/>
                </a:lnTo>
                <a:lnTo>
                  <a:pt x="495325" y="19027"/>
                </a:lnTo>
                <a:lnTo>
                  <a:pt x="495233" y="18770"/>
                </a:lnTo>
                <a:lnTo>
                  <a:pt x="495133" y="18516"/>
                </a:lnTo>
                <a:lnTo>
                  <a:pt x="495025" y="18266"/>
                </a:lnTo>
                <a:lnTo>
                  <a:pt x="494909" y="18021"/>
                </a:lnTo>
                <a:lnTo>
                  <a:pt x="494785" y="17779"/>
                </a:lnTo>
                <a:lnTo>
                  <a:pt x="494653" y="17541"/>
                </a:lnTo>
                <a:lnTo>
                  <a:pt x="494514" y="17307"/>
                </a:lnTo>
                <a:lnTo>
                  <a:pt x="494366" y="17076"/>
                </a:lnTo>
                <a:lnTo>
                  <a:pt x="494210" y="16850"/>
                </a:lnTo>
                <a:lnTo>
                  <a:pt x="494046" y="16628"/>
                </a:lnTo>
                <a:lnTo>
                  <a:pt x="493875" y="16410"/>
                </a:lnTo>
                <a:lnTo>
                  <a:pt x="493695" y="16195"/>
                </a:lnTo>
                <a:lnTo>
                  <a:pt x="493507" y="15985"/>
                </a:lnTo>
                <a:lnTo>
                  <a:pt x="493312" y="15780"/>
                </a:lnTo>
                <a:lnTo>
                  <a:pt x="493110" y="15585"/>
                </a:lnTo>
                <a:lnTo>
                  <a:pt x="492901" y="15398"/>
                </a:lnTo>
                <a:lnTo>
                  <a:pt x="492685" y="15220"/>
                </a:lnTo>
                <a:lnTo>
                  <a:pt x="492463" y="15050"/>
                </a:lnTo>
                <a:lnTo>
                  <a:pt x="492233" y="14890"/>
                </a:lnTo>
                <a:lnTo>
                  <a:pt x="491997" y="14738"/>
                </a:lnTo>
                <a:lnTo>
                  <a:pt x="491753" y="14594"/>
                </a:lnTo>
                <a:lnTo>
                  <a:pt x="491503" y="14460"/>
                </a:lnTo>
                <a:lnTo>
                  <a:pt x="491246" y="14334"/>
                </a:lnTo>
                <a:lnTo>
                  <a:pt x="490982" y="14216"/>
                </a:lnTo>
                <a:lnTo>
                  <a:pt x="490712" y="14108"/>
                </a:lnTo>
                <a:lnTo>
                  <a:pt x="490434" y="14008"/>
                </a:lnTo>
                <a:lnTo>
                  <a:pt x="490150" y="13916"/>
                </a:lnTo>
                <a:lnTo>
                  <a:pt x="489858" y="13834"/>
                </a:lnTo>
                <a:lnTo>
                  <a:pt x="489560" y="13760"/>
                </a:lnTo>
                <a:lnTo>
                  <a:pt x="489255" y="13695"/>
                </a:lnTo>
                <a:lnTo>
                  <a:pt x="488943" y="13638"/>
                </a:lnTo>
                <a:lnTo>
                  <a:pt x="488624" y="13591"/>
                </a:lnTo>
                <a:lnTo>
                  <a:pt x="488299" y="13551"/>
                </a:lnTo>
                <a:lnTo>
                  <a:pt x="487966" y="13521"/>
                </a:lnTo>
                <a:lnTo>
                  <a:pt x="487627" y="13499"/>
                </a:lnTo>
                <a:lnTo>
                  <a:pt x="487281" y="13486"/>
                </a:lnTo>
                <a:lnTo>
                  <a:pt x="486928" y="13482"/>
                </a:lnTo>
                <a:lnTo>
                  <a:pt x="486568" y="13486"/>
                </a:lnTo>
                <a:lnTo>
                  <a:pt x="486216" y="13499"/>
                </a:lnTo>
                <a:lnTo>
                  <a:pt x="485871" y="13521"/>
                </a:lnTo>
                <a:lnTo>
                  <a:pt x="485534" y="13551"/>
                </a:lnTo>
                <a:lnTo>
                  <a:pt x="485204" y="13591"/>
                </a:lnTo>
                <a:lnTo>
                  <a:pt x="484881" y="13638"/>
                </a:lnTo>
                <a:lnTo>
                  <a:pt x="484566" y="13695"/>
                </a:lnTo>
                <a:lnTo>
                  <a:pt x="484259" y="13760"/>
                </a:lnTo>
                <a:lnTo>
                  <a:pt x="483959" y="13834"/>
                </a:lnTo>
                <a:lnTo>
                  <a:pt x="483666" y="13916"/>
                </a:lnTo>
                <a:lnTo>
                  <a:pt x="483381" y="14008"/>
                </a:lnTo>
                <a:lnTo>
                  <a:pt x="483103" y="14108"/>
                </a:lnTo>
                <a:lnTo>
                  <a:pt x="482832" y="14216"/>
                </a:lnTo>
                <a:lnTo>
                  <a:pt x="482569" y="14334"/>
                </a:lnTo>
                <a:lnTo>
                  <a:pt x="482314" y="14460"/>
                </a:lnTo>
                <a:lnTo>
                  <a:pt x="482066" y="14594"/>
                </a:lnTo>
                <a:lnTo>
                  <a:pt x="481825" y="14738"/>
                </a:lnTo>
                <a:lnTo>
                  <a:pt x="481592" y="14890"/>
                </a:lnTo>
                <a:lnTo>
                  <a:pt x="481366" y="15050"/>
                </a:lnTo>
                <a:lnTo>
                  <a:pt x="481147" y="15220"/>
                </a:lnTo>
                <a:lnTo>
                  <a:pt x="480936" y="15398"/>
                </a:lnTo>
                <a:lnTo>
                  <a:pt x="480733" y="15585"/>
                </a:lnTo>
                <a:lnTo>
                  <a:pt x="480537" y="15780"/>
                </a:lnTo>
                <a:lnTo>
                  <a:pt x="480348" y="15985"/>
                </a:lnTo>
                <a:lnTo>
                  <a:pt x="480167" y="16195"/>
                </a:lnTo>
                <a:lnTo>
                  <a:pt x="479993" y="16410"/>
                </a:lnTo>
                <a:lnTo>
                  <a:pt x="479828" y="16628"/>
                </a:lnTo>
                <a:lnTo>
                  <a:pt x="479670" y="16850"/>
                </a:lnTo>
                <a:lnTo>
                  <a:pt x="479519" y="17076"/>
                </a:lnTo>
                <a:lnTo>
                  <a:pt x="479377" y="17307"/>
                </a:lnTo>
                <a:lnTo>
                  <a:pt x="479242" y="17541"/>
                </a:lnTo>
                <a:lnTo>
                  <a:pt x="479115" y="17779"/>
                </a:lnTo>
                <a:lnTo>
                  <a:pt x="478995" y="18021"/>
                </a:lnTo>
                <a:lnTo>
                  <a:pt x="478883" y="18266"/>
                </a:lnTo>
                <a:lnTo>
                  <a:pt x="478779" y="18516"/>
                </a:lnTo>
                <a:lnTo>
                  <a:pt x="478683" y="18770"/>
                </a:lnTo>
                <a:lnTo>
                  <a:pt x="478594" y="19027"/>
                </a:lnTo>
                <a:lnTo>
                  <a:pt x="478513" y="19289"/>
                </a:lnTo>
                <a:lnTo>
                  <a:pt x="478440" y="19554"/>
                </a:lnTo>
                <a:lnTo>
                  <a:pt x="478375" y="19824"/>
                </a:lnTo>
                <a:lnTo>
                  <a:pt x="478317" y="20097"/>
                </a:lnTo>
                <a:lnTo>
                  <a:pt x="478267" y="20374"/>
                </a:lnTo>
                <a:lnTo>
                  <a:pt x="478224" y="20655"/>
                </a:lnTo>
                <a:lnTo>
                  <a:pt x="478190" y="20941"/>
                </a:lnTo>
                <a:lnTo>
                  <a:pt x="478163" y="21230"/>
                </a:lnTo>
                <a:lnTo>
                  <a:pt x="478143" y="21522"/>
                </a:lnTo>
                <a:lnTo>
                  <a:pt x="478132" y="21819"/>
                </a:lnTo>
                <a:lnTo>
                  <a:pt x="478128" y="22120"/>
                </a:lnTo>
                <a:lnTo>
                  <a:pt x="478132" y="22408"/>
                </a:lnTo>
                <a:lnTo>
                  <a:pt x="478143" y="22692"/>
                </a:lnTo>
                <a:lnTo>
                  <a:pt x="478163" y="22972"/>
                </a:lnTo>
                <a:lnTo>
                  <a:pt x="478190" y="23249"/>
                </a:lnTo>
                <a:lnTo>
                  <a:pt x="478224" y="23523"/>
                </a:lnTo>
                <a:close/>
                <a:moveTo>
                  <a:pt x="71523" y="122623"/>
                </a:moveTo>
                <a:lnTo>
                  <a:pt x="71611" y="122740"/>
                </a:lnTo>
                <a:lnTo>
                  <a:pt x="71964" y="123195"/>
                </a:lnTo>
                <a:lnTo>
                  <a:pt x="72324" y="123641"/>
                </a:lnTo>
                <a:lnTo>
                  <a:pt x="72691" y="124078"/>
                </a:lnTo>
                <a:lnTo>
                  <a:pt x="73065" y="124507"/>
                </a:lnTo>
                <a:lnTo>
                  <a:pt x="73446" y="124927"/>
                </a:lnTo>
                <a:lnTo>
                  <a:pt x="73833" y="125338"/>
                </a:lnTo>
                <a:lnTo>
                  <a:pt x="74227" y="125740"/>
                </a:lnTo>
                <a:lnTo>
                  <a:pt x="74629" y="126133"/>
                </a:lnTo>
                <a:lnTo>
                  <a:pt x="75037" y="126518"/>
                </a:lnTo>
                <a:lnTo>
                  <a:pt x="75452" y="126894"/>
                </a:lnTo>
                <a:lnTo>
                  <a:pt x="75873" y="127260"/>
                </a:lnTo>
                <a:lnTo>
                  <a:pt x="76302" y="127619"/>
                </a:lnTo>
                <a:lnTo>
                  <a:pt x="76738" y="127968"/>
                </a:lnTo>
                <a:lnTo>
                  <a:pt x="77180" y="128308"/>
                </a:lnTo>
                <a:lnTo>
                  <a:pt x="77629" y="128640"/>
                </a:lnTo>
                <a:lnTo>
                  <a:pt x="78085" y="128962"/>
                </a:lnTo>
                <a:lnTo>
                  <a:pt x="78548" y="129276"/>
                </a:lnTo>
                <a:lnTo>
                  <a:pt x="79018" y="129581"/>
                </a:lnTo>
                <a:lnTo>
                  <a:pt x="79495" y="129878"/>
                </a:lnTo>
                <a:lnTo>
                  <a:pt x="79979" y="130165"/>
                </a:lnTo>
                <a:lnTo>
                  <a:pt x="80469" y="130443"/>
                </a:lnTo>
                <a:lnTo>
                  <a:pt x="80966" y="130713"/>
                </a:lnTo>
                <a:lnTo>
                  <a:pt x="81471" y="130974"/>
                </a:lnTo>
                <a:lnTo>
                  <a:pt x="81982" y="131226"/>
                </a:lnTo>
                <a:lnTo>
                  <a:pt x="82500" y="131469"/>
                </a:lnTo>
                <a:lnTo>
                  <a:pt x="83025" y="131703"/>
                </a:lnTo>
                <a:lnTo>
                  <a:pt x="83557" y="131927"/>
                </a:lnTo>
                <a:lnTo>
                  <a:pt x="84096" y="132141"/>
                </a:lnTo>
                <a:lnTo>
                  <a:pt x="84642" y="132345"/>
                </a:lnTo>
                <a:lnTo>
                  <a:pt x="85196" y="132539"/>
                </a:lnTo>
                <a:lnTo>
                  <a:pt x="85757" y="132723"/>
                </a:lnTo>
                <a:lnTo>
                  <a:pt x="86324" y="132897"/>
                </a:lnTo>
                <a:lnTo>
                  <a:pt x="86899" y="133062"/>
                </a:lnTo>
                <a:lnTo>
                  <a:pt x="87482" y="133216"/>
                </a:lnTo>
                <a:lnTo>
                  <a:pt x="88071" y="133360"/>
                </a:lnTo>
                <a:lnTo>
                  <a:pt x="88667" y="133494"/>
                </a:lnTo>
                <a:lnTo>
                  <a:pt x="89271" y="133619"/>
                </a:lnTo>
                <a:lnTo>
                  <a:pt x="89882" y="133733"/>
                </a:lnTo>
                <a:lnTo>
                  <a:pt x="90500" y="133838"/>
                </a:lnTo>
                <a:lnTo>
                  <a:pt x="91125" y="133932"/>
                </a:lnTo>
                <a:lnTo>
                  <a:pt x="91757" y="134017"/>
                </a:lnTo>
                <a:lnTo>
                  <a:pt x="92396" y="134092"/>
                </a:lnTo>
                <a:lnTo>
                  <a:pt x="93043" y="134156"/>
                </a:lnTo>
                <a:lnTo>
                  <a:pt x="93696" y="134211"/>
                </a:lnTo>
                <a:lnTo>
                  <a:pt x="94357" y="134256"/>
                </a:lnTo>
                <a:lnTo>
                  <a:pt x="95025" y="134291"/>
                </a:lnTo>
                <a:lnTo>
                  <a:pt x="95700" y="134315"/>
                </a:lnTo>
                <a:lnTo>
                  <a:pt x="96382" y="134330"/>
                </a:lnTo>
                <a:lnTo>
                  <a:pt x="97072" y="134335"/>
                </a:lnTo>
                <a:lnTo>
                  <a:pt x="97748" y="134330"/>
                </a:lnTo>
                <a:lnTo>
                  <a:pt x="98418" y="134312"/>
                </a:lnTo>
                <a:lnTo>
                  <a:pt x="99081" y="134284"/>
                </a:lnTo>
                <a:lnTo>
                  <a:pt x="99738" y="134243"/>
                </a:lnTo>
                <a:lnTo>
                  <a:pt x="100388" y="134192"/>
                </a:lnTo>
                <a:lnTo>
                  <a:pt x="101032" y="134128"/>
                </a:lnTo>
                <a:lnTo>
                  <a:pt x="101670" y="134054"/>
                </a:lnTo>
                <a:lnTo>
                  <a:pt x="102301" y="133968"/>
                </a:lnTo>
                <a:lnTo>
                  <a:pt x="102926" y="133870"/>
                </a:lnTo>
                <a:lnTo>
                  <a:pt x="103544" y="133761"/>
                </a:lnTo>
                <a:lnTo>
                  <a:pt x="104156" y="133640"/>
                </a:lnTo>
                <a:lnTo>
                  <a:pt x="104761" y="133508"/>
                </a:lnTo>
                <a:lnTo>
                  <a:pt x="105360" y="133364"/>
                </a:lnTo>
                <a:lnTo>
                  <a:pt x="105952" y="133209"/>
                </a:lnTo>
                <a:lnTo>
                  <a:pt x="106538" y="133042"/>
                </a:lnTo>
                <a:lnTo>
                  <a:pt x="107118" y="132864"/>
                </a:lnTo>
                <a:lnTo>
                  <a:pt x="107691" y="132675"/>
                </a:lnTo>
                <a:lnTo>
                  <a:pt x="108258" y="132473"/>
                </a:lnTo>
                <a:lnTo>
                  <a:pt x="108818" y="132261"/>
                </a:lnTo>
                <a:lnTo>
                  <a:pt x="109372" y="132037"/>
                </a:lnTo>
                <a:lnTo>
                  <a:pt x="109919" y="131801"/>
                </a:lnTo>
                <a:lnTo>
                  <a:pt x="110460" y="131554"/>
                </a:lnTo>
                <a:lnTo>
                  <a:pt x="110994" y="131295"/>
                </a:lnTo>
                <a:lnTo>
                  <a:pt x="111522" y="131025"/>
                </a:lnTo>
                <a:lnTo>
                  <a:pt x="112044" y="130745"/>
                </a:lnTo>
                <a:lnTo>
                  <a:pt x="112558" y="130455"/>
                </a:lnTo>
                <a:lnTo>
                  <a:pt x="113066" y="130156"/>
                </a:lnTo>
                <a:lnTo>
                  <a:pt x="113567" y="129848"/>
                </a:lnTo>
                <a:lnTo>
                  <a:pt x="114062" y="129531"/>
                </a:lnTo>
                <a:lnTo>
                  <a:pt x="114550" y="129204"/>
                </a:lnTo>
                <a:lnTo>
                  <a:pt x="115031" y="128868"/>
                </a:lnTo>
                <a:lnTo>
                  <a:pt x="115505" y="128523"/>
                </a:lnTo>
                <a:lnTo>
                  <a:pt x="115973" y="128168"/>
                </a:lnTo>
                <a:lnTo>
                  <a:pt x="116433" y="127805"/>
                </a:lnTo>
                <a:lnTo>
                  <a:pt x="116887" y="127432"/>
                </a:lnTo>
                <a:lnTo>
                  <a:pt x="117335" y="127049"/>
                </a:lnTo>
                <a:lnTo>
                  <a:pt x="117775" y="126658"/>
                </a:lnTo>
                <a:lnTo>
                  <a:pt x="118209" y="126257"/>
                </a:lnTo>
                <a:lnTo>
                  <a:pt x="118637" y="125847"/>
                </a:lnTo>
                <a:lnTo>
                  <a:pt x="119057" y="125428"/>
                </a:lnTo>
                <a:lnTo>
                  <a:pt x="119471" y="125000"/>
                </a:lnTo>
                <a:lnTo>
                  <a:pt x="119878" y="124562"/>
                </a:lnTo>
                <a:lnTo>
                  <a:pt x="120278" y="124115"/>
                </a:lnTo>
                <a:lnTo>
                  <a:pt x="120672" y="123659"/>
                </a:lnTo>
                <a:lnTo>
                  <a:pt x="121059" y="123193"/>
                </a:lnTo>
                <a:lnTo>
                  <a:pt x="121439" y="122719"/>
                </a:lnTo>
                <a:lnTo>
                  <a:pt x="121812" y="122235"/>
                </a:lnTo>
                <a:lnTo>
                  <a:pt x="122179" y="121741"/>
                </a:lnTo>
                <a:lnTo>
                  <a:pt x="122538" y="121240"/>
                </a:lnTo>
                <a:lnTo>
                  <a:pt x="122891" y="120731"/>
                </a:lnTo>
                <a:lnTo>
                  <a:pt x="123236" y="120214"/>
                </a:lnTo>
                <a:lnTo>
                  <a:pt x="123573" y="119691"/>
                </a:lnTo>
                <a:lnTo>
                  <a:pt x="123904" y="119159"/>
                </a:lnTo>
                <a:lnTo>
                  <a:pt x="124227" y="118621"/>
                </a:lnTo>
                <a:lnTo>
                  <a:pt x="124543" y="118075"/>
                </a:lnTo>
                <a:lnTo>
                  <a:pt x="124852" y="117521"/>
                </a:lnTo>
                <a:lnTo>
                  <a:pt x="125153" y="116960"/>
                </a:lnTo>
                <a:lnTo>
                  <a:pt x="125447" y="116392"/>
                </a:lnTo>
                <a:lnTo>
                  <a:pt x="125734" y="115816"/>
                </a:lnTo>
                <a:lnTo>
                  <a:pt x="126013" y="115233"/>
                </a:lnTo>
                <a:lnTo>
                  <a:pt x="126286" y="114642"/>
                </a:lnTo>
                <a:lnTo>
                  <a:pt x="126550" y="114044"/>
                </a:lnTo>
                <a:lnTo>
                  <a:pt x="126808" y="113438"/>
                </a:lnTo>
                <a:lnTo>
                  <a:pt x="127058" y="112825"/>
                </a:lnTo>
                <a:lnTo>
                  <a:pt x="127301" y="112205"/>
                </a:lnTo>
                <a:lnTo>
                  <a:pt x="127537" y="111577"/>
                </a:lnTo>
                <a:lnTo>
                  <a:pt x="127766" y="110942"/>
                </a:lnTo>
                <a:lnTo>
                  <a:pt x="127987" y="110299"/>
                </a:lnTo>
                <a:lnTo>
                  <a:pt x="128201" y="109649"/>
                </a:lnTo>
                <a:lnTo>
                  <a:pt x="128407" y="108991"/>
                </a:lnTo>
                <a:lnTo>
                  <a:pt x="128607" y="108326"/>
                </a:lnTo>
                <a:lnTo>
                  <a:pt x="128799" y="107654"/>
                </a:lnTo>
                <a:lnTo>
                  <a:pt x="128983" y="106975"/>
                </a:lnTo>
                <a:lnTo>
                  <a:pt x="129160" y="106292"/>
                </a:lnTo>
                <a:lnTo>
                  <a:pt x="129328" y="105604"/>
                </a:lnTo>
                <a:lnTo>
                  <a:pt x="129489" y="104910"/>
                </a:lnTo>
                <a:lnTo>
                  <a:pt x="129642" y="104212"/>
                </a:lnTo>
                <a:lnTo>
                  <a:pt x="129787" y="103509"/>
                </a:lnTo>
                <a:lnTo>
                  <a:pt x="129925" y="102801"/>
                </a:lnTo>
                <a:lnTo>
                  <a:pt x="130054" y="102088"/>
                </a:lnTo>
                <a:lnTo>
                  <a:pt x="130176" y="101370"/>
                </a:lnTo>
                <a:lnTo>
                  <a:pt x="130290" y="100648"/>
                </a:lnTo>
                <a:lnTo>
                  <a:pt x="130396" y="99920"/>
                </a:lnTo>
                <a:lnTo>
                  <a:pt x="130494" y="99187"/>
                </a:lnTo>
                <a:lnTo>
                  <a:pt x="130584" y="98450"/>
                </a:lnTo>
                <a:lnTo>
                  <a:pt x="130667" y="97708"/>
                </a:lnTo>
                <a:lnTo>
                  <a:pt x="130741" y="96960"/>
                </a:lnTo>
                <a:lnTo>
                  <a:pt x="130808" y="96208"/>
                </a:lnTo>
                <a:lnTo>
                  <a:pt x="130867" y="95451"/>
                </a:lnTo>
                <a:lnTo>
                  <a:pt x="130918" y="94689"/>
                </a:lnTo>
                <a:lnTo>
                  <a:pt x="130961" y="93922"/>
                </a:lnTo>
                <a:lnTo>
                  <a:pt x="130996" y="93151"/>
                </a:lnTo>
                <a:lnTo>
                  <a:pt x="131024" y="92374"/>
                </a:lnTo>
                <a:lnTo>
                  <a:pt x="131043" y="91592"/>
                </a:lnTo>
                <a:lnTo>
                  <a:pt x="131055" y="90806"/>
                </a:lnTo>
                <a:lnTo>
                  <a:pt x="131059" y="90014"/>
                </a:lnTo>
                <a:lnTo>
                  <a:pt x="131059" y="88319"/>
                </a:lnTo>
                <a:lnTo>
                  <a:pt x="131055" y="87488"/>
                </a:lnTo>
                <a:lnTo>
                  <a:pt x="131043" y="86663"/>
                </a:lnTo>
                <a:lnTo>
                  <a:pt x="131024" y="85845"/>
                </a:lnTo>
                <a:lnTo>
                  <a:pt x="130996" y="85033"/>
                </a:lnTo>
                <a:lnTo>
                  <a:pt x="130961" y="84227"/>
                </a:lnTo>
                <a:lnTo>
                  <a:pt x="130918" y="83427"/>
                </a:lnTo>
                <a:lnTo>
                  <a:pt x="130867" y="82634"/>
                </a:lnTo>
                <a:lnTo>
                  <a:pt x="130808" y="81847"/>
                </a:lnTo>
                <a:lnTo>
                  <a:pt x="130741" y="81067"/>
                </a:lnTo>
                <a:lnTo>
                  <a:pt x="130667" y="80292"/>
                </a:lnTo>
                <a:lnTo>
                  <a:pt x="130584" y="79524"/>
                </a:lnTo>
                <a:lnTo>
                  <a:pt x="130494" y="78763"/>
                </a:lnTo>
                <a:lnTo>
                  <a:pt x="130396" y="78007"/>
                </a:lnTo>
                <a:lnTo>
                  <a:pt x="130290" y="77258"/>
                </a:lnTo>
                <a:lnTo>
                  <a:pt x="130176" y="76515"/>
                </a:lnTo>
                <a:lnTo>
                  <a:pt x="130054" y="75779"/>
                </a:lnTo>
                <a:lnTo>
                  <a:pt x="129925" y="75049"/>
                </a:lnTo>
                <a:lnTo>
                  <a:pt x="129787" y="74325"/>
                </a:lnTo>
                <a:lnTo>
                  <a:pt x="129642" y="73607"/>
                </a:lnTo>
                <a:lnTo>
                  <a:pt x="129489" y="72896"/>
                </a:lnTo>
                <a:lnTo>
                  <a:pt x="129328" y="72191"/>
                </a:lnTo>
                <a:lnTo>
                  <a:pt x="129160" y="71493"/>
                </a:lnTo>
                <a:lnTo>
                  <a:pt x="128983" y="70800"/>
                </a:lnTo>
                <a:lnTo>
                  <a:pt x="128799" y="70114"/>
                </a:lnTo>
                <a:lnTo>
                  <a:pt x="128607" y="69435"/>
                </a:lnTo>
                <a:lnTo>
                  <a:pt x="128408" y="68765"/>
                </a:lnTo>
                <a:lnTo>
                  <a:pt x="128201" y="68102"/>
                </a:lnTo>
                <a:lnTo>
                  <a:pt x="127988" y="67447"/>
                </a:lnTo>
                <a:lnTo>
                  <a:pt x="127767" y="66800"/>
                </a:lnTo>
                <a:lnTo>
                  <a:pt x="127540" y="66161"/>
                </a:lnTo>
                <a:lnTo>
                  <a:pt x="127305" y="65530"/>
                </a:lnTo>
                <a:lnTo>
                  <a:pt x="127063" y="64907"/>
                </a:lnTo>
                <a:lnTo>
                  <a:pt x="126814" y="64292"/>
                </a:lnTo>
                <a:lnTo>
                  <a:pt x="126557" y="63685"/>
                </a:lnTo>
                <a:lnTo>
                  <a:pt x="126294" y="63086"/>
                </a:lnTo>
                <a:lnTo>
                  <a:pt x="126023" y="62495"/>
                </a:lnTo>
                <a:lnTo>
                  <a:pt x="125746" y="61912"/>
                </a:lnTo>
                <a:lnTo>
                  <a:pt x="125461" y="61337"/>
                </a:lnTo>
                <a:lnTo>
                  <a:pt x="125169" y="60770"/>
                </a:lnTo>
                <a:lnTo>
                  <a:pt x="124870" y="60211"/>
                </a:lnTo>
                <a:lnTo>
                  <a:pt x="124563" y="59660"/>
                </a:lnTo>
                <a:lnTo>
                  <a:pt x="124250" y="59117"/>
                </a:lnTo>
                <a:lnTo>
                  <a:pt x="123929" y="58582"/>
                </a:lnTo>
                <a:lnTo>
                  <a:pt x="123602" y="58055"/>
                </a:lnTo>
                <a:lnTo>
                  <a:pt x="123267" y="57536"/>
                </a:lnTo>
                <a:lnTo>
                  <a:pt x="122925" y="57025"/>
                </a:lnTo>
                <a:lnTo>
                  <a:pt x="122575" y="56522"/>
                </a:lnTo>
                <a:lnTo>
                  <a:pt x="122219" y="56027"/>
                </a:lnTo>
                <a:lnTo>
                  <a:pt x="121856" y="55540"/>
                </a:lnTo>
                <a:lnTo>
                  <a:pt x="121485" y="55063"/>
                </a:lnTo>
                <a:lnTo>
                  <a:pt x="121107" y="54596"/>
                </a:lnTo>
                <a:lnTo>
                  <a:pt x="120722" y="54138"/>
                </a:lnTo>
                <a:lnTo>
                  <a:pt x="120330" y="53689"/>
                </a:lnTo>
                <a:lnTo>
                  <a:pt x="119931" y="53249"/>
                </a:lnTo>
                <a:lnTo>
                  <a:pt x="119524" y="52819"/>
                </a:lnTo>
                <a:lnTo>
                  <a:pt x="119111" y="52398"/>
                </a:lnTo>
                <a:lnTo>
                  <a:pt x="118690" y="51987"/>
                </a:lnTo>
                <a:lnTo>
                  <a:pt x="118262" y="51585"/>
                </a:lnTo>
                <a:lnTo>
                  <a:pt x="117827" y="51193"/>
                </a:lnTo>
                <a:lnTo>
                  <a:pt x="117385" y="50810"/>
                </a:lnTo>
                <a:lnTo>
                  <a:pt x="116936" y="50436"/>
                </a:lnTo>
                <a:lnTo>
                  <a:pt x="116480" y="50072"/>
                </a:lnTo>
                <a:lnTo>
                  <a:pt x="116016" y="49717"/>
                </a:lnTo>
                <a:lnTo>
                  <a:pt x="115545" y="49371"/>
                </a:lnTo>
                <a:lnTo>
                  <a:pt x="115067" y="49035"/>
                </a:lnTo>
                <a:lnTo>
                  <a:pt x="114582" y="48708"/>
                </a:lnTo>
                <a:lnTo>
                  <a:pt x="114090" y="48391"/>
                </a:lnTo>
                <a:lnTo>
                  <a:pt x="113591" y="48083"/>
                </a:lnTo>
                <a:lnTo>
                  <a:pt x="113085" y="47784"/>
                </a:lnTo>
                <a:lnTo>
                  <a:pt x="112571" y="47495"/>
                </a:lnTo>
                <a:lnTo>
                  <a:pt x="112050" y="47215"/>
                </a:lnTo>
                <a:lnTo>
                  <a:pt x="111522" y="46945"/>
                </a:lnTo>
                <a:lnTo>
                  <a:pt x="110988" y="46685"/>
                </a:lnTo>
                <a:lnTo>
                  <a:pt x="110446" y="46435"/>
                </a:lnTo>
                <a:lnTo>
                  <a:pt x="109899" y="46197"/>
                </a:lnTo>
                <a:lnTo>
                  <a:pt x="109345" y="45970"/>
                </a:lnTo>
                <a:lnTo>
                  <a:pt x="108784" y="45754"/>
                </a:lnTo>
                <a:lnTo>
                  <a:pt x="108217" y="45550"/>
                </a:lnTo>
                <a:lnTo>
                  <a:pt x="107644" y="45356"/>
                </a:lnTo>
                <a:lnTo>
                  <a:pt x="107064" y="45173"/>
                </a:lnTo>
                <a:lnTo>
                  <a:pt x="106478" y="45002"/>
                </a:lnTo>
                <a:lnTo>
                  <a:pt x="105885" y="44841"/>
                </a:lnTo>
                <a:lnTo>
                  <a:pt x="105286" y="44691"/>
                </a:lnTo>
                <a:lnTo>
                  <a:pt x="104680" y="44553"/>
                </a:lnTo>
                <a:lnTo>
                  <a:pt x="104068" y="44426"/>
                </a:lnTo>
                <a:lnTo>
                  <a:pt x="103450" y="44309"/>
                </a:lnTo>
                <a:lnTo>
                  <a:pt x="102825" y="44204"/>
                </a:lnTo>
                <a:lnTo>
                  <a:pt x="102193" y="44110"/>
                </a:lnTo>
                <a:lnTo>
                  <a:pt x="101556" y="44027"/>
                </a:lnTo>
                <a:lnTo>
                  <a:pt x="100911" y="43955"/>
                </a:lnTo>
                <a:lnTo>
                  <a:pt x="100261" y="43894"/>
                </a:lnTo>
                <a:lnTo>
                  <a:pt x="99603" y="43844"/>
                </a:lnTo>
                <a:lnTo>
                  <a:pt x="98940" y="43806"/>
                </a:lnTo>
                <a:lnTo>
                  <a:pt x="98270" y="43778"/>
                </a:lnTo>
                <a:lnTo>
                  <a:pt x="97593" y="43761"/>
                </a:lnTo>
                <a:lnTo>
                  <a:pt x="96910" y="43756"/>
                </a:lnTo>
                <a:lnTo>
                  <a:pt x="96227" y="43761"/>
                </a:lnTo>
                <a:lnTo>
                  <a:pt x="95552" y="43776"/>
                </a:lnTo>
                <a:lnTo>
                  <a:pt x="94883" y="43801"/>
                </a:lnTo>
                <a:lnTo>
                  <a:pt x="94221" y="43835"/>
                </a:lnTo>
                <a:lnTo>
                  <a:pt x="93567" y="43880"/>
                </a:lnTo>
                <a:lnTo>
                  <a:pt x="92919" y="43935"/>
                </a:lnTo>
                <a:lnTo>
                  <a:pt x="92278" y="44000"/>
                </a:lnTo>
                <a:lnTo>
                  <a:pt x="91645" y="44074"/>
                </a:lnTo>
                <a:lnTo>
                  <a:pt x="91018" y="44159"/>
                </a:lnTo>
                <a:lnTo>
                  <a:pt x="90398" y="44253"/>
                </a:lnTo>
                <a:lnTo>
                  <a:pt x="89786" y="44358"/>
                </a:lnTo>
                <a:lnTo>
                  <a:pt x="89180" y="44472"/>
                </a:lnTo>
                <a:lnTo>
                  <a:pt x="88582" y="44597"/>
                </a:lnTo>
                <a:lnTo>
                  <a:pt x="87990" y="44731"/>
                </a:lnTo>
                <a:lnTo>
                  <a:pt x="87405" y="44875"/>
                </a:lnTo>
                <a:lnTo>
                  <a:pt x="86828" y="45030"/>
                </a:lnTo>
                <a:lnTo>
                  <a:pt x="86257" y="45194"/>
                </a:lnTo>
                <a:lnTo>
                  <a:pt x="85694" y="45368"/>
                </a:lnTo>
                <a:lnTo>
                  <a:pt x="85137" y="45552"/>
                </a:lnTo>
                <a:lnTo>
                  <a:pt x="84587" y="45746"/>
                </a:lnTo>
                <a:lnTo>
                  <a:pt x="84045" y="45950"/>
                </a:lnTo>
                <a:lnTo>
                  <a:pt x="83509" y="46164"/>
                </a:lnTo>
                <a:lnTo>
                  <a:pt x="82981" y="46388"/>
                </a:lnTo>
                <a:lnTo>
                  <a:pt x="82459" y="46622"/>
                </a:lnTo>
                <a:lnTo>
                  <a:pt x="81945" y="46865"/>
                </a:lnTo>
                <a:lnTo>
                  <a:pt x="81437" y="47117"/>
                </a:lnTo>
                <a:lnTo>
                  <a:pt x="80936" y="47379"/>
                </a:lnTo>
                <a:lnTo>
                  <a:pt x="80441" y="47649"/>
                </a:lnTo>
                <a:lnTo>
                  <a:pt x="79953" y="47928"/>
                </a:lnTo>
                <a:lnTo>
                  <a:pt x="79472" y="48216"/>
                </a:lnTo>
                <a:lnTo>
                  <a:pt x="78998" y="48513"/>
                </a:lnTo>
                <a:lnTo>
                  <a:pt x="78530" y="48819"/>
                </a:lnTo>
                <a:lnTo>
                  <a:pt x="78070" y="49135"/>
                </a:lnTo>
                <a:lnTo>
                  <a:pt x="77615" y="49459"/>
                </a:lnTo>
                <a:lnTo>
                  <a:pt x="77168" y="49792"/>
                </a:lnTo>
                <a:lnTo>
                  <a:pt x="76727" y="50134"/>
                </a:lnTo>
                <a:lnTo>
                  <a:pt x="76294" y="50485"/>
                </a:lnTo>
                <a:lnTo>
                  <a:pt x="75866" y="50844"/>
                </a:lnTo>
                <a:lnTo>
                  <a:pt x="75446" y="51213"/>
                </a:lnTo>
                <a:lnTo>
                  <a:pt x="75032" y="51591"/>
                </a:lnTo>
                <a:lnTo>
                  <a:pt x="74625" y="51978"/>
                </a:lnTo>
                <a:lnTo>
                  <a:pt x="74225" y="52374"/>
                </a:lnTo>
                <a:lnTo>
                  <a:pt x="73831" y="52779"/>
                </a:lnTo>
                <a:lnTo>
                  <a:pt x="73444" y="53192"/>
                </a:lnTo>
                <a:lnTo>
                  <a:pt x="73064" y="53615"/>
                </a:lnTo>
                <a:lnTo>
                  <a:pt x="72691" y="54047"/>
                </a:lnTo>
                <a:lnTo>
                  <a:pt x="72324" y="54487"/>
                </a:lnTo>
                <a:lnTo>
                  <a:pt x="72045" y="54836"/>
                </a:lnTo>
                <a:lnTo>
                  <a:pt x="72045" y="8719"/>
                </a:lnTo>
                <a:lnTo>
                  <a:pt x="57029" y="8719"/>
                </a:lnTo>
                <a:lnTo>
                  <a:pt x="57029" y="132721"/>
                </a:lnTo>
                <a:lnTo>
                  <a:pt x="70753" y="132721"/>
                </a:lnTo>
                <a:lnTo>
                  <a:pt x="71523" y="122623"/>
                </a:lnTo>
                <a:close/>
                <a:moveTo>
                  <a:pt x="72072" y="69896"/>
                </a:moveTo>
                <a:lnTo>
                  <a:pt x="72237" y="69560"/>
                </a:lnTo>
                <a:lnTo>
                  <a:pt x="72405" y="69228"/>
                </a:lnTo>
                <a:lnTo>
                  <a:pt x="72577" y="68898"/>
                </a:lnTo>
                <a:lnTo>
                  <a:pt x="72753" y="68572"/>
                </a:lnTo>
                <a:lnTo>
                  <a:pt x="72933" y="68249"/>
                </a:lnTo>
                <a:lnTo>
                  <a:pt x="73117" y="67928"/>
                </a:lnTo>
                <a:lnTo>
                  <a:pt x="73304" y="67611"/>
                </a:lnTo>
                <a:lnTo>
                  <a:pt x="73495" y="67297"/>
                </a:lnTo>
                <a:lnTo>
                  <a:pt x="73690" y="66986"/>
                </a:lnTo>
                <a:lnTo>
                  <a:pt x="73889" y="66678"/>
                </a:lnTo>
                <a:lnTo>
                  <a:pt x="74091" y="66373"/>
                </a:lnTo>
                <a:lnTo>
                  <a:pt x="74297" y="66072"/>
                </a:lnTo>
                <a:lnTo>
                  <a:pt x="74507" y="65773"/>
                </a:lnTo>
                <a:lnTo>
                  <a:pt x="74721" y="65477"/>
                </a:lnTo>
                <a:lnTo>
                  <a:pt x="74939" y="65185"/>
                </a:lnTo>
                <a:lnTo>
                  <a:pt x="75160" y="64895"/>
                </a:lnTo>
                <a:lnTo>
                  <a:pt x="75385" y="64609"/>
                </a:lnTo>
                <a:lnTo>
                  <a:pt x="75614" y="64326"/>
                </a:lnTo>
                <a:lnTo>
                  <a:pt x="75847" y="64046"/>
                </a:lnTo>
                <a:lnTo>
                  <a:pt x="76084" y="63768"/>
                </a:lnTo>
                <a:lnTo>
                  <a:pt x="76324" y="63494"/>
                </a:lnTo>
                <a:lnTo>
                  <a:pt x="76568" y="63224"/>
                </a:lnTo>
                <a:lnTo>
                  <a:pt x="76817" y="62959"/>
                </a:lnTo>
                <a:lnTo>
                  <a:pt x="77070" y="62698"/>
                </a:lnTo>
                <a:lnTo>
                  <a:pt x="77327" y="62442"/>
                </a:lnTo>
                <a:lnTo>
                  <a:pt x="77589" y="62190"/>
                </a:lnTo>
                <a:lnTo>
                  <a:pt x="77855" y="61943"/>
                </a:lnTo>
                <a:lnTo>
                  <a:pt x="78126" y="61700"/>
                </a:lnTo>
                <a:lnTo>
                  <a:pt x="78400" y="61463"/>
                </a:lnTo>
                <a:lnTo>
                  <a:pt x="78679" y="61230"/>
                </a:lnTo>
                <a:lnTo>
                  <a:pt x="78963" y="61001"/>
                </a:lnTo>
                <a:lnTo>
                  <a:pt x="79251" y="60777"/>
                </a:lnTo>
                <a:lnTo>
                  <a:pt x="79543" y="60558"/>
                </a:lnTo>
                <a:lnTo>
                  <a:pt x="79839" y="60343"/>
                </a:lnTo>
                <a:lnTo>
                  <a:pt x="80140" y="60133"/>
                </a:lnTo>
                <a:lnTo>
                  <a:pt x="80445" y="59928"/>
                </a:lnTo>
                <a:lnTo>
                  <a:pt x="80755" y="59727"/>
                </a:lnTo>
                <a:lnTo>
                  <a:pt x="81069" y="59531"/>
                </a:lnTo>
                <a:lnTo>
                  <a:pt x="81387" y="59339"/>
                </a:lnTo>
                <a:lnTo>
                  <a:pt x="81710" y="59152"/>
                </a:lnTo>
                <a:lnTo>
                  <a:pt x="82037" y="58970"/>
                </a:lnTo>
                <a:lnTo>
                  <a:pt x="82368" y="58793"/>
                </a:lnTo>
                <a:lnTo>
                  <a:pt x="82703" y="58620"/>
                </a:lnTo>
                <a:lnTo>
                  <a:pt x="83043" y="58451"/>
                </a:lnTo>
                <a:lnTo>
                  <a:pt x="83388" y="58287"/>
                </a:lnTo>
                <a:lnTo>
                  <a:pt x="83737" y="58129"/>
                </a:lnTo>
                <a:lnTo>
                  <a:pt x="84091" y="57978"/>
                </a:lnTo>
                <a:lnTo>
                  <a:pt x="84450" y="57833"/>
                </a:lnTo>
                <a:lnTo>
                  <a:pt x="84815" y="57695"/>
                </a:lnTo>
                <a:lnTo>
                  <a:pt x="85185" y="57564"/>
                </a:lnTo>
                <a:lnTo>
                  <a:pt x="85560" y="57440"/>
                </a:lnTo>
                <a:lnTo>
                  <a:pt x="85940" y="57322"/>
                </a:lnTo>
                <a:lnTo>
                  <a:pt x="86325" y="57211"/>
                </a:lnTo>
                <a:lnTo>
                  <a:pt x="86716" y="57107"/>
                </a:lnTo>
                <a:lnTo>
                  <a:pt x="87112" y="57009"/>
                </a:lnTo>
                <a:lnTo>
                  <a:pt x="87513" y="56918"/>
                </a:lnTo>
                <a:lnTo>
                  <a:pt x="87919" y="56834"/>
                </a:lnTo>
                <a:lnTo>
                  <a:pt x="88330" y="56757"/>
                </a:lnTo>
                <a:lnTo>
                  <a:pt x="88746" y="56686"/>
                </a:lnTo>
                <a:lnTo>
                  <a:pt x="89168" y="56622"/>
                </a:lnTo>
                <a:lnTo>
                  <a:pt x="89595" y="56565"/>
                </a:lnTo>
                <a:lnTo>
                  <a:pt x="90027" y="56515"/>
                </a:lnTo>
                <a:lnTo>
                  <a:pt x="90464" y="56471"/>
                </a:lnTo>
                <a:lnTo>
                  <a:pt x="90907" y="56434"/>
                </a:lnTo>
                <a:lnTo>
                  <a:pt x="91354" y="56404"/>
                </a:lnTo>
                <a:lnTo>
                  <a:pt x="91807" y="56380"/>
                </a:lnTo>
                <a:lnTo>
                  <a:pt x="92265" y="56363"/>
                </a:lnTo>
                <a:lnTo>
                  <a:pt x="92728" y="56353"/>
                </a:lnTo>
                <a:lnTo>
                  <a:pt x="93196" y="56350"/>
                </a:lnTo>
                <a:lnTo>
                  <a:pt x="93724" y="56354"/>
                </a:lnTo>
                <a:lnTo>
                  <a:pt x="94245" y="56367"/>
                </a:lnTo>
                <a:lnTo>
                  <a:pt x="94759" y="56390"/>
                </a:lnTo>
                <a:lnTo>
                  <a:pt x="95266" y="56420"/>
                </a:lnTo>
                <a:lnTo>
                  <a:pt x="95766" y="56460"/>
                </a:lnTo>
                <a:lnTo>
                  <a:pt x="96259" y="56509"/>
                </a:lnTo>
                <a:lnTo>
                  <a:pt x="96745" y="56566"/>
                </a:lnTo>
                <a:lnTo>
                  <a:pt x="97224" y="56632"/>
                </a:lnTo>
                <a:lnTo>
                  <a:pt x="97696" y="56707"/>
                </a:lnTo>
                <a:lnTo>
                  <a:pt x="98161" y="56791"/>
                </a:lnTo>
                <a:lnTo>
                  <a:pt x="98619" y="56884"/>
                </a:lnTo>
                <a:lnTo>
                  <a:pt x="99070" y="56986"/>
                </a:lnTo>
                <a:lnTo>
                  <a:pt x="99513" y="57096"/>
                </a:lnTo>
                <a:lnTo>
                  <a:pt x="99950" y="57215"/>
                </a:lnTo>
                <a:lnTo>
                  <a:pt x="100380" y="57343"/>
                </a:lnTo>
                <a:lnTo>
                  <a:pt x="100803" y="57480"/>
                </a:lnTo>
                <a:lnTo>
                  <a:pt x="101219" y="57626"/>
                </a:lnTo>
                <a:lnTo>
                  <a:pt x="101628" y="57780"/>
                </a:lnTo>
                <a:lnTo>
                  <a:pt x="102030" y="57944"/>
                </a:lnTo>
                <a:lnTo>
                  <a:pt x="102424" y="58116"/>
                </a:lnTo>
                <a:lnTo>
                  <a:pt x="102812" y="58297"/>
                </a:lnTo>
                <a:lnTo>
                  <a:pt x="103193" y="58487"/>
                </a:lnTo>
                <a:lnTo>
                  <a:pt x="103567" y="58685"/>
                </a:lnTo>
                <a:lnTo>
                  <a:pt x="103934" y="58893"/>
                </a:lnTo>
                <a:lnTo>
                  <a:pt x="104294" y="59108"/>
                </a:lnTo>
                <a:lnTo>
                  <a:pt x="104648" y="59330"/>
                </a:lnTo>
                <a:lnTo>
                  <a:pt x="104997" y="59558"/>
                </a:lnTo>
                <a:lnTo>
                  <a:pt x="105340" y="59792"/>
                </a:lnTo>
                <a:lnTo>
                  <a:pt x="105676" y="60033"/>
                </a:lnTo>
                <a:lnTo>
                  <a:pt x="106007" y="60280"/>
                </a:lnTo>
                <a:lnTo>
                  <a:pt x="106332" y="60534"/>
                </a:lnTo>
                <a:lnTo>
                  <a:pt x="106652" y="60794"/>
                </a:lnTo>
                <a:lnTo>
                  <a:pt x="106965" y="61061"/>
                </a:lnTo>
                <a:lnTo>
                  <a:pt x="107272" y="61334"/>
                </a:lnTo>
                <a:lnTo>
                  <a:pt x="107574" y="61614"/>
                </a:lnTo>
                <a:lnTo>
                  <a:pt x="107869" y="61900"/>
                </a:lnTo>
                <a:lnTo>
                  <a:pt x="108159" y="62193"/>
                </a:lnTo>
                <a:lnTo>
                  <a:pt x="108443" y="62491"/>
                </a:lnTo>
                <a:lnTo>
                  <a:pt x="108721" y="62797"/>
                </a:lnTo>
                <a:lnTo>
                  <a:pt x="108993" y="63109"/>
                </a:lnTo>
                <a:lnTo>
                  <a:pt x="109259" y="63427"/>
                </a:lnTo>
                <a:lnTo>
                  <a:pt x="109519" y="63752"/>
                </a:lnTo>
                <a:lnTo>
                  <a:pt x="109774" y="64083"/>
                </a:lnTo>
                <a:lnTo>
                  <a:pt x="110022" y="64421"/>
                </a:lnTo>
                <a:lnTo>
                  <a:pt x="110265" y="64765"/>
                </a:lnTo>
                <a:lnTo>
                  <a:pt x="110501" y="65115"/>
                </a:lnTo>
                <a:lnTo>
                  <a:pt x="110732" y="65472"/>
                </a:lnTo>
                <a:lnTo>
                  <a:pt x="110957" y="65836"/>
                </a:lnTo>
                <a:lnTo>
                  <a:pt x="111177" y="66205"/>
                </a:lnTo>
                <a:lnTo>
                  <a:pt x="111391" y="66578"/>
                </a:lnTo>
                <a:lnTo>
                  <a:pt x="111600" y="66957"/>
                </a:lnTo>
                <a:lnTo>
                  <a:pt x="111805" y="67340"/>
                </a:lnTo>
                <a:lnTo>
                  <a:pt x="112004" y="67728"/>
                </a:lnTo>
                <a:lnTo>
                  <a:pt x="112198" y="68121"/>
                </a:lnTo>
                <a:lnTo>
                  <a:pt x="112388" y="68519"/>
                </a:lnTo>
                <a:lnTo>
                  <a:pt x="112572" y="68921"/>
                </a:lnTo>
                <a:lnTo>
                  <a:pt x="112751" y="69328"/>
                </a:lnTo>
                <a:lnTo>
                  <a:pt x="112925" y="69740"/>
                </a:lnTo>
                <a:lnTo>
                  <a:pt x="113094" y="70157"/>
                </a:lnTo>
                <a:lnTo>
                  <a:pt x="113258" y="70579"/>
                </a:lnTo>
                <a:lnTo>
                  <a:pt x="113417" y="71005"/>
                </a:lnTo>
                <a:lnTo>
                  <a:pt x="113571" y="71436"/>
                </a:lnTo>
                <a:lnTo>
                  <a:pt x="113720" y="71871"/>
                </a:lnTo>
                <a:lnTo>
                  <a:pt x="113863" y="72312"/>
                </a:lnTo>
                <a:lnTo>
                  <a:pt x="114002" y="72757"/>
                </a:lnTo>
                <a:lnTo>
                  <a:pt x="114136" y="73207"/>
                </a:lnTo>
                <a:lnTo>
                  <a:pt x="114265" y="73662"/>
                </a:lnTo>
                <a:lnTo>
                  <a:pt x="114388" y="74122"/>
                </a:lnTo>
                <a:lnTo>
                  <a:pt x="114507" y="74586"/>
                </a:lnTo>
                <a:lnTo>
                  <a:pt x="114620" y="75055"/>
                </a:lnTo>
                <a:lnTo>
                  <a:pt x="114729" y="75529"/>
                </a:lnTo>
                <a:lnTo>
                  <a:pt x="114832" y="76008"/>
                </a:lnTo>
                <a:lnTo>
                  <a:pt x="114931" y="76490"/>
                </a:lnTo>
                <a:lnTo>
                  <a:pt x="115026" y="76975"/>
                </a:lnTo>
                <a:lnTo>
                  <a:pt x="115116" y="77463"/>
                </a:lnTo>
                <a:lnTo>
                  <a:pt x="115202" y="77953"/>
                </a:lnTo>
                <a:lnTo>
                  <a:pt x="115284" y="78446"/>
                </a:lnTo>
                <a:lnTo>
                  <a:pt x="115362" y="78942"/>
                </a:lnTo>
                <a:lnTo>
                  <a:pt x="115436" y="79440"/>
                </a:lnTo>
                <a:lnTo>
                  <a:pt x="115505" y="79941"/>
                </a:lnTo>
                <a:lnTo>
                  <a:pt x="115570" y="80445"/>
                </a:lnTo>
                <a:lnTo>
                  <a:pt x="115631" y="80951"/>
                </a:lnTo>
                <a:lnTo>
                  <a:pt x="115688" y="81460"/>
                </a:lnTo>
                <a:lnTo>
                  <a:pt x="115740" y="81972"/>
                </a:lnTo>
                <a:lnTo>
                  <a:pt x="115789" y="82486"/>
                </a:lnTo>
                <a:lnTo>
                  <a:pt x="115833" y="83003"/>
                </a:lnTo>
                <a:lnTo>
                  <a:pt x="115873" y="83523"/>
                </a:lnTo>
                <a:lnTo>
                  <a:pt x="115909" y="84045"/>
                </a:lnTo>
                <a:lnTo>
                  <a:pt x="115940" y="84570"/>
                </a:lnTo>
                <a:lnTo>
                  <a:pt x="115967" y="85097"/>
                </a:lnTo>
                <a:lnTo>
                  <a:pt x="115991" y="85628"/>
                </a:lnTo>
                <a:lnTo>
                  <a:pt x="116010" y="86161"/>
                </a:lnTo>
                <a:lnTo>
                  <a:pt x="116024" y="86696"/>
                </a:lnTo>
                <a:lnTo>
                  <a:pt x="116035" y="87234"/>
                </a:lnTo>
                <a:lnTo>
                  <a:pt x="116041" y="87775"/>
                </a:lnTo>
                <a:lnTo>
                  <a:pt x="116043" y="88319"/>
                </a:lnTo>
                <a:lnTo>
                  <a:pt x="116043" y="90014"/>
                </a:lnTo>
                <a:lnTo>
                  <a:pt x="116041" y="90558"/>
                </a:lnTo>
                <a:lnTo>
                  <a:pt x="116034" y="91099"/>
                </a:lnTo>
                <a:lnTo>
                  <a:pt x="116023" y="91637"/>
                </a:lnTo>
                <a:lnTo>
                  <a:pt x="116007" y="92172"/>
                </a:lnTo>
                <a:lnTo>
                  <a:pt x="115987" y="92704"/>
                </a:lnTo>
                <a:lnTo>
                  <a:pt x="115962" y="93233"/>
                </a:lnTo>
                <a:lnTo>
                  <a:pt x="115933" y="93760"/>
                </a:lnTo>
                <a:lnTo>
                  <a:pt x="115900" y="94284"/>
                </a:lnTo>
                <a:lnTo>
                  <a:pt x="115862" y="94805"/>
                </a:lnTo>
                <a:lnTo>
                  <a:pt x="115819" y="95324"/>
                </a:lnTo>
                <a:lnTo>
                  <a:pt x="115772" y="95839"/>
                </a:lnTo>
                <a:lnTo>
                  <a:pt x="115720" y="96352"/>
                </a:lnTo>
                <a:lnTo>
                  <a:pt x="115664" y="96862"/>
                </a:lnTo>
                <a:lnTo>
                  <a:pt x="115604" y="97369"/>
                </a:lnTo>
                <a:lnTo>
                  <a:pt x="115539" y="97873"/>
                </a:lnTo>
                <a:lnTo>
                  <a:pt x="115469" y="98374"/>
                </a:lnTo>
                <a:lnTo>
                  <a:pt x="115395" y="98873"/>
                </a:lnTo>
                <a:lnTo>
                  <a:pt x="115317" y="99369"/>
                </a:lnTo>
                <a:lnTo>
                  <a:pt x="115234" y="99862"/>
                </a:lnTo>
                <a:lnTo>
                  <a:pt x="115146" y="100352"/>
                </a:lnTo>
                <a:lnTo>
                  <a:pt x="115054" y="100840"/>
                </a:lnTo>
                <a:lnTo>
                  <a:pt x="114958" y="101324"/>
                </a:lnTo>
                <a:lnTo>
                  <a:pt x="114857" y="101806"/>
                </a:lnTo>
                <a:lnTo>
                  <a:pt x="114751" y="102285"/>
                </a:lnTo>
                <a:lnTo>
                  <a:pt x="114641" y="102761"/>
                </a:lnTo>
                <a:lnTo>
                  <a:pt x="114526" y="103231"/>
                </a:lnTo>
                <a:lnTo>
                  <a:pt x="114406" y="103697"/>
                </a:lnTo>
                <a:lnTo>
                  <a:pt x="114282" y="104158"/>
                </a:lnTo>
                <a:lnTo>
                  <a:pt x="114152" y="104614"/>
                </a:lnTo>
                <a:lnTo>
                  <a:pt x="114017" y="105066"/>
                </a:lnTo>
                <a:lnTo>
                  <a:pt x="113878" y="105512"/>
                </a:lnTo>
                <a:lnTo>
                  <a:pt x="113733" y="105954"/>
                </a:lnTo>
                <a:lnTo>
                  <a:pt x="113584" y="106391"/>
                </a:lnTo>
                <a:lnTo>
                  <a:pt x="113430" y="106824"/>
                </a:lnTo>
                <a:lnTo>
                  <a:pt x="113271" y="107251"/>
                </a:lnTo>
                <a:lnTo>
                  <a:pt x="113107" y="107674"/>
                </a:lnTo>
                <a:lnTo>
                  <a:pt x="112938" y="108092"/>
                </a:lnTo>
                <a:lnTo>
                  <a:pt x="112764" y="108506"/>
                </a:lnTo>
                <a:lnTo>
                  <a:pt x="112585" y="108914"/>
                </a:lnTo>
                <a:lnTo>
                  <a:pt x="112401" y="109318"/>
                </a:lnTo>
                <a:lnTo>
                  <a:pt x="112213" y="109717"/>
                </a:lnTo>
                <a:lnTo>
                  <a:pt x="112019" y="110111"/>
                </a:lnTo>
                <a:lnTo>
                  <a:pt x="111821" y="110501"/>
                </a:lnTo>
                <a:lnTo>
                  <a:pt x="111618" y="110885"/>
                </a:lnTo>
                <a:lnTo>
                  <a:pt x="111409" y="111265"/>
                </a:lnTo>
                <a:lnTo>
                  <a:pt x="111196" y="111641"/>
                </a:lnTo>
                <a:lnTo>
                  <a:pt x="110978" y="112011"/>
                </a:lnTo>
                <a:lnTo>
                  <a:pt x="110755" y="112377"/>
                </a:lnTo>
                <a:lnTo>
                  <a:pt x="110527" y="112737"/>
                </a:lnTo>
                <a:lnTo>
                  <a:pt x="110293" y="113090"/>
                </a:lnTo>
                <a:lnTo>
                  <a:pt x="110054" y="113437"/>
                </a:lnTo>
                <a:lnTo>
                  <a:pt x="109809" y="113777"/>
                </a:lnTo>
                <a:lnTo>
                  <a:pt x="109558" y="114111"/>
                </a:lnTo>
                <a:lnTo>
                  <a:pt x="109302" y="114438"/>
                </a:lnTo>
                <a:lnTo>
                  <a:pt x="109040" y="114758"/>
                </a:lnTo>
                <a:lnTo>
                  <a:pt x="108773" y="115072"/>
                </a:lnTo>
                <a:lnTo>
                  <a:pt x="108500" y="115379"/>
                </a:lnTo>
                <a:lnTo>
                  <a:pt x="108221" y="115680"/>
                </a:lnTo>
                <a:lnTo>
                  <a:pt x="107937" y="115974"/>
                </a:lnTo>
                <a:lnTo>
                  <a:pt x="107647" y="116262"/>
                </a:lnTo>
                <a:lnTo>
                  <a:pt x="107352" y="116543"/>
                </a:lnTo>
                <a:lnTo>
                  <a:pt x="107051" y="116817"/>
                </a:lnTo>
                <a:lnTo>
                  <a:pt x="106744" y="117085"/>
                </a:lnTo>
                <a:lnTo>
                  <a:pt x="106432" y="117346"/>
                </a:lnTo>
                <a:lnTo>
                  <a:pt x="106114" y="117601"/>
                </a:lnTo>
                <a:lnTo>
                  <a:pt x="105790" y="117849"/>
                </a:lnTo>
                <a:lnTo>
                  <a:pt x="105461" y="118090"/>
                </a:lnTo>
                <a:lnTo>
                  <a:pt x="105127" y="118325"/>
                </a:lnTo>
                <a:lnTo>
                  <a:pt x="104786" y="118553"/>
                </a:lnTo>
                <a:lnTo>
                  <a:pt x="104440" y="118775"/>
                </a:lnTo>
                <a:lnTo>
                  <a:pt x="104089" y="118990"/>
                </a:lnTo>
                <a:lnTo>
                  <a:pt x="103732" y="119198"/>
                </a:lnTo>
                <a:lnTo>
                  <a:pt x="103369" y="119399"/>
                </a:lnTo>
                <a:lnTo>
                  <a:pt x="103000" y="119592"/>
                </a:lnTo>
                <a:lnTo>
                  <a:pt x="102625" y="119775"/>
                </a:lnTo>
                <a:lnTo>
                  <a:pt x="102244" y="119951"/>
                </a:lnTo>
                <a:lnTo>
                  <a:pt x="101857" y="120117"/>
                </a:lnTo>
                <a:lnTo>
                  <a:pt x="101464" y="120276"/>
                </a:lnTo>
                <a:lnTo>
                  <a:pt x="101065" y="120425"/>
                </a:lnTo>
                <a:lnTo>
                  <a:pt x="100660" y="120566"/>
                </a:lnTo>
                <a:lnTo>
                  <a:pt x="100248" y="120699"/>
                </a:lnTo>
                <a:lnTo>
                  <a:pt x="99831" y="120823"/>
                </a:lnTo>
                <a:lnTo>
                  <a:pt x="99408" y="120938"/>
                </a:lnTo>
                <a:lnTo>
                  <a:pt x="98979" y="121045"/>
                </a:lnTo>
                <a:lnTo>
                  <a:pt x="98544" y="121143"/>
                </a:lnTo>
                <a:lnTo>
                  <a:pt x="98102" y="121233"/>
                </a:lnTo>
                <a:lnTo>
                  <a:pt x="97655" y="121314"/>
                </a:lnTo>
                <a:lnTo>
                  <a:pt x="97202" y="121387"/>
                </a:lnTo>
                <a:lnTo>
                  <a:pt x="96742" y="121451"/>
                </a:lnTo>
                <a:lnTo>
                  <a:pt x="96277" y="121507"/>
                </a:lnTo>
                <a:lnTo>
                  <a:pt x="95805" y="121554"/>
                </a:lnTo>
                <a:lnTo>
                  <a:pt x="95328" y="121592"/>
                </a:lnTo>
                <a:lnTo>
                  <a:pt x="94844" y="121622"/>
                </a:lnTo>
                <a:lnTo>
                  <a:pt x="94355" y="121644"/>
                </a:lnTo>
                <a:lnTo>
                  <a:pt x="93859" y="121656"/>
                </a:lnTo>
                <a:lnTo>
                  <a:pt x="93358" y="121661"/>
                </a:lnTo>
                <a:lnTo>
                  <a:pt x="92750" y="121655"/>
                </a:lnTo>
                <a:lnTo>
                  <a:pt x="92150" y="121638"/>
                </a:lnTo>
                <a:lnTo>
                  <a:pt x="91559" y="121609"/>
                </a:lnTo>
                <a:lnTo>
                  <a:pt x="90975" y="121569"/>
                </a:lnTo>
                <a:lnTo>
                  <a:pt x="90400" y="121517"/>
                </a:lnTo>
                <a:lnTo>
                  <a:pt x="89834" y="121454"/>
                </a:lnTo>
                <a:lnTo>
                  <a:pt x="89275" y="121379"/>
                </a:lnTo>
                <a:lnTo>
                  <a:pt x="88725" y="121293"/>
                </a:lnTo>
                <a:lnTo>
                  <a:pt x="88183" y="121195"/>
                </a:lnTo>
                <a:lnTo>
                  <a:pt x="87649" y="121086"/>
                </a:lnTo>
                <a:lnTo>
                  <a:pt x="87124" y="120965"/>
                </a:lnTo>
                <a:lnTo>
                  <a:pt x="86607" y="120833"/>
                </a:lnTo>
                <a:lnTo>
                  <a:pt x="86098" y="120690"/>
                </a:lnTo>
                <a:lnTo>
                  <a:pt x="85597" y="120534"/>
                </a:lnTo>
                <a:lnTo>
                  <a:pt x="85105" y="120368"/>
                </a:lnTo>
                <a:lnTo>
                  <a:pt x="84621" y="120190"/>
                </a:lnTo>
                <a:lnTo>
                  <a:pt x="84145" y="120000"/>
                </a:lnTo>
                <a:lnTo>
                  <a:pt x="83678" y="119799"/>
                </a:lnTo>
                <a:lnTo>
                  <a:pt x="83219" y="119586"/>
                </a:lnTo>
                <a:lnTo>
                  <a:pt x="82768" y="119362"/>
                </a:lnTo>
                <a:lnTo>
                  <a:pt x="82325" y="119126"/>
                </a:lnTo>
                <a:lnTo>
                  <a:pt x="81891" y="118879"/>
                </a:lnTo>
                <a:lnTo>
                  <a:pt x="81464" y="118621"/>
                </a:lnTo>
                <a:lnTo>
                  <a:pt x="81047" y="118351"/>
                </a:lnTo>
                <a:lnTo>
                  <a:pt x="80636" y="118072"/>
                </a:lnTo>
                <a:lnTo>
                  <a:pt x="80233" y="117786"/>
                </a:lnTo>
                <a:lnTo>
                  <a:pt x="79837" y="117494"/>
                </a:lnTo>
                <a:lnTo>
                  <a:pt x="79448" y="117195"/>
                </a:lnTo>
                <a:lnTo>
                  <a:pt x="79065" y="116889"/>
                </a:lnTo>
                <a:lnTo>
                  <a:pt x="78690" y="116577"/>
                </a:lnTo>
                <a:lnTo>
                  <a:pt x="78322" y="116259"/>
                </a:lnTo>
                <a:lnTo>
                  <a:pt x="77961" y="115933"/>
                </a:lnTo>
                <a:lnTo>
                  <a:pt x="77607" y="115601"/>
                </a:lnTo>
                <a:lnTo>
                  <a:pt x="77259" y="115263"/>
                </a:lnTo>
                <a:lnTo>
                  <a:pt x="76919" y="114918"/>
                </a:lnTo>
                <a:lnTo>
                  <a:pt x="76586" y="114566"/>
                </a:lnTo>
                <a:lnTo>
                  <a:pt x="76260" y="114208"/>
                </a:lnTo>
                <a:lnTo>
                  <a:pt x="75941" y="113844"/>
                </a:lnTo>
                <a:lnTo>
                  <a:pt x="75629" y="113472"/>
                </a:lnTo>
                <a:lnTo>
                  <a:pt x="75324" y="113094"/>
                </a:lnTo>
                <a:lnTo>
                  <a:pt x="75026" y="112710"/>
                </a:lnTo>
                <a:lnTo>
                  <a:pt x="74734" y="112319"/>
                </a:lnTo>
                <a:lnTo>
                  <a:pt x="74450" y="111921"/>
                </a:lnTo>
                <a:lnTo>
                  <a:pt x="74173" y="111517"/>
                </a:lnTo>
                <a:lnTo>
                  <a:pt x="73903" y="111106"/>
                </a:lnTo>
                <a:lnTo>
                  <a:pt x="73640" y="110688"/>
                </a:lnTo>
                <a:lnTo>
                  <a:pt x="73384" y="110264"/>
                </a:lnTo>
                <a:lnTo>
                  <a:pt x="73135" y="109834"/>
                </a:lnTo>
                <a:lnTo>
                  <a:pt x="72892" y="109399"/>
                </a:lnTo>
                <a:lnTo>
                  <a:pt x="72655" y="108963"/>
                </a:lnTo>
                <a:lnTo>
                  <a:pt x="72424" y="108525"/>
                </a:lnTo>
                <a:lnTo>
                  <a:pt x="72199" y="108086"/>
                </a:lnTo>
                <a:lnTo>
                  <a:pt x="72045" y="107777"/>
                </a:lnTo>
                <a:lnTo>
                  <a:pt x="72045" y="69953"/>
                </a:lnTo>
                <a:lnTo>
                  <a:pt x="72072" y="69896"/>
                </a:lnTo>
                <a:close/>
                <a:moveTo>
                  <a:pt x="573282" y="54102"/>
                </a:moveTo>
                <a:lnTo>
                  <a:pt x="573235" y="54047"/>
                </a:lnTo>
                <a:lnTo>
                  <a:pt x="572859" y="53615"/>
                </a:lnTo>
                <a:lnTo>
                  <a:pt x="572477" y="53192"/>
                </a:lnTo>
                <a:lnTo>
                  <a:pt x="572088" y="52779"/>
                </a:lnTo>
                <a:lnTo>
                  <a:pt x="571693" y="52374"/>
                </a:lnTo>
                <a:lnTo>
                  <a:pt x="571291" y="51978"/>
                </a:lnTo>
                <a:lnTo>
                  <a:pt x="570882" y="51591"/>
                </a:lnTo>
                <a:lnTo>
                  <a:pt x="570468" y="51213"/>
                </a:lnTo>
                <a:lnTo>
                  <a:pt x="570047" y="50844"/>
                </a:lnTo>
                <a:lnTo>
                  <a:pt x="569619" y="50485"/>
                </a:lnTo>
                <a:lnTo>
                  <a:pt x="569185" y="50134"/>
                </a:lnTo>
                <a:lnTo>
                  <a:pt x="568744" y="49792"/>
                </a:lnTo>
                <a:lnTo>
                  <a:pt x="568297" y="49459"/>
                </a:lnTo>
                <a:lnTo>
                  <a:pt x="567844" y="49135"/>
                </a:lnTo>
                <a:lnTo>
                  <a:pt x="567384" y="48819"/>
                </a:lnTo>
                <a:lnTo>
                  <a:pt x="566918" y="48513"/>
                </a:lnTo>
                <a:lnTo>
                  <a:pt x="566445" y="48216"/>
                </a:lnTo>
                <a:lnTo>
                  <a:pt x="565966" y="47928"/>
                </a:lnTo>
                <a:lnTo>
                  <a:pt x="565480" y="47649"/>
                </a:lnTo>
                <a:lnTo>
                  <a:pt x="564988" y="47379"/>
                </a:lnTo>
                <a:lnTo>
                  <a:pt x="564490" y="47117"/>
                </a:lnTo>
                <a:lnTo>
                  <a:pt x="563985" y="46865"/>
                </a:lnTo>
                <a:lnTo>
                  <a:pt x="563473" y="46622"/>
                </a:lnTo>
                <a:lnTo>
                  <a:pt x="562955" y="46388"/>
                </a:lnTo>
                <a:lnTo>
                  <a:pt x="562430" y="46164"/>
                </a:lnTo>
                <a:lnTo>
                  <a:pt x="561897" y="45950"/>
                </a:lnTo>
                <a:lnTo>
                  <a:pt x="561357" y="45746"/>
                </a:lnTo>
                <a:lnTo>
                  <a:pt x="560811" y="45552"/>
                </a:lnTo>
                <a:lnTo>
                  <a:pt x="560257" y="45368"/>
                </a:lnTo>
                <a:lnTo>
                  <a:pt x="559695" y="45194"/>
                </a:lnTo>
                <a:lnTo>
                  <a:pt x="559127" y="45030"/>
                </a:lnTo>
                <a:lnTo>
                  <a:pt x="558552" y="44875"/>
                </a:lnTo>
                <a:lnTo>
                  <a:pt x="557969" y="44731"/>
                </a:lnTo>
                <a:lnTo>
                  <a:pt x="557380" y="44597"/>
                </a:lnTo>
                <a:lnTo>
                  <a:pt x="556783" y="44472"/>
                </a:lnTo>
                <a:lnTo>
                  <a:pt x="556179" y="44358"/>
                </a:lnTo>
                <a:lnTo>
                  <a:pt x="555568" y="44253"/>
                </a:lnTo>
                <a:lnTo>
                  <a:pt x="554949" y="44159"/>
                </a:lnTo>
                <a:lnTo>
                  <a:pt x="554324" y="44074"/>
                </a:lnTo>
                <a:lnTo>
                  <a:pt x="553691" y="44000"/>
                </a:lnTo>
                <a:lnTo>
                  <a:pt x="553051" y="43935"/>
                </a:lnTo>
                <a:lnTo>
                  <a:pt x="552405" y="43880"/>
                </a:lnTo>
                <a:lnTo>
                  <a:pt x="551750" y="43835"/>
                </a:lnTo>
                <a:lnTo>
                  <a:pt x="551089" y="43801"/>
                </a:lnTo>
                <a:lnTo>
                  <a:pt x="550421" y="43776"/>
                </a:lnTo>
                <a:lnTo>
                  <a:pt x="549745" y="43761"/>
                </a:lnTo>
                <a:lnTo>
                  <a:pt x="549063" y="43756"/>
                </a:lnTo>
                <a:lnTo>
                  <a:pt x="548413" y="43761"/>
                </a:lnTo>
                <a:lnTo>
                  <a:pt x="547768" y="43778"/>
                </a:lnTo>
                <a:lnTo>
                  <a:pt x="547128" y="43806"/>
                </a:lnTo>
                <a:lnTo>
                  <a:pt x="546494" y="43844"/>
                </a:lnTo>
                <a:lnTo>
                  <a:pt x="545865" y="43894"/>
                </a:lnTo>
                <a:lnTo>
                  <a:pt x="545241" y="43955"/>
                </a:lnTo>
                <a:lnTo>
                  <a:pt x="544622" y="44027"/>
                </a:lnTo>
                <a:lnTo>
                  <a:pt x="544008" y="44110"/>
                </a:lnTo>
                <a:lnTo>
                  <a:pt x="543400" y="44204"/>
                </a:lnTo>
                <a:lnTo>
                  <a:pt x="542796" y="44309"/>
                </a:lnTo>
                <a:lnTo>
                  <a:pt x="542198" y="44426"/>
                </a:lnTo>
                <a:lnTo>
                  <a:pt x="541605" y="44553"/>
                </a:lnTo>
                <a:lnTo>
                  <a:pt x="541018" y="44691"/>
                </a:lnTo>
                <a:lnTo>
                  <a:pt x="540435" y="44841"/>
                </a:lnTo>
                <a:lnTo>
                  <a:pt x="539858" y="45002"/>
                </a:lnTo>
                <a:lnTo>
                  <a:pt x="539285" y="45173"/>
                </a:lnTo>
                <a:lnTo>
                  <a:pt x="538718" y="45356"/>
                </a:lnTo>
                <a:lnTo>
                  <a:pt x="538157" y="45550"/>
                </a:lnTo>
                <a:lnTo>
                  <a:pt x="537600" y="45754"/>
                </a:lnTo>
                <a:lnTo>
                  <a:pt x="537049" y="45970"/>
                </a:lnTo>
                <a:lnTo>
                  <a:pt x="536502" y="46197"/>
                </a:lnTo>
                <a:lnTo>
                  <a:pt x="535961" y="46435"/>
                </a:lnTo>
                <a:lnTo>
                  <a:pt x="535425" y="46685"/>
                </a:lnTo>
                <a:lnTo>
                  <a:pt x="534895" y="46945"/>
                </a:lnTo>
                <a:lnTo>
                  <a:pt x="534370" y="47215"/>
                </a:lnTo>
                <a:lnTo>
                  <a:pt x="533851" y="47495"/>
                </a:lnTo>
                <a:lnTo>
                  <a:pt x="533338" y="47784"/>
                </a:lnTo>
                <a:lnTo>
                  <a:pt x="532832" y="48083"/>
                </a:lnTo>
                <a:lnTo>
                  <a:pt x="532331" y="48391"/>
                </a:lnTo>
                <a:lnTo>
                  <a:pt x="531837" y="48708"/>
                </a:lnTo>
                <a:lnTo>
                  <a:pt x="531349" y="49035"/>
                </a:lnTo>
                <a:lnTo>
                  <a:pt x="530867" y="49371"/>
                </a:lnTo>
                <a:lnTo>
                  <a:pt x="530391" y="49717"/>
                </a:lnTo>
                <a:lnTo>
                  <a:pt x="529922" y="50072"/>
                </a:lnTo>
                <a:lnTo>
                  <a:pt x="529459" y="50436"/>
                </a:lnTo>
                <a:lnTo>
                  <a:pt x="529001" y="50810"/>
                </a:lnTo>
                <a:lnTo>
                  <a:pt x="528550" y="51193"/>
                </a:lnTo>
                <a:lnTo>
                  <a:pt x="528105" y="51585"/>
                </a:lnTo>
                <a:lnTo>
                  <a:pt x="527667" y="51987"/>
                </a:lnTo>
                <a:lnTo>
                  <a:pt x="527234" y="52398"/>
                </a:lnTo>
                <a:lnTo>
                  <a:pt x="526808" y="52819"/>
                </a:lnTo>
                <a:lnTo>
                  <a:pt x="526388" y="53249"/>
                </a:lnTo>
                <a:lnTo>
                  <a:pt x="525974" y="53689"/>
                </a:lnTo>
                <a:lnTo>
                  <a:pt x="525566" y="54138"/>
                </a:lnTo>
                <a:lnTo>
                  <a:pt x="525164" y="54596"/>
                </a:lnTo>
                <a:lnTo>
                  <a:pt x="524769" y="55063"/>
                </a:lnTo>
                <a:lnTo>
                  <a:pt x="524379" y="55540"/>
                </a:lnTo>
                <a:lnTo>
                  <a:pt x="523996" y="56027"/>
                </a:lnTo>
                <a:lnTo>
                  <a:pt x="523620" y="56522"/>
                </a:lnTo>
                <a:lnTo>
                  <a:pt x="523250" y="57025"/>
                </a:lnTo>
                <a:lnTo>
                  <a:pt x="522889" y="57536"/>
                </a:lnTo>
                <a:lnTo>
                  <a:pt x="522534" y="58055"/>
                </a:lnTo>
                <a:lnTo>
                  <a:pt x="522187" y="58582"/>
                </a:lnTo>
                <a:lnTo>
                  <a:pt x="521847" y="59117"/>
                </a:lnTo>
                <a:lnTo>
                  <a:pt x="521514" y="59660"/>
                </a:lnTo>
                <a:lnTo>
                  <a:pt x="521188" y="60211"/>
                </a:lnTo>
                <a:lnTo>
                  <a:pt x="520870" y="60770"/>
                </a:lnTo>
                <a:lnTo>
                  <a:pt x="520559" y="61337"/>
                </a:lnTo>
                <a:lnTo>
                  <a:pt x="520256" y="61912"/>
                </a:lnTo>
                <a:lnTo>
                  <a:pt x="519960" y="62495"/>
                </a:lnTo>
                <a:lnTo>
                  <a:pt x="519671" y="63086"/>
                </a:lnTo>
                <a:lnTo>
                  <a:pt x="519389" y="63685"/>
                </a:lnTo>
                <a:lnTo>
                  <a:pt x="519114" y="64292"/>
                </a:lnTo>
                <a:lnTo>
                  <a:pt x="518847" y="64907"/>
                </a:lnTo>
                <a:lnTo>
                  <a:pt x="518587" y="65530"/>
                </a:lnTo>
                <a:lnTo>
                  <a:pt x="518335" y="66161"/>
                </a:lnTo>
                <a:lnTo>
                  <a:pt x="518090" y="66800"/>
                </a:lnTo>
                <a:lnTo>
                  <a:pt x="517852" y="67447"/>
                </a:lnTo>
                <a:lnTo>
                  <a:pt x="517621" y="68102"/>
                </a:lnTo>
                <a:lnTo>
                  <a:pt x="517397" y="68765"/>
                </a:lnTo>
                <a:lnTo>
                  <a:pt x="517181" y="69435"/>
                </a:lnTo>
                <a:lnTo>
                  <a:pt x="516973" y="70114"/>
                </a:lnTo>
                <a:lnTo>
                  <a:pt x="516772" y="70800"/>
                </a:lnTo>
                <a:lnTo>
                  <a:pt x="516579" y="71493"/>
                </a:lnTo>
                <a:lnTo>
                  <a:pt x="516395" y="72191"/>
                </a:lnTo>
                <a:lnTo>
                  <a:pt x="516220" y="72896"/>
                </a:lnTo>
                <a:lnTo>
                  <a:pt x="516053" y="73607"/>
                </a:lnTo>
                <a:lnTo>
                  <a:pt x="515895" y="74325"/>
                </a:lnTo>
                <a:lnTo>
                  <a:pt x="515746" y="75049"/>
                </a:lnTo>
                <a:lnTo>
                  <a:pt x="515605" y="75779"/>
                </a:lnTo>
                <a:lnTo>
                  <a:pt x="515472" y="76515"/>
                </a:lnTo>
                <a:lnTo>
                  <a:pt x="515348" y="77258"/>
                </a:lnTo>
                <a:lnTo>
                  <a:pt x="515233" y="78007"/>
                </a:lnTo>
                <a:lnTo>
                  <a:pt x="515126" y="78763"/>
                </a:lnTo>
                <a:lnTo>
                  <a:pt x="515027" y="79524"/>
                </a:lnTo>
                <a:lnTo>
                  <a:pt x="514938" y="80292"/>
                </a:lnTo>
                <a:lnTo>
                  <a:pt x="514857" y="81067"/>
                </a:lnTo>
                <a:lnTo>
                  <a:pt x="514784" y="81847"/>
                </a:lnTo>
                <a:lnTo>
                  <a:pt x="514720" y="82634"/>
                </a:lnTo>
                <a:lnTo>
                  <a:pt x="514664" y="83427"/>
                </a:lnTo>
                <a:lnTo>
                  <a:pt x="514617" y="84227"/>
                </a:lnTo>
                <a:lnTo>
                  <a:pt x="514579" y="85033"/>
                </a:lnTo>
                <a:lnTo>
                  <a:pt x="514549" y="85845"/>
                </a:lnTo>
                <a:lnTo>
                  <a:pt x="514527" y="86663"/>
                </a:lnTo>
                <a:lnTo>
                  <a:pt x="514515" y="87488"/>
                </a:lnTo>
                <a:lnTo>
                  <a:pt x="514510" y="88319"/>
                </a:lnTo>
                <a:lnTo>
                  <a:pt x="514510" y="90014"/>
                </a:lnTo>
                <a:lnTo>
                  <a:pt x="514515" y="90806"/>
                </a:lnTo>
                <a:lnTo>
                  <a:pt x="514527" y="91592"/>
                </a:lnTo>
                <a:lnTo>
                  <a:pt x="514549" y="92374"/>
                </a:lnTo>
                <a:lnTo>
                  <a:pt x="514579" y="93151"/>
                </a:lnTo>
                <a:lnTo>
                  <a:pt x="514617" y="93922"/>
                </a:lnTo>
                <a:lnTo>
                  <a:pt x="514664" y="94689"/>
                </a:lnTo>
                <a:lnTo>
                  <a:pt x="514720" y="95451"/>
                </a:lnTo>
                <a:lnTo>
                  <a:pt x="514784" y="96208"/>
                </a:lnTo>
                <a:lnTo>
                  <a:pt x="514857" y="96960"/>
                </a:lnTo>
                <a:lnTo>
                  <a:pt x="514938" y="97708"/>
                </a:lnTo>
                <a:lnTo>
                  <a:pt x="515027" y="98450"/>
                </a:lnTo>
                <a:lnTo>
                  <a:pt x="515126" y="99187"/>
                </a:lnTo>
                <a:lnTo>
                  <a:pt x="515233" y="99920"/>
                </a:lnTo>
                <a:lnTo>
                  <a:pt x="515348" y="100648"/>
                </a:lnTo>
                <a:lnTo>
                  <a:pt x="515472" y="101370"/>
                </a:lnTo>
                <a:lnTo>
                  <a:pt x="515605" y="102088"/>
                </a:lnTo>
                <a:lnTo>
                  <a:pt x="515746" y="102801"/>
                </a:lnTo>
                <a:lnTo>
                  <a:pt x="515895" y="103509"/>
                </a:lnTo>
                <a:lnTo>
                  <a:pt x="516053" y="104212"/>
                </a:lnTo>
                <a:lnTo>
                  <a:pt x="516220" y="104910"/>
                </a:lnTo>
                <a:lnTo>
                  <a:pt x="516395" y="105604"/>
                </a:lnTo>
                <a:lnTo>
                  <a:pt x="516579" y="106292"/>
                </a:lnTo>
                <a:lnTo>
                  <a:pt x="516772" y="106975"/>
                </a:lnTo>
                <a:lnTo>
                  <a:pt x="516973" y="107654"/>
                </a:lnTo>
                <a:lnTo>
                  <a:pt x="517181" y="108326"/>
                </a:lnTo>
                <a:lnTo>
                  <a:pt x="517397" y="108991"/>
                </a:lnTo>
                <a:lnTo>
                  <a:pt x="517621" y="109649"/>
                </a:lnTo>
                <a:lnTo>
                  <a:pt x="517852" y="110299"/>
                </a:lnTo>
                <a:lnTo>
                  <a:pt x="518090" y="110942"/>
                </a:lnTo>
                <a:lnTo>
                  <a:pt x="518335" y="111577"/>
                </a:lnTo>
                <a:lnTo>
                  <a:pt x="518587" y="112205"/>
                </a:lnTo>
                <a:lnTo>
                  <a:pt x="518847" y="112825"/>
                </a:lnTo>
                <a:lnTo>
                  <a:pt x="519114" y="113438"/>
                </a:lnTo>
                <a:lnTo>
                  <a:pt x="519389" y="114044"/>
                </a:lnTo>
                <a:lnTo>
                  <a:pt x="519671" y="114642"/>
                </a:lnTo>
                <a:lnTo>
                  <a:pt x="519960" y="115233"/>
                </a:lnTo>
                <a:lnTo>
                  <a:pt x="520256" y="115816"/>
                </a:lnTo>
                <a:lnTo>
                  <a:pt x="520559" y="116392"/>
                </a:lnTo>
                <a:lnTo>
                  <a:pt x="520870" y="116960"/>
                </a:lnTo>
                <a:lnTo>
                  <a:pt x="521188" y="117521"/>
                </a:lnTo>
                <a:lnTo>
                  <a:pt x="521514" y="118075"/>
                </a:lnTo>
                <a:lnTo>
                  <a:pt x="521847" y="118621"/>
                </a:lnTo>
                <a:lnTo>
                  <a:pt x="522187" y="119159"/>
                </a:lnTo>
                <a:lnTo>
                  <a:pt x="522534" y="119691"/>
                </a:lnTo>
                <a:lnTo>
                  <a:pt x="522889" y="120214"/>
                </a:lnTo>
                <a:lnTo>
                  <a:pt x="523250" y="120731"/>
                </a:lnTo>
                <a:lnTo>
                  <a:pt x="523620" y="121240"/>
                </a:lnTo>
                <a:lnTo>
                  <a:pt x="523996" y="121741"/>
                </a:lnTo>
                <a:lnTo>
                  <a:pt x="524379" y="122235"/>
                </a:lnTo>
                <a:lnTo>
                  <a:pt x="524769" y="122719"/>
                </a:lnTo>
                <a:lnTo>
                  <a:pt x="525164" y="123193"/>
                </a:lnTo>
                <a:lnTo>
                  <a:pt x="525566" y="123659"/>
                </a:lnTo>
                <a:lnTo>
                  <a:pt x="525974" y="124115"/>
                </a:lnTo>
                <a:lnTo>
                  <a:pt x="526388" y="124562"/>
                </a:lnTo>
                <a:lnTo>
                  <a:pt x="526808" y="125000"/>
                </a:lnTo>
                <a:lnTo>
                  <a:pt x="527234" y="125428"/>
                </a:lnTo>
                <a:lnTo>
                  <a:pt x="527667" y="125847"/>
                </a:lnTo>
                <a:lnTo>
                  <a:pt x="528105" y="126257"/>
                </a:lnTo>
                <a:lnTo>
                  <a:pt x="528550" y="126658"/>
                </a:lnTo>
                <a:lnTo>
                  <a:pt x="529001" y="127049"/>
                </a:lnTo>
                <a:lnTo>
                  <a:pt x="529459" y="127432"/>
                </a:lnTo>
                <a:lnTo>
                  <a:pt x="529922" y="127805"/>
                </a:lnTo>
                <a:lnTo>
                  <a:pt x="530391" y="128168"/>
                </a:lnTo>
                <a:lnTo>
                  <a:pt x="530867" y="128523"/>
                </a:lnTo>
                <a:lnTo>
                  <a:pt x="531349" y="128868"/>
                </a:lnTo>
                <a:lnTo>
                  <a:pt x="531837" y="129204"/>
                </a:lnTo>
                <a:lnTo>
                  <a:pt x="532331" y="129531"/>
                </a:lnTo>
                <a:lnTo>
                  <a:pt x="532832" y="129848"/>
                </a:lnTo>
                <a:lnTo>
                  <a:pt x="533338" y="130156"/>
                </a:lnTo>
                <a:lnTo>
                  <a:pt x="533851" y="130455"/>
                </a:lnTo>
                <a:lnTo>
                  <a:pt x="534370" y="130745"/>
                </a:lnTo>
                <a:lnTo>
                  <a:pt x="534895" y="131025"/>
                </a:lnTo>
                <a:lnTo>
                  <a:pt x="535425" y="131295"/>
                </a:lnTo>
                <a:lnTo>
                  <a:pt x="535960" y="131554"/>
                </a:lnTo>
                <a:lnTo>
                  <a:pt x="536500" y="131801"/>
                </a:lnTo>
                <a:lnTo>
                  <a:pt x="537044" y="132037"/>
                </a:lnTo>
                <a:lnTo>
                  <a:pt x="537593" y="132261"/>
                </a:lnTo>
                <a:lnTo>
                  <a:pt x="538147" y="132473"/>
                </a:lnTo>
                <a:lnTo>
                  <a:pt x="538705" y="132675"/>
                </a:lnTo>
                <a:lnTo>
                  <a:pt x="539268" y="132864"/>
                </a:lnTo>
                <a:lnTo>
                  <a:pt x="539835" y="133042"/>
                </a:lnTo>
                <a:lnTo>
                  <a:pt x="540407" y="133209"/>
                </a:lnTo>
                <a:lnTo>
                  <a:pt x="540984" y="133364"/>
                </a:lnTo>
                <a:lnTo>
                  <a:pt x="541565" y="133508"/>
                </a:lnTo>
                <a:lnTo>
                  <a:pt x="542151" y="133640"/>
                </a:lnTo>
                <a:lnTo>
                  <a:pt x="542741" y="133761"/>
                </a:lnTo>
                <a:lnTo>
                  <a:pt x="543337" y="133870"/>
                </a:lnTo>
                <a:lnTo>
                  <a:pt x="543936" y="133968"/>
                </a:lnTo>
                <a:lnTo>
                  <a:pt x="544541" y="134054"/>
                </a:lnTo>
                <a:lnTo>
                  <a:pt x="545150" y="134128"/>
                </a:lnTo>
                <a:lnTo>
                  <a:pt x="545764" y="134192"/>
                </a:lnTo>
                <a:lnTo>
                  <a:pt x="546382" y="134243"/>
                </a:lnTo>
                <a:lnTo>
                  <a:pt x="547005" y="134284"/>
                </a:lnTo>
                <a:lnTo>
                  <a:pt x="547632" y="134312"/>
                </a:lnTo>
                <a:lnTo>
                  <a:pt x="548265" y="134330"/>
                </a:lnTo>
                <a:lnTo>
                  <a:pt x="548901" y="134335"/>
                </a:lnTo>
                <a:lnTo>
                  <a:pt x="549591" y="134330"/>
                </a:lnTo>
                <a:lnTo>
                  <a:pt x="550273" y="134315"/>
                </a:lnTo>
                <a:lnTo>
                  <a:pt x="550947" y="134291"/>
                </a:lnTo>
                <a:lnTo>
                  <a:pt x="551615" y="134256"/>
                </a:lnTo>
                <a:lnTo>
                  <a:pt x="552275" y="134211"/>
                </a:lnTo>
                <a:lnTo>
                  <a:pt x="552928" y="134156"/>
                </a:lnTo>
                <a:lnTo>
                  <a:pt x="553573" y="134092"/>
                </a:lnTo>
                <a:lnTo>
                  <a:pt x="554212" y="134017"/>
                </a:lnTo>
                <a:lnTo>
                  <a:pt x="554843" y="133932"/>
                </a:lnTo>
                <a:lnTo>
                  <a:pt x="555466" y="133838"/>
                </a:lnTo>
                <a:lnTo>
                  <a:pt x="556083" y="133733"/>
                </a:lnTo>
                <a:lnTo>
                  <a:pt x="556692" y="133619"/>
                </a:lnTo>
                <a:lnTo>
                  <a:pt x="557294" y="133494"/>
                </a:lnTo>
                <a:lnTo>
                  <a:pt x="557888" y="133360"/>
                </a:lnTo>
                <a:lnTo>
                  <a:pt x="558475" y="133216"/>
                </a:lnTo>
                <a:lnTo>
                  <a:pt x="559055" y="133062"/>
                </a:lnTo>
                <a:lnTo>
                  <a:pt x="559628" y="132897"/>
                </a:lnTo>
                <a:lnTo>
                  <a:pt x="560194" y="132723"/>
                </a:lnTo>
                <a:lnTo>
                  <a:pt x="560752" y="132539"/>
                </a:lnTo>
                <a:lnTo>
                  <a:pt x="561302" y="132345"/>
                </a:lnTo>
                <a:lnTo>
                  <a:pt x="561846" y="132141"/>
                </a:lnTo>
                <a:lnTo>
                  <a:pt x="562382" y="131927"/>
                </a:lnTo>
                <a:lnTo>
                  <a:pt x="562911" y="131703"/>
                </a:lnTo>
                <a:lnTo>
                  <a:pt x="563433" y="131469"/>
                </a:lnTo>
                <a:lnTo>
                  <a:pt x="563948" y="131226"/>
                </a:lnTo>
                <a:lnTo>
                  <a:pt x="564456" y="130974"/>
                </a:lnTo>
                <a:lnTo>
                  <a:pt x="564957" y="130713"/>
                </a:lnTo>
                <a:lnTo>
                  <a:pt x="565452" y="130443"/>
                </a:lnTo>
                <a:lnTo>
                  <a:pt x="565941" y="130165"/>
                </a:lnTo>
                <a:lnTo>
                  <a:pt x="566422" y="129878"/>
                </a:lnTo>
                <a:lnTo>
                  <a:pt x="566898" y="129581"/>
                </a:lnTo>
                <a:lnTo>
                  <a:pt x="567366" y="129276"/>
                </a:lnTo>
                <a:lnTo>
                  <a:pt x="567828" y="128962"/>
                </a:lnTo>
                <a:lnTo>
                  <a:pt x="568284" y="128640"/>
                </a:lnTo>
                <a:lnTo>
                  <a:pt x="568733" y="128308"/>
                </a:lnTo>
                <a:lnTo>
                  <a:pt x="569175" y="127968"/>
                </a:lnTo>
                <a:lnTo>
                  <a:pt x="569610" y="127619"/>
                </a:lnTo>
                <a:lnTo>
                  <a:pt x="570040" y="127260"/>
                </a:lnTo>
                <a:lnTo>
                  <a:pt x="570462" y="126894"/>
                </a:lnTo>
                <a:lnTo>
                  <a:pt x="570878" y="126518"/>
                </a:lnTo>
                <a:lnTo>
                  <a:pt x="571287" y="126133"/>
                </a:lnTo>
                <a:lnTo>
                  <a:pt x="571690" y="125740"/>
                </a:lnTo>
                <a:lnTo>
                  <a:pt x="572086" y="125338"/>
                </a:lnTo>
                <a:lnTo>
                  <a:pt x="572476" y="124927"/>
                </a:lnTo>
                <a:lnTo>
                  <a:pt x="572859" y="124507"/>
                </a:lnTo>
                <a:lnTo>
                  <a:pt x="573235" y="124078"/>
                </a:lnTo>
                <a:lnTo>
                  <a:pt x="573605" y="123641"/>
                </a:lnTo>
                <a:lnTo>
                  <a:pt x="573858" y="123330"/>
                </a:lnTo>
                <a:lnTo>
                  <a:pt x="574574" y="132721"/>
                </a:lnTo>
                <a:lnTo>
                  <a:pt x="588298" y="132721"/>
                </a:lnTo>
                <a:lnTo>
                  <a:pt x="588298" y="8719"/>
                </a:lnTo>
                <a:lnTo>
                  <a:pt x="573282" y="8719"/>
                </a:lnTo>
                <a:lnTo>
                  <a:pt x="573282" y="54102"/>
                </a:lnTo>
                <a:close/>
                <a:moveTo>
                  <a:pt x="573262" y="108891"/>
                </a:moveTo>
                <a:lnTo>
                  <a:pt x="573031" y="109330"/>
                </a:lnTo>
                <a:lnTo>
                  <a:pt x="572795" y="109765"/>
                </a:lnTo>
                <a:lnTo>
                  <a:pt x="572555" y="110197"/>
                </a:lnTo>
                <a:lnTo>
                  <a:pt x="572310" y="110624"/>
                </a:lnTo>
                <a:lnTo>
                  <a:pt x="572058" y="111044"/>
                </a:lnTo>
                <a:lnTo>
                  <a:pt x="571799" y="111457"/>
                </a:lnTo>
                <a:lnTo>
                  <a:pt x="571534" y="111863"/>
                </a:lnTo>
                <a:lnTo>
                  <a:pt x="571262" y="112262"/>
                </a:lnTo>
                <a:lnTo>
                  <a:pt x="570984" y="112654"/>
                </a:lnTo>
                <a:lnTo>
                  <a:pt x="570699" y="113039"/>
                </a:lnTo>
                <a:lnTo>
                  <a:pt x="570407" y="113417"/>
                </a:lnTo>
                <a:lnTo>
                  <a:pt x="570109" y="113788"/>
                </a:lnTo>
                <a:lnTo>
                  <a:pt x="569804" y="114152"/>
                </a:lnTo>
                <a:lnTo>
                  <a:pt x="569493" y="114509"/>
                </a:lnTo>
                <a:lnTo>
                  <a:pt x="569175" y="114859"/>
                </a:lnTo>
                <a:lnTo>
                  <a:pt x="568850" y="115202"/>
                </a:lnTo>
                <a:lnTo>
                  <a:pt x="568519" y="115538"/>
                </a:lnTo>
                <a:lnTo>
                  <a:pt x="568181" y="115867"/>
                </a:lnTo>
                <a:lnTo>
                  <a:pt x="567837" y="116189"/>
                </a:lnTo>
                <a:lnTo>
                  <a:pt x="567486" y="116504"/>
                </a:lnTo>
                <a:lnTo>
                  <a:pt x="567129" y="116812"/>
                </a:lnTo>
                <a:lnTo>
                  <a:pt x="566765" y="117113"/>
                </a:lnTo>
                <a:lnTo>
                  <a:pt x="566394" y="117407"/>
                </a:lnTo>
                <a:lnTo>
                  <a:pt x="566017" y="117694"/>
                </a:lnTo>
                <a:lnTo>
                  <a:pt x="565633" y="117973"/>
                </a:lnTo>
                <a:lnTo>
                  <a:pt x="565243" y="118246"/>
                </a:lnTo>
                <a:lnTo>
                  <a:pt x="564846" y="118512"/>
                </a:lnTo>
                <a:lnTo>
                  <a:pt x="564441" y="118769"/>
                </a:lnTo>
                <a:lnTo>
                  <a:pt x="564027" y="119015"/>
                </a:lnTo>
                <a:lnTo>
                  <a:pt x="563604" y="119250"/>
                </a:lnTo>
                <a:lnTo>
                  <a:pt x="563172" y="119474"/>
                </a:lnTo>
                <a:lnTo>
                  <a:pt x="562730" y="119687"/>
                </a:lnTo>
                <a:lnTo>
                  <a:pt x="562280" y="119890"/>
                </a:lnTo>
                <a:lnTo>
                  <a:pt x="561820" y="120081"/>
                </a:lnTo>
                <a:lnTo>
                  <a:pt x="561352" y="120261"/>
                </a:lnTo>
                <a:lnTo>
                  <a:pt x="560874" y="120431"/>
                </a:lnTo>
                <a:lnTo>
                  <a:pt x="560387" y="120589"/>
                </a:lnTo>
                <a:lnTo>
                  <a:pt x="559891" y="120737"/>
                </a:lnTo>
                <a:lnTo>
                  <a:pt x="559386" y="120874"/>
                </a:lnTo>
                <a:lnTo>
                  <a:pt x="558872" y="120999"/>
                </a:lnTo>
                <a:lnTo>
                  <a:pt x="558349" y="121114"/>
                </a:lnTo>
                <a:lnTo>
                  <a:pt x="557816" y="121218"/>
                </a:lnTo>
                <a:lnTo>
                  <a:pt x="557275" y="121311"/>
                </a:lnTo>
                <a:lnTo>
                  <a:pt x="556724" y="121393"/>
                </a:lnTo>
                <a:lnTo>
                  <a:pt x="556165" y="121464"/>
                </a:lnTo>
                <a:lnTo>
                  <a:pt x="555596" y="121524"/>
                </a:lnTo>
                <a:lnTo>
                  <a:pt x="555018" y="121573"/>
                </a:lnTo>
                <a:lnTo>
                  <a:pt x="554431" y="121611"/>
                </a:lnTo>
                <a:lnTo>
                  <a:pt x="553835" y="121639"/>
                </a:lnTo>
                <a:lnTo>
                  <a:pt x="553229" y="121655"/>
                </a:lnTo>
                <a:lnTo>
                  <a:pt x="552615" y="121661"/>
                </a:lnTo>
                <a:lnTo>
                  <a:pt x="552113" y="121656"/>
                </a:lnTo>
                <a:lnTo>
                  <a:pt x="551618" y="121644"/>
                </a:lnTo>
                <a:lnTo>
                  <a:pt x="551128" y="121622"/>
                </a:lnTo>
                <a:lnTo>
                  <a:pt x="550644" y="121592"/>
                </a:lnTo>
                <a:lnTo>
                  <a:pt x="550166" y="121554"/>
                </a:lnTo>
                <a:lnTo>
                  <a:pt x="549694" y="121507"/>
                </a:lnTo>
                <a:lnTo>
                  <a:pt x="549227" y="121451"/>
                </a:lnTo>
                <a:lnTo>
                  <a:pt x="548767" y="121387"/>
                </a:lnTo>
                <a:lnTo>
                  <a:pt x="548312" y="121314"/>
                </a:lnTo>
                <a:lnTo>
                  <a:pt x="547864" y="121233"/>
                </a:lnTo>
                <a:lnTo>
                  <a:pt x="547421" y="121143"/>
                </a:lnTo>
                <a:lnTo>
                  <a:pt x="546984" y="121045"/>
                </a:lnTo>
                <a:lnTo>
                  <a:pt x="546553" y="120938"/>
                </a:lnTo>
                <a:lnTo>
                  <a:pt x="546128" y="120823"/>
                </a:lnTo>
                <a:lnTo>
                  <a:pt x="545709" y="120699"/>
                </a:lnTo>
                <a:lnTo>
                  <a:pt x="545295" y="120566"/>
                </a:lnTo>
                <a:lnTo>
                  <a:pt x="544888" y="120425"/>
                </a:lnTo>
                <a:lnTo>
                  <a:pt x="544486" y="120276"/>
                </a:lnTo>
                <a:lnTo>
                  <a:pt x="544091" y="120117"/>
                </a:lnTo>
                <a:lnTo>
                  <a:pt x="543701" y="119951"/>
                </a:lnTo>
                <a:lnTo>
                  <a:pt x="543317" y="119775"/>
                </a:lnTo>
                <a:lnTo>
                  <a:pt x="542939" y="119592"/>
                </a:lnTo>
                <a:lnTo>
                  <a:pt x="542567" y="119399"/>
                </a:lnTo>
                <a:lnTo>
                  <a:pt x="542201" y="119198"/>
                </a:lnTo>
                <a:lnTo>
                  <a:pt x="541840" y="118990"/>
                </a:lnTo>
                <a:lnTo>
                  <a:pt x="541485" y="118775"/>
                </a:lnTo>
                <a:lnTo>
                  <a:pt x="541135" y="118553"/>
                </a:lnTo>
                <a:lnTo>
                  <a:pt x="540790" y="118325"/>
                </a:lnTo>
                <a:lnTo>
                  <a:pt x="540451" y="118090"/>
                </a:lnTo>
                <a:lnTo>
                  <a:pt x="540117" y="117849"/>
                </a:lnTo>
                <a:lnTo>
                  <a:pt x="539788" y="117601"/>
                </a:lnTo>
                <a:lnTo>
                  <a:pt x="539465" y="117346"/>
                </a:lnTo>
                <a:lnTo>
                  <a:pt x="539147" y="117085"/>
                </a:lnTo>
                <a:lnTo>
                  <a:pt x="538834" y="116817"/>
                </a:lnTo>
                <a:lnTo>
                  <a:pt x="538527" y="116543"/>
                </a:lnTo>
                <a:lnTo>
                  <a:pt x="538225" y="116262"/>
                </a:lnTo>
                <a:lnTo>
                  <a:pt x="537928" y="115974"/>
                </a:lnTo>
                <a:lnTo>
                  <a:pt x="537637" y="115680"/>
                </a:lnTo>
                <a:lnTo>
                  <a:pt x="537351" y="115379"/>
                </a:lnTo>
                <a:lnTo>
                  <a:pt x="537070" y="115072"/>
                </a:lnTo>
                <a:lnTo>
                  <a:pt x="536794" y="114758"/>
                </a:lnTo>
                <a:lnTo>
                  <a:pt x="536524" y="114438"/>
                </a:lnTo>
                <a:lnTo>
                  <a:pt x="536260" y="114111"/>
                </a:lnTo>
                <a:lnTo>
                  <a:pt x="536000" y="113777"/>
                </a:lnTo>
                <a:lnTo>
                  <a:pt x="535746" y="113437"/>
                </a:lnTo>
                <a:lnTo>
                  <a:pt x="535497" y="113090"/>
                </a:lnTo>
                <a:lnTo>
                  <a:pt x="535254" y="112737"/>
                </a:lnTo>
                <a:lnTo>
                  <a:pt x="535016" y="112377"/>
                </a:lnTo>
                <a:lnTo>
                  <a:pt x="534783" y="112011"/>
                </a:lnTo>
                <a:lnTo>
                  <a:pt x="534555" y="111641"/>
                </a:lnTo>
                <a:lnTo>
                  <a:pt x="534333" y="111265"/>
                </a:lnTo>
                <a:lnTo>
                  <a:pt x="534115" y="110885"/>
                </a:lnTo>
                <a:lnTo>
                  <a:pt x="533903" y="110501"/>
                </a:lnTo>
                <a:lnTo>
                  <a:pt x="533696" y="110111"/>
                </a:lnTo>
                <a:lnTo>
                  <a:pt x="533495" y="109717"/>
                </a:lnTo>
                <a:lnTo>
                  <a:pt x="533298" y="109318"/>
                </a:lnTo>
                <a:lnTo>
                  <a:pt x="533107" y="108914"/>
                </a:lnTo>
                <a:lnTo>
                  <a:pt x="532920" y="108506"/>
                </a:lnTo>
                <a:lnTo>
                  <a:pt x="532739" y="108092"/>
                </a:lnTo>
                <a:lnTo>
                  <a:pt x="532564" y="107674"/>
                </a:lnTo>
                <a:lnTo>
                  <a:pt x="532393" y="107251"/>
                </a:lnTo>
                <a:lnTo>
                  <a:pt x="532227" y="106824"/>
                </a:lnTo>
                <a:lnTo>
                  <a:pt x="532067" y="106391"/>
                </a:lnTo>
                <a:lnTo>
                  <a:pt x="531912" y="105954"/>
                </a:lnTo>
                <a:lnTo>
                  <a:pt x="531762" y="105512"/>
                </a:lnTo>
                <a:lnTo>
                  <a:pt x="531618" y="105066"/>
                </a:lnTo>
                <a:lnTo>
                  <a:pt x="531478" y="104614"/>
                </a:lnTo>
                <a:lnTo>
                  <a:pt x="531344" y="104158"/>
                </a:lnTo>
                <a:lnTo>
                  <a:pt x="531214" y="103697"/>
                </a:lnTo>
                <a:lnTo>
                  <a:pt x="531091" y="103231"/>
                </a:lnTo>
                <a:lnTo>
                  <a:pt x="530972" y="102761"/>
                </a:lnTo>
                <a:lnTo>
                  <a:pt x="530858" y="102285"/>
                </a:lnTo>
                <a:lnTo>
                  <a:pt x="530749" y="101806"/>
                </a:lnTo>
                <a:lnTo>
                  <a:pt x="530645" y="101324"/>
                </a:lnTo>
                <a:lnTo>
                  <a:pt x="530546" y="100840"/>
                </a:lnTo>
                <a:lnTo>
                  <a:pt x="530451" y="100352"/>
                </a:lnTo>
                <a:lnTo>
                  <a:pt x="530361" y="99862"/>
                </a:lnTo>
                <a:lnTo>
                  <a:pt x="530275" y="99369"/>
                </a:lnTo>
                <a:lnTo>
                  <a:pt x="530194" y="98873"/>
                </a:lnTo>
                <a:lnTo>
                  <a:pt x="530118" y="98374"/>
                </a:lnTo>
                <a:lnTo>
                  <a:pt x="530046" y="97873"/>
                </a:lnTo>
                <a:lnTo>
                  <a:pt x="529979" y="97369"/>
                </a:lnTo>
                <a:lnTo>
                  <a:pt x="529917" y="96862"/>
                </a:lnTo>
                <a:lnTo>
                  <a:pt x="529859" y="96352"/>
                </a:lnTo>
                <a:lnTo>
                  <a:pt x="529806" y="95839"/>
                </a:lnTo>
                <a:lnTo>
                  <a:pt x="529757" y="95324"/>
                </a:lnTo>
                <a:lnTo>
                  <a:pt x="529713" y="94805"/>
                </a:lnTo>
                <a:lnTo>
                  <a:pt x="529674" y="94284"/>
                </a:lnTo>
                <a:lnTo>
                  <a:pt x="529639" y="93760"/>
                </a:lnTo>
                <a:lnTo>
                  <a:pt x="529609" y="93233"/>
                </a:lnTo>
                <a:lnTo>
                  <a:pt x="529584" y="92704"/>
                </a:lnTo>
                <a:lnTo>
                  <a:pt x="529563" y="92172"/>
                </a:lnTo>
                <a:lnTo>
                  <a:pt x="529547" y="91637"/>
                </a:lnTo>
                <a:lnTo>
                  <a:pt x="529535" y="91099"/>
                </a:lnTo>
                <a:lnTo>
                  <a:pt x="529528" y="90558"/>
                </a:lnTo>
                <a:lnTo>
                  <a:pt x="529526" y="90014"/>
                </a:lnTo>
                <a:lnTo>
                  <a:pt x="529526" y="88319"/>
                </a:lnTo>
                <a:lnTo>
                  <a:pt x="529528" y="87775"/>
                </a:lnTo>
                <a:lnTo>
                  <a:pt x="529535" y="87234"/>
                </a:lnTo>
                <a:lnTo>
                  <a:pt x="529547" y="86696"/>
                </a:lnTo>
                <a:lnTo>
                  <a:pt x="529563" y="86161"/>
                </a:lnTo>
                <a:lnTo>
                  <a:pt x="529584" y="85628"/>
                </a:lnTo>
                <a:lnTo>
                  <a:pt x="529609" y="85097"/>
                </a:lnTo>
                <a:lnTo>
                  <a:pt x="529639" y="84570"/>
                </a:lnTo>
                <a:lnTo>
                  <a:pt x="529674" y="84045"/>
                </a:lnTo>
                <a:lnTo>
                  <a:pt x="529713" y="83523"/>
                </a:lnTo>
                <a:lnTo>
                  <a:pt x="529757" y="83003"/>
                </a:lnTo>
                <a:lnTo>
                  <a:pt x="529806" y="82486"/>
                </a:lnTo>
                <a:lnTo>
                  <a:pt x="529859" y="81972"/>
                </a:lnTo>
                <a:lnTo>
                  <a:pt x="529917" y="81460"/>
                </a:lnTo>
                <a:lnTo>
                  <a:pt x="529979" y="80951"/>
                </a:lnTo>
                <a:lnTo>
                  <a:pt x="530046" y="80445"/>
                </a:lnTo>
                <a:lnTo>
                  <a:pt x="530118" y="79941"/>
                </a:lnTo>
                <a:lnTo>
                  <a:pt x="530194" y="79440"/>
                </a:lnTo>
                <a:lnTo>
                  <a:pt x="530275" y="78942"/>
                </a:lnTo>
                <a:lnTo>
                  <a:pt x="530361" y="78446"/>
                </a:lnTo>
                <a:lnTo>
                  <a:pt x="530451" y="77953"/>
                </a:lnTo>
                <a:lnTo>
                  <a:pt x="530546" y="77463"/>
                </a:lnTo>
                <a:lnTo>
                  <a:pt x="530645" y="76975"/>
                </a:lnTo>
                <a:lnTo>
                  <a:pt x="530749" y="76490"/>
                </a:lnTo>
                <a:lnTo>
                  <a:pt x="530858" y="76008"/>
                </a:lnTo>
                <a:lnTo>
                  <a:pt x="530972" y="75529"/>
                </a:lnTo>
                <a:lnTo>
                  <a:pt x="531091" y="75055"/>
                </a:lnTo>
                <a:lnTo>
                  <a:pt x="531214" y="74586"/>
                </a:lnTo>
                <a:lnTo>
                  <a:pt x="531344" y="74122"/>
                </a:lnTo>
                <a:lnTo>
                  <a:pt x="531478" y="73662"/>
                </a:lnTo>
                <a:lnTo>
                  <a:pt x="531618" y="73207"/>
                </a:lnTo>
                <a:lnTo>
                  <a:pt x="531762" y="72757"/>
                </a:lnTo>
                <a:lnTo>
                  <a:pt x="531912" y="72312"/>
                </a:lnTo>
                <a:lnTo>
                  <a:pt x="532067" y="71871"/>
                </a:lnTo>
                <a:lnTo>
                  <a:pt x="532227" y="71436"/>
                </a:lnTo>
                <a:lnTo>
                  <a:pt x="532393" y="71005"/>
                </a:lnTo>
                <a:lnTo>
                  <a:pt x="532564" y="70579"/>
                </a:lnTo>
                <a:lnTo>
                  <a:pt x="532739" y="70157"/>
                </a:lnTo>
                <a:lnTo>
                  <a:pt x="532920" y="69740"/>
                </a:lnTo>
                <a:lnTo>
                  <a:pt x="533107" y="69328"/>
                </a:lnTo>
                <a:lnTo>
                  <a:pt x="533298" y="68921"/>
                </a:lnTo>
                <a:lnTo>
                  <a:pt x="533495" y="68519"/>
                </a:lnTo>
                <a:lnTo>
                  <a:pt x="533696" y="68121"/>
                </a:lnTo>
                <a:lnTo>
                  <a:pt x="533903" y="67728"/>
                </a:lnTo>
                <a:lnTo>
                  <a:pt x="534115" y="67340"/>
                </a:lnTo>
                <a:lnTo>
                  <a:pt x="534333" y="66957"/>
                </a:lnTo>
                <a:lnTo>
                  <a:pt x="534555" y="66578"/>
                </a:lnTo>
                <a:lnTo>
                  <a:pt x="534783" y="66205"/>
                </a:lnTo>
                <a:lnTo>
                  <a:pt x="535016" y="65836"/>
                </a:lnTo>
                <a:lnTo>
                  <a:pt x="535254" y="65472"/>
                </a:lnTo>
                <a:lnTo>
                  <a:pt x="535498" y="65115"/>
                </a:lnTo>
                <a:lnTo>
                  <a:pt x="535747" y="64765"/>
                </a:lnTo>
                <a:lnTo>
                  <a:pt x="536001" y="64421"/>
                </a:lnTo>
                <a:lnTo>
                  <a:pt x="536261" y="64083"/>
                </a:lnTo>
                <a:lnTo>
                  <a:pt x="536527" y="63752"/>
                </a:lnTo>
                <a:lnTo>
                  <a:pt x="536798" y="63427"/>
                </a:lnTo>
                <a:lnTo>
                  <a:pt x="537074" y="63109"/>
                </a:lnTo>
                <a:lnTo>
                  <a:pt x="537356" y="62797"/>
                </a:lnTo>
                <a:lnTo>
                  <a:pt x="537644" y="62491"/>
                </a:lnTo>
                <a:lnTo>
                  <a:pt x="537937" y="62193"/>
                </a:lnTo>
                <a:lnTo>
                  <a:pt x="538235" y="61900"/>
                </a:lnTo>
                <a:lnTo>
                  <a:pt x="538539" y="61614"/>
                </a:lnTo>
                <a:lnTo>
                  <a:pt x="538848" y="61334"/>
                </a:lnTo>
                <a:lnTo>
                  <a:pt x="539163" y="61061"/>
                </a:lnTo>
                <a:lnTo>
                  <a:pt x="539483" y="60794"/>
                </a:lnTo>
                <a:lnTo>
                  <a:pt x="539808" y="60534"/>
                </a:lnTo>
                <a:lnTo>
                  <a:pt x="540140" y="60280"/>
                </a:lnTo>
                <a:lnTo>
                  <a:pt x="540476" y="60033"/>
                </a:lnTo>
                <a:lnTo>
                  <a:pt x="540818" y="59792"/>
                </a:lnTo>
                <a:lnTo>
                  <a:pt x="541166" y="59558"/>
                </a:lnTo>
                <a:lnTo>
                  <a:pt x="541519" y="59330"/>
                </a:lnTo>
                <a:lnTo>
                  <a:pt x="541877" y="59108"/>
                </a:lnTo>
                <a:lnTo>
                  <a:pt x="542241" y="58893"/>
                </a:lnTo>
                <a:lnTo>
                  <a:pt x="542611" y="58685"/>
                </a:lnTo>
                <a:lnTo>
                  <a:pt x="542986" y="58487"/>
                </a:lnTo>
                <a:lnTo>
                  <a:pt x="543368" y="58297"/>
                </a:lnTo>
                <a:lnTo>
                  <a:pt x="543756" y="58116"/>
                </a:lnTo>
                <a:lnTo>
                  <a:pt x="544150" y="57944"/>
                </a:lnTo>
                <a:lnTo>
                  <a:pt x="544550" y="57780"/>
                </a:lnTo>
                <a:lnTo>
                  <a:pt x="544955" y="57626"/>
                </a:lnTo>
                <a:lnTo>
                  <a:pt x="545367" y="57480"/>
                </a:lnTo>
                <a:lnTo>
                  <a:pt x="545785" y="57343"/>
                </a:lnTo>
                <a:lnTo>
                  <a:pt x="546209" y="57215"/>
                </a:lnTo>
                <a:lnTo>
                  <a:pt x="546639" y="57096"/>
                </a:lnTo>
                <a:lnTo>
                  <a:pt x="547075" y="56986"/>
                </a:lnTo>
                <a:lnTo>
                  <a:pt x="547517" y="56884"/>
                </a:lnTo>
                <a:lnTo>
                  <a:pt x="547965" y="56791"/>
                </a:lnTo>
                <a:lnTo>
                  <a:pt x="548419" y="56707"/>
                </a:lnTo>
                <a:lnTo>
                  <a:pt x="548879" y="56632"/>
                </a:lnTo>
                <a:lnTo>
                  <a:pt x="549345" y="56566"/>
                </a:lnTo>
                <a:lnTo>
                  <a:pt x="549817" y="56509"/>
                </a:lnTo>
                <a:lnTo>
                  <a:pt x="550295" y="56460"/>
                </a:lnTo>
                <a:lnTo>
                  <a:pt x="550779" y="56420"/>
                </a:lnTo>
                <a:lnTo>
                  <a:pt x="551270" y="56390"/>
                </a:lnTo>
                <a:lnTo>
                  <a:pt x="551766" y="56367"/>
                </a:lnTo>
                <a:lnTo>
                  <a:pt x="552268" y="56354"/>
                </a:lnTo>
                <a:lnTo>
                  <a:pt x="552776" y="56350"/>
                </a:lnTo>
                <a:lnTo>
                  <a:pt x="553245" y="56353"/>
                </a:lnTo>
                <a:lnTo>
                  <a:pt x="553708" y="56363"/>
                </a:lnTo>
                <a:lnTo>
                  <a:pt x="554166" y="56380"/>
                </a:lnTo>
                <a:lnTo>
                  <a:pt x="554619" y="56404"/>
                </a:lnTo>
                <a:lnTo>
                  <a:pt x="555066" y="56434"/>
                </a:lnTo>
                <a:lnTo>
                  <a:pt x="555509" y="56471"/>
                </a:lnTo>
                <a:lnTo>
                  <a:pt x="555946" y="56515"/>
                </a:lnTo>
                <a:lnTo>
                  <a:pt x="556378" y="56565"/>
                </a:lnTo>
                <a:lnTo>
                  <a:pt x="556805" y="56622"/>
                </a:lnTo>
                <a:lnTo>
                  <a:pt x="557226" y="56686"/>
                </a:lnTo>
                <a:lnTo>
                  <a:pt x="557643" y="56757"/>
                </a:lnTo>
                <a:lnTo>
                  <a:pt x="558054" y="56834"/>
                </a:lnTo>
                <a:lnTo>
                  <a:pt x="558460" y="56918"/>
                </a:lnTo>
                <a:lnTo>
                  <a:pt x="558861" y="57009"/>
                </a:lnTo>
                <a:lnTo>
                  <a:pt x="559257" y="57107"/>
                </a:lnTo>
                <a:lnTo>
                  <a:pt x="559647" y="57211"/>
                </a:lnTo>
                <a:lnTo>
                  <a:pt x="560033" y="57322"/>
                </a:lnTo>
                <a:lnTo>
                  <a:pt x="560413" y="57440"/>
                </a:lnTo>
                <a:lnTo>
                  <a:pt x="560788" y="57564"/>
                </a:lnTo>
                <a:lnTo>
                  <a:pt x="561158" y="57695"/>
                </a:lnTo>
                <a:lnTo>
                  <a:pt x="561522" y="57833"/>
                </a:lnTo>
                <a:lnTo>
                  <a:pt x="561882" y="57978"/>
                </a:lnTo>
                <a:lnTo>
                  <a:pt x="562236" y="58129"/>
                </a:lnTo>
                <a:lnTo>
                  <a:pt x="562585" y="58287"/>
                </a:lnTo>
                <a:lnTo>
                  <a:pt x="562929" y="58451"/>
                </a:lnTo>
                <a:lnTo>
                  <a:pt x="563269" y="58620"/>
                </a:lnTo>
                <a:lnTo>
                  <a:pt x="563604" y="58793"/>
                </a:lnTo>
                <a:lnTo>
                  <a:pt x="563935" y="58970"/>
                </a:lnTo>
                <a:lnTo>
                  <a:pt x="564261" y="59152"/>
                </a:lnTo>
                <a:lnTo>
                  <a:pt x="564583" y="59339"/>
                </a:lnTo>
                <a:lnTo>
                  <a:pt x="564901" y="59531"/>
                </a:lnTo>
                <a:lnTo>
                  <a:pt x="565213" y="59727"/>
                </a:lnTo>
                <a:lnTo>
                  <a:pt x="565522" y="59928"/>
                </a:lnTo>
                <a:lnTo>
                  <a:pt x="565826" y="60133"/>
                </a:lnTo>
                <a:lnTo>
                  <a:pt x="566125" y="60343"/>
                </a:lnTo>
                <a:lnTo>
                  <a:pt x="566420" y="60558"/>
                </a:lnTo>
                <a:lnTo>
                  <a:pt x="566710" y="60777"/>
                </a:lnTo>
                <a:lnTo>
                  <a:pt x="566996" y="61001"/>
                </a:lnTo>
                <a:lnTo>
                  <a:pt x="567278" y="61230"/>
                </a:lnTo>
                <a:lnTo>
                  <a:pt x="567555" y="61463"/>
                </a:lnTo>
                <a:lnTo>
                  <a:pt x="567827" y="61700"/>
                </a:lnTo>
                <a:lnTo>
                  <a:pt x="568095" y="61943"/>
                </a:lnTo>
                <a:lnTo>
                  <a:pt x="568359" y="62190"/>
                </a:lnTo>
                <a:lnTo>
                  <a:pt x="568618" y="62442"/>
                </a:lnTo>
                <a:lnTo>
                  <a:pt x="568872" y="62698"/>
                </a:lnTo>
                <a:lnTo>
                  <a:pt x="569122" y="62959"/>
                </a:lnTo>
                <a:lnTo>
                  <a:pt x="569368" y="63224"/>
                </a:lnTo>
                <a:lnTo>
                  <a:pt x="569609" y="63494"/>
                </a:lnTo>
                <a:lnTo>
                  <a:pt x="569846" y="63768"/>
                </a:lnTo>
                <a:lnTo>
                  <a:pt x="570079" y="64046"/>
                </a:lnTo>
                <a:lnTo>
                  <a:pt x="570309" y="64326"/>
                </a:lnTo>
                <a:lnTo>
                  <a:pt x="570535" y="64609"/>
                </a:lnTo>
                <a:lnTo>
                  <a:pt x="570757" y="64895"/>
                </a:lnTo>
                <a:lnTo>
                  <a:pt x="570976" y="65185"/>
                </a:lnTo>
                <a:lnTo>
                  <a:pt x="571191" y="65477"/>
                </a:lnTo>
                <a:lnTo>
                  <a:pt x="571403" y="65773"/>
                </a:lnTo>
                <a:lnTo>
                  <a:pt x="571611" y="66072"/>
                </a:lnTo>
                <a:lnTo>
                  <a:pt x="571815" y="66373"/>
                </a:lnTo>
                <a:lnTo>
                  <a:pt x="572015" y="66678"/>
                </a:lnTo>
                <a:lnTo>
                  <a:pt x="572212" y="66986"/>
                </a:lnTo>
                <a:lnTo>
                  <a:pt x="572406" y="67297"/>
                </a:lnTo>
                <a:lnTo>
                  <a:pt x="572595" y="67611"/>
                </a:lnTo>
                <a:lnTo>
                  <a:pt x="572781" y="67928"/>
                </a:lnTo>
                <a:lnTo>
                  <a:pt x="572964" y="68249"/>
                </a:lnTo>
                <a:lnTo>
                  <a:pt x="573142" y="68572"/>
                </a:lnTo>
                <a:lnTo>
                  <a:pt x="573282" y="68832"/>
                </a:lnTo>
                <a:lnTo>
                  <a:pt x="573282" y="108852"/>
                </a:lnTo>
                <a:lnTo>
                  <a:pt x="573262" y="108891"/>
                </a:lnTo>
                <a:close/>
                <a:moveTo>
                  <a:pt x="419314" y="132721"/>
                </a:moveTo>
                <a:lnTo>
                  <a:pt x="421090" y="132721"/>
                </a:lnTo>
                <a:lnTo>
                  <a:pt x="464603" y="15177"/>
                </a:lnTo>
                <a:lnTo>
                  <a:pt x="447731" y="15177"/>
                </a:lnTo>
                <a:lnTo>
                  <a:pt x="414071" y="112077"/>
                </a:lnTo>
                <a:lnTo>
                  <a:pt x="380724" y="15177"/>
                </a:lnTo>
                <a:lnTo>
                  <a:pt x="363852" y="15177"/>
                </a:lnTo>
                <a:lnTo>
                  <a:pt x="407285" y="132721"/>
                </a:lnTo>
                <a:lnTo>
                  <a:pt x="409061" y="132721"/>
                </a:lnTo>
                <a:lnTo>
                  <a:pt x="419314" y="132721"/>
                </a:lnTo>
                <a:close/>
                <a:moveTo>
                  <a:pt x="172" y="92918"/>
                </a:moveTo>
                <a:lnTo>
                  <a:pt x="247" y="94327"/>
                </a:lnTo>
                <a:lnTo>
                  <a:pt x="337" y="95725"/>
                </a:lnTo>
                <a:lnTo>
                  <a:pt x="440" y="97110"/>
                </a:lnTo>
                <a:lnTo>
                  <a:pt x="556" y="98484"/>
                </a:lnTo>
                <a:lnTo>
                  <a:pt x="687" y="99846"/>
                </a:lnTo>
                <a:lnTo>
                  <a:pt x="831" y="101197"/>
                </a:lnTo>
                <a:lnTo>
                  <a:pt x="989" y="102535"/>
                </a:lnTo>
                <a:lnTo>
                  <a:pt x="1161" y="103862"/>
                </a:lnTo>
                <a:lnTo>
                  <a:pt x="1346" y="105177"/>
                </a:lnTo>
                <a:lnTo>
                  <a:pt x="1545" y="106480"/>
                </a:lnTo>
                <a:lnTo>
                  <a:pt x="1758" y="107772"/>
                </a:lnTo>
                <a:lnTo>
                  <a:pt x="1985" y="109051"/>
                </a:lnTo>
                <a:lnTo>
                  <a:pt x="2225" y="110319"/>
                </a:lnTo>
                <a:lnTo>
                  <a:pt x="2479" y="111575"/>
                </a:lnTo>
                <a:lnTo>
                  <a:pt x="2747" y="112820"/>
                </a:lnTo>
                <a:lnTo>
                  <a:pt x="3029" y="114052"/>
                </a:lnTo>
                <a:lnTo>
                  <a:pt x="3324" y="115273"/>
                </a:lnTo>
                <a:lnTo>
                  <a:pt x="3633" y="116482"/>
                </a:lnTo>
                <a:lnTo>
                  <a:pt x="3956" y="117680"/>
                </a:lnTo>
                <a:lnTo>
                  <a:pt x="4289" y="118865"/>
                </a:lnTo>
                <a:lnTo>
                  <a:pt x="4630" y="120037"/>
                </a:lnTo>
                <a:lnTo>
                  <a:pt x="4979" y="121198"/>
                </a:lnTo>
                <a:lnTo>
                  <a:pt x="5335" y="122345"/>
                </a:lnTo>
                <a:lnTo>
                  <a:pt x="5699" y="123481"/>
                </a:lnTo>
                <a:lnTo>
                  <a:pt x="6070" y="124603"/>
                </a:lnTo>
                <a:lnTo>
                  <a:pt x="6449" y="125714"/>
                </a:lnTo>
                <a:lnTo>
                  <a:pt x="6835" y="126811"/>
                </a:lnTo>
                <a:lnTo>
                  <a:pt x="7229" y="127897"/>
                </a:lnTo>
                <a:lnTo>
                  <a:pt x="7631" y="128970"/>
                </a:lnTo>
                <a:lnTo>
                  <a:pt x="8040" y="130030"/>
                </a:lnTo>
                <a:lnTo>
                  <a:pt x="8457" y="131078"/>
                </a:lnTo>
                <a:lnTo>
                  <a:pt x="8881" y="132113"/>
                </a:lnTo>
                <a:lnTo>
                  <a:pt x="9313" y="133136"/>
                </a:lnTo>
                <a:lnTo>
                  <a:pt x="9752" y="134146"/>
                </a:lnTo>
                <a:lnTo>
                  <a:pt x="10199" y="135144"/>
                </a:lnTo>
                <a:lnTo>
                  <a:pt x="10653" y="136130"/>
                </a:lnTo>
                <a:lnTo>
                  <a:pt x="11116" y="137103"/>
                </a:lnTo>
                <a:lnTo>
                  <a:pt x="11585" y="138063"/>
                </a:lnTo>
                <a:lnTo>
                  <a:pt x="12062" y="139011"/>
                </a:lnTo>
                <a:lnTo>
                  <a:pt x="12547" y="139947"/>
                </a:lnTo>
                <a:lnTo>
                  <a:pt x="13040" y="140870"/>
                </a:lnTo>
                <a:lnTo>
                  <a:pt x="13540" y="141780"/>
                </a:lnTo>
                <a:lnTo>
                  <a:pt x="14047" y="142678"/>
                </a:lnTo>
                <a:lnTo>
                  <a:pt x="14559" y="143564"/>
                </a:lnTo>
                <a:lnTo>
                  <a:pt x="15074" y="144437"/>
                </a:lnTo>
                <a:lnTo>
                  <a:pt x="15591" y="145297"/>
                </a:lnTo>
                <a:lnTo>
                  <a:pt x="16110" y="146145"/>
                </a:lnTo>
                <a:lnTo>
                  <a:pt x="16632" y="146980"/>
                </a:lnTo>
                <a:lnTo>
                  <a:pt x="17155" y="147802"/>
                </a:lnTo>
                <a:lnTo>
                  <a:pt x="17681" y="148612"/>
                </a:lnTo>
                <a:lnTo>
                  <a:pt x="18209" y="149409"/>
                </a:lnTo>
                <a:lnTo>
                  <a:pt x="18740" y="150193"/>
                </a:lnTo>
                <a:lnTo>
                  <a:pt x="19272" y="150965"/>
                </a:lnTo>
                <a:lnTo>
                  <a:pt x="19807" y="151725"/>
                </a:lnTo>
                <a:lnTo>
                  <a:pt x="20344" y="152471"/>
                </a:lnTo>
                <a:lnTo>
                  <a:pt x="20883" y="153205"/>
                </a:lnTo>
                <a:lnTo>
                  <a:pt x="21425" y="153927"/>
                </a:lnTo>
                <a:lnTo>
                  <a:pt x="21969" y="154636"/>
                </a:lnTo>
                <a:lnTo>
                  <a:pt x="22515" y="155332"/>
                </a:lnTo>
                <a:lnTo>
                  <a:pt x="23063" y="156015"/>
                </a:lnTo>
                <a:lnTo>
                  <a:pt x="23614" y="156686"/>
                </a:lnTo>
                <a:lnTo>
                  <a:pt x="24166" y="157344"/>
                </a:lnTo>
                <a:lnTo>
                  <a:pt x="24721" y="157990"/>
                </a:lnTo>
                <a:lnTo>
                  <a:pt x="25279" y="158623"/>
                </a:lnTo>
                <a:lnTo>
                  <a:pt x="25838" y="159244"/>
                </a:lnTo>
                <a:lnTo>
                  <a:pt x="26400" y="159851"/>
                </a:lnTo>
                <a:lnTo>
                  <a:pt x="26964" y="160447"/>
                </a:lnTo>
                <a:lnTo>
                  <a:pt x="27527" y="161029"/>
                </a:lnTo>
                <a:lnTo>
                  <a:pt x="28087" y="161597"/>
                </a:lnTo>
                <a:lnTo>
                  <a:pt x="28643" y="162152"/>
                </a:lnTo>
                <a:lnTo>
                  <a:pt x="29195" y="162693"/>
                </a:lnTo>
                <a:lnTo>
                  <a:pt x="29744" y="163221"/>
                </a:lnTo>
                <a:lnTo>
                  <a:pt x="30289" y="163735"/>
                </a:lnTo>
                <a:lnTo>
                  <a:pt x="30830" y="164236"/>
                </a:lnTo>
                <a:lnTo>
                  <a:pt x="31368" y="164722"/>
                </a:lnTo>
                <a:lnTo>
                  <a:pt x="31902" y="165196"/>
                </a:lnTo>
                <a:lnTo>
                  <a:pt x="32433" y="165655"/>
                </a:lnTo>
                <a:lnTo>
                  <a:pt x="32960" y="166102"/>
                </a:lnTo>
                <a:lnTo>
                  <a:pt x="33483" y="166534"/>
                </a:lnTo>
                <a:lnTo>
                  <a:pt x="34002" y="166953"/>
                </a:lnTo>
                <a:lnTo>
                  <a:pt x="34518" y="167358"/>
                </a:lnTo>
                <a:lnTo>
                  <a:pt x="35031" y="167750"/>
                </a:lnTo>
                <a:lnTo>
                  <a:pt x="35539" y="168128"/>
                </a:lnTo>
                <a:lnTo>
                  <a:pt x="36044" y="168493"/>
                </a:lnTo>
                <a:lnTo>
                  <a:pt x="36546" y="168844"/>
                </a:lnTo>
                <a:lnTo>
                  <a:pt x="37043" y="169181"/>
                </a:lnTo>
                <a:lnTo>
                  <a:pt x="37537" y="169505"/>
                </a:lnTo>
                <a:lnTo>
                  <a:pt x="38028" y="169815"/>
                </a:lnTo>
                <a:lnTo>
                  <a:pt x="38515" y="170112"/>
                </a:lnTo>
                <a:lnTo>
                  <a:pt x="38998" y="170395"/>
                </a:lnTo>
                <a:lnTo>
                  <a:pt x="39477" y="170664"/>
                </a:lnTo>
                <a:lnTo>
                  <a:pt x="42626" y="161617"/>
                </a:lnTo>
                <a:lnTo>
                  <a:pt x="42229" y="161290"/>
                </a:lnTo>
                <a:lnTo>
                  <a:pt x="41831" y="160952"/>
                </a:lnTo>
                <a:lnTo>
                  <a:pt x="41433" y="160606"/>
                </a:lnTo>
                <a:lnTo>
                  <a:pt x="41035" y="160250"/>
                </a:lnTo>
                <a:lnTo>
                  <a:pt x="40636" y="159885"/>
                </a:lnTo>
                <a:lnTo>
                  <a:pt x="40237" y="159510"/>
                </a:lnTo>
                <a:lnTo>
                  <a:pt x="39837" y="159126"/>
                </a:lnTo>
                <a:lnTo>
                  <a:pt x="39437" y="158733"/>
                </a:lnTo>
                <a:lnTo>
                  <a:pt x="39036" y="158330"/>
                </a:lnTo>
                <a:lnTo>
                  <a:pt x="38635" y="157918"/>
                </a:lnTo>
                <a:lnTo>
                  <a:pt x="38234" y="157496"/>
                </a:lnTo>
                <a:lnTo>
                  <a:pt x="37832" y="157065"/>
                </a:lnTo>
                <a:lnTo>
                  <a:pt x="37430" y="156624"/>
                </a:lnTo>
                <a:lnTo>
                  <a:pt x="37027" y="156174"/>
                </a:lnTo>
                <a:lnTo>
                  <a:pt x="36624" y="155715"/>
                </a:lnTo>
                <a:lnTo>
                  <a:pt x="36221" y="155246"/>
                </a:lnTo>
                <a:lnTo>
                  <a:pt x="35817" y="154768"/>
                </a:lnTo>
                <a:lnTo>
                  <a:pt x="35413" y="154280"/>
                </a:lnTo>
                <a:lnTo>
                  <a:pt x="35008" y="153783"/>
                </a:lnTo>
                <a:lnTo>
                  <a:pt x="34603" y="153277"/>
                </a:lnTo>
                <a:lnTo>
                  <a:pt x="34198" y="152761"/>
                </a:lnTo>
                <a:lnTo>
                  <a:pt x="33792" y="152236"/>
                </a:lnTo>
                <a:lnTo>
                  <a:pt x="33385" y="151702"/>
                </a:lnTo>
                <a:lnTo>
                  <a:pt x="32978" y="151158"/>
                </a:lnTo>
                <a:lnTo>
                  <a:pt x="32573" y="150604"/>
                </a:lnTo>
                <a:lnTo>
                  <a:pt x="32170" y="150041"/>
                </a:lnTo>
                <a:lnTo>
                  <a:pt x="31770" y="149468"/>
                </a:lnTo>
                <a:lnTo>
                  <a:pt x="31373" y="148886"/>
                </a:lnTo>
                <a:lnTo>
                  <a:pt x="30978" y="148294"/>
                </a:lnTo>
                <a:lnTo>
                  <a:pt x="30587" y="147692"/>
                </a:lnTo>
                <a:lnTo>
                  <a:pt x="30198" y="147081"/>
                </a:lnTo>
                <a:lnTo>
                  <a:pt x="29812" y="146460"/>
                </a:lnTo>
                <a:lnTo>
                  <a:pt x="29429" y="145829"/>
                </a:lnTo>
                <a:lnTo>
                  <a:pt x="29048" y="145189"/>
                </a:lnTo>
                <a:lnTo>
                  <a:pt x="28671" y="144538"/>
                </a:lnTo>
                <a:lnTo>
                  <a:pt x="28296" y="143879"/>
                </a:lnTo>
                <a:lnTo>
                  <a:pt x="27924" y="143209"/>
                </a:lnTo>
                <a:lnTo>
                  <a:pt x="27555" y="142530"/>
                </a:lnTo>
                <a:lnTo>
                  <a:pt x="27188" y="141841"/>
                </a:lnTo>
                <a:lnTo>
                  <a:pt x="26825" y="141142"/>
                </a:lnTo>
                <a:lnTo>
                  <a:pt x="26464" y="140434"/>
                </a:lnTo>
                <a:lnTo>
                  <a:pt x="26106" y="139716"/>
                </a:lnTo>
                <a:lnTo>
                  <a:pt x="25751" y="138989"/>
                </a:lnTo>
                <a:lnTo>
                  <a:pt x="25399" y="138252"/>
                </a:lnTo>
                <a:lnTo>
                  <a:pt x="25049" y="137505"/>
                </a:lnTo>
                <a:lnTo>
                  <a:pt x="24702" y="136748"/>
                </a:lnTo>
                <a:lnTo>
                  <a:pt x="24358" y="135982"/>
                </a:lnTo>
                <a:lnTo>
                  <a:pt x="24017" y="135206"/>
                </a:lnTo>
                <a:lnTo>
                  <a:pt x="23680" y="134420"/>
                </a:lnTo>
                <a:lnTo>
                  <a:pt x="23349" y="133624"/>
                </a:lnTo>
                <a:lnTo>
                  <a:pt x="23023" y="132818"/>
                </a:lnTo>
                <a:lnTo>
                  <a:pt x="22702" y="132001"/>
                </a:lnTo>
                <a:lnTo>
                  <a:pt x="22387" y="131175"/>
                </a:lnTo>
                <a:lnTo>
                  <a:pt x="22077" y="130338"/>
                </a:lnTo>
                <a:lnTo>
                  <a:pt x="21773" y="129491"/>
                </a:lnTo>
                <a:lnTo>
                  <a:pt x="21474" y="128633"/>
                </a:lnTo>
                <a:lnTo>
                  <a:pt x="21181" y="127766"/>
                </a:lnTo>
                <a:lnTo>
                  <a:pt x="20893" y="126888"/>
                </a:lnTo>
                <a:lnTo>
                  <a:pt x="20611" y="126000"/>
                </a:lnTo>
                <a:lnTo>
                  <a:pt x="20334" y="125101"/>
                </a:lnTo>
                <a:lnTo>
                  <a:pt x="20063" y="124193"/>
                </a:lnTo>
                <a:lnTo>
                  <a:pt x="19797" y="123274"/>
                </a:lnTo>
                <a:lnTo>
                  <a:pt x="19536" y="122345"/>
                </a:lnTo>
                <a:lnTo>
                  <a:pt x="19281" y="121405"/>
                </a:lnTo>
                <a:lnTo>
                  <a:pt x="19032" y="120456"/>
                </a:lnTo>
                <a:lnTo>
                  <a:pt x="18787" y="119496"/>
                </a:lnTo>
                <a:lnTo>
                  <a:pt x="18549" y="118526"/>
                </a:lnTo>
                <a:lnTo>
                  <a:pt x="18316" y="117546"/>
                </a:lnTo>
                <a:lnTo>
                  <a:pt x="18088" y="116555"/>
                </a:lnTo>
                <a:lnTo>
                  <a:pt x="17866" y="115554"/>
                </a:lnTo>
                <a:lnTo>
                  <a:pt x="17649" y="114543"/>
                </a:lnTo>
                <a:lnTo>
                  <a:pt x="17438" y="113522"/>
                </a:lnTo>
                <a:lnTo>
                  <a:pt x="17234" y="112490"/>
                </a:lnTo>
                <a:lnTo>
                  <a:pt x="17038" y="111448"/>
                </a:lnTo>
                <a:lnTo>
                  <a:pt x="16851" y="110395"/>
                </a:lnTo>
                <a:lnTo>
                  <a:pt x="16673" y="109332"/>
                </a:lnTo>
                <a:lnTo>
                  <a:pt x="16504" y="108258"/>
                </a:lnTo>
                <a:lnTo>
                  <a:pt x="16343" y="107173"/>
                </a:lnTo>
                <a:lnTo>
                  <a:pt x="16191" y="106078"/>
                </a:lnTo>
                <a:lnTo>
                  <a:pt x="16047" y="104973"/>
                </a:lnTo>
                <a:lnTo>
                  <a:pt x="15913" y="103857"/>
                </a:lnTo>
                <a:lnTo>
                  <a:pt x="15787" y="102731"/>
                </a:lnTo>
                <a:lnTo>
                  <a:pt x="15669" y="101594"/>
                </a:lnTo>
                <a:lnTo>
                  <a:pt x="15561" y="100446"/>
                </a:lnTo>
                <a:lnTo>
                  <a:pt x="15461" y="99288"/>
                </a:lnTo>
                <a:lnTo>
                  <a:pt x="15370" y="98120"/>
                </a:lnTo>
                <a:lnTo>
                  <a:pt x="15287" y="96941"/>
                </a:lnTo>
                <a:lnTo>
                  <a:pt x="15213" y="95751"/>
                </a:lnTo>
                <a:lnTo>
                  <a:pt x="15148" y="94551"/>
                </a:lnTo>
                <a:lnTo>
                  <a:pt x="15092" y="93341"/>
                </a:lnTo>
                <a:lnTo>
                  <a:pt x="15044" y="92120"/>
                </a:lnTo>
                <a:lnTo>
                  <a:pt x="15005" y="90888"/>
                </a:lnTo>
                <a:lnTo>
                  <a:pt x="14974" y="89646"/>
                </a:lnTo>
                <a:lnTo>
                  <a:pt x="14952" y="88393"/>
                </a:lnTo>
                <a:lnTo>
                  <a:pt x="14939" y="87130"/>
                </a:lnTo>
                <a:lnTo>
                  <a:pt x="14935" y="85857"/>
                </a:lnTo>
                <a:lnTo>
                  <a:pt x="14935" y="84727"/>
                </a:lnTo>
                <a:lnTo>
                  <a:pt x="14939" y="83453"/>
                </a:lnTo>
                <a:lnTo>
                  <a:pt x="14952" y="82190"/>
                </a:lnTo>
                <a:lnTo>
                  <a:pt x="14974" y="80938"/>
                </a:lnTo>
                <a:lnTo>
                  <a:pt x="15005" y="79696"/>
                </a:lnTo>
                <a:lnTo>
                  <a:pt x="15044" y="78465"/>
                </a:lnTo>
                <a:lnTo>
                  <a:pt x="15092" y="77245"/>
                </a:lnTo>
                <a:lnTo>
                  <a:pt x="15148" y="76036"/>
                </a:lnTo>
                <a:lnTo>
                  <a:pt x="15213" y="74837"/>
                </a:lnTo>
                <a:lnTo>
                  <a:pt x="15287" y="73649"/>
                </a:lnTo>
                <a:lnTo>
                  <a:pt x="15370" y="72471"/>
                </a:lnTo>
                <a:lnTo>
                  <a:pt x="15461" y="71304"/>
                </a:lnTo>
                <a:lnTo>
                  <a:pt x="15561" y="70148"/>
                </a:lnTo>
                <a:lnTo>
                  <a:pt x="15669" y="69002"/>
                </a:lnTo>
                <a:lnTo>
                  <a:pt x="15787" y="67867"/>
                </a:lnTo>
                <a:lnTo>
                  <a:pt x="15913" y="66743"/>
                </a:lnTo>
                <a:lnTo>
                  <a:pt x="16047" y="65629"/>
                </a:lnTo>
                <a:lnTo>
                  <a:pt x="16191" y="64526"/>
                </a:lnTo>
                <a:lnTo>
                  <a:pt x="16343" y="63434"/>
                </a:lnTo>
                <a:lnTo>
                  <a:pt x="16504" y="62352"/>
                </a:lnTo>
                <a:lnTo>
                  <a:pt x="16673" y="61281"/>
                </a:lnTo>
                <a:lnTo>
                  <a:pt x="16851" y="60221"/>
                </a:lnTo>
                <a:lnTo>
                  <a:pt x="17038" y="59171"/>
                </a:lnTo>
                <a:lnTo>
                  <a:pt x="17234" y="58132"/>
                </a:lnTo>
                <a:lnTo>
                  <a:pt x="17438" y="57104"/>
                </a:lnTo>
                <a:lnTo>
                  <a:pt x="17649" y="56086"/>
                </a:lnTo>
                <a:lnTo>
                  <a:pt x="17866" y="55078"/>
                </a:lnTo>
                <a:lnTo>
                  <a:pt x="18088" y="54081"/>
                </a:lnTo>
                <a:lnTo>
                  <a:pt x="18316" y="53094"/>
                </a:lnTo>
                <a:lnTo>
                  <a:pt x="18549" y="52118"/>
                </a:lnTo>
                <a:lnTo>
                  <a:pt x="18787" y="51152"/>
                </a:lnTo>
                <a:lnTo>
                  <a:pt x="19032" y="50196"/>
                </a:lnTo>
                <a:lnTo>
                  <a:pt x="19281" y="49251"/>
                </a:lnTo>
                <a:lnTo>
                  <a:pt x="19536" y="48316"/>
                </a:lnTo>
                <a:lnTo>
                  <a:pt x="19797" y="47391"/>
                </a:lnTo>
                <a:lnTo>
                  <a:pt x="20063" y="46477"/>
                </a:lnTo>
                <a:lnTo>
                  <a:pt x="20334" y="45574"/>
                </a:lnTo>
                <a:lnTo>
                  <a:pt x="20611" y="44680"/>
                </a:lnTo>
                <a:lnTo>
                  <a:pt x="20893" y="43797"/>
                </a:lnTo>
                <a:lnTo>
                  <a:pt x="21181" y="42925"/>
                </a:lnTo>
                <a:lnTo>
                  <a:pt x="21474" y="42062"/>
                </a:lnTo>
                <a:lnTo>
                  <a:pt x="21773" y="41211"/>
                </a:lnTo>
                <a:lnTo>
                  <a:pt x="22077" y="40369"/>
                </a:lnTo>
                <a:lnTo>
                  <a:pt x="22387" y="39538"/>
                </a:lnTo>
                <a:lnTo>
                  <a:pt x="22702" y="38718"/>
                </a:lnTo>
                <a:lnTo>
                  <a:pt x="23023" y="37907"/>
                </a:lnTo>
                <a:lnTo>
                  <a:pt x="23349" y="37108"/>
                </a:lnTo>
                <a:lnTo>
                  <a:pt x="23680" y="36318"/>
                </a:lnTo>
                <a:lnTo>
                  <a:pt x="24017" y="35539"/>
                </a:lnTo>
                <a:lnTo>
                  <a:pt x="24358" y="34770"/>
                </a:lnTo>
                <a:lnTo>
                  <a:pt x="24702" y="34011"/>
                </a:lnTo>
                <a:lnTo>
                  <a:pt x="25049" y="33262"/>
                </a:lnTo>
                <a:lnTo>
                  <a:pt x="25399" y="32523"/>
                </a:lnTo>
                <a:lnTo>
                  <a:pt x="25751" y="31795"/>
                </a:lnTo>
                <a:lnTo>
                  <a:pt x="26106" y="31076"/>
                </a:lnTo>
                <a:lnTo>
                  <a:pt x="26464" y="30368"/>
                </a:lnTo>
                <a:lnTo>
                  <a:pt x="26825" y="29670"/>
                </a:lnTo>
                <a:lnTo>
                  <a:pt x="27188" y="28981"/>
                </a:lnTo>
                <a:lnTo>
                  <a:pt x="27555" y="28303"/>
                </a:lnTo>
                <a:lnTo>
                  <a:pt x="27924" y="27635"/>
                </a:lnTo>
                <a:lnTo>
                  <a:pt x="28296" y="26977"/>
                </a:lnTo>
                <a:lnTo>
                  <a:pt x="28671" y="26329"/>
                </a:lnTo>
                <a:lnTo>
                  <a:pt x="29048" y="25692"/>
                </a:lnTo>
                <a:lnTo>
                  <a:pt x="29429" y="25064"/>
                </a:lnTo>
                <a:lnTo>
                  <a:pt x="29812" y="24446"/>
                </a:lnTo>
                <a:lnTo>
                  <a:pt x="30198" y="23839"/>
                </a:lnTo>
                <a:lnTo>
                  <a:pt x="30587" y="23242"/>
                </a:lnTo>
                <a:lnTo>
                  <a:pt x="30978" y="22654"/>
                </a:lnTo>
                <a:lnTo>
                  <a:pt x="31373" y="22077"/>
                </a:lnTo>
                <a:lnTo>
                  <a:pt x="31770" y="21510"/>
                </a:lnTo>
                <a:lnTo>
                  <a:pt x="32170" y="20953"/>
                </a:lnTo>
                <a:lnTo>
                  <a:pt x="32573" y="20406"/>
                </a:lnTo>
                <a:lnTo>
                  <a:pt x="32978" y="19870"/>
                </a:lnTo>
                <a:lnTo>
                  <a:pt x="33385" y="19343"/>
                </a:lnTo>
                <a:lnTo>
                  <a:pt x="33792" y="18825"/>
                </a:lnTo>
                <a:lnTo>
                  <a:pt x="34198" y="18318"/>
                </a:lnTo>
                <a:lnTo>
                  <a:pt x="34603" y="17819"/>
                </a:lnTo>
                <a:lnTo>
                  <a:pt x="35008" y="17330"/>
                </a:lnTo>
                <a:lnTo>
                  <a:pt x="35413" y="16851"/>
                </a:lnTo>
                <a:lnTo>
                  <a:pt x="35817" y="16381"/>
                </a:lnTo>
                <a:lnTo>
                  <a:pt x="36221" y="15921"/>
                </a:lnTo>
                <a:lnTo>
                  <a:pt x="36624" y="15471"/>
                </a:lnTo>
                <a:lnTo>
                  <a:pt x="37027" y="15029"/>
                </a:lnTo>
                <a:lnTo>
                  <a:pt x="37430" y="14598"/>
                </a:lnTo>
                <a:lnTo>
                  <a:pt x="37832" y="14176"/>
                </a:lnTo>
                <a:lnTo>
                  <a:pt x="38234" y="13763"/>
                </a:lnTo>
                <a:lnTo>
                  <a:pt x="38635" y="13360"/>
                </a:lnTo>
                <a:lnTo>
                  <a:pt x="39036" y="12967"/>
                </a:lnTo>
                <a:lnTo>
                  <a:pt x="39437" y="12583"/>
                </a:lnTo>
                <a:lnTo>
                  <a:pt x="39837" y="12208"/>
                </a:lnTo>
                <a:lnTo>
                  <a:pt x="40237" y="11843"/>
                </a:lnTo>
                <a:lnTo>
                  <a:pt x="40636" y="11488"/>
                </a:lnTo>
                <a:lnTo>
                  <a:pt x="41035" y="11142"/>
                </a:lnTo>
                <a:lnTo>
                  <a:pt x="41433" y="10806"/>
                </a:lnTo>
                <a:lnTo>
                  <a:pt x="41831" y="10479"/>
                </a:lnTo>
                <a:lnTo>
                  <a:pt x="42229" y="10162"/>
                </a:lnTo>
                <a:lnTo>
                  <a:pt x="42626" y="9854"/>
                </a:lnTo>
                <a:lnTo>
                  <a:pt x="39477" y="0"/>
                </a:lnTo>
                <a:lnTo>
                  <a:pt x="38998" y="269"/>
                </a:lnTo>
                <a:lnTo>
                  <a:pt x="38515" y="552"/>
                </a:lnTo>
                <a:lnTo>
                  <a:pt x="38028" y="849"/>
                </a:lnTo>
                <a:lnTo>
                  <a:pt x="37537" y="1159"/>
                </a:lnTo>
                <a:lnTo>
                  <a:pt x="37043" y="1483"/>
                </a:lnTo>
                <a:lnTo>
                  <a:pt x="36546" y="1820"/>
                </a:lnTo>
                <a:lnTo>
                  <a:pt x="36044" y="2171"/>
                </a:lnTo>
                <a:lnTo>
                  <a:pt x="35539" y="2536"/>
                </a:lnTo>
                <a:lnTo>
                  <a:pt x="35031" y="2914"/>
                </a:lnTo>
                <a:lnTo>
                  <a:pt x="34518" y="3306"/>
                </a:lnTo>
                <a:lnTo>
                  <a:pt x="34002" y="3711"/>
                </a:lnTo>
                <a:lnTo>
                  <a:pt x="33483" y="4130"/>
                </a:lnTo>
                <a:lnTo>
                  <a:pt x="32960" y="4562"/>
                </a:lnTo>
                <a:lnTo>
                  <a:pt x="32433" y="5009"/>
                </a:lnTo>
                <a:lnTo>
                  <a:pt x="31902" y="5468"/>
                </a:lnTo>
                <a:lnTo>
                  <a:pt x="31368" y="5942"/>
                </a:lnTo>
                <a:lnTo>
                  <a:pt x="30830" y="6428"/>
                </a:lnTo>
                <a:lnTo>
                  <a:pt x="30289" y="6929"/>
                </a:lnTo>
                <a:lnTo>
                  <a:pt x="29744" y="7443"/>
                </a:lnTo>
                <a:lnTo>
                  <a:pt x="29195" y="7971"/>
                </a:lnTo>
                <a:lnTo>
                  <a:pt x="28643" y="8512"/>
                </a:lnTo>
                <a:lnTo>
                  <a:pt x="28087" y="9067"/>
                </a:lnTo>
                <a:lnTo>
                  <a:pt x="27527" y="9635"/>
                </a:lnTo>
                <a:lnTo>
                  <a:pt x="26964" y="10217"/>
                </a:lnTo>
                <a:lnTo>
                  <a:pt x="26400" y="10813"/>
                </a:lnTo>
                <a:lnTo>
                  <a:pt x="25838" y="11421"/>
                </a:lnTo>
                <a:lnTo>
                  <a:pt x="25279" y="12041"/>
                </a:lnTo>
                <a:lnTo>
                  <a:pt x="24721" y="12675"/>
                </a:lnTo>
                <a:lnTo>
                  <a:pt x="24166" y="13321"/>
                </a:lnTo>
                <a:lnTo>
                  <a:pt x="23614" y="13980"/>
                </a:lnTo>
                <a:lnTo>
                  <a:pt x="23063" y="14652"/>
                </a:lnTo>
                <a:lnTo>
                  <a:pt x="22515" y="15337"/>
                </a:lnTo>
                <a:lnTo>
                  <a:pt x="21969" y="16034"/>
                </a:lnTo>
                <a:lnTo>
                  <a:pt x="21425" y="16744"/>
                </a:lnTo>
                <a:lnTo>
                  <a:pt x="20883" y="17467"/>
                </a:lnTo>
                <a:lnTo>
                  <a:pt x="20344" y="18203"/>
                </a:lnTo>
                <a:lnTo>
                  <a:pt x="19807" y="18951"/>
                </a:lnTo>
                <a:lnTo>
                  <a:pt x="19272" y="19712"/>
                </a:lnTo>
                <a:lnTo>
                  <a:pt x="18740" y="20486"/>
                </a:lnTo>
                <a:lnTo>
                  <a:pt x="18209" y="21273"/>
                </a:lnTo>
                <a:lnTo>
                  <a:pt x="17681" y="22072"/>
                </a:lnTo>
                <a:lnTo>
                  <a:pt x="17155" y="22885"/>
                </a:lnTo>
                <a:lnTo>
                  <a:pt x="16632" y="23710"/>
                </a:lnTo>
                <a:lnTo>
                  <a:pt x="16110" y="24547"/>
                </a:lnTo>
                <a:lnTo>
                  <a:pt x="15591" y="25398"/>
                </a:lnTo>
                <a:lnTo>
                  <a:pt x="15074" y="26261"/>
                </a:lnTo>
                <a:lnTo>
                  <a:pt x="14559" y="27137"/>
                </a:lnTo>
                <a:lnTo>
                  <a:pt x="14047" y="28026"/>
                </a:lnTo>
                <a:lnTo>
                  <a:pt x="13540" y="28927"/>
                </a:lnTo>
                <a:lnTo>
                  <a:pt x="13040" y="29841"/>
                </a:lnTo>
                <a:lnTo>
                  <a:pt x="12547" y="30767"/>
                </a:lnTo>
                <a:lnTo>
                  <a:pt x="12062" y="31704"/>
                </a:lnTo>
                <a:lnTo>
                  <a:pt x="11585" y="32654"/>
                </a:lnTo>
                <a:lnTo>
                  <a:pt x="11116" y="33617"/>
                </a:lnTo>
                <a:lnTo>
                  <a:pt x="10653" y="34591"/>
                </a:lnTo>
                <a:lnTo>
                  <a:pt x="10199" y="35578"/>
                </a:lnTo>
                <a:lnTo>
                  <a:pt x="9752" y="36577"/>
                </a:lnTo>
                <a:lnTo>
                  <a:pt x="9313" y="37588"/>
                </a:lnTo>
                <a:lnTo>
                  <a:pt x="8881" y="38611"/>
                </a:lnTo>
                <a:lnTo>
                  <a:pt x="8457" y="39647"/>
                </a:lnTo>
                <a:lnTo>
                  <a:pt x="8040" y="40695"/>
                </a:lnTo>
                <a:lnTo>
                  <a:pt x="7631" y="41754"/>
                </a:lnTo>
                <a:lnTo>
                  <a:pt x="7229" y="42827"/>
                </a:lnTo>
                <a:lnTo>
                  <a:pt x="6835" y="43911"/>
                </a:lnTo>
                <a:lnTo>
                  <a:pt x="6449" y="45007"/>
                </a:lnTo>
                <a:lnTo>
                  <a:pt x="6070" y="46116"/>
                </a:lnTo>
                <a:lnTo>
                  <a:pt x="5699" y="47237"/>
                </a:lnTo>
                <a:lnTo>
                  <a:pt x="5335" y="48370"/>
                </a:lnTo>
                <a:lnTo>
                  <a:pt x="4979" y="49516"/>
                </a:lnTo>
                <a:lnTo>
                  <a:pt x="4630" y="50673"/>
                </a:lnTo>
                <a:lnTo>
                  <a:pt x="4289" y="51843"/>
                </a:lnTo>
                <a:lnTo>
                  <a:pt x="3956" y="53025"/>
                </a:lnTo>
                <a:lnTo>
                  <a:pt x="3633" y="54219"/>
                </a:lnTo>
                <a:lnTo>
                  <a:pt x="3324" y="55424"/>
                </a:lnTo>
                <a:lnTo>
                  <a:pt x="3029" y="56641"/>
                </a:lnTo>
                <a:lnTo>
                  <a:pt x="2747" y="57870"/>
                </a:lnTo>
                <a:lnTo>
                  <a:pt x="2479" y="59110"/>
                </a:lnTo>
                <a:lnTo>
                  <a:pt x="2225" y="60362"/>
                </a:lnTo>
                <a:lnTo>
                  <a:pt x="1985" y="61626"/>
                </a:lnTo>
                <a:lnTo>
                  <a:pt x="1758" y="62901"/>
                </a:lnTo>
                <a:lnTo>
                  <a:pt x="1545" y="64188"/>
                </a:lnTo>
                <a:lnTo>
                  <a:pt x="1346" y="65487"/>
                </a:lnTo>
                <a:lnTo>
                  <a:pt x="1161" y="66797"/>
                </a:lnTo>
                <a:lnTo>
                  <a:pt x="989" y="68119"/>
                </a:lnTo>
                <a:lnTo>
                  <a:pt x="831" y="69452"/>
                </a:lnTo>
                <a:lnTo>
                  <a:pt x="687" y="70797"/>
                </a:lnTo>
                <a:lnTo>
                  <a:pt x="556" y="72154"/>
                </a:lnTo>
                <a:lnTo>
                  <a:pt x="440" y="73522"/>
                </a:lnTo>
                <a:lnTo>
                  <a:pt x="337" y="74902"/>
                </a:lnTo>
                <a:lnTo>
                  <a:pt x="247" y="76294"/>
                </a:lnTo>
                <a:lnTo>
                  <a:pt x="172" y="77697"/>
                </a:lnTo>
                <a:lnTo>
                  <a:pt x="110" y="79112"/>
                </a:lnTo>
                <a:lnTo>
                  <a:pt x="62" y="80539"/>
                </a:lnTo>
                <a:lnTo>
                  <a:pt x="27" y="81977"/>
                </a:lnTo>
                <a:lnTo>
                  <a:pt x="7" y="83427"/>
                </a:lnTo>
                <a:lnTo>
                  <a:pt x="0" y="84888"/>
                </a:lnTo>
                <a:lnTo>
                  <a:pt x="0" y="85695"/>
                </a:lnTo>
                <a:lnTo>
                  <a:pt x="7" y="87163"/>
                </a:lnTo>
                <a:lnTo>
                  <a:pt x="27" y="88620"/>
                </a:lnTo>
                <a:lnTo>
                  <a:pt x="62" y="90064"/>
                </a:lnTo>
                <a:lnTo>
                  <a:pt x="110" y="91497"/>
                </a:lnTo>
                <a:lnTo>
                  <a:pt x="172" y="92918"/>
                </a:lnTo>
                <a:close/>
                <a:moveTo>
                  <a:pt x="184007" y="76294"/>
                </a:moveTo>
                <a:lnTo>
                  <a:pt x="183918" y="74902"/>
                </a:lnTo>
                <a:lnTo>
                  <a:pt x="183815" y="73522"/>
                </a:lnTo>
                <a:lnTo>
                  <a:pt x="183698" y="72154"/>
                </a:lnTo>
                <a:lnTo>
                  <a:pt x="183568" y="70797"/>
                </a:lnTo>
                <a:lnTo>
                  <a:pt x="183423" y="69452"/>
                </a:lnTo>
                <a:lnTo>
                  <a:pt x="183266" y="68119"/>
                </a:lnTo>
                <a:lnTo>
                  <a:pt x="183094" y="66797"/>
                </a:lnTo>
                <a:lnTo>
                  <a:pt x="182908" y="65487"/>
                </a:lnTo>
                <a:lnTo>
                  <a:pt x="182709" y="64188"/>
                </a:lnTo>
                <a:lnTo>
                  <a:pt x="182496" y="62901"/>
                </a:lnTo>
                <a:lnTo>
                  <a:pt x="182270" y="61626"/>
                </a:lnTo>
                <a:lnTo>
                  <a:pt x="182029" y="60362"/>
                </a:lnTo>
                <a:lnTo>
                  <a:pt x="181775" y="59110"/>
                </a:lnTo>
                <a:lnTo>
                  <a:pt x="181507" y="57870"/>
                </a:lnTo>
                <a:lnTo>
                  <a:pt x="181226" y="56641"/>
                </a:lnTo>
                <a:lnTo>
                  <a:pt x="180931" y="55424"/>
                </a:lnTo>
                <a:lnTo>
                  <a:pt x="180621" y="54219"/>
                </a:lnTo>
                <a:lnTo>
                  <a:pt x="180299" y="53025"/>
                </a:lnTo>
                <a:lnTo>
                  <a:pt x="179965" y="51843"/>
                </a:lnTo>
                <a:lnTo>
                  <a:pt x="179624" y="50673"/>
                </a:lnTo>
                <a:lnTo>
                  <a:pt x="179276" y="49516"/>
                </a:lnTo>
                <a:lnTo>
                  <a:pt x="178920" y="48370"/>
                </a:lnTo>
                <a:lnTo>
                  <a:pt x="178556" y="47237"/>
                </a:lnTo>
                <a:lnTo>
                  <a:pt x="178185" y="46116"/>
                </a:lnTo>
                <a:lnTo>
                  <a:pt x="177806" y="45007"/>
                </a:lnTo>
                <a:lnTo>
                  <a:pt x="177419" y="43911"/>
                </a:lnTo>
                <a:lnTo>
                  <a:pt x="177025" y="42827"/>
                </a:lnTo>
                <a:lnTo>
                  <a:pt x="176624" y="41754"/>
                </a:lnTo>
                <a:lnTo>
                  <a:pt x="176215" y="40695"/>
                </a:lnTo>
                <a:lnTo>
                  <a:pt x="175798" y="39647"/>
                </a:lnTo>
                <a:lnTo>
                  <a:pt x="175374" y="38611"/>
                </a:lnTo>
                <a:lnTo>
                  <a:pt x="174942" y="37588"/>
                </a:lnTo>
                <a:lnTo>
                  <a:pt x="174503" y="36577"/>
                </a:lnTo>
                <a:lnTo>
                  <a:pt x="174056" y="35578"/>
                </a:lnTo>
                <a:lnTo>
                  <a:pt x="173601" y="34591"/>
                </a:lnTo>
                <a:lnTo>
                  <a:pt x="173139" y="33617"/>
                </a:lnTo>
                <a:lnTo>
                  <a:pt x="172669" y="32654"/>
                </a:lnTo>
                <a:lnTo>
                  <a:pt x="172192" y="31704"/>
                </a:lnTo>
                <a:lnTo>
                  <a:pt x="171707" y="30767"/>
                </a:lnTo>
                <a:lnTo>
                  <a:pt x="171215" y="29841"/>
                </a:lnTo>
                <a:lnTo>
                  <a:pt x="170715" y="28927"/>
                </a:lnTo>
                <a:lnTo>
                  <a:pt x="170207" y="28026"/>
                </a:lnTo>
                <a:lnTo>
                  <a:pt x="169695" y="27137"/>
                </a:lnTo>
                <a:lnTo>
                  <a:pt x="169180" y="26261"/>
                </a:lnTo>
                <a:lnTo>
                  <a:pt x="168663" y="25398"/>
                </a:lnTo>
                <a:lnTo>
                  <a:pt x="168144" y="24547"/>
                </a:lnTo>
                <a:lnTo>
                  <a:pt x="167623" y="23710"/>
                </a:lnTo>
                <a:lnTo>
                  <a:pt x="167099" y="22885"/>
                </a:lnTo>
                <a:lnTo>
                  <a:pt x="166573" y="22072"/>
                </a:lnTo>
                <a:lnTo>
                  <a:pt x="166045" y="21273"/>
                </a:lnTo>
                <a:lnTo>
                  <a:pt x="165515" y="20486"/>
                </a:lnTo>
                <a:lnTo>
                  <a:pt x="164982" y="19712"/>
                </a:lnTo>
                <a:lnTo>
                  <a:pt x="164448" y="18951"/>
                </a:lnTo>
                <a:lnTo>
                  <a:pt x="163910" y="18203"/>
                </a:lnTo>
                <a:lnTo>
                  <a:pt x="163371" y="17467"/>
                </a:lnTo>
                <a:lnTo>
                  <a:pt x="162830" y="16744"/>
                </a:lnTo>
                <a:lnTo>
                  <a:pt x="162286" y="16034"/>
                </a:lnTo>
                <a:lnTo>
                  <a:pt x="161740" y="15337"/>
                </a:lnTo>
                <a:lnTo>
                  <a:pt x="161191" y="14652"/>
                </a:lnTo>
                <a:lnTo>
                  <a:pt x="160641" y="13980"/>
                </a:lnTo>
                <a:lnTo>
                  <a:pt x="160088" y="13321"/>
                </a:lnTo>
                <a:lnTo>
                  <a:pt x="159533" y="12675"/>
                </a:lnTo>
                <a:lnTo>
                  <a:pt x="158976" y="12041"/>
                </a:lnTo>
                <a:lnTo>
                  <a:pt x="158416" y="11421"/>
                </a:lnTo>
                <a:lnTo>
                  <a:pt x="157855" y="10813"/>
                </a:lnTo>
                <a:lnTo>
                  <a:pt x="157291" y="10217"/>
                </a:lnTo>
                <a:lnTo>
                  <a:pt x="156727" y="9635"/>
                </a:lnTo>
                <a:lnTo>
                  <a:pt x="156168" y="9067"/>
                </a:lnTo>
                <a:lnTo>
                  <a:pt x="155612" y="8512"/>
                </a:lnTo>
                <a:lnTo>
                  <a:pt x="155059" y="7971"/>
                </a:lnTo>
                <a:lnTo>
                  <a:pt x="154511" y="7443"/>
                </a:lnTo>
                <a:lnTo>
                  <a:pt x="153965" y="6929"/>
                </a:lnTo>
                <a:lnTo>
                  <a:pt x="153424" y="6428"/>
                </a:lnTo>
                <a:lnTo>
                  <a:pt x="152886" y="5942"/>
                </a:lnTo>
                <a:lnTo>
                  <a:pt x="152352" y="5468"/>
                </a:lnTo>
                <a:lnTo>
                  <a:pt x="151822" y="5009"/>
                </a:lnTo>
                <a:lnTo>
                  <a:pt x="151295" y="4562"/>
                </a:lnTo>
                <a:lnTo>
                  <a:pt x="150772" y="4130"/>
                </a:lnTo>
                <a:lnTo>
                  <a:pt x="150252" y="3711"/>
                </a:lnTo>
                <a:lnTo>
                  <a:pt x="149736" y="3306"/>
                </a:lnTo>
                <a:lnTo>
                  <a:pt x="149224" y="2914"/>
                </a:lnTo>
                <a:lnTo>
                  <a:pt x="148715" y="2536"/>
                </a:lnTo>
                <a:lnTo>
                  <a:pt x="148210" y="2171"/>
                </a:lnTo>
                <a:lnTo>
                  <a:pt x="147709" y="1820"/>
                </a:lnTo>
                <a:lnTo>
                  <a:pt x="147211" y="1483"/>
                </a:lnTo>
                <a:lnTo>
                  <a:pt x="146717" y="1159"/>
                </a:lnTo>
                <a:lnTo>
                  <a:pt x="146227" y="849"/>
                </a:lnTo>
                <a:lnTo>
                  <a:pt x="145740" y="552"/>
                </a:lnTo>
                <a:lnTo>
                  <a:pt x="145257" y="269"/>
                </a:lnTo>
                <a:lnTo>
                  <a:pt x="144777" y="0"/>
                </a:lnTo>
                <a:lnTo>
                  <a:pt x="141629" y="9128"/>
                </a:lnTo>
                <a:lnTo>
                  <a:pt x="141986" y="9429"/>
                </a:lnTo>
                <a:lnTo>
                  <a:pt x="142346" y="9740"/>
                </a:lnTo>
                <a:lnTo>
                  <a:pt x="142707" y="10062"/>
                </a:lnTo>
                <a:lnTo>
                  <a:pt x="143070" y="10394"/>
                </a:lnTo>
                <a:lnTo>
                  <a:pt x="143434" y="10736"/>
                </a:lnTo>
                <a:lnTo>
                  <a:pt x="143801" y="11088"/>
                </a:lnTo>
                <a:lnTo>
                  <a:pt x="144169" y="11451"/>
                </a:lnTo>
                <a:lnTo>
                  <a:pt x="144540" y="11824"/>
                </a:lnTo>
                <a:lnTo>
                  <a:pt x="144912" y="12207"/>
                </a:lnTo>
                <a:lnTo>
                  <a:pt x="145286" y="12600"/>
                </a:lnTo>
                <a:lnTo>
                  <a:pt x="145661" y="13004"/>
                </a:lnTo>
                <a:lnTo>
                  <a:pt x="146039" y="13418"/>
                </a:lnTo>
                <a:lnTo>
                  <a:pt x="146418" y="13842"/>
                </a:lnTo>
                <a:lnTo>
                  <a:pt x="146799" y="14276"/>
                </a:lnTo>
                <a:lnTo>
                  <a:pt x="147182" y="14721"/>
                </a:lnTo>
                <a:lnTo>
                  <a:pt x="147567" y="15176"/>
                </a:lnTo>
                <a:lnTo>
                  <a:pt x="147954" y="15641"/>
                </a:lnTo>
                <a:lnTo>
                  <a:pt x="148342" y="16116"/>
                </a:lnTo>
                <a:lnTo>
                  <a:pt x="148732" y="16602"/>
                </a:lnTo>
                <a:lnTo>
                  <a:pt x="149124" y="17098"/>
                </a:lnTo>
                <a:lnTo>
                  <a:pt x="149518" y="17604"/>
                </a:lnTo>
                <a:lnTo>
                  <a:pt x="149914" y="18120"/>
                </a:lnTo>
                <a:lnTo>
                  <a:pt x="150312" y="18647"/>
                </a:lnTo>
                <a:lnTo>
                  <a:pt x="150711" y="19184"/>
                </a:lnTo>
                <a:lnTo>
                  <a:pt x="151110" y="19730"/>
                </a:lnTo>
                <a:lnTo>
                  <a:pt x="151508" y="20288"/>
                </a:lnTo>
                <a:lnTo>
                  <a:pt x="151903" y="20855"/>
                </a:lnTo>
                <a:lnTo>
                  <a:pt x="152296" y="21433"/>
                </a:lnTo>
                <a:lnTo>
                  <a:pt x="152688" y="22020"/>
                </a:lnTo>
                <a:lnTo>
                  <a:pt x="153077" y="22619"/>
                </a:lnTo>
                <a:lnTo>
                  <a:pt x="153465" y="23227"/>
                </a:lnTo>
                <a:lnTo>
                  <a:pt x="153851" y="23845"/>
                </a:lnTo>
                <a:lnTo>
                  <a:pt x="154234" y="24474"/>
                </a:lnTo>
                <a:lnTo>
                  <a:pt x="154616" y="25113"/>
                </a:lnTo>
                <a:lnTo>
                  <a:pt x="154995" y="25763"/>
                </a:lnTo>
                <a:lnTo>
                  <a:pt x="155373" y="26422"/>
                </a:lnTo>
                <a:lnTo>
                  <a:pt x="155749" y="27092"/>
                </a:lnTo>
                <a:lnTo>
                  <a:pt x="156123" y="27772"/>
                </a:lnTo>
                <a:lnTo>
                  <a:pt x="156495" y="28462"/>
                </a:lnTo>
                <a:lnTo>
                  <a:pt x="156864" y="29163"/>
                </a:lnTo>
                <a:lnTo>
                  <a:pt x="157232" y="29873"/>
                </a:lnTo>
                <a:lnTo>
                  <a:pt x="157598" y="30594"/>
                </a:lnTo>
                <a:lnTo>
                  <a:pt x="157962" y="31326"/>
                </a:lnTo>
                <a:lnTo>
                  <a:pt x="158324" y="32067"/>
                </a:lnTo>
                <a:lnTo>
                  <a:pt x="158684" y="32819"/>
                </a:lnTo>
                <a:lnTo>
                  <a:pt x="159042" y="33581"/>
                </a:lnTo>
                <a:lnTo>
                  <a:pt x="159399" y="34353"/>
                </a:lnTo>
                <a:lnTo>
                  <a:pt x="159753" y="35135"/>
                </a:lnTo>
                <a:lnTo>
                  <a:pt x="160103" y="35928"/>
                </a:lnTo>
                <a:lnTo>
                  <a:pt x="160448" y="36731"/>
                </a:lnTo>
                <a:lnTo>
                  <a:pt x="160788" y="37543"/>
                </a:lnTo>
                <a:lnTo>
                  <a:pt x="161122" y="38367"/>
                </a:lnTo>
                <a:lnTo>
                  <a:pt x="161450" y="39200"/>
                </a:lnTo>
                <a:lnTo>
                  <a:pt x="161774" y="40044"/>
                </a:lnTo>
                <a:lnTo>
                  <a:pt x="162091" y="40898"/>
                </a:lnTo>
                <a:lnTo>
                  <a:pt x="162403" y="41762"/>
                </a:lnTo>
                <a:lnTo>
                  <a:pt x="162710" y="42636"/>
                </a:lnTo>
                <a:lnTo>
                  <a:pt x="163011" y="43521"/>
                </a:lnTo>
                <a:lnTo>
                  <a:pt x="163307" y="44416"/>
                </a:lnTo>
                <a:lnTo>
                  <a:pt x="163598" y="45321"/>
                </a:lnTo>
                <a:lnTo>
                  <a:pt x="163882" y="46237"/>
                </a:lnTo>
                <a:lnTo>
                  <a:pt x="164162" y="47162"/>
                </a:lnTo>
                <a:lnTo>
                  <a:pt x="164436" y="48098"/>
                </a:lnTo>
                <a:lnTo>
                  <a:pt x="164704" y="49045"/>
                </a:lnTo>
                <a:lnTo>
                  <a:pt x="164967" y="50001"/>
                </a:lnTo>
                <a:lnTo>
                  <a:pt x="165225" y="50968"/>
                </a:lnTo>
                <a:lnTo>
                  <a:pt x="165477" y="51945"/>
                </a:lnTo>
                <a:lnTo>
                  <a:pt x="165723" y="52932"/>
                </a:lnTo>
                <a:lnTo>
                  <a:pt x="165965" y="53929"/>
                </a:lnTo>
                <a:lnTo>
                  <a:pt x="166200" y="54937"/>
                </a:lnTo>
                <a:lnTo>
                  <a:pt x="166431" y="55955"/>
                </a:lnTo>
                <a:lnTo>
                  <a:pt x="166655" y="56983"/>
                </a:lnTo>
                <a:lnTo>
                  <a:pt x="166873" y="58021"/>
                </a:lnTo>
                <a:lnTo>
                  <a:pt x="167081" y="59070"/>
                </a:lnTo>
                <a:lnTo>
                  <a:pt x="167280" y="60128"/>
                </a:lnTo>
                <a:lnTo>
                  <a:pt x="167469" y="61197"/>
                </a:lnTo>
                <a:lnTo>
                  <a:pt x="167650" y="62277"/>
                </a:lnTo>
                <a:lnTo>
                  <a:pt x="167821" y="63366"/>
                </a:lnTo>
                <a:lnTo>
                  <a:pt x="167983" y="64466"/>
                </a:lnTo>
                <a:lnTo>
                  <a:pt x="168135" y="65575"/>
                </a:lnTo>
                <a:lnTo>
                  <a:pt x="168279" y="66696"/>
                </a:lnTo>
                <a:lnTo>
                  <a:pt x="168413" y="67826"/>
                </a:lnTo>
                <a:lnTo>
                  <a:pt x="168538" y="68967"/>
                </a:lnTo>
                <a:lnTo>
                  <a:pt x="168653" y="70117"/>
                </a:lnTo>
                <a:lnTo>
                  <a:pt x="168760" y="71279"/>
                </a:lnTo>
                <a:lnTo>
                  <a:pt x="168857" y="72450"/>
                </a:lnTo>
                <a:lnTo>
                  <a:pt x="168945" y="73631"/>
                </a:lnTo>
                <a:lnTo>
                  <a:pt x="169023" y="74823"/>
                </a:lnTo>
                <a:lnTo>
                  <a:pt x="169093" y="76025"/>
                </a:lnTo>
                <a:lnTo>
                  <a:pt x="169153" y="77238"/>
                </a:lnTo>
                <a:lnTo>
                  <a:pt x="169204" y="78460"/>
                </a:lnTo>
                <a:lnTo>
                  <a:pt x="169245" y="79693"/>
                </a:lnTo>
                <a:lnTo>
                  <a:pt x="169278" y="80936"/>
                </a:lnTo>
                <a:lnTo>
                  <a:pt x="169301" y="82189"/>
                </a:lnTo>
                <a:lnTo>
                  <a:pt x="169315" y="83453"/>
                </a:lnTo>
                <a:lnTo>
                  <a:pt x="169319" y="84727"/>
                </a:lnTo>
                <a:lnTo>
                  <a:pt x="169319" y="85857"/>
                </a:lnTo>
                <a:lnTo>
                  <a:pt x="169315" y="87130"/>
                </a:lnTo>
                <a:lnTo>
                  <a:pt x="169302" y="88394"/>
                </a:lnTo>
                <a:lnTo>
                  <a:pt x="169280" y="89647"/>
                </a:lnTo>
                <a:lnTo>
                  <a:pt x="169250" y="90890"/>
                </a:lnTo>
                <a:lnTo>
                  <a:pt x="169211" y="92123"/>
                </a:lnTo>
                <a:lnTo>
                  <a:pt x="169163" y="93346"/>
                </a:lnTo>
                <a:lnTo>
                  <a:pt x="169106" y="94558"/>
                </a:lnTo>
                <a:lnTo>
                  <a:pt x="169041" y="95760"/>
                </a:lnTo>
                <a:lnTo>
                  <a:pt x="168967" y="96952"/>
                </a:lnTo>
                <a:lnTo>
                  <a:pt x="168885" y="98134"/>
                </a:lnTo>
                <a:lnTo>
                  <a:pt x="168794" y="99305"/>
                </a:lnTo>
                <a:lnTo>
                  <a:pt x="168694" y="100466"/>
                </a:lnTo>
                <a:lnTo>
                  <a:pt x="168585" y="101617"/>
                </a:lnTo>
                <a:lnTo>
                  <a:pt x="168468" y="102758"/>
                </a:lnTo>
                <a:lnTo>
                  <a:pt x="168342" y="103889"/>
                </a:lnTo>
                <a:lnTo>
                  <a:pt x="168207" y="105009"/>
                </a:lnTo>
                <a:lnTo>
                  <a:pt x="168064" y="106119"/>
                </a:lnTo>
                <a:lnTo>
                  <a:pt x="167912" y="107219"/>
                </a:lnTo>
                <a:lnTo>
                  <a:pt x="167751" y="108308"/>
                </a:lnTo>
                <a:lnTo>
                  <a:pt x="167581" y="109388"/>
                </a:lnTo>
                <a:lnTo>
                  <a:pt x="167403" y="110457"/>
                </a:lnTo>
                <a:lnTo>
                  <a:pt x="167216" y="111516"/>
                </a:lnTo>
                <a:lnTo>
                  <a:pt x="167021" y="112564"/>
                </a:lnTo>
                <a:lnTo>
                  <a:pt x="166817" y="113603"/>
                </a:lnTo>
                <a:lnTo>
                  <a:pt x="166605" y="114631"/>
                </a:lnTo>
                <a:lnTo>
                  <a:pt x="166388" y="115649"/>
                </a:lnTo>
                <a:lnTo>
                  <a:pt x="166166" y="116657"/>
                </a:lnTo>
                <a:lnTo>
                  <a:pt x="165938" y="117654"/>
                </a:lnTo>
                <a:lnTo>
                  <a:pt x="165704" y="118642"/>
                </a:lnTo>
                <a:lnTo>
                  <a:pt x="165464" y="119620"/>
                </a:lnTo>
                <a:lnTo>
                  <a:pt x="165219" y="120587"/>
                </a:lnTo>
                <a:lnTo>
                  <a:pt x="164969" y="121544"/>
                </a:lnTo>
                <a:lnTo>
                  <a:pt x="164713" y="122492"/>
                </a:lnTo>
                <a:lnTo>
                  <a:pt x="164451" y="123429"/>
                </a:lnTo>
                <a:lnTo>
                  <a:pt x="164183" y="124356"/>
                </a:lnTo>
                <a:lnTo>
                  <a:pt x="163910" y="125273"/>
                </a:lnTo>
                <a:lnTo>
                  <a:pt x="163632" y="126180"/>
                </a:lnTo>
                <a:lnTo>
                  <a:pt x="163348" y="127076"/>
                </a:lnTo>
                <a:lnTo>
                  <a:pt x="163058" y="127963"/>
                </a:lnTo>
                <a:lnTo>
                  <a:pt x="162762" y="128840"/>
                </a:lnTo>
                <a:lnTo>
                  <a:pt x="162461" y="129706"/>
                </a:lnTo>
                <a:lnTo>
                  <a:pt x="162155" y="130562"/>
                </a:lnTo>
                <a:lnTo>
                  <a:pt x="161842" y="131409"/>
                </a:lnTo>
                <a:lnTo>
                  <a:pt x="161524" y="132245"/>
                </a:lnTo>
                <a:lnTo>
                  <a:pt x="161201" y="133071"/>
                </a:lnTo>
                <a:lnTo>
                  <a:pt x="160872" y="133887"/>
                </a:lnTo>
                <a:lnTo>
                  <a:pt x="160537" y="134693"/>
                </a:lnTo>
                <a:lnTo>
                  <a:pt x="160197" y="135488"/>
                </a:lnTo>
                <a:lnTo>
                  <a:pt x="159852" y="136274"/>
                </a:lnTo>
                <a:lnTo>
                  <a:pt x="159506" y="137049"/>
                </a:lnTo>
                <a:lnTo>
                  <a:pt x="159156" y="137814"/>
                </a:lnTo>
                <a:lnTo>
                  <a:pt x="158804" y="138569"/>
                </a:lnTo>
                <a:lnTo>
                  <a:pt x="158450" y="139313"/>
                </a:lnTo>
                <a:lnTo>
                  <a:pt x="158093" y="140047"/>
                </a:lnTo>
                <a:lnTo>
                  <a:pt x="157733" y="140770"/>
                </a:lnTo>
                <a:lnTo>
                  <a:pt x="157371" y="141483"/>
                </a:lnTo>
                <a:lnTo>
                  <a:pt x="157007" y="142186"/>
                </a:lnTo>
                <a:lnTo>
                  <a:pt x="156640" y="142878"/>
                </a:lnTo>
                <a:lnTo>
                  <a:pt x="156270" y="143560"/>
                </a:lnTo>
                <a:lnTo>
                  <a:pt x="155898" y="144232"/>
                </a:lnTo>
                <a:lnTo>
                  <a:pt x="155523" y="144893"/>
                </a:lnTo>
                <a:lnTo>
                  <a:pt x="155146" y="145544"/>
                </a:lnTo>
                <a:lnTo>
                  <a:pt x="154766" y="146184"/>
                </a:lnTo>
                <a:lnTo>
                  <a:pt x="154384" y="146814"/>
                </a:lnTo>
                <a:lnTo>
                  <a:pt x="154000" y="147434"/>
                </a:lnTo>
                <a:lnTo>
                  <a:pt x="153612" y="148043"/>
                </a:lnTo>
                <a:lnTo>
                  <a:pt x="153222" y="148642"/>
                </a:lnTo>
                <a:lnTo>
                  <a:pt x="152830" y="149230"/>
                </a:lnTo>
                <a:lnTo>
                  <a:pt x="152435" y="149808"/>
                </a:lnTo>
                <a:lnTo>
                  <a:pt x="152038" y="150376"/>
                </a:lnTo>
                <a:lnTo>
                  <a:pt x="151638" y="150933"/>
                </a:lnTo>
                <a:lnTo>
                  <a:pt x="151236" y="151480"/>
                </a:lnTo>
                <a:lnTo>
                  <a:pt x="150832" y="152017"/>
                </a:lnTo>
                <a:lnTo>
                  <a:pt x="150429" y="152544"/>
                </a:lnTo>
                <a:lnTo>
                  <a:pt x="150026" y="153062"/>
                </a:lnTo>
                <a:lnTo>
                  <a:pt x="149623" y="153569"/>
                </a:lnTo>
                <a:lnTo>
                  <a:pt x="149221" y="154066"/>
                </a:lnTo>
                <a:lnTo>
                  <a:pt x="148819" y="154553"/>
                </a:lnTo>
                <a:lnTo>
                  <a:pt x="148417" y="155030"/>
                </a:lnTo>
                <a:lnTo>
                  <a:pt x="148016" y="155497"/>
                </a:lnTo>
                <a:lnTo>
                  <a:pt x="147614" y="155955"/>
                </a:lnTo>
                <a:lnTo>
                  <a:pt x="147213" y="156402"/>
                </a:lnTo>
                <a:lnTo>
                  <a:pt x="146813" y="156839"/>
                </a:lnTo>
                <a:lnTo>
                  <a:pt x="146412" y="157267"/>
                </a:lnTo>
                <a:lnTo>
                  <a:pt x="146012" y="157684"/>
                </a:lnTo>
                <a:lnTo>
                  <a:pt x="145612" y="158091"/>
                </a:lnTo>
                <a:lnTo>
                  <a:pt x="145213" y="158489"/>
                </a:lnTo>
                <a:lnTo>
                  <a:pt x="144813" y="158876"/>
                </a:lnTo>
                <a:lnTo>
                  <a:pt x="144414" y="159254"/>
                </a:lnTo>
                <a:lnTo>
                  <a:pt x="144015" y="159621"/>
                </a:lnTo>
                <a:lnTo>
                  <a:pt x="143617" y="159979"/>
                </a:lnTo>
                <a:lnTo>
                  <a:pt x="143219" y="160326"/>
                </a:lnTo>
                <a:lnTo>
                  <a:pt x="142821" y="160664"/>
                </a:lnTo>
                <a:lnTo>
                  <a:pt x="142423" y="160992"/>
                </a:lnTo>
                <a:lnTo>
                  <a:pt x="142026" y="161309"/>
                </a:lnTo>
                <a:lnTo>
                  <a:pt x="141629" y="161617"/>
                </a:lnTo>
                <a:lnTo>
                  <a:pt x="144777" y="170664"/>
                </a:lnTo>
                <a:lnTo>
                  <a:pt x="145257" y="170395"/>
                </a:lnTo>
                <a:lnTo>
                  <a:pt x="145740" y="170112"/>
                </a:lnTo>
                <a:lnTo>
                  <a:pt x="146227" y="169815"/>
                </a:lnTo>
                <a:lnTo>
                  <a:pt x="146717" y="169505"/>
                </a:lnTo>
                <a:lnTo>
                  <a:pt x="147211" y="169181"/>
                </a:lnTo>
                <a:lnTo>
                  <a:pt x="147709" y="168844"/>
                </a:lnTo>
                <a:lnTo>
                  <a:pt x="148210" y="168493"/>
                </a:lnTo>
                <a:lnTo>
                  <a:pt x="148715" y="168128"/>
                </a:lnTo>
                <a:lnTo>
                  <a:pt x="149224" y="167750"/>
                </a:lnTo>
                <a:lnTo>
                  <a:pt x="149736" y="167358"/>
                </a:lnTo>
                <a:lnTo>
                  <a:pt x="150252" y="166953"/>
                </a:lnTo>
                <a:lnTo>
                  <a:pt x="150772" y="166534"/>
                </a:lnTo>
                <a:lnTo>
                  <a:pt x="151295" y="166102"/>
                </a:lnTo>
                <a:lnTo>
                  <a:pt x="151822" y="165655"/>
                </a:lnTo>
                <a:lnTo>
                  <a:pt x="152352" y="165196"/>
                </a:lnTo>
                <a:lnTo>
                  <a:pt x="152886" y="164722"/>
                </a:lnTo>
                <a:lnTo>
                  <a:pt x="153424" y="164236"/>
                </a:lnTo>
                <a:lnTo>
                  <a:pt x="153965" y="163735"/>
                </a:lnTo>
                <a:lnTo>
                  <a:pt x="154511" y="163221"/>
                </a:lnTo>
                <a:lnTo>
                  <a:pt x="155059" y="162693"/>
                </a:lnTo>
                <a:lnTo>
                  <a:pt x="155612" y="162152"/>
                </a:lnTo>
                <a:lnTo>
                  <a:pt x="156168" y="161597"/>
                </a:lnTo>
                <a:lnTo>
                  <a:pt x="156727" y="161029"/>
                </a:lnTo>
                <a:lnTo>
                  <a:pt x="157291" y="160447"/>
                </a:lnTo>
                <a:lnTo>
                  <a:pt x="157855" y="159851"/>
                </a:lnTo>
                <a:lnTo>
                  <a:pt x="158416" y="159244"/>
                </a:lnTo>
                <a:lnTo>
                  <a:pt x="158976" y="158623"/>
                </a:lnTo>
                <a:lnTo>
                  <a:pt x="159533" y="157990"/>
                </a:lnTo>
                <a:lnTo>
                  <a:pt x="160088" y="157344"/>
                </a:lnTo>
                <a:lnTo>
                  <a:pt x="160641" y="156686"/>
                </a:lnTo>
                <a:lnTo>
                  <a:pt x="161191" y="156015"/>
                </a:lnTo>
                <a:lnTo>
                  <a:pt x="161740" y="155332"/>
                </a:lnTo>
                <a:lnTo>
                  <a:pt x="162286" y="154636"/>
                </a:lnTo>
                <a:lnTo>
                  <a:pt x="162830" y="153927"/>
                </a:lnTo>
                <a:lnTo>
                  <a:pt x="163371" y="153205"/>
                </a:lnTo>
                <a:lnTo>
                  <a:pt x="163910" y="152471"/>
                </a:lnTo>
                <a:lnTo>
                  <a:pt x="164448" y="151725"/>
                </a:lnTo>
                <a:lnTo>
                  <a:pt x="164982" y="150965"/>
                </a:lnTo>
                <a:lnTo>
                  <a:pt x="165515" y="150193"/>
                </a:lnTo>
                <a:lnTo>
                  <a:pt x="166045" y="149409"/>
                </a:lnTo>
                <a:lnTo>
                  <a:pt x="166573" y="148612"/>
                </a:lnTo>
                <a:lnTo>
                  <a:pt x="167099" y="147802"/>
                </a:lnTo>
                <a:lnTo>
                  <a:pt x="167623" y="146980"/>
                </a:lnTo>
                <a:lnTo>
                  <a:pt x="168144" y="146145"/>
                </a:lnTo>
                <a:lnTo>
                  <a:pt x="168663" y="145297"/>
                </a:lnTo>
                <a:lnTo>
                  <a:pt x="169180" y="144437"/>
                </a:lnTo>
                <a:lnTo>
                  <a:pt x="169695" y="143564"/>
                </a:lnTo>
                <a:lnTo>
                  <a:pt x="170207" y="142678"/>
                </a:lnTo>
                <a:lnTo>
                  <a:pt x="170715" y="141780"/>
                </a:lnTo>
                <a:lnTo>
                  <a:pt x="171215" y="140870"/>
                </a:lnTo>
                <a:lnTo>
                  <a:pt x="171707" y="139947"/>
                </a:lnTo>
                <a:lnTo>
                  <a:pt x="172192" y="139011"/>
                </a:lnTo>
                <a:lnTo>
                  <a:pt x="172669" y="138063"/>
                </a:lnTo>
                <a:lnTo>
                  <a:pt x="173139" y="137103"/>
                </a:lnTo>
                <a:lnTo>
                  <a:pt x="173601" y="136130"/>
                </a:lnTo>
                <a:lnTo>
                  <a:pt x="174056" y="135144"/>
                </a:lnTo>
                <a:lnTo>
                  <a:pt x="174503" y="134146"/>
                </a:lnTo>
                <a:lnTo>
                  <a:pt x="174942" y="133136"/>
                </a:lnTo>
                <a:lnTo>
                  <a:pt x="175374" y="132113"/>
                </a:lnTo>
                <a:lnTo>
                  <a:pt x="175798" y="131078"/>
                </a:lnTo>
                <a:lnTo>
                  <a:pt x="176215" y="130030"/>
                </a:lnTo>
                <a:lnTo>
                  <a:pt x="176624" y="128970"/>
                </a:lnTo>
                <a:lnTo>
                  <a:pt x="177025" y="127897"/>
                </a:lnTo>
                <a:lnTo>
                  <a:pt x="177419" y="126811"/>
                </a:lnTo>
                <a:lnTo>
                  <a:pt x="177806" y="125714"/>
                </a:lnTo>
                <a:lnTo>
                  <a:pt x="178185" y="124603"/>
                </a:lnTo>
                <a:lnTo>
                  <a:pt x="178556" y="123481"/>
                </a:lnTo>
                <a:lnTo>
                  <a:pt x="178920" y="122345"/>
                </a:lnTo>
                <a:lnTo>
                  <a:pt x="179276" y="121198"/>
                </a:lnTo>
                <a:lnTo>
                  <a:pt x="179624" y="120037"/>
                </a:lnTo>
                <a:lnTo>
                  <a:pt x="179965" y="118865"/>
                </a:lnTo>
                <a:lnTo>
                  <a:pt x="180299" y="117680"/>
                </a:lnTo>
                <a:lnTo>
                  <a:pt x="180621" y="116482"/>
                </a:lnTo>
                <a:lnTo>
                  <a:pt x="180931" y="115273"/>
                </a:lnTo>
                <a:lnTo>
                  <a:pt x="181226" y="114052"/>
                </a:lnTo>
                <a:lnTo>
                  <a:pt x="181507" y="112820"/>
                </a:lnTo>
                <a:lnTo>
                  <a:pt x="181775" y="111575"/>
                </a:lnTo>
                <a:lnTo>
                  <a:pt x="182029" y="110319"/>
                </a:lnTo>
                <a:lnTo>
                  <a:pt x="182270" y="109051"/>
                </a:lnTo>
                <a:lnTo>
                  <a:pt x="182496" y="107772"/>
                </a:lnTo>
                <a:lnTo>
                  <a:pt x="182709" y="106480"/>
                </a:lnTo>
                <a:lnTo>
                  <a:pt x="182908" y="105177"/>
                </a:lnTo>
                <a:lnTo>
                  <a:pt x="183094" y="103862"/>
                </a:lnTo>
                <a:lnTo>
                  <a:pt x="183266" y="102535"/>
                </a:lnTo>
                <a:lnTo>
                  <a:pt x="183423" y="101197"/>
                </a:lnTo>
                <a:lnTo>
                  <a:pt x="183568" y="99846"/>
                </a:lnTo>
                <a:lnTo>
                  <a:pt x="183698" y="98484"/>
                </a:lnTo>
                <a:lnTo>
                  <a:pt x="183815" y="97110"/>
                </a:lnTo>
                <a:lnTo>
                  <a:pt x="183918" y="95725"/>
                </a:lnTo>
                <a:lnTo>
                  <a:pt x="184007" y="94327"/>
                </a:lnTo>
                <a:lnTo>
                  <a:pt x="184083" y="92918"/>
                </a:lnTo>
                <a:lnTo>
                  <a:pt x="184145" y="91497"/>
                </a:lnTo>
                <a:lnTo>
                  <a:pt x="184193" y="90064"/>
                </a:lnTo>
                <a:lnTo>
                  <a:pt x="184227" y="88620"/>
                </a:lnTo>
                <a:lnTo>
                  <a:pt x="184248" y="87163"/>
                </a:lnTo>
                <a:lnTo>
                  <a:pt x="184254" y="85695"/>
                </a:lnTo>
                <a:lnTo>
                  <a:pt x="184254" y="84888"/>
                </a:lnTo>
                <a:lnTo>
                  <a:pt x="184248" y="83427"/>
                </a:lnTo>
                <a:lnTo>
                  <a:pt x="184227" y="81977"/>
                </a:lnTo>
                <a:lnTo>
                  <a:pt x="184193" y="80539"/>
                </a:lnTo>
                <a:lnTo>
                  <a:pt x="184145" y="79112"/>
                </a:lnTo>
                <a:lnTo>
                  <a:pt x="184083" y="77697"/>
                </a:lnTo>
                <a:lnTo>
                  <a:pt x="184007" y="76294"/>
                </a:lnTo>
                <a:close/>
                <a:moveTo>
                  <a:pt x="479258" y="45370"/>
                </a:moveTo>
                <a:lnTo>
                  <a:pt x="479258" y="132721"/>
                </a:lnTo>
                <a:lnTo>
                  <a:pt x="494274" y="132721"/>
                </a:lnTo>
                <a:lnTo>
                  <a:pt x="494274" y="45370"/>
                </a:lnTo>
                <a:lnTo>
                  <a:pt x="479258" y="45370"/>
                </a:lnTo>
                <a:close/>
                <a:moveTo>
                  <a:pt x="1113523" y="56834"/>
                </a:moveTo>
                <a:lnTo>
                  <a:pt x="1129508" y="56834"/>
                </a:lnTo>
                <a:lnTo>
                  <a:pt x="1129508" y="110987"/>
                </a:lnTo>
                <a:lnTo>
                  <a:pt x="1129512" y="111708"/>
                </a:lnTo>
                <a:lnTo>
                  <a:pt x="1129527" y="112416"/>
                </a:lnTo>
                <a:lnTo>
                  <a:pt x="1129550" y="113112"/>
                </a:lnTo>
                <a:lnTo>
                  <a:pt x="1129583" y="113796"/>
                </a:lnTo>
                <a:lnTo>
                  <a:pt x="1129625" y="114467"/>
                </a:lnTo>
                <a:lnTo>
                  <a:pt x="1129677" y="115125"/>
                </a:lnTo>
                <a:lnTo>
                  <a:pt x="1129738" y="115771"/>
                </a:lnTo>
                <a:lnTo>
                  <a:pt x="1129808" y="116405"/>
                </a:lnTo>
                <a:lnTo>
                  <a:pt x="1129888" y="117026"/>
                </a:lnTo>
                <a:lnTo>
                  <a:pt x="1129977" y="117635"/>
                </a:lnTo>
                <a:lnTo>
                  <a:pt x="1130076" y="118231"/>
                </a:lnTo>
                <a:lnTo>
                  <a:pt x="1130184" y="118814"/>
                </a:lnTo>
                <a:lnTo>
                  <a:pt x="1130301" y="119385"/>
                </a:lnTo>
                <a:lnTo>
                  <a:pt x="1130428" y="119944"/>
                </a:lnTo>
                <a:lnTo>
                  <a:pt x="1130564" y="120490"/>
                </a:lnTo>
                <a:lnTo>
                  <a:pt x="1130710" y="121024"/>
                </a:lnTo>
                <a:lnTo>
                  <a:pt x="1130865" y="121545"/>
                </a:lnTo>
                <a:lnTo>
                  <a:pt x="1131029" y="122054"/>
                </a:lnTo>
                <a:lnTo>
                  <a:pt x="1131203" y="122550"/>
                </a:lnTo>
                <a:lnTo>
                  <a:pt x="1131386" y="123034"/>
                </a:lnTo>
                <a:lnTo>
                  <a:pt x="1131578" y="123505"/>
                </a:lnTo>
                <a:lnTo>
                  <a:pt x="1131780" y="123964"/>
                </a:lnTo>
                <a:lnTo>
                  <a:pt x="1131992" y="124411"/>
                </a:lnTo>
                <a:lnTo>
                  <a:pt x="1132212" y="124844"/>
                </a:lnTo>
                <a:lnTo>
                  <a:pt x="1132441" y="125267"/>
                </a:lnTo>
                <a:lnTo>
                  <a:pt x="1132676" y="125679"/>
                </a:lnTo>
                <a:lnTo>
                  <a:pt x="1132918" y="126081"/>
                </a:lnTo>
                <a:lnTo>
                  <a:pt x="1133166" y="126472"/>
                </a:lnTo>
                <a:lnTo>
                  <a:pt x="1133421" y="126854"/>
                </a:lnTo>
                <a:lnTo>
                  <a:pt x="1133683" y="127225"/>
                </a:lnTo>
                <a:lnTo>
                  <a:pt x="1133951" y="127586"/>
                </a:lnTo>
                <a:lnTo>
                  <a:pt x="1134226" y="127936"/>
                </a:lnTo>
                <a:lnTo>
                  <a:pt x="1134507" y="128277"/>
                </a:lnTo>
                <a:lnTo>
                  <a:pt x="1134795" y="128607"/>
                </a:lnTo>
                <a:lnTo>
                  <a:pt x="1135090" y="128927"/>
                </a:lnTo>
                <a:lnTo>
                  <a:pt x="1135391" y="129237"/>
                </a:lnTo>
                <a:lnTo>
                  <a:pt x="1135699" y="129536"/>
                </a:lnTo>
                <a:lnTo>
                  <a:pt x="1136013" y="129826"/>
                </a:lnTo>
                <a:lnTo>
                  <a:pt x="1136334" y="130105"/>
                </a:lnTo>
                <a:lnTo>
                  <a:pt x="1136661" y="130373"/>
                </a:lnTo>
                <a:lnTo>
                  <a:pt x="1136995" y="130632"/>
                </a:lnTo>
                <a:lnTo>
                  <a:pt x="1137336" y="130880"/>
                </a:lnTo>
                <a:lnTo>
                  <a:pt x="1137683" y="131118"/>
                </a:lnTo>
                <a:lnTo>
                  <a:pt x="1138037" y="131346"/>
                </a:lnTo>
                <a:lnTo>
                  <a:pt x="1138398" y="131564"/>
                </a:lnTo>
                <a:lnTo>
                  <a:pt x="1138765" y="131771"/>
                </a:lnTo>
                <a:lnTo>
                  <a:pt x="1139138" y="131969"/>
                </a:lnTo>
                <a:lnTo>
                  <a:pt x="1139518" y="132156"/>
                </a:lnTo>
                <a:lnTo>
                  <a:pt x="1139903" y="132333"/>
                </a:lnTo>
                <a:lnTo>
                  <a:pt x="1140291" y="132504"/>
                </a:lnTo>
                <a:lnTo>
                  <a:pt x="1140683" y="132666"/>
                </a:lnTo>
                <a:lnTo>
                  <a:pt x="1141077" y="132822"/>
                </a:lnTo>
                <a:lnTo>
                  <a:pt x="1141474" y="132969"/>
                </a:lnTo>
                <a:lnTo>
                  <a:pt x="1141875" y="133109"/>
                </a:lnTo>
                <a:lnTo>
                  <a:pt x="1142278" y="133242"/>
                </a:lnTo>
                <a:lnTo>
                  <a:pt x="1142685" y="133367"/>
                </a:lnTo>
                <a:lnTo>
                  <a:pt x="1143094" y="133484"/>
                </a:lnTo>
                <a:lnTo>
                  <a:pt x="1143507" y="133594"/>
                </a:lnTo>
                <a:lnTo>
                  <a:pt x="1143923" y="133696"/>
                </a:lnTo>
                <a:lnTo>
                  <a:pt x="1144342" y="133790"/>
                </a:lnTo>
                <a:lnTo>
                  <a:pt x="1144764" y="133877"/>
                </a:lnTo>
                <a:lnTo>
                  <a:pt x="1145189" y="133957"/>
                </a:lnTo>
                <a:lnTo>
                  <a:pt x="1145617" y="134029"/>
                </a:lnTo>
                <a:lnTo>
                  <a:pt x="1146049" y="134093"/>
                </a:lnTo>
                <a:lnTo>
                  <a:pt x="1146483" y="134150"/>
                </a:lnTo>
                <a:lnTo>
                  <a:pt x="1146920" y="134199"/>
                </a:lnTo>
                <a:lnTo>
                  <a:pt x="1147361" y="134241"/>
                </a:lnTo>
                <a:lnTo>
                  <a:pt x="1147804" y="134275"/>
                </a:lnTo>
                <a:lnTo>
                  <a:pt x="1148251" y="134301"/>
                </a:lnTo>
                <a:lnTo>
                  <a:pt x="1148701" y="134320"/>
                </a:lnTo>
                <a:lnTo>
                  <a:pt x="1149154" y="134332"/>
                </a:lnTo>
                <a:lnTo>
                  <a:pt x="1149610" y="134335"/>
                </a:lnTo>
                <a:lnTo>
                  <a:pt x="1149944" y="134334"/>
                </a:lnTo>
                <a:lnTo>
                  <a:pt x="1150274" y="134332"/>
                </a:lnTo>
                <a:lnTo>
                  <a:pt x="1150600" y="134327"/>
                </a:lnTo>
                <a:lnTo>
                  <a:pt x="1150923" y="134321"/>
                </a:lnTo>
                <a:lnTo>
                  <a:pt x="1151241" y="134313"/>
                </a:lnTo>
                <a:lnTo>
                  <a:pt x="1151555" y="134303"/>
                </a:lnTo>
                <a:lnTo>
                  <a:pt x="1151865" y="134291"/>
                </a:lnTo>
                <a:lnTo>
                  <a:pt x="1152171" y="134277"/>
                </a:lnTo>
                <a:lnTo>
                  <a:pt x="1152472" y="134262"/>
                </a:lnTo>
                <a:lnTo>
                  <a:pt x="1152770" y="134244"/>
                </a:lnTo>
                <a:lnTo>
                  <a:pt x="1153064" y="134225"/>
                </a:lnTo>
                <a:lnTo>
                  <a:pt x="1153353" y="134204"/>
                </a:lnTo>
                <a:lnTo>
                  <a:pt x="1153639" y="134181"/>
                </a:lnTo>
                <a:lnTo>
                  <a:pt x="1153921" y="134157"/>
                </a:lnTo>
                <a:lnTo>
                  <a:pt x="1154198" y="134130"/>
                </a:lnTo>
                <a:lnTo>
                  <a:pt x="1154471" y="134102"/>
                </a:lnTo>
                <a:lnTo>
                  <a:pt x="1154741" y="134072"/>
                </a:lnTo>
                <a:lnTo>
                  <a:pt x="1155006" y="134040"/>
                </a:lnTo>
                <a:lnTo>
                  <a:pt x="1155267" y="134006"/>
                </a:lnTo>
                <a:lnTo>
                  <a:pt x="1155524" y="133971"/>
                </a:lnTo>
                <a:lnTo>
                  <a:pt x="1155777" y="133934"/>
                </a:lnTo>
                <a:lnTo>
                  <a:pt x="1156026" y="133894"/>
                </a:lnTo>
                <a:lnTo>
                  <a:pt x="1156271" y="133853"/>
                </a:lnTo>
                <a:lnTo>
                  <a:pt x="1156512" y="133811"/>
                </a:lnTo>
                <a:lnTo>
                  <a:pt x="1156749" y="133767"/>
                </a:lnTo>
                <a:lnTo>
                  <a:pt x="1156982" y="133723"/>
                </a:lnTo>
                <a:lnTo>
                  <a:pt x="1157212" y="133679"/>
                </a:lnTo>
                <a:lnTo>
                  <a:pt x="1157437" y="133635"/>
                </a:lnTo>
                <a:lnTo>
                  <a:pt x="1157659" y="133590"/>
                </a:lnTo>
                <a:lnTo>
                  <a:pt x="1157877" y="133546"/>
                </a:lnTo>
                <a:lnTo>
                  <a:pt x="1158091" y="133501"/>
                </a:lnTo>
                <a:lnTo>
                  <a:pt x="1158302" y="133456"/>
                </a:lnTo>
                <a:lnTo>
                  <a:pt x="1158508" y="133411"/>
                </a:lnTo>
                <a:lnTo>
                  <a:pt x="1158711" y="133366"/>
                </a:lnTo>
                <a:lnTo>
                  <a:pt x="1158910" y="133321"/>
                </a:lnTo>
                <a:lnTo>
                  <a:pt x="1159106" y="133276"/>
                </a:lnTo>
                <a:lnTo>
                  <a:pt x="1159297" y="133230"/>
                </a:lnTo>
                <a:lnTo>
                  <a:pt x="1159485" y="133185"/>
                </a:lnTo>
                <a:lnTo>
                  <a:pt x="1159669" y="133139"/>
                </a:lnTo>
                <a:lnTo>
                  <a:pt x="1159849" y="133093"/>
                </a:lnTo>
                <a:lnTo>
                  <a:pt x="1160025" y="133047"/>
                </a:lnTo>
                <a:lnTo>
                  <a:pt x="1160198" y="133001"/>
                </a:lnTo>
                <a:lnTo>
                  <a:pt x="1160367" y="132954"/>
                </a:lnTo>
                <a:lnTo>
                  <a:pt x="1160532" y="132908"/>
                </a:lnTo>
                <a:lnTo>
                  <a:pt x="1160693" y="132861"/>
                </a:lnTo>
                <a:lnTo>
                  <a:pt x="1160850" y="132815"/>
                </a:lnTo>
                <a:lnTo>
                  <a:pt x="1161004" y="132768"/>
                </a:lnTo>
                <a:lnTo>
                  <a:pt x="1161154" y="132721"/>
                </a:lnTo>
                <a:lnTo>
                  <a:pt x="1161073" y="120530"/>
                </a:lnTo>
                <a:lnTo>
                  <a:pt x="1160984" y="120551"/>
                </a:lnTo>
                <a:lnTo>
                  <a:pt x="1160891" y="120572"/>
                </a:lnTo>
                <a:lnTo>
                  <a:pt x="1160795" y="120593"/>
                </a:lnTo>
                <a:lnTo>
                  <a:pt x="1160695" y="120615"/>
                </a:lnTo>
                <a:lnTo>
                  <a:pt x="1160592" y="120637"/>
                </a:lnTo>
                <a:lnTo>
                  <a:pt x="1160486" y="120659"/>
                </a:lnTo>
                <a:lnTo>
                  <a:pt x="1160375" y="120682"/>
                </a:lnTo>
                <a:lnTo>
                  <a:pt x="1160262" y="120705"/>
                </a:lnTo>
                <a:lnTo>
                  <a:pt x="1160144" y="120729"/>
                </a:lnTo>
                <a:lnTo>
                  <a:pt x="1160024" y="120753"/>
                </a:lnTo>
                <a:lnTo>
                  <a:pt x="1159899" y="120778"/>
                </a:lnTo>
                <a:lnTo>
                  <a:pt x="1159772" y="120803"/>
                </a:lnTo>
                <a:lnTo>
                  <a:pt x="1159640" y="120828"/>
                </a:lnTo>
                <a:lnTo>
                  <a:pt x="1159506" y="120854"/>
                </a:lnTo>
                <a:lnTo>
                  <a:pt x="1159367" y="120880"/>
                </a:lnTo>
                <a:lnTo>
                  <a:pt x="1159225" y="120907"/>
                </a:lnTo>
                <a:lnTo>
                  <a:pt x="1159080" y="120934"/>
                </a:lnTo>
                <a:lnTo>
                  <a:pt x="1158931" y="120962"/>
                </a:lnTo>
                <a:lnTo>
                  <a:pt x="1158779" y="120990"/>
                </a:lnTo>
                <a:lnTo>
                  <a:pt x="1158623" y="121018"/>
                </a:lnTo>
                <a:lnTo>
                  <a:pt x="1158464" y="121047"/>
                </a:lnTo>
                <a:lnTo>
                  <a:pt x="1158301" y="121076"/>
                </a:lnTo>
                <a:lnTo>
                  <a:pt x="1158135" y="121106"/>
                </a:lnTo>
                <a:lnTo>
                  <a:pt x="1157965" y="121136"/>
                </a:lnTo>
                <a:lnTo>
                  <a:pt x="1157794" y="121166"/>
                </a:lnTo>
                <a:lnTo>
                  <a:pt x="1157624" y="121194"/>
                </a:lnTo>
                <a:lnTo>
                  <a:pt x="1157454" y="121221"/>
                </a:lnTo>
                <a:lnTo>
                  <a:pt x="1157285" y="121247"/>
                </a:lnTo>
                <a:lnTo>
                  <a:pt x="1157116" y="121272"/>
                </a:lnTo>
                <a:lnTo>
                  <a:pt x="1156949" y="121295"/>
                </a:lnTo>
                <a:lnTo>
                  <a:pt x="1156782" y="121317"/>
                </a:lnTo>
                <a:lnTo>
                  <a:pt x="1156615" y="121338"/>
                </a:lnTo>
                <a:lnTo>
                  <a:pt x="1156450" y="121357"/>
                </a:lnTo>
                <a:lnTo>
                  <a:pt x="1156285" y="121376"/>
                </a:lnTo>
                <a:lnTo>
                  <a:pt x="1156121" y="121393"/>
                </a:lnTo>
                <a:lnTo>
                  <a:pt x="1155957" y="121408"/>
                </a:lnTo>
                <a:lnTo>
                  <a:pt x="1155794" y="121423"/>
                </a:lnTo>
                <a:lnTo>
                  <a:pt x="1155632" y="121436"/>
                </a:lnTo>
                <a:lnTo>
                  <a:pt x="1155471" y="121448"/>
                </a:lnTo>
                <a:lnTo>
                  <a:pt x="1155310" y="121459"/>
                </a:lnTo>
                <a:lnTo>
                  <a:pt x="1155150" y="121468"/>
                </a:lnTo>
                <a:lnTo>
                  <a:pt x="1154991" y="121477"/>
                </a:lnTo>
                <a:lnTo>
                  <a:pt x="1154832" y="121483"/>
                </a:lnTo>
                <a:lnTo>
                  <a:pt x="1154674" y="121489"/>
                </a:lnTo>
                <a:lnTo>
                  <a:pt x="1154517" y="121494"/>
                </a:lnTo>
                <a:lnTo>
                  <a:pt x="1154361" y="121497"/>
                </a:lnTo>
                <a:lnTo>
                  <a:pt x="1154205" y="121499"/>
                </a:lnTo>
                <a:lnTo>
                  <a:pt x="1154050" y="121499"/>
                </a:lnTo>
                <a:lnTo>
                  <a:pt x="1153842" y="121498"/>
                </a:lnTo>
                <a:lnTo>
                  <a:pt x="1153635" y="121494"/>
                </a:lnTo>
                <a:lnTo>
                  <a:pt x="1153429" y="121488"/>
                </a:lnTo>
                <a:lnTo>
                  <a:pt x="1153225" y="121479"/>
                </a:lnTo>
                <a:lnTo>
                  <a:pt x="1153021" y="121468"/>
                </a:lnTo>
                <a:lnTo>
                  <a:pt x="1152819" y="121454"/>
                </a:lnTo>
                <a:lnTo>
                  <a:pt x="1152617" y="121437"/>
                </a:lnTo>
                <a:lnTo>
                  <a:pt x="1152417" y="121418"/>
                </a:lnTo>
                <a:lnTo>
                  <a:pt x="1152218" y="121397"/>
                </a:lnTo>
                <a:lnTo>
                  <a:pt x="1152020" y="121373"/>
                </a:lnTo>
                <a:lnTo>
                  <a:pt x="1151824" y="121347"/>
                </a:lnTo>
                <a:lnTo>
                  <a:pt x="1151628" y="121318"/>
                </a:lnTo>
                <a:lnTo>
                  <a:pt x="1151433" y="121286"/>
                </a:lnTo>
                <a:lnTo>
                  <a:pt x="1151240" y="121252"/>
                </a:lnTo>
                <a:lnTo>
                  <a:pt x="1151048" y="121215"/>
                </a:lnTo>
                <a:lnTo>
                  <a:pt x="1150856" y="121176"/>
                </a:lnTo>
                <a:lnTo>
                  <a:pt x="1150666" y="121135"/>
                </a:lnTo>
                <a:lnTo>
                  <a:pt x="1150477" y="121091"/>
                </a:lnTo>
                <a:lnTo>
                  <a:pt x="1150290" y="121044"/>
                </a:lnTo>
                <a:lnTo>
                  <a:pt x="1150103" y="120995"/>
                </a:lnTo>
                <a:lnTo>
                  <a:pt x="1149917" y="120943"/>
                </a:lnTo>
                <a:lnTo>
                  <a:pt x="1149733" y="120889"/>
                </a:lnTo>
                <a:lnTo>
                  <a:pt x="1149550" y="120832"/>
                </a:lnTo>
                <a:lnTo>
                  <a:pt x="1149367" y="120773"/>
                </a:lnTo>
                <a:lnTo>
                  <a:pt x="1149187" y="120709"/>
                </a:lnTo>
                <a:lnTo>
                  <a:pt x="1149010" y="120641"/>
                </a:lnTo>
                <a:lnTo>
                  <a:pt x="1148835" y="120567"/>
                </a:lnTo>
                <a:lnTo>
                  <a:pt x="1148663" y="120488"/>
                </a:lnTo>
                <a:lnTo>
                  <a:pt x="1148494" y="120403"/>
                </a:lnTo>
                <a:lnTo>
                  <a:pt x="1148328" y="120313"/>
                </a:lnTo>
                <a:lnTo>
                  <a:pt x="1148165" y="120218"/>
                </a:lnTo>
                <a:lnTo>
                  <a:pt x="1148004" y="120118"/>
                </a:lnTo>
                <a:lnTo>
                  <a:pt x="1147846" y="120012"/>
                </a:lnTo>
                <a:lnTo>
                  <a:pt x="1147691" y="119900"/>
                </a:lnTo>
                <a:lnTo>
                  <a:pt x="1147539" y="119784"/>
                </a:lnTo>
                <a:lnTo>
                  <a:pt x="1147390" y="119662"/>
                </a:lnTo>
                <a:lnTo>
                  <a:pt x="1147243" y="119535"/>
                </a:lnTo>
                <a:lnTo>
                  <a:pt x="1147099" y="119402"/>
                </a:lnTo>
                <a:lnTo>
                  <a:pt x="1146958" y="119264"/>
                </a:lnTo>
                <a:lnTo>
                  <a:pt x="1146820" y="119121"/>
                </a:lnTo>
                <a:lnTo>
                  <a:pt x="1146685" y="118972"/>
                </a:lnTo>
                <a:lnTo>
                  <a:pt x="1146552" y="118819"/>
                </a:lnTo>
                <a:lnTo>
                  <a:pt x="1146422" y="118659"/>
                </a:lnTo>
                <a:lnTo>
                  <a:pt x="1146295" y="118495"/>
                </a:lnTo>
                <a:lnTo>
                  <a:pt x="1146171" y="118325"/>
                </a:lnTo>
                <a:lnTo>
                  <a:pt x="1146050" y="118150"/>
                </a:lnTo>
                <a:lnTo>
                  <a:pt x="1145931" y="117969"/>
                </a:lnTo>
                <a:lnTo>
                  <a:pt x="1145815" y="117783"/>
                </a:lnTo>
                <a:lnTo>
                  <a:pt x="1145703" y="117591"/>
                </a:lnTo>
                <a:lnTo>
                  <a:pt x="1145596" y="117391"/>
                </a:lnTo>
                <a:lnTo>
                  <a:pt x="1145494" y="117183"/>
                </a:lnTo>
                <a:lnTo>
                  <a:pt x="1145396" y="116968"/>
                </a:lnTo>
                <a:lnTo>
                  <a:pt x="1145303" y="116746"/>
                </a:lnTo>
                <a:lnTo>
                  <a:pt x="1145215" y="116515"/>
                </a:lnTo>
                <a:lnTo>
                  <a:pt x="1145131" y="116278"/>
                </a:lnTo>
                <a:lnTo>
                  <a:pt x="1145053" y="116032"/>
                </a:lnTo>
                <a:lnTo>
                  <a:pt x="1144979" y="115779"/>
                </a:lnTo>
                <a:lnTo>
                  <a:pt x="1144910" y="115519"/>
                </a:lnTo>
                <a:lnTo>
                  <a:pt x="1144846" y="115251"/>
                </a:lnTo>
                <a:lnTo>
                  <a:pt x="1144786" y="114975"/>
                </a:lnTo>
                <a:lnTo>
                  <a:pt x="1144731" y="114692"/>
                </a:lnTo>
                <a:lnTo>
                  <a:pt x="1144681" y="114401"/>
                </a:lnTo>
                <a:lnTo>
                  <a:pt x="1144636" y="114103"/>
                </a:lnTo>
                <a:lnTo>
                  <a:pt x="1144595" y="113797"/>
                </a:lnTo>
                <a:lnTo>
                  <a:pt x="1144560" y="113484"/>
                </a:lnTo>
                <a:lnTo>
                  <a:pt x="1144529" y="113163"/>
                </a:lnTo>
                <a:lnTo>
                  <a:pt x="1144502" y="112834"/>
                </a:lnTo>
                <a:lnTo>
                  <a:pt x="1144481" y="112498"/>
                </a:lnTo>
                <a:lnTo>
                  <a:pt x="1144464" y="112154"/>
                </a:lnTo>
                <a:lnTo>
                  <a:pt x="1144452" y="111803"/>
                </a:lnTo>
                <a:lnTo>
                  <a:pt x="1144445" y="111444"/>
                </a:lnTo>
                <a:lnTo>
                  <a:pt x="1144443" y="111077"/>
                </a:lnTo>
                <a:lnTo>
                  <a:pt x="1144443" y="56834"/>
                </a:lnTo>
                <a:lnTo>
                  <a:pt x="1160750" y="56834"/>
                </a:lnTo>
                <a:lnTo>
                  <a:pt x="1160750" y="45370"/>
                </a:lnTo>
                <a:lnTo>
                  <a:pt x="1144443" y="45370"/>
                </a:lnTo>
                <a:lnTo>
                  <a:pt x="1144443" y="24058"/>
                </a:lnTo>
                <a:lnTo>
                  <a:pt x="1129508" y="24058"/>
                </a:lnTo>
                <a:lnTo>
                  <a:pt x="1129508" y="45370"/>
                </a:lnTo>
                <a:lnTo>
                  <a:pt x="1113523" y="45370"/>
                </a:lnTo>
                <a:lnTo>
                  <a:pt x="1113523" y="56834"/>
                </a:lnTo>
                <a:close/>
                <a:moveTo>
                  <a:pt x="906789" y="98601"/>
                </a:moveTo>
                <a:lnTo>
                  <a:pt x="906649" y="99245"/>
                </a:lnTo>
                <a:lnTo>
                  <a:pt x="906502" y="99880"/>
                </a:lnTo>
                <a:lnTo>
                  <a:pt x="906349" y="100507"/>
                </a:lnTo>
                <a:lnTo>
                  <a:pt x="906190" y="101126"/>
                </a:lnTo>
                <a:lnTo>
                  <a:pt x="906025" y="101737"/>
                </a:lnTo>
                <a:lnTo>
                  <a:pt x="905854" y="102340"/>
                </a:lnTo>
                <a:lnTo>
                  <a:pt x="905677" y="102934"/>
                </a:lnTo>
                <a:lnTo>
                  <a:pt x="905494" y="103521"/>
                </a:lnTo>
                <a:lnTo>
                  <a:pt x="905305" y="104099"/>
                </a:lnTo>
                <a:lnTo>
                  <a:pt x="905110" y="104669"/>
                </a:lnTo>
                <a:lnTo>
                  <a:pt x="904909" y="105231"/>
                </a:lnTo>
                <a:lnTo>
                  <a:pt x="904702" y="105785"/>
                </a:lnTo>
                <a:lnTo>
                  <a:pt x="904489" y="106330"/>
                </a:lnTo>
                <a:lnTo>
                  <a:pt x="904270" y="106868"/>
                </a:lnTo>
                <a:lnTo>
                  <a:pt x="904045" y="107397"/>
                </a:lnTo>
                <a:lnTo>
                  <a:pt x="903814" y="107918"/>
                </a:lnTo>
                <a:lnTo>
                  <a:pt x="903576" y="108431"/>
                </a:lnTo>
                <a:lnTo>
                  <a:pt x="903333" y="108936"/>
                </a:lnTo>
                <a:lnTo>
                  <a:pt x="903084" y="109433"/>
                </a:lnTo>
                <a:lnTo>
                  <a:pt x="902827" y="109920"/>
                </a:lnTo>
                <a:lnTo>
                  <a:pt x="902559" y="110399"/>
                </a:lnTo>
                <a:lnTo>
                  <a:pt x="902282" y="110867"/>
                </a:lnTo>
                <a:lnTo>
                  <a:pt x="901995" y="111326"/>
                </a:lnTo>
                <a:lnTo>
                  <a:pt x="901698" y="111776"/>
                </a:lnTo>
                <a:lnTo>
                  <a:pt x="901391" y="112216"/>
                </a:lnTo>
                <a:lnTo>
                  <a:pt x="901074" y="112646"/>
                </a:lnTo>
                <a:lnTo>
                  <a:pt x="900747" y="113067"/>
                </a:lnTo>
                <a:lnTo>
                  <a:pt x="900410" y="113479"/>
                </a:lnTo>
                <a:lnTo>
                  <a:pt x="900064" y="113881"/>
                </a:lnTo>
                <a:lnTo>
                  <a:pt x="899707" y="114273"/>
                </a:lnTo>
                <a:lnTo>
                  <a:pt x="899340" y="114655"/>
                </a:lnTo>
                <a:lnTo>
                  <a:pt x="898963" y="115029"/>
                </a:lnTo>
                <a:lnTo>
                  <a:pt x="898577" y="115392"/>
                </a:lnTo>
                <a:lnTo>
                  <a:pt x="898180" y="115746"/>
                </a:lnTo>
                <a:lnTo>
                  <a:pt x="897774" y="116091"/>
                </a:lnTo>
                <a:lnTo>
                  <a:pt x="897357" y="116425"/>
                </a:lnTo>
                <a:lnTo>
                  <a:pt x="896931" y="116751"/>
                </a:lnTo>
                <a:lnTo>
                  <a:pt x="896494" y="117067"/>
                </a:lnTo>
                <a:lnTo>
                  <a:pt x="896048" y="117373"/>
                </a:lnTo>
                <a:lnTo>
                  <a:pt x="895592" y="117669"/>
                </a:lnTo>
                <a:lnTo>
                  <a:pt x="895126" y="117957"/>
                </a:lnTo>
                <a:lnTo>
                  <a:pt x="894649" y="118234"/>
                </a:lnTo>
                <a:lnTo>
                  <a:pt x="894163" y="118502"/>
                </a:lnTo>
                <a:lnTo>
                  <a:pt x="893665" y="118760"/>
                </a:lnTo>
                <a:lnTo>
                  <a:pt x="893153" y="119007"/>
                </a:lnTo>
                <a:lnTo>
                  <a:pt x="892627" y="119242"/>
                </a:lnTo>
                <a:lnTo>
                  <a:pt x="892087" y="119467"/>
                </a:lnTo>
                <a:lnTo>
                  <a:pt x="891532" y="119681"/>
                </a:lnTo>
                <a:lnTo>
                  <a:pt x="890964" y="119884"/>
                </a:lnTo>
                <a:lnTo>
                  <a:pt x="890382" y="120076"/>
                </a:lnTo>
                <a:lnTo>
                  <a:pt x="889786" y="120257"/>
                </a:lnTo>
                <a:lnTo>
                  <a:pt x="889176" y="120427"/>
                </a:lnTo>
                <a:lnTo>
                  <a:pt x="888551" y="120586"/>
                </a:lnTo>
                <a:lnTo>
                  <a:pt x="887913" y="120734"/>
                </a:lnTo>
                <a:lnTo>
                  <a:pt x="887261" y="120871"/>
                </a:lnTo>
                <a:lnTo>
                  <a:pt x="886594" y="120997"/>
                </a:lnTo>
                <a:lnTo>
                  <a:pt x="885914" y="121112"/>
                </a:lnTo>
                <a:lnTo>
                  <a:pt x="885220" y="121216"/>
                </a:lnTo>
                <a:lnTo>
                  <a:pt x="884511" y="121310"/>
                </a:lnTo>
                <a:lnTo>
                  <a:pt x="883789" y="121392"/>
                </a:lnTo>
                <a:lnTo>
                  <a:pt x="883053" y="121463"/>
                </a:lnTo>
                <a:lnTo>
                  <a:pt x="882302" y="121524"/>
                </a:lnTo>
                <a:lnTo>
                  <a:pt x="881538" y="121573"/>
                </a:lnTo>
                <a:lnTo>
                  <a:pt x="880759" y="121611"/>
                </a:lnTo>
                <a:lnTo>
                  <a:pt x="879967" y="121639"/>
                </a:lnTo>
                <a:lnTo>
                  <a:pt x="879161" y="121655"/>
                </a:lnTo>
                <a:lnTo>
                  <a:pt x="878340" y="121661"/>
                </a:lnTo>
                <a:lnTo>
                  <a:pt x="877691" y="121655"/>
                </a:lnTo>
                <a:lnTo>
                  <a:pt x="877049" y="121638"/>
                </a:lnTo>
                <a:lnTo>
                  <a:pt x="876415" y="121610"/>
                </a:lnTo>
                <a:lnTo>
                  <a:pt x="875788" y="121570"/>
                </a:lnTo>
                <a:lnTo>
                  <a:pt x="875168" y="121519"/>
                </a:lnTo>
                <a:lnTo>
                  <a:pt x="874556" y="121456"/>
                </a:lnTo>
                <a:lnTo>
                  <a:pt x="873951" y="121383"/>
                </a:lnTo>
                <a:lnTo>
                  <a:pt x="873353" y="121297"/>
                </a:lnTo>
                <a:lnTo>
                  <a:pt x="872762" y="121201"/>
                </a:lnTo>
                <a:lnTo>
                  <a:pt x="872179" y="121093"/>
                </a:lnTo>
                <a:lnTo>
                  <a:pt x="871603" y="120974"/>
                </a:lnTo>
                <a:lnTo>
                  <a:pt x="871034" y="120843"/>
                </a:lnTo>
                <a:lnTo>
                  <a:pt x="870472" y="120701"/>
                </a:lnTo>
                <a:lnTo>
                  <a:pt x="869918" y="120548"/>
                </a:lnTo>
                <a:lnTo>
                  <a:pt x="869371" y="120383"/>
                </a:lnTo>
                <a:lnTo>
                  <a:pt x="868832" y="120208"/>
                </a:lnTo>
                <a:lnTo>
                  <a:pt x="868299" y="120020"/>
                </a:lnTo>
                <a:lnTo>
                  <a:pt x="867774" y="119822"/>
                </a:lnTo>
                <a:lnTo>
                  <a:pt x="867257" y="119612"/>
                </a:lnTo>
                <a:lnTo>
                  <a:pt x="866746" y="119390"/>
                </a:lnTo>
                <a:lnTo>
                  <a:pt x="866243" y="119157"/>
                </a:lnTo>
                <a:lnTo>
                  <a:pt x="865747" y="118913"/>
                </a:lnTo>
                <a:lnTo>
                  <a:pt x="865259" y="118658"/>
                </a:lnTo>
                <a:lnTo>
                  <a:pt x="864777" y="118391"/>
                </a:lnTo>
                <a:lnTo>
                  <a:pt x="864303" y="118114"/>
                </a:lnTo>
                <a:lnTo>
                  <a:pt x="863836" y="117829"/>
                </a:lnTo>
                <a:lnTo>
                  <a:pt x="863376" y="117535"/>
                </a:lnTo>
                <a:lnTo>
                  <a:pt x="862923" y="117233"/>
                </a:lnTo>
                <a:lnTo>
                  <a:pt x="862477" y="116922"/>
                </a:lnTo>
                <a:lnTo>
                  <a:pt x="862038" y="116602"/>
                </a:lnTo>
                <a:lnTo>
                  <a:pt x="861605" y="116274"/>
                </a:lnTo>
                <a:lnTo>
                  <a:pt x="861180" y="115938"/>
                </a:lnTo>
                <a:lnTo>
                  <a:pt x="860762" y="115593"/>
                </a:lnTo>
                <a:lnTo>
                  <a:pt x="860351" y="115239"/>
                </a:lnTo>
                <a:lnTo>
                  <a:pt x="859947" y="114877"/>
                </a:lnTo>
                <a:lnTo>
                  <a:pt x="859550" y="114506"/>
                </a:lnTo>
                <a:lnTo>
                  <a:pt x="859160" y="114127"/>
                </a:lnTo>
                <a:lnTo>
                  <a:pt x="858777" y="113739"/>
                </a:lnTo>
                <a:lnTo>
                  <a:pt x="858401" y="113342"/>
                </a:lnTo>
                <a:lnTo>
                  <a:pt x="858032" y="112937"/>
                </a:lnTo>
                <a:lnTo>
                  <a:pt x="857670" y="112524"/>
                </a:lnTo>
                <a:lnTo>
                  <a:pt x="857315" y="112102"/>
                </a:lnTo>
                <a:lnTo>
                  <a:pt x="856967" y="111671"/>
                </a:lnTo>
                <a:lnTo>
                  <a:pt x="856626" y="111232"/>
                </a:lnTo>
                <a:lnTo>
                  <a:pt x="856292" y="110784"/>
                </a:lnTo>
                <a:lnTo>
                  <a:pt x="855965" y="110328"/>
                </a:lnTo>
                <a:lnTo>
                  <a:pt x="855645" y="109863"/>
                </a:lnTo>
                <a:lnTo>
                  <a:pt x="855332" y="109390"/>
                </a:lnTo>
                <a:lnTo>
                  <a:pt x="855026" y="108909"/>
                </a:lnTo>
                <a:lnTo>
                  <a:pt x="854726" y="108421"/>
                </a:lnTo>
                <a:lnTo>
                  <a:pt x="854433" y="107928"/>
                </a:lnTo>
                <a:lnTo>
                  <a:pt x="854147" y="107427"/>
                </a:lnTo>
                <a:lnTo>
                  <a:pt x="853867" y="106921"/>
                </a:lnTo>
                <a:lnTo>
                  <a:pt x="853594" y="106408"/>
                </a:lnTo>
                <a:lnTo>
                  <a:pt x="853327" y="105888"/>
                </a:lnTo>
                <a:lnTo>
                  <a:pt x="853067" y="105362"/>
                </a:lnTo>
                <a:lnTo>
                  <a:pt x="852813" y="104830"/>
                </a:lnTo>
                <a:lnTo>
                  <a:pt x="852567" y="104291"/>
                </a:lnTo>
                <a:lnTo>
                  <a:pt x="852326" y="103745"/>
                </a:lnTo>
                <a:lnTo>
                  <a:pt x="852093" y="103194"/>
                </a:lnTo>
                <a:lnTo>
                  <a:pt x="851865" y="102635"/>
                </a:lnTo>
                <a:lnTo>
                  <a:pt x="851645" y="102071"/>
                </a:lnTo>
                <a:lnTo>
                  <a:pt x="851431" y="101500"/>
                </a:lnTo>
                <a:lnTo>
                  <a:pt x="851224" y="100922"/>
                </a:lnTo>
                <a:lnTo>
                  <a:pt x="851023" y="100338"/>
                </a:lnTo>
                <a:lnTo>
                  <a:pt x="850829" y="99747"/>
                </a:lnTo>
                <a:lnTo>
                  <a:pt x="850641" y="99150"/>
                </a:lnTo>
                <a:lnTo>
                  <a:pt x="850460" y="98547"/>
                </a:lnTo>
                <a:lnTo>
                  <a:pt x="850286" y="97937"/>
                </a:lnTo>
                <a:lnTo>
                  <a:pt x="850118" y="97321"/>
                </a:lnTo>
                <a:lnTo>
                  <a:pt x="849957" y="96698"/>
                </a:lnTo>
                <a:lnTo>
                  <a:pt x="849802" y="96069"/>
                </a:lnTo>
                <a:lnTo>
                  <a:pt x="849654" y="95435"/>
                </a:lnTo>
                <a:lnTo>
                  <a:pt x="849512" y="94797"/>
                </a:lnTo>
                <a:lnTo>
                  <a:pt x="849376" y="94156"/>
                </a:lnTo>
                <a:lnTo>
                  <a:pt x="849247" y="93510"/>
                </a:lnTo>
                <a:lnTo>
                  <a:pt x="849124" y="92862"/>
                </a:lnTo>
                <a:lnTo>
                  <a:pt x="849007" y="92209"/>
                </a:lnTo>
                <a:lnTo>
                  <a:pt x="848897" y="91553"/>
                </a:lnTo>
                <a:lnTo>
                  <a:pt x="848793" y="90893"/>
                </a:lnTo>
                <a:lnTo>
                  <a:pt x="848695" y="90230"/>
                </a:lnTo>
                <a:lnTo>
                  <a:pt x="848604" y="89563"/>
                </a:lnTo>
                <a:lnTo>
                  <a:pt x="848518" y="88892"/>
                </a:lnTo>
                <a:lnTo>
                  <a:pt x="848440" y="88218"/>
                </a:lnTo>
                <a:lnTo>
                  <a:pt x="848367" y="87540"/>
                </a:lnTo>
                <a:lnTo>
                  <a:pt x="848301" y="86859"/>
                </a:lnTo>
                <a:lnTo>
                  <a:pt x="848241" y="86173"/>
                </a:lnTo>
                <a:lnTo>
                  <a:pt x="848187" y="85484"/>
                </a:lnTo>
                <a:lnTo>
                  <a:pt x="848140" y="84792"/>
                </a:lnTo>
                <a:lnTo>
                  <a:pt x="848099" y="84096"/>
                </a:lnTo>
                <a:lnTo>
                  <a:pt x="848064" y="83396"/>
                </a:lnTo>
                <a:lnTo>
                  <a:pt x="848036" y="82693"/>
                </a:lnTo>
                <a:lnTo>
                  <a:pt x="848014" y="81985"/>
                </a:lnTo>
                <a:lnTo>
                  <a:pt x="847998" y="81275"/>
                </a:lnTo>
                <a:lnTo>
                  <a:pt x="847989" y="80560"/>
                </a:lnTo>
                <a:lnTo>
                  <a:pt x="847985" y="79842"/>
                </a:lnTo>
                <a:lnTo>
                  <a:pt x="847985" y="67975"/>
                </a:lnTo>
                <a:lnTo>
                  <a:pt x="847989" y="67198"/>
                </a:lnTo>
                <a:lnTo>
                  <a:pt x="847999" y="66426"/>
                </a:lnTo>
                <a:lnTo>
                  <a:pt x="848017" y="65660"/>
                </a:lnTo>
                <a:lnTo>
                  <a:pt x="848041" y="64900"/>
                </a:lnTo>
                <a:lnTo>
                  <a:pt x="848073" y="64147"/>
                </a:lnTo>
                <a:lnTo>
                  <a:pt x="848112" y="63399"/>
                </a:lnTo>
                <a:lnTo>
                  <a:pt x="848157" y="62656"/>
                </a:lnTo>
                <a:lnTo>
                  <a:pt x="848210" y="61920"/>
                </a:lnTo>
                <a:lnTo>
                  <a:pt x="848269" y="61190"/>
                </a:lnTo>
                <a:lnTo>
                  <a:pt x="848336" y="60465"/>
                </a:lnTo>
                <a:lnTo>
                  <a:pt x="848409" y="59747"/>
                </a:lnTo>
                <a:lnTo>
                  <a:pt x="848490" y="59034"/>
                </a:lnTo>
                <a:lnTo>
                  <a:pt x="848578" y="58327"/>
                </a:lnTo>
                <a:lnTo>
                  <a:pt x="848672" y="57626"/>
                </a:lnTo>
                <a:lnTo>
                  <a:pt x="848774" y="56931"/>
                </a:lnTo>
                <a:lnTo>
                  <a:pt x="848882" y="56242"/>
                </a:lnTo>
                <a:lnTo>
                  <a:pt x="848998" y="55559"/>
                </a:lnTo>
                <a:lnTo>
                  <a:pt x="849121" y="54882"/>
                </a:lnTo>
                <a:lnTo>
                  <a:pt x="849250" y="54210"/>
                </a:lnTo>
                <a:lnTo>
                  <a:pt x="849387" y="53544"/>
                </a:lnTo>
                <a:lnTo>
                  <a:pt x="849531" y="52885"/>
                </a:lnTo>
                <a:lnTo>
                  <a:pt x="849681" y="52231"/>
                </a:lnTo>
                <a:lnTo>
                  <a:pt x="849839" y="51583"/>
                </a:lnTo>
                <a:lnTo>
                  <a:pt x="850004" y="50941"/>
                </a:lnTo>
                <a:lnTo>
                  <a:pt x="850175" y="50306"/>
                </a:lnTo>
                <a:lnTo>
                  <a:pt x="850354" y="49678"/>
                </a:lnTo>
                <a:lnTo>
                  <a:pt x="850539" y="49058"/>
                </a:lnTo>
                <a:lnTo>
                  <a:pt x="850731" y="48445"/>
                </a:lnTo>
                <a:lnTo>
                  <a:pt x="850930" y="47840"/>
                </a:lnTo>
                <a:lnTo>
                  <a:pt x="851136" y="47242"/>
                </a:lnTo>
                <a:lnTo>
                  <a:pt x="851349" y="46652"/>
                </a:lnTo>
                <a:lnTo>
                  <a:pt x="851569" y="46070"/>
                </a:lnTo>
                <a:lnTo>
                  <a:pt x="851796" y="45495"/>
                </a:lnTo>
                <a:lnTo>
                  <a:pt x="852029" y="44928"/>
                </a:lnTo>
                <a:lnTo>
                  <a:pt x="852269" y="44368"/>
                </a:lnTo>
                <a:lnTo>
                  <a:pt x="852516" y="43816"/>
                </a:lnTo>
                <a:lnTo>
                  <a:pt x="852770" y="43272"/>
                </a:lnTo>
                <a:lnTo>
                  <a:pt x="853031" y="42735"/>
                </a:lnTo>
                <a:lnTo>
                  <a:pt x="853299" y="42206"/>
                </a:lnTo>
                <a:lnTo>
                  <a:pt x="853574" y="41684"/>
                </a:lnTo>
                <a:lnTo>
                  <a:pt x="853855" y="41170"/>
                </a:lnTo>
                <a:lnTo>
                  <a:pt x="854144" y="40663"/>
                </a:lnTo>
                <a:lnTo>
                  <a:pt x="854439" y="40164"/>
                </a:lnTo>
                <a:lnTo>
                  <a:pt x="854741" y="39672"/>
                </a:lnTo>
                <a:lnTo>
                  <a:pt x="855050" y="39188"/>
                </a:lnTo>
                <a:lnTo>
                  <a:pt x="855366" y="38712"/>
                </a:lnTo>
                <a:lnTo>
                  <a:pt x="855689" y="38243"/>
                </a:lnTo>
                <a:lnTo>
                  <a:pt x="856018" y="37782"/>
                </a:lnTo>
                <a:lnTo>
                  <a:pt x="856354" y="37329"/>
                </a:lnTo>
                <a:lnTo>
                  <a:pt x="856698" y="36884"/>
                </a:lnTo>
                <a:lnTo>
                  <a:pt x="857047" y="36448"/>
                </a:lnTo>
                <a:lnTo>
                  <a:pt x="857404" y="36021"/>
                </a:lnTo>
                <a:lnTo>
                  <a:pt x="857767" y="35603"/>
                </a:lnTo>
                <a:lnTo>
                  <a:pt x="858137" y="35193"/>
                </a:lnTo>
                <a:lnTo>
                  <a:pt x="858514" y="34792"/>
                </a:lnTo>
                <a:lnTo>
                  <a:pt x="858897" y="34400"/>
                </a:lnTo>
                <a:lnTo>
                  <a:pt x="859288" y="34016"/>
                </a:lnTo>
                <a:lnTo>
                  <a:pt x="859685" y="33642"/>
                </a:lnTo>
                <a:lnTo>
                  <a:pt x="860088" y="33275"/>
                </a:lnTo>
                <a:lnTo>
                  <a:pt x="860499" y="32918"/>
                </a:lnTo>
                <a:lnTo>
                  <a:pt x="860916" y="32569"/>
                </a:lnTo>
                <a:lnTo>
                  <a:pt x="861340" y="32229"/>
                </a:lnTo>
                <a:lnTo>
                  <a:pt x="861770" y="31897"/>
                </a:lnTo>
                <a:lnTo>
                  <a:pt x="862207" y="31575"/>
                </a:lnTo>
                <a:lnTo>
                  <a:pt x="862651" y="31260"/>
                </a:lnTo>
                <a:lnTo>
                  <a:pt x="863102" y="30955"/>
                </a:lnTo>
                <a:lnTo>
                  <a:pt x="863560" y="30658"/>
                </a:lnTo>
                <a:lnTo>
                  <a:pt x="864024" y="30370"/>
                </a:lnTo>
                <a:lnTo>
                  <a:pt x="864495" y="30091"/>
                </a:lnTo>
                <a:lnTo>
                  <a:pt x="864972" y="29820"/>
                </a:lnTo>
                <a:lnTo>
                  <a:pt x="865457" y="29558"/>
                </a:lnTo>
                <a:lnTo>
                  <a:pt x="865948" y="29305"/>
                </a:lnTo>
                <a:lnTo>
                  <a:pt x="866446" y="29061"/>
                </a:lnTo>
                <a:lnTo>
                  <a:pt x="866950" y="28828"/>
                </a:lnTo>
                <a:lnTo>
                  <a:pt x="867461" y="28605"/>
                </a:lnTo>
                <a:lnTo>
                  <a:pt x="867979" y="28392"/>
                </a:lnTo>
                <a:lnTo>
                  <a:pt x="868503" y="28190"/>
                </a:lnTo>
                <a:lnTo>
                  <a:pt x="869033" y="27998"/>
                </a:lnTo>
                <a:lnTo>
                  <a:pt x="869571" y="27817"/>
                </a:lnTo>
                <a:lnTo>
                  <a:pt x="870115" y="27646"/>
                </a:lnTo>
                <a:lnTo>
                  <a:pt x="870665" y="27485"/>
                </a:lnTo>
                <a:lnTo>
                  <a:pt x="871222" y="27335"/>
                </a:lnTo>
                <a:lnTo>
                  <a:pt x="871786" y="27195"/>
                </a:lnTo>
                <a:lnTo>
                  <a:pt x="872356" y="27065"/>
                </a:lnTo>
                <a:lnTo>
                  <a:pt x="872933" y="26946"/>
                </a:lnTo>
                <a:lnTo>
                  <a:pt x="873516" y="26837"/>
                </a:lnTo>
                <a:lnTo>
                  <a:pt x="874106" y="26738"/>
                </a:lnTo>
                <a:lnTo>
                  <a:pt x="874703" y="26650"/>
                </a:lnTo>
                <a:lnTo>
                  <a:pt x="875306" y="26572"/>
                </a:lnTo>
                <a:lnTo>
                  <a:pt x="875916" y="26505"/>
                </a:lnTo>
                <a:lnTo>
                  <a:pt x="876532" y="26448"/>
                </a:lnTo>
                <a:lnTo>
                  <a:pt x="877155" y="26401"/>
                </a:lnTo>
                <a:lnTo>
                  <a:pt x="877784" y="26365"/>
                </a:lnTo>
                <a:lnTo>
                  <a:pt x="878420" y="26339"/>
                </a:lnTo>
                <a:lnTo>
                  <a:pt x="879063" y="26323"/>
                </a:lnTo>
                <a:lnTo>
                  <a:pt x="879712" y="26318"/>
                </a:lnTo>
                <a:lnTo>
                  <a:pt x="880467" y="26324"/>
                </a:lnTo>
                <a:lnTo>
                  <a:pt x="881209" y="26341"/>
                </a:lnTo>
                <a:lnTo>
                  <a:pt x="881939" y="26369"/>
                </a:lnTo>
                <a:lnTo>
                  <a:pt x="882657" y="26408"/>
                </a:lnTo>
                <a:lnTo>
                  <a:pt x="883363" y="26459"/>
                </a:lnTo>
                <a:lnTo>
                  <a:pt x="884057" y="26521"/>
                </a:lnTo>
                <a:lnTo>
                  <a:pt x="884739" y="26594"/>
                </a:lnTo>
                <a:lnTo>
                  <a:pt x="885408" y="26678"/>
                </a:lnTo>
                <a:lnTo>
                  <a:pt x="886066" y="26774"/>
                </a:lnTo>
                <a:lnTo>
                  <a:pt x="886712" y="26880"/>
                </a:lnTo>
                <a:lnTo>
                  <a:pt x="887346" y="26999"/>
                </a:lnTo>
                <a:lnTo>
                  <a:pt x="887967" y="27128"/>
                </a:lnTo>
                <a:lnTo>
                  <a:pt x="888577" y="27269"/>
                </a:lnTo>
                <a:lnTo>
                  <a:pt x="889174" y="27420"/>
                </a:lnTo>
                <a:lnTo>
                  <a:pt x="889760" y="27583"/>
                </a:lnTo>
                <a:lnTo>
                  <a:pt x="890333" y="27758"/>
                </a:lnTo>
                <a:lnTo>
                  <a:pt x="890894" y="27943"/>
                </a:lnTo>
                <a:lnTo>
                  <a:pt x="891444" y="28140"/>
                </a:lnTo>
                <a:lnTo>
                  <a:pt x="891981" y="28348"/>
                </a:lnTo>
                <a:lnTo>
                  <a:pt x="892506" y="28568"/>
                </a:lnTo>
                <a:lnTo>
                  <a:pt x="893019" y="28798"/>
                </a:lnTo>
                <a:lnTo>
                  <a:pt x="893520" y="29040"/>
                </a:lnTo>
                <a:lnTo>
                  <a:pt x="894009" y="29293"/>
                </a:lnTo>
                <a:lnTo>
                  <a:pt x="894486" y="29557"/>
                </a:lnTo>
                <a:lnTo>
                  <a:pt x="894953" y="29832"/>
                </a:lnTo>
                <a:lnTo>
                  <a:pt x="895410" y="30116"/>
                </a:lnTo>
                <a:lnTo>
                  <a:pt x="895859" y="30410"/>
                </a:lnTo>
                <a:lnTo>
                  <a:pt x="896298" y="30713"/>
                </a:lnTo>
                <a:lnTo>
                  <a:pt x="896729" y="31025"/>
                </a:lnTo>
                <a:lnTo>
                  <a:pt x="897150" y="31347"/>
                </a:lnTo>
                <a:lnTo>
                  <a:pt x="897563" y="31678"/>
                </a:lnTo>
                <a:lnTo>
                  <a:pt x="897966" y="32018"/>
                </a:lnTo>
                <a:lnTo>
                  <a:pt x="898361" y="32368"/>
                </a:lnTo>
                <a:lnTo>
                  <a:pt x="898747" y="32728"/>
                </a:lnTo>
                <a:lnTo>
                  <a:pt x="899124" y="33096"/>
                </a:lnTo>
                <a:lnTo>
                  <a:pt x="899491" y="33475"/>
                </a:lnTo>
                <a:lnTo>
                  <a:pt x="899850" y="33862"/>
                </a:lnTo>
                <a:lnTo>
                  <a:pt x="900200" y="34259"/>
                </a:lnTo>
                <a:lnTo>
                  <a:pt x="900541" y="34666"/>
                </a:lnTo>
                <a:lnTo>
                  <a:pt x="900873" y="35082"/>
                </a:lnTo>
                <a:lnTo>
                  <a:pt x="901196" y="35507"/>
                </a:lnTo>
                <a:lnTo>
                  <a:pt x="901510" y="35942"/>
                </a:lnTo>
                <a:lnTo>
                  <a:pt x="901815" y="36386"/>
                </a:lnTo>
                <a:lnTo>
                  <a:pt x="902111" y="36840"/>
                </a:lnTo>
                <a:lnTo>
                  <a:pt x="902398" y="37303"/>
                </a:lnTo>
                <a:lnTo>
                  <a:pt x="902676" y="37775"/>
                </a:lnTo>
                <a:lnTo>
                  <a:pt x="902945" y="38257"/>
                </a:lnTo>
                <a:lnTo>
                  <a:pt x="903205" y="38748"/>
                </a:lnTo>
                <a:lnTo>
                  <a:pt x="903457" y="39248"/>
                </a:lnTo>
                <a:lnTo>
                  <a:pt x="903703" y="39756"/>
                </a:lnTo>
                <a:lnTo>
                  <a:pt x="903942" y="40272"/>
                </a:lnTo>
                <a:lnTo>
                  <a:pt x="904174" y="40796"/>
                </a:lnTo>
                <a:lnTo>
                  <a:pt x="904399" y="41328"/>
                </a:lnTo>
                <a:lnTo>
                  <a:pt x="904618" y="41868"/>
                </a:lnTo>
                <a:lnTo>
                  <a:pt x="904830" y="42416"/>
                </a:lnTo>
                <a:lnTo>
                  <a:pt x="905035" y="42972"/>
                </a:lnTo>
                <a:lnTo>
                  <a:pt x="905233" y="43536"/>
                </a:lnTo>
                <a:lnTo>
                  <a:pt x="905425" y="44108"/>
                </a:lnTo>
                <a:lnTo>
                  <a:pt x="905610" y="44688"/>
                </a:lnTo>
                <a:lnTo>
                  <a:pt x="905788" y="45276"/>
                </a:lnTo>
                <a:lnTo>
                  <a:pt x="905960" y="45873"/>
                </a:lnTo>
                <a:lnTo>
                  <a:pt x="906125" y="46477"/>
                </a:lnTo>
                <a:lnTo>
                  <a:pt x="906283" y="47089"/>
                </a:lnTo>
                <a:lnTo>
                  <a:pt x="906434" y="47709"/>
                </a:lnTo>
                <a:lnTo>
                  <a:pt x="906579" y="48337"/>
                </a:lnTo>
                <a:lnTo>
                  <a:pt x="906717" y="48974"/>
                </a:lnTo>
                <a:lnTo>
                  <a:pt x="906848" y="49618"/>
                </a:lnTo>
                <a:lnTo>
                  <a:pt x="906972" y="50270"/>
                </a:lnTo>
                <a:lnTo>
                  <a:pt x="907090" y="50930"/>
                </a:lnTo>
                <a:lnTo>
                  <a:pt x="907201" y="51599"/>
                </a:lnTo>
                <a:lnTo>
                  <a:pt x="907305" y="52275"/>
                </a:lnTo>
                <a:lnTo>
                  <a:pt x="907403" y="52959"/>
                </a:lnTo>
                <a:lnTo>
                  <a:pt x="922903" y="52959"/>
                </a:lnTo>
                <a:lnTo>
                  <a:pt x="922795" y="51993"/>
                </a:lnTo>
                <a:lnTo>
                  <a:pt x="922674" y="51037"/>
                </a:lnTo>
                <a:lnTo>
                  <a:pt x="922539" y="50091"/>
                </a:lnTo>
                <a:lnTo>
                  <a:pt x="922391" y="49154"/>
                </a:lnTo>
                <a:lnTo>
                  <a:pt x="922229" y="48227"/>
                </a:lnTo>
                <a:lnTo>
                  <a:pt x="922053" y="47310"/>
                </a:lnTo>
                <a:lnTo>
                  <a:pt x="921864" y="46402"/>
                </a:lnTo>
                <a:lnTo>
                  <a:pt x="921661" y="45504"/>
                </a:lnTo>
                <a:lnTo>
                  <a:pt x="921444" y="44616"/>
                </a:lnTo>
                <a:lnTo>
                  <a:pt x="921214" y="43737"/>
                </a:lnTo>
                <a:lnTo>
                  <a:pt x="920971" y="42868"/>
                </a:lnTo>
                <a:lnTo>
                  <a:pt x="920713" y="42009"/>
                </a:lnTo>
                <a:lnTo>
                  <a:pt x="920443" y="41159"/>
                </a:lnTo>
                <a:lnTo>
                  <a:pt x="920158" y="40319"/>
                </a:lnTo>
                <a:lnTo>
                  <a:pt x="919860" y="39489"/>
                </a:lnTo>
                <a:lnTo>
                  <a:pt x="919548" y="38669"/>
                </a:lnTo>
                <a:lnTo>
                  <a:pt x="919223" y="37858"/>
                </a:lnTo>
                <a:lnTo>
                  <a:pt x="918884" y="37057"/>
                </a:lnTo>
                <a:lnTo>
                  <a:pt x="918532" y="36265"/>
                </a:lnTo>
                <a:lnTo>
                  <a:pt x="918166" y="35484"/>
                </a:lnTo>
                <a:lnTo>
                  <a:pt x="917786" y="34712"/>
                </a:lnTo>
                <a:lnTo>
                  <a:pt x="917393" y="33949"/>
                </a:lnTo>
                <a:lnTo>
                  <a:pt x="916986" y="33197"/>
                </a:lnTo>
                <a:lnTo>
                  <a:pt x="916566" y="32454"/>
                </a:lnTo>
                <a:lnTo>
                  <a:pt x="916132" y="31722"/>
                </a:lnTo>
                <a:lnTo>
                  <a:pt x="915683" y="31004"/>
                </a:lnTo>
                <a:lnTo>
                  <a:pt x="915221" y="30299"/>
                </a:lnTo>
                <a:lnTo>
                  <a:pt x="914744" y="29607"/>
                </a:lnTo>
                <a:lnTo>
                  <a:pt x="914253" y="28929"/>
                </a:lnTo>
                <a:lnTo>
                  <a:pt x="913748" y="28264"/>
                </a:lnTo>
                <a:lnTo>
                  <a:pt x="913229" y="27612"/>
                </a:lnTo>
                <a:lnTo>
                  <a:pt x="912695" y="26974"/>
                </a:lnTo>
                <a:lnTo>
                  <a:pt x="912148" y="26349"/>
                </a:lnTo>
                <a:lnTo>
                  <a:pt x="911586" y="25738"/>
                </a:lnTo>
                <a:lnTo>
                  <a:pt x="911010" y="25139"/>
                </a:lnTo>
                <a:lnTo>
                  <a:pt x="910420" y="24555"/>
                </a:lnTo>
                <a:lnTo>
                  <a:pt x="909816" y="23983"/>
                </a:lnTo>
                <a:lnTo>
                  <a:pt x="909198" y="23425"/>
                </a:lnTo>
                <a:lnTo>
                  <a:pt x="908565" y="22880"/>
                </a:lnTo>
                <a:lnTo>
                  <a:pt x="907919" y="22349"/>
                </a:lnTo>
                <a:lnTo>
                  <a:pt x="907258" y="21831"/>
                </a:lnTo>
                <a:lnTo>
                  <a:pt x="906583" y="21326"/>
                </a:lnTo>
                <a:lnTo>
                  <a:pt x="905894" y="20835"/>
                </a:lnTo>
                <a:lnTo>
                  <a:pt x="905191" y="20357"/>
                </a:lnTo>
                <a:lnTo>
                  <a:pt x="904473" y="19892"/>
                </a:lnTo>
                <a:lnTo>
                  <a:pt x="903742" y="19441"/>
                </a:lnTo>
                <a:lnTo>
                  <a:pt x="902996" y="19003"/>
                </a:lnTo>
                <a:lnTo>
                  <a:pt x="902236" y="18578"/>
                </a:lnTo>
                <a:lnTo>
                  <a:pt x="901462" y="18169"/>
                </a:lnTo>
                <a:lnTo>
                  <a:pt x="900674" y="17777"/>
                </a:lnTo>
                <a:lnTo>
                  <a:pt x="899871" y="17403"/>
                </a:lnTo>
                <a:lnTo>
                  <a:pt x="899054" y="17046"/>
                </a:lnTo>
                <a:lnTo>
                  <a:pt x="898223" y="16706"/>
                </a:lnTo>
                <a:lnTo>
                  <a:pt x="897377" y="16384"/>
                </a:lnTo>
                <a:lnTo>
                  <a:pt x="896517" y="16079"/>
                </a:lnTo>
                <a:lnTo>
                  <a:pt x="895643" y="15792"/>
                </a:lnTo>
                <a:lnTo>
                  <a:pt x="894755" y="15522"/>
                </a:lnTo>
                <a:lnTo>
                  <a:pt x="893852" y="15269"/>
                </a:lnTo>
                <a:lnTo>
                  <a:pt x="892935" y="15034"/>
                </a:lnTo>
                <a:lnTo>
                  <a:pt x="892004" y="14817"/>
                </a:lnTo>
                <a:lnTo>
                  <a:pt x="891058" y="14616"/>
                </a:lnTo>
                <a:lnTo>
                  <a:pt x="890098" y="14433"/>
                </a:lnTo>
                <a:lnTo>
                  <a:pt x="889124" y="14268"/>
                </a:lnTo>
                <a:lnTo>
                  <a:pt x="888135" y="14120"/>
                </a:lnTo>
                <a:lnTo>
                  <a:pt x="887133" y="13989"/>
                </a:lnTo>
                <a:lnTo>
                  <a:pt x="886115" y="13876"/>
                </a:lnTo>
                <a:lnTo>
                  <a:pt x="885084" y="13780"/>
                </a:lnTo>
                <a:lnTo>
                  <a:pt x="884038" y="13702"/>
                </a:lnTo>
                <a:lnTo>
                  <a:pt x="882978" y="13641"/>
                </a:lnTo>
                <a:lnTo>
                  <a:pt x="881904" y="13598"/>
                </a:lnTo>
                <a:lnTo>
                  <a:pt x="880815" y="13571"/>
                </a:lnTo>
                <a:lnTo>
                  <a:pt x="879712" y="13563"/>
                </a:lnTo>
                <a:lnTo>
                  <a:pt x="878808" y="13569"/>
                </a:lnTo>
                <a:lnTo>
                  <a:pt x="877911" y="13590"/>
                </a:lnTo>
                <a:lnTo>
                  <a:pt x="877022" y="13623"/>
                </a:lnTo>
                <a:lnTo>
                  <a:pt x="876140" y="13670"/>
                </a:lnTo>
                <a:lnTo>
                  <a:pt x="875266" y="13731"/>
                </a:lnTo>
                <a:lnTo>
                  <a:pt x="874399" y="13805"/>
                </a:lnTo>
                <a:lnTo>
                  <a:pt x="873540" y="13892"/>
                </a:lnTo>
                <a:lnTo>
                  <a:pt x="872689" y="13993"/>
                </a:lnTo>
                <a:lnTo>
                  <a:pt x="871845" y="14108"/>
                </a:lnTo>
                <a:lnTo>
                  <a:pt x="871009" y="14235"/>
                </a:lnTo>
                <a:lnTo>
                  <a:pt x="870180" y="14377"/>
                </a:lnTo>
                <a:lnTo>
                  <a:pt x="869359" y="14531"/>
                </a:lnTo>
                <a:lnTo>
                  <a:pt x="868545" y="14700"/>
                </a:lnTo>
                <a:lnTo>
                  <a:pt x="867739" y="14881"/>
                </a:lnTo>
                <a:lnTo>
                  <a:pt x="866941" y="15076"/>
                </a:lnTo>
                <a:lnTo>
                  <a:pt x="866150" y="15285"/>
                </a:lnTo>
                <a:lnTo>
                  <a:pt x="865366" y="15507"/>
                </a:lnTo>
                <a:lnTo>
                  <a:pt x="864591" y="15742"/>
                </a:lnTo>
                <a:lnTo>
                  <a:pt x="863822" y="15991"/>
                </a:lnTo>
                <a:lnTo>
                  <a:pt x="863062" y="16254"/>
                </a:lnTo>
                <a:lnTo>
                  <a:pt x="862309" y="16530"/>
                </a:lnTo>
                <a:lnTo>
                  <a:pt x="861563" y="16819"/>
                </a:lnTo>
                <a:lnTo>
                  <a:pt x="860825" y="17122"/>
                </a:lnTo>
                <a:lnTo>
                  <a:pt x="860095" y="17438"/>
                </a:lnTo>
                <a:lnTo>
                  <a:pt x="859373" y="17766"/>
                </a:lnTo>
                <a:lnTo>
                  <a:pt x="858659" y="18107"/>
                </a:lnTo>
                <a:lnTo>
                  <a:pt x="857955" y="18458"/>
                </a:lnTo>
                <a:lnTo>
                  <a:pt x="857259" y="18821"/>
                </a:lnTo>
                <a:lnTo>
                  <a:pt x="856572" y="19196"/>
                </a:lnTo>
                <a:lnTo>
                  <a:pt x="855894" y="19582"/>
                </a:lnTo>
                <a:lnTo>
                  <a:pt x="855225" y="19980"/>
                </a:lnTo>
                <a:lnTo>
                  <a:pt x="854565" y="20389"/>
                </a:lnTo>
                <a:lnTo>
                  <a:pt x="853913" y="20810"/>
                </a:lnTo>
                <a:lnTo>
                  <a:pt x="853271" y="21242"/>
                </a:lnTo>
                <a:lnTo>
                  <a:pt x="852637" y="21685"/>
                </a:lnTo>
                <a:lnTo>
                  <a:pt x="852012" y="22140"/>
                </a:lnTo>
                <a:lnTo>
                  <a:pt x="851396" y="22607"/>
                </a:lnTo>
                <a:lnTo>
                  <a:pt x="850788" y="23085"/>
                </a:lnTo>
                <a:lnTo>
                  <a:pt x="850190" y="23575"/>
                </a:lnTo>
                <a:lnTo>
                  <a:pt x="849600" y="24076"/>
                </a:lnTo>
                <a:lnTo>
                  <a:pt x="849019" y="24588"/>
                </a:lnTo>
                <a:lnTo>
                  <a:pt x="848447" y="25112"/>
                </a:lnTo>
                <a:lnTo>
                  <a:pt x="847884" y="25648"/>
                </a:lnTo>
                <a:lnTo>
                  <a:pt x="847329" y="26195"/>
                </a:lnTo>
                <a:lnTo>
                  <a:pt x="846784" y="26753"/>
                </a:lnTo>
                <a:lnTo>
                  <a:pt x="846247" y="27323"/>
                </a:lnTo>
                <a:lnTo>
                  <a:pt x="845719" y="27905"/>
                </a:lnTo>
                <a:lnTo>
                  <a:pt x="845200" y="28498"/>
                </a:lnTo>
                <a:lnTo>
                  <a:pt x="844691" y="29102"/>
                </a:lnTo>
                <a:lnTo>
                  <a:pt x="844191" y="29715"/>
                </a:lnTo>
                <a:lnTo>
                  <a:pt x="843702" y="30339"/>
                </a:lnTo>
                <a:lnTo>
                  <a:pt x="843222" y="30972"/>
                </a:lnTo>
                <a:lnTo>
                  <a:pt x="842753" y="31616"/>
                </a:lnTo>
                <a:lnTo>
                  <a:pt x="842294" y="32269"/>
                </a:lnTo>
                <a:lnTo>
                  <a:pt x="841845" y="32933"/>
                </a:lnTo>
                <a:lnTo>
                  <a:pt x="841406" y="33606"/>
                </a:lnTo>
                <a:lnTo>
                  <a:pt x="840977" y="34290"/>
                </a:lnTo>
                <a:lnTo>
                  <a:pt x="840558" y="34983"/>
                </a:lnTo>
                <a:lnTo>
                  <a:pt x="840150" y="35686"/>
                </a:lnTo>
                <a:lnTo>
                  <a:pt x="839751" y="36399"/>
                </a:lnTo>
                <a:lnTo>
                  <a:pt x="839362" y="37122"/>
                </a:lnTo>
                <a:lnTo>
                  <a:pt x="838984" y="37856"/>
                </a:lnTo>
                <a:lnTo>
                  <a:pt x="838616" y="38599"/>
                </a:lnTo>
                <a:lnTo>
                  <a:pt x="838257" y="39352"/>
                </a:lnTo>
                <a:lnTo>
                  <a:pt x="837909" y="40115"/>
                </a:lnTo>
                <a:lnTo>
                  <a:pt x="837571" y="40887"/>
                </a:lnTo>
                <a:lnTo>
                  <a:pt x="837243" y="41670"/>
                </a:lnTo>
                <a:lnTo>
                  <a:pt x="836925" y="42463"/>
                </a:lnTo>
                <a:lnTo>
                  <a:pt x="836618" y="43266"/>
                </a:lnTo>
                <a:lnTo>
                  <a:pt x="836320" y="44079"/>
                </a:lnTo>
                <a:lnTo>
                  <a:pt x="836032" y="44901"/>
                </a:lnTo>
                <a:lnTo>
                  <a:pt x="835755" y="45734"/>
                </a:lnTo>
                <a:lnTo>
                  <a:pt x="835488" y="46575"/>
                </a:lnTo>
                <a:lnTo>
                  <a:pt x="835233" y="47425"/>
                </a:lnTo>
                <a:lnTo>
                  <a:pt x="834988" y="48282"/>
                </a:lnTo>
                <a:lnTo>
                  <a:pt x="834756" y="49148"/>
                </a:lnTo>
                <a:lnTo>
                  <a:pt x="834534" y="50022"/>
                </a:lnTo>
                <a:lnTo>
                  <a:pt x="834324" y="50903"/>
                </a:lnTo>
                <a:lnTo>
                  <a:pt x="834126" y="51793"/>
                </a:lnTo>
                <a:lnTo>
                  <a:pt x="833938" y="52690"/>
                </a:lnTo>
                <a:lnTo>
                  <a:pt x="833762" y="53596"/>
                </a:lnTo>
                <a:lnTo>
                  <a:pt x="833598" y="54509"/>
                </a:lnTo>
                <a:lnTo>
                  <a:pt x="833444" y="55430"/>
                </a:lnTo>
                <a:lnTo>
                  <a:pt x="833303" y="56360"/>
                </a:lnTo>
                <a:lnTo>
                  <a:pt x="833172" y="57297"/>
                </a:lnTo>
                <a:lnTo>
                  <a:pt x="833053" y="58243"/>
                </a:lnTo>
                <a:lnTo>
                  <a:pt x="832945" y="59196"/>
                </a:lnTo>
                <a:lnTo>
                  <a:pt x="832848" y="60158"/>
                </a:lnTo>
                <a:lnTo>
                  <a:pt x="832763" y="61127"/>
                </a:lnTo>
                <a:lnTo>
                  <a:pt x="832690" y="62104"/>
                </a:lnTo>
                <a:lnTo>
                  <a:pt x="832627" y="63090"/>
                </a:lnTo>
                <a:lnTo>
                  <a:pt x="832576" y="64083"/>
                </a:lnTo>
                <a:lnTo>
                  <a:pt x="832536" y="65084"/>
                </a:lnTo>
                <a:lnTo>
                  <a:pt x="832508" y="66094"/>
                </a:lnTo>
                <a:lnTo>
                  <a:pt x="832491" y="67111"/>
                </a:lnTo>
                <a:lnTo>
                  <a:pt x="832485" y="68136"/>
                </a:lnTo>
                <a:lnTo>
                  <a:pt x="832485" y="79842"/>
                </a:lnTo>
                <a:lnTo>
                  <a:pt x="832491" y="80868"/>
                </a:lnTo>
                <a:lnTo>
                  <a:pt x="832508" y="81885"/>
                </a:lnTo>
                <a:lnTo>
                  <a:pt x="832536" y="82894"/>
                </a:lnTo>
                <a:lnTo>
                  <a:pt x="832576" y="83896"/>
                </a:lnTo>
                <a:lnTo>
                  <a:pt x="832627" y="84889"/>
                </a:lnTo>
                <a:lnTo>
                  <a:pt x="832690" y="85874"/>
                </a:lnTo>
                <a:lnTo>
                  <a:pt x="832763" y="86852"/>
                </a:lnTo>
                <a:lnTo>
                  <a:pt x="832848" y="87821"/>
                </a:lnTo>
                <a:lnTo>
                  <a:pt x="832945" y="88783"/>
                </a:lnTo>
                <a:lnTo>
                  <a:pt x="833053" y="89736"/>
                </a:lnTo>
                <a:lnTo>
                  <a:pt x="833172" y="90681"/>
                </a:lnTo>
                <a:lnTo>
                  <a:pt x="833303" y="91619"/>
                </a:lnTo>
                <a:lnTo>
                  <a:pt x="833444" y="92548"/>
                </a:lnTo>
                <a:lnTo>
                  <a:pt x="833598" y="93470"/>
                </a:lnTo>
                <a:lnTo>
                  <a:pt x="833762" y="94383"/>
                </a:lnTo>
                <a:lnTo>
                  <a:pt x="833938" y="95289"/>
                </a:lnTo>
                <a:lnTo>
                  <a:pt x="834126" y="96186"/>
                </a:lnTo>
                <a:lnTo>
                  <a:pt x="834324" y="97076"/>
                </a:lnTo>
                <a:lnTo>
                  <a:pt x="834534" y="97957"/>
                </a:lnTo>
                <a:lnTo>
                  <a:pt x="834756" y="98831"/>
                </a:lnTo>
                <a:lnTo>
                  <a:pt x="834988" y="99696"/>
                </a:lnTo>
                <a:lnTo>
                  <a:pt x="835233" y="100554"/>
                </a:lnTo>
                <a:lnTo>
                  <a:pt x="835488" y="101403"/>
                </a:lnTo>
                <a:lnTo>
                  <a:pt x="835755" y="102245"/>
                </a:lnTo>
                <a:lnTo>
                  <a:pt x="836032" y="103078"/>
                </a:lnTo>
                <a:lnTo>
                  <a:pt x="836319" y="103900"/>
                </a:lnTo>
                <a:lnTo>
                  <a:pt x="836616" y="104712"/>
                </a:lnTo>
                <a:lnTo>
                  <a:pt x="836922" y="105515"/>
                </a:lnTo>
                <a:lnTo>
                  <a:pt x="837238" y="106307"/>
                </a:lnTo>
                <a:lnTo>
                  <a:pt x="837564" y="107089"/>
                </a:lnTo>
                <a:lnTo>
                  <a:pt x="837899" y="107861"/>
                </a:lnTo>
                <a:lnTo>
                  <a:pt x="838244" y="108623"/>
                </a:lnTo>
                <a:lnTo>
                  <a:pt x="838599" y="109375"/>
                </a:lnTo>
                <a:lnTo>
                  <a:pt x="838963" y="110116"/>
                </a:lnTo>
                <a:lnTo>
                  <a:pt x="839337" y="110848"/>
                </a:lnTo>
                <a:lnTo>
                  <a:pt x="839721" y="111569"/>
                </a:lnTo>
                <a:lnTo>
                  <a:pt x="840114" y="112281"/>
                </a:lnTo>
                <a:lnTo>
                  <a:pt x="840517" y="112982"/>
                </a:lnTo>
                <a:lnTo>
                  <a:pt x="840930" y="113673"/>
                </a:lnTo>
                <a:lnTo>
                  <a:pt x="841352" y="114355"/>
                </a:lnTo>
                <a:lnTo>
                  <a:pt x="841784" y="115026"/>
                </a:lnTo>
                <a:lnTo>
                  <a:pt x="842226" y="115687"/>
                </a:lnTo>
                <a:lnTo>
                  <a:pt x="842677" y="116338"/>
                </a:lnTo>
                <a:lnTo>
                  <a:pt x="843138" y="116978"/>
                </a:lnTo>
                <a:lnTo>
                  <a:pt x="843609" y="117609"/>
                </a:lnTo>
                <a:lnTo>
                  <a:pt x="844089" y="118230"/>
                </a:lnTo>
                <a:lnTo>
                  <a:pt x="844579" y="118840"/>
                </a:lnTo>
                <a:lnTo>
                  <a:pt x="845079" y="119441"/>
                </a:lnTo>
                <a:lnTo>
                  <a:pt x="845588" y="120030"/>
                </a:lnTo>
                <a:lnTo>
                  <a:pt x="846105" y="120609"/>
                </a:lnTo>
                <a:lnTo>
                  <a:pt x="846630" y="121176"/>
                </a:lnTo>
                <a:lnTo>
                  <a:pt x="847164" y="121731"/>
                </a:lnTo>
                <a:lnTo>
                  <a:pt x="847705" y="122276"/>
                </a:lnTo>
                <a:lnTo>
                  <a:pt x="848255" y="122809"/>
                </a:lnTo>
                <a:lnTo>
                  <a:pt x="848814" y="123330"/>
                </a:lnTo>
                <a:lnTo>
                  <a:pt x="849380" y="123840"/>
                </a:lnTo>
                <a:lnTo>
                  <a:pt x="849955" y="124339"/>
                </a:lnTo>
                <a:lnTo>
                  <a:pt x="850538" y="124827"/>
                </a:lnTo>
                <a:lnTo>
                  <a:pt x="851130" y="125303"/>
                </a:lnTo>
                <a:lnTo>
                  <a:pt x="851729" y="125768"/>
                </a:lnTo>
                <a:lnTo>
                  <a:pt x="852337" y="126221"/>
                </a:lnTo>
                <a:lnTo>
                  <a:pt x="852953" y="126663"/>
                </a:lnTo>
                <a:lnTo>
                  <a:pt x="853578" y="127094"/>
                </a:lnTo>
                <a:lnTo>
                  <a:pt x="854211" y="127514"/>
                </a:lnTo>
                <a:lnTo>
                  <a:pt x="854852" y="127922"/>
                </a:lnTo>
                <a:lnTo>
                  <a:pt x="855501" y="128318"/>
                </a:lnTo>
                <a:lnTo>
                  <a:pt x="856158" y="128704"/>
                </a:lnTo>
                <a:lnTo>
                  <a:pt x="856824" y="129078"/>
                </a:lnTo>
                <a:lnTo>
                  <a:pt x="857498" y="129440"/>
                </a:lnTo>
                <a:lnTo>
                  <a:pt x="858181" y="129792"/>
                </a:lnTo>
                <a:lnTo>
                  <a:pt x="858871" y="130132"/>
                </a:lnTo>
                <a:lnTo>
                  <a:pt x="859570" y="130460"/>
                </a:lnTo>
                <a:lnTo>
                  <a:pt x="860277" y="130776"/>
                </a:lnTo>
                <a:lnTo>
                  <a:pt x="860989" y="131079"/>
                </a:lnTo>
                <a:lnTo>
                  <a:pt x="861709" y="131368"/>
                </a:lnTo>
                <a:lnTo>
                  <a:pt x="862435" y="131644"/>
                </a:lnTo>
                <a:lnTo>
                  <a:pt x="863168" y="131907"/>
                </a:lnTo>
                <a:lnTo>
                  <a:pt x="863907" y="132156"/>
                </a:lnTo>
                <a:lnTo>
                  <a:pt x="864653" y="132391"/>
                </a:lnTo>
                <a:lnTo>
                  <a:pt x="865405" y="132613"/>
                </a:lnTo>
                <a:lnTo>
                  <a:pt x="866164" y="132822"/>
                </a:lnTo>
                <a:lnTo>
                  <a:pt x="866930" y="133017"/>
                </a:lnTo>
                <a:lnTo>
                  <a:pt x="867702" y="133198"/>
                </a:lnTo>
                <a:lnTo>
                  <a:pt x="868481" y="133367"/>
                </a:lnTo>
                <a:lnTo>
                  <a:pt x="869266" y="133521"/>
                </a:lnTo>
                <a:lnTo>
                  <a:pt x="870058" y="133663"/>
                </a:lnTo>
                <a:lnTo>
                  <a:pt x="870857" y="133790"/>
                </a:lnTo>
                <a:lnTo>
                  <a:pt x="871662" y="133905"/>
                </a:lnTo>
                <a:lnTo>
                  <a:pt x="872474" y="134006"/>
                </a:lnTo>
                <a:lnTo>
                  <a:pt x="873292" y="134093"/>
                </a:lnTo>
                <a:lnTo>
                  <a:pt x="874117" y="134167"/>
                </a:lnTo>
                <a:lnTo>
                  <a:pt x="874948" y="134228"/>
                </a:lnTo>
                <a:lnTo>
                  <a:pt x="875786" y="134275"/>
                </a:lnTo>
                <a:lnTo>
                  <a:pt x="876631" y="134308"/>
                </a:lnTo>
                <a:lnTo>
                  <a:pt x="877482" y="134329"/>
                </a:lnTo>
                <a:lnTo>
                  <a:pt x="878340" y="134335"/>
                </a:lnTo>
                <a:lnTo>
                  <a:pt x="879509" y="134326"/>
                </a:lnTo>
                <a:lnTo>
                  <a:pt x="880662" y="134300"/>
                </a:lnTo>
                <a:lnTo>
                  <a:pt x="881799" y="134255"/>
                </a:lnTo>
                <a:lnTo>
                  <a:pt x="882919" y="134193"/>
                </a:lnTo>
                <a:lnTo>
                  <a:pt x="884023" y="134112"/>
                </a:lnTo>
                <a:lnTo>
                  <a:pt x="885111" y="134014"/>
                </a:lnTo>
                <a:lnTo>
                  <a:pt x="886183" y="133898"/>
                </a:lnTo>
                <a:lnTo>
                  <a:pt x="887238" y="133765"/>
                </a:lnTo>
                <a:lnTo>
                  <a:pt x="888277" y="133613"/>
                </a:lnTo>
                <a:lnTo>
                  <a:pt x="889300" y="133444"/>
                </a:lnTo>
                <a:lnTo>
                  <a:pt x="890307" y="133256"/>
                </a:lnTo>
                <a:lnTo>
                  <a:pt x="891297" y="133051"/>
                </a:lnTo>
                <a:lnTo>
                  <a:pt x="892271" y="132828"/>
                </a:lnTo>
                <a:lnTo>
                  <a:pt x="893229" y="132588"/>
                </a:lnTo>
                <a:lnTo>
                  <a:pt x="894171" y="132329"/>
                </a:lnTo>
                <a:lnTo>
                  <a:pt x="895096" y="132052"/>
                </a:lnTo>
                <a:lnTo>
                  <a:pt x="896005" y="131758"/>
                </a:lnTo>
                <a:lnTo>
                  <a:pt x="896898" y="131446"/>
                </a:lnTo>
                <a:lnTo>
                  <a:pt x="897774" y="131116"/>
                </a:lnTo>
                <a:lnTo>
                  <a:pt x="898635" y="130768"/>
                </a:lnTo>
                <a:lnTo>
                  <a:pt x="899479" y="130403"/>
                </a:lnTo>
                <a:lnTo>
                  <a:pt x="900307" y="130019"/>
                </a:lnTo>
                <a:lnTo>
                  <a:pt x="901118" y="129618"/>
                </a:lnTo>
                <a:lnTo>
                  <a:pt x="901913" y="129199"/>
                </a:lnTo>
                <a:lnTo>
                  <a:pt x="902693" y="128764"/>
                </a:lnTo>
                <a:lnTo>
                  <a:pt x="903458" y="128317"/>
                </a:lnTo>
                <a:lnTo>
                  <a:pt x="904208" y="127857"/>
                </a:lnTo>
                <a:lnTo>
                  <a:pt x="904943" y="127384"/>
                </a:lnTo>
                <a:lnTo>
                  <a:pt x="905663" y="126899"/>
                </a:lnTo>
                <a:lnTo>
                  <a:pt x="906369" y="126401"/>
                </a:lnTo>
                <a:lnTo>
                  <a:pt x="907059" y="125889"/>
                </a:lnTo>
                <a:lnTo>
                  <a:pt x="907735" y="125366"/>
                </a:lnTo>
                <a:lnTo>
                  <a:pt x="908396" y="124829"/>
                </a:lnTo>
                <a:lnTo>
                  <a:pt x="909042" y="124279"/>
                </a:lnTo>
                <a:lnTo>
                  <a:pt x="909673" y="123717"/>
                </a:lnTo>
                <a:lnTo>
                  <a:pt x="910289" y="123142"/>
                </a:lnTo>
                <a:lnTo>
                  <a:pt x="910890" y="122554"/>
                </a:lnTo>
                <a:lnTo>
                  <a:pt x="911477" y="121954"/>
                </a:lnTo>
                <a:lnTo>
                  <a:pt x="912049" y="121340"/>
                </a:lnTo>
                <a:lnTo>
                  <a:pt x="912606" y="120714"/>
                </a:lnTo>
                <a:lnTo>
                  <a:pt x="913148" y="120075"/>
                </a:lnTo>
                <a:lnTo>
                  <a:pt x="913675" y="119424"/>
                </a:lnTo>
                <a:lnTo>
                  <a:pt x="914187" y="118759"/>
                </a:lnTo>
                <a:lnTo>
                  <a:pt x="914684" y="118082"/>
                </a:lnTo>
                <a:lnTo>
                  <a:pt x="915167" y="117392"/>
                </a:lnTo>
                <a:lnTo>
                  <a:pt x="915635" y="116689"/>
                </a:lnTo>
                <a:lnTo>
                  <a:pt x="916088" y="115974"/>
                </a:lnTo>
                <a:lnTo>
                  <a:pt x="916526" y="115245"/>
                </a:lnTo>
                <a:lnTo>
                  <a:pt x="916949" y="114506"/>
                </a:lnTo>
                <a:lnTo>
                  <a:pt x="917359" y="113759"/>
                </a:lnTo>
                <a:lnTo>
                  <a:pt x="917755" y="113004"/>
                </a:lnTo>
                <a:lnTo>
                  <a:pt x="918138" y="112240"/>
                </a:lnTo>
                <a:lnTo>
                  <a:pt x="918507" y="111468"/>
                </a:lnTo>
                <a:lnTo>
                  <a:pt x="918862" y="110689"/>
                </a:lnTo>
                <a:lnTo>
                  <a:pt x="919203" y="109901"/>
                </a:lnTo>
                <a:lnTo>
                  <a:pt x="919530" y="109105"/>
                </a:lnTo>
                <a:lnTo>
                  <a:pt x="919844" y="108301"/>
                </a:lnTo>
                <a:lnTo>
                  <a:pt x="920144" y="107488"/>
                </a:lnTo>
                <a:lnTo>
                  <a:pt x="920431" y="106668"/>
                </a:lnTo>
                <a:lnTo>
                  <a:pt x="920703" y="105839"/>
                </a:lnTo>
                <a:lnTo>
                  <a:pt x="920962" y="105003"/>
                </a:lnTo>
                <a:lnTo>
                  <a:pt x="921207" y="104158"/>
                </a:lnTo>
                <a:lnTo>
                  <a:pt x="921439" y="103305"/>
                </a:lnTo>
                <a:lnTo>
                  <a:pt x="921656" y="102444"/>
                </a:lnTo>
                <a:lnTo>
                  <a:pt x="921860" y="101574"/>
                </a:lnTo>
                <a:lnTo>
                  <a:pt x="922050" y="100697"/>
                </a:lnTo>
                <a:lnTo>
                  <a:pt x="922227" y="99812"/>
                </a:lnTo>
                <a:lnTo>
                  <a:pt x="922390" y="98918"/>
                </a:lnTo>
                <a:lnTo>
                  <a:pt x="922539" y="98016"/>
                </a:lnTo>
                <a:lnTo>
                  <a:pt x="922674" y="97106"/>
                </a:lnTo>
                <a:lnTo>
                  <a:pt x="922795" y="96188"/>
                </a:lnTo>
                <a:lnTo>
                  <a:pt x="922903" y="95262"/>
                </a:lnTo>
                <a:lnTo>
                  <a:pt x="907403" y="95262"/>
                </a:lnTo>
                <a:lnTo>
                  <a:pt x="907292" y="95946"/>
                </a:lnTo>
                <a:lnTo>
                  <a:pt x="907176" y="96622"/>
                </a:lnTo>
                <a:lnTo>
                  <a:pt x="907053" y="97290"/>
                </a:lnTo>
                <a:lnTo>
                  <a:pt x="906924" y="97950"/>
                </a:lnTo>
                <a:lnTo>
                  <a:pt x="906789" y="98601"/>
                </a:lnTo>
                <a:close/>
                <a:moveTo>
                  <a:pt x="993518" y="123697"/>
                </a:moveTo>
                <a:lnTo>
                  <a:pt x="993560" y="124045"/>
                </a:lnTo>
                <a:lnTo>
                  <a:pt x="993603" y="124395"/>
                </a:lnTo>
                <a:lnTo>
                  <a:pt x="993649" y="124748"/>
                </a:lnTo>
                <a:lnTo>
                  <a:pt x="993697" y="125103"/>
                </a:lnTo>
                <a:lnTo>
                  <a:pt x="993748" y="125459"/>
                </a:lnTo>
                <a:lnTo>
                  <a:pt x="993801" y="125818"/>
                </a:lnTo>
                <a:lnTo>
                  <a:pt x="993855" y="126175"/>
                </a:lnTo>
                <a:lnTo>
                  <a:pt x="993912" y="126526"/>
                </a:lnTo>
                <a:lnTo>
                  <a:pt x="993970" y="126871"/>
                </a:lnTo>
                <a:lnTo>
                  <a:pt x="994029" y="127210"/>
                </a:lnTo>
                <a:lnTo>
                  <a:pt x="994091" y="127543"/>
                </a:lnTo>
                <a:lnTo>
                  <a:pt x="994154" y="127869"/>
                </a:lnTo>
                <a:lnTo>
                  <a:pt x="994219" y="128190"/>
                </a:lnTo>
                <a:lnTo>
                  <a:pt x="994285" y="128505"/>
                </a:lnTo>
                <a:lnTo>
                  <a:pt x="994353" y="128814"/>
                </a:lnTo>
                <a:lnTo>
                  <a:pt x="994423" y="129116"/>
                </a:lnTo>
                <a:lnTo>
                  <a:pt x="994494" y="129413"/>
                </a:lnTo>
                <a:lnTo>
                  <a:pt x="994568" y="129703"/>
                </a:lnTo>
                <a:lnTo>
                  <a:pt x="994642" y="129988"/>
                </a:lnTo>
                <a:lnTo>
                  <a:pt x="994719" y="130267"/>
                </a:lnTo>
                <a:lnTo>
                  <a:pt x="994797" y="130539"/>
                </a:lnTo>
                <a:lnTo>
                  <a:pt x="994877" y="130806"/>
                </a:lnTo>
                <a:lnTo>
                  <a:pt x="994959" y="131066"/>
                </a:lnTo>
                <a:lnTo>
                  <a:pt x="995042" y="131321"/>
                </a:lnTo>
                <a:lnTo>
                  <a:pt x="995127" y="131569"/>
                </a:lnTo>
                <a:lnTo>
                  <a:pt x="995213" y="131811"/>
                </a:lnTo>
                <a:lnTo>
                  <a:pt x="995302" y="132048"/>
                </a:lnTo>
                <a:lnTo>
                  <a:pt x="995392" y="132278"/>
                </a:lnTo>
                <a:lnTo>
                  <a:pt x="995483" y="132502"/>
                </a:lnTo>
                <a:lnTo>
                  <a:pt x="995577" y="132721"/>
                </a:lnTo>
                <a:lnTo>
                  <a:pt x="1011158" y="132721"/>
                </a:lnTo>
                <a:lnTo>
                  <a:pt x="1011158" y="131429"/>
                </a:lnTo>
                <a:lnTo>
                  <a:pt x="1011031" y="131131"/>
                </a:lnTo>
                <a:lnTo>
                  <a:pt x="1010907" y="130827"/>
                </a:lnTo>
                <a:lnTo>
                  <a:pt x="1010786" y="130520"/>
                </a:lnTo>
                <a:lnTo>
                  <a:pt x="1010668" y="130207"/>
                </a:lnTo>
                <a:lnTo>
                  <a:pt x="1010552" y="129889"/>
                </a:lnTo>
                <a:lnTo>
                  <a:pt x="1010439" y="129567"/>
                </a:lnTo>
                <a:lnTo>
                  <a:pt x="1010328" y="129240"/>
                </a:lnTo>
                <a:lnTo>
                  <a:pt x="1010220" y="128908"/>
                </a:lnTo>
                <a:lnTo>
                  <a:pt x="1010115" y="128572"/>
                </a:lnTo>
                <a:lnTo>
                  <a:pt x="1010013" y="128231"/>
                </a:lnTo>
                <a:lnTo>
                  <a:pt x="1009913" y="127885"/>
                </a:lnTo>
                <a:lnTo>
                  <a:pt x="1009816" y="127534"/>
                </a:lnTo>
                <a:lnTo>
                  <a:pt x="1009721" y="127178"/>
                </a:lnTo>
                <a:lnTo>
                  <a:pt x="1009629" y="126818"/>
                </a:lnTo>
                <a:lnTo>
                  <a:pt x="1009540" y="126453"/>
                </a:lnTo>
                <a:lnTo>
                  <a:pt x="1009453" y="126083"/>
                </a:lnTo>
                <a:lnTo>
                  <a:pt x="1009369" y="125708"/>
                </a:lnTo>
                <a:lnTo>
                  <a:pt x="1009288" y="125329"/>
                </a:lnTo>
                <a:lnTo>
                  <a:pt x="1009210" y="124945"/>
                </a:lnTo>
                <a:lnTo>
                  <a:pt x="1009134" y="124556"/>
                </a:lnTo>
                <a:lnTo>
                  <a:pt x="1009061" y="124162"/>
                </a:lnTo>
                <a:lnTo>
                  <a:pt x="1008990" y="123764"/>
                </a:lnTo>
                <a:lnTo>
                  <a:pt x="1008922" y="123360"/>
                </a:lnTo>
                <a:lnTo>
                  <a:pt x="1008857" y="122952"/>
                </a:lnTo>
                <a:lnTo>
                  <a:pt x="1008794" y="122543"/>
                </a:lnTo>
                <a:lnTo>
                  <a:pt x="1008734" y="122136"/>
                </a:lnTo>
                <a:lnTo>
                  <a:pt x="1008677" y="121730"/>
                </a:lnTo>
                <a:lnTo>
                  <a:pt x="1008623" y="121327"/>
                </a:lnTo>
                <a:lnTo>
                  <a:pt x="1008571" y="120925"/>
                </a:lnTo>
                <a:lnTo>
                  <a:pt x="1008521" y="120525"/>
                </a:lnTo>
                <a:lnTo>
                  <a:pt x="1008475" y="120128"/>
                </a:lnTo>
                <a:lnTo>
                  <a:pt x="1008431" y="119732"/>
                </a:lnTo>
                <a:lnTo>
                  <a:pt x="1008389" y="119338"/>
                </a:lnTo>
                <a:lnTo>
                  <a:pt x="1008351" y="118947"/>
                </a:lnTo>
                <a:lnTo>
                  <a:pt x="1008315" y="118557"/>
                </a:lnTo>
                <a:lnTo>
                  <a:pt x="1008282" y="118169"/>
                </a:lnTo>
                <a:lnTo>
                  <a:pt x="1008251" y="117783"/>
                </a:lnTo>
                <a:lnTo>
                  <a:pt x="1008223" y="117399"/>
                </a:lnTo>
                <a:lnTo>
                  <a:pt x="1008198" y="117017"/>
                </a:lnTo>
                <a:lnTo>
                  <a:pt x="1008175" y="116637"/>
                </a:lnTo>
                <a:lnTo>
                  <a:pt x="1008155" y="116259"/>
                </a:lnTo>
                <a:lnTo>
                  <a:pt x="1008138" y="115883"/>
                </a:lnTo>
                <a:lnTo>
                  <a:pt x="1008123" y="115509"/>
                </a:lnTo>
                <a:lnTo>
                  <a:pt x="1008111" y="115137"/>
                </a:lnTo>
                <a:lnTo>
                  <a:pt x="1008102" y="114767"/>
                </a:lnTo>
                <a:lnTo>
                  <a:pt x="1008095" y="114399"/>
                </a:lnTo>
                <a:lnTo>
                  <a:pt x="1008091" y="114033"/>
                </a:lnTo>
                <a:lnTo>
                  <a:pt x="1008090" y="113668"/>
                </a:lnTo>
                <a:lnTo>
                  <a:pt x="1008090" y="72980"/>
                </a:lnTo>
                <a:lnTo>
                  <a:pt x="1008083" y="72172"/>
                </a:lnTo>
                <a:lnTo>
                  <a:pt x="1008061" y="71375"/>
                </a:lnTo>
                <a:lnTo>
                  <a:pt x="1008025" y="70589"/>
                </a:lnTo>
                <a:lnTo>
                  <a:pt x="1007974" y="69815"/>
                </a:lnTo>
                <a:lnTo>
                  <a:pt x="1007909" y="69052"/>
                </a:lnTo>
                <a:lnTo>
                  <a:pt x="1007830" y="68300"/>
                </a:lnTo>
                <a:lnTo>
                  <a:pt x="1007736" y="67560"/>
                </a:lnTo>
                <a:lnTo>
                  <a:pt x="1007628" y="66831"/>
                </a:lnTo>
                <a:lnTo>
                  <a:pt x="1007505" y="66114"/>
                </a:lnTo>
                <a:lnTo>
                  <a:pt x="1007368" y="65408"/>
                </a:lnTo>
                <a:lnTo>
                  <a:pt x="1007217" y="64713"/>
                </a:lnTo>
                <a:lnTo>
                  <a:pt x="1007051" y="64029"/>
                </a:lnTo>
                <a:lnTo>
                  <a:pt x="1006870" y="63357"/>
                </a:lnTo>
                <a:lnTo>
                  <a:pt x="1006675" y="62696"/>
                </a:lnTo>
                <a:lnTo>
                  <a:pt x="1006466" y="62047"/>
                </a:lnTo>
                <a:lnTo>
                  <a:pt x="1006242" y="61409"/>
                </a:lnTo>
                <a:lnTo>
                  <a:pt x="1006004" y="60782"/>
                </a:lnTo>
                <a:lnTo>
                  <a:pt x="1005751" y="60167"/>
                </a:lnTo>
                <a:lnTo>
                  <a:pt x="1005484" y="59563"/>
                </a:lnTo>
                <a:lnTo>
                  <a:pt x="1005203" y="58970"/>
                </a:lnTo>
                <a:lnTo>
                  <a:pt x="1004907" y="58389"/>
                </a:lnTo>
                <a:lnTo>
                  <a:pt x="1004596" y="57819"/>
                </a:lnTo>
                <a:lnTo>
                  <a:pt x="1004272" y="57260"/>
                </a:lnTo>
                <a:lnTo>
                  <a:pt x="1003932" y="56713"/>
                </a:lnTo>
                <a:lnTo>
                  <a:pt x="1003580" y="56177"/>
                </a:lnTo>
                <a:lnTo>
                  <a:pt x="1003217" y="55653"/>
                </a:lnTo>
                <a:lnTo>
                  <a:pt x="1002844" y="55139"/>
                </a:lnTo>
                <a:lnTo>
                  <a:pt x="1002459" y="54638"/>
                </a:lnTo>
                <a:lnTo>
                  <a:pt x="1002063" y="54147"/>
                </a:lnTo>
                <a:lnTo>
                  <a:pt x="1001657" y="53668"/>
                </a:lnTo>
                <a:lnTo>
                  <a:pt x="1001239" y="53200"/>
                </a:lnTo>
                <a:lnTo>
                  <a:pt x="1000811" y="52744"/>
                </a:lnTo>
                <a:lnTo>
                  <a:pt x="1000371" y="52299"/>
                </a:lnTo>
                <a:lnTo>
                  <a:pt x="999921" y="51865"/>
                </a:lnTo>
                <a:lnTo>
                  <a:pt x="999460" y="51443"/>
                </a:lnTo>
                <a:lnTo>
                  <a:pt x="998988" y="51032"/>
                </a:lnTo>
                <a:lnTo>
                  <a:pt x="998504" y="50632"/>
                </a:lnTo>
                <a:lnTo>
                  <a:pt x="998010" y="50244"/>
                </a:lnTo>
                <a:lnTo>
                  <a:pt x="997505" y="49867"/>
                </a:lnTo>
                <a:lnTo>
                  <a:pt x="996989" y="49501"/>
                </a:lnTo>
                <a:lnTo>
                  <a:pt x="996463" y="49147"/>
                </a:lnTo>
                <a:lnTo>
                  <a:pt x="995925" y="48804"/>
                </a:lnTo>
                <a:lnTo>
                  <a:pt x="995376" y="48472"/>
                </a:lnTo>
                <a:lnTo>
                  <a:pt x="994816" y="48152"/>
                </a:lnTo>
                <a:lnTo>
                  <a:pt x="994246" y="47843"/>
                </a:lnTo>
                <a:lnTo>
                  <a:pt x="993664" y="47546"/>
                </a:lnTo>
                <a:lnTo>
                  <a:pt x="993072" y="47260"/>
                </a:lnTo>
                <a:lnTo>
                  <a:pt x="992469" y="46985"/>
                </a:lnTo>
                <a:lnTo>
                  <a:pt x="991856" y="46722"/>
                </a:lnTo>
                <a:lnTo>
                  <a:pt x="991235" y="46469"/>
                </a:lnTo>
                <a:lnTo>
                  <a:pt x="990607" y="46228"/>
                </a:lnTo>
                <a:lnTo>
                  <a:pt x="989972" y="45998"/>
                </a:lnTo>
                <a:lnTo>
                  <a:pt x="989328" y="45780"/>
                </a:lnTo>
                <a:lnTo>
                  <a:pt x="988677" y="45572"/>
                </a:lnTo>
                <a:lnTo>
                  <a:pt x="988018" y="45376"/>
                </a:lnTo>
                <a:lnTo>
                  <a:pt x="987351" y="45191"/>
                </a:lnTo>
                <a:lnTo>
                  <a:pt x="986677" y="45017"/>
                </a:lnTo>
                <a:lnTo>
                  <a:pt x="985995" y="44855"/>
                </a:lnTo>
                <a:lnTo>
                  <a:pt x="985305" y="44703"/>
                </a:lnTo>
                <a:lnTo>
                  <a:pt x="984607" y="44563"/>
                </a:lnTo>
                <a:lnTo>
                  <a:pt x="983902" y="44434"/>
                </a:lnTo>
                <a:lnTo>
                  <a:pt x="983189" y="44316"/>
                </a:lnTo>
                <a:lnTo>
                  <a:pt x="982469" y="44210"/>
                </a:lnTo>
                <a:lnTo>
                  <a:pt x="981740" y="44115"/>
                </a:lnTo>
                <a:lnTo>
                  <a:pt x="981004" y="44031"/>
                </a:lnTo>
                <a:lnTo>
                  <a:pt x="980261" y="43958"/>
                </a:lnTo>
                <a:lnTo>
                  <a:pt x="979509" y="43896"/>
                </a:lnTo>
                <a:lnTo>
                  <a:pt x="978750" y="43846"/>
                </a:lnTo>
                <a:lnTo>
                  <a:pt x="977983" y="43806"/>
                </a:lnTo>
                <a:lnTo>
                  <a:pt x="977209" y="43778"/>
                </a:lnTo>
                <a:lnTo>
                  <a:pt x="976426" y="43761"/>
                </a:lnTo>
                <a:lnTo>
                  <a:pt x="975636" y="43756"/>
                </a:lnTo>
                <a:lnTo>
                  <a:pt x="974980" y="43760"/>
                </a:lnTo>
                <a:lnTo>
                  <a:pt x="974328" y="43771"/>
                </a:lnTo>
                <a:lnTo>
                  <a:pt x="973682" y="43791"/>
                </a:lnTo>
                <a:lnTo>
                  <a:pt x="973041" y="43818"/>
                </a:lnTo>
                <a:lnTo>
                  <a:pt x="972405" y="43852"/>
                </a:lnTo>
                <a:lnTo>
                  <a:pt x="971774" y="43895"/>
                </a:lnTo>
                <a:lnTo>
                  <a:pt x="971148" y="43945"/>
                </a:lnTo>
                <a:lnTo>
                  <a:pt x="970528" y="44003"/>
                </a:lnTo>
                <a:lnTo>
                  <a:pt x="969913" y="44068"/>
                </a:lnTo>
                <a:lnTo>
                  <a:pt x="969303" y="44141"/>
                </a:lnTo>
                <a:lnTo>
                  <a:pt x="968698" y="44222"/>
                </a:lnTo>
                <a:lnTo>
                  <a:pt x="968098" y="44311"/>
                </a:lnTo>
                <a:lnTo>
                  <a:pt x="967504" y="44407"/>
                </a:lnTo>
                <a:lnTo>
                  <a:pt x="966914" y="44511"/>
                </a:lnTo>
                <a:lnTo>
                  <a:pt x="966330" y="44623"/>
                </a:lnTo>
                <a:lnTo>
                  <a:pt x="965751" y="44743"/>
                </a:lnTo>
                <a:lnTo>
                  <a:pt x="965178" y="44870"/>
                </a:lnTo>
                <a:lnTo>
                  <a:pt x="964609" y="45005"/>
                </a:lnTo>
                <a:lnTo>
                  <a:pt x="964046" y="45147"/>
                </a:lnTo>
                <a:lnTo>
                  <a:pt x="963488" y="45298"/>
                </a:lnTo>
                <a:lnTo>
                  <a:pt x="962935" y="45456"/>
                </a:lnTo>
                <a:lnTo>
                  <a:pt x="962387" y="45621"/>
                </a:lnTo>
                <a:lnTo>
                  <a:pt x="961844" y="45795"/>
                </a:lnTo>
                <a:lnTo>
                  <a:pt x="961307" y="45976"/>
                </a:lnTo>
                <a:lnTo>
                  <a:pt x="960775" y="46164"/>
                </a:lnTo>
                <a:lnTo>
                  <a:pt x="960250" y="46357"/>
                </a:lnTo>
                <a:lnTo>
                  <a:pt x="959731" y="46555"/>
                </a:lnTo>
                <a:lnTo>
                  <a:pt x="959219" y="46759"/>
                </a:lnTo>
                <a:lnTo>
                  <a:pt x="958713" y="46968"/>
                </a:lnTo>
                <a:lnTo>
                  <a:pt x="958214" y="47182"/>
                </a:lnTo>
                <a:lnTo>
                  <a:pt x="957721" y="47401"/>
                </a:lnTo>
                <a:lnTo>
                  <a:pt x="957234" y="47626"/>
                </a:lnTo>
                <a:lnTo>
                  <a:pt x="956754" y="47857"/>
                </a:lnTo>
                <a:lnTo>
                  <a:pt x="956281" y="48092"/>
                </a:lnTo>
                <a:lnTo>
                  <a:pt x="955813" y="48333"/>
                </a:lnTo>
                <a:lnTo>
                  <a:pt x="955353" y="48580"/>
                </a:lnTo>
                <a:lnTo>
                  <a:pt x="954899" y="48831"/>
                </a:lnTo>
                <a:lnTo>
                  <a:pt x="954451" y="49088"/>
                </a:lnTo>
                <a:lnTo>
                  <a:pt x="954009" y="49350"/>
                </a:lnTo>
                <a:lnTo>
                  <a:pt x="953574" y="49618"/>
                </a:lnTo>
                <a:lnTo>
                  <a:pt x="953146" y="49891"/>
                </a:lnTo>
                <a:lnTo>
                  <a:pt x="952724" y="50169"/>
                </a:lnTo>
                <a:lnTo>
                  <a:pt x="952308" y="50452"/>
                </a:lnTo>
                <a:lnTo>
                  <a:pt x="951899" y="50741"/>
                </a:lnTo>
                <a:lnTo>
                  <a:pt x="951497" y="51035"/>
                </a:lnTo>
                <a:lnTo>
                  <a:pt x="951100" y="51335"/>
                </a:lnTo>
                <a:lnTo>
                  <a:pt x="950711" y="51640"/>
                </a:lnTo>
                <a:lnTo>
                  <a:pt x="950327" y="51950"/>
                </a:lnTo>
                <a:lnTo>
                  <a:pt x="949951" y="52264"/>
                </a:lnTo>
                <a:lnTo>
                  <a:pt x="949582" y="52582"/>
                </a:lnTo>
                <a:lnTo>
                  <a:pt x="949220" y="52902"/>
                </a:lnTo>
                <a:lnTo>
                  <a:pt x="948866" y="53225"/>
                </a:lnTo>
                <a:lnTo>
                  <a:pt x="948520" y="53551"/>
                </a:lnTo>
                <a:lnTo>
                  <a:pt x="948180" y="53880"/>
                </a:lnTo>
                <a:lnTo>
                  <a:pt x="947849" y="54212"/>
                </a:lnTo>
                <a:lnTo>
                  <a:pt x="947524" y="54547"/>
                </a:lnTo>
                <a:lnTo>
                  <a:pt x="947207" y="54885"/>
                </a:lnTo>
                <a:lnTo>
                  <a:pt x="946898" y="55225"/>
                </a:lnTo>
                <a:lnTo>
                  <a:pt x="946596" y="55569"/>
                </a:lnTo>
                <a:lnTo>
                  <a:pt x="946301" y="55916"/>
                </a:lnTo>
                <a:lnTo>
                  <a:pt x="946014" y="56265"/>
                </a:lnTo>
                <a:lnTo>
                  <a:pt x="945734" y="56618"/>
                </a:lnTo>
                <a:lnTo>
                  <a:pt x="945461" y="56974"/>
                </a:lnTo>
                <a:lnTo>
                  <a:pt x="945196" y="57332"/>
                </a:lnTo>
                <a:lnTo>
                  <a:pt x="944939" y="57693"/>
                </a:lnTo>
                <a:lnTo>
                  <a:pt x="944689" y="58058"/>
                </a:lnTo>
                <a:lnTo>
                  <a:pt x="944446" y="58425"/>
                </a:lnTo>
                <a:lnTo>
                  <a:pt x="944211" y="58795"/>
                </a:lnTo>
                <a:lnTo>
                  <a:pt x="943983" y="59168"/>
                </a:lnTo>
                <a:lnTo>
                  <a:pt x="943763" y="59545"/>
                </a:lnTo>
                <a:lnTo>
                  <a:pt x="943550" y="59924"/>
                </a:lnTo>
                <a:lnTo>
                  <a:pt x="943344" y="60306"/>
                </a:lnTo>
                <a:lnTo>
                  <a:pt x="943147" y="60689"/>
                </a:lnTo>
                <a:lnTo>
                  <a:pt x="942957" y="61073"/>
                </a:lnTo>
                <a:lnTo>
                  <a:pt x="942777" y="61457"/>
                </a:lnTo>
                <a:lnTo>
                  <a:pt x="942604" y="61842"/>
                </a:lnTo>
                <a:lnTo>
                  <a:pt x="942440" y="62226"/>
                </a:lnTo>
                <a:lnTo>
                  <a:pt x="942285" y="62611"/>
                </a:lnTo>
                <a:lnTo>
                  <a:pt x="942137" y="62997"/>
                </a:lnTo>
                <a:lnTo>
                  <a:pt x="941999" y="63382"/>
                </a:lnTo>
                <a:lnTo>
                  <a:pt x="941868" y="63768"/>
                </a:lnTo>
                <a:lnTo>
                  <a:pt x="941746" y="64154"/>
                </a:lnTo>
                <a:lnTo>
                  <a:pt x="941633" y="64541"/>
                </a:lnTo>
                <a:lnTo>
                  <a:pt x="941528" y="64927"/>
                </a:lnTo>
                <a:lnTo>
                  <a:pt x="941431" y="65314"/>
                </a:lnTo>
                <a:lnTo>
                  <a:pt x="941343" y="65702"/>
                </a:lnTo>
                <a:lnTo>
                  <a:pt x="941263" y="66089"/>
                </a:lnTo>
                <a:lnTo>
                  <a:pt x="941191" y="66477"/>
                </a:lnTo>
                <a:lnTo>
                  <a:pt x="941128" y="66865"/>
                </a:lnTo>
                <a:lnTo>
                  <a:pt x="941074" y="67253"/>
                </a:lnTo>
                <a:lnTo>
                  <a:pt x="941027" y="67642"/>
                </a:lnTo>
                <a:lnTo>
                  <a:pt x="940990" y="68031"/>
                </a:lnTo>
                <a:lnTo>
                  <a:pt x="940960" y="68420"/>
                </a:lnTo>
                <a:lnTo>
                  <a:pt x="940939" y="68810"/>
                </a:lnTo>
                <a:lnTo>
                  <a:pt x="940926" y="69200"/>
                </a:lnTo>
                <a:lnTo>
                  <a:pt x="940922" y="69590"/>
                </a:lnTo>
                <a:lnTo>
                  <a:pt x="955857" y="69590"/>
                </a:lnTo>
                <a:lnTo>
                  <a:pt x="955861" y="69288"/>
                </a:lnTo>
                <a:lnTo>
                  <a:pt x="955874" y="68987"/>
                </a:lnTo>
                <a:lnTo>
                  <a:pt x="955895" y="68689"/>
                </a:lnTo>
                <a:lnTo>
                  <a:pt x="955924" y="68392"/>
                </a:lnTo>
                <a:lnTo>
                  <a:pt x="955961" y="68097"/>
                </a:lnTo>
                <a:lnTo>
                  <a:pt x="956006" y="67803"/>
                </a:lnTo>
                <a:lnTo>
                  <a:pt x="956060" y="67512"/>
                </a:lnTo>
                <a:lnTo>
                  <a:pt x="956122" y="67221"/>
                </a:lnTo>
                <a:lnTo>
                  <a:pt x="956192" y="66933"/>
                </a:lnTo>
                <a:lnTo>
                  <a:pt x="956271" y="66646"/>
                </a:lnTo>
                <a:lnTo>
                  <a:pt x="956358" y="66361"/>
                </a:lnTo>
                <a:lnTo>
                  <a:pt x="956453" y="66078"/>
                </a:lnTo>
                <a:lnTo>
                  <a:pt x="956556" y="65796"/>
                </a:lnTo>
                <a:lnTo>
                  <a:pt x="956668" y="65516"/>
                </a:lnTo>
                <a:lnTo>
                  <a:pt x="956788" y="65238"/>
                </a:lnTo>
                <a:lnTo>
                  <a:pt x="956916" y="64961"/>
                </a:lnTo>
                <a:lnTo>
                  <a:pt x="957052" y="64686"/>
                </a:lnTo>
                <a:lnTo>
                  <a:pt x="957197" y="64413"/>
                </a:lnTo>
                <a:lnTo>
                  <a:pt x="957350" y="64141"/>
                </a:lnTo>
                <a:lnTo>
                  <a:pt x="957511" y="63871"/>
                </a:lnTo>
                <a:lnTo>
                  <a:pt x="957681" y="63603"/>
                </a:lnTo>
                <a:lnTo>
                  <a:pt x="957859" y="63336"/>
                </a:lnTo>
                <a:lnTo>
                  <a:pt x="958045" y="63071"/>
                </a:lnTo>
                <a:lnTo>
                  <a:pt x="958239" y="62808"/>
                </a:lnTo>
                <a:lnTo>
                  <a:pt x="958441" y="62548"/>
                </a:lnTo>
                <a:lnTo>
                  <a:pt x="958649" y="62292"/>
                </a:lnTo>
                <a:lnTo>
                  <a:pt x="958863" y="62040"/>
                </a:lnTo>
                <a:lnTo>
                  <a:pt x="959084" y="61792"/>
                </a:lnTo>
                <a:lnTo>
                  <a:pt x="959312" y="61549"/>
                </a:lnTo>
                <a:lnTo>
                  <a:pt x="959546" y="61310"/>
                </a:lnTo>
                <a:lnTo>
                  <a:pt x="959786" y="61075"/>
                </a:lnTo>
                <a:lnTo>
                  <a:pt x="960033" y="60844"/>
                </a:lnTo>
                <a:lnTo>
                  <a:pt x="960286" y="60617"/>
                </a:lnTo>
                <a:lnTo>
                  <a:pt x="960546" y="60395"/>
                </a:lnTo>
                <a:lnTo>
                  <a:pt x="960812" y="60177"/>
                </a:lnTo>
                <a:lnTo>
                  <a:pt x="961085" y="59962"/>
                </a:lnTo>
                <a:lnTo>
                  <a:pt x="961364" y="59753"/>
                </a:lnTo>
                <a:lnTo>
                  <a:pt x="961649" y="59547"/>
                </a:lnTo>
                <a:lnTo>
                  <a:pt x="961941" y="59346"/>
                </a:lnTo>
                <a:lnTo>
                  <a:pt x="962240" y="59148"/>
                </a:lnTo>
                <a:lnTo>
                  <a:pt x="962544" y="58955"/>
                </a:lnTo>
                <a:lnTo>
                  <a:pt x="962856" y="58767"/>
                </a:lnTo>
                <a:lnTo>
                  <a:pt x="963173" y="58582"/>
                </a:lnTo>
                <a:lnTo>
                  <a:pt x="963498" y="58402"/>
                </a:lnTo>
                <a:lnTo>
                  <a:pt x="963828" y="58226"/>
                </a:lnTo>
                <a:lnTo>
                  <a:pt x="964165" y="58054"/>
                </a:lnTo>
                <a:lnTo>
                  <a:pt x="964509" y="57886"/>
                </a:lnTo>
                <a:lnTo>
                  <a:pt x="964859" y="57722"/>
                </a:lnTo>
                <a:lnTo>
                  <a:pt x="965214" y="57564"/>
                </a:lnTo>
                <a:lnTo>
                  <a:pt x="965575" y="57413"/>
                </a:lnTo>
                <a:lnTo>
                  <a:pt x="965940" y="57268"/>
                </a:lnTo>
                <a:lnTo>
                  <a:pt x="966311" y="57130"/>
                </a:lnTo>
                <a:lnTo>
                  <a:pt x="966686" y="56999"/>
                </a:lnTo>
                <a:lnTo>
                  <a:pt x="967066" y="56875"/>
                </a:lnTo>
                <a:lnTo>
                  <a:pt x="967451" y="56757"/>
                </a:lnTo>
                <a:lnTo>
                  <a:pt x="967841" y="56646"/>
                </a:lnTo>
                <a:lnTo>
                  <a:pt x="968236" y="56542"/>
                </a:lnTo>
                <a:lnTo>
                  <a:pt x="968636" y="56444"/>
                </a:lnTo>
                <a:lnTo>
                  <a:pt x="969041" y="56353"/>
                </a:lnTo>
                <a:lnTo>
                  <a:pt x="969450" y="56269"/>
                </a:lnTo>
                <a:lnTo>
                  <a:pt x="969865" y="56192"/>
                </a:lnTo>
                <a:lnTo>
                  <a:pt x="970284" y="56121"/>
                </a:lnTo>
                <a:lnTo>
                  <a:pt x="970709" y="56057"/>
                </a:lnTo>
                <a:lnTo>
                  <a:pt x="971138" y="56000"/>
                </a:lnTo>
                <a:lnTo>
                  <a:pt x="971572" y="55950"/>
                </a:lnTo>
                <a:lnTo>
                  <a:pt x="972011" y="55906"/>
                </a:lnTo>
                <a:lnTo>
                  <a:pt x="972455" y="55869"/>
                </a:lnTo>
                <a:lnTo>
                  <a:pt x="972904" y="55839"/>
                </a:lnTo>
                <a:lnTo>
                  <a:pt x="973358" y="55815"/>
                </a:lnTo>
                <a:lnTo>
                  <a:pt x="973816" y="55798"/>
                </a:lnTo>
                <a:lnTo>
                  <a:pt x="974280" y="55788"/>
                </a:lnTo>
                <a:lnTo>
                  <a:pt x="974748" y="55785"/>
                </a:lnTo>
                <a:lnTo>
                  <a:pt x="975249" y="55788"/>
                </a:lnTo>
                <a:lnTo>
                  <a:pt x="975744" y="55799"/>
                </a:lnTo>
                <a:lnTo>
                  <a:pt x="976232" y="55817"/>
                </a:lnTo>
                <a:lnTo>
                  <a:pt x="976713" y="55843"/>
                </a:lnTo>
                <a:lnTo>
                  <a:pt x="977187" y="55876"/>
                </a:lnTo>
                <a:lnTo>
                  <a:pt x="977655" y="55916"/>
                </a:lnTo>
                <a:lnTo>
                  <a:pt x="978115" y="55963"/>
                </a:lnTo>
                <a:lnTo>
                  <a:pt x="978570" y="56018"/>
                </a:lnTo>
                <a:lnTo>
                  <a:pt x="979017" y="56080"/>
                </a:lnTo>
                <a:lnTo>
                  <a:pt x="979458" y="56149"/>
                </a:lnTo>
                <a:lnTo>
                  <a:pt x="979891" y="56226"/>
                </a:lnTo>
                <a:lnTo>
                  <a:pt x="980319" y="56309"/>
                </a:lnTo>
                <a:lnTo>
                  <a:pt x="980739" y="56401"/>
                </a:lnTo>
                <a:lnTo>
                  <a:pt x="981153" y="56499"/>
                </a:lnTo>
                <a:lnTo>
                  <a:pt x="981560" y="56605"/>
                </a:lnTo>
                <a:lnTo>
                  <a:pt x="981960" y="56718"/>
                </a:lnTo>
                <a:lnTo>
                  <a:pt x="982354" y="56838"/>
                </a:lnTo>
                <a:lnTo>
                  <a:pt x="982741" y="56965"/>
                </a:lnTo>
                <a:lnTo>
                  <a:pt x="983121" y="57100"/>
                </a:lnTo>
                <a:lnTo>
                  <a:pt x="983494" y="57242"/>
                </a:lnTo>
                <a:lnTo>
                  <a:pt x="983861" y="57392"/>
                </a:lnTo>
                <a:lnTo>
                  <a:pt x="984221" y="57548"/>
                </a:lnTo>
                <a:lnTo>
                  <a:pt x="984574" y="57712"/>
                </a:lnTo>
                <a:lnTo>
                  <a:pt x="984920" y="57884"/>
                </a:lnTo>
                <a:lnTo>
                  <a:pt x="985260" y="58062"/>
                </a:lnTo>
                <a:lnTo>
                  <a:pt x="985592" y="58246"/>
                </a:lnTo>
                <a:lnTo>
                  <a:pt x="985917" y="58436"/>
                </a:lnTo>
                <a:lnTo>
                  <a:pt x="986236" y="58632"/>
                </a:lnTo>
                <a:lnTo>
                  <a:pt x="986546" y="58834"/>
                </a:lnTo>
                <a:lnTo>
                  <a:pt x="986850" y="59042"/>
                </a:lnTo>
                <a:lnTo>
                  <a:pt x="987147" y="59256"/>
                </a:lnTo>
                <a:lnTo>
                  <a:pt x="987436" y="59476"/>
                </a:lnTo>
                <a:lnTo>
                  <a:pt x="987719" y="59702"/>
                </a:lnTo>
                <a:lnTo>
                  <a:pt x="987994" y="59934"/>
                </a:lnTo>
                <a:lnTo>
                  <a:pt x="988262" y="60172"/>
                </a:lnTo>
                <a:lnTo>
                  <a:pt x="988523" y="60417"/>
                </a:lnTo>
                <a:lnTo>
                  <a:pt x="988777" y="60667"/>
                </a:lnTo>
                <a:lnTo>
                  <a:pt x="989023" y="60923"/>
                </a:lnTo>
                <a:lnTo>
                  <a:pt x="989263" y="61185"/>
                </a:lnTo>
                <a:lnTo>
                  <a:pt x="989495" y="61454"/>
                </a:lnTo>
                <a:lnTo>
                  <a:pt x="989720" y="61728"/>
                </a:lnTo>
                <a:lnTo>
                  <a:pt x="989938" y="62008"/>
                </a:lnTo>
                <a:lnTo>
                  <a:pt x="990149" y="62295"/>
                </a:lnTo>
                <a:lnTo>
                  <a:pt x="990353" y="62587"/>
                </a:lnTo>
                <a:lnTo>
                  <a:pt x="990549" y="62886"/>
                </a:lnTo>
                <a:lnTo>
                  <a:pt x="990739" y="63190"/>
                </a:lnTo>
                <a:lnTo>
                  <a:pt x="990921" y="63501"/>
                </a:lnTo>
                <a:lnTo>
                  <a:pt x="991096" y="63817"/>
                </a:lnTo>
                <a:lnTo>
                  <a:pt x="991264" y="64139"/>
                </a:lnTo>
                <a:lnTo>
                  <a:pt x="991425" y="64466"/>
                </a:lnTo>
                <a:lnTo>
                  <a:pt x="991579" y="64797"/>
                </a:lnTo>
                <a:lnTo>
                  <a:pt x="991725" y="65133"/>
                </a:lnTo>
                <a:lnTo>
                  <a:pt x="991865" y="65473"/>
                </a:lnTo>
                <a:lnTo>
                  <a:pt x="991997" y="65818"/>
                </a:lnTo>
                <a:lnTo>
                  <a:pt x="992122" y="66168"/>
                </a:lnTo>
                <a:lnTo>
                  <a:pt x="992240" y="66522"/>
                </a:lnTo>
                <a:lnTo>
                  <a:pt x="992351" y="66881"/>
                </a:lnTo>
                <a:lnTo>
                  <a:pt x="992454" y="67244"/>
                </a:lnTo>
                <a:lnTo>
                  <a:pt x="992551" y="67612"/>
                </a:lnTo>
                <a:lnTo>
                  <a:pt x="992640" y="67985"/>
                </a:lnTo>
                <a:lnTo>
                  <a:pt x="992722" y="68362"/>
                </a:lnTo>
                <a:lnTo>
                  <a:pt x="992797" y="68744"/>
                </a:lnTo>
                <a:lnTo>
                  <a:pt x="992865" y="69131"/>
                </a:lnTo>
                <a:lnTo>
                  <a:pt x="992926" y="69522"/>
                </a:lnTo>
                <a:lnTo>
                  <a:pt x="992980" y="69918"/>
                </a:lnTo>
                <a:lnTo>
                  <a:pt x="993026" y="70319"/>
                </a:lnTo>
                <a:lnTo>
                  <a:pt x="993065" y="70724"/>
                </a:lnTo>
                <a:lnTo>
                  <a:pt x="993098" y="71134"/>
                </a:lnTo>
                <a:lnTo>
                  <a:pt x="993123" y="71548"/>
                </a:lnTo>
                <a:lnTo>
                  <a:pt x="993140" y="71967"/>
                </a:lnTo>
                <a:lnTo>
                  <a:pt x="993151" y="72391"/>
                </a:lnTo>
                <a:lnTo>
                  <a:pt x="993155" y="72819"/>
                </a:lnTo>
                <a:lnTo>
                  <a:pt x="993155" y="79762"/>
                </a:lnTo>
                <a:lnTo>
                  <a:pt x="978381" y="79762"/>
                </a:lnTo>
                <a:lnTo>
                  <a:pt x="977637" y="79765"/>
                </a:lnTo>
                <a:lnTo>
                  <a:pt x="976899" y="79775"/>
                </a:lnTo>
                <a:lnTo>
                  <a:pt x="976167" y="79791"/>
                </a:lnTo>
                <a:lnTo>
                  <a:pt x="975441" y="79813"/>
                </a:lnTo>
                <a:lnTo>
                  <a:pt x="974721" y="79842"/>
                </a:lnTo>
                <a:lnTo>
                  <a:pt x="974007" y="79878"/>
                </a:lnTo>
                <a:lnTo>
                  <a:pt x="973298" y="79920"/>
                </a:lnTo>
                <a:lnTo>
                  <a:pt x="972595" y="79968"/>
                </a:lnTo>
                <a:lnTo>
                  <a:pt x="971899" y="80023"/>
                </a:lnTo>
                <a:lnTo>
                  <a:pt x="971208" y="80084"/>
                </a:lnTo>
                <a:lnTo>
                  <a:pt x="970523" y="80152"/>
                </a:lnTo>
                <a:lnTo>
                  <a:pt x="969844" y="80226"/>
                </a:lnTo>
                <a:lnTo>
                  <a:pt x="969171" y="80306"/>
                </a:lnTo>
                <a:lnTo>
                  <a:pt x="968503" y="80393"/>
                </a:lnTo>
                <a:lnTo>
                  <a:pt x="967842" y="80487"/>
                </a:lnTo>
                <a:lnTo>
                  <a:pt x="967187" y="80587"/>
                </a:lnTo>
                <a:lnTo>
                  <a:pt x="966537" y="80693"/>
                </a:lnTo>
                <a:lnTo>
                  <a:pt x="965893" y="80806"/>
                </a:lnTo>
                <a:lnTo>
                  <a:pt x="965255" y="80925"/>
                </a:lnTo>
                <a:lnTo>
                  <a:pt x="964623" y="81051"/>
                </a:lnTo>
                <a:lnTo>
                  <a:pt x="963997" y="81183"/>
                </a:lnTo>
                <a:lnTo>
                  <a:pt x="963377" y="81322"/>
                </a:lnTo>
                <a:lnTo>
                  <a:pt x="962763" y="81467"/>
                </a:lnTo>
                <a:lnTo>
                  <a:pt x="962154" y="81618"/>
                </a:lnTo>
                <a:lnTo>
                  <a:pt x="961552" y="81776"/>
                </a:lnTo>
                <a:lnTo>
                  <a:pt x="960958" y="81940"/>
                </a:lnTo>
                <a:lnTo>
                  <a:pt x="960371" y="82110"/>
                </a:lnTo>
                <a:lnTo>
                  <a:pt x="959791" y="82286"/>
                </a:lnTo>
                <a:lnTo>
                  <a:pt x="959218" y="82467"/>
                </a:lnTo>
                <a:lnTo>
                  <a:pt x="958653" y="82655"/>
                </a:lnTo>
                <a:lnTo>
                  <a:pt x="958095" y="82849"/>
                </a:lnTo>
                <a:lnTo>
                  <a:pt x="957544" y="83049"/>
                </a:lnTo>
                <a:lnTo>
                  <a:pt x="957000" y="83255"/>
                </a:lnTo>
                <a:lnTo>
                  <a:pt x="956464" y="83467"/>
                </a:lnTo>
                <a:lnTo>
                  <a:pt x="955935" y="83685"/>
                </a:lnTo>
                <a:lnTo>
                  <a:pt x="955413" y="83909"/>
                </a:lnTo>
                <a:lnTo>
                  <a:pt x="954899" y="84139"/>
                </a:lnTo>
                <a:lnTo>
                  <a:pt x="954392" y="84375"/>
                </a:lnTo>
                <a:lnTo>
                  <a:pt x="953892" y="84617"/>
                </a:lnTo>
                <a:lnTo>
                  <a:pt x="953400" y="84866"/>
                </a:lnTo>
                <a:lnTo>
                  <a:pt x="952914" y="85120"/>
                </a:lnTo>
                <a:lnTo>
                  <a:pt x="952436" y="85380"/>
                </a:lnTo>
                <a:lnTo>
                  <a:pt x="951966" y="85646"/>
                </a:lnTo>
                <a:lnTo>
                  <a:pt x="951502" y="85918"/>
                </a:lnTo>
                <a:lnTo>
                  <a:pt x="951046" y="86197"/>
                </a:lnTo>
                <a:lnTo>
                  <a:pt x="950598" y="86481"/>
                </a:lnTo>
                <a:lnTo>
                  <a:pt x="950156" y="86771"/>
                </a:lnTo>
                <a:lnTo>
                  <a:pt x="949722" y="87068"/>
                </a:lnTo>
                <a:lnTo>
                  <a:pt x="949295" y="87370"/>
                </a:lnTo>
                <a:lnTo>
                  <a:pt x="948878" y="87679"/>
                </a:lnTo>
                <a:lnTo>
                  <a:pt x="948468" y="87994"/>
                </a:lnTo>
                <a:lnTo>
                  <a:pt x="948067" y="88315"/>
                </a:lnTo>
                <a:lnTo>
                  <a:pt x="947674" y="88642"/>
                </a:lnTo>
                <a:lnTo>
                  <a:pt x="947290" y="88975"/>
                </a:lnTo>
                <a:lnTo>
                  <a:pt x="946914" y="89314"/>
                </a:lnTo>
                <a:lnTo>
                  <a:pt x="946546" y="89660"/>
                </a:lnTo>
                <a:lnTo>
                  <a:pt x="946187" y="90012"/>
                </a:lnTo>
                <a:lnTo>
                  <a:pt x="945837" y="90370"/>
                </a:lnTo>
                <a:lnTo>
                  <a:pt x="945494" y="90734"/>
                </a:lnTo>
                <a:lnTo>
                  <a:pt x="945161" y="91104"/>
                </a:lnTo>
                <a:lnTo>
                  <a:pt x="944835" y="91481"/>
                </a:lnTo>
                <a:lnTo>
                  <a:pt x="944518" y="91863"/>
                </a:lnTo>
                <a:lnTo>
                  <a:pt x="944209" y="92252"/>
                </a:lnTo>
                <a:lnTo>
                  <a:pt x="943909" y="92647"/>
                </a:lnTo>
                <a:lnTo>
                  <a:pt x="943617" y="93048"/>
                </a:lnTo>
                <a:lnTo>
                  <a:pt x="943334" y="93455"/>
                </a:lnTo>
                <a:lnTo>
                  <a:pt x="943059" y="93869"/>
                </a:lnTo>
                <a:lnTo>
                  <a:pt x="942792" y="94289"/>
                </a:lnTo>
                <a:lnTo>
                  <a:pt x="942534" y="94714"/>
                </a:lnTo>
                <a:lnTo>
                  <a:pt x="942285" y="95146"/>
                </a:lnTo>
                <a:lnTo>
                  <a:pt x="942043" y="95584"/>
                </a:lnTo>
                <a:lnTo>
                  <a:pt x="941810" y="96029"/>
                </a:lnTo>
                <a:lnTo>
                  <a:pt x="941586" y="96479"/>
                </a:lnTo>
                <a:lnTo>
                  <a:pt x="941372" y="96935"/>
                </a:lnTo>
                <a:lnTo>
                  <a:pt x="941167" y="97397"/>
                </a:lnTo>
                <a:lnTo>
                  <a:pt x="940972" y="97864"/>
                </a:lnTo>
                <a:lnTo>
                  <a:pt x="940786" y="98338"/>
                </a:lnTo>
                <a:lnTo>
                  <a:pt x="940609" y="98816"/>
                </a:lnTo>
                <a:lnTo>
                  <a:pt x="940443" y="99301"/>
                </a:lnTo>
                <a:lnTo>
                  <a:pt x="940285" y="99792"/>
                </a:lnTo>
                <a:lnTo>
                  <a:pt x="940138" y="100288"/>
                </a:lnTo>
                <a:lnTo>
                  <a:pt x="939999" y="100790"/>
                </a:lnTo>
                <a:lnTo>
                  <a:pt x="939871" y="101298"/>
                </a:lnTo>
                <a:lnTo>
                  <a:pt x="939752" y="101811"/>
                </a:lnTo>
                <a:lnTo>
                  <a:pt x="939642" y="102330"/>
                </a:lnTo>
                <a:lnTo>
                  <a:pt x="939542" y="102855"/>
                </a:lnTo>
                <a:lnTo>
                  <a:pt x="939451" y="103386"/>
                </a:lnTo>
                <a:lnTo>
                  <a:pt x="939370" y="103922"/>
                </a:lnTo>
                <a:lnTo>
                  <a:pt x="939299" y="104465"/>
                </a:lnTo>
                <a:lnTo>
                  <a:pt x="939237" y="105013"/>
                </a:lnTo>
                <a:lnTo>
                  <a:pt x="939185" y="105566"/>
                </a:lnTo>
                <a:lnTo>
                  <a:pt x="939142" y="106126"/>
                </a:lnTo>
                <a:lnTo>
                  <a:pt x="939108" y="106691"/>
                </a:lnTo>
                <a:lnTo>
                  <a:pt x="939085" y="107262"/>
                </a:lnTo>
                <a:lnTo>
                  <a:pt x="939070" y="107838"/>
                </a:lnTo>
                <a:lnTo>
                  <a:pt x="939065" y="108421"/>
                </a:lnTo>
                <a:lnTo>
                  <a:pt x="939072" y="109024"/>
                </a:lnTo>
                <a:lnTo>
                  <a:pt x="939091" y="109622"/>
                </a:lnTo>
                <a:lnTo>
                  <a:pt x="939123" y="110215"/>
                </a:lnTo>
                <a:lnTo>
                  <a:pt x="939167" y="110804"/>
                </a:lnTo>
                <a:lnTo>
                  <a:pt x="939225" y="111387"/>
                </a:lnTo>
                <a:lnTo>
                  <a:pt x="939295" y="111965"/>
                </a:lnTo>
                <a:lnTo>
                  <a:pt x="939378" y="112539"/>
                </a:lnTo>
                <a:lnTo>
                  <a:pt x="939474" y="113108"/>
                </a:lnTo>
                <a:lnTo>
                  <a:pt x="939582" y="113672"/>
                </a:lnTo>
                <a:lnTo>
                  <a:pt x="939703" y="114230"/>
                </a:lnTo>
                <a:lnTo>
                  <a:pt x="939837" y="114784"/>
                </a:lnTo>
                <a:lnTo>
                  <a:pt x="939984" y="115333"/>
                </a:lnTo>
                <a:lnTo>
                  <a:pt x="940143" y="115878"/>
                </a:lnTo>
                <a:lnTo>
                  <a:pt x="940315" y="116417"/>
                </a:lnTo>
                <a:lnTo>
                  <a:pt x="940500" y="116951"/>
                </a:lnTo>
                <a:lnTo>
                  <a:pt x="940698" y="117481"/>
                </a:lnTo>
                <a:lnTo>
                  <a:pt x="940908" y="118005"/>
                </a:lnTo>
                <a:lnTo>
                  <a:pt x="941132" y="118525"/>
                </a:lnTo>
                <a:lnTo>
                  <a:pt x="941368" y="119040"/>
                </a:lnTo>
                <a:lnTo>
                  <a:pt x="941616" y="119549"/>
                </a:lnTo>
                <a:lnTo>
                  <a:pt x="941878" y="120054"/>
                </a:lnTo>
                <a:lnTo>
                  <a:pt x="942152" y="120554"/>
                </a:lnTo>
                <a:lnTo>
                  <a:pt x="942439" y="121049"/>
                </a:lnTo>
                <a:lnTo>
                  <a:pt x="942739" y="121540"/>
                </a:lnTo>
                <a:lnTo>
                  <a:pt x="943050" y="122023"/>
                </a:lnTo>
                <a:lnTo>
                  <a:pt x="943372" y="122499"/>
                </a:lnTo>
                <a:lnTo>
                  <a:pt x="943704" y="122966"/>
                </a:lnTo>
                <a:lnTo>
                  <a:pt x="944046" y="123424"/>
                </a:lnTo>
                <a:lnTo>
                  <a:pt x="944399" y="123875"/>
                </a:lnTo>
                <a:lnTo>
                  <a:pt x="944762" y="124317"/>
                </a:lnTo>
                <a:lnTo>
                  <a:pt x="945136" y="124751"/>
                </a:lnTo>
                <a:lnTo>
                  <a:pt x="945519" y="125177"/>
                </a:lnTo>
                <a:lnTo>
                  <a:pt x="945914" y="125594"/>
                </a:lnTo>
                <a:lnTo>
                  <a:pt x="946318" y="126004"/>
                </a:lnTo>
                <a:lnTo>
                  <a:pt x="946733" y="126404"/>
                </a:lnTo>
                <a:lnTo>
                  <a:pt x="947159" y="126797"/>
                </a:lnTo>
                <a:lnTo>
                  <a:pt x="947594" y="127182"/>
                </a:lnTo>
                <a:lnTo>
                  <a:pt x="948041" y="127558"/>
                </a:lnTo>
                <a:lnTo>
                  <a:pt x="948497" y="127925"/>
                </a:lnTo>
                <a:lnTo>
                  <a:pt x="948964" y="128285"/>
                </a:lnTo>
                <a:lnTo>
                  <a:pt x="949441" y="128636"/>
                </a:lnTo>
                <a:lnTo>
                  <a:pt x="949929" y="128979"/>
                </a:lnTo>
                <a:lnTo>
                  <a:pt x="950427" y="129314"/>
                </a:lnTo>
                <a:lnTo>
                  <a:pt x="950935" y="129641"/>
                </a:lnTo>
                <a:lnTo>
                  <a:pt x="951454" y="129959"/>
                </a:lnTo>
                <a:lnTo>
                  <a:pt x="951983" y="130269"/>
                </a:lnTo>
                <a:lnTo>
                  <a:pt x="952522" y="130571"/>
                </a:lnTo>
                <a:lnTo>
                  <a:pt x="953072" y="130864"/>
                </a:lnTo>
                <a:lnTo>
                  <a:pt x="953631" y="131147"/>
                </a:lnTo>
                <a:lnTo>
                  <a:pt x="954198" y="131418"/>
                </a:lnTo>
                <a:lnTo>
                  <a:pt x="954772" y="131678"/>
                </a:lnTo>
                <a:lnTo>
                  <a:pt x="955354" y="131925"/>
                </a:lnTo>
                <a:lnTo>
                  <a:pt x="955944" y="132160"/>
                </a:lnTo>
                <a:lnTo>
                  <a:pt x="956541" y="132383"/>
                </a:lnTo>
                <a:lnTo>
                  <a:pt x="957146" y="132594"/>
                </a:lnTo>
                <a:lnTo>
                  <a:pt x="957759" y="132792"/>
                </a:lnTo>
                <a:lnTo>
                  <a:pt x="958380" y="132979"/>
                </a:lnTo>
                <a:lnTo>
                  <a:pt x="959008" y="133154"/>
                </a:lnTo>
                <a:lnTo>
                  <a:pt x="959644" y="133317"/>
                </a:lnTo>
                <a:lnTo>
                  <a:pt x="960287" y="133467"/>
                </a:lnTo>
                <a:lnTo>
                  <a:pt x="960939" y="133606"/>
                </a:lnTo>
                <a:lnTo>
                  <a:pt x="961598" y="133733"/>
                </a:lnTo>
                <a:lnTo>
                  <a:pt x="962265" y="133847"/>
                </a:lnTo>
                <a:lnTo>
                  <a:pt x="962939" y="133950"/>
                </a:lnTo>
                <a:lnTo>
                  <a:pt x="963621" y="134040"/>
                </a:lnTo>
                <a:lnTo>
                  <a:pt x="964311" y="134118"/>
                </a:lnTo>
                <a:lnTo>
                  <a:pt x="965009" y="134185"/>
                </a:lnTo>
                <a:lnTo>
                  <a:pt x="965714" y="134239"/>
                </a:lnTo>
                <a:lnTo>
                  <a:pt x="966427" y="134281"/>
                </a:lnTo>
                <a:lnTo>
                  <a:pt x="967148" y="134311"/>
                </a:lnTo>
                <a:lnTo>
                  <a:pt x="967877" y="134329"/>
                </a:lnTo>
                <a:lnTo>
                  <a:pt x="968613" y="134335"/>
                </a:lnTo>
                <a:lnTo>
                  <a:pt x="969202" y="134331"/>
                </a:lnTo>
                <a:lnTo>
                  <a:pt x="969787" y="134318"/>
                </a:lnTo>
                <a:lnTo>
                  <a:pt x="970367" y="134297"/>
                </a:lnTo>
                <a:lnTo>
                  <a:pt x="970942" y="134267"/>
                </a:lnTo>
                <a:lnTo>
                  <a:pt x="971512" y="134228"/>
                </a:lnTo>
                <a:lnTo>
                  <a:pt x="972077" y="134181"/>
                </a:lnTo>
                <a:lnTo>
                  <a:pt x="972637" y="134126"/>
                </a:lnTo>
                <a:lnTo>
                  <a:pt x="973192" y="134062"/>
                </a:lnTo>
                <a:lnTo>
                  <a:pt x="973742" y="133989"/>
                </a:lnTo>
                <a:lnTo>
                  <a:pt x="974288" y="133908"/>
                </a:lnTo>
                <a:lnTo>
                  <a:pt x="974828" y="133818"/>
                </a:lnTo>
                <a:lnTo>
                  <a:pt x="975364" y="133720"/>
                </a:lnTo>
                <a:lnTo>
                  <a:pt x="975895" y="133613"/>
                </a:lnTo>
                <a:lnTo>
                  <a:pt x="976420" y="133497"/>
                </a:lnTo>
                <a:lnTo>
                  <a:pt x="976941" y="133374"/>
                </a:lnTo>
                <a:lnTo>
                  <a:pt x="977457" y="133241"/>
                </a:lnTo>
                <a:lnTo>
                  <a:pt x="977968" y="133100"/>
                </a:lnTo>
                <a:lnTo>
                  <a:pt x="978474" y="132950"/>
                </a:lnTo>
                <a:lnTo>
                  <a:pt x="978976" y="132792"/>
                </a:lnTo>
                <a:lnTo>
                  <a:pt x="979472" y="132625"/>
                </a:lnTo>
                <a:lnTo>
                  <a:pt x="979964" y="132450"/>
                </a:lnTo>
                <a:lnTo>
                  <a:pt x="980450" y="132266"/>
                </a:lnTo>
                <a:lnTo>
                  <a:pt x="980932" y="132074"/>
                </a:lnTo>
                <a:lnTo>
                  <a:pt x="981409" y="131873"/>
                </a:lnTo>
                <a:lnTo>
                  <a:pt x="981880" y="131666"/>
                </a:lnTo>
                <a:lnTo>
                  <a:pt x="982346" y="131454"/>
                </a:lnTo>
                <a:lnTo>
                  <a:pt x="982807" y="131237"/>
                </a:lnTo>
                <a:lnTo>
                  <a:pt x="983263" y="131016"/>
                </a:lnTo>
                <a:lnTo>
                  <a:pt x="983713" y="130791"/>
                </a:lnTo>
                <a:lnTo>
                  <a:pt x="984158" y="130561"/>
                </a:lnTo>
                <a:lnTo>
                  <a:pt x="984598" y="130327"/>
                </a:lnTo>
                <a:lnTo>
                  <a:pt x="985032" y="130088"/>
                </a:lnTo>
                <a:lnTo>
                  <a:pt x="985461" y="129845"/>
                </a:lnTo>
                <a:lnTo>
                  <a:pt x="985885" y="129597"/>
                </a:lnTo>
                <a:lnTo>
                  <a:pt x="986304" y="129345"/>
                </a:lnTo>
                <a:lnTo>
                  <a:pt x="986717" y="129088"/>
                </a:lnTo>
                <a:lnTo>
                  <a:pt x="987124" y="128827"/>
                </a:lnTo>
                <a:lnTo>
                  <a:pt x="987527" y="128561"/>
                </a:lnTo>
                <a:lnTo>
                  <a:pt x="987924" y="128291"/>
                </a:lnTo>
                <a:lnTo>
                  <a:pt x="988315" y="128016"/>
                </a:lnTo>
                <a:lnTo>
                  <a:pt x="988702" y="127737"/>
                </a:lnTo>
                <a:lnTo>
                  <a:pt x="989083" y="127453"/>
                </a:lnTo>
                <a:lnTo>
                  <a:pt x="989459" y="127165"/>
                </a:lnTo>
                <a:lnTo>
                  <a:pt x="989829" y="126872"/>
                </a:lnTo>
                <a:lnTo>
                  <a:pt x="990194" y="126575"/>
                </a:lnTo>
                <a:lnTo>
                  <a:pt x="990554" y="126274"/>
                </a:lnTo>
                <a:lnTo>
                  <a:pt x="990908" y="125967"/>
                </a:lnTo>
                <a:lnTo>
                  <a:pt x="991258" y="125657"/>
                </a:lnTo>
                <a:lnTo>
                  <a:pt x="991601" y="125343"/>
                </a:lnTo>
                <a:lnTo>
                  <a:pt x="991939" y="125029"/>
                </a:lnTo>
                <a:lnTo>
                  <a:pt x="992271" y="124713"/>
                </a:lnTo>
                <a:lnTo>
                  <a:pt x="992598" y="124395"/>
                </a:lnTo>
                <a:lnTo>
                  <a:pt x="992918" y="124077"/>
                </a:lnTo>
                <a:lnTo>
                  <a:pt x="993233" y="123757"/>
                </a:lnTo>
                <a:lnTo>
                  <a:pt x="993494" y="123486"/>
                </a:lnTo>
                <a:lnTo>
                  <a:pt x="993518" y="123697"/>
                </a:lnTo>
                <a:close/>
                <a:moveTo>
                  <a:pt x="993155" y="108193"/>
                </a:moveTo>
                <a:lnTo>
                  <a:pt x="993011" y="108475"/>
                </a:lnTo>
                <a:lnTo>
                  <a:pt x="992827" y="108818"/>
                </a:lnTo>
                <a:lnTo>
                  <a:pt x="992633" y="109163"/>
                </a:lnTo>
                <a:lnTo>
                  <a:pt x="992428" y="109508"/>
                </a:lnTo>
                <a:lnTo>
                  <a:pt x="992214" y="109854"/>
                </a:lnTo>
                <a:lnTo>
                  <a:pt x="991990" y="110201"/>
                </a:lnTo>
                <a:lnTo>
                  <a:pt x="991756" y="110548"/>
                </a:lnTo>
                <a:lnTo>
                  <a:pt x="991512" y="110897"/>
                </a:lnTo>
                <a:lnTo>
                  <a:pt x="991258" y="111246"/>
                </a:lnTo>
                <a:lnTo>
                  <a:pt x="990995" y="111594"/>
                </a:lnTo>
                <a:lnTo>
                  <a:pt x="990725" y="111937"/>
                </a:lnTo>
                <a:lnTo>
                  <a:pt x="990447" y="112276"/>
                </a:lnTo>
                <a:lnTo>
                  <a:pt x="990162" y="112610"/>
                </a:lnTo>
                <a:lnTo>
                  <a:pt x="989870" y="112940"/>
                </a:lnTo>
                <a:lnTo>
                  <a:pt x="989570" y="113265"/>
                </a:lnTo>
                <a:lnTo>
                  <a:pt x="989263" y="113585"/>
                </a:lnTo>
                <a:lnTo>
                  <a:pt x="988948" y="113902"/>
                </a:lnTo>
                <a:lnTo>
                  <a:pt x="988626" y="114213"/>
                </a:lnTo>
                <a:lnTo>
                  <a:pt x="988296" y="114521"/>
                </a:lnTo>
                <a:lnTo>
                  <a:pt x="987959" y="114823"/>
                </a:lnTo>
                <a:lnTo>
                  <a:pt x="987615" y="115122"/>
                </a:lnTo>
                <a:lnTo>
                  <a:pt x="987263" y="115415"/>
                </a:lnTo>
                <a:lnTo>
                  <a:pt x="986904" y="115705"/>
                </a:lnTo>
                <a:lnTo>
                  <a:pt x="986537" y="115989"/>
                </a:lnTo>
                <a:lnTo>
                  <a:pt x="986163" y="116270"/>
                </a:lnTo>
                <a:lnTo>
                  <a:pt x="985781" y="116546"/>
                </a:lnTo>
                <a:lnTo>
                  <a:pt x="985392" y="116817"/>
                </a:lnTo>
                <a:lnTo>
                  <a:pt x="984996" y="117084"/>
                </a:lnTo>
                <a:lnTo>
                  <a:pt x="984592" y="117346"/>
                </a:lnTo>
                <a:lnTo>
                  <a:pt x="984180" y="117604"/>
                </a:lnTo>
                <a:lnTo>
                  <a:pt x="983762" y="117857"/>
                </a:lnTo>
                <a:lnTo>
                  <a:pt x="983336" y="118106"/>
                </a:lnTo>
                <a:lnTo>
                  <a:pt x="982902" y="118351"/>
                </a:lnTo>
                <a:lnTo>
                  <a:pt x="982462" y="118588"/>
                </a:lnTo>
                <a:lnTo>
                  <a:pt x="982016" y="118815"/>
                </a:lnTo>
                <a:lnTo>
                  <a:pt x="981565" y="119032"/>
                </a:lnTo>
                <a:lnTo>
                  <a:pt x="981108" y="119239"/>
                </a:lnTo>
                <a:lnTo>
                  <a:pt x="980646" y="119436"/>
                </a:lnTo>
                <a:lnTo>
                  <a:pt x="980177" y="119622"/>
                </a:lnTo>
                <a:lnTo>
                  <a:pt x="979704" y="119799"/>
                </a:lnTo>
                <a:lnTo>
                  <a:pt x="979224" y="119965"/>
                </a:lnTo>
                <a:lnTo>
                  <a:pt x="978739" y="120122"/>
                </a:lnTo>
                <a:lnTo>
                  <a:pt x="978249" y="120268"/>
                </a:lnTo>
                <a:lnTo>
                  <a:pt x="977753" y="120404"/>
                </a:lnTo>
                <a:lnTo>
                  <a:pt x="977251" y="120530"/>
                </a:lnTo>
                <a:lnTo>
                  <a:pt x="976744" y="120646"/>
                </a:lnTo>
                <a:lnTo>
                  <a:pt x="976231" y="120752"/>
                </a:lnTo>
                <a:lnTo>
                  <a:pt x="975712" y="120848"/>
                </a:lnTo>
                <a:lnTo>
                  <a:pt x="975188" y="120934"/>
                </a:lnTo>
                <a:lnTo>
                  <a:pt x="974658" y="121010"/>
                </a:lnTo>
                <a:lnTo>
                  <a:pt x="974123" y="121075"/>
                </a:lnTo>
                <a:lnTo>
                  <a:pt x="973582" y="121131"/>
                </a:lnTo>
                <a:lnTo>
                  <a:pt x="973035" y="121176"/>
                </a:lnTo>
                <a:lnTo>
                  <a:pt x="972483" y="121212"/>
                </a:lnTo>
                <a:lnTo>
                  <a:pt x="971925" y="121237"/>
                </a:lnTo>
                <a:lnTo>
                  <a:pt x="971362" y="121252"/>
                </a:lnTo>
                <a:lnTo>
                  <a:pt x="970792" y="121257"/>
                </a:lnTo>
                <a:lnTo>
                  <a:pt x="970338" y="121254"/>
                </a:lnTo>
                <a:lnTo>
                  <a:pt x="969890" y="121243"/>
                </a:lnTo>
                <a:lnTo>
                  <a:pt x="969447" y="121226"/>
                </a:lnTo>
                <a:lnTo>
                  <a:pt x="969011" y="121202"/>
                </a:lnTo>
                <a:lnTo>
                  <a:pt x="968580" y="121171"/>
                </a:lnTo>
                <a:lnTo>
                  <a:pt x="968156" y="121133"/>
                </a:lnTo>
                <a:lnTo>
                  <a:pt x="967738" y="121089"/>
                </a:lnTo>
                <a:lnTo>
                  <a:pt x="967326" y="121037"/>
                </a:lnTo>
                <a:lnTo>
                  <a:pt x="966919" y="120979"/>
                </a:lnTo>
                <a:lnTo>
                  <a:pt x="966519" y="120914"/>
                </a:lnTo>
                <a:lnTo>
                  <a:pt x="966125" y="120842"/>
                </a:lnTo>
                <a:lnTo>
                  <a:pt x="965737" y="120763"/>
                </a:lnTo>
                <a:lnTo>
                  <a:pt x="965355" y="120677"/>
                </a:lnTo>
                <a:lnTo>
                  <a:pt x="964978" y="120584"/>
                </a:lnTo>
                <a:lnTo>
                  <a:pt x="964608" y="120484"/>
                </a:lnTo>
                <a:lnTo>
                  <a:pt x="964244" y="120378"/>
                </a:lnTo>
                <a:lnTo>
                  <a:pt x="963886" y="120265"/>
                </a:lnTo>
                <a:lnTo>
                  <a:pt x="963534" y="120144"/>
                </a:lnTo>
                <a:lnTo>
                  <a:pt x="963188" y="120017"/>
                </a:lnTo>
                <a:lnTo>
                  <a:pt x="962848" y="119883"/>
                </a:lnTo>
                <a:lnTo>
                  <a:pt x="962514" y="119743"/>
                </a:lnTo>
                <a:lnTo>
                  <a:pt x="962187" y="119595"/>
                </a:lnTo>
                <a:lnTo>
                  <a:pt x="961865" y="119441"/>
                </a:lnTo>
                <a:lnTo>
                  <a:pt x="961549" y="119279"/>
                </a:lnTo>
                <a:lnTo>
                  <a:pt x="961239" y="119112"/>
                </a:lnTo>
                <a:lnTo>
                  <a:pt x="960936" y="118940"/>
                </a:lnTo>
                <a:lnTo>
                  <a:pt x="960640" y="118763"/>
                </a:lnTo>
                <a:lnTo>
                  <a:pt x="960350" y="118581"/>
                </a:lnTo>
                <a:lnTo>
                  <a:pt x="960067" y="118394"/>
                </a:lnTo>
                <a:lnTo>
                  <a:pt x="959790" y="118202"/>
                </a:lnTo>
                <a:lnTo>
                  <a:pt x="959520" y="118005"/>
                </a:lnTo>
                <a:lnTo>
                  <a:pt x="959257" y="117804"/>
                </a:lnTo>
                <a:lnTo>
                  <a:pt x="959000" y="117597"/>
                </a:lnTo>
                <a:lnTo>
                  <a:pt x="958750" y="117386"/>
                </a:lnTo>
                <a:lnTo>
                  <a:pt x="958506" y="117169"/>
                </a:lnTo>
                <a:lnTo>
                  <a:pt x="958269" y="116948"/>
                </a:lnTo>
                <a:lnTo>
                  <a:pt x="958039" y="116722"/>
                </a:lnTo>
                <a:lnTo>
                  <a:pt x="957815" y="116491"/>
                </a:lnTo>
                <a:lnTo>
                  <a:pt x="957597" y="116255"/>
                </a:lnTo>
                <a:lnTo>
                  <a:pt x="957387" y="116014"/>
                </a:lnTo>
                <a:lnTo>
                  <a:pt x="957183" y="115768"/>
                </a:lnTo>
                <a:lnTo>
                  <a:pt x="956985" y="115518"/>
                </a:lnTo>
                <a:lnTo>
                  <a:pt x="956794" y="115262"/>
                </a:lnTo>
                <a:lnTo>
                  <a:pt x="956610" y="115002"/>
                </a:lnTo>
                <a:lnTo>
                  <a:pt x="956432" y="114736"/>
                </a:lnTo>
                <a:lnTo>
                  <a:pt x="956261" y="114466"/>
                </a:lnTo>
                <a:lnTo>
                  <a:pt x="956096" y="114191"/>
                </a:lnTo>
                <a:lnTo>
                  <a:pt x="955938" y="113911"/>
                </a:lnTo>
                <a:lnTo>
                  <a:pt x="955787" y="113627"/>
                </a:lnTo>
                <a:lnTo>
                  <a:pt x="955642" y="113340"/>
                </a:lnTo>
                <a:lnTo>
                  <a:pt x="955503" y="113052"/>
                </a:lnTo>
                <a:lnTo>
                  <a:pt x="955371" y="112760"/>
                </a:lnTo>
                <a:lnTo>
                  <a:pt x="955245" y="112466"/>
                </a:lnTo>
                <a:lnTo>
                  <a:pt x="955126" y="112170"/>
                </a:lnTo>
                <a:lnTo>
                  <a:pt x="955013" y="111871"/>
                </a:lnTo>
                <a:lnTo>
                  <a:pt x="954907" y="111569"/>
                </a:lnTo>
                <a:lnTo>
                  <a:pt x="954807" y="111265"/>
                </a:lnTo>
                <a:lnTo>
                  <a:pt x="954713" y="110959"/>
                </a:lnTo>
                <a:lnTo>
                  <a:pt x="954626" y="110650"/>
                </a:lnTo>
                <a:lnTo>
                  <a:pt x="954545" y="110338"/>
                </a:lnTo>
                <a:lnTo>
                  <a:pt x="954471" y="110024"/>
                </a:lnTo>
                <a:lnTo>
                  <a:pt x="954404" y="109708"/>
                </a:lnTo>
                <a:lnTo>
                  <a:pt x="954342" y="109388"/>
                </a:lnTo>
                <a:lnTo>
                  <a:pt x="954288" y="109067"/>
                </a:lnTo>
                <a:lnTo>
                  <a:pt x="954239" y="108743"/>
                </a:lnTo>
                <a:lnTo>
                  <a:pt x="954197" y="108416"/>
                </a:lnTo>
                <a:lnTo>
                  <a:pt x="954162" y="108087"/>
                </a:lnTo>
                <a:lnTo>
                  <a:pt x="954133" y="107755"/>
                </a:lnTo>
                <a:lnTo>
                  <a:pt x="954110" y="107421"/>
                </a:lnTo>
                <a:lnTo>
                  <a:pt x="954094" y="107084"/>
                </a:lnTo>
                <a:lnTo>
                  <a:pt x="954085" y="106744"/>
                </a:lnTo>
                <a:lnTo>
                  <a:pt x="954081" y="106403"/>
                </a:lnTo>
                <a:lnTo>
                  <a:pt x="954084" y="106068"/>
                </a:lnTo>
                <a:lnTo>
                  <a:pt x="954094" y="105737"/>
                </a:lnTo>
                <a:lnTo>
                  <a:pt x="954109" y="105409"/>
                </a:lnTo>
                <a:lnTo>
                  <a:pt x="954131" y="105085"/>
                </a:lnTo>
                <a:lnTo>
                  <a:pt x="954158" y="104765"/>
                </a:lnTo>
                <a:lnTo>
                  <a:pt x="954192" y="104447"/>
                </a:lnTo>
                <a:lnTo>
                  <a:pt x="954232" y="104134"/>
                </a:lnTo>
                <a:lnTo>
                  <a:pt x="954279" y="103824"/>
                </a:lnTo>
                <a:lnTo>
                  <a:pt x="954331" y="103517"/>
                </a:lnTo>
                <a:lnTo>
                  <a:pt x="954390" y="103214"/>
                </a:lnTo>
                <a:lnTo>
                  <a:pt x="954454" y="102914"/>
                </a:lnTo>
                <a:lnTo>
                  <a:pt x="954525" y="102618"/>
                </a:lnTo>
                <a:lnTo>
                  <a:pt x="954602" y="102326"/>
                </a:lnTo>
                <a:lnTo>
                  <a:pt x="954686" y="102037"/>
                </a:lnTo>
                <a:lnTo>
                  <a:pt x="954775" y="101751"/>
                </a:lnTo>
                <a:lnTo>
                  <a:pt x="954871" y="101469"/>
                </a:lnTo>
                <a:lnTo>
                  <a:pt x="954972" y="101191"/>
                </a:lnTo>
                <a:lnTo>
                  <a:pt x="955080" y="100915"/>
                </a:lnTo>
                <a:lnTo>
                  <a:pt x="955194" y="100644"/>
                </a:lnTo>
                <a:lnTo>
                  <a:pt x="955315" y="100376"/>
                </a:lnTo>
                <a:lnTo>
                  <a:pt x="955441" y="100111"/>
                </a:lnTo>
                <a:lnTo>
                  <a:pt x="955574" y="99850"/>
                </a:lnTo>
                <a:lnTo>
                  <a:pt x="955712" y="99593"/>
                </a:lnTo>
                <a:lnTo>
                  <a:pt x="955857" y="99339"/>
                </a:lnTo>
                <a:lnTo>
                  <a:pt x="956008" y="99088"/>
                </a:lnTo>
                <a:lnTo>
                  <a:pt x="956165" y="98841"/>
                </a:lnTo>
                <a:lnTo>
                  <a:pt x="956327" y="98598"/>
                </a:lnTo>
                <a:lnTo>
                  <a:pt x="956494" y="98358"/>
                </a:lnTo>
                <a:lnTo>
                  <a:pt x="956667" y="98121"/>
                </a:lnTo>
                <a:lnTo>
                  <a:pt x="956846" y="97888"/>
                </a:lnTo>
                <a:lnTo>
                  <a:pt x="957031" y="97659"/>
                </a:lnTo>
                <a:lnTo>
                  <a:pt x="957221" y="97433"/>
                </a:lnTo>
                <a:lnTo>
                  <a:pt x="957416" y="97210"/>
                </a:lnTo>
                <a:lnTo>
                  <a:pt x="957618" y="96991"/>
                </a:lnTo>
                <a:lnTo>
                  <a:pt x="957825" y="96776"/>
                </a:lnTo>
                <a:lnTo>
                  <a:pt x="958037" y="96564"/>
                </a:lnTo>
                <a:lnTo>
                  <a:pt x="958255" y="96355"/>
                </a:lnTo>
                <a:lnTo>
                  <a:pt x="958479" y="96150"/>
                </a:lnTo>
                <a:lnTo>
                  <a:pt x="958708" y="95949"/>
                </a:lnTo>
                <a:lnTo>
                  <a:pt x="958943" y="95751"/>
                </a:lnTo>
                <a:lnTo>
                  <a:pt x="959184" y="95556"/>
                </a:lnTo>
                <a:lnTo>
                  <a:pt x="959430" y="95365"/>
                </a:lnTo>
                <a:lnTo>
                  <a:pt x="959681" y="95178"/>
                </a:lnTo>
                <a:lnTo>
                  <a:pt x="959939" y="94994"/>
                </a:lnTo>
                <a:lnTo>
                  <a:pt x="960202" y="94813"/>
                </a:lnTo>
                <a:lnTo>
                  <a:pt x="960470" y="94636"/>
                </a:lnTo>
                <a:lnTo>
                  <a:pt x="960744" y="94463"/>
                </a:lnTo>
                <a:lnTo>
                  <a:pt x="961024" y="94293"/>
                </a:lnTo>
                <a:lnTo>
                  <a:pt x="961309" y="94127"/>
                </a:lnTo>
                <a:lnTo>
                  <a:pt x="961600" y="93964"/>
                </a:lnTo>
                <a:lnTo>
                  <a:pt x="961897" y="93804"/>
                </a:lnTo>
                <a:lnTo>
                  <a:pt x="962199" y="93648"/>
                </a:lnTo>
                <a:lnTo>
                  <a:pt x="962507" y="93496"/>
                </a:lnTo>
                <a:lnTo>
                  <a:pt x="962820" y="93347"/>
                </a:lnTo>
                <a:lnTo>
                  <a:pt x="963139" y="93202"/>
                </a:lnTo>
                <a:lnTo>
                  <a:pt x="963464" y="93060"/>
                </a:lnTo>
                <a:lnTo>
                  <a:pt x="963794" y="92921"/>
                </a:lnTo>
                <a:lnTo>
                  <a:pt x="964130" y="92786"/>
                </a:lnTo>
                <a:lnTo>
                  <a:pt x="964471" y="92655"/>
                </a:lnTo>
                <a:lnTo>
                  <a:pt x="964818" y="92527"/>
                </a:lnTo>
                <a:lnTo>
                  <a:pt x="965171" y="92403"/>
                </a:lnTo>
                <a:lnTo>
                  <a:pt x="965529" y="92282"/>
                </a:lnTo>
                <a:lnTo>
                  <a:pt x="965893" y="92164"/>
                </a:lnTo>
                <a:lnTo>
                  <a:pt x="966263" y="92051"/>
                </a:lnTo>
                <a:lnTo>
                  <a:pt x="966638" y="91940"/>
                </a:lnTo>
                <a:lnTo>
                  <a:pt x="967018" y="91833"/>
                </a:lnTo>
                <a:lnTo>
                  <a:pt x="967405" y="91730"/>
                </a:lnTo>
                <a:lnTo>
                  <a:pt x="967796" y="91630"/>
                </a:lnTo>
                <a:lnTo>
                  <a:pt x="968194" y="91534"/>
                </a:lnTo>
                <a:lnTo>
                  <a:pt x="968597" y="91441"/>
                </a:lnTo>
                <a:lnTo>
                  <a:pt x="969006" y="91352"/>
                </a:lnTo>
                <a:lnTo>
                  <a:pt x="969420" y="91266"/>
                </a:lnTo>
                <a:lnTo>
                  <a:pt x="969840" y="91183"/>
                </a:lnTo>
                <a:lnTo>
                  <a:pt x="970264" y="91105"/>
                </a:lnTo>
                <a:lnTo>
                  <a:pt x="970693" y="91029"/>
                </a:lnTo>
                <a:lnTo>
                  <a:pt x="971127" y="90957"/>
                </a:lnTo>
                <a:lnTo>
                  <a:pt x="971565" y="90889"/>
                </a:lnTo>
                <a:lnTo>
                  <a:pt x="972008" y="90824"/>
                </a:lnTo>
                <a:lnTo>
                  <a:pt x="972457" y="90763"/>
                </a:lnTo>
                <a:lnTo>
                  <a:pt x="972909" y="90705"/>
                </a:lnTo>
                <a:lnTo>
                  <a:pt x="973367" y="90651"/>
                </a:lnTo>
                <a:lnTo>
                  <a:pt x="973829" y="90600"/>
                </a:lnTo>
                <a:lnTo>
                  <a:pt x="974297" y="90553"/>
                </a:lnTo>
                <a:lnTo>
                  <a:pt x="974768" y="90509"/>
                </a:lnTo>
                <a:lnTo>
                  <a:pt x="975245" y="90469"/>
                </a:lnTo>
                <a:lnTo>
                  <a:pt x="975727" y="90432"/>
                </a:lnTo>
                <a:lnTo>
                  <a:pt x="976213" y="90398"/>
                </a:lnTo>
                <a:lnTo>
                  <a:pt x="976704" y="90369"/>
                </a:lnTo>
                <a:lnTo>
                  <a:pt x="977199" y="90342"/>
                </a:lnTo>
                <a:lnTo>
                  <a:pt x="977700" y="90320"/>
                </a:lnTo>
                <a:lnTo>
                  <a:pt x="978205" y="90300"/>
                </a:lnTo>
                <a:lnTo>
                  <a:pt x="978715" y="90285"/>
                </a:lnTo>
                <a:lnTo>
                  <a:pt x="979230" y="90272"/>
                </a:lnTo>
                <a:lnTo>
                  <a:pt x="979750" y="90264"/>
                </a:lnTo>
                <a:lnTo>
                  <a:pt x="980274" y="90258"/>
                </a:lnTo>
                <a:lnTo>
                  <a:pt x="980803" y="90257"/>
                </a:lnTo>
                <a:lnTo>
                  <a:pt x="993155" y="90257"/>
                </a:lnTo>
                <a:lnTo>
                  <a:pt x="993155" y="108193"/>
                </a:lnTo>
                <a:close/>
                <a:moveTo>
                  <a:pt x="681510" y="84197"/>
                </a:moveTo>
                <a:lnTo>
                  <a:pt x="681485" y="83449"/>
                </a:lnTo>
                <a:lnTo>
                  <a:pt x="681452" y="82705"/>
                </a:lnTo>
                <a:lnTo>
                  <a:pt x="681412" y="81966"/>
                </a:lnTo>
                <a:lnTo>
                  <a:pt x="681365" y="81233"/>
                </a:lnTo>
                <a:lnTo>
                  <a:pt x="681310" y="80504"/>
                </a:lnTo>
                <a:lnTo>
                  <a:pt x="681248" y="79780"/>
                </a:lnTo>
                <a:lnTo>
                  <a:pt x="681179" y="79060"/>
                </a:lnTo>
                <a:lnTo>
                  <a:pt x="681102" y="78346"/>
                </a:lnTo>
                <a:lnTo>
                  <a:pt x="681018" y="77637"/>
                </a:lnTo>
                <a:lnTo>
                  <a:pt x="680927" y="76932"/>
                </a:lnTo>
                <a:lnTo>
                  <a:pt x="680829" y="76233"/>
                </a:lnTo>
                <a:lnTo>
                  <a:pt x="680723" y="75538"/>
                </a:lnTo>
                <a:lnTo>
                  <a:pt x="680610" y="74848"/>
                </a:lnTo>
                <a:lnTo>
                  <a:pt x="680490" y="74163"/>
                </a:lnTo>
                <a:lnTo>
                  <a:pt x="680362" y="73483"/>
                </a:lnTo>
                <a:lnTo>
                  <a:pt x="680228" y="72808"/>
                </a:lnTo>
                <a:lnTo>
                  <a:pt x="680086" y="72138"/>
                </a:lnTo>
                <a:lnTo>
                  <a:pt x="679936" y="71473"/>
                </a:lnTo>
                <a:lnTo>
                  <a:pt x="679779" y="70812"/>
                </a:lnTo>
                <a:lnTo>
                  <a:pt x="679615" y="70157"/>
                </a:lnTo>
                <a:lnTo>
                  <a:pt x="679444" y="69506"/>
                </a:lnTo>
                <a:lnTo>
                  <a:pt x="679265" y="68862"/>
                </a:lnTo>
                <a:lnTo>
                  <a:pt x="679079" y="68224"/>
                </a:lnTo>
                <a:lnTo>
                  <a:pt x="678884" y="67593"/>
                </a:lnTo>
                <a:lnTo>
                  <a:pt x="678682" y="66970"/>
                </a:lnTo>
                <a:lnTo>
                  <a:pt x="678472" y="66353"/>
                </a:lnTo>
                <a:lnTo>
                  <a:pt x="678253" y="65743"/>
                </a:lnTo>
                <a:lnTo>
                  <a:pt x="678027" y="65141"/>
                </a:lnTo>
                <a:lnTo>
                  <a:pt x="677794" y="64545"/>
                </a:lnTo>
                <a:lnTo>
                  <a:pt x="677552" y="63956"/>
                </a:lnTo>
                <a:lnTo>
                  <a:pt x="677303" y="63375"/>
                </a:lnTo>
                <a:lnTo>
                  <a:pt x="677045" y="62800"/>
                </a:lnTo>
                <a:lnTo>
                  <a:pt x="676780" y="62232"/>
                </a:lnTo>
                <a:lnTo>
                  <a:pt x="676507" y="61672"/>
                </a:lnTo>
                <a:lnTo>
                  <a:pt x="676226" y="61118"/>
                </a:lnTo>
                <a:lnTo>
                  <a:pt x="675937" y="60571"/>
                </a:lnTo>
                <a:lnTo>
                  <a:pt x="675641" y="60032"/>
                </a:lnTo>
                <a:lnTo>
                  <a:pt x="675336" y="59499"/>
                </a:lnTo>
                <a:lnTo>
                  <a:pt x="675024" y="58973"/>
                </a:lnTo>
                <a:lnTo>
                  <a:pt x="674704" y="58455"/>
                </a:lnTo>
                <a:lnTo>
                  <a:pt x="674376" y="57943"/>
                </a:lnTo>
                <a:lnTo>
                  <a:pt x="674040" y="57438"/>
                </a:lnTo>
                <a:lnTo>
                  <a:pt x="673697" y="56941"/>
                </a:lnTo>
                <a:lnTo>
                  <a:pt x="673345" y="56450"/>
                </a:lnTo>
                <a:lnTo>
                  <a:pt x="672986" y="55966"/>
                </a:lnTo>
                <a:lnTo>
                  <a:pt x="672618" y="55491"/>
                </a:lnTo>
                <a:lnTo>
                  <a:pt x="672242" y="55024"/>
                </a:lnTo>
                <a:lnTo>
                  <a:pt x="671857" y="54565"/>
                </a:lnTo>
                <a:lnTo>
                  <a:pt x="671464" y="54116"/>
                </a:lnTo>
                <a:lnTo>
                  <a:pt x="671062" y="53676"/>
                </a:lnTo>
                <a:lnTo>
                  <a:pt x="670652" y="53244"/>
                </a:lnTo>
                <a:lnTo>
                  <a:pt x="670233" y="52821"/>
                </a:lnTo>
                <a:lnTo>
                  <a:pt x="669806" y="52407"/>
                </a:lnTo>
                <a:lnTo>
                  <a:pt x="669370" y="52002"/>
                </a:lnTo>
                <a:lnTo>
                  <a:pt x="668925" y="51605"/>
                </a:lnTo>
                <a:lnTo>
                  <a:pt x="668472" y="51218"/>
                </a:lnTo>
                <a:lnTo>
                  <a:pt x="668011" y="50839"/>
                </a:lnTo>
                <a:lnTo>
                  <a:pt x="667541" y="50469"/>
                </a:lnTo>
                <a:lnTo>
                  <a:pt x="667062" y="50107"/>
                </a:lnTo>
                <a:lnTo>
                  <a:pt x="666575" y="49755"/>
                </a:lnTo>
                <a:lnTo>
                  <a:pt x="666079" y="49411"/>
                </a:lnTo>
                <a:lnTo>
                  <a:pt x="665574" y="49077"/>
                </a:lnTo>
                <a:lnTo>
                  <a:pt x="665062" y="48751"/>
                </a:lnTo>
                <a:lnTo>
                  <a:pt x="664540" y="48434"/>
                </a:lnTo>
                <a:lnTo>
                  <a:pt x="664010" y="48125"/>
                </a:lnTo>
                <a:lnTo>
                  <a:pt x="663472" y="47826"/>
                </a:lnTo>
                <a:lnTo>
                  <a:pt x="662924" y="47535"/>
                </a:lnTo>
                <a:lnTo>
                  <a:pt x="662369" y="47253"/>
                </a:lnTo>
                <a:lnTo>
                  <a:pt x="661805" y="46980"/>
                </a:lnTo>
                <a:lnTo>
                  <a:pt x="661232" y="46717"/>
                </a:lnTo>
                <a:lnTo>
                  <a:pt x="660650" y="46465"/>
                </a:lnTo>
                <a:lnTo>
                  <a:pt x="660059" y="46224"/>
                </a:lnTo>
                <a:lnTo>
                  <a:pt x="659460" y="45995"/>
                </a:lnTo>
                <a:lnTo>
                  <a:pt x="658852" y="45777"/>
                </a:lnTo>
                <a:lnTo>
                  <a:pt x="658235" y="45569"/>
                </a:lnTo>
                <a:lnTo>
                  <a:pt x="657609" y="45374"/>
                </a:lnTo>
                <a:lnTo>
                  <a:pt x="656974" y="45189"/>
                </a:lnTo>
                <a:lnTo>
                  <a:pt x="656331" y="45015"/>
                </a:lnTo>
                <a:lnTo>
                  <a:pt x="655678" y="44853"/>
                </a:lnTo>
                <a:lnTo>
                  <a:pt x="655017" y="44702"/>
                </a:lnTo>
                <a:lnTo>
                  <a:pt x="654347" y="44562"/>
                </a:lnTo>
                <a:lnTo>
                  <a:pt x="653668" y="44433"/>
                </a:lnTo>
                <a:lnTo>
                  <a:pt x="652981" y="44316"/>
                </a:lnTo>
                <a:lnTo>
                  <a:pt x="652284" y="44209"/>
                </a:lnTo>
                <a:lnTo>
                  <a:pt x="651579" y="44114"/>
                </a:lnTo>
                <a:lnTo>
                  <a:pt x="650865" y="44030"/>
                </a:lnTo>
                <a:lnTo>
                  <a:pt x="650142" y="43957"/>
                </a:lnTo>
                <a:lnTo>
                  <a:pt x="649410" y="43896"/>
                </a:lnTo>
                <a:lnTo>
                  <a:pt x="648669" y="43845"/>
                </a:lnTo>
                <a:lnTo>
                  <a:pt x="647920" y="43806"/>
                </a:lnTo>
                <a:lnTo>
                  <a:pt x="647161" y="43778"/>
                </a:lnTo>
                <a:lnTo>
                  <a:pt x="646394" y="43761"/>
                </a:lnTo>
                <a:lnTo>
                  <a:pt x="645618" y="43756"/>
                </a:lnTo>
                <a:lnTo>
                  <a:pt x="645007" y="43761"/>
                </a:lnTo>
                <a:lnTo>
                  <a:pt x="644397" y="43777"/>
                </a:lnTo>
                <a:lnTo>
                  <a:pt x="643789" y="43803"/>
                </a:lnTo>
                <a:lnTo>
                  <a:pt x="643183" y="43839"/>
                </a:lnTo>
                <a:lnTo>
                  <a:pt x="642578" y="43886"/>
                </a:lnTo>
                <a:lnTo>
                  <a:pt x="641975" y="43943"/>
                </a:lnTo>
                <a:lnTo>
                  <a:pt x="641374" y="44010"/>
                </a:lnTo>
                <a:lnTo>
                  <a:pt x="640774" y="44088"/>
                </a:lnTo>
                <a:lnTo>
                  <a:pt x="640176" y="44176"/>
                </a:lnTo>
                <a:lnTo>
                  <a:pt x="639580" y="44274"/>
                </a:lnTo>
                <a:lnTo>
                  <a:pt x="638986" y="44383"/>
                </a:lnTo>
                <a:lnTo>
                  <a:pt x="638393" y="44503"/>
                </a:lnTo>
                <a:lnTo>
                  <a:pt x="637802" y="44632"/>
                </a:lnTo>
                <a:lnTo>
                  <a:pt x="637212" y="44772"/>
                </a:lnTo>
                <a:lnTo>
                  <a:pt x="636624" y="44923"/>
                </a:lnTo>
                <a:lnTo>
                  <a:pt x="636038" y="45083"/>
                </a:lnTo>
                <a:lnTo>
                  <a:pt x="635454" y="45255"/>
                </a:lnTo>
                <a:lnTo>
                  <a:pt x="634871" y="45436"/>
                </a:lnTo>
                <a:lnTo>
                  <a:pt x="634290" y="45628"/>
                </a:lnTo>
                <a:lnTo>
                  <a:pt x="633710" y="45830"/>
                </a:lnTo>
                <a:lnTo>
                  <a:pt x="633133" y="46043"/>
                </a:lnTo>
                <a:lnTo>
                  <a:pt x="632557" y="46266"/>
                </a:lnTo>
                <a:lnTo>
                  <a:pt x="631982" y="46499"/>
                </a:lnTo>
                <a:lnTo>
                  <a:pt x="631410" y="46743"/>
                </a:lnTo>
                <a:lnTo>
                  <a:pt x="630840" y="46997"/>
                </a:lnTo>
                <a:lnTo>
                  <a:pt x="630276" y="47260"/>
                </a:lnTo>
                <a:lnTo>
                  <a:pt x="629717" y="47534"/>
                </a:lnTo>
                <a:lnTo>
                  <a:pt x="629163" y="47817"/>
                </a:lnTo>
                <a:lnTo>
                  <a:pt x="628613" y="48110"/>
                </a:lnTo>
                <a:lnTo>
                  <a:pt x="628069" y="48413"/>
                </a:lnTo>
                <a:lnTo>
                  <a:pt x="627530" y="48726"/>
                </a:lnTo>
                <a:lnTo>
                  <a:pt x="626996" y="49048"/>
                </a:lnTo>
                <a:lnTo>
                  <a:pt x="626467" y="49380"/>
                </a:lnTo>
                <a:lnTo>
                  <a:pt x="625944" y="49723"/>
                </a:lnTo>
                <a:lnTo>
                  <a:pt x="625425" y="50075"/>
                </a:lnTo>
                <a:lnTo>
                  <a:pt x="624911" y="50436"/>
                </a:lnTo>
                <a:lnTo>
                  <a:pt x="624402" y="50808"/>
                </a:lnTo>
                <a:lnTo>
                  <a:pt x="623898" y="51189"/>
                </a:lnTo>
                <a:lnTo>
                  <a:pt x="623400" y="51580"/>
                </a:lnTo>
                <a:lnTo>
                  <a:pt x="622906" y="51981"/>
                </a:lnTo>
                <a:lnTo>
                  <a:pt x="622417" y="52392"/>
                </a:lnTo>
                <a:lnTo>
                  <a:pt x="621934" y="52813"/>
                </a:lnTo>
                <a:lnTo>
                  <a:pt x="621455" y="53243"/>
                </a:lnTo>
                <a:lnTo>
                  <a:pt x="620982" y="53683"/>
                </a:lnTo>
                <a:lnTo>
                  <a:pt x="620514" y="54133"/>
                </a:lnTo>
                <a:lnTo>
                  <a:pt x="620050" y="54593"/>
                </a:lnTo>
                <a:lnTo>
                  <a:pt x="619592" y="55063"/>
                </a:lnTo>
                <a:lnTo>
                  <a:pt x="619139" y="55542"/>
                </a:lnTo>
                <a:lnTo>
                  <a:pt x="618692" y="56031"/>
                </a:lnTo>
                <a:lnTo>
                  <a:pt x="618253" y="56529"/>
                </a:lnTo>
                <a:lnTo>
                  <a:pt x="617822" y="57035"/>
                </a:lnTo>
                <a:lnTo>
                  <a:pt x="617398" y="57551"/>
                </a:lnTo>
                <a:lnTo>
                  <a:pt x="616983" y="58075"/>
                </a:lnTo>
                <a:lnTo>
                  <a:pt x="616575" y="58608"/>
                </a:lnTo>
                <a:lnTo>
                  <a:pt x="616176" y="59150"/>
                </a:lnTo>
                <a:lnTo>
                  <a:pt x="615784" y="59700"/>
                </a:lnTo>
                <a:lnTo>
                  <a:pt x="615400" y="60260"/>
                </a:lnTo>
                <a:lnTo>
                  <a:pt x="615024" y="60828"/>
                </a:lnTo>
                <a:lnTo>
                  <a:pt x="614655" y="61405"/>
                </a:lnTo>
                <a:lnTo>
                  <a:pt x="614295" y="61991"/>
                </a:lnTo>
                <a:lnTo>
                  <a:pt x="613942" y="62586"/>
                </a:lnTo>
                <a:lnTo>
                  <a:pt x="613597" y="63189"/>
                </a:lnTo>
                <a:lnTo>
                  <a:pt x="613260" y="63802"/>
                </a:lnTo>
                <a:lnTo>
                  <a:pt x="612931" y="64423"/>
                </a:lnTo>
                <a:lnTo>
                  <a:pt x="612610" y="65053"/>
                </a:lnTo>
                <a:lnTo>
                  <a:pt x="612297" y="65692"/>
                </a:lnTo>
                <a:lnTo>
                  <a:pt x="611991" y="66340"/>
                </a:lnTo>
                <a:lnTo>
                  <a:pt x="611693" y="66996"/>
                </a:lnTo>
                <a:lnTo>
                  <a:pt x="611404" y="67662"/>
                </a:lnTo>
                <a:lnTo>
                  <a:pt x="611122" y="68336"/>
                </a:lnTo>
                <a:lnTo>
                  <a:pt x="610847" y="69019"/>
                </a:lnTo>
                <a:lnTo>
                  <a:pt x="610581" y="69711"/>
                </a:lnTo>
                <a:lnTo>
                  <a:pt x="610324" y="70411"/>
                </a:lnTo>
                <a:lnTo>
                  <a:pt x="610078" y="71119"/>
                </a:lnTo>
                <a:lnTo>
                  <a:pt x="609843" y="71836"/>
                </a:lnTo>
                <a:lnTo>
                  <a:pt x="609619" y="72560"/>
                </a:lnTo>
                <a:lnTo>
                  <a:pt x="609406" y="73292"/>
                </a:lnTo>
                <a:lnTo>
                  <a:pt x="609204" y="74032"/>
                </a:lnTo>
                <a:lnTo>
                  <a:pt x="609012" y="74781"/>
                </a:lnTo>
                <a:lnTo>
                  <a:pt x="608832" y="75537"/>
                </a:lnTo>
                <a:lnTo>
                  <a:pt x="608663" y="76301"/>
                </a:lnTo>
                <a:lnTo>
                  <a:pt x="608504" y="77073"/>
                </a:lnTo>
                <a:lnTo>
                  <a:pt x="608356" y="77853"/>
                </a:lnTo>
                <a:lnTo>
                  <a:pt x="608220" y="78641"/>
                </a:lnTo>
                <a:lnTo>
                  <a:pt x="608094" y="79438"/>
                </a:lnTo>
                <a:lnTo>
                  <a:pt x="607979" y="80242"/>
                </a:lnTo>
                <a:lnTo>
                  <a:pt x="607875" y="81054"/>
                </a:lnTo>
                <a:lnTo>
                  <a:pt x="607783" y="81874"/>
                </a:lnTo>
                <a:lnTo>
                  <a:pt x="607701" y="82702"/>
                </a:lnTo>
                <a:lnTo>
                  <a:pt x="607629" y="83538"/>
                </a:lnTo>
                <a:lnTo>
                  <a:pt x="607569" y="84382"/>
                </a:lnTo>
                <a:lnTo>
                  <a:pt x="607520" y="85234"/>
                </a:lnTo>
                <a:lnTo>
                  <a:pt x="607482" y="86095"/>
                </a:lnTo>
                <a:lnTo>
                  <a:pt x="607455" y="86963"/>
                </a:lnTo>
                <a:lnTo>
                  <a:pt x="607438" y="87839"/>
                </a:lnTo>
                <a:lnTo>
                  <a:pt x="607433" y="88723"/>
                </a:lnTo>
                <a:lnTo>
                  <a:pt x="607433" y="92113"/>
                </a:lnTo>
                <a:lnTo>
                  <a:pt x="607438" y="92878"/>
                </a:lnTo>
                <a:lnTo>
                  <a:pt x="607452" y="93637"/>
                </a:lnTo>
                <a:lnTo>
                  <a:pt x="607477" y="94391"/>
                </a:lnTo>
                <a:lnTo>
                  <a:pt x="607511" y="95141"/>
                </a:lnTo>
                <a:lnTo>
                  <a:pt x="607555" y="95885"/>
                </a:lnTo>
                <a:lnTo>
                  <a:pt x="607609" y="96624"/>
                </a:lnTo>
                <a:lnTo>
                  <a:pt x="607673" y="97358"/>
                </a:lnTo>
                <a:lnTo>
                  <a:pt x="607747" y="98087"/>
                </a:lnTo>
                <a:lnTo>
                  <a:pt x="607830" y="98811"/>
                </a:lnTo>
                <a:lnTo>
                  <a:pt x="607923" y="99530"/>
                </a:lnTo>
                <a:lnTo>
                  <a:pt x="608026" y="100244"/>
                </a:lnTo>
                <a:lnTo>
                  <a:pt x="608139" y="100953"/>
                </a:lnTo>
                <a:lnTo>
                  <a:pt x="608262" y="101657"/>
                </a:lnTo>
                <a:lnTo>
                  <a:pt x="608394" y="102356"/>
                </a:lnTo>
                <a:lnTo>
                  <a:pt x="608536" y="103050"/>
                </a:lnTo>
                <a:lnTo>
                  <a:pt x="608689" y="103739"/>
                </a:lnTo>
                <a:lnTo>
                  <a:pt x="608850" y="104422"/>
                </a:lnTo>
                <a:lnTo>
                  <a:pt x="609022" y="105101"/>
                </a:lnTo>
                <a:lnTo>
                  <a:pt x="609204" y="105774"/>
                </a:lnTo>
                <a:lnTo>
                  <a:pt x="609395" y="106443"/>
                </a:lnTo>
                <a:lnTo>
                  <a:pt x="609596" y="107106"/>
                </a:lnTo>
                <a:lnTo>
                  <a:pt x="609807" y="107765"/>
                </a:lnTo>
                <a:lnTo>
                  <a:pt x="610028" y="108418"/>
                </a:lnTo>
                <a:lnTo>
                  <a:pt x="610258" y="109067"/>
                </a:lnTo>
                <a:lnTo>
                  <a:pt x="610498" y="109709"/>
                </a:lnTo>
                <a:lnTo>
                  <a:pt x="610746" y="110344"/>
                </a:lnTo>
                <a:lnTo>
                  <a:pt x="611003" y="110971"/>
                </a:lnTo>
                <a:lnTo>
                  <a:pt x="611269" y="111592"/>
                </a:lnTo>
                <a:lnTo>
                  <a:pt x="611542" y="112205"/>
                </a:lnTo>
                <a:lnTo>
                  <a:pt x="611825" y="112811"/>
                </a:lnTo>
                <a:lnTo>
                  <a:pt x="612116" y="113409"/>
                </a:lnTo>
                <a:lnTo>
                  <a:pt x="612416" y="114000"/>
                </a:lnTo>
                <a:lnTo>
                  <a:pt x="612724" y="114584"/>
                </a:lnTo>
                <a:lnTo>
                  <a:pt x="613040" y="115161"/>
                </a:lnTo>
                <a:lnTo>
                  <a:pt x="613366" y="115730"/>
                </a:lnTo>
                <a:lnTo>
                  <a:pt x="613699" y="116292"/>
                </a:lnTo>
                <a:lnTo>
                  <a:pt x="614042" y="116847"/>
                </a:lnTo>
                <a:lnTo>
                  <a:pt x="614393" y="117394"/>
                </a:lnTo>
                <a:lnTo>
                  <a:pt x="614752" y="117934"/>
                </a:lnTo>
                <a:lnTo>
                  <a:pt x="615120" y="118467"/>
                </a:lnTo>
                <a:lnTo>
                  <a:pt x="615497" y="118993"/>
                </a:lnTo>
                <a:lnTo>
                  <a:pt x="615882" y="119511"/>
                </a:lnTo>
                <a:lnTo>
                  <a:pt x="616275" y="120022"/>
                </a:lnTo>
                <a:lnTo>
                  <a:pt x="616677" y="120526"/>
                </a:lnTo>
                <a:lnTo>
                  <a:pt x="617088" y="121022"/>
                </a:lnTo>
                <a:lnTo>
                  <a:pt x="617507" y="121512"/>
                </a:lnTo>
                <a:lnTo>
                  <a:pt x="617935" y="121993"/>
                </a:lnTo>
                <a:lnTo>
                  <a:pt x="618372" y="122468"/>
                </a:lnTo>
                <a:lnTo>
                  <a:pt x="618816" y="122934"/>
                </a:lnTo>
                <a:lnTo>
                  <a:pt x="619268" y="123392"/>
                </a:lnTo>
                <a:lnTo>
                  <a:pt x="619726" y="123841"/>
                </a:lnTo>
                <a:lnTo>
                  <a:pt x="620193" y="124281"/>
                </a:lnTo>
                <a:lnTo>
                  <a:pt x="620666" y="124712"/>
                </a:lnTo>
                <a:lnTo>
                  <a:pt x="621147" y="125135"/>
                </a:lnTo>
                <a:lnTo>
                  <a:pt x="621635" y="125548"/>
                </a:lnTo>
                <a:lnTo>
                  <a:pt x="622130" y="125953"/>
                </a:lnTo>
                <a:lnTo>
                  <a:pt x="622633" y="126349"/>
                </a:lnTo>
                <a:lnTo>
                  <a:pt x="623143" y="126736"/>
                </a:lnTo>
                <a:lnTo>
                  <a:pt x="623660" y="127114"/>
                </a:lnTo>
                <a:lnTo>
                  <a:pt x="624184" y="127483"/>
                </a:lnTo>
                <a:lnTo>
                  <a:pt x="624716" y="127844"/>
                </a:lnTo>
                <a:lnTo>
                  <a:pt x="625255" y="128196"/>
                </a:lnTo>
                <a:lnTo>
                  <a:pt x="625801" y="128539"/>
                </a:lnTo>
                <a:lnTo>
                  <a:pt x="626355" y="128873"/>
                </a:lnTo>
                <a:lnTo>
                  <a:pt x="626916" y="129198"/>
                </a:lnTo>
                <a:lnTo>
                  <a:pt x="627484" y="129514"/>
                </a:lnTo>
                <a:lnTo>
                  <a:pt x="628060" y="129822"/>
                </a:lnTo>
                <a:lnTo>
                  <a:pt x="628642" y="130121"/>
                </a:lnTo>
                <a:lnTo>
                  <a:pt x="629232" y="130410"/>
                </a:lnTo>
                <a:lnTo>
                  <a:pt x="629830" y="130692"/>
                </a:lnTo>
                <a:lnTo>
                  <a:pt x="630434" y="130964"/>
                </a:lnTo>
                <a:lnTo>
                  <a:pt x="631046" y="131227"/>
                </a:lnTo>
                <a:lnTo>
                  <a:pt x="631665" y="131481"/>
                </a:lnTo>
                <a:lnTo>
                  <a:pt x="632290" y="131724"/>
                </a:lnTo>
                <a:lnTo>
                  <a:pt x="632920" y="131956"/>
                </a:lnTo>
                <a:lnTo>
                  <a:pt x="633557" y="132177"/>
                </a:lnTo>
                <a:lnTo>
                  <a:pt x="634200" y="132387"/>
                </a:lnTo>
                <a:lnTo>
                  <a:pt x="634848" y="132587"/>
                </a:lnTo>
                <a:lnTo>
                  <a:pt x="635503" y="132776"/>
                </a:lnTo>
                <a:lnTo>
                  <a:pt x="636164" y="132954"/>
                </a:lnTo>
                <a:lnTo>
                  <a:pt x="636831" y="133121"/>
                </a:lnTo>
                <a:lnTo>
                  <a:pt x="637503" y="133278"/>
                </a:lnTo>
                <a:lnTo>
                  <a:pt x="638182" y="133423"/>
                </a:lnTo>
                <a:lnTo>
                  <a:pt x="638867" y="133558"/>
                </a:lnTo>
                <a:lnTo>
                  <a:pt x="639558" y="133682"/>
                </a:lnTo>
                <a:lnTo>
                  <a:pt x="640255" y="133796"/>
                </a:lnTo>
                <a:lnTo>
                  <a:pt x="640958" y="133898"/>
                </a:lnTo>
                <a:lnTo>
                  <a:pt x="641667" y="133990"/>
                </a:lnTo>
                <a:lnTo>
                  <a:pt x="642382" y="134071"/>
                </a:lnTo>
                <a:lnTo>
                  <a:pt x="643103" y="134141"/>
                </a:lnTo>
                <a:lnTo>
                  <a:pt x="643830" y="134200"/>
                </a:lnTo>
                <a:lnTo>
                  <a:pt x="644563" y="134249"/>
                </a:lnTo>
                <a:lnTo>
                  <a:pt x="645302" y="134287"/>
                </a:lnTo>
                <a:lnTo>
                  <a:pt x="646047" y="134314"/>
                </a:lnTo>
                <a:lnTo>
                  <a:pt x="646798" y="134330"/>
                </a:lnTo>
                <a:lnTo>
                  <a:pt x="647556" y="134335"/>
                </a:lnTo>
                <a:lnTo>
                  <a:pt x="648272" y="134331"/>
                </a:lnTo>
                <a:lnTo>
                  <a:pt x="648979" y="134319"/>
                </a:lnTo>
                <a:lnTo>
                  <a:pt x="649679" y="134297"/>
                </a:lnTo>
                <a:lnTo>
                  <a:pt x="650371" y="134268"/>
                </a:lnTo>
                <a:lnTo>
                  <a:pt x="651055" y="134230"/>
                </a:lnTo>
                <a:lnTo>
                  <a:pt x="651731" y="134184"/>
                </a:lnTo>
                <a:lnTo>
                  <a:pt x="652399" y="134129"/>
                </a:lnTo>
                <a:lnTo>
                  <a:pt x="653059" y="134066"/>
                </a:lnTo>
                <a:lnTo>
                  <a:pt x="653711" y="133995"/>
                </a:lnTo>
                <a:lnTo>
                  <a:pt x="654355" y="133915"/>
                </a:lnTo>
                <a:lnTo>
                  <a:pt x="654991" y="133827"/>
                </a:lnTo>
                <a:lnTo>
                  <a:pt x="655619" y="133730"/>
                </a:lnTo>
                <a:lnTo>
                  <a:pt x="656239" y="133625"/>
                </a:lnTo>
                <a:lnTo>
                  <a:pt x="656851" y="133511"/>
                </a:lnTo>
                <a:lnTo>
                  <a:pt x="657455" y="133389"/>
                </a:lnTo>
                <a:lnTo>
                  <a:pt x="658051" y="133259"/>
                </a:lnTo>
                <a:lnTo>
                  <a:pt x="658639" y="133120"/>
                </a:lnTo>
                <a:lnTo>
                  <a:pt x="659219" y="132973"/>
                </a:lnTo>
                <a:lnTo>
                  <a:pt x="659791" y="132817"/>
                </a:lnTo>
                <a:lnTo>
                  <a:pt x="660355" y="132653"/>
                </a:lnTo>
                <a:lnTo>
                  <a:pt x="660911" y="132481"/>
                </a:lnTo>
                <a:lnTo>
                  <a:pt x="661459" y="132300"/>
                </a:lnTo>
                <a:lnTo>
                  <a:pt x="661999" y="132111"/>
                </a:lnTo>
                <a:lnTo>
                  <a:pt x="662531" y="131913"/>
                </a:lnTo>
                <a:lnTo>
                  <a:pt x="663056" y="131709"/>
                </a:lnTo>
                <a:lnTo>
                  <a:pt x="663574" y="131500"/>
                </a:lnTo>
                <a:lnTo>
                  <a:pt x="664085" y="131285"/>
                </a:lnTo>
                <a:lnTo>
                  <a:pt x="664589" y="131066"/>
                </a:lnTo>
                <a:lnTo>
                  <a:pt x="665086" y="130841"/>
                </a:lnTo>
                <a:lnTo>
                  <a:pt x="665576" y="130612"/>
                </a:lnTo>
                <a:lnTo>
                  <a:pt x="666060" y="130377"/>
                </a:lnTo>
                <a:lnTo>
                  <a:pt x="666536" y="130137"/>
                </a:lnTo>
                <a:lnTo>
                  <a:pt x="667006" y="129893"/>
                </a:lnTo>
                <a:lnTo>
                  <a:pt x="667469" y="129643"/>
                </a:lnTo>
                <a:lnTo>
                  <a:pt x="667925" y="129388"/>
                </a:lnTo>
                <a:lnTo>
                  <a:pt x="668374" y="129128"/>
                </a:lnTo>
                <a:lnTo>
                  <a:pt x="668816" y="128863"/>
                </a:lnTo>
                <a:lnTo>
                  <a:pt x="669252" y="128593"/>
                </a:lnTo>
                <a:lnTo>
                  <a:pt x="669680" y="128318"/>
                </a:lnTo>
                <a:lnTo>
                  <a:pt x="670102" y="128038"/>
                </a:lnTo>
                <a:lnTo>
                  <a:pt x="670517" y="127753"/>
                </a:lnTo>
                <a:lnTo>
                  <a:pt x="670925" y="127463"/>
                </a:lnTo>
                <a:lnTo>
                  <a:pt x="671326" y="127168"/>
                </a:lnTo>
                <a:lnTo>
                  <a:pt x="671720" y="126868"/>
                </a:lnTo>
                <a:lnTo>
                  <a:pt x="672107" y="126563"/>
                </a:lnTo>
                <a:lnTo>
                  <a:pt x="672488" y="126252"/>
                </a:lnTo>
                <a:lnTo>
                  <a:pt x="672861" y="125937"/>
                </a:lnTo>
                <a:lnTo>
                  <a:pt x="673228" y="125616"/>
                </a:lnTo>
                <a:lnTo>
                  <a:pt x="673589" y="125293"/>
                </a:lnTo>
                <a:lnTo>
                  <a:pt x="673944" y="124968"/>
                </a:lnTo>
                <a:lnTo>
                  <a:pt x="674294" y="124641"/>
                </a:lnTo>
                <a:lnTo>
                  <a:pt x="674638" y="124314"/>
                </a:lnTo>
                <a:lnTo>
                  <a:pt x="674978" y="123984"/>
                </a:lnTo>
                <a:lnTo>
                  <a:pt x="675312" y="123654"/>
                </a:lnTo>
                <a:lnTo>
                  <a:pt x="675640" y="123322"/>
                </a:lnTo>
                <a:lnTo>
                  <a:pt x="675964" y="122988"/>
                </a:lnTo>
                <a:lnTo>
                  <a:pt x="676282" y="122653"/>
                </a:lnTo>
                <a:lnTo>
                  <a:pt x="676595" y="122317"/>
                </a:lnTo>
                <a:lnTo>
                  <a:pt x="676902" y="121980"/>
                </a:lnTo>
                <a:lnTo>
                  <a:pt x="677204" y="121640"/>
                </a:lnTo>
                <a:lnTo>
                  <a:pt x="677501" y="121300"/>
                </a:lnTo>
                <a:lnTo>
                  <a:pt x="677792" y="120958"/>
                </a:lnTo>
                <a:lnTo>
                  <a:pt x="678078" y="120615"/>
                </a:lnTo>
                <a:lnTo>
                  <a:pt x="678359" y="120270"/>
                </a:lnTo>
                <a:lnTo>
                  <a:pt x="678634" y="119924"/>
                </a:lnTo>
                <a:lnTo>
                  <a:pt x="678904" y="119577"/>
                </a:lnTo>
                <a:lnTo>
                  <a:pt x="679169" y="119228"/>
                </a:lnTo>
                <a:lnTo>
                  <a:pt x="679428" y="118878"/>
                </a:lnTo>
                <a:lnTo>
                  <a:pt x="679683" y="118526"/>
                </a:lnTo>
                <a:lnTo>
                  <a:pt x="679931" y="118173"/>
                </a:lnTo>
                <a:lnTo>
                  <a:pt x="680175" y="117819"/>
                </a:lnTo>
                <a:lnTo>
                  <a:pt x="680413" y="117463"/>
                </a:lnTo>
                <a:lnTo>
                  <a:pt x="671371" y="110278"/>
                </a:lnTo>
                <a:lnTo>
                  <a:pt x="671026" y="110725"/>
                </a:lnTo>
                <a:lnTo>
                  <a:pt x="670675" y="111164"/>
                </a:lnTo>
                <a:lnTo>
                  <a:pt x="670320" y="111596"/>
                </a:lnTo>
                <a:lnTo>
                  <a:pt x="669961" y="112020"/>
                </a:lnTo>
                <a:lnTo>
                  <a:pt x="669596" y="112437"/>
                </a:lnTo>
                <a:lnTo>
                  <a:pt x="669227" y="112846"/>
                </a:lnTo>
                <a:lnTo>
                  <a:pt x="668853" y="113247"/>
                </a:lnTo>
                <a:lnTo>
                  <a:pt x="668474" y="113641"/>
                </a:lnTo>
                <a:lnTo>
                  <a:pt x="668090" y="114028"/>
                </a:lnTo>
                <a:lnTo>
                  <a:pt x="667702" y="114407"/>
                </a:lnTo>
                <a:lnTo>
                  <a:pt x="667309" y="114778"/>
                </a:lnTo>
                <a:lnTo>
                  <a:pt x="666911" y="115142"/>
                </a:lnTo>
                <a:lnTo>
                  <a:pt x="666508" y="115498"/>
                </a:lnTo>
                <a:lnTo>
                  <a:pt x="666101" y="115846"/>
                </a:lnTo>
                <a:lnTo>
                  <a:pt x="665688" y="116187"/>
                </a:lnTo>
                <a:lnTo>
                  <a:pt x="665272" y="116521"/>
                </a:lnTo>
                <a:lnTo>
                  <a:pt x="664850" y="116847"/>
                </a:lnTo>
                <a:lnTo>
                  <a:pt x="664423" y="117165"/>
                </a:lnTo>
                <a:lnTo>
                  <a:pt x="663992" y="117476"/>
                </a:lnTo>
                <a:lnTo>
                  <a:pt x="663556" y="117779"/>
                </a:lnTo>
                <a:lnTo>
                  <a:pt x="663115" y="118074"/>
                </a:lnTo>
                <a:lnTo>
                  <a:pt x="662670" y="118362"/>
                </a:lnTo>
                <a:lnTo>
                  <a:pt x="662219" y="118643"/>
                </a:lnTo>
                <a:lnTo>
                  <a:pt x="661764" y="118916"/>
                </a:lnTo>
                <a:lnTo>
                  <a:pt x="661303" y="119179"/>
                </a:lnTo>
                <a:lnTo>
                  <a:pt x="660832" y="119432"/>
                </a:lnTo>
                <a:lnTo>
                  <a:pt x="660354" y="119673"/>
                </a:lnTo>
                <a:lnTo>
                  <a:pt x="659867" y="119903"/>
                </a:lnTo>
                <a:lnTo>
                  <a:pt x="659372" y="120121"/>
                </a:lnTo>
                <a:lnTo>
                  <a:pt x="658868" y="120329"/>
                </a:lnTo>
                <a:lnTo>
                  <a:pt x="658356" y="120525"/>
                </a:lnTo>
                <a:lnTo>
                  <a:pt x="657835" y="120710"/>
                </a:lnTo>
                <a:lnTo>
                  <a:pt x="657306" y="120884"/>
                </a:lnTo>
                <a:lnTo>
                  <a:pt x="656769" y="121046"/>
                </a:lnTo>
                <a:lnTo>
                  <a:pt x="656223" y="121198"/>
                </a:lnTo>
                <a:lnTo>
                  <a:pt x="655669" y="121338"/>
                </a:lnTo>
                <a:lnTo>
                  <a:pt x="655107" y="121467"/>
                </a:lnTo>
                <a:lnTo>
                  <a:pt x="654536" y="121584"/>
                </a:lnTo>
                <a:lnTo>
                  <a:pt x="653956" y="121691"/>
                </a:lnTo>
                <a:lnTo>
                  <a:pt x="653368" y="121786"/>
                </a:lnTo>
                <a:lnTo>
                  <a:pt x="652772" y="121870"/>
                </a:lnTo>
                <a:lnTo>
                  <a:pt x="652167" y="121943"/>
                </a:lnTo>
                <a:lnTo>
                  <a:pt x="651554" y="122005"/>
                </a:lnTo>
                <a:lnTo>
                  <a:pt x="650933" y="122055"/>
                </a:lnTo>
                <a:lnTo>
                  <a:pt x="650303" y="122095"/>
                </a:lnTo>
                <a:lnTo>
                  <a:pt x="649665" y="122123"/>
                </a:lnTo>
                <a:lnTo>
                  <a:pt x="649018" y="122139"/>
                </a:lnTo>
                <a:lnTo>
                  <a:pt x="648363" y="122145"/>
                </a:lnTo>
                <a:lnTo>
                  <a:pt x="647854" y="122141"/>
                </a:lnTo>
                <a:lnTo>
                  <a:pt x="647350" y="122129"/>
                </a:lnTo>
                <a:lnTo>
                  <a:pt x="646850" y="122108"/>
                </a:lnTo>
                <a:lnTo>
                  <a:pt x="646355" y="122080"/>
                </a:lnTo>
                <a:lnTo>
                  <a:pt x="645864" y="122043"/>
                </a:lnTo>
                <a:lnTo>
                  <a:pt x="645378" y="121999"/>
                </a:lnTo>
                <a:lnTo>
                  <a:pt x="644897" y="121946"/>
                </a:lnTo>
                <a:lnTo>
                  <a:pt x="644421" y="121885"/>
                </a:lnTo>
                <a:lnTo>
                  <a:pt x="643949" y="121816"/>
                </a:lnTo>
                <a:lnTo>
                  <a:pt x="643481" y="121739"/>
                </a:lnTo>
                <a:lnTo>
                  <a:pt x="643019" y="121653"/>
                </a:lnTo>
                <a:lnTo>
                  <a:pt x="642561" y="121560"/>
                </a:lnTo>
                <a:lnTo>
                  <a:pt x="642107" y="121458"/>
                </a:lnTo>
                <a:lnTo>
                  <a:pt x="641658" y="121348"/>
                </a:lnTo>
                <a:lnTo>
                  <a:pt x="641214" y="121231"/>
                </a:lnTo>
                <a:lnTo>
                  <a:pt x="640774" y="121105"/>
                </a:lnTo>
                <a:lnTo>
                  <a:pt x="640339" y="120970"/>
                </a:lnTo>
                <a:lnTo>
                  <a:pt x="639909" y="120828"/>
                </a:lnTo>
                <a:lnTo>
                  <a:pt x="639483" y="120678"/>
                </a:lnTo>
                <a:lnTo>
                  <a:pt x="639062" y="120519"/>
                </a:lnTo>
                <a:lnTo>
                  <a:pt x="638646" y="120353"/>
                </a:lnTo>
                <a:lnTo>
                  <a:pt x="638234" y="120178"/>
                </a:lnTo>
                <a:lnTo>
                  <a:pt x="637827" y="119995"/>
                </a:lnTo>
                <a:lnTo>
                  <a:pt x="637424" y="119804"/>
                </a:lnTo>
                <a:lnTo>
                  <a:pt x="637026" y="119606"/>
                </a:lnTo>
                <a:lnTo>
                  <a:pt x="636634" y="119401"/>
                </a:lnTo>
                <a:lnTo>
                  <a:pt x="636246" y="119191"/>
                </a:lnTo>
                <a:lnTo>
                  <a:pt x="635863" y="118974"/>
                </a:lnTo>
                <a:lnTo>
                  <a:pt x="635486" y="118751"/>
                </a:lnTo>
                <a:lnTo>
                  <a:pt x="635113" y="118522"/>
                </a:lnTo>
                <a:lnTo>
                  <a:pt x="634746" y="118287"/>
                </a:lnTo>
                <a:lnTo>
                  <a:pt x="634383" y="118046"/>
                </a:lnTo>
                <a:lnTo>
                  <a:pt x="634026" y="117798"/>
                </a:lnTo>
                <a:lnTo>
                  <a:pt x="633673" y="117545"/>
                </a:lnTo>
                <a:lnTo>
                  <a:pt x="633326" y="117285"/>
                </a:lnTo>
                <a:lnTo>
                  <a:pt x="632984" y="117019"/>
                </a:lnTo>
                <a:lnTo>
                  <a:pt x="632647" y="116746"/>
                </a:lnTo>
                <a:lnTo>
                  <a:pt x="632314" y="116468"/>
                </a:lnTo>
                <a:lnTo>
                  <a:pt x="631987" y="116184"/>
                </a:lnTo>
                <a:lnTo>
                  <a:pt x="631665" y="115893"/>
                </a:lnTo>
                <a:lnTo>
                  <a:pt x="631348" y="115596"/>
                </a:lnTo>
                <a:lnTo>
                  <a:pt x="631036" y="115293"/>
                </a:lnTo>
                <a:lnTo>
                  <a:pt x="630729" y="114984"/>
                </a:lnTo>
                <a:lnTo>
                  <a:pt x="630427" y="114669"/>
                </a:lnTo>
                <a:lnTo>
                  <a:pt x="630131" y="114347"/>
                </a:lnTo>
                <a:lnTo>
                  <a:pt x="629839" y="114019"/>
                </a:lnTo>
                <a:lnTo>
                  <a:pt x="629552" y="113685"/>
                </a:lnTo>
                <a:lnTo>
                  <a:pt x="629270" y="113345"/>
                </a:lnTo>
                <a:lnTo>
                  <a:pt x="628994" y="113000"/>
                </a:lnTo>
                <a:lnTo>
                  <a:pt x="628723" y="112650"/>
                </a:lnTo>
                <a:lnTo>
                  <a:pt x="628458" y="112295"/>
                </a:lnTo>
                <a:lnTo>
                  <a:pt x="628198" y="111936"/>
                </a:lnTo>
                <a:lnTo>
                  <a:pt x="627944" y="111572"/>
                </a:lnTo>
                <a:lnTo>
                  <a:pt x="627696" y="111204"/>
                </a:lnTo>
                <a:lnTo>
                  <a:pt x="627453" y="110830"/>
                </a:lnTo>
                <a:lnTo>
                  <a:pt x="627216" y="110453"/>
                </a:lnTo>
                <a:lnTo>
                  <a:pt x="626985" y="110070"/>
                </a:lnTo>
                <a:lnTo>
                  <a:pt x="626759" y="109683"/>
                </a:lnTo>
                <a:lnTo>
                  <a:pt x="626538" y="109291"/>
                </a:lnTo>
                <a:lnTo>
                  <a:pt x="626324" y="108895"/>
                </a:lnTo>
                <a:lnTo>
                  <a:pt x="626114" y="108494"/>
                </a:lnTo>
                <a:lnTo>
                  <a:pt x="625911" y="108089"/>
                </a:lnTo>
                <a:lnTo>
                  <a:pt x="625713" y="107679"/>
                </a:lnTo>
                <a:lnTo>
                  <a:pt x="625521" y="107264"/>
                </a:lnTo>
                <a:lnTo>
                  <a:pt x="625334" y="106844"/>
                </a:lnTo>
                <a:lnTo>
                  <a:pt x="625153" y="106420"/>
                </a:lnTo>
                <a:lnTo>
                  <a:pt x="624978" y="105992"/>
                </a:lnTo>
                <a:lnTo>
                  <a:pt x="624808" y="105558"/>
                </a:lnTo>
                <a:lnTo>
                  <a:pt x="624643" y="105120"/>
                </a:lnTo>
                <a:lnTo>
                  <a:pt x="624485" y="104678"/>
                </a:lnTo>
                <a:lnTo>
                  <a:pt x="624332" y="104231"/>
                </a:lnTo>
                <a:lnTo>
                  <a:pt x="624184" y="103779"/>
                </a:lnTo>
                <a:lnTo>
                  <a:pt x="624043" y="103323"/>
                </a:lnTo>
                <a:lnTo>
                  <a:pt x="623907" y="102865"/>
                </a:lnTo>
                <a:lnTo>
                  <a:pt x="623777" y="102405"/>
                </a:lnTo>
                <a:lnTo>
                  <a:pt x="623654" y="101941"/>
                </a:lnTo>
                <a:lnTo>
                  <a:pt x="623536" y="101475"/>
                </a:lnTo>
                <a:lnTo>
                  <a:pt x="623425" y="101006"/>
                </a:lnTo>
                <a:lnTo>
                  <a:pt x="623319" y="100535"/>
                </a:lnTo>
                <a:lnTo>
                  <a:pt x="623220" y="100061"/>
                </a:lnTo>
                <a:lnTo>
                  <a:pt x="623127" y="99584"/>
                </a:lnTo>
                <a:lnTo>
                  <a:pt x="623039" y="99105"/>
                </a:lnTo>
                <a:lnTo>
                  <a:pt x="622958" y="98623"/>
                </a:lnTo>
                <a:lnTo>
                  <a:pt x="622882" y="98138"/>
                </a:lnTo>
                <a:lnTo>
                  <a:pt x="622813" y="97650"/>
                </a:lnTo>
                <a:lnTo>
                  <a:pt x="622750" y="97160"/>
                </a:lnTo>
                <a:lnTo>
                  <a:pt x="622693" y="96668"/>
                </a:lnTo>
                <a:lnTo>
                  <a:pt x="622641" y="96172"/>
                </a:lnTo>
                <a:lnTo>
                  <a:pt x="622596" y="95674"/>
                </a:lnTo>
                <a:lnTo>
                  <a:pt x="622557" y="95174"/>
                </a:lnTo>
                <a:lnTo>
                  <a:pt x="622524" y="94670"/>
                </a:lnTo>
                <a:lnTo>
                  <a:pt x="622497" y="94164"/>
                </a:lnTo>
                <a:lnTo>
                  <a:pt x="622476" y="93655"/>
                </a:lnTo>
                <a:lnTo>
                  <a:pt x="622461" y="93163"/>
                </a:lnTo>
                <a:lnTo>
                  <a:pt x="681543" y="93163"/>
                </a:lnTo>
                <a:lnTo>
                  <a:pt x="681543" y="86472"/>
                </a:lnTo>
                <a:lnTo>
                  <a:pt x="681540" y="85709"/>
                </a:lnTo>
                <a:lnTo>
                  <a:pt x="681529" y="84951"/>
                </a:lnTo>
                <a:lnTo>
                  <a:pt x="681510" y="84197"/>
                </a:lnTo>
                <a:close/>
                <a:moveTo>
                  <a:pt x="623025" y="80124"/>
                </a:moveTo>
                <a:lnTo>
                  <a:pt x="623111" y="79559"/>
                </a:lnTo>
                <a:lnTo>
                  <a:pt x="623202" y="78999"/>
                </a:lnTo>
                <a:lnTo>
                  <a:pt x="623299" y="78446"/>
                </a:lnTo>
                <a:lnTo>
                  <a:pt x="623402" y="77900"/>
                </a:lnTo>
                <a:lnTo>
                  <a:pt x="623511" y="77360"/>
                </a:lnTo>
                <a:lnTo>
                  <a:pt x="623626" y="76826"/>
                </a:lnTo>
                <a:lnTo>
                  <a:pt x="623747" y="76299"/>
                </a:lnTo>
                <a:lnTo>
                  <a:pt x="623873" y="75778"/>
                </a:lnTo>
                <a:lnTo>
                  <a:pt x="624006" y="75264"/>
                </a:lnTo>
                <a:lnTo>
                  <a:pt x="624144" y="74756"/>
                </a:lnTo>
                <a:lnTo>
                  <a:pt x="624288" y="74255"/>
                </a:lnTo>
                <a:lnTo>
                  <a:pt x="624436" y="73760"/>
                </a:lnTo>
                <a:lnTo>
                  <a:pt x="624589" y="73272"/>
                </a:lnTo>
                <a:lnTo>
                  <a:pt x="624747" y="72790"/>
                </a:lnTo>
                <a:lnTo>
                  <a:pt x="624910" y="72314"/>
                </a:lnTo>
                <a:lnTo>
                  <a:pt x="625077" y="71845"/>
                </a:lnTo>
                <a:lnTo>
                  <a:pt x="625250" y="71382"/>
                </a:lnTo>
                <a:lnTo>
                  <a:pt x="625427" y="70926"/>
                </a:lnTo>
                <a:lnTo>
                  <a:pt x="625608" y="70476"/>
                </a:lnTo>
                <a:lnTo>
                  <a:pt x="625795" y="70033"/>
                </a:lnTo>
                <a:lnTo>
                  <a:pt x="625986" y="69596"/>
                </a:lnTo>
                <a:lnTo>
                  <a:pt x="626182" y="69166"/>
                </a:lnTo>
                <a:lnTo>
                  <a:pt x="626383" y="68742"/>
                </a:lnTo>
                <a:lnTo>
                  <a:pt x="626589" y="68324"/>
                </a:lnTo>
                <a:lnTo>
                  <a:pt x="626799" y="67913"/>
                </a:lnTo>
                <a:lnTo>
                  <a:pt x="627014" y="67509"/>
                </a:lnTo>
                <a:lnTo>
                  <a:pt x="627234" y="67110"/>
                </a:lnTo>
                <a:lnTo>
                  <a:pt x="627459" y="66719"/>
                </a:lnTo>
                <a:lnTo>
                  <a:pt x="627688" y="66333"/>
                </a:lnTo>
                <a:lnTo>
                  <a:pt x="627923" y="65954"/>
                </a:lnTo>
                <a:lnTo>
                  <a:pt x="628161" y="65582"/>
                </a:lnTo>
                <a:lnTo>
                  <a:pt x="628405" y="65216"/>
                </a:lnTo>
                <a:lnTo>
                  <a:pt x="628654" y="64857"/>
                </a:lnTo>
                <a:lnTo>
                  <a:pt x="628907" y="64504"/>
                </a:lnTo>
                <a:lnTo>
                  <a:pt x="629165" y="64157"/>
                </a:lnTo>
                <a:lnTo>
                  <a:pt x="629427" y="63818"/>
                </a:lnTo>
                <a:lnTo>
                  <a:pt x="629693" y="63486"/>
                </a:lnTo>
                <a:lnTo>
                  <a:pt x="629963" y="63161"/>
                </a:lnTo>
                <a:lnTo>
                  <a:pt x="630238" y="62844"/>
                </a:lnTo>
                <a:lnTo>
                  <a:pt x="630517" y="62533"/>
                </a:lnTo>
                <a:lnTo>
                  <a:pt x="630800" y="62230"/>
                </a:lnTo>
                <a:lnTo>
                  <a:pt x="631087" y="61934"/>
                </a:lnTo>
                <a:lnTo>
                  <a:pt x="631378" y="61645"/>
                </a:lnTo>
                <a:lnTo>
                  <a:pt x="631674" y="61363"/>
                </a:lnTo>
                <a:lnTo>
                  <a:pt x="631973" y="61088"/>
                </a:lnTo>
                <a:lnTo>
                  <a:pt x="632277" y="60820"/>
                </a:lnTo>
                <a:lnTo>
                  <a:pt x="632586" y="60560"/>
                </a:lnTo>
                <a:lnTo>
                  <a:pt x="632898" y="60306"/>
                </a:lnTo>
                <a:lnTo>
                  <a:pt x="633215" y="60060"/>
                </a:lnTo>
                <a:lnTo>
                  <a:pt x="633536" y="59821"/>
                </a:lnTo>
                <a:lnTo>
                  <a:pt x="633861" y="59589"/>
                </a:lnTo>
                <a:lnTo>
                  <a:pt x="634190" y="59365"/>
                </a:lnTo>
                <a:lnTo>
                  <a:pt x="634523" y="59147"/>
                </a:lnTo>
                <a:lnTo>
                  <a:pt x="634861" y="58937"/>
                </a:lnTo>
                <a:lnTo>
                  <a:pt x="635203" y="58733"/>
                </a:lnTo>
                <a:lnTo>
                  <a:pt x="635549" y="58537"/>
                </a:lnTo>
                <a:lnTo>
                  <a:pt x="635899" y="58348"/>
                </a:lnTo>
                <a:lnTo>
                  <a:pt x="636253" y="58166"/>
                </a:lnTo>
                <a:lnTo>
                  <a:pt x="636611" y="57992"/>
                </a:lnTo>
                <a:lnTo>
                  <a:pt x="636972" y="57825"/>
                </a:lnTo>
                <a:lnTo>
                  <a:pt x="637336" y="57665"/>
                </a:lnTo>
                <a:lnTo>
                  <a:pt x="637702" y="57513"/>
                </a:lnTo>
                <a:lnTo>
                  <a:pt x="638071" y="57368"/>
                </a:lnTo>
                <a:lnTo>
                  <a:pt x="638443" y="57230"/>
                </a:lnTo>
                <a:lnTo>
                  <a:pt x="638818" y="57100"/>
                </a:lnTo>
                <a:lnTo>
                  <a:pt x="639196" y="56978"/>
                </a:lnTo>
                <a:lnTo>
                  <a:pt x="639576" y="56863"/>
                </a:lnTo>
                <a:lnTo>
                  <a:pt x="639959" y="56755"/>
                </a:lnTo>
                <a:lnTo>
                  <a:pt x="640345" y="56655"/>
                </a:lnTo>
                <a:lnTo>
                  <a:pt x="640734" y="56562"/>
                </a:lnTo>
                <a:lnTo>
                  <a:pt x="641126" y="56476"/>
                </a:lnTo>
                <a:lnTo>
                  <a:pt x="641520" y="56398"/>
                </a:lnTo>
                <a:lnTo>
                  <a:pt x="641917" y="56328"/>
                </a:lnTo>
                <a:lnTo>
                  <a:pt x="642317" y="56265"/>
                </a:lnTo>
                <a:lnTo>
                  <a:pt x="642720" y="56209"/>
                </a:lnTo>
                <a:lnTo>
                  <a:pt x="643126" y="56161"/>
                </a:lnTo>
                <a:lnTo>
                  <a:pt x="643534" y="56120"/>
                </a:lnTo>
                <a:lnTo>
                  <a:pt x="643945" y="56086"/>
                </a:lnTo>
                <a:lnTo>
                  <a:pt x="644359" y="56060"/>
                </a:lnTo>
                <a:lnTo>
                  <a:pt x="644776" y="56042"/>
                </a:lnTo>
                <a:lnTo>
                  <a:pt x="645196" y="56031"/>
                </a:lnTo>
                <a:lnTo>
                  <a:pt x="645618" y="56027"/>
                </a:lnTo>
                <a:lnTo>
                  <a:pt x="646252" y="56033"/>
                </a:lnTo>
                <a:lnTo>
                  <a:pt x="646874" y="56051"/>
                </a:lnTo>
                <a:lnTo>
                  <a:pt x="647485" y="56082"/>
                </a:lnTo>
                <a:lnTo>
                  <a:pt x="648085" y="56125"/>
                </a:lnTo>
                <a:lnTo>
                  <a:pt x="648674" y="56181"/>
                </a:lnTo>
                <a:lnTo>
                  <a:pt x="649251" y="56248"/>
                </a:lnTo>
                <a:lnTo>
                  <a:pt x="649817" y="56328"/>
                </a:lnTo>
                <a:lnTo>
                  <a:pt x="650372" y="56420"/>
                </a:lnTo>
                <a:lnTo>
                  <a:pt x="650916" y="56525"/>
                </a:lnTo>
                <a:lnTo>
                  <a:pt x="651449" y="56642"/>
                </a:lnTo>
                <a:lnTo>
                  <a:pt x="651970" y="56771"/>
                </a:lnTo>
                <a:lnTo>
                  <a:pt x="652480" y="56912"/>
                </a:lnTo>
                <a:lnTo>
                  <a:pt x="652979" y="57066"/>
                </a:lnTo>
                <a:lnTo>
                  <a:pt x="653467" y="57232"/>
                </a:lnTo>
                <a:lnTo>
                  <a:pt x="653943" y="57410"/>
                </a:lnTo>
                <a:lnTo>
                  <a:pt x="654409" y="57601"/>
                </a:lnTo>
                <a:lnTo>
                  <a:pt x="654863" y="57804"/>
                </a:lnTo>
                <a:lnTo>
                  <a:pt x="655306" y="58019"/>
                </a:lnTo>
                <a:lnTo>
                  <a:pt x="655737" y="58247"/>
                </a:lnTo>
                <a:lnTo>
                  <a:pt x="656158" y="58487"/>
                </a:lnTo>
                <a:lnTo>
                  <a:pt x="656567" y="58739"/>
                </a:lnTo>
                <a:lnTo>
                  <a:pt x="656965" y="59003"/>
                </a:lnTo>
                <a:lnTo>
                  <a:pt x="657352" y="59280"/>
                </a:lnTo>
                <a:lnTo>
                  <a:pt x="657728" y="59569"/>
                </a:lnTo>
                <a:lnTo>
                  <a:pt x="658094" y="59867"/>
                </a:lnTo>
                <a:lnTo>
                  <a:pt x="658451" y="60172"/>
                </a:lnTo>
                <a:lnTo>
                  <a:pt x="658801" y="60484"/>
                </a:lnTo>
                <a:lnTo>
                  <a:pt x="659142" y="60802"/>
                </a:lnTo>
                <a:lnTo>
                  <a:pt x="659474" y="61128"/>
                </a:lnTo>
                <a:lnTo>
                  <a:pt x="659799" y="61459"/>
                </a:lnTo>
                <a:lnTo>
                  <a:pt x="660115" y="61798"/>
                </a:lnTo>
                <a:lnTo>
                  <a:pt x="660423" y="62143"/>
                </a:lnTo>
                <a:lnTo>
                  <a:pt x="660723" y="62495"/>
                </a:lnTo>
                <a:lnTo>
                  <a:pt x="661014" y="62854"/>
                </a:lnTo>
                <a:lnTo>
                  <a:pt x="661298" y="63219"/>
                </a:lnTo>
                <a:lnTo>
                  <a:pt x="661573" y="63592"/>
                </a:lnTo>
                <a:lnTo>
                  <a:pt x="661839" y="63970"/>
                </a:lnTo>
                <a:lnTo>
                  <a:pt x="662098" y="64356"/>
                </a:lnTo>
                <a:lnTo>
                  <a:pt x="662348" y="64748"/>
                </a:lnTo>
                <a:lnTo>
                  <a:pt x="662589" y="65147"/>
                </a:lnTo>
                <a:lnTo>
                  <a:pt x="662823" y="65553"/>
                </a:lnTo>
                <a:lnTo>
                  <a:pt x="663048" y="65965"/>
                </a:lnTo>
                <a:lnTo>
                  <a:pt x="663265" y="66384"/>
                </a:lnTo>
                <a:lnTo>
                  <a:pt x="663474" y="66810"/>
                </a:lnTo>
                <a:lnTo>
                  <a:pt x="663675" y="67243"/>
                </a:lnTo>
                <a:lnTo>
                  <a:pt x="663867" y="67682"/>
                </a:lnTo>
                <a:lnTo>
                  <a:pt x="664051" y="68128"/>
                </a:lnTo>
                <a:lnTo>
                  <a:pt x="664227" y="68580"/>
                </a:lnTo>
                <a:lnTo>
                  <a:pt x="664395" y="69037"/>
                </a:lnTo>
                <a:lnTo>
                  <a:pt x="664558" y="69495"/>
                </a:lnTo>
                <a:lnTo>
                  <a:pt x="664714" y="69953"/>
                </a:lnTo>
                <a:lnTo>
                  <a:pt x="664865" y="70413"/>
                </a:lnTo>
                <a:lnTo>
                  <a:pt x="665009" y="70874"/>
                </a:lnTo>
                <a:lnTo>
                  <a:pt x="665147" y="71336"/>
                </a:lnTo>
                <a:lnTo>
                  <a:pt x="665280" y="71800"/>
                </a:lnTo>
                <a:lnTo>
                  <a:pt x="665406" y="72264"/>
                </a:lnTo>
                <a:lnTo>
                  <a:pt x="665526" y="72730"/>
                </a:lnTo>
                <a:lnTo>
                  <a:pt x="665641" y="73196"/>
                </a:lnTo>
                <a:lnTo>
                  <a:pt x="665749" y="73664"/>
                </a:lnTo>
                <a:lnTo>
                  <a:pt x="665851" y="74133"/>
                </a:lnTo>
                <a:lnTo>
                  <a:pt x="665947" y="74602"/>
                </a:lnTo>
                <a:lnTo>
                  <a:pt x="666038" y="75073"/>
                </a:lnTo>
                <a:lnTo>
                  <a:pt x="666122" y="75546"/>
                </a:lnTo>
                <a:lnTo>
                  <a:pt x="666200" y="76019"/>
                </a:lnTo>
                <a:lnTo>
                  <a:pt x="666272" y="76493"/>
                </a:lnTo>
                <a:lnTo>
                  <a:pt x="666338" y="76969"/>
                </a:lnTo>
                <a:lnTo>
                  <a:pt x="666398" y="77445"/>
                </a:lnTo>
                <a:lnTo>
                  <a:pt x="666452" y="77923"/>
                </a:lnTo>
                <a:lnTo>
                  <a:pt x="666500" y="78402"/>
                </a:lnTo>
                <a:lnTo>
                  <a:pt x="666542" y="78882"/>
                </a:lnTo>
                <a:lnTo>
                  <a:pt x="666578" y="79363"/>
                </a:lnTo>
                <a:lnTo>
                  <a:pt x="666608" y="79845"/>
                </a:lnTo>
                <a:lnTo>
                  <a:pt x="666608" y="80973"/>
                </a:lnTo>
                <a:lnTo>
                  <a:pt x="622911" y="80973"/>
                </a:lnTo>
                <a:lnTo>
                  <a:pt x="622946" y="80697"/>
                </a:lnTo>
                <a:lnTo>
                  <a:pt x="623025" y="80124"/>
                </a:lnTo>
                <a:close/>
                <a:moveTo>
                  <a:pt x="695152" y="94651"/>
                </a:moveTo>
                <a:lnTo>
                  <a:pt x="695213" y="95407"/>
                </a:lnTo>
                <a:lnTo>
                  <a:pt x="695285" y="96159"/>
                </a:lnTo>
                <a:lnTo>
                  <a:pt x="695366" y="96905"/>
                </a:lnTo>
                <a:lnTo>
                  <a:pt x="695457" y="97647"/>
                </a:lnTo>
                <a:lnTo>
                  <a:pt x="695557" y="98384"/>
                </a:lnTo>
                <a:lnTo>
                  <a:pt x="695666" y="99117"/>
                </a:lnTo>
                <a:lnTo>
                  <a:pt x="695785" y="99844"/>
                </a:lnTo>
                <a:lnTo>
                  <a:pt x="695914" y="100567"/>
                </a:lnTo>
                <a:lnTo>
                  <a:pt x="696052" y="101285"/>
                </a:lnTo>
                <a:lnTo>
                  <a:pt x="696200" y="101998"/>
                </a:lnTo>
                <a:lnTo>
                  <a:pt x="696357" y="102707"/>
                </a:lnTo>
                <a:lnTo>
                  <a:pt x="696524" y="103411"/>
                </a:lnTo>
                <a:lnTo>
                  <a:pt x="696700" y="104110"/>
                </a:lnTo>
                <a:lnTo>
                  <a:pt x="696886" y="104804"/>
                </a:lnTo>
                <a:lnTo>
                  <a:pt x="697081" y="105493"/>
                </a:lnTo>
                <a:lnTo>
                  <a:pt x="697286" y="106178"/>
                </a:lnTo>
                <a:lnTo>
                  <a:pt x="697501" y="106858"/>
                </a:lnTo>
                <a:lnTo>
                  <a:pt x="697725" y="107533"/>
                </a:lnTo>
                <a:lnTo>
                  <a:pt x="697958" y="108202"/>
                </a:lnTo>
                <a:lnTo>
                  <a:pt x="698199" y="108864"/>
                </a:lnTo>
                <a:lnTo>
                  <a:pt x="698449" y="109519"/>
                </a:lnTo>
                <a:lnTo>
                  <a:pt x="698708" y="110167"/>
                </a:lnTo>
                <a:lnTo>
                  <a:pt x="698975" y="110807"/>
                </a:lnTo>
                <a:lnTo>
                  <a:pt x="699251" y="111441"/>
                </a:lnTo>
                <a:lnTo>
                  <a:pt x="699535" y="112067"/>
                </a:lnTo>
                <a:lnTo>
                  <a:pt x="699828" y="112686"/>
                </a:lnTo>
                <a:lnTo>
                  <a:pt x="700130" y="113298"/>
                </a:lnTo>
                <a:lnTo>
                  <a:pt x="700440" y="113903"/>
                </a:lnTo>
                <a:lnTo>
                  <a:pt x="700758" y="114501"/>
                </a:lnTo>
                <a:lnTo>
                  <a:pt x="701085" y="115091"/>
                </a:lnTo>
                <a:lnTo>
                  <a:pt x="701421" y="115675"/>
                </a:lnTo>
                <a:lnTo>
                  <a:pt x="701765" y="116251"/>
                </a:lnTo>
                <a:lnTo>
                  <a:pt x="702118" y="116820"/>
                </a:lnTo>
                <a:lnTo>
                  <a:pt x="702479" y="117382"/>
                </a:lnTo>
                <a:lnTo>
                  <a:pt x="702849" y="117937"/>
                </a:lnTo>
                <a:lnTo>
                  <a:pt x="703227" y="118484"/>
                </a:lnTo>
                <a:lnTo>
                  <a:pt x="703614" y="119025"/>
                </a:lnTo>
                <a:lnTo>
                  <a:pt x="704009" y="119558"/>
                </a:lnTo>
                <a:lnTo>
                  <a:pt x="704413" y="120085"/>
                </a:lnTo>
                <a:lnTo>
                  <a:pt x="704826" y="120604"/>
                </a:lnTo>
                <a:lnTo>
                  <a:pt x="705247" y="121116"/>
                </a:lnTo>
                <a:lnTo>
                  <a:pt x="705677" y="121620"/>
                </a:lnTo>
                <a:lnTo>
                  <a:pt x="706114" y="122117"/>
                </a:lnTo>
                <a:lnTo>
                  <a:pt x="706559" y="122604"/>
                </a:lnTo>
                <a:lnTo>
                  <a:pt x="707012" y="123082"/>
                </a:lnTo>
                <a:lnTo>
                  <a:pt x="707472" y="123551"/>
                </a:lnTo>
                <a:lnTo>
                  <a:pt x="707939" y="124011"/>
                </a:lnTo>
                <a:lnTo>
                  <a:pt x="708414" y="124461"/>
                </a:lnTo>
                <a:lnTo>
                  <a:pt x="708896" y="124902"/>
                </a:lnTo>
                <a:lnTo>
                  <a:pt x="709386" y="125334"/>
                </a:lnTo>
                <a:lnTo>
                  <a:pt x="709883" y="125756"/>
                </a:lnTo>
                <a:lnTo>
                  <a:pt x="710387" y="126170"/>
                </a:lnTo>
                <a:lnTo>
                  <a:pt x="710899" y="126574"/>
                </a:lnTo>
                <a:lnTo>
                  <a:pt x="711419" y="126969"/>
                </a:lnTo>
                <a:lnTo>
                  <a:pt x="711945" y="127354"/>
                </a:lnTo>
                <a:lnTo>
                  <a:pt x="712480" y="127731"/>
                </a:lnTo>
                <a:lnTo>
                  <a:pt x="713021" y="128098"/>
                </a:lnTo>
                <a:lnTo>
                  <a:pt x="713570" y="128455"/>
                </a:lnTo>
                <a:lnTo>
                  <a:pt x="714127" y="128804"/>
                </a:lnTo>
                <a:lnTo>
                  <a:pt x="714691" y="129143"/>
                </a:lnTo>
                <a:lnTo>
                  <a:pt x="715262" y="129473"/>
                </a:lnTo>
                <a:lnTo>
                  <a:pt x="715841" y="129794"/>
                </a:lnTo>
                <a:lnTo>
                  <a:pt x="716427" y="130106"/>
                </a:lnTo>
                <a:lnTo>
                  <a:pt x="717021" y="130408"/>
                </a:lnTo>
                <a:lnTo>
                  <a:pt x="717622" y="130701"/>
                </a:lnTo>
                <a:lnTo>
                  <a:pt x="718230" y="130985"/>
                </a:lnTo>
                <a:lnTo>
                  <a:pt x="718846" y="131258"/>
                </a:lnTo>
                <a:lnTo>
                  <a:pt x="719468" y="131520"/>
                </a:lnTo>
                <a:lnTo>
                  <a:pt x="720096" y="131770"/>
                </a:lnTo>
                <a:lnTo>
                  <a:pt x="720731" y="132009"/>
                </a:lnTo>
                <a:lnTo>
                  <a:pt x="721372" y="132236"/>
                </a:lnTo>
                <a:lnTo>
                  <a:pt x="722020" y="132451"/>
                </a:lnTo>
                <a:lnTo>
                  <a:pt x="722674" y="132654"/>
                </a:lnTo>
                <a:lnTo>
                  <a:pt x="723334" y="132846"/>
                </a:lnTo>
                <a:lnTo>
                  <a:pt x="724001" y="133027"/>
                </a:lnTo>
                <a:lnTo>
                  <a:pt x="724675" y="133195"/>
                </a:lnTo>
                <a:lnTo>
                  <a:pt x="725355" y="133352"/>
                </a:lnTo>
                <a:lnTo>
                  <a:pt x="726041" y="133498"/>
                </a:lnTo>
                <a:lnTo>
                  <a:pt x="726734" y="133632"/>
                </a:lnTo>
                <a:lnTo>
                  <a:pt x="727433" y="133754"/>
                </a:lnTo>
                <a:lnTo>
                  <a:pt x="728139" y="133864"/>
                </a:lnTo>
                <a:lnTo>
                  <a:pt x="728851" y="133963"/>
                </a:lnTo>
                <a:lnTo>
                  <a:pt x="729569" y="134050"/>
                </a:lnTo>
                <a:lnTo>
                  <a:pt x="730294" y="134126"/>
                </a:lnTo>
                <a:lnTo>
                  <a:pt x="731026" y="134190"/>
                </a:lnTo>
                <a:lnTo>
                  <a:pt x="731764" y="134242"/>
                </a:lnTo>
                <a:lnTo>
                  <a:pt x="732508" y="134283"/>
                </a:lnTo>
                <a:lnTo>
                  <a:pt x="733259" y="134312"/>
                </a:lnTo>
                <a:lnTo>
                  <a:pt x="734016" y="134330"/>
                </a:lnTo>
                <a:lnTo>
                  <a:pt x="734780" y="134335"/>
                </a:lnTo>
                <a:lnTo>
                  <a:pt x="735544" y="134330"/>
                </a:lnTo>
                <a:lnTo>
                  <a:pt x="736301" y="134312"/>
                </a:lnTo>
                <a:lnTo>
                  <a:pt x="737051" y="134283"/>
                </a:lnTo>
                <a:lnTo>
                  <a:pt x="737795" y="134242"/>
                </a:lnTo>
                <a:lnTo>
                  <a:pt x="738532" y="134190"/>
                </a:lnTo>
                <a:lnTo>
                  <a:pt x="739263" y="134126"/>
                </a:lnTo>
                <a:lnTo>
                  <a:pt x="739987" y="134050"/>
                </a:lnTo>
                <a:lnTo>
                  <a:pt x="740705" y="133963"/>
                </a:lnTo>
                <a:lnTo>
                  <a:pt x="741416" y="133864"/>
                </a:lnTo>
                <a:lnTo>
                  <a:pt x="742120" y="133754"/>
                </a:lnTo>
                <a:lnTo>
                  <a:pt x="742818" y="133632"/>
                </a:lnTo>
                <a:lnTo>
                  <a:pt x="743509" y="133498"/>
                </a:lnTo>
                <a:lnTo>
                  <a:pt x="744194" y="133352"/>
                </a:lnTo>
                <a:lnTo>
                  <a:pt x="744872" y="133195"/>
                </a:lnTo>
                <a:lnTo>
                  <a:pt x="745543" y="133027"/>
                </a:lnTo>
                <a:lnTo>
                  <a:pt x="746208" y="132846"/>
                </a:lnTo>
                <a:lnTo>
                  <a:pt x="746866" y="132654"/>
                </a:lnTo>
                <a:lnTo>
                  <a:pt x="747518" y="132451"/>
                </a:lnTo>
                <a:lnTo>
                  <a:pt x="748163" y="132236"/>
                </a:lnTo>
                <a:lnTo>
                  <a:pt x="748801" y="132009"/>
                </a:lnTo>
                <a:lnTo>
                  <a:pt x="749433" y="131770"/>
                </a:lnTo>
                <a:lnTo>
                  <a:pt x="750059" y="131520"/>
                </a:lnTo>
                <a:lnTo>
                  <a:pt x="750677" y="131258"/>
                </a:lnTo>
                <a:lnTo>
                  <a:pt x="751289" y="130985"/>
                </a:lnTo>
                <a:lnTo>
                  <a:pt x="751895" y="130701"/>
                </a:lnTo>
                <a:lnTo>
                  <a:pt x="752493" y="130408"/>
                </a:lnTo>
                <a:lnTo>
                  <a:pt x="753083" y="130106"/>
                </a:lnTo>
                <a:lnTo>
                  <a:pt x="753666" y="129794"/>
                </a:lnTo>
                <a:lnTo>
                  <a:pt x="754243" y="129473"/>
                </a:lnTo>
                <a:lnTo>
                  <a:pt x="754811" y="129143"/>
                </a:lnTo>
                <a:lnTo>
                  <a:pt x="755373" y="128804"/>
                </a:lnTo>
                <a:lnTo>
                  <a:pt x="755927" y="128455"/>
                </a:lnTo>
                <a:lnTo>
                  <a:pt x="756474" y="128098"/>
                </a:lnTo>
                <a:lnTo>
                  <a:pt x="757013" y="127731"/>
                </a:lnTo>
                <a:lnTo>
                  <a:pt x="757546" y="127354"/>
                </a:lnTo>
                <a:lnTo>
                  <a:pt x="758071" y="126969"/>
                </a:lnTo>
                <a:lnTo>
                  <a:pt x="758589" y="126574"/>
                </a:lnTo>
                <a:lnTo>
                  <a:pt x="759099" y="126170"/>
                </a:lnTo>
                <a:lnTo>
                  <a:pt x="759602" y="125756"/>
                </a:lnTo>
                <a:lnTo>
                  <a:pt x="760098" y="125334"/>
                </a:lnTo>
                <a:lnTo>
                  <a:pt x="760587" y="124902"/>
                </a:lnTo>
                <a:lnTo>
                  <a:pt x="761068" y="124461"/>
                </a:lnTo>
                <a:lnTo>
                  <a:pt x="761542" y="124011"/>
                </a:lnTo>
                <a:lnTo>
                  <a:pt x="762009" y="123551"/>
                </a:lnTo>
                <a:lnTo>
                  <a:pt x="762468" y="123082"/>
                </a:lnTo>
                <a:lnTo>
                  <a:pt x="762920" y="122604"/>
                </a:lnTo>
                <a:lnTo>
                  <a:pt x="763365" y="122117"/>
                </a:lnTo>
                <a:lnTo>
                  <a:pt x="763803" y="121620"/>
                </a:lnTo>
                <a:lnTo>
                  <a:pt x="764232" y="121116"/>
                </a:lnTo>
                <a:lnTo>
                  <a:pt x="764653" y="120604"/>
                </a:lnTo>
                <a:lnTo>
                  <a:pt x="765066" y="120085"/>
                </a:lnTo>
                <a:lnTo>
                  <a:pt x="765470" y="119558"/>
                </a:lnTo>
                <a:lnTo>
                  <a:pt x="765865" y="119025"/>
                </a:lnTo>
                <a:lnTo>
                  <a:pt x="766252" y="118484"/>
                </a:lnTo>
                <a:lnTo>
                  <a:pt x="766631" y="117937"/>
                </a:lnTo>
                <a:lnTo>
                  <a:pt x="767000" y="117382"/>
                </a:lnTo>
                <a:lnTo>
                  <a:pt x="767362" y="116820"/>
                </a:lnTo>
                <a:lnTo>
                  <a:pt x="767714" y="116251"/>
                </a:lnTo>
                <a:lnTo>
                  <a:pt x="768059" y="115675"/>
                </a:lnTo>
                <a:lnTo>
                  <a:pt x="768394" y="115091"/>
                </a:lnTo>
                <a:lnTo>
                  <a:pt x="768721" y="114501"/>
                </a:lnTo>
                <a:lnTo>
                  <a:pt x="769040" y="113903"/>
                </a:lnTo>
                <a:lnTo>
                  <a:pt x="769350" y="113298"/>
                </a:lnTo>
                <a:lnTo>
                  <a:pt x="769651" y="112686"/>
                </a:lnTo>
                <a:lnTo>
                  <a:pt x="769944" y="112067"/>
                </a:lnTo>
                <a:lnTo>
                  <a:pt x="770228" y="111441"/>
                </a:lnTo>
                <a:lnTo>
                  <a:pt x="770504" y="110807"/>
                </a:lnTo>
                <a:lnTo>
                  <a:pt x="770771" y="110167"/>
                </a:lnTo>
                <a:lnTo>
                  <a:pt x="771030" y="109519"/>
                </a:lnTo>
                <a:lnTo>
                  <a:pt x="771280" y="108864"/>
                </a:lnTo>
                <a:lnTo>
                  <a:pt x="771522" y="108202"/>
                </a:lnTo>
                <a:lnTo>
                  <a:pt x="771755" y="107533"/>
                </a:lnTo>
                <a:lnTo>
                  <a:pt x="771979" y="106858"/>
                </a:lnTo>
                <a:lnTo>
                  <a:pt x="772193" y="106178"/>
                </a:lnTo>
                <a:lnTo>
                  <a:pt x="772398" y="105493"/>
                </a:lnTo>
                <a:lnTo>
                  <a:pt x="772593" y="104804"/>
                </a:lnTo>
                <a:lnTo>
                  <a:pt x="772779" y="104110"/>
                </a:lnTo>
                <a:lnTo>
                  <a:pt x="772955" y="103411"/>
                </a:lnTo>
                <a:lnTo>
                  <a:pt x="773122" y="102707"/>
                </a:lnTo>
                <a:lnTo>
                  <a:pt x="773279" y="101998"/>
                </a:lnTo>
                <a:lnTo>
                  <a:pt x="773427" y="101285"/>
                </a:lnTo>
                <a:lnTo>
                  <a:pt x="773565" y="100567"/>
                </a:lnTo>
                <a:lnTo>
                  <a:pt x="773694" y="99844"/>
                </a:lnTo>
                <a:lnTo>
                  <a:pt x="773813" y="99117"/>
                </a:lnTo>
                <a:lnTo>
                  <a:pt x="773923" y="98384"/>
                </a:lnTo>
                <a:lnTo>
                  <a:pt x="774023" y="97647"/>
                </a:lnTo>
                <a:lnTo>
                  <a:pt x="774113" y="96905"/>
                </a:lnTo>
                <a:lnTo>
                  <a:pt x="774194" y="96159"/>
                </a:lnTo>
                <a:lnTo>
                  <a:pt x="774266" y="95407"/>
                </a:lnTo>
                <a:lnTo>
                  <a:pt x="774328" y="94651"/>
                </a:lnTo>
                <a:lnTo>
                  <a:pt x="774380" y="93890"/>
                </a:lnTo>
                <a:lnTo>
                  <a:pt x="774423" y="93125"/>
                </a:lnTo>
                <a:lnTo>
                  <a:pt x="774457" y="92354"/>
                </a:lnTo>
                <a:lnTo>
                  <a:pt x="774480" y="91579"/>
                </a:lnTo>
                <a:lnTo>
                  <a:pt x="774495" y="90799"/>
                </a:lnTo>
                <a:lnTo>
                  <a:pt x="774499" y="90014"/>
                </a:lnTo>
                <a:lnTo>
                  <a:pt x="774499" y="88158"/>
                </a:lnTo>
                <a:lnTo>
                  <a:pt x="774495" y="87373"/>
                </a:lnTo>
                <a:lnTo>
                  <a:pt x="774480" y="86593"/>
                </a:lnTo>
                <a:lnTo>
                  <a:pt x="774457" y="85817"/>
                </a:lnTo>
                <a:lnTo>
                  <a:pt x="774423" y="85046"/>
                </a:lnTo>
                <a:lnTo>
                  <a:pt x="774380" y="84280"/>
                </a:lnTo>
                <a:lnTo>
                  <a:pt x="774328" y="83518"/>
                </a:lnTo>
                <a:lnTo>
                  <a:pt x="774266" y="82761"/>
                </a:lnTo>
                <a:lnTo>
                  <a:pt x="774194" y="82009"/>
                </a:lnTo>
                <a:lnTo>
                  <a:pt x="774113" y="81261"/>
                </a:lnTo>
                <a:lnTo>
                  <a:pt x="774023" y="80518"/>
                </a:lnTo>
                <a:lnTo>
                  <a:pt x="773923" y="79779"/>
                </a:lnTo>
                <a:lnTo>
                  <a:pt x="773813" y="79045"/>
                </a:lnTo>
                <a:lnTo>
                  <a:pt x="773694" y="78316"/>
                </a:lnTo>
                <a:lnTo>
                  <a:pt x="773565" y="77591"/>
                </a:lnTo>
                <a:lnTo>
                  <a:pt x="773427" y="76871"/>
                </a:lnTo>
                <a:lnTo>
                  <a:pt x="773279" y="76156"/>
                </a:lnTo>
                <a:lnTo>
                  <a:pt x="773122" y="75445"/>
                </a:lnTo>
                <a:lnTo>
                  <a:pt x="772955" y="74739"/>
                </a:lnTo>
                <a:lnTo>
                  <a:pt x="772779" y="74037"/>
                </a:lnTo>
                <a:lnTo>
                  <a:pt x="772593" y="73340"/>
                </a:lnTo>
                <a:lnTo>
                  <a:pt x="772398" y="72648"/>
                </a:lnTo>
                <a:lnTo>
                  <a:pt x="772193" y="71960"/>
                </a:lnTo>
                <a:lnTo>
                  <a:pt x="771979" y="71277"/>
                </a:lnTo>
                <a:lnTo>
                  <a:pt x="771755" y="70599"/>
                </a:lnTo>
                <a:lnTo>
                  <a:pt x="771522" y="69926"/>
                </a:lnTo>
                <a:lnTo>
                  <a:pt x="771280" y="69261"/>
                </a:lnTo>
                <a:lnTo>
                  <a:pt x="771030" y="68603"/>
                </a:lnTo>
                <a:lnTo>
                  <a:pt x="770771" y="67953"/>
                </a:lnTo>
                <a:lnTo>
                  <a:pt x="770504" y="67309"/>
                </a:lnTo>
                <a:lnTo>
                  <a:pt x="770228" y="66673"/>
                </a:lnTo>
                <a:lnTo>
                  <a:pt x="769944" y="66044"/>
                </a:lnTo>
                <a:lnTo>
                  <a:pt x="769651" y="65423"/>
                </a:lnTo>
                <a:lnTo>
                  <a:pt x="769350" y="64809"/>
                </a:lnTo>
                <a:lnTo>
                  <a:pt x="769040" y="64202"/>
                </a:lnTo>
                <a:lnTo>
                  <a:pt x="768721" y="63602"/>
                </a:lnTo>
                <a:lnTo>
                  <a:pt x="768394" y="63010"/>
                </a:lnTo>
                <a:lnTo>
                  <a:pt x="768059" y="62425"/>
                </a:lnTo>
                <a:lnTo>
                  <a:pt x="767714" y="61847"/>
                </a:lnTo>
                <a:lnTo>
                  <a:pt x="767362" y="61277"/>
                </a:lnTo>
                <a:lnTo>
                  <a:pt x="767000" y="60714"/>
                </a:lnTo>
                <a:lnTo>
                  <a:pt x="766631" y="60158"/>
                </a:lnTo>
                <a:lnTo>
                  <a:pt x="766252" y="59609"/>
                </a:lnTo>
                <a:lnTo>
                  <a:pt x="765865" y="59068"/>
                </a:lnTo>
                <a:lnTo>
                  <a:pt x="765470" y="58534"/>
                </a:lnTo>
                <a:lnTo>
                  <a:pt x="765066" y="58007"/>
                </a:lnTo>
                <a:lnTo>
                  <a:pt x="764653" y="57488"/>
                </a:lnTo>
                <a:lnTo>
                  <a:pt x="764232" y="56976"/>
                </a:lnTo>
                <a:lnTo>
                  <a:pt x="763803" y="56471"/>
                </a:lnTo>
                <a:lnTo>
                  <a:pt x="763365" y="55974"/>
                </a:lnTo>
                <a:lnTo>
                  <a:pt x="762920" y="55487"/>
                </a:lnTo>
                <a:lnTo>
                  <a:pt x="762467" y="55009"/>
                </a:lnTo>
                <a:lnTo>
                  <a:pt x="762006" y="54540"/>
                </a:lnTo>
                <a:lnTo>
                  <a:pt x="761538" y="54081"/>
                </a:lnTo>
                <a:lnTo>
                  <a:pt x="761063" y="53630"/>
                </a:lnTo>
                <a:lnTo>
                  <a:pt x="760580" y="53189"/>
                </a:lnTo>
                <a:lnTo>
                  <a:pt x="760089" y="52757"/>
                </a:lnTo>
                <a:lnTo>
                  <a:pt x="759591" y="52335"/>
                </a:lnTo>
                <a:lnTo>
                  <a:pt x="759085" y="51921"/>
                </a:lnTo>
                <a:lnTo>
                  <a:pt x="758572" y="51517"/>
                </a:lnTo>
                <a:lnTo>
                  <a:pt x="758051" y="51123"/>
                </a:lnTo>
                <a:lnTo>
                  <a:pt x="757522" y="50737"/>
                </a:lnTo>
                <a:lnTo>
                  <a:pt x="756986" y="50361"/>
                </a:lnTo>
                <a:lnTo>
                  <a:pt x="756442" y="49994"/>
                </a:lnTo>
                <a:lnTo>
                  <a:pt x="755891" y="49636"/>
                </a:lnTo>
                <a:lnTo>
                  <a:pt x="755332" y="49287"/>
                </a:lnTo>
                <a:lnTo>
                  <a:pt x="754766" y="48948"/>
                </a:lnTo>
                <a:lnTo>
                  <a:pt x="754192" y="48618"/>
                </a:lnTo>
                <a:lnTo>
                  <a:pt x="753610" y="48297"/>
                </a:lnTo>
                <a:lnTo>
                  <a:pt x="753021" y="47985"/>
                </a:lnTo>
                <a:lnTo>
                  <a:pt x="752425" y="47683"/>
                </a:lnTo>
                <a:lnTo>
                  <a:pt x="751820" y="47390"/>
                </a:lnTo>
                <a:lnTo>
                  <a:pt x="751209" y="47106"/>
                </a:lnTo>
                <a:lnTo>
                  <a:pt x="750590" y="46833"/>
                </a:lnTo>
                <a:lnTo>
                  <a:pt x="749965" y="46571"/>
                </a:lnTo>
                <a:lnTo>
                  <a:pt x="749334" y="46321"/>
                </a:lnTo>
                <a:lnTo>
                  <a:pt x="748696" y="46082"/>
                </a:lnTo>
                <a:lnTo>
                  <a:pt x="748052" y="45856"/>
                </a:lnTo>
                <a:lnTo>
                  <a:pt x="747402" y="45640"/>
                </a:lnTo>
                <a:lnTo>
                  <a:pt x="746745" y="45437"/>
                </a:lnTo>
                <a:lnTo>
                  <a:pt x="746082" y="45245"/>
                </a:lnTo>
                <a:lnTo>
                  <a:pt x="745413" y="45065"/>
                </a:lnTo>
                <a:lnTo>
                  <a:pt x="744738" y="44896"/>
                </a:lnTo>
                <a:lnTo>
                  <a:pt x="744056" y="44739"/>
                </a:lnTo>
                <a:lnTo>
                  <a:pt x="743368" y="44593"/>
                </a:lnTo>
                <a:lnTo>
                  <a:pt x="742673" y="44460"/>
                </a:lnTo>
                <a:lnTo>
                  <a:pt x="741973" y="44338"/>
                </a:lnTo>
                <a:lnTo>
                  <a:pt x="741266" y="44227"/>
                </a:lnTo>
                <a:lnTo>
                  <a:pt x="740552" y="44128"/>
                </a:lnTo>
                <a:lnTo>
                  <a:pt x="739833" y="44041"/>
                </a:lnTo>
                <a:lnTo>
                  <a:pt x="739107" y="43965"/>
                </a:lnTo>
                <a:lnTo>
                  <a:pt x="738374" y="43901"/>
                </a:lnTo>
                <a:lnTo>
                  <a:pt x="737636" y="43849"/>
                </a:lnTo>
                <a:lnTo>
                  <a:pt x="736891" y="43808"/>
                </a:lnTo>
                <a:lnTo>
                  <a:pt x="736140" y="43779"/>
                </a:lnTo>
                <a:lnTo>
                  <a:pt x="735382" y="43762"/>
                </a:lnTo>
                <a:lnTo>
                  <a:pt x="734619" y="43756"/>
                </a:lnTo>
                <a:lnTo>
                  <a:pt x="733861" y="43762"/>
                </a:lnTo>
                <a:lnTo>
                  <a:pt x="733111" y="43779"/>
                </a:lnTo>
                <a:lnTo>
                  <a:pt x="732366" y="43808"/>
                </a:lnTo>
                <a:lnTo>
                  <a:pt x="731627" y="43849"/>
                </a:lnTo>
                <a:lnTo>
                  <a:pt x="730895" y="43901"/>
                </a:lnTo>
                <a:lnTo>
                  <a:pt x="730168" y="43965"/>
                </a:lnTo>
                <a:lnTo>
                  <a:pt x="729448" y="44041"/>
                </a:lnTo>
                <a:lnTo>
                  <a:pt x="728734" y="44128"/>
                </a:lnTo>
                <a:lnTo>
                  <a:pt x="728026" y="44227"/>
                </a:lnTo>
                <a:lnTo>
                  <a:pt x="727325" y="44338"/>
                </a:lnTo>
                <a:lnTo>
                  <a:pt x="726629" y="44460"/>
                </a:lnTo>
                <a:lnTo>
                  <a:pt x="725940" y="44593"/>
                </a:lnTo>
                <a:lnTo>
                  <a:pt x="725257" y="44739"/>
                </a:lnTo>
                <a:lnTo>
                  <a:pt x="724580" y="44896"/>
                </a:lnTo>
                <a:lnTo>
                  <a:pt x="723909" y="45065"/>
                </a:lnTo>
                <a:lnTo>
                  <a:pt x="723245" y="45245"/>
                </a:lnTo>
                <a:lnTo>
                  <a:pt x="722586" y="45437"/>
                </a:lnTo>
                <a:lnTo>
                  <a:pt x="721934" y="45640"/>
                </a:lnTo>
                <a:lnTo>
                  <a:pt x="721288" y="45856"/>
                </a:lnTo>
                <a:lnTo>
                  <a:pt x="720648" y="46082"/>
                </a:lnTo>
                <a:lnTo>
                  <a:pt x="720014" y="46321"/>
                </a:lnTo>
                <a:lnTo>
                  <a:pt x="719386" y="46571"/>
                </a:lnTo>
                <a:lnTo>
                  <a:pt x="718765" y="46833"/>
                </a:lnTo>
                <a:lnTo>
                  <a:pt x="718150" y="47106"/>
                </a:lnTo>
                <a:lnTo>
                  <a:pt x="717541" y="47390"/>
                </a:lnTo>
                <a:lnTo>
                  <a:pt x="716940" y="47683"/>
                </a:lnTo>
                <a:lnTo>
                  <a:pt x="716347" y="47985"/>
                </a:lnTo>
                <a:lnTo>
                  <a:pt x="715761" y="48297"/>
                </a:lnTo>
                <a:lnTo>
                  <a:pt x="715183" y="48618"/>
                </a:lnTo>
                <a:lnTo>
                  <a:pt x="714613" y="48948"/>
                </a:lnTo>
                <a:lnTo>
                  <a:pt x="714050" y="49287"/>
                </a:lnTo>
                <a:lnTo>
                  <a:pt x="713494" y="49636"/>
                </a:lnTo>
                <a:lnTo>
                  <a:pt x="712946" y="49994"/>
                </a:lnTo>
                <a:lnTo>
                  <a:pt x="712406" y="50361"/>
                </a:lnTo>
                <a:lnTo>
                  <a:pt x="711873" y="50737"/>
                </a:lnTo>
                <a:lnTo>
                  <a:pt x="711348" y="51123"/>
                </a:lnTo>
                <a:lnTo>
                  <a:pt x="710830" y="51517"/>
                </a:lnTo>
                <a:lnTo>
                  <a:pt x="710320" y="51921"/>
                </a:lnTo>
                <a:lnTo>
                  <a:pt x="709818" y="52335"/>
                </a:lnTo>
                <a:lnTo>
                  <a:pt x="709323" y="52757"/>
                </a:lnTo>
                <a:lnTo>
                  <a:pt x="708836" y="53189"/>
                </a:lnTo>
                <a:lnTo>
                  <a:pt x="708356" y="53630"/>
                </a:lnTo>
                <a:lnTo>
                  <a:pt x="707884" y="54081"/>
                </a:lnTo>
                <a:lnTo>
                  <a:pt x="707419" y="54540"/>
                </a:lnTo>
                <a:lnTo>
                  <a:pt x="706962" y="55009"/>
                </a:lnTo>
                <a:lnTo>
                  <a:pt x="706513" y="55487"/>
                </a:lnTo>
                <a:lnTo>
                  <a:pt x="706071" y="55974"/>
                </a:lnTo>
                <a:lnTo>
                  <a:pt x="705636" y="56471"/>
                </a:lnTo>
                <a:lnTo>
                  <a:pt x="705210" y="56976"/>
                </a:lnTo>
                <a:lnTo>
                  <a:pt x="704792" y="57488"/>
                </a:lnTo>
                <a:lnTo>
                  <a:pt x="704383" y="58007"/>
                </a:lnTo>
                <a:lnTo>
                  <a:pt x="703981" y="58534"/>
                </a:lnTo>
                <a:lnTo>
                  <a:pt x="703589" y="59068"/>
                </a:lnTo>
                <a:lnTo>
                  <a:pt x="703204" y="59609"/>
                </a:lnTo>
                <a:lnTo>
                  <a:pt x="702828" y="60158"/>
                </a:lnTo>
                <a:lnTo>
                  <a:pt x="702461" y="60714"/>
                </a:lnTo>
                <a:lnTo>
                  <a:pt x="702102" y="61277"/>
                </a:lnTo>
                <a:lnTo>
                  <a:pt x="701751" y="61847"/>
                </a:lnTo>
                <a:lnTo>
                  <a:pt x="701409" y="62425"/>
                </a:lnTo>
                <a:lnTo>
                  <a:pt x="701075" y="63010"/>
                </a:lnTo>
                <a:lnTo>
                  <a:pt x="700750" y="63602"/>
                </a:lnTo>
                <a:lnTo>
                  <a:pt x="700433" y="64202"/>
                </a:lnTo>
                <a:lnTo>
                  <a:pt x="700124" y="64809"/>
                </a:lnTo>
                <a:lnTo>
                  <a:pt x="699824" y="65423"/>
                </a:lnTo>
                <a:lnTo>
                  <a:pt x="699532" y="66044"/>
                </a:lnTo>
                <a:lnTo>
                  <a:pt x="699249" y="66673"/>
                </a:lnTo>
                <a:lnTo>
                  <a:pt x="698974" y="67309"/>
                </a:lnTo>
                <a:lnTo>
                  <a:pt x="698707" y="67953"/>
                </a:lnTo>
                <a:lnTo>
                  <a:pt x="698449" y="68603"/>
                </a:lnTo>
                <a:lnTo>
                  <a:pt x="698199" y="69261"/>
                </a:lnTo>
                <a:lnTo>
                  <a:pt x="697958" y="69926"/>
                </a:lnTo>
                <a:lnTo>
                  <a:pt x="697725" y="70599"/>
                </a:lnTo>
                <a:lnTo>
                  <a:pt x="697501" y="71277"/>
                </a:lnTo>
                <a:lnTo>
                  <a:pt x="697286" y="71960"/>
                </a:lnTo>
                <a:lnTo>
                  <a:pt x="697081" y="72648"/>
                </a:lnTo>
                <a:lnTo>
                  <a:pt x="696886" y="73340"/>
                </a:lnTo>
                <a:lnTo>
                  <a:pt x="696700" y="74037"/>
                </a:lnTo>
                <a:lnTo>
                  <a:pt x="696524" y="74739"/>
                </a:lnTo>
                <a:lnTo>
                  <a:pt x="696357" y="75445"/>
                </a:lnTo>
                <a:lnTo>
                  <a:pt x="696200" y="76156"/>
                </a:lnTo>
                <a:lnTo>
                  <a:pt x="696052" y="76871"/>
                </a:lnTo>
                <a:lnTo>
                  <a:pt x="695914" y="77591"/>
                </a:lnTo>
                <a:lnTo>
                  <a:pt x="695785" y="78316"/>
                </a:lnTo>
                <a:lnTo>
                  <a:pt x="695666" y="79045"/>
                </a:lnTo>
                <a:lnTo>
                  <a:pt x="695557" y="79779"/>
                </a:lnTo>
                <a:lnTo>
                  <a:pt x="695457" y="80518"/>
                </a:lnTo>
                <a:lnTo>
                  <a:pt x="695366" y="81261"/>
                </a:lnTo>
                <a:lnTo>
                  <a:pt x="695285" y="82009"/>
                </a:lnTo>
                <a:lnTo>
                  <a:pt x="695213" y="82761"/>
                </a:lnTo>
                <a:lnTo>
                  <a:pt x="695152" y="83518"/>
                </a:lnTo>
                <a:lnTo>
                  <a:pt x="695099" y="84280"/>
                </a:lnTo>
                <a:lnTo>
                  <a:pt x="695056" y="85046"/>
                </a:lnTo>
                <a:lnTo>
                  <a:pt x="695023" y="85817"/>
                </a:lnTo>
                <a:lnTo>
                  <a:pt x="694999" y="86593"/>
                </a:lnTo>
                <a:lnTo>
                  <a:pt x="694985" y="87373"/>
                </a:lnTo>
                <a:lnTo>
                  <a:pt x="694980" y="88158"/>
                </a:lnTo>
                <a:lnTo>
                  <a:pt x="694980" y="90014"/>
                </a:lnTo>
                <a:lnTo>
                  <a:pt x="694985" y="90799"/>
                </a:lnTo>
                <a:lnTo>
                  <a:pt x="694999" y="91579"/>
                </a:lnTo>
                <a:lnTo>
                  <a:pt x="695023" y="92354"/>
                </a:lnTo>
                <a:lnTo>
                  <a:pt x="695056" y="93125"/>
                </a:lnTo>
                <a:lnTo>
                  <a:pt x="695099" y="93890"/>
                </a:lnTo>
                <a:lnTo>
                  <a:pt x="695152" y="94651"/>
                </a:lnTo>
                <a:close/>
                <a:moveTo>
                  <a:pt x="710011" y="84971"/>
                </a:moveTo>
                <a:lnTo>
                  <a:pt x="710046" y="84449"/>
                </a:lnTo>
                <a:lnTo>
                  <a:pt x="710086" y="83928"/>
                </a:lnTo>
                <a:lnTo>
                  <a:pt x="710131" y="83410"/>
                </a:lnTo>
                <a:lnTo>
                  <a:pt x="710181" y="82895"/>
                </a:lnTo>
                <a:lnTo>
                  <a:pt x="710237" y="82381"/>
                </a:lnTo>
                <a:lnTo>
                  <a:pt x="710299" y="81871"/>
                </a:lnTo>
                <a:lnTo>
                  <a:pt x="710365" y="81362"/>
                </a:lnTo>
                <a:lnTo>
                  <a:pt x="710437" y="80856"/>
                </a:lnTo>
                <a:lnTo>
                  <a:pt x="710514" y="80353"/>
                </a:lnTo>
                <a:lnTo>
                  <a:pt x="710597" y="79851"/>
                </a:lnTo>
                <a:lnTo>
                  <a:pt x="710685" y="79352"/>
                </a:lnTo>
                <a:lnTo>
                  <a:pt x="710778" y="78856"/>
                </a:lnTo>
                <a:lnTo>
                  <a:pt x="710876" y="78362"/>
                </a:lnTo>
                <a:lnTo>
                  <a:pt x="710980" y="77870"/>
                </a:lnTo>
                <a:lnTo>
                  <a:pt x="711089" y="77381"/>
                </a:lnTo>
                <a:lnTo>
                  <a:pt x="711204" y="76894"/>
                </a:lnTo>
                <a:lnTo>
                  <a:pt x="711324" y="76409"/>
                </a:lnTo>
                <a:lnTo>
                  <a:pt x="711449" y="75927"/>
                </a:lnTo>
                <a:lnTo>
                  <a:pt x="711580" y="75448"/>
                </a:lnTo>
                <a:lnTo>
                  <a:pt x="711716" y="74974"/>
                </a:lnTo>
                <a:lnTo>
                  <a:pt x="711857" y="74504"/>
                </a:lnTo>
                <a:lnTo>
                  <a:pt x="712004" y="74039"/>
                </a:lnTo>
                <a:lnTo>
                  <a:pt x="712156" y="73578"/>
                </a:lnTo>
                <a:lnTo>
                  <a:pt x="712314" y="73122"/>
                </a:lnTo>
                <a:lnTo>
                  <a:pt x="712478" y="72670"/>
                </a:lnTo>
                <a:lnTo>
                  <a:pt x="712646" y="72222"/>
                </a:lnTo>
                <a:lnTo>
                  <a:pt x="712821" y="71779"/>
                </a:lnTo>
                <a:lnTo>
                  <a:pt x="713001" y="71341"/>
                </a:lnTo>
                <a:lnTo>
                  <a:pt x="713186" y="70907"/>
                </a:lnTo>
                <a:lnTo>
                  <a:pt x="713376" y="70478"/>
                </a:lnTo>
                <a:lnTo>
                  <a:pt x="713573" y="70053"/>
                </a:lnTo>
                <a:lnTo>
                  <a:pt x="713774" y="69632"/>
                </a:lnTo>
                <a:lnTo>
                  <a:pt x="713981" y="69216"/>
                </a:lnTo>
                <a:lnTo>
                  <a:pt x="714194" y="68805"/>
                </a:lnTo>
                <a:lnTo>
                  <a:pt x="714412" y="68398"/>
                </a:lnTo>
                <a:lnTo>
                  <a:pt x="714635" y="67995"/>
                </a:lnTo>
                <a:lnTo>
                  <a:pt x="714864" y="67597"/>
                </a:lnTo>
                <a:lnTo>
                  <a:pt x="715099" y="67204"/>
                </a:lnTo>
                <a:lnTo>
                  <a:pt x="715339" y="66814"/>
                </a:lnTo>
                <a:lnTo>
                  <a:pt x="715584" y="66430"/>
                </a:lnTo>
                <a:lnTo>
                  <a:pt x="715835" y="66050"/>
                </a:lnTo>
                <a:lnTo>
                  <a:pt x="716091" y="65674"/>
                </a:lnTo>
                <a:lnTo>
                  <a:pt x="716353" y="65304"/>
                </a:lnTo>
                <a:lnTo>
                  <a:pt x="716620" y="64941"/>
                </a:lnTo>
                <a:lnTo>
                  <a:pt x="716892" y="64584"/>
                </a:lnTo>
                <a:lnTo>
                  <a:pt x="717170" y="64233"/>
                </a:lnTo>
                <a:lnTo>
                  <a:pt x="717453" y="63890"/>
                </a:lnTo>
                <a:lnTo>
                  <a:pt x="717741" y="63552"/>
                </a:lnTo>
                <a:lnTo>
                  <a:pt x="718035" y="63222"/>
                </a:lnTo>
                <a:lnTo>
                  <a:pt x="718333" y="62898"/>
                </a:lnTo>
                <a:lnTo>
                  <a:pt x="718638" y="62581"/>
                </a:lnTo>
                <a:lnTo>
                  <a:pt x="718947" y="62270"/>
                </a:lnTo>
                <a:lnTo>
                  <a:pt x="719262" y="61966"/>
                </a:lnTo>
                <a:lnTo>
                  <a:pt x="719583" y="61668"/>
                </a:lnTo>
                <a:lnTo>
                  <a:pt x="719908" y="61377"/>
                </a:lnTo>
                <a:lnTo>
                  <a:pt x="720239" y="61092"/>
                </a:lnTo>
                <a:lnTo>
                  <a:pt x="720575" y="60815"/>
                </a:lnTo>
                <a:lnTo>
                  <a:pt x="720917" y="60543"/>
                </a:lnTo>
                <a:lnTo>
                  <a:pt x="721264" y="60279"/>
                </a:lnTo>
                <a:lnTo>
                  <a:pt x="721616" y="60021"/>
                </a:lnTo>
                <a:lnTo>
                  <a:pt x="721973" y="59769"/>
                </a:lnTo>
                <a:lnTo>
                  <a:pt x="722336" y="59524"/>
                </a:lnTo>
                <a:lnTo>
                  <a:pt x="722705" y="59286"/>
                </a:lnTo>
                <a:lnTo>
                  <a:pt x="723078" y="59054"/>
                </a:lnTo>
                <a:lnTo>
                  <a:pt x="723457" y="58829"/>
                </a:lnTo>
                <a:lnTo>
                  <a:pt x="723841" y="58610"/>
                </a:lnTo>
                <a:lnTo>
                  <a:pt x="724231" y="58399"/>
                </a:lnTo>
                <a:lnTo>
                  <a:pt x="724625" y="58198"/>
                </a:lnTo>
                <a:lnTo>
                  <a:pt x="725025" y="58005"/>
                </a:lnTo>
                <a:lnTo>
                  <a:pt x="725430" y="57821"/>
                </a:lnTo>
                <a:lnTo>
                  <a:pt x="725840" y="57646"/>
                </a:lnTo>
                <a:lnTo>
                  <a:pt x="726255" y="57480"/>
                </a:lnTo>
                <a:lnTo>
                  <a:pt x="726676" y="57323"/>
                </a:lnTo>
                <a:lnTo>
                  <a:pt x="727102" y="57175"/>
                </a:lnTo>
                <a:lnTo>
                  <a:pt x="727533" y="57036"/>
                </a:lnTo>
                <a:lnTo>
                  <a:pt x="727969" y="56906"/>
                </a:lnTo>
                <a:lnTo>
                  <a:pt x="728410" y="56785"/>
                </a:lnTo>
                <a:lnTo>
                  <a:pt x="728856" y="56673"/>
                </a:lnTo>
                <a:lnTo>
                  <a:pt x="729308" y="56570"/>
                </a:lnTo>
                <a:lnTo>
                  <a:pt x="729765" y="56475"/>
                </a:lnTo>
                <a:lnTo>
                  <a:pt x="730227" y="56390"/>
                </a:lnTo>
                <a:lnTo>
                  <a:pt x="730694" y="56314"/>
                </a:lnTo>
                <a:lnTo>
                  <a:pt x="731167" y="56247"/>
                </a:lnTo>
                <a:lnTo>
                  <a:pt x="731644" y="56188"/>
                </a:lnTo>
                <a:lnTo>
                  <a:pt x="732127" y="56139"/>
                </a:lnTo>
                <a:lnTo>
                  <a:pt x="732615" y="56099"/>
                </a:lnTo>
                <a:lnTo>
                  <a:pt x="733108" y="56067"/>
                </a:lnTo>
                <a:lnTo>
                  <a:pt x="733606" y="56045"/>
                </a:lnTo>
                <a:lnTo>
                  <a:pt x="734110" y="56031"/>
                </a:lnTo>
                <a:lnTo>
                  <a:pt x="734619" y="56027"/>
                </a:lnTo>
                <a:lnTo>
                  <a:pt x="735134" y="56031"/>
                </a:lnTo>
                <a:lnTo>
                  <a:pt x="735644" y="56045"/>
                </a:lnTo>
                <a:lnTo>
                  <a:pt x="736148" y="56067"/>
                </a:lnTo>
                <a:lnTo>
                  <a:pt x="736647" y="56099"/>
                </a:lnTo>
                <a:lnTo>
                  <a:pt x="737140" y="56139"/>
                </a:lnTo>
                <a:lnTo>
                  <a:pt x="737628" y="56188"/>
                </a:lnTo>
                <a:lnTo>
                  <a:pt x="738111" y="56247"/>
                </a:lnTo>
                <a:lnTo>
                  <a:pt x="738588" y="56314"/>
                </a:lnTo>
                <a:lnTo>
                  <a:pt x="739059" y="56390"/>
                </a:lnTo>
                <a:lnTo>
                  <a:pt x="739525" y="56475"/>
                </a:lnTo>
                <a:lnTo>
                  <a:pt x="739986" y="56570"/>
                </a:lnTo>
                <a:lnTo>
                  <a:pt x="740441" y="56673"/>
                </a:lnTo>
                <a:lnTo>
                  <a:pt x="740891" y="56785"/>
                </a:lnTo>
                <a:lnTo>
                  <a:pt x="741335" y="56906"/>
                </a:lnTo>
                <a:lnTo>
                  <a:pt x="741774" y="57036"/>
                </a:lnTo>
                <a:lnTo>
                  <a:pt x="742207" y="57175"/>
                </a:lnTo>
                <a:lnTo>
                  <a:pt x="742635" y="57323"/>
                </a:lnTo>
                <a:lnTo>
                  <a:pt x="743057" y="57480"/>
                </a:lnTo>
                <a:lnTo>
                  <a:pt x="743474" y="57646"/>
                </a:lnTo>
                <a:lnTo>
                  <a:pt x="743886" y="57821"/>
                </a:lnTo>
                <a:lnTo>
                  <a:pt x="744292" y="58005"/>
                </a:lnTo>
                <a:lnTo>
                  <a:pt x="744692" y="58198"/>
                </a:lnTo>
                <a:lnTo>
                  <a:pt x="745087" y="58399"/>
                </a:lnTo>
                <a:lnTo>
                  <a:pt x="745477" y="58610"/>
                </a:lnTo>
                <a:lnTo>
                  <a:pt x="745861" y="58829"/>
                </a:lnTo>
                <a:lnTo>
                  <a:pt x="746240" y="59054"/>
                </a:lnTo>
                <a:lnTo>
                  <a:pt x="746613" y="59286"/>
                </a:lnTo>
                <a:lnTo>
                  <a:pt x="746982" y="59524"/>
                </a:lnTo>
                <a:lnTo>
                  <a:pt x="747344" y="59769"/>
                </a:lnTo>
                <a:lnTo>
                  <a:pt x="747702" y="60021"/>
                </a:lnTo>
                <a:lnTo>
                  <a:pt x="748054" y="60279"/>
                </a:lnTo>
                <a:lnTo>
                  <a:pt x="748401" y="60543"/>
                </a:lnTo>
                <a:lnTo>
                  <a:pt x="748743" y="60815"/>
                </a:lnTo>
                <a:lnTo>
                  <a:pt x="749079" y="61092"/>
                </a:lnTo>
                <a:lnTo>
                  <a:pt x="749410" y="61377"/>
                </a:lnTo>
                <a:lnTo>
                  <a:pt x="749735" y="61668"/>
                </a:lnTo>
                <a:lnTo>
                  <a:pt x="750056" y="61966"/>
                </a:lnTo>
                <a:lnTo>
                  <a:pt x="750371" y="62270"/>
                </a:lnTo>
                <a:lnTo>
                  <a:pt x="750680" y="62581"/>
                </a:lnTo>
                <a:lnTo>
                  <a:pt x="750984" y="62898"/>
                </a:lnTo>
                <a:lnTo>
                  <a:pt x="751283" y="63222"/>
                </a:lnTo>
                <a:lnTo>
                  <a:pt x="751577" y="63552"/>
                </a:lnTo>
                <a:lnTo>
                  <a:pt x="751865" y="63890"/>
                </a:lnTo>
                <a:lnTo>
                  <a:pt x="752148" y="64233"/>
                </a:lnTo>
                <a:lnTo>
                  <a:pt x="752426" y="64584"/>
                </a:lnTo>
                <a:lnTo>
                  <a:pt x="752698" y="64941"/>
                </a:lnTo>
                <a:lnTo>
                  <a:pt x="752965" y="65304"/>
                </a:lnTo>
                <a:lnTo>
                  <a:pt x="753227" y="65674"/>
                </a:lnTo>
                <a:lnTo>
                  <a:pt x="753483" y="66050"/>
                </a:lnTo>
                <a:lnTo>
                  <a:pt x="753734" y="66430"/>
                </a:lnTo>
                <a:lnTo>
                  <a:pt x="753980" y="66814"/>
                </a:lnTo>
                <a:lnTo>
                  <a:pt x="754220" y="67204"/>
                </a:lnTo>
                <a:lnTo>
                  <a:pt x="754455" y="67597"/>
                </a:lnTo>
                <a:lnTo>
                  <a:pt x="754685" y="67995"/>
                </a:lnTo>
                <a:lnTo>
                  <a:pt x="754910" y="68398"/>
                </a:lnTo>
                <a:lnTo>
                  <a:pt x="755129" y="68805"/>
                </a:lnTo>
                <a:lnTo>
                  <a:pt x="755342" y="69216"/>
                </a:lnTo>
                <a:lnTo>
                  <a:pt x="755551" y="69632"/>
                </a:lnTo>
                <a:lnTo>
                  <a:pt x="755754" y="70053"/>
                </a:lnTo>
                <a:lnTo>
                  <a:pt x="755952" y="70478"/>
                </a:lnTo>
                <a:lnTo>
                  <a:pt x="756144" y="70907"/>
                </a:lnTo>
                <a:lnTo>
                  <a:pt x="756331" y="71341"/>
                </a:lnTo>
                <a:lnTo>
                  <a:pt x="756513" y="71779"/>
                </a:lnTo>
                <a:lnTo>
                  <a:pt x="756689" y="72222"/>
                </a:lnTo>
                <a:lnTo>
                  <a:pt x="756861" y="72670"/>
                </a:lnTo>
                <a:lnTo>
                  <a:pt x="757026" y="73122"/>
                </a:lnTo>
                <a:lnTo>
                  <a:pt x="757187" y="73578"/>
                </a:lnTo>
                <a:lnTo>
                  <a:pt x="757342" y="74039"/>
                </a:lnTo>
                <a:lnTo>
                  <a:pt x="757492" y="74504"/>
                </a:lnTo>
                <a:lnTo>
                  <a:pt x="757636" y="74974"/>
                </a:lnTo>
                <a:lnTo>
                  <a:pt x="757775" y="75448"/>
                </a:lnTo>
                <a:lnTo>
                  <a:pt x="757909" y="75927"/>
                </a:lnTo>
                <a:lnTo>
                  <a:pt x="758038" y="76409"/>
                </a:lnTo>
                <a:lnTo>
                  <a:pt x="758161" y="76894"/>
                </a:lnTo>
                <a:lnTo>
                  <a:pt x="758278" y="77381"/>
                </a:lnTo>
                <a:lnTo>
                  <a:pt x="758390" y="77870"/>
                </a:lnTo>
                <a:lnTo>
                  <a:pt x="758497" y="78362"/>
                </a:lnTo>
                <a:lnTo>
                  <a:pt x="758598" y="78856"/>
                </a:lnTo>
                <a:lnTo>
                  <a:pt x="758694" y="79352"/>
                </a:lnTo>
                <a:lnTo>
                  <a:pt x="758784" y="79851"/>
                </a:lnTo>
                <a:lnTo>
                  <a:pt x="758869" y="80353"/>
                </a:lnTo>
                <a:lnTo>
                  <a:pt x="758948" y="80856"/>
                </a:lnTo>
                <a:lnTo>
                  <a:pt x="759022" y="81362"/>
                </a:lnTo>
                <a:lnTo>
                  <a:pt x="759090" y="81871"/>
                </a:lnTo>
                <a:lnTo>
                  <a:pt x="759153" y="82381"/>
                </a:lnTo>
                <a:lnTo>
                  <a:pt x="759210" y="82895"/>
                </a:lnTo>
                <a:lnTo>
                  <a:pt x="759262" y="83410"/>
                </a:lnTo>
                <a:lnTo>
                  <a:pt x="759309" y="83928"/>
                </a:lnTo>
                <a:lnTo>
                  <a:pt x="759350" y="84449"/>
                </a:lnTo>
                <a:lnTo>
                  <a:pt x="759385" y="84971"/>
                </a:lnTo>
                <a:lnTo>
                  <a:pt x="759415" y="85496"/>
                </a:lnTo>
                <a:lnTo>
                  <a:pt x="759440" y="86024"/>
                </a:lnTo>
                <a:lnTo>
                  <a:pt x="759459" y="86554"/>
                </a:lnTo>
                <a:lnTo>
                  <a:pt x="759473" y="87086"/>
                </a:lnTo>
                <a:lnTo>
                  <a:pt x="759481" y="87621"/>
                </a:lnTo>
                <a:lnTo>
                  <a:pt x="759484" y="88158"/>
                </a:lnTo>
                <a:lnTo>
                  <a:pt x="759484" y="90014"/>
                </a:lnTo>
                <a:lnTo>
                  <a:pt x="759481" y="90558"/>
                </a:lnTo>
                <a:lnTo>
                  <a:pt x="759473" y="91099"/>
                </a:lnTo>
                <a:lnTo>
                  <a:pt x="759459" y="91637"/>
                </a:lnTo>
                <a:lnTo>
                  <a:pt x="759440" y="92173"/>
                </a:lnTo>
                <a:lnTo>
                  <a:pt x="759415" y="92706"/>
                </a:lnTo>
                <a:lnTo>
                  <a:pt x="759385" y="93236"/>
                </a:lnTo>
                <a:lnTo>
                  <a:pt x="759350" y="93764"/>
                </a:lnTo>
                <a:lnTo>
                  <a:pt x="759309" y="94289"/>
                </a:lnTo>
                <a:lnTo>
                  <a:pt x="759262" y="94811"/>
                </a:lnTo>
                <a:lnTo>
                  <a:pt x="759210" y="95331"/>
                </a:lnTo>
                <a:lnTo>
                  <a:pt x="759153" y="95847"/>
                </a:lnTo>
                <a:lnTo>
                  <a:pt x="759090" y="96362"/>
                </a:lnTo>
                <a:lnTo>
                  <a:pt x="759022" y="96873"/>
                </a:lnTo>
                <a:lnTo>
                  <a:pt x="758948" y="97382"/>
                </a:lnTo>
                <a:lnTo>
                  <a:pt x="758869" y="97889"/>
                </a:lnTo>
                <a:lnTo>
                  <a:pt x="758784" y="98392"/>
                </a:lnTo>
                <a:lnTo>
                  <a:pt x="758694" y="98893"/>
                </a:lnTo>
                <a:lnTo>
                  <a:pt x="758598" y="99392"/>
                </a:lnTo>
                <a:lnTo>
                  <a:pt x="758497" y="99887"/>
                </a:lnTo>
                <a:lnTo>
                  <a:pt x="758390" y="100380"/>
                </a:lnTo>
                <a:lnTo>
                  <a:pt x="758278" y="100871"/>
                </a:lnTo>
                <a:lnTo>
                  <a:pt x="758161" y="101358"/>
                </a:lnTo>
                <a:lnTo>
                  <a:pt x="758038" y="101843"/>
                </a:lnTo>
                <a:lnTo>
                  <a:pt x="757909" y="102326"/>
                </a:lnTo>
                <a:lnTo>
                  <a:pt x="757776" y="102804"/>
                </a:lnTo>
                <a:lnTo>
                  <a:pt x="757637" y="103279"/>
                </a:lnTo>
                <a:lnTo>
                  <a:pt x="757492" y="103748"/>
                </a:lnTo>
                <a:lnTo>
                  <a:pt x="757343" y="104213"/>
                </a:lnTo>
                <a:lnTo>
                  <a:pt x="757189" y="104673"/>
                </a:lnTo>
                <a:lnTo>
                  <a:pt x="757029" y="105129"/>
                </a:lnTo>
                <a:lnTo>
                  <a:pt x="756864" y="105580"/>
                </a:lnTo>
                <a:lnTo>
                  <a:pt x="756694" y="106026"/>
                </a:lnTo>
                <a:lnTo>
                  <a:pt x="756519" y="106468"/>
                </a:lnTo>
                <a:lnTo>
                  <a:pt x="756338" y="106905"/>
                </a:lnTo>
                <a:lnTo>
                  <a:pt x="756153" y="107337"/>
                </a:lnTo>
                <a:lnTo>
                  <a:pt x="755962" y="107765"/>
                </a:lnTo>
                <a:lnTo>
                  <a:pt x="755766" y="108188"/>
                </a:lnTo>
                <a:lnTo>
                  <a:pt x="755564" y="108607"/>
                </a:lnTo>
                <a:lnTo>
                  <a:pt x="755358" y="109021"/>
                </a:lnTo>
                <a:lnTo>
                  <a:pt x="755147" y="109430"/>
                </a:lnTo>
                <a:lnTo>
                  <a:pt x="754930" y="109835"/>
                </a:lnTo>
                <a:lnTo>
                  <a:pt x="754708" y="110235"/>
                </a:lnTo>
                <a:lnTo>
                  <a:pt x="754481" y="110630"/>
                </a:lnTo>
                <a:lnTo>
                  <a:pt x="754248" y="111021"/>
                </a:lnTo>
                <a:lnTo>
                  <a:pt x="754011" y="111407"/>
                </a:lnTo>
                <a:lnTo>
                  <a:pt x="753768" y="111789"/>
                </a:lnTo>
                <a:lnTo>
                  <a:pt x="753520" y="112166"/>
                </a:lnTo>
                <a:lnTo>
                  <a:pt x="753267" y="112538"/>
                </a:lnTo>
                <a:lnTo>
                  <a:pt x="753009" y="112905"/>
                </a:lnTo>
                <a:lnTo>
                  <a:pt x="752745" y="113265"/>
                </a:lnTo>
                <a:lnTo>
                  <a:pt x="752476" y="113619"/>
                </a:lnTo>
                <a:lnTo>
                  <a:pt x="752201" y="113965"/>
                </a:lnTo>
                <a:lnTo>
                  <a:pt x="751921" y="114306"/>
                </a:lnTo>
                <a:lnTo>
                  <a:pt x="751635" y="114640"/>
                </a:lnTo>
                <a:lnTo>
                  <a:pt x="751344" y="114967"/>
                </a:lnTo>
                <a:lnTo>
                  <a:pt x="751047" y="115287"/>
                </a:lnTo>
                <a:lnTo>
                  <a:pt x="750745" y="115601"/>
                </a:lnTo>
                <a:lnTo>
                  <a:pt x="750438" y="115909"/>
                </a:lnTo>
                <a:lnTo>
                  <a:pt x="750125" y="116210"/>
                </a:lnTo>
                <a:lnTo>
                  <a:pt x="749806" y="116504"/>
                </a:lnTo>
                <a:lnTo>
                  <a:pt x="749482" y="116792"/>
                </a:lnTo>
                <a:lnTo>
                  <a:pt x="749153" y="117073"/>
                </a:lnTo>
                <a:lnTo>
                  <a:pt x="748818" y="117347"/>
                </a:lnTo>
                <a:lnTo>
                  <a:pt x="748477" y="117615"/>
                </a:lnTo>
                <a:lnTo>
                  <a:pt x="748131" y="117877"/>
                </a:lnTo>
                <a:lnTo>
                  <a:pt x="747780" y="118131"/>
                </a:lnTo>
                <a:lnTo>
                  <a:pt x="747423" y="118379"/>
                </a:lnTo>
                <a:lnTo>
                  <a:pt x="747061" y="118621"/>
                </a:lnTo>
                <a:lnTo>
                  <a:pt x="746693" y="118856"/>
                </a:lnTo>
                <a:lnTo>
                  <a:pt x="746320" y="119084"/>
                </a:lnTo>
                <a:lnTo>
                  <a:pt x="745942" y="119306"/>
                </a:lnTo>
                <a:lnTo>
                  <a:pt x="745558" y="119521"/>
                </a:lnTo>
                <a:lnTo>
                  <a:pt x="745168" y="119729"/>
                </a:lnTo>
                <a:lnTo>
                  <a:pt x="744774" y="119927"/>
                </a:lnTo>
                <a:lnTo>
                  <a:pt x="744374" y="120117"/>
                </a:lnTo>
                <a:lnTo>
                  <a:pt x="743969" y="120298"/>
                </a:lnTo>
                <a:lnTo>
                  <a:pt x="743559" y="120471"/>
                </a:lnTo>
                <a:lnTo>
                  <a:pt x="743143" y="120634"/>
                </a:lnTo>
                <a:lnTo>
                  <a:pt x="742723" y="120788"/>
                </a:lnTo>
                <a:lnTo>
                  <a:pt x="742297" y="120934"/>
                </a:lnTo>
                <a:lnTo>
                  <a:pt x="741866" y="121071"/>
                </a:lnTo>
                <a:lnTo>
                  <a:pt x="741430" y="121199"/>
                </a:lnTo>
                <a:lnTo>
                  <a:pt x="740989" y="121318"/>
                </a:lnTo>
                <a:lnTo>
                  <a:pt x="740542" y="121429"/>
                </a:lnTo>
                <a:lnTo>
                  <a:pt x="740091" y="121530"/>
                </a:lnTo>
                <a:lnTo>
                  <a:pt x="739634" y="121623"/>
                </a:lnTo>
                <a:lnTo>
                  <a:pt x="739172" y="121707"/>
                </a:lnTo>
                <a:lnTo>
                  <a:pt x="738704" y="121782"/>
                </a:lnTo>
                <a:lnTo>
                  <a:pt x="738232" y="121848"/>
                </a:lnTo>
                <a:lnTo>
                  <a:pt x="737754" y="121905"/>
                </a:lnTo>
                <a:lnTo>
                  <a:pt x="737272" y="121954"/>
                </a:lnTo>
                <a:lnTo>
                  <a:pt x="736784" y="121994"/>
                </a:lnTo>
                <a:lnTo>
                  <a:pt x="736291" y="122025"/>
                </a:lnTo>
                <a:lnTo>
                  <a:pt x="735792" y="122047"/>
                </a:lnTo>
                <a:lnTo>
                  <a:pt x="735289" y="122060"/>
                </a:lnTo>
                <a:lnTo>
                  <a:pt x="734780" y="122064"/>
                </a:lnTo>
                <a:lnTo>
                  <a:pt x="734265" y="122060"/>
                </a:lnTo>
                <a:lnTo>
                  <a:pt x="733755" y="122047"/>
                </a:lnTo>
                <a:lnTo>
                  <a:pt x="733250" y="122025"/>
                </a:lnTo>
                <a:lnTo>
                  <a:pt x="732751" y="121994"/>
                </a:lnTo>
                <a:lnTo>
                  <a:pt x="732257" y="121954"/>
                </a:lnTo>
                <a:lnTo>
                  <a:pt x="731768" y="121905"/>
                </a:lnTo>
                <a:lnTo>
                  <a:pt x="731284" y="121848"/>
                </a:lnTo>
                <a:lnTo>
                  <a:pt x="730806" y="121782"/>
                </a:lnTo>
                <a:lnTo>
                  <a:pt x="730334" y="121707"/>
                </a:lnTo>
                <a:lnTo>
                  <a:pt x="729866" y="121623"/>
                </a:lnTo>
                <a:lnTo>
                  <a:pt x="729404" y="121530"/>
                </a:lnTo>
                <a:lnTo>
                  <a:pt x="728947" y="121429"/>
                </a:lnTo>
                <a:lnTo>
                  <a:pt x="728496" y="121318"/>
                </a:lnTo>
                <a:lnTo>
                  <a:pt x="728050" y="121199"/>
                </a:lnTo>
                <a:lnTo>
                  <a:pt x="727609" y="121071"/>
                </a:lnTo>
                <a:lnTo>
                  <a:pt x="727173" y="120934"/>
                </a:lnTo>
                <a:lnTo>
                  <a:pt x="726743" y="120788"/>
                </a:lnTo>
                <a:lnTo>
                  <a:pt x="726319" y="120634"/>
                </a:lnTo>
                <a:lnTo>
                  <a:pt x="725899" y="120471"/>
                </a:lnTo>
                <a:lnTo>
                  <a:pt x="725485" y="120298"/>
                </a:lnTo>
                <a:lnTo>
                  <a:pt x="725076" y="120117"/>
                </a:lnTo>
                <a:lnTo>
                  <a:pt x="724672" y="119927"/>
                </a:lnTo>
                <a:lnTo>
                  <a:pt x="724274" y="119729"/>
                </a:lnTo>
                <a:lnTo>
                  <a:pt x="723881" y="119521"/>
                </a:lnTo>
                <a:lnTo>
                  <a:pt x="723494" y="119306"/>
                </a:lnTo>
                <a:lnTo>
                  <a:pt x="723112" y="119084"/>
                </a:lnTo>
                <a:lnTo>
                  <a:pt x="722735" y="118856"/>
                </a:lnTo>
                <a:lnTo>
                  <a:pt x="722364" y="118621"/>
                </a:lnTo>
                <a:lnTo>
                  <a:pt x="721999" y="118379"/>
                </a:lnTo>
                <a:lnTo>
                  <a:pt x="721639" y="118131"/>
                </a:lnTo>
                <a:lnTo>
                  <a:pt x="721284" y="117877"/>
                </a:lnTo>
                <a:lnTo>
                  <a:pt x="720935" y="117615"/>
                </a:lnTo>
                <a:lnTo>
                  <a:pt x="720591" y="117347"/>
                </a:lnTo>
                <a:lnTo>
                  <a:pt x="720253" y="117073"/>
                </a:lnTo>
                <a:lnTo>
                  <a:pt x="719920" y="116792"/>
                </a:lnTo>
                <a:lnTo>
                  <a:pt x="719593" y="116504"/>
                </a:lnTo>
                <a:lnTo>
                  <a:pt x="719271" y="116210"/>
                </a:lnTo>
                <a:lnTo>
                  <a:pt x="718954" y="115909"/>
                </a:lnTo>
                <a:lnTo>
                  <a:pt x="718643" y="115601"/>
                </a:lnTo>
                <a:lnTo>
                  <a:pt x="718338" y="115287"/>
                </a:lnTo>
                <a:lnTo>
                  <a:pt x="718038" y="114967"/>
                </a:lnTo>
                <a:lnTo>
                  <a:pt x="717743" y="114640"/>
                </a:lnTo>
                <a:lnTo>
                  <a:pt x="717454" y="114306"/>
                </a:lnTo>
                <a:lnTo>
                  <a:pt x="717171" y="113965"/>
                </a:lnTo>
                <a:lnTo>
                  <a:pt x="716893" y="113619"/>
                </a:lnTo>
                <a:lnTo>
                  <a:pt x="716620" y="113265"/>
                </a:lnTo>
                <a:lnTo>
                  <a:pt x="716353" y="112905"/>
                </a:lnTo>
                <a:lnTo>
                  <a:pt x="716091" y="112538"/>
                </a:lnTo>
                <a:lnTo>
                  <a:pt x="715835" y="112166"/>
                </a:lnTo>
                <a:lnTo>
                  <a:pt x="715584" y="111789"/>
                </a:lnTo>
                <a:lnTo>
                  <a:pt x="715339" y="111407"/>
                </a:lnTo>
                <a:lnTo>
                  <a:pt x="715099" y="111021"/>
                </a:lnTo>
                <a:lnTo>
                  <a:pt x="714864" y="110630"/>
                </a:lnTo>
                <a:lnTo>
                  <a:pt x="714635" y="110235"/>
                </a:lnTo>
                <a:lnTo>
                  <a:pt x="714412" y="109835"/>
                </a:lnTo>
                <a:lnTo>
                  <a:pt x="714194" y="109430"/>
                </a:lnTo>
                <a:lnTo>
                  <a:pt x="713981" y="109021"/>
                </a:lnTo>
                <a:lnTo>
                  <a:pt x="713774" y="108607"/>
                </a:lnTo>
                <a:lnTo>
                  <a:pt x="713573" y="108188"/>
                </a:lnTo>
                <a:lnTo>
                  <a:pt x="713376" y="107765"/>
                </a:lnTo>
                <a:lnTo>
                  <a:pt x="713186" y="107337"/>
                </a:lnTo>
                <a:lnTo>
                  <a:pt x="713001" y="106905"/>
                </a:lnTo>
                <a:lnTo>
                  <a:pt x="712821" y="106468"/>
                </a:lnTo>
                <a:lnTo>
                  <a:pt x="712646" y="106026"/>
                </a:lnTo>
                <a:lnTo>
                  <a:pt x="712478" y="105580"/>
                </a:lnTo>
                <a:lnTo>
                  <a:pt x="712314" y="105129"/>
                </a:lnTo>
                <a:lnTo>
                  <a:pt x="712156" y="104673"/>
                </a:lnTo>
                <a:lnTo>
                  <a:pt x="712004" y="104213"/>
                </a:lnTo>
                <a:lnTo>
                  <a:pt x="711857" y="103748"/>
                </a:lnTo>
                <a:lnTo>
                  <a:pt x="711716" y="103279"/>
                </a:lnTo>
                <a:lnTo>
                  <a:pt x="711580" y="102804"/>
                </a:lnTo>
                <a:lnTo>
                  <a:pt x="711449" y="102326"/>
                </a:lnTo>
                <a:lnTo>
                  <a:pt x="711324" y="101843"/>
                </a:lnTo>
                <a:lnTo>
                  <a:pt x="711204" y="101358"/>
                </a:lnTo>
                <a:lnTo>
                  <a:pt x="711089" y="100871"/>
                </a:lnTo>
                <a:lnTo>
                  <a:pt x="710980" y="100380"/>
                </a:lnTo>
                <a:lnTo>
                  <a:pt x="710876" y="99887"/>
                </a:lnTo>
                <a:lnTo>
                  <a:pt x="710778" y="99392"/>
                </a:lnTo>
                <a:lnTo>
                  <a:pt x="710685" y="98893"/>
                </a:lnTo>
                <a:lnTo>
                  <a:pt x="710597" y="98392"/>
                </a:lnTo>
                <a:lnTo>
                  <a:pt x="710514" y="97889"/>
                </a:lnTo>
                <a:lnTo>
                  <a:pt x="710437" y="97382"/>
                </a:lnTo>
                <a:lnTo>
                  <a:pt x="710365" y="96873"/>
                </a:lnTo>
                <a:lnTo>
                  <a:pt x="710299" y="96362"/>
                </a:lnTo>
                <a:lnTo>
                  <a:pt x="710237" y="95847"/>
                </a:lnTo>
                <a:lnTo>
                  <a:pt x="710181" y="95331"/>
                </a:lnTo>
                <a:lnTo>
                  <a:pt x="710131" y="94811"/>
                </a:lnTo>
                <a:lnTo>
                  <a:pt x="710086" y="94289"/>
                </a:lnTo>
                <a:lnTo>
                  <a:pt x="710046" y="93764"/>
                </a:lnTo>
                <a:lnTo>
                  <a:pt x="710011" y="93236"/>
                </a:lnTo>
                <a:lnTo>
                  <a:pt x="709982" y="92706"/>
                </a:lnTo>
                <a:lnTo>
                  <a:pt x="709958" y="92173"/>
                </a:lnTo>
                <a:lnTo>
                  <a:pt x="709939" y="91637"/>
                </a:lnTo>
                <a:lnTo>
                  <a:pt x="709926" y="91099"/>
                </a:lnTo>
                <a:lnTo>
                  <a:pt x="709918" y="90558"/>
                </a:lnTo>
                <a:lnTo>
                  <a:pt x="709915" y="90014"/>
                </a:lnTo>
                <a:lnTo>
                  <a:pt x="709915" y="88158"/>
                </a:lnTo>
                <a:lnTo>
                  <a:pt x="709918" y="87621"/>
                </a:lnTo>
                <a:lnTo>
                  <a:pt x="709926" y="87086"/>
                </a:lnTo>
                <a:lnTo>
                  <a:pt x="709939" y="86554"/>
                </a:lnTo>
                <a:lnTo>
                  <a:pt x="709958" y="86024"/>
                </a:lnTo>
                <a:lnTo>
                  <a:pt x="709982" y="85496"/>
                </a:lnTo>
                <a:lnTo>
                  <a:pt x="710011" y="84971"/>
                </a:lnTo>
                <a:close/>
                <a:moveTo>
                  <a:pt x="1047730" y="125676"/>
                </a:moveTo>
                <a:lnTo>
                  <a:pt x="1048137" y="126066"/>
                </a:lnTo>
                <a:lnTo>
                  <a:pt x="1048551" y="126446"/>
                </a:lnTo>
                <a:lnTo>
                  <a:pt x="1048971" y="126818"/>
                </a:lnTo>
                <a:lnTo>
                  <a:pt x="1049399" y="127182"/>
                </a:lnTo>
                <a:lnTo>
                  <a:pt x="1049833" y="127537"/>
                </a:lnTo>
                <a:lnTo>
                  <a:pt x="1050273" y="127883"/>
                </a:lnTo>
                <a:lnTo>
                  <a:pt x="1050721" y="128220"/>
                </a:lnTo>
                <a:lnTo>
                  <a:pt x="1051175" y="128549"/>
                </a:lnTo>
                <a:lnTo>
                  <a:pt x="1051636" y="128869"/>
                </a:lnTo>
                <a:lnTo>
                  <a:pt x="1052103" y="129180"/>
                </a:lnTo>
                <a:lnTo>
                  <a:pt x="1052577" y="129483"/>
                </a:lnTo>
                <a:lnTo>
                  <a:pt x="1053058" y="129776"/>
                </a:lnTo>
                <a:lnTo>
                  <a:pt x="1053546" y="130062"/>
                </a:lnTo>
                <a:lnTo>
                  <a:pt x="1054041" y="130338"/>
                </a:lnTo>
                <a:lnTo>
                  <a:pt x="1054542" y="130606"/>
                </a:lnTo>
                <a:lnTo>
                  <a:pt x="1055050" y="130865"/>
                </a:lnTo>
                <a:lnTo>
                  <a:pt x="1055564" y="131116"/>
                </a:lnTo>
                <a:lnTo>
                  <a:pt x="1056086" y="131357"/>
                </a:lnTo>
                <a:lnTo>
                  <a:pt x="1056614" y="131591"/>
                </a:lnTo>
                <a:lnTo>
                  <a:pt x="1057149" y="131814"/>
                </a:lnTo>
                <a:lnTo>
                  <a:pt x="1057690" y="132029"/>
                </a:lnTo>
                <a:lnTo>
                  <a:pt x="1058239" y="132234"/>
                </a:lnTo>
                <a:lnTo>
                  <a:pt x="1058794" y="132429"/>
                </a:lnTo>
                <a:lnTo>
                  <a:pt x="1059355" y="132615"/>
                </a:lnTo>
                <a:lnTo>
                  <a:pt x="1059924" y="132791"/>
                </a:lnTo>
                <a:lnTo>
                  <a:pt x="1060499" y="132958"/>
                </a:lnTo>
                <a:lnTo>
                  <a:pt x="1061081" y="133115"/>
                </a:lnTo>
                <a:lnTo>
                  <a:pt x="1061670" y="133263"/>
                </a:lnTo>
                <a:lnTo>
                  <a:pt x="1062265" y="133401"/>
                </a:lnTo>
                <a:lnTo>
                  <a:pt x="1062867" y="133530"/>
                </a:lnTo>
                <a:lnTo>
                  <a:pt x="1063476" y="133649"/>
                </a:lnTo>
                <a:lnTo>
                  <a:pt x="1064092" y="133759"/>
                </a:lnTo>
                <a:lnTo>
                  <a:pt x="1064714" y="133859"/>
                </a:lnTo>
                <a:lnTo>
                  <a:pt x="1065343" y="133949"/>
                </a:lnTo>
                <a:lnTo>
                  <a:pt x="1065979" y="134030"/>
                </a:lnTo>
                <a:lnTo>
                  <a:pt x="1066621" y="134102"/>
                </a:lnTo>
                <a:lnTo>
                  <a:pt x="1067270" y="134164"/>
                </a:lnTo>
                <a:lnTo>
                  <a:pt x="1067926" y="134216"/>
                </a:lnTo>
                <a:lnTo>
                  <a:pt x="1068589" y="134259"/>
                </a:lnTo>
                <a:lnTo>
                  <a:pt x="1069258" y="134292"/>
                </a:lnTo>
                <a:lnTo>
                  <a:pt x="1069934" y="134316"/>
                </a:lnTo>
                <a:lnTo>
                  <a:pt x="1070617" y="134331"/>
                </a:lnTo>
                <a:lnTo>
                  <a:pt x="1071307" y="134335"/>
                </a:lnTo>
                <a:lnTo>
                  <a:pt x="1071983" y="134330"/>
                </a:lnTo>
                <a:lnTo>
                  <a:pt x="1072653" y="134312"/>
                </a:lnTo>
                <a:lnTo>
                  <a:pt x="1073316" y="134284"/>
                </a:lnTo>
                <a:lnTo>
                  <a:pt x="1073973" y="134243"/>
                </a:lnTo>
                <a:lnTo>
                  <a:pt x="1074624" y="134192"/>
                </a:lnTo>
                <a:lnTo>
                  <a:pt x="1075268" y="134128"/>
                </a:lnTo>
                <a:lnTo>
                  <a:pt x="1075905" y="134054"/>
                </a:lnTo>
                <a:lnTo>
                  <a:pt x="1076536" y="133968"/>
                </a:lnTo>
                <a:lnTo>
                  <a:pt x="1077161" y="133870"/>
                </a:lnTo>
                <a:lnTo>
                  <a:pt x="1077779" y="133761"/>
                </a:lnTo>
                <a:lnTo>
                  <a:pt x="1078391" y="133640"/>
                </a:lnTo>
                <a:lnTo>
                  <a:pt x="1078996" y="133508"/>
                </a:lnTo>
                <a:lnTo>
                  <a:pt x="1079595" y="133364"/>
                </a:lnTo>
                <a:lnTo>
                  <a:pt x="1080188" y="133209"/>
                </a:lnTo>
                <a:lnTo>
                  <a:pt x="1080774" y="133042"/>
                </a:lnTo>
                <a:lnTo>
                  <a:pt x="1081353" y="132864"/>
                </a:lnTo>
                <a:lnTo>
                  <a:pt x="1081926" y="132675"/>
                </a:lnTo>
                <a:lnTo>
                  <a:pt x="1082493" y="132473"/>
                </a:lnTo>
                <a:lnTo>
                  <a:pt x="1083053" y="132261"/>
                </a:lnTo>
                <a:lnTo>
                  <a:pt x="1083607" y="132037"/>
                </a:lnTo>
                <a:lnTo>
                  <a:pt x="1084154" y="131801"/>
                </a:lnTo>
                <a:lnTo>
                  <a:pt x="1084695" y="131554"/>
                </a:lnTo>
                <a:lnTo>
                  <a:pt x="1085230" y="131295"/>
                </a:lnTo>
                <a:lnTo>
                  <a:pt x="1085758" y="131025"/>
                </a:lnTo>
                <a:lnTo>
                  <a:pt x="1086279" y="130745"/>
                </a:lnTo>
                <a:lnTo>
                  <a:pt x="1086793" y="130455"/>
                </a:lnTo>
                <a:lnTo>
                  <a:pt x="1087301" y="130156"/>
                </a:lnTo>
                <a:lnTo>
                  <a:pt x="1087802" y="129848"/>
                </a:lnTo>
                <a:lnTo>
                  <a:pt x="1088295" y="129531"/>
                </a:lnTo>
                <a:lnTo>
                  <a:pt x="1088782" y="129204"/>
                </a:lnTo>
                <a:lnTo>
                  <a:pt x="1089263" y="128868"/>
                </a:lnTo>
                <a:lnTo>
                  <a:pt x="1089736" y="128523"/>
                </a:lnTo>
                <a:lnTo>
                  <a:pt x="1090202" y="128168"/>
                </a:lnTo>
                <a:lnTo>
                  <a:pt x="1090662" y="127805"/>
                </a:lnTo>
                <a:lnTo>
                  <a:pt x="1091114" y="127432"/>
                </a:lnTo>
                <a:lnTo>
                  <a:pt x="1091560" y="127049"/>
                </a:lnTo>
                <a:lnTo>
                  <a:pt x="1091999" y="126658"/>
                </a:lnTo>
                <a:lnTo>
                  <a:pt x="1092431" y="126257"/>
                </a:lnTo>
                <a:lnTo>
                  <a:pt x="1092856" y="125847"/>
                </a:lnTo>
                <a:lnTo>
                  <a:pt x="1093274" y="125428"/>
                </a:lnTo>
                <a:lnTo>
                  <a:pt x="1093686" y="125000"/>
                </a:lnTo>
                <a:lnTo>
                  <a:pt x="1094090" y="124562"/>
                </a:lnTo>
                <a:lnTo>
                  <a:pt x="1094488" y="124115"/>
                </a:lnTo>
                <a:lnTo>
                  <a:pt x="1094879" y="123659"/>
                </a:lnTo>
                <a:lnTo>
                  <a:pt x="1095263" y="123193"/>
                </a:lnTo>
                <a:lnTo>
                  <a:pt x="1095640" y="122719"/>
                </a:lnTo>
                <a:lnTo>
                  <a:pt x="1096010" y="122235"/>
                </a:lnTo>
                <a:lnTo>
                  <a:pt x="1096374" y="121741"/>
                </a:lnTo>
                <a:lnTo>
                  <a:pt x="1096730" y="121240"/>
                </a:lnTo>
                <a:lnTo>
                  <a:pt x="1097079" y="120731"/>
                </a:lnTo>
                <a:lnTo>
                  <a:pt x="1097421" y="120214"/>
                </a:lnTo>
                <a:lnTo>
                  <a:pt x="1097756" y="119691"/>
                </a:lnTo>
                <a:lnTo>
                  <a:pt x="1098084" y="119159"/>
                </a:lnTo>
                <a:lnTo>
                  <a:pt x="1098404" y="118621"/>
                </a:lnTo>
                <a:lnTo>
                  <a:pt x="1098718" y="118075"/>
                </a:lnTo>
                <a:lnTo>
                  <a:pt x="1099024" y="117521"/>
                </a:lnTo>
                <a:lnTo>
                  <a:pt x="1099323" y="116960"/>
                </a:lnTo>
                <a:lnTo>
                  <a:pt x="1099615" y="116392"/>
                </a:lnTo>
                <a:lnTo>
                  <a:pt x="1099900" y="115816"/>
                </a:lnTo>
                <a:lnTo>
                  <a:pt x="1100178" y="115233"/>
                </a:lnTo>
                <a:lnTo>
                  <a:pt x="1100449" y="114642"/>
                </a:lnTo>
                <a:lnTo>
                  <a:pt x="1100712" y="114044"/>
                </a:lnTo>
                <a:lnTo>
                  <a:pt x="1100968" y="113438"/>
                </a:lnTo>
                <a:lnTo>
                  <a:pt x="1101217" y="112825"/>
                </a:lnTo>
                <a:lnTo>
                  <a:pt x="1101459" y="112205"/>
                </a:lnTo>
                <a:lnTo>
                  <a:pt x="1101694" y="111577"/>
                </a:lnTo>
                <a:lnTo>
                  <a:pt x="1101922" y="110942"/>
                </a:lnTo>
                <a:lnTo>
                  <a:pt x="1102142" y="110299"/>
                </a:lnTo>
                <a:lnTo>
                  <a:pt x="1102356" y="109649"/>
                </a:lnTo>
                <a:lnTo>
                  <a:pt x="1102562" y="108991"/>
                </a:lnTo>
                <a:lnTo>
                  <a:pt x="1102761" y="108326"/>
                </a:lnTo>
                <a:lnTo>
                  <a:pt x="1102953" y="107654"/>
                </a:lnTo>
                <a:lnTo>
                  <a:pt x="1103138" y="106975"/>
                </a:lnTo>
                <a:lnTo>
                  <a:pt x="1103314" y="106292"/>
                </a:lnTo>
                <a:lnTo>
                  <a:pt x="1103483" y="105604"/>
                </a:lnTo>
                <a:lnTo>
                  <a:pt x="1103644" y="104910"/>
                </a:lnTo>
                <a:lnTo>
                  <a:pt x="1103797" y="104212"/>
                </a:lnTo>
                <a:lnTo>
                  <a:pt x="1103942" y="103509"/>
                </a:lnTo>
                <a:lnTo>
                  <a:pt x="1104079" y="102801"/>
                </a:lnTo>
                <a:lnTo>
                  <a:pt x="1104209" y="102088"/>
                </a:lnTo>
                <a:lnTo>
                  <a:pt x="1104331" y="101370"/>
                </a:lnTo>
                <a:lnTo>
                  <a:pt x="1104444" y="100648"/>
                </a:lnTo>
                <a:lnTo>
                  <a:pt x="1104550" y="99920"/>
                </a:lnTo>
                <a:lnTo>
                  <a:pt x="1104648" y="99187"/>
                </a:lnTo>
                <a:lnTo>
                  <a:pt x="1104739" y="98450"/>
                </a:lnTo>
                <a:lnTo>
                  <a:pt x="1104821" y="97708"/>
                </a:lnTo>
                <a:lnTo>
                  <a:pt x="1104896" y="96960"/>
                </a:lnTo>
                <a:lnTo>
                  <a:pt x="1104962" y="96208"/>
                </a:lnTo>
                <a:lnTo>
                  <a:pt x="1105021" y="95451"/>
                </a:lnTo>
                <a:lnTo>
                  <a:pt x="1105072" y="94689"/>
                </a:lnTo>
                <a:lnTo>
                  <a:pt x="1105115" y="93922"/>
                </a:lnTo>
                <a:lnTo>
                  <a:pt x="1105151" y="93151"/>
                </a:lnTo>
                <a:lnTo>
                  <a:pt x="1105178" y="92374"/>
                </a:lnTo>
                <a:lnTo>
                  <a:pt x="1105198" y="91592"/>
                </a:lnTo>
                <a:lnTo>
                  <a:pt x="1105210" y="90806"/>
                </a:lnTo>
                <a:lnTo>
                  <a:pt x="1105214" y="90014"/>
                </a:lnTo>
                <a:lnTo>
                  <a:pt x="1105214" y="88319"/>
                </a:lnTo>
                <a:lnTo>
                  <a:pt x="1105210" y="87488"/>
                </a:lnTo>
                <a:lnTo>
                  <a:pt x="1105198" y="86663"/>
                </a:lnTo>
                <a:lnTo>
                  <a:pt x="1105179" y="85845"/>
                </a:lnTo>
                <a:lnTo>
                  <a:pt x="1105152" y="85033"/>
                </a:lnTo>
                <a:lnTo>
                  <a:pt x="1105117" y="84227"/>
                </a:lnTo>
                <a:lnTo>
                  <a:pt x="1105075" y="83427"/>
                </a:lnTo>
                <a:lnTo>
                  <a:pt x="1105025" y="82634"/>
                </a:lnTo>
                <a:lnTo>
                  <a:pt x="1104967" y="81847"/>
                </a:lnTo>
                <a:lnTo>
                  <a:pt x="1104901" y="81067"/>
                </a:lnTo>
                <a:lnTo>
                  <a:pt x="1104828" y="80292"/>
                </a:lnTo>
                <a:lnTo>
                  <a:pt x="1104747" y="79524"/>
                </a:lnTo>
                <a:lnTo>
                  <a:pt x="1104659" y="78763"/>
                </a:lnTo>
                <a:lnTo>
                  <a:pt x="1104562" y="78007"/>
                </a:lnTo>
                <a:lnTo>
                  <a:pt x="1104458" y="77258"/>
                </a:lnTo>
                <a:lnTo>
                  <a:pt x="1104346" y="76515"/>
                </a:lnTo>
                <a:lnTo>
                  <a:pt x="1104227" y="75779"/>
                </a:lnTo>
                <a:lnTo>
                  <a:pt x="1104100" y="75049"/>
                </a:lnTo>
                <a:lnTo>
                  <a:pt x="1103965" y="74325"/>
                </a:lnTo>
                <a:lnTo>
                  <a:pt x="1103822" y="73607"/>
                </a:lnTo>
                <a:lnTo>
                  <a:pt x="1103672" y="72896"/>
                </a:lnTo>
                <a:lnTo>
                  <a:pt x="1103514" y="72191"/>
                </a:lnTo>
                <a:lnTo>
                  <a:pt x="1103348" y="71493"/>
                </a:lnTo>
                <a:lnTo>
                  <a:pt x="1103175" y="70800"/>
                </a:lnTo>
                <a:lnTo>
                  <a:pt x="1102994" y="70114"/>
                </a:lnTo>
                <a:lnTo>
                  <a:pt x="1102805" y="69435"/>
                </a:lnTo>
                <a:lnTo>
                  <a:pt x="1102609" y="68765"/>
                </a:lnTo>
                <a:lnTo>
                  <a:pt x="1102405" y="68102"/>
                </a:lnTo>
                <a:lnTo>
                  <a:pt x="1102194" y="67447"/>
                </a:lnTo>
                <a:lnTo>
                  <a:pt x="1101976" y="66800"/>
                </a:lnTo>
                <a:lnTo>
                  <a:pt x="1101750" y="66161"/>
                </a:lnTo>
                <a:lnTo>
                  <a:pt x="1101516" y="65530"/>
                </a:lnTo>
                <a:lnTo>
                  <a:pt x="1101276" y="64907"/>
                </a:lnTo>
                <a:lnTo>
                  <a:pt x="1101028" y="64292"/>
                </a:lnTo>
                <a:lnTo>
                  <a:pt x="1100772" y="63685"/>
                </a:lnTo>
                <a:lnTo>
                  <a:pt x="1100509" y="63086"/>
                </a:lnTo>
                <a:lnTo>
                  <a:pt x="1100239" y="62495"/>
                </a:lnTo>
                <a:lnTo>
                  <a:pt x="1099961" y="61912"/>
                </a:lnTo>
                <a:lnTo>
                  <a:pt x="1099675" y="61337"/>
                </a:lnTo>
                <a:lnTo>
                  <a:pt x="1099383" y="60770"/>
                </a:lnTo>
                <a:lnTo>
                  <a:pt x="1099083" y="60211"/>
                </a:lnTo>
                <a:lnTo>
                  <a:pt x="1098775" y="59660"/>
                </a:lnTo>
                <a:lnTo>
                  <a:pt x="1098460" y="59117"/>
                </a:lnTo>
                <a:lnTo>
                  <a:pt x="1098138" y="58582"/>
                </a:lnTo>
                <a:lnTo>
                  <a:pt x="1097808" y="58055"/>
                </a:lnTo>
                <a:lnTo>
                  <a:pt x="1097470" y="57536"/>
                </a:lnTo>
                <a:lnTo>
                  <a:pt x="1097126" y="57025"/>
                </a:lnTo>
                <a:lnTo>
                  <a:pt x="1096774" y="56522"/>
                </a:lnTo>
                <a:lnTo>
                  <a:pt x="1096414" y="56027"/>
                </a:lnTo>
                <a:lnTo>
                  <a:pt x="1096047" y="55540"/>
                </a:lnTo>
                <a:lnTo>
                  <a:pt x="1095673" y="55063"/>
                </a:lnTo>
                <a:lnTo>
                  <a:pt x="1095293" y="54596"/>
                </a:lnTo>
                <a:lnTo>
                  <a:pt x="1094905" y="54138"/>
                </a:lnTo>
                <a:lnTo>
                  <a:pt x="1094510" y="53689"/>
                </a:lnTo>
                <a:lnTo>
                  <a:pt x="1094108" y="53249"/>
                </a:lnTo>
                <a:lnTo>
                  <a:pt x="1093699" y="52819"/>
                </a:lnTo>
                <a:lnTo>
                  <a:pt x="1093283" y="52398"/>
                </a:lnTo>
                <a:lnTo>
                  <a:pt x="1092861" y="51987"/>
                </a:lnTo>
                <a:lnTo>
                  <a:pt x="1092431" y="51585"/>
                </a:lnTo>
                <a:lnTo>
                  <a:pt x="1091994" y="51193"/>
                </a:lnTo>
                <a:lnTo>
                  <a:pt x="1091550" y="50810"/>
                </a:lnTo>
                <a:lnTo>
                  <a:pt x="1091099" y="50436"/>
                </a:lnTo>
                <a:lnTo>
                  <a:pt x="1090641" y="50072"/>
                </a:lnTo>
                <a:lnTo>
                  <a:pt x="1090176" y="49717"/>
                </a:lnTo>
                <a:lnTo>
                  <a:pt x="1089704" y="49371"/>
                </a:lnTo>
                <a:lnTo>
                  <a:pt x="1089225" y="49035"/>
                </a:lnTo>
                <a:lnTo>
                  <a:pt x="1088740" y="48708"/>
                </a:lnTo>
                <a:lnTo>
                  <a:pt x="1088247" y="48391"/>
                </a:lnTo>
                <a:lnTo>
                  <a:pt x="1087747" y="48083"/>
                </a:lnTo>
                <a:lnTo>
                  <a:pt x="1087240" y="47784"/>
                </a:lnTo>
                <a:lnTo>
                  <a:pt x="1086726" y="47495"/>
                </a:lnTo>
                <a:lnTo>
                  <a:pt x="1086205" y="47215"/>
                </a:lnTo>
                <a:lnTo>
                  <a:pt x="1085677" y="46945"/>
                </a:lnTo>
                <a:lnTo>
                  <a:pt x="1085142" y="46685"/>
                </a:lnTo>
                <a:lnTo>
                  <a:pt x="1084601" y="46435"/>
                </a:lnTo>
                <a:lnTo>
                  <a:pt x="1084053" y="46197"/>
                </a:lnTo>
                <a:lnTo>
                  <a:pt x="1083499" y="45970"/>
                </a:lnTo>
                <a:lnTo>
                  <a:pt x="1082939" y="45754"/>
                </a:lnTo>
                <a:lnTo>
                  <a:pt x="1082372" y="45550"/>
                </a:lnTo>
                <a:lnTo>
                  <a:pt x="1081799" y="45356"/>
                </a:lnTo>
                <a:lnTo>
                  <a:pt x="1081219" y="45173"/>
                </a:lnTo>
                <a:lnTo>
                  <a:pt x="1080632" y="45002"/>
                </a:lnTo>
                <a:lnTo>
                  <a:pt x="1080040" y="44841"/>
                </a:lnTo>
                <a:lnTo>
                  <a:pt x="1079441" y="44691"/>
                </a:lnTo>
                <a:lnTo>
                  <a:pt x="1078835" y="44553"/>
                </a:lnTo>
                <a:lnTo>
                  <a:pt x="1078223" y="44426"/>
                </a:lnTo>
                <a:lnTo>
                  <a:pt x="1077604" y="44309"/>
                </a:lnTo>
                <a:lnTo>
                  <a:pt x="1076979" y="44204"/>
                </a:lnTo>
                <a:lnTo>
                  <a:pt x="1076348" y="44110"/>
                </a:lnTo>
                <a:lnTo>
                  <a:pt x="1075710" y="44027"/>
                </a:lnTo>
                <a:lnTo>
                  <a:pt x="1075066" y="43955"/>
                </a:lnTo>
                <a:lnTo>
                  <a:pt x="1074415" y="43894"/>
                </a:lnTo>
                <a:lnTo>
                  <a:pt x="1073758" y="43844"/>
                </a:lnTo>
                <a:lnTo>
                  <a:pt x="1073094" y="43806"/>
                </a:lnTo>
                <a:lnTo>
                  <a:pt x="1072424" y="43778"/>
                </a:lnTo>
                <a:lnTo>
                  <a:pt x="1071748" y="43761"/>
                </a:lnTo>
                <a:lnTo>
                  <a:pt x="1071065" y="43756"/>
                </a:lnTo>
                <a:lnTo>
                  <a:pt x="1070382" y="43761"/>
                </a:lnTo>
                <a:lnTo>
                  <a:pt x="1069706" y="43776"/>
                </a:lnTo>
                <a:lnTo>
                  <a:pt x="1069036" y="43801"/>
                </a:lnTo>
                <a:lnTo>
                  <a:pt x="1068374" y="43835"/>
                </a:lnTo>
                <a:lnTo>
                  <a:pt x="1067718" y="43880"/>
                </a:lnTo>
                <a:lnTo>
                  <a:pt x="1067068" y="43935"/>
                </a:lnTo>
                <a:lnTo>
                  <a:pt x="1066426" y="44000"/>
                </a:lnTo>
                <a:lnTo>
                  <a:pt x="1065790" y="44074"/>
                </a:lnTo>
                <a:lnTo>
                  <a:pt x="1065161" y="44159"/>
                </a:lnTo>
                <a:lnTo>
                  <a:pt x="1064539" y="44253"/>
                </a:lnTo>
                <a:lnTo>
                  <a:pt x="1063923" y="44358"/>
                </a:lnTo>
                <a:lnTo>
                  <a:pt x="1063315" y="44472"/>
                </a:lnTo>
                <a:lnTo>
                  <a:pt x="1062712" y="44597"/>
                </a:lnTo>
                <a:lnTo>
                  <a:pt x="1062117" y="44731"/>
                </a:lnTo>
                <a:lnTo>
                  <a:pt x="1061528" y="44875"/>
                </a:lnTo>
                <a:lnTo>
                  <a:pt x="1060946" y="45030"/>
                </a:lnTo>
                <a:lnTo>
                  <a:pt x="1060371" y="45194"/>
                </a:lnTo>
                <a:lnTo>
                  <a:pt x="1059803" y="45368"/>
                </a:lnTo>
                <a:lnTo>
                  <a:pt x="1059241" y="45552"/>
                </a:lnTo>
                <a:lnTo>
                  <a:pt x="1058686" y="45746"/>
                </a:lnTo>
                <a:lnTo>
                  <a:pt x="1058138" y="45950"/>
                </a:lnTo>
                <a:lnTo>
                  <a:pt x="1057596" y="46164"/>
                </a:lnTo>
                <a:lnTo>
                  <a:pt x="1057061" y="46388"/>
                </a:lnTo>
                <a:lnTo>
                  <a:pt x="1056533" y="46622"/>
                </a:lnTo>
                <a:lnTo>
                  <a:pt x="1056012" y="46865"/>
                </a:lnTo>
                <a:lnTo>
                  <a:pt x="1055497" y="47117"/>
                </a:lnTo>
                <a:lnTo>
                  <a:pt x="1054989" y="47379"/>
                </a:lnTo>
                <a:lnTo>
                  <a:pt x="1054487" y="47649"/>
                </a:lnTo>
                <a:lnTo>
                  <a:pt x="1053992" y="47928"/>
                </a:lnTo>
                <a:lnTo>
                  <a:pt x="1053503" y="48216"/>
                </a:lnTo>
                <a:lnTo>
                  <a:pt x="1053021" y="48513"/>
                </a:lnTo>
                <a:lnTo>
                  <a:pt x="1052546" y="48819"/>
                </a:lnTo>
                <a:lnTo>
                  <a:pt x="1052077" y="49135"/>
                </a:lnTo>
                <a:lnTo>
                  <a:pt x="1051615" y="49459"/>
                </a:lnTo>
                <a:lnTo>
                  <a:pt x="1051159" y="49792"/>
                </a:lnTo>
                <a:lnTo>
                  <a:pt x="1050711" y="50134"/>
                </a:lnTo>
                <a:lnTo>
                  <a:pt x="1050268" y="50485"/>
                </a:lnTo>
                <a:lnTo>
                  <a:pt x="1049832" y="50844"/>
                </a:lnTo>
                <a:lnTo>
                  <a:pt x="1049403" y="51213"/>
                </a:lnTo>
                <a:lnTo>
                  <a:pt x="1048980" y="51591"/>
                </a:lnTo>
                <a:lnTo>
                  <a:pt x="1048564" y="51978"/>
                </a:lnTo>
                <a:lnTo>
                  <a:pt x="1048155" y="52374"/>
                </a:lnTo>
                <a:lnTo>
                  <a:pt x="1047752" y="52779"/>
                </a:lnTo>
                <a:lnTo>
                  <a:pt x="1047356" y="53192"/>
                </a:lnTo>
                <a:lnTo>
                  <a:pt x="1046966" y="53615"/>
                </a:lnTo>
                <a:lnTo>
                  <a:pt x="1046583" y="54047"/>
                </a:lnTo>
                <a:lnTo>
                  <a:pt x="1046206" y="54487"/>
                </a:lnTo>
                <a:lnTo>
                  <a:pt x="1045836" y="54937"/>
                </a:lnTo>
                <a:lnTo>
                  <a:pt x="1045808" y="54973"/>
                </a:lnTo>
                <a:lnTo>
                  <a:pt x="1045069" y="45370"/>
                </a:lnTo>
                <a:lnTo>
                  <a:pt x="1031345" y="45370"/>
                </a:lnTo>
                <a:lnTo>
                  <a:pt x="1031345" y="166305"/>
                </a:lnTo>
                <a:lnTo>
                  <a:pt x="1046361" y="166305"/>
                </a:lnTo>
                <a:lnTo>
                  <a:pt x="1046361" y="124245"/>
                </a:lnTo>
                <a:lnTo>
                  <a:pt x="1046550" y="124455"/>
                </a:lnTo>
                <a:lnTo>
                  <a:pt x="1046936" y="124871"/>
                </a:lnTo>
                <a:lnTo>
                  <a:pt x="1047330" y="125278"/>
                </a:lnTo>
                <a:lnTo>
                  <a:pt x="1047730" y="125676"/>
                </a:lnTo>
                <a:close/>
                <a:moveTo>
                  <a:pt x="1047199" y="66986"/>
                </a:moveTo>
                <a:lnTo>
                  <a:pt x="1047397" y="66678"/>
                </a:lnTo>
                <a:lnTo>
                  <a:pt x="1047600" y="66373"/>
                </a:lnTo>
                <a:lnTo>
                  <a:pt x="1047806" y="66072"/>
                </a:lnTo>
                <a:lnTo>
                  <a:pt x="1048016" y="65773"/>
                </a:lnTo>
                <a:lnTo>
                  <a:pt x="1048230" y="65477"/>
                </a:lnTo>
                <a:lnTo>
                  <a:pt x="1048448" y="65185"/>
                </a:lnTo>
                <a:lnTo>
                  <a:pt x="1048669" y="64895"/>
                </a:lnTo>
                <a:lnTo>
                  <a:pt x="1048894" y="64609"/>
                </a:lnTo>
                <a:lnTo>
                  <a:pt x="1049123" y="64326"/>
                </a:lnTo>
                <a:lnTo>
                  <a:pt x="1049356" y="64046"/>
                </a:lnTo>
                <a:lnTo>
                  <a:pt x="1049592" y="63768"/>
                </a:lnTo>
                <a:lnTo>
                  <a:pt x="1049833" y="63494"/>
                </a:lnTo>
                <a:lnTo>
                  <a:pt x="1050077" y="63224"/>
                </a:lnTo>
                <a:lnTo>
                  <a:pt x="1050326" y="62959"/>
                </a:lnTo>
                <a:lnTo>
                  <a:pt x="1050579" y="62698"/>
                </a:lnTo>
                <a:lnTo>
                  <a:pt x="1050836" y="62442"/>
                </a:lnTo>
                <a:lnTo>
                  <a:pt x="1051098" y="62190"/>
                </a:lnTo>
                <a:lnTo>
                  <a:pt x="1051364" y="61943"/>
                </a:lnTo>
                <a:lnTo>
                  <a:pt x="1051634" y="61700"/>
                </a:lnTo>
                <a:lnTo>
                  <a:pt x="1051909" y="61463"/>
                </a:lnTo>
                <a:lnTo>
                  <a:pt x="1052188" y="61230"/>
                </a:lnTo>
                <a:lnTo>
                  <a:pt x="1052472" y="61001"/>
                </a:lnTo>
                <a:lnTo>
                  <a:pt x="1052760" y="60777"/>
                </a:lnTo>
                <a:lnTo>
                  <a:pt x="1053052" y="60558"/>
                </a:lnTo>
                <a:lnTo>
                  <a:pt x="1053348" y="60343"/>
                </a:lnTo>
                <a:lnTo>
                  <a:pt x="1053649" y="60133"/>
                </a:lnTo>
                <a:lnTo>
                  <a:pt x="1053954" y="59928"/>
                </a:lnTo>
                <a:lnTo>
                  <a:pt x="1054264" y="59727"/>
                </a:lnTo>
                <a:lnTo>
                  <a:pt x="1054578" y="59531"/>
                </a:lnTo>
                <a:lnTo>
                  <a:pt x="1054896" y="59339"/>
                </a:lnTo>
                <a:lnTo>
                  <a:pt x="1055218" y="59152"/>
                </a:lnTo>
                <a:lnTo>
                  <a:pt x="1055545" y="58970"/>
                </a:lnTo>
                <a:lnTo>
                  <a:pt x="1055877" y="58793"/>
                </a:lnTo>
                <a:lnTo>
                  <a:pt x="1056212" y="58620"/>
                </a:lnTo>
                <a:lnTo>
                  <a:pt x="1056552" y="58451"/>
                </a:lnTo>
                <a:lnTo>
                  <a:pt x="1056896" y="58287"/>
                </a:lnTo>
                <a:lnTo>
                  <a:pt x="1057246" y="58129"/>
                </a:lnTo>
                <a:lnTo>
                  <a:pt x="1057600" y="57978"/>
                </a:lnTo>
                <a:lnTo>
                  <a:pt x="1057959" y="57833"/>
                </a:lnTo>
                <a:lnTo>
                  <a:pt x="1058324" y="57695"/>
                </a:lnTo>
                <a:lnTo>
                  <a:pt x="1058694" y="57564"/>
                </a:lnTo>
                <a:lnTo>
                  <a:pt x="1059069" y="57440"/>
                </a:lnTo>
                <a:lnTo>
                  <a:pt x="1059449" y="57322"/>
                </a:lnTo>
                <a:lnTo>
                  <a:pt x="1059834" y="57211"/>
                </a:lnTo>
                <a:lnTo>
                  <a:pt x="1060225" y="57107"/>
                </a:lnTo>
                <a:lnTo>
                  <a:pt x="1060620" y="57009"/>
                </a:lnTo>
                <a:lnTo>
                  <a:pt x="1061021" y="56918"/>
                </a:lnTo>
                <a:lnTo>
                  <a:pt x="1061427" y="56834"/>
                </a:lnTo>
                <a:lnTo>
                  <a:pt x="1061839" y="56757"/>
                </a:lnTo>
                <a:lnTo>
                  <a:pt x="1062255" y="56686"/>
                </a:lnTo>
                <a:lnTo>
                  <a:pt x="1062677" y="56622"/>
                </a:lnTo>
                <a:lnTo>
                  <a:pt x="1063104" y="56565"/>
                </a:lnTo>
                <a:lnTo>
                  <a:pt x="1063536" y="56515"/>
                </a:lnTo>
                <a:lnTo>
                  <a:pt x="1063973" y="56471"/>
                </a:lnTo>
                <a:lnTo>
                  <a:pt x="1064415" y="56434"/>
                </a:lnTo>
                <a:lnTo>
                  <a:pt x="1064863" y="56404"/>
                </a:lnTo>
                <a:lnTo>
                  <a:pt x="1065316" y="56380"/>
                </a:lnTo>
                <a:lnTo>
                  <a:pt x="1065774" y="56363"/>
                </a:lnTo>
                <a:lnTo>
                  <a:pt x="1066237" y="56353"/>
                </a:lnTo>
                <a:lnTo>
                  <a:pt x="1066705" y="56350"/>
                </a:lnTo>
                <a:lnTo>
                  <a:pt x="1067214" y="56354"/>
                </a:lnTo>
                <a:lnTo>
                  <a:pt x="1067716" y="56367"/>
                </a:lnTo>
                <a:lnTo>
                  <a:pt x="1068213" y="56390"/>
                </a:lnTo>
                <a:lnTo>
                  <a:pt x="1068703" y="56420"/>
                </a:lnTo>
                <a:lnTo>
                  <a:pt x="1069188" y="56460"/>
                </a:lnTo>
                <a:lnTo>
                  <a:pt x="1069667" y="56509"/>
                </a:lnTo>
                <a:lnTo>
                  <a:pt x="1070140" y="56566"/>
                </a:lnTo>
                <a:lnTo>
                  <a:pt x="1070607" y="56632"/>
                </a:lnTo>
                <a:lnTo>
                  <a:pt x="1071068" y="56707"/>
                </a:lnTo>
                <a:lnTo>
                  <a:pt x="1071524" y="56791"/>
                </a:lnTo>
                <a:lnTo>
                  <a:pt x="1071973" y="56884"/>
                </a:lnTo>
                <a:lnTo>
                  <a:pt x="1072417" y="56986"/>
                </a:lnTo>
                <a:lnTo>
                  <a:pt x="1072855" y="57096"/>
                </a:lnTo>
                <a:lnTo>
                  <a:pt x="1073286" y="57215"/>
                </a:lnTo>
                <a:lnTo>
                  <a:pt x="1073712" y="57343"/>
                </a:lnTo>
                <a:lnTo>
                  <a:pt x="1074132" y="57480"/>
                </a:lnTo>
                <a:lnTo>
                  <a:pt x="1074547" y="57626"/>
                </a:lnTo>
                <a:lnTo>
                  <a:pt x="1074955" y="57780"/>
                </a:lnTo>
                <a:lnTo>
                  <a:pt x="1075357" y="57944"/>
                </a:lnTo>
                <a:lnTo>
                  <a:pt x="1075754" y="58116"/>
                </a:lnTo>
                <a:lnTo>
                  <a:pt x="1076144" y="58297"/>
                </a:lnTo>
                <a:lnTo>
                  <a:pt x="1076529" y="58487"/>
                </a:lnTo>
                <a:lnTo>
                  <a:pt x="1076908" y="58685"/>
                </a:lnTo>
                <a:lnTo>
                  <a:pt x="1077281" y="58893"/>
                </a:lnTo>
                <a:lnTo>
                  <a:pt x="1077648" y="59108"/>
                </a:lnTo>
                <a:lnTo>
                  <a:pt x="1078010" y="59330"/>
                </a:lnTo>
                <a:lnTo>
                  <a:pt x="1078366" y="59558"/>
                </a:lnTo>
                <a:lnTo>
                  <a:pt x="1078717" y="59792"/>
                </a:lnTo>
                <a:lnTo>
                  <a:pt x="1079063" y="60033"/>
                </a:lnTo>
                <a:lnTo>
                  <a:pt x="1079403" y="60280"/>
                </a:lnTo>
                <a:lnTo>
                  <a:pt x="1079737" y="60534"/>
                </a:lnTo>
                <a:lnTo>
                  <a:pt x="1080066" y="60794"/>
                </a:lnTo>
                <a:lnTo>
                  <a:pt x="1080390" y="61061"/>
                </a:lnTo>
                <a:lnTo>
                  <a:pt x="1080708" y="61334"/>
                </a:lnTo>
                <a:lnTo>
                  <a:pt x="1081020" y="61614"/>
                </a:lnTo>
                <a:lnTo>
                  <a:pt x="1081327" y="61900"/>
                </a:lnTo>
                <a:lnTo>
                  <a:pt x="1081629" y="62193"/>
                </a:lnTo>
                <a:lnTo>
                  <a:pt x="1081925" y="62491"/>
                </a:lnTo>
                <a:lnTo>
                  <a:pt x="1082216" y="62797"/>
                </a:lnTo>
                <a:lnTo>
                  <a:pt x="1082501" y="63109"/>
                </a:lnTo>
                <a:lnTo>
                  <a:pt x="1082781" y="63427"/>
                </a:lnTo>
                <a:lnTo>
                  <a:pt x="1083056" y="63752"/>
                </a:lnTo>
                <a:lnTo>
                  <a:pt x="1083325" y="64083"/>
                </a:lnTo>
                <a:lnTo>
                  <a:pt x="1083588" y="64421"/>
                </a:lnTo>
                <a:lnTo>
                  <a:pt x="1083846" y="64765"/>
                </a:lnTo>
                <a:lnTo>
                  <a:pt x="1084098" y="65115"/>
                </a:lnTo>
                <a:lnTo>
                  <a:pt x="1084345" y="65472"/>
                </a:lnTo>
                <a:lnTo>
                  <a:pt x="1084587" y="65836"/>
                </a:lnTo>
                <a:lnTo>
                  <a:pt x="1084823" y="66205"/>
                </a:lnTo>
                <a:lnTo>
                  <a:pt x="1085054" y="66578"/>
                </a:lnTo>
                <a:lnTo>
                  <a:pt x="1085280" y="66957"/>
                </a:lnTo>
                <a:lnTo>
                  <a:pt x="1085501" y="67340"/>
                </a:lnTo>
                <a:lnTo>
                  <a:pt x="1085716" y="67728"/>
                </a:lnTo>
                <a:lnTo>
                  <a:pt x="1085927" y="68121"/>
                </a:lnTo>
                <a:lnTo>
                  <a:pt x="1086132" y="68519"/>
                </a:lnTo>
                <a:lnTo>
                  <a:pt x="1086332" y="68921"/>
                </a:lnTo>
                <a:lnTo>
                  <a:pt x="1086526" y="69328"/>
                </a:lnTo>
                <a:lnTo>
                  <a:pt x="1086716" y="69740"/>
                </a:lnTo>
                <a:lnTo>
                  <a:pt x="1086900" y="70157"/>
                </a:lnTo>
                <a:lnTo>
                  <a:pt x="1087080" y="70579"/>
                </a:lnTo>
                <a:lnTo>
                  <a:pt x="1087254" y="71005"/>
                </a:lnTo>
                <a:lnTo>
                  <a:pt x="1087422" y="71436"/>
                </a:lnTo>
                <a:lnTo>
                  <a:pt x="1087586" y="71871"/>
                </a:lnTo>
                <a:lnTo>
                  <a:pt x="1087744" y="72312"/>
                </a:lnTo>
                <a:lnTo>
                  <a:pt x="1087898" y="72757"/>
                </a:lnTo>
                <a:lnTo>
                  <a:pt x="1088046" y="73207"/>
                </a:lnTo>
                <a:lnTo>
                  <a:pt x="1088189" y="73662"/>
                </a:lnTo>
                <a:lnTo>
                  <a:pt x="1088326" y="74122"/>
                </a:lnTo>
                <a:lnTo>
                  <a:pt x="1088459" y="74586"/>
                </a:lnTo>
                <a:lnTo>
                  <a:pt x="1088586" y="75055"/>
                </a:lnTo>
                <a:lnTo>
                  <a:pt x="1088708" y="75529"/>
                </a:lnTo>
                <a:lnTo>
                  <a:pt x="1088825" y="76008"/>
                </a:lnTo>
                <a:lnTo>
                  <a:pt x="1088937" y="76490"/>
                </a:lnTo>
                <a:lnTo>
                  <a:pt x="1089045" y="76975"/>
                </a:lnTo>
                <a:lnTo>
                  <a:pt x="1089147" y="77463"/>
                </a:lnTo>
                <a:lnTo>
                  <a:pt x="1089245" y="77953"/>
                </a:lnTo>
                <a:lnTo>
                  <a:pt x="1089338" y="78446"/>
                </a:lnTo>
                <a:lnTo>
                  <a:pt x="1089426" y="78942"/>
                </a:lnTo>
                <a:lnTo>
                  <a:pt x="1089509" y="79440"/>
                </a:lnTo>
                <a:lnTo>
                  <a:pt x="1089588" y="79941"/>
                </a:lnTo>
                <a:lnTo>
                  <a:pt x="1089662" y="80445"/>
                </a:lnTo>
                <a:lnTo>
                  <a:pt x="1089731" y="80951"/>
                </a:lnTo>
                <a:lnTo>
                  <a:pt x="1089795" y="81460"/>
                </a:lnTo>
                <a:lnTo>
                  <a:pt x="1089855" y="81972"/>
                </a:lnTo>
                <a:lnTo>
                  <a:pt x="1089909" y="82486"/>
                </a:lnTo>
                <a:lnTo>
                  <a:pt x="1089959" y="83003"/>
                </a:lnTo>
                <a:lnTo>
                  <a:pt x="1090005" y="83523"/>
                </a:lnTo>
                <a:lnTo>
                  <a:pt x="1090045" y="84045"/>
                </a:lnTo>
                <a:lnTo>
                  <a:pt x="1090081" y="84570"/>
                </a:lnTo>
                <a:lnTo>
                  <a:pt x="1090112" y="85097"/>
                </a:lnTo>
                <a:lnTo>
                  <a:pt x="1090138" y="85628"/>
                </a:lnTo>
                <a:lnTo>
                  <a:pt x="1090160" y="86161"/>
                </a:lnTo>
                <a:lnTo>
                  <a:pt x="1090176" y="86696"/>
                </a:lnTo>
                <a:lnTo>
                  <a:pt x="1090188" y="87234"/>
                </a:lnTo>
                <a:lnTo>
                  <a:pt x="1090195" y="87775"/>
                </a:lnTo>
                <a:lnTo>
                  <a:pt x="1090198" y="88319"/>
                </a:lnTo>
                <a:lnTo>
                  <a:pt x="1090198" y="90014"/>
                </a:lnTo>
                <a:lnTo>
                  <a:pt x="1090195" y="90558"/>
                </a:lnTo>
                <a:lnTo>
                  <a:pt x="1090188" y="91099"/>
                </a:lnTo>
                <a:lnTo>
                  <a:pt x="1090176" y="91637"/>
                </a:lnTo>
                <a:lnTo>
                  <a:pt x="1090160" y="92173"/>
                </a:lnTo>
                <a:lnTo>
                  <a:pt x="1090138" y="92706"/>
                </a:lnTo>
                <a:lnTo>
                  <a:pt x="1090112" y="93236"/>
                </a:lnTo>
                <a:lnTo>
                  <a:pt x="1090081" y="93764"/>
                </a:lnTo>
                <a:lnTo>
                  <a:pt x="1090045" y="94289"/>
                </a:lnTo>
                <a:lnTo>
                  <a:pt x="1090005" y="94811"/>
                </a:lnTo>
                <a:lnTo>
                  <a:pt x="1089959" y="95331"/>
                </a:lnTo>
                <a:lnTo>
                  <a:pt x="1089909" y="95847"/>
                </a:lnTo>
                <a:lnTo>
                  <a:pt x="1089855" y="96362"/>
                </a:lnTo>
                <a:lnTo>
                  <a:pt x="1089795" y="96873"/>
                </a:lnTo>
                <a:lnTo>
                  <a:pt x="1089731" y="97382"/>
                </a:lnTo>
                <a:lnTo>
                  <a:pt x="1089662" y="97889"/>
                </a:lnTo>
                <a:lnTo>
                  <a:pt x="1089588" y="98392"/>
                </a:lnTo>
                <a:lnTo>
                  <a:pt x="1089509" y="98893"/>
                </a:lnTo>
                <a:lnTo>
                  <a:pt x="1089426" y="99392"/>
                </a:lnTo>
                <a:lnTo>
                  <a:pt x="1089338" y="99887"/>
                </a:lnTo>
                <a:lnTo>
                  <a:pt x="1089245" y="100380"/>
                </a:lnTo>
                <a:lnTo>
                  <a:pt x="1089147" y="100871"/>
                </a:lnTo>
                <a:lnTo>
                  <a:pt x="1089045" y="101358"/>
                </a:lnTo>
                <a:lnTo>
                  <a:pt x="1088937" y="101843"/>
                </a:lnTo>
                <a:lnTo>
                  <a:pt x="1088825" y="102326"/>
                </a:lnTo>
                <a:lnTo>
                  <a:pt x="1088708" y="102804"/>
                </a:lnTo>
                <a:lnTo>
                  <a:pt x="1088586" y="103279"/>
                </a:lnTo>
                <a:lnTo>
                  <a:pt x="1088459" y="103748"/>
                </a:lnTo>
                <a:lnTo>
                  <a:pt x="1088326" y="104213"/>
                </a:lnTo>
                <a:lnTo>
                  <a:pt x="1088189" y="104673"/>
                </a:lnTo>
                <a:lnTo>
                  <a:pt x="1088046" y="105129"/>
                </a:lnTo>
                <a:lnTo>
                  <a:pt x="1087898" y="105580"/>
                </a:lnTo>
                <a:lnTo>
                  <a:pt x="1087744" y="106026"/>
                </a:lnTo>
                <a:lnTo>
                  <a:pt x="1087586" y="106468"/>
                </a:lnTo>
                <a:lnTo>
                  <a:pt x="1087422" y="106905"/>
                </a:lnTo>
                <a:lnTo>
                  <a:pt x="1087254" y="107337"/>
                </a:lnTo>
                <a:lnTo>
                  <a:pt x="1087080" y="107765"/>
                </a:lnTo>
                <a:lnTo>
                  <a:pt x="1086900" y="108188"/>
                </a:lnTo>
                <a:lnTo>
                  <a:pt x="1086716" y="108607"/>
                </a:lnTo>
                <a:lnTo>
                  <a:pt x="1086526" y="109021"/>
                </a:lnTo>
                <a:lnTo>
                  <a:pt x="1086332" y="109430"/>
                </a:lnTo>
                <a:lnTo>
                  <a:pt x="1086132" y="109835"/>
                </a:lnTo>
                <a:lnTo>
                  <a:pt x="1085927" y="110235"/>
                </a:lnTo>
                <a:lnTo>
                  <a:pt x="1085716" y="110630"/>
                </a:lnTo>
                <a:lnTo>
                  <a:pt x="1085501" y="111021"/>
                </a:lnTo>
                <a:lnTo>
                  <a:pt x="1085280" y="111407"/>
                </a:lnTo>
                <a:lnTo>
                  <a:pt x="1085054" y="111789"/>
                </a:lnTo>
                <a:lnTo>
                  <a:pt x="1084823" y="112166"/>
                </a:lnTo>
                <a:lnTo>
                  <a:pt x="1084587" y="112538"/>
                </a:lnTo>
                <a:lnTo>
                  <a:pt x="1084345" y="112905"/>
                </a:lnTo>
                <a:lnTo>
                  <a:pt x="1084099" y="113265"/>
                </a:lnTo>
                <a:lnTo>
                  <a:pt x="1083847" y="113619"/>
                </a:lnTo>
                <a:lnTo>
                  <a:pt x="1083589" y="113965"/>
                </a:lnTo>
                <a:lnTo>
                  <a:pt x="1083326" y="114306"/>
                </a:lnTo>
                <a:lnTo>
                  <a:pt x="1083058" y="114640"/>
                </a:lnTo>
                <a:lnTo>
                  <a:pt x="1082785" y="114967"/>
                </a:lnTo>
                <a:lnTo>
                  <a:pt x="1082506" y="115287"/>
                </a:lnTo>
                <a:lnTo>
                  <a:pt x="1082222" y="115601"/>
                </a:lnTo>
                <a:lnTo>
                  <a:pt x="1081932" y="115909"/>
                </a:lnTo>
                <a:lnTo>
                  <a:pt x="1081638" y="116210"/>
                </a:lnTo>
                <a:lnTo>
                  <a:pt x="1081338" y="116504"/>
                </a:lnTo>
                <a:lnTo>
                  <a:pt x="1081032" y="116792"/>
                </a:lnTo>
                <a:lnTo>
                  <a:pt x="1080721" y="117073"/>
                </a:lnTo>
                <a:lnTo>
                  <a:pt x="1080405" y="117347"/>
                </a:lnTo>
                <a:lnTo>
                  <a:pt x="1080084" y="117615"/>
                </a:lnTo>
                <a:lnTo>
                  <a:pt x="1079757" y="117877"/>
                </a:lnTo>
                <a:lnTo>
                  <a:pt x="1079425" y="118131"/>
                </a:lnTo>
                <a:lnTo>
                  <a:pt x="1079088" y="118379"/>
                </a:lnTo>
                <a:lnTo>
                  <a:pt x="1078745" y="118621"/>
                </a:lnTo>
                <a:lnTo>
                  <a:pt x="1078397" y="118856"/>
                </a:lnTo>
                <a:lnTo>
                  <a:pt x="1078044" y="119084"/>
                </a:lnTo>
                <a:lnTo>
                  <a:pt x="1077685" y="119306"/>
                </a:lnTo>
                <a:lnTo>
                  <a:pt x="1077321" y="119521"/>
                </a:lnTo>
                <a:lnTo>
                  <a:pt x="1076952" y="119729"/>
                </a:lnTo>
                <a:lnTo>
                  <a:pt x="1076576" y="119927"/>
                </a:lnTo>
                <a:lnTo>
                  <a:pt x="1076195" y="120117"/>
                </a:lnTo>
                <a:lnTo>
                  <a:pt x="1075809" y="120298"/>
                </a:lnTo>
                <a:lnTo>
                  <a:pt x="1075416" y="120471"/>
                </a:lnTo>
                <a:lnTo>
                  <a:pt x="1075018" y="120634"/>
                </a:lnTo>
                <a:lnTo>
                  <a:pt x="1074614" y="120788"/>
                </a:lnTo>
                <a:lnTo>
                  <a:pt x="1074204" y="120934"/>
                </a:lnTo>
                <a:lnTo>
                  <a:pt x="1073789" y="121071"/>
                </a:lnTo>
                <a:lnTo>
                  <a:pt x="1073367" y="121199"/>
                </a:lnTo>
                <a:lnTo>
                  <a:pt x="1072940" y="121318"/>
                </a:lnTo>
                <a:lnTo>
                  <a:pt x="1072508" y="121429"/>
                </a:lnTo>
                <a:lnTo>
                  <a:pt x="1072069" y="121530"/>
                </a:lnTo>
                <a:lnTo>
                  <a:pt x="1071625" y="121623"/>
                </a:lnTo>
                <a:lnTo>
                  <a:pt x="1071175" y="121707"/>
                </a:lnTo>
                <a:lnTo>
                  <a:pt x="1070719" y="121782"/>
                </a:lnTo>
                <a:lnTo>
                  <a:pt x="1070258" y="121848"/>
                </a:lnTo>
                <a:lnTo>
                  <a:pt x="1069791" y="121905"/>
                </a:lnTo>
                <a:lnTo>
                  <a:pt x="1069318" y="121954"/>
                </a:lnTo>
                <a:lnTo>
                  <a:pt x="1068839" y="121994"/>
                </a:lnTo>
                <a:lnTo>
                  <a:pt x="1068355" y="122025"/>
                </a:lnTo>
                <a:lnTo>
                  <a:pt x="1067864" y="122047"/>
                </a:lnTo>
                <a:lnTo>
                  <a:pt x="1067368" y="122060"/>
                </a:lnTo>
                <a:lnTo>
                  <a:pt x="1066867" y="122064"/>
                </a:lnTo>
                <a:lnTo>
                  <a:pt x="1066259" y="122059"/>
                </a:lnTo>
                <a:lnTo>
                  <a:pt x="1065660" y="122043"/>
                </a:lnTo>
                <a:lnTo>
                  <a:pt x="1065069" y="122017"/>
                </a:lnTo>
                <a:lnTo>
                  <a:pt x="1064487" y="121980"/>
                </a:lnTo>
                <a:lnTo>
                  <a:pt x="1063914" y="121933"/>
                </a:lnTo>
                <a:lnTo>
                  <a:pt x="1063350" y="121875"/>
                </a:lnTo>
                <a:lnTo>
                  <a:pt x="1062794" y="121807"/>
                </a:lnTo>
                <a:lnTo>
                  <a:pt x="1062247" y="121728"/>
                </a:lnTo>
                <a:lnTo>
                  <a:pt x="1061709" y="121639"/>
                </a:lnTo>
                <a:lnTo>
                  <a:pt x="1061179" y="121539"/>
                </a:lnTo>
                <a:lnTo>
                  <a:pt x="1060658" y="121428"/>
                </a:lnTo>
                <a:lnTo>
                  <a:pt x="1060146" y="121307"/>
                </a:lnTo>
                <a:lnTo>
                  <a:pt x="1059642" y="121176"/>
                </a:lnTo>
                <a:lnTo>
                  <a:pt x="1059147" y="121034"/>
                </a:lnTo>
                <a:lnTo>
                  <a:pt x="1058661" y="120882"/>
                </a:lnTo>
                <a:lnTo>
                  <a:pt x="1058184" y="120719"/>
                </a:lnTo>
                <a:lnTo>
                  <a:pt x="1057715" y="120545"/>
                </a:lnTo>
                <a:lnTo>
                  <a:pt x="1057255" y="120361"/>
                </a:lnTo>
                <a:lnTo>
                  <a:pt x="1056803" y="120167"/>
                </a:lnTo>
                <a:lnTo>
                  <a:pt x="1056361" y="119962"/>
                </a:lnTo>
                <a:lnTo>
                  <a:pt x="1055926" y="119746"/>
                </a:lnTo>
                <a:lnTo>
                  <a:pt x="1055501" y="119520"/>
                </a:lnTo>
                <a:lnTo>
                  <a:pt x="1055084" y="119284"/>
                </a:lnTo>
                <a:lnTo>
                  <a:pt x="1054676" y="119037"/>
                </a:lnTo>
                <a:lnTo>
                  <a:pt x="1054276" y="118781"/>
                </a:lnTo>
                <a:lnTo>
                  <a:pt x="1053883" y="118519"/>
                </a:lnTo>
                <a:lnTo>
                  <a:pt x="1053496" y="118250"/>
                </a:lnTo>
                <a:lnTo>
                  <a:pt x="1053116" y="117974"/>
                </a:lnTo>
                <a:lnTo>
                  <a:pt x="1052742" y="117691"/>
                </a:lnTo>
                <a:lnTo>
                  <a:pt x="1052376" y="117402"/>
                </a:lnTo>
                <a:lnTo>
                  <a:pt x="1052016" y="117106"/>
                </a:lnTo>
                <a:lnTo>
                  <a:pt x="1051662" y="116803"/>
                </a:lnTo>
                <a:lnTo>
                  <a:pt x="1051316" y="116494"/>
                </a:lnTo>
                <a:lnTo>
                  <a:pt x="1050976" y="116178"/>
                </a:lnTo>
                <a:lnTo>
                  <a:pt x="1050643" y="115855"/>
                </a:lnTo>
                <a:lnTo>
                  <a:pt x="1050317" y="115525"/>
                </a:lnTo>
                <a:lnTo>
                  <a:pt x="1049997" y="115189"/>
                </a:lnTo>
                <a:lnTo>
                  <a:pt x="1049685" y="114846"/>
                </a:lnTo>
                <a:lnTo>
                  <a:pt x="1049378" y="114496"/>
                </a:lnTo>
                <a:lnTo>
                  <a:pt x="1049079" y="114139"/>
                </a:lnTo>
                <a:lnTo>
                  <a:pt x="1048786" y="113776"/>
                </a:lnTo>
                <a:lnTo>
                  <a:pt x="1048501" y="113406"/>
                </a:lnTo>
                <a:lnTo>
                  <a:pt x="1048221" y="113029"/>
                </a:lnTo>
                <a:lnTo>
                  <a:pt x="1047949" y="112646"/>
                </a:lnTo>
                <a:lnTo>
                  <a:pt x="1047683" y="112256"/>
                </a:lnTo>
                <a:lnTo>
                  <a:pt x="1047424" y="111859"/>
                </a:lnTo>
                <a:lnTo>
                  <a:pt x="1047172" y="111455"/>
                </a:lnTo>
                <a:lnTo>
                  <a:pt x="1046926" y="111045"/>
                </a:lnTo>
                <a:lnTo>
                  <a:pt x="1046686" y="110630"/>
                </a:lnTo>
                <a:lnTo>
                  <a:pt x="1046451" y="110212"/>
                </a:lnTo>
                <a:lnTo>
                  <a:pt x="1046361" y="110049"/>
                </a:lnTo>
                <a:lnTo>
                  <a:pt x="1046361" y="68394"/>
                </a:lnTo>
                <a:lnTo>
                  <a:pt x="1046442" y="68249"/>
                </a:lnTo>
                <a:lnTo>
                  <a:pt x="1046625" y="67928"/>
                </a:lnTo>
                <a:lnTo>
                  <a:pt x="1046813" y="67611"/>
                </a:lnTo>
                <a:lnTo>
                  <a:pt x="1047004" y="67297"/>
                </a:lnTo>
                <a:lnTo>
                  <a:pt x="1047199" y="66986"/>
                </a:lnTo>
                <a:close/>
                <a:moveTo>
                  <a:pt x="1178421" y="23523"/>
                </a:moveTo>
                <a:lnTo>
                  <a:pt x="1178464" y="23793"/>
                </a:lnTo>
                <a:lnTo>
                  <a:pt x="1178514" y="24059"/>
                </a:lnTo>
                <a:lnTo>
                  <a:pt x="1178572" y="24322"/>
                </a:lnTo>
                <a:lnTo>
                  <a:pt x="1178637" y="24582"/>
                </a:lnTo>
                <a:lnTo>
                  <a:pt x="1178711" y="24838"/>
                </a:lnTo>
                <a:lnTo>
                  <a:pt x="1178791" y="25090"/>
                </a:lnTo>
                <a:lnTo>
                  <a:pt x="1178880" y="25339"/>
                </a:lnTo>
                <a:lnTo>
                  <a:pt x="1178976" y="25585"/>
                </a:lnTo>
                <a:lnTo>
                  <a:pt x="1179081" y="25827"/>
                </a:lnTo>
                <a:lnTo>
                  <a:pt x="1179192" y="26065"/>
                </a:lnTo>
                <a:lnTo>
                  <a:pt x="1179312" y="26300"/>
                </a:lnTo>
                <a:lnTo>
                  <a:pt x="1179439" y="26532"/>
                </a:lnTo>
                <a:lnTo>
                  <a:pt x="1179574" y="26760"/>
                </a:lnTo>
                <a:lnTo>
                  <a:pt x="1179716" y="26984"/>
                </a:lnTo>
                <a:lnTo>
                  <a:pt x="1179867" y="27205"/>
                </a:lnTo>
                <a:lnTo>
                  <a:pt x="1180025" y="27422"/>
                </a:lnTo>
                <a:lnTo>
                  <a:pt x="1180191" y="27636"/>
                </a:lnTo>
                <a:lnTo>
                  <a:pt x="1180364" y="27847"/>
                </a:lnTo>
                <a:lnTo>
                  <a:pt x="1180545" y="28054"/>
                </a:lnTo>
                <a:lnTo>
                  <a:pt x="1180734" y="28255"/>
                </a:lnTo>
                <a:lnTo>
                  <a:pt x="1180930" y="28447"/>
                </a:lnTo>
                <a:lnTo>
                  <a:pt x="1181134" y="28631"/>
                </a:lnTo>
                <a:lnTo>
                  <a:pt x="1181345" y="28806"/>
                </a:lnTo>
                <a:lnTo>
                  <a:pt x="1181563" y="28973"/>
                </a:lnTo>
                <a:lnTo>
                  <a:pt x="1181789" y="29131"/>
                </a:lnTo>
                <a:lnTo>
                  <a:pt x="1182022" y="29281"/>
                </a:lnTo>
                <a:lnTo>
                  <a:pt x="1182263" y="29422"/>
                </a:lnTo>
                <a:lnTo>
                  <a:pt x="1182511" y="29554"/>
                </a:lnTo>
                <a:lnTo>
                  <a:pt x="1182767" y="29678"/>
                </a:lnTo>
                <a:lnTo>
                  <a:pt x="1183030" y="29794"/>
                </a:lnTo>
                <a:lnTo>
                  <a:pt x="1183300" y="29901"/>
                </a:lnTo>
                <a:lnTo>
                  <a:pt x="1183578" y="29999"/>
                </a:lnTo>
                <a:lnTo>
                  <a:pt x="1183863" y="30089"/>
                </a:lnTo>
                <a:lnTo>
                  <a:pt x="1184156" y="30170"/>
                </a:lnTo>
                <a:lnTo>
                  <a:pt x="1184456" y="30242"/>
                </a:lnTo>
                <a:lnTo>
                  <a:pt x="1184764" y="30307"/>
                </a:lnTo>
                <a:lnTo>
                  <a:pt x="1185079" y="30362"/>
                </a:lnTo>
                <a:lnTo>
                  <a:pt x="1185401" y="30409"/>
                </a:lnTo>
                <a:lnTo>
                  <a:pt x="1185731" y="30448"/>
                </a:lnTo>
                <a:lnTo>
                  <a:pt x="1186068" y="30478"/>
                </a:lnTo>
                <a:lnTo>
                  <a:pt x="1186413" y="30499"/>
                </a:lnTo>
                <a:lnTo>
                  <a:pt x="1186765" y="30512"/>
                </a:lnTo>
                <a:lnTo>
                  <a:pt x="1187125" y="30516"/>
                </a:lnTo>
                <a:lnTo>
                  <a:pt x="1187478" y="30512"/>
                </a:lnTo>
                <a:lnTo>
                  <a:pt x="1187824" y="30499"/>
                </a:lnTo>
                <a:lnTo>
                  <a:pt x="1188163" y="30478"/>
                </a:lnTo>
                <a:lnTo>
                  <a:pt x="1188496" y="30448"/>
                </a:lnTo>
                <a:lnTo>
                  <a:pt x="1188822" y="30409"/>
                </a:lnTo>
                <a:lnTo>
                  <a:pt x="1189140" y="30362"/>
                </a:lnTo>
                <a:lnTo>
                  <a:pt x="1189452" y="30307"/>
                </a:lnTo>
                <a:lnTo>
                  <a:pt x="1189757" y="30242"/>
                </a:lnTo>
                <a:lnTo>
                  <a:pt x="1190056" y="30170"/>
                </a:lnTo>
                <a:lnTo>
                  <a:pt x="1190347" y="30089"/>
                </a:lnTo>
                <a:lnTo>
                  <a:pt x="1190631" y="29999"/>
                </a:lnTo>
                <a:lnTo>
                  <a:pt x="1190909" y="29901"/>
                </a:lnTo>
                <a:lnTo>
                  <a:pt x="1191180" y="29794"/>
                </a:lnTo>
                <a:lnTo>
                  <a:pt x="1191443" y="29678"/>
                </a:lnTo>
                <a:lnTo>
                  <a:pt x="1191700" y="29554"/>
                </a:lnTo>
                <a:lnTo>
                  <a:pt x="1191951" y="29422"/>
                </a:lnTo>
                <a:lnTo>
                  <a:pt x="1192194" y="29281"/>
                </a:lnTo>
                <a:lnTo>
                  <a:pt x="1192430" y="29131"/>
                </a:lnTo>
                <a:lnTo>
                  <a:pt x="1192660" y="28973"/>
                </a:lnTo>
                <a:lnTo>
                  <a:pt x="1192882" y="28806"/>
                </a:lnTo>
                <a:lnTo>
                  <a:pt x="1193098" y="28631"/>
                </a:lnTo>
                <a:lnTo>
                  <a:pt x="1193307" y="28447"/>
                </a:lnTo>
                <a:lnTo>
                  <a:pt x="1193509" y="28255"/>
                </a:lnTo>
                <a:lnTo>
                  <a:pt x="1193704" y="28054"/>
                </a:lnTo>
                <a:lnTo>
                  <a:pt x="1193892" y="27847"/>
                </a:lnTo>
                <a:lnTo>
                  <a:pt x="1194072" y="27636"/>
                </a:lnTo>
                <a:lnTo>
                  <a:pt x="1194243" y="27422"/>
                </a:lnTo>
                <a:lnTo>
                  <a:pt x="1194407" y="27205"/>
                </a:lnTo>
                <a:lnTo>
                  <a:pt x="1194563" y="26984"/>
                </a:lnTo>
                <a:lnTo>
                  <a:pt x="1194711" y="26760"/>
                </a:lnTo>
                <a:lnTo>
                  <a:pt x="1194851" y="26532"/>
                </a:lnTo>
                <a:lnTo>
                  <a:pt x="1194982" y="26300"/>
                </a:lnTo>
                <a:lnTo>
                  <a:pt x="1195106" y="26065"/>
                </a:lnTo>
                <a:lnTo>
                  <a:pt x="1195222" y="25827"/>
                </a:lnTo>
                <a:lnTo>
                  <a:pt x="1195330" y="25585"/>
                </a:lnTo>
                <a:lnTo>
                  <a:pt x="1195430" y="25339"/>
                </a:lnTo>
                <a:lnTo>
                  <a:pt x="1195522" y="25090"/>
                </a:lnTo>
                <a:lnTo>
                  <a:pt x="1195606" y="24838"/>
                </a:lnTo>
                <a:lnTo>
                  <a:pt x="1195681" y="24582"/>
                </a:lnTo>
                <a:lnTo>
                  <a:pt x="1195749" y="24322"/>
                </a:lnTo>
                <a:lnTo>
                  <a:pt x="1195809" y="24059"/>
                </a:lnTo>
                <a:lnTo>
                  <a:pt x="1195861" y="23793"/>
                </a:lnTo>
                <a:lnTo>
                  <a:pt x="1195905" y="23523"/>
                </a:lnTo>
                <a:lnTo>
                  <a:pt x="1195941" y="23249"/>
                </a:lnTo>
                <a:lnTo>
                  <a:pt x="1195969" y="22972"/>
                </a:lnTo>
                <a:lnTo>
                  <a:pt x="1195989" y="22692"/>
                </a:lnTo>
                <a:lnTo>
                  <a:pt x="1196001" y="22408"/>
                </a:lnTo>
                <a:lnTo>
                  <a:pt x="1196005" y="22120"/>
                </a:lnTo>
                <a:lnTo>
                  <a:pt x="1196001" y="21819"/>
                </a:lnTo>
                <a:lnTo>
                  <a:pt x="1195989" y="21522"/>
                </a:lnTo>
                <a:lnTo>
                  <a:pt x="1195969" y="21230"/>
                </a:lnTo>
                <a:lnTo>
                  <a:pt x="1195941" y="20941"/>
                </a:lnTo>
                <a:lnTo>
                  <a:pt x="1195905" y="20655"/>
                </a:lnTo>
                <a:lnTo>
                  <a:pt x="1195861" y="20374"/>
                </a:lnTo>
                <a:lnTo>
                  <a:pt x="1195809" y="20097"/>
                </a:lnTo>
                <a:lnTo>
                  <a:pt x="1195749" y="19824"/>
                </a:lnTo>
                <a:lnTo>
                  <a:pt x="1195681" y="19554"/>
                </a:lnTo>
                <a:lnTo>
                  <a:pt x="1195606" y="19289"/>
                </a:lnTo>
                <a:lnTo>
                  <a:pt x="1195522" y="19027"/>
                </a:lnTo>
                <a:lnTo>
                  <a:pt x="1195430" y="18770"/>
                </a:lnTo>
                <a:lnTo>
                  <a:pt x="1195330" y="18516"/>
                </a:lnTo>
                <a:lnTo>
                  <a:pt x="1195222" y="18266"/>
                </a:lnTo>
                <a:lnTo>
                  <a:pt x="1195106" y="18021"/>
                </a:lnTo>
                <a:lnTo>
                  <a:pt x="1194982" y="17779"/>
                </a:lnTo>
                <a:lnTo>
                  <a:pt x="1194851" y="17541"/>
                </a:lnTo>
                <a:lnTo>
                  <a:pt x="1194711" y="17307"/>
                </a:lnTo>
                <a:lnTo>
                  <a:pt x="1194563" y="17076"/>
                </a:lnTo>
                <a:lnTo>
                  <a:pt x="1194407" y="16850"/>
                </a:lnTo>
                <a:lnTo>
                  <a:pt x="1194243" y="16628"/>
                </a:lnTo>
                <a:lnTo>
                  <a:pt x="1194072" y="16410"/>
                </a:lnTo>
                <a:lnTo>
                  <a:pt x="1193892" y="16195"/>
                </a:lnTo>
                <a:lnTo>
                  <a:pt x="1193704" y="15985"/>
                </a:lnTo>
                <a:lnTo>
                  <a:pt x="1193509" y="15780"/>
                </a:lnTo>
                <a:lnTo>
                  <a:pt x="1193307" y="15585"/>
                </a:lnTo>
                <a:lnTo>
                  <a:pt x="1193098" y="15398"/>
                </a:lnTo>
                <a:lnTo>
                  <a:pt x="1192882" y="15220"/>
                </a:lnTo>
                <a:lnTo>
                  <a:pt x="1192660" y="15050"/>
                </a:lnTo>
                <a:lnTo>
                  <a:pt x="1192430" y="14890"/>
                </a:lnTo>
                <a:lnTo>
                  <a:pt x="1192194" y="14738"/>
                </a:lnTo>
                <a:lnTo>
                  <a:pt x="1191951" y="14594"/>
                </a:lnTo>
                <a:lnTo>
                  <a:pt x="1191700" y="14460"/>
                </a:lnTo>
                <a:lnTo>
                  <a:pt x="1191443" y="14334"/>
                </a:lnTo>
                <a:lnTo>
                  <a:pt x="1191180" y="14216"/>
                </a:lnTo>
                <a:lnTo>
                  <a:pt x="1190909" y="14108"/>
                </a:lnTo>
                <a:lnTo>
                  <a:pt x="1190631" y="14008"/>
                </a:lnTo>
                <a:lnTo>
                  <a:pt x="1190347" y="13916"/>
                </a:lnTo>
                <a:lnTo>
                  <a:pt x="1190056" y="13834"/>
                </a:lnTo>
                <a:lnTo>
                  <a:pt x="1189757" y="13760"/>
                </a:lnTo>
                <a:lnTo>
                  <a:pt x="1189452" y="13695"/>
                </a:lnTo>
                <a:lnTo>
                  <a:pt x="1189140" y="13638"/>
                </a:lnTo>
                <a:lnTo>
                  <a:pt x="1188822" y="13591"/>
                </a:lnTo>
                <a:lnTo>
                  <a:pt x="1188496" y="13551"/>
                </a:lnTo>
                <a:lnTo>
                  <a:pt x="1188163" y="13521"/>
                </a:lnTo>
                <a:lnTo>
                  <a:pt x="1187824" y="13499"/>
                </a:lnTo>
                <a:lnTo>
                  <a:pt x="1187478" y="13486"/>
                </a:lnTo>
                <a:lnTo>
                  <a:pt x="1187125" y="13482"/>
                </a:lnTo>
                <a:lnTo>
                  <a:pt x="1186765" y="13486"/>
                </a:lnTo>
                <a:lnTo>
                  <a:pt x="1186413" y="13499"/>
                </a:lnTo>
                <a:lnTo>
                  <a:pt x="1186068" y="13521"/>
                </a:lnTo>
                <a:lnTo>
                  <a:pt x="1185731" y="13551"/>
                </a:lnTo>
                <a:lnTo>
                  <a:pt x="1185401" y="13591"/>
                </a:lnTo>
                <a:lnTo>
                  <a:pt x="1185079" y="13638"/>
                </a:lnTo>
                <a:lnTo>
                  <a:pt x="1184764" y="13695"/>
                </a:lnTo>
                <a:lnTo>
                  <a:pt x="1184456" y="13760"/>
                </a:lnTo>
                <a:lnTo>
                  <a:pt x="1184156" y="13834"/>
                </a:lnTo>
                <a:lnTo>
                  <a:pt x="1183863" y="13916"/>
                </a:lnTo>
                <a:lnTo>
                  <a:pt x="1183578" y="14008"/>
                </a:lnTo>
                <a:lnTo>
                  <a:pt x="1183300" y="14108"/>
                </a:lnTo>
                <a:lnTo>
                  <a:pt x="1183030" y="14216"/>
                </a:lnTo>
                <a:lnTo>
                  <a:pt x="1182767" y="14334"/>
                </a:lnTo>
                <a:lnTo>
                  <a:pt x="1182511" y="14460"/>
                </a:lnTo>
                <a:lnTo>
                  <a:pt x="1182263" y="14594"/>
                </a:lnTo>
                <a:lnTo>
                  <a:pt x="1182022" y="14738"/>
                </a:lnTo>
                <a:lnTo>
                  <a:pt x="1181789" y="14890"/>
                </a:lnTo>
                <a:lnTo>
                  <a:pt x="1181563" y="15050"/>
                </a:lnTo>
                <a:lnTo>
                  <a:pt x="1181345" y="15220"/>
                </a:lnTo>
                <a:lnTo>
                  <a:pt x="1181134" y="15398"/>
                </a:lnTo>
                <a:lnTo>
                  <a:pt x="1180930" y="15585"/>
                </a:lnTo>
                <a:lnTo>
                  <a:pt x="1180734" y="15780"/>
                </a:lnTo>
                <a:lnTo>
                  <a:pt x="1180545" y="15985"/>
                </a:lnTo>
                <a:lnTo>
                  <a:pt x="1180364" y="16195"/>
                </a:lnTo>
                <a:lnTo>
                  <a:pt x="1180191" y="16410"/>
                </a:lnTo>
                <a:lnTo>
                  <a:pt x="1180025" y="16628"/>
                </a:lnTo>
                <a:lnTo>
                  <a:pt x="1179867" y="16850"/>
                </a:lnTo>
                <a:lnTo>
                  <a:pt x="1179716" y="17076"/>
                </a:lnTo>
                <a:lnTo>
                  <a:pt x="1179574" y="17307"/>
                </a:lnTo>
                <a:lnTo>
                  <a:pt x="1179439" y="17541"/>
                </a:lnTo>
                <a:lnTo>
                  <a:pt x="1179312" y="17779"/>
                </a:lnTo>
                <a:lnTo>
                  <a:pt x="1179192" y="18021"/>
                </a:lnTo>
                <a:lnTo>
                  <a:pt x="1179081" y="18266"/>
                </a:lnTo>
                <a:lnTo>
                  <a:pt x="1178976" y="18516"/>
                </a:lnTo>
                <a:lnTo>
                  <a:pt x="1178880" y="18770"/>
                </a:lnTo>
                <a:lnTo>
                  <a:pt x="1178791" y="19027"/>
                </a:lnTo>
                <a:lnTo>
                  <a:pt x="1178711" y="19289"/>
                </a:lnTo>
                <a:lnTo>
                  <a:pt x="1178637" y="19554"/>
                </a:lnTo>
                <a:lnTo>
                  <a:pt x="1178572" y="19824"/>
                </a:lnTo>
                <a:lnTo>
                  <a:pt x="1178514" y="20097"/>
                </a:lnTo>
                <a:lnTo>
                  <a:pt x="1178464" y="20374"/>
                </a:lnTo>
                <a:lnTo>
                  <a:pt x="1178421" y="20655"/>
                </a:lnTo>
                <a:lnTo>
                  <a:pt x="1178387" y="20941"/>
                </a:lnTo>
                <a:lnTo>
                  <a:pt x="1178360" y="21230"/>
                </a:lnTo>
                <a:lnTo>
                  <a:pt x="1178341" y="21522"/>
                </a:lnTo>
                <a:lnTo>
                  <a:pt x="1178329" y="21819"/>
                </a:lnTo>
                <a:lnTo>
                  <a:pt x="1178325" y="22120"/>
                </a:lnTo>
                <a:lnTo>
                  <a:pt x="1178329" y="22408"/>
                </a:lnTo>
                <a:lnTo>
                  <a:pt x="1178341" y="22692"/>
                </a:lnTo>
                <a:lnTo>
                  <a:pt x="1178360" y="22972"/>
                </a:lnTo>
                <a:lnTo>
                  <a:pt x="1178387" y="23249"/>
                </a:lnTo>
                <a:lnTo>
                  <a:pt x="1178421" y="23523"/>
                </a:lnTo>
                <a:close/>
                <a:moveTo>
                  <a:pt x="1404147" y="23793"/>
                </a:moveTo>
                <a:lnTo>
                  <a:pt x="1404197" y="24059"/>
                </a:lnTo>
                <a:lnTo>
                  <a:pt x="1404255" y="24322"/>
                </a:lnTo>
                <a:lnTo>
                  <a:pt x="1404321" y="24582"/>
                </a:lnTo>
                <a:lnTo>
                  <a:pt x="1404394" y="24838"/>
                </a:lnTo>
                <a:lnTo>
                  <a:pt x="1404475" y="25090"/>
                </a:lnTo>
                <a:lnTo>
                  <a:pt x="1404563" y="25339"/>
                </a:lnTo>
                <a:lnTo>
                  <a:pt x="1404660" y="25585"/>
                </a:lnTo>
                <a:lnTo>
                  <a:pt x="1404764" y="25827"/>
                </a:lnTo>
                <a:lnTo>
                  <a:pt x="1404876" y="26065"/>
                </a:lnTo>
                <a:lnTo>
                  <a:pt x="1404995" y="26300"/>
                </a:lnTo>
                <a:lnTo>
                  <a:pt x="1405122" y="26532"/>
                </a:lnTo>
                <a:lnTo>
                  <a:pt x="1405257" y="26760"/>
                </a:lnTo>
                <a:lnTo>
                  <a:pt x="1405400" y="26984"/>
                </a:lnTo>
                <a:lnTo>
                  <a:pt x="1405550" y="27205"/>
                </a:lnTo>
                <a:lnTo>
                  <a:pt x="1405708" y="27422"/>
                </a:lnTo>
                <a:lnTo>
                  <a:pt x="1405874" y="27636"/>
                </a:lnTo>
                <a:lnTo>
                  <a:pt x="1406047" y="27847"/>
                </a:lnTo>
                <a:lnTo>
                  <a:pt x="1406229" y="28054"/>
                </a:lnTo>
                <a:lnTo>
                  <a:pt x="1406417" y="28255"/>
                </a:lnTo>
                <a:lnTo>
                  <a:pt x="1406613" y="28447"/>
                </a:lnTo>
                <a:lnTo>
                  <a:pt x="1406817" y="28631"/>
                </a:lnTo>
                <a:lnTo>
                  <a:pt x="1407028" y="28806"/>
                </a:lnTo>
                <a:lnTo>
                  <a:pt x="1407246" y="28973"/>
                </a:lnTo>
                <a:lnTo>
                  <a:pt x="1407472" y="29131"/>
                </a:lnTo>
                <a:lnTo>
                  <a:pt x="1407706" y="29281"/>
                </a:lnTo>
                <a:lnTo>
                  <a:pt x="1407946" y="29422"/>
                </a:lnTo>
                <a:lnTo>
                  <a:pt x="1408194" y="29554"/>
                </a:lnTo>
                <a:lnTo>
                  <a:pt x="1408450" y="29678"/>
                </a:lnTo>
                <a:lnTo>
                  <a:pt x="1408713" y="29794"/>
                </a:lnTo>
                <a:lnTo>
                  <a:pt x="1408983" y="29901"/>
                </a:lnTo>
                <a:lnTo>
                  <a:pt x="1409261" y="29999"/>
                </a:lnTo>
                <a:lnTo>
                  <a:pt x="1409547" y="30089"/>
                </a:lnTo>
                <a:lnTo>
                  <a:pt x="1409839" y="30170"/>
                </a:lnTo>
                <a:lnTo>
                  <a:pt x="1410139" y="30242"/>
                </a:lnTo>
                <a:lnTo>
                  <a:pt x="1410447" y="30307"/>
                </a:lnTo>
                <a:lnTo>
                  <a:pt x="1410762" y="30362"/>
                </a:lnTo>
                <a:lnTo>
                  <a:pt x="1411085" y="30409"/>
                </a:lnTo>
                <a:lnTo>
                  <a:pt x="1411414" y="30448"/>
                </a:lnTo>
                <a:lnTo>
                  <a:pt x="1411752" y="30478"/>
                </a:lnTo>
                <a:lnTo>
                  <a:pt x="1412096" y="30499"/>
                </a:lnTo>
                <a:lnTo>
                  <a:pt x="1412449" y="30512"/>
                </a:lnTo>
                <a:lnTo>
                  <a:pt x="1412808" y="30516"/>
                </a:lnTo>
                <a:lnTo>
                  <a:pt x="1413161" y="30512"/>
                </a:lnTo>
                <a:lnTo>
                  <a:pt x="1413507" y="30499"/>
                </a:lnTo>
                <a:lnTo>
                  <a:pt x="1413847" y="30478"/>
                </a:lnTo>
                <a:lnTo>
                  <a:pt x="1414179" y="30448"/>
                </a:lnTo>
                <a:lnTo>
                  <a:pt x="1414505" y="30409"/>
                </a:lnTo>
                <a:lnTo>
                  <a:pt x="1414824" y="30362"/>
                </a:lnTo>
                <a:lnTo>
                  <a:pt x="1415136" y="30307"/>
                </a:lnTo>
                <a:lnTo>
                  <a:pt x="1415441" y="30242"/>
                </a:lnTo>
                <a:lnTo>
                  <a:pt x="1415739" y="30170"/>
                </a:lnTo>
                <a:lnTo>
                  <a:pt x="1416030" y="30089"/>
                </a:lnTo>
                <a:lnTo>
                  <a:pt x="1416315" y="29999"/>
                </a:lnTo>
                <a:lnTo>
                  <a:pt x="1416592" y="29901"/>
                </a:lnTo>
                <a:lnTo>
                  <a:pt x="1416863" y="29794"/>
                </a:lnTo>
                <a:lnTo>
                  <a:pt x="1417127" y="29678"/>
                </a:lnTo>
                <a:lnTo>
                  <a:pt x="1417384" y="29554"/>
                </a:lnTo>
                <a:lnTo>
                  <a:pt x="1417634" y="29422"/>
                </a:lnTo>
                <a:lnTo>
                  <a:pt x="1417877" y="29281"/>
                </a:lnTo>
                <a:lnTo>
                  <a:pt x="1418114" y="29131"/>
                </a:lnTo>
                <a:lnTo>
                  <a:pt x="1418343" y="28973"/>
                </a:lnTo>
                <a:lnTo>
                  <a:pt x="1418566" y="28806"/>
                </a:lnTo>
                <a:lnTo>
                  <a:pt x="1418781" y="28631"/>
                </a:lnTo>
                <a:lnTo>
                  <a:pt x="1418990" y="28447"/>
                </a:lnTo>
                <a:lnTo>
                  <a:pt x="1419192" y="28255"/>
                </a:lnTo>
                <a:lnTo>
                  <a:pt x="1419388" y="28054"/>
                </a:lnTo>
                <a:lnTo>
                  <a:pt x="1419575" y="27847"/>
                </a:lnTo>
                <a:lnTo>
                  <a:pt x="1419755" y="27636"/>
                </a:lnTo>
                <a:lnTo>
                  <a:pt x="1419927" y="27422"/>
                </a:lnTo>
                <a:lnTo>
                  <a:pt x="1420091" y="27205"/>
                </a:lnTo>
                <a:lnTo>
                  <a:pt x="1420246" y="26984"/>
                </a:lnTo>
                <a:lnTo>
                  <a:pt x="1420394" y="26760"/>
                </a:lnTo>
                <a:lnTo>
                  <a:pt x="1420534" y="26532"/>
                </a:lnTo>
                <a:lnTo>
                  <a:pt x="1420666" y="26300"/>
                </a:lnTo>
                <a:lnTo>
                  <a:pt x="1420790" y="26065"/>
                </a:lnTo>
                <a:lnTo>
                  <a:pt x="1420906" y="25827"/>
                </a:lnTo>
                <a:lnTo>
                  <a:pt x="1421013" y="25585"/>
                </a:lnTo>
                <a:lnTo>
                  <a:pt x="1421113" y="25339"/>
                </a:lnTo>
                <a:lnTo>
                  <a:pt x="1421205" y="25090"/>
                </a:lnTo>
                <a:lnTo>
                  <a:pt x="1421289" y="24838"/>
                </a:lnTo>
                <a:lnTo>
                  <a:pt x="1421365" y="24582"/>
                </a:lnTo>
                <a:lnTo>
                  <a:pt x="1421433" y="24322"/>
                </a:lnTo>
                <a:lnTo>
                  <a:pt x="1421493" y="24059"/>
                </a:lnTo>
                <a:lnTo>
                  <a:pt x="1421545" y="23793"/>
                </a:lnTo>
                <a:lnTo>
                  <a:pt x="1421589" y="23523"/>
                </a:lnTo>
                <a:lnTo>
                  <a:pt x="1421625" y="23249"/>
                </a:lnTo>
                <a:lnTo>
                  <a:pt x="1421652" y="22972"/>
                </a:lnTo>
                <a:lnTo>
                  <a:pt x="1421672" y="22692"/>
                </a:lnTo>
                <a:lnTo>
                  <a:pt x="1421684" y="22408"/>
                </a:lnTo>
                <a:lnTo>
                  <a:pt x="1421688" y="22120"/>
                </a:lnTo>
                <a:lnTo>
                  <a:pt x="1421684" y="21819"/>
                </a:lnTo>
                <a:lnTo>
                  <a:pt x="1421672" y="21522"/>
                </a:lnTo>
                <a:lnTo>
                  <a:pt x="1421652" y="21230"/>
                </a:lnTo>
                <a:lnTo>
                  <a:pt x="1421625" y="20941"/>
                </a:lnTo>
                <a:lnTo>
                  <a:pt x="1421589" y="20655"/>
                </a:lnTo>
                <a:lnTo>
                  <a:pt x="1421545" y="20374"/>
                </a:lnTo>
                <a:lnTo>
                  <a:pt x="1421493" y="20097"/>
                </a:lnTo>
                <a:lnTo>
                  <a:pt x="1421433" y="19824"/>
                </a:lnTo>
                <a:lnTo>
                  <a:pt x="1421365" y="19554"/>
                </a:lnTo>
                <a:lnTo>
                  <a:pt x="1421289" y="19289"/>
                </a:lnTo>
                <a:lnTo>
                  <a:pt x="1421205" y="19027"/>
                </a:lnTo>
                <a:lnTo>
                  <a:pt x="1421113" y="18770"/>
                </a:lnTo>
                <a:lnTo>
                  <a:pt x="1421013" y="18516"/>
                </a:lnTo>
                <a:lnTo>
                  <a:pt x="1420906" y="18266"/>
                </a:lnTo>
                <a:lnTo>
                  <a:pt x="1420790" y="18021"/>
                </a:lnTo>
                <a:lnTo>
                  <a:pt x="1420666" y="17779"/>
                </a:lnTo>
                <a:lnTo>
                  <a:pt x="1420534" y="17541"/>
                </a:lnTo>
                <a:lnTo>
                  <a:pt x="1420394" y="17307"/>
                </a:lnTo>
                <a:lnTo>
                  <a:pt x="1420246" y="17076"/>
                </a:lnTo>
                <a:lnTo>
                  <a:pt x="1420091" y="16850"/>
                </a:lnTo>
                <a:lnTo>
                  <a:pt x="1419927" y="16628"/>
                </a:lnTo>
                <a:lnTo>
                  <a:pt x="1419755" y="16410"/>
                </a:lnTo>
                <a:lnTo>
                  <a:pt x="1419575" y="16195"/>
                </a:lnTo>
                <a:lnTo>
                  <a:pt x="1419388" y="15985"/>
                </a:lnTo>
                <a:lnTo>
                  <a:pt x="1419192" y="15780"/>
                </a:lnTo>
                <a:lnTo>
                  <a:pt x="1418990" y="15585"/>
                </a:lnTo>
                <a:lnTo>
                  <a:pt x="1418781" y="15398"/>
                </a:lnTo>
                <a:lnTo>
                  <a:pt x="1418566" y="15220"/>
                </a:lnTo>
                <a:lnTo>
                  <a:pt x="1418343" y="15050"/>
                </a:lnTo>
                <a:lnTo>
                  <a:pt x="1418114" y="14890"/>
                </a:lnTo>
                <a:lnTo>
                  <a:pt x="1417877" y="14738"/>
                </a:lnTo>
                <a:lnTo>
                  <a:pt x="1417634" y="14594"/>
                </a:lnTo>
                <a:lnTo>
                  <a:pt x="1417384" y="14460"/>
                </a:lnTo>
                <a:lnTo>
                  <a:pt x="1417127" y="14334"/>
                </a:lnTo>
                <a:lnTo>
                  <a:pt x="1416863" y="14216"/>
                </a:lnTo>
                <a:lnTo>
                  <a:pt x="1416592" y="14108"/>
                </a:lnTo>
                <a:lnTo>
                  <a:pt x="1416315" y="14008"/>
                </a:lnTo>
                <a:lnTo>
                  <a:pt x="1416030" y="13916"/>
                </a:lnTo>
                <a:lnTo>
                  <a:pt x="1415739" y="13834"/>
                </a:lnTo>
                <a:lnTo>
                  <a:pt x="1415441" y="13760"/>
                </a:lnTo>
                <a:lnTo>
                  <a:pt x="1415136" y="13695"/>
                </a:lnTo>
                <a:lnTo>
                  <a:pt x="1414824" y="13638"/>
                </a:lnTo>
                <a:lnTo>
                  <a:pt x="1414505" y="13591"/>
                </a:lnTo>
                <a:lnTo>
                  <a:pt x="1414179" y="13551"/>
                </a:lnTo>
                <a:lnTo>
                  <a:pt x="1413847" y="13521"/>
                </a:lnTo>
                <a:lnTo>
                  <a:pt x="1413507" y="13499"/>
                </a:lnTo>
                <a:lnTo>
                  <a:pt x="1413161" y="13486"/>
                </a:lnTo>
                <a:lnTo>
                  <a:pt x="1412808" y="13482"/>
                </a:lnTo>
                <a:lnTo>
                  <a:pt x="1412449" y="13486"/>
                </a:lnTo>
                <a:lnTo>
                  <a:pt x="1412096" y="13499"/>
                </a:lnTo>
                <a:lnTo>
                  <a:pt x="1411752" y="13521"/>
                </a:lnTo>
                <a:lnTo>
                  <a:pt x="1411414" y="13551"/>
                </a:lnTo>
                <a:lnTo>
                  <a:pt x="1411085" y="13591"/>
                </a:lnTo>
                <a:lnTo>
                  <a:pt x="1410762" y="13638"/>
                </a:lnTo>
                <a:lnTo>
                  <a:pt x="1410447" y="13695"/>
                </a:lnTo>
                <a:lnTo>
                  <a:pt x="1410139" y="13760"/>
                </a:lnTo>
                <a:lnTo>
                  <a:pt x="1409839" y="13834"/>
                </a:lnTo>
                <a:lnTo>
                  <a:pt x="1409547" y="13916"/>
                </a:lnTo>
                <a:lnTo>
                  <a:pt x="1409261" y="14008"/>
                </a:lnTo>
                <a:lnTo>
                  <a:pt x="1408983" y="14108"/>
                </a:lnTo>
                <a:lnTo>
                  <a:pt x="1408713" y="14216"/>
                </a:lnTo>
                <a:lnTo>
                  <a:pt x="1408450" y="14334"/>
                </a:lnTo>
                <a:lnTo>
                  <a:pt x="1408194" y="14460"/>
                </a:lnTo>
                <a:lnTo>
                  <a:pt x="1407946" y="14594"/>
                </a:lnTo>
                <a:lnTo>
                  <a:pt x="1407706" y="14738"/>
                </a:lnTo>
                <a:lnTo>
                  <a:pt x="1407472" y="14890"/>
                </a:lnTo>
                <a:lnTo>
                  <a:pt x="1407246" y="15050"/>
                </a:lnTo>
                <a:lnTo>
                  <a:pt x="1407028" y="15220"/>
                </a:lnTo>
                <a:lnTo>
                  <a:pt x="1406817" y="15398"/>
                </a:lnTo>
                <a:lnTo>
                  <a:pt x="1406613" y="15585"/>
                </a:lnTo>
                <a:lnTo>
                  <a:pt x="1406417" y="15780"/>
                </a:lnTo>
                <a:lnTo>
                  <a:pt x="1406229" y="15985"/>
                </a:lnTo>
                <a:lnTo>
                  <a:pt x="1406047" y="16195"/>
                </a:lnTo>
                <a:lnTo>
                  <a:pt x="1405874" y="16410"/>
                </a:lnTo>
                <a:lnTo>
                  <a:pt x="1405708" y="16628"/>
                </a:lnTo>
                <a:lnTo>
                  <a:pt x="1405550" y="16850"/>
                </a:lnTo>
                <a:lnTo>
                  <a:pt x="1405400" y="17076"/>
                </a:lnTo>
                <a:lnTo>
                  <a:pt x="1405257" y="17307"/>
                </a:lnTo>
                <a:lnTo>
                  <a:pt x="1405122" y="17541"/>
                </a:lnTo>
                <a:lnTo>
                  <a:pt x="1404995" y="17779"/>
                </a:lnTo>
                <a:lnTo>
                  <a:pt x="1404876" y="18021"/>
                </a:lnTo>
                <a:lnTo>
                  <a:pt x="1404764" y="18266"/>
                </a:lnTo>
                <a:lnTo>
                  <a:pt x="1404660" y="18516"/>
                </a:lnTo>
                <a:lnTo>
                  <a:pt x="1404563" y="18770"/>
                </a:lnTo>
                <a:lnTo>
                  <a:pt x="1404475" y="19027"/>
                </a:lnTo>
                <a:lnTo>
                  <a:pt x="1404394" y="19289"/>
                </a:lnTo>
                <a:lnTo>
                  <a:pt x="1404321" y="19554"/>
                </a:lnTo>
                <a:lnTo>
                  <a:pt x="1404255" y="19824"/>
                </a:lnTo>
                <a:lnTo>
                  <a:pt x="1404197" y="20097"/>
                </a:lnTo>
                <a:lnTo>
                  <a:pt x="1404147" y="20374"/>
                </a:lnTo>
                <a:lnTo>
                  <a:pt x="1404105" y="20655"/>
                </a:lnTo>
                <a:lnTo>
                  <a:pt x="1404070" y="20941"/>
                </a:lnTo>
                <a:lnTo>
                  <a:pt x="1404043" y="21230"/>
                </a:lnTo>
                <a:lnTo>
                  <a:pt x="1404024" y="21522"/>
                </a:lnTo>
                <a:lnTo>
                  <a:pt x="1404012" y="21819"/>
                </a:lnTo>
                <a:lnTo>
                  <a:pt x="1404008" y="22120"/>
                </a:lnTo>
                <a:lnTo>
                  <a:pt x="1404012" y="22408"/>
                </a:lnTo>
                <a:lnTo>
                  <a:pt x="1404024" y="22692"/>
                </a:lnTo>
                <a:lnTo>
                  <a:pt x="1404043" y="22972"/>
                </a:lnTo>
                <a:lnTo>
                  <a:pt x="1404070" y="23249"/>
                </a:lnTo>
                <a:lnTo>
                  <a:pt x="1404105" y="23523"/>
                </a:lnTo>
                <a:lnTo>
                  <a:pt x="1404147" y="23793"/>
                </a:lnTo>
                <a:close/>
                <a:moveTo>
                  <a:pt x="1459484" y="69559"/>
                </a:moveTo>
                <a:lnTo>
                  <a:pt x="1459698" y="69169"/>
                </a:lnTo>
                <a:lnTo>
                  <a:pt x="1459918" y="68784"/>
                </a:lnTo>
                <a:lnTo>
                  <a:pt x="1460142" y="68402"/>
                </a:lnTo>
                <a:lnTo>
                  <a:pt x="1460372" y="68024"/>
                </a:lnTo>
                <a:lnTo>
                  <a:pt x="1460606" y="67651"/>
                </a:lnTo>
                <a:lnTo>
                  <a:pt x="1460846" y="67281"/>
                </a:lnTo>
                <a:lnTo>
                  <a:pt x="1461091" y="66916"/>
                </a:lnTo>
                <a:lnTo>
                  <a:pt x="1461340" y="66554"/>
                </a:lnTo>
                <a:lnTo>
                  <a:pt x="1461595" y="66197"/>
                </a:lnTo>
                <a:lnTo>
                  <a:pt x="1461855" y="65844"/>
                </a:lnTo>
                <a:lnTo>
                  <a:pt x="1462120" y="65495"/>
                </a:lnTo>
                <a:lnTo>
                  <a:pt x="1462390" y="65149"/>
                </a:lnTo>
                <a:lnTo>
                  <a:pt x="1462665" y="64809"/>
                </a:lnTo>
                <a:lnTo>
                  <a:pt x="1462944" y="64476"/>
                </a:lnTo>
                <a:lnTo>
                  <a:pt x="1463227" y="64148"/>
                </a:lnTo>
                <a:lnTo>
                  <a:pt x="1463516" y="63826"/>
                </a:lnTo>
                <a:lnTo>
                  <a:pt x="1463808" y="63511"/>
                </a:lnTo>
                <a:lnTo>
                  <a:pt x="1464105" y="63202"/>
                </a:lnTo>
                <a:lnTo>
                  <a:pt x="1464407" y="62899"/>
                </a:lnTo>
                <a:lnTo>
                  <a:pt x="1464713" y="62602"/>
                </a:lnTo>
                <a:lnTo>
                  <a:pt x="1465024" y="62311"/>
                </a:lnTo>
                <a:lnTo>
                  <a:pt x="1465339" y="62027"/>
                </a:lnTo>
                <a:lnTo>
                  <a:pt x="1465658" y="61748"/>
                </a:lnTo>
                <a:lnTo>
                  <a:pt x="1465982" y="61476"/>
                </a:lnTo>
                <a:lnTo>
                  <a:pt x="1466311" y="61210"/>
                </a:lnTo>
                <a:lnTo>
                  <a:pt x="1466644" y="60950"/>
                </a:lnTo>
                <a:lnTo>
                  <a:pt x="1466981" y="60697"/>
                </a:lnTo>
                <a:lnTo>
                  <a:pt x="1467323" y="60449"/>
                </a:lnTo>
                <a:lnTo>
                  <a:pt x="1467670" y="60208"/>
                </a:lnTo>
                <a:lnTo>
                  <a:pt x="1468021" y="59973"/>
                </a:lnTo>
                <a:lnTo>
                  <a:pt x="1468376" y="59744"/>
                </a:lnTo>
                <a:lnTo>
                  <a:pt x="1468736" y="59521"/>
                </a:lnTo>
                <a:lnTo>
                  <a:pt x="1469101" y="59304"/>
                </a:lnTo>
                <a:lnTo>
                  <a:pt x="1469470" y="59094"/>
                </a:lnTo>
                <a:lnTo>
                  <a:pt x="1469843" y="58889"/>
                </a:lnTo>
                <a:lnTo>
                  <a:pt x="1470221" y="58691"/>
                </a:lnTo>
                <a:lnTo>
                  <a:pt x="1470603" y="58500"/>
                </a:lnTo>
                <a:lnTo>
                  <a:pt x="1470988" y="58317"/>
                </a:lnTo>
                <a:lnTo>
                  <a:pt x="1471377" y="58142"/>
                </a:lnTo>
                <a:lnTo>
                  <a:pt x="1471769" y="57976"/>
                </a:lnTo>
                <a:lnTo>
                  <a:pt x="1472165" y="57817"/>
                </a:lnTo>
                <a:lnTo>
                  <a:pt x="1472564" y="57667"/>
                </a:lnTo>
                <a:lnTo>
                  <a:pt x="1472967" y="57524"/>
                </a:lnTo>
                <a:lnTo>
                  <a:pt x="1473374" y="57390"/>
                </a:lnTo>
                <a:lnTo>
                  <a:pt x="1473784" y="57264"/>
                </a:lnTo>
                <a:lnTo>
                  <a:pt x="1474197" y="57146"/>
                </a:lnTo>
                <a:lnTo>
                  <a:pt x="1474614" y="57037"/>
                </a:lnTo>
                <a:lnTo>
                  <a:pt x="1475034" y="56935"/>
                </a:lnTo>
                <a:lnTo>
                  <a:pt x="1475458" y="56842"/>
                </a:lnTo>
                <a:lnTo>
                  <a:pt x="1475886" y="56756"/>
                </a:lnTo>
                <a:lnTo>
                  <a:pt x="1476317" y="56679"/>
                </a:lnTo>
                <a:lnTo>
                  <a:pt x="1476751" y="56610"/>
                </a:lnTo>
                <a:lnTo>
                  <a:pt x="1477189" y="56549"/>
                </a:lnTo>
                <a:lnTo>
                  <a:pt x="1477630" y="56496"/>
                </a:lnTo>
                <a:lnTo>
                  <a:pt x="1478075" y="56451"/>
                </a:lnTo>
                <a:lnTo>
                  <a:pt x="1478524" y="56415"/>
                </a:lnTo>
                <a:lnTo>
                  <a:pt x="1478976" y="56386"/>
                </a:lnTo>
                <a:lnTo>
                  <a:pt x="1479431" y="56366"/>
                </a:lnTo>
                <a:lnTo>
                  <a:pt x="1479890" y="56354"/>
                </a:lnTo>
                <a:lnTo>
                  <a:pt x="1480352" y="56350"/>
                </a:lnTo>
                <a:lnTo>
                  <a:pt x="1480820" y="56353"/>
                </a:lnTo>
                <a:lnTo>
                  <a:pt x="1481282" y="56363"/>
                </a:lnTo>
                <a:lnTo>
                  <a:pt x="1481737" y="56379"/>
                </a:lnTo>
                <a:lnTo>
                  <a:pt x="1482187" y="56402"/>
                </a:lnTo>
                <a:lnTo>
                  <a:pt x="1482630" y="56432"/>
                </a:lnTo>
                <a:lnTo>
                  <a:pt x="1483067" y="56468"/>
                </a:lnTo>
                <a:lnTo>
                  <a:pt x="1483498" y="56511"/>
                </a:lnTo>
                <a:lnTo>
                  <a:pt x="1483922" y="56561"/>
                </a:lnTo>
                <a:lnTo>
                  <a:pt x="1484341" y="56617"/>
                </a:lnTo>
                <a:lnTo>
                  <a:pt x="1484753" y="56679"/>
                </a:lnTo>
                <a:lnTo>
                  <a:pt x="1485160" y="56748"/>
                </a:lnTo>
                <a:lnTo>
                  <a:pt x="1485560" y="56824"/>
                </a:lnTo>
                <a:lnTo>
                  <a:pt x="1485953" y="56906"/>
                </a:lnTo>
                <a:lnTo>
                  <a:pt x="1486341" y="56995"/>
                </a:lnTo>
                <a:lnTo>
                  <a:pt x="1486723" y="57091"/>
                </a:lnTo>
                <a:lnTo>
                  <a:pt x="1487098" y="57193"/>
                </a:lnTo>
                <a:lnTo>
                  <a:pt x="1487467" y="57302"/>
                </a:lnTo>
                <a:lnTo>
                  <a:pt x="1487830" y="57417"/>
                </a:lnTo>
                <a:lnTo>
                  <a:pt x="1488187" y="57539"/>
                </a:lnTo>
                <a:lnTo>
                  <a:pt x="1488538" y="57667"/>
                </a:lnTo>
                <a:lnTo>
                  <a:pt x="1488882" y="57802"/>
                </a:lnTo>
                <a:lnTo>
                  <a:pt x="1489220" y="57944"/>
                </a:lnTo>
                <a:lnTo>
                  <a:pt x="1489553" y="58092"/>
                </a:lnTo>
                <a:lnTo>
                  <a:pt x="1489879" y="58247"/>
                </a:lnTo>
                <a:lnTo>
                  <a:pt x="1490198" y="58409"/>
                </a:lnTo>
                <a:lnTo>
                  <a:pt x="1490512" y="58579"/>
                </a:lnTo>
                <a:lnTo>
                  <a:pt x="1490818" y="58757"/>
                </a:lnTo>
                <a:lnTo>
                  <a:pt x="1491119" y="58942"/>
                </a:lnTo>
                <a:lnTo>
                  <a:pt x="1491413" y="59136"/>
                </a:lnTo>
                <a:lnTo>
                  <a:pt x="1491700" y="59337"/>
                </a:lnTo>
                <a:lnTo>
                  <a:pt x="1491981" y="59546"/>
                </a:lnTo>
                <a:lnTo>
                  <a:pt x="1492256" y="59763"/>
                </a:lnTo>
                <a:lnTo>
                  <a:pt x="1492524" y="59988"/>
                </a:lnTo>
                <a:lnTo>
                  <a:pt x="1492785" y="60220"/>
                </a:lnTo>
                <a:lnTo>
                  <a:pt x="1493041" y="60461"/>
                </a:lnTo>
                <a:lnTo>
                  <a:pt x="1493289" y="60709"/>
                </a:lnTo>
                <a:lnTo>
                  <a:pt x="1493532" y="60965"/>
                </a:lnTo>
                <a:lnTo>
                  <a:pt x="1493768" y="61230"/>
                </a:lnTo>
                <a:lnTo>
                  <a:pt x="1493997" y="61501"/>
                </a:lnTo>
                <a:lnTo>
                  <a:pt x="1494220" y="61781"/>
                </a:lnTo>
                <a:lnTo>
                  <a:pt x="1494437" y="62069"/>
                </a:lnTo>
                <a:lnTo>
                  <a:pt x="1494647" y="62364"/>
                </a:lnTo>
                <a:lnTo>
                  <a:pt x="1494850" y="62668"/>
                </a:lnTo>
                <a:lnTo>
                  <a:pt x="1495048" y="62979"/>
                </a:lnTo>
                <a:lnTo>
                  <a:pt x="1495238" y="63298"/>
                </a:lnTo>
                <a:lnTo>
                  <a:pt x="1495423" y="63625"/>
                </a:lnTo>
                <a:lnTo>
                  <a:pt x="1495601" y="63959"/>
                </a:lnTo>
                <a:lnTo>
                  <a:pt x="1495772" y="64302"/>
                </a:lnTo>
                <a:lnTo>
                  <a:pt x="1495937" y="64653"/>
                </a:lnTo>
                <a:lnTo>
                  <a:pt x="1496094" y="65013"/>
                </a:lnTo>
                <a:lnTo>
                  <a:pt x="1496245" y="65383"/>
                </a:lnTo>
                <a:lnTo>
                  <a:pt x="1496389" y="65763"/>
                </a:lnTo>
                <a:lnTo>
                  <a:pt x="1496525" y="66151"/>
                </a:lnTo>
                <a:lnTo>
                  <a:pt x="1496655" y="66550"/>
                </a:lnTo>
                <a:lnTo>
                  <a:pt x="1496778" y="66957"/>
                </a:lnTo>
                <a:lnTo>
                  <a:pt x="1496893" y="67374"/>
                </a:lnTo>
                <a:lnTo>
                  <a:pt x="1497002" y="67800"/>
                </a:lnTo>
                <a:lnTo>
                  <a:pt x="1497103" y="68236"/>
                </a:lnTo>
                <a:lnTo>
                  <a:pt x="1497198" y="68681"/>
                </a:lnTo>
                <a:lnTo>
                  <a:pt x="1497286" y="69135"/>
                </a:lnTo>
                <a:lnTo>
                  <a:pt x="1497366" y="69599"/>
                </a:lnTo>
                <a:lnTo>
                  <a:pt x="1497440" y="70073"/>
                </a:lnTo>
                <a:lnTo>
                  <a:pt x="1497506" y="70555"/>
                </a:lnTo>
                <a:lnTo>
                  <a:pt x="1497566" y="71047"/>
                </a:lnTo>
                <a:lnTo>
                  <a:pt x="1497618" y="71549"/>
                </a:lnTo>
                <a:lnTo>
                  <a:pt x="1497664" y="72059"/>
                </a:lnTo>
                <a:lnTo>
                  <a:pt x="1497703" y="72580"/>
                </a:lnTo>
                <a:lnTo>
                  <a:pt x="1497734" y="73109"/>
                </a:lnTo>
                <a:lnTo>
                  <a:pt x="1497759" y="73648"/>
                </a:lnTo>
                <a:lnTo>
                  <a:pt x="1497776" y="74197"/>
                </a:lnTo>
                <a:lnTo>
                  <a:pt x="1497787" y="74754"/>
                </a:lnTo>
                <a:lnTo>
                  <a:pt x="1497790" y="75321"/>
                </a:lnTo>
                <a:lnTo>
                  <a:pt x="1497790" y="132721"/>
                </a:lnTo>
                <a:lnTo>
                  <a:pt x="1512806" y="132721"/>
                </a:lnTo>
                <a:lnTo>
                  <a:pt x="1512806" y="75483"/>
                </a:lnTo>
                <a:lnTo>
                  <a:pt x="1512803" y="74768"/>
                </a:lnTo>
                <a:lnTo>
                  <a:pt x="1512793" y="74061"/>
                </a:lnTo>
                <a:lnTo>
                  <a:pt x="1512776" y="73364"/>
                </a:lnTo>
                <a:lnTo>
                  <a:pt x="1512752" y="72676"/>
                </a:lnTo>
                <a:lnTo>
                  <a:pt x="1512722" y="71998"/>
                </a:lnTo>
                <a:lnTo>
                  <a:pt x="1512685" y="71328"/>
                </a:lnTo>
                <a:lnTo>
                  <a:pt x="1512641" y="70667"/>
                </a:lnTo>
                <a:lnTo>
                  <a:pt x="1512591" y="70016"/>
                </a:lnTo>
                <a:lnTo>
                  <a:pt x="1512534" y="69373"/>
                </a:lnTo>
                <a:lnTo>
                  <a:pt x="1512470" y="68740"/>
                </a:lnTo>
                <a:lnTo>
                  <a:pt x="1512399" y="68116"/>
                </a:lnTo>
                <a:lnTo>
                  <a:pt x="1512322" y="67501"/>
                </a:lnTo>
                <a:lnTo>
                  <a:pt x="1512238" y="66895"/>
                </a:lnTo>
                <a:lnTo>
                  <a:pt x="1512147" y="66298"/>
                </a:lnTo>
                <a:lnTo>
                  <a:pt x="1512049" y="65710"/>
                </a:lnTo>
                <a:lnTo>
                  <a:pt x="1511945" y="65131"/>
                </a:lnTo>
                <a:lnTo>
                  <a:pt x="1511834" y="64562"/>
                </a:lnTo>
                <a:lnTo>
                  <a:pt x="1511716" y="64002"/>
                </a:lnTo>
                <a:lnTo>
                  <a:pt x="1511592" y="63450"/>
                </a:lnTo>
                <a:lnTo>
                  <a:pt x="1511461" y="62908"/>
                </a:lnTo>
                <a:lnTo>
                  <a:pt x="1511323" y="62375"/>
                </a:lnTo>
                <a:lnTo>
                  <a:pt x="1511178" y="61851"/>
                </a:lnTo>
                <a:lnTo>
                  <a:pt x="1511027" y="61336"/>
                </a:lnTo>
                <a:lnTo>
                  <a:pt x="1510868" y="60830"/>
                </a:lnTo>
                <a:lnTo>
                  <a:pt x="1510704" y="60333"/>
                </a:lnTo>
                <a:lnTo>
                  <a:pt x="1510534" y="59843"/>
                </a:lnTo>
                <a:lnTo>
                  <a:pt x="1510357" y="59361"/>
                </a:lnTo>
                <a:lnTo>
                  <a:pt x="1510174" y="58887"/>
                </a:lnTo>
                <a:lnTo>
                  <a:pt x="1509986" y="58421"/>
                </a:lnTo>
                <a:lnTo>
                  <a:pt x="1509791" y="57962"/>
                </a:lnTo>
                <a:lnTo>
                  <a:pt x="1509591" y="57511"/>
                </a:lnTo>
                <a:lnTo>
                  <a:pt x="1509384" y="57067"/>
                </a:lnTo>
                <a:lnTo>
                  <a:pt x="1509171" y="56632"/>
                </a:lnTo>
                <a:lnTo>
                  <a:pt x="1508953" y="56204"/>
                </a:lnTo>
                <a:lnTo>
                  <a:pt x="1508728" y="55783"/>
                </a:lnTo>
                <a:lnTo>
                  <a:pt x="1508497" y="55371"/>
                </a:lnTo>
                <a:lnTo>
                  <a:pt x="1508260" y="54966"/>
                </a:lnTo>
                <a:lnTo>
                  <a:pt x="1508017" y="54569"/>
                </a:lnTo>
                <a:lnTo>
                  <a:pt x="1507769" y="54180"/>
                </a:lnTo>
                <a:lnTo>
                  <a:pt x="1507514" y="53798"/>
                </a:lnTo>
                <a:lnTo>
                  <a:pt x="1507253" y="53424"/>
                </a:lnTo>
                <a:lnTo>
                  <a:pt x="1506986" y="53058"/>
                </a:lnTo>
                <a:lnTo>
                  <a:pt x="1506713" y="52699"/>
                </a:lnTo>
                <a:lnTo>
                  <a:pt x="1506434" y="52348"/>
                </a:lnTo>
                <a:lnTo>
                  <a:pt x="1506149" y="52005"/>
                </a:lnTo>
                <a:lnTo>
                  <a:pt x="1505858" y="51669"/>
                </a:lnTo>
                <a:lnTo>
                  <a:pt x="1505561" y="51342"/>
                </a:lnTo>
                <a:lnTo>
                  <a:pt x="1505258" y="51022"/>
                </a:lnTo>
                <a:lnTo>
                  <a:pt x="1504949" y="50709"/>
                </a:lnTo>
                <a:lnTo>
                  <a:pt x="1504635" y="50404"/>
                </a:lnTo>
                <a:lnTo>
                  <a:pt x="1504316" y="50105"/>
                </a:lnTo>
                <a:lnTo>
                  <a:pt x="1503992" y="49814"/>
                </a:lnTo>
                <a:lnTo>
                  <a:pt x="1503662" y="49530"/>
                </a:lnTo>
                <a:lnTo>
                  <a:pt x="1503328" y="49253"/>
                </a:lnTo>
                <a:lnTo>
                  <a:pt x="1502988" y="48983"/>
                </a:lnTo>
                <a:lnTo>
                  <a:pt x="1502643" y="48721"/>
                </a:lnTo>
                <a:lnTo>
                  <a:pt x="1502293" y="48465"/>
                </a:lnTo>
                <a:lnTo>
                  <a:pt x="1501937" y="48217"/>
                </a:lnTo>
                <a:lnTo>
                  <a:pt x="1501577" y="47976"/>
                </a:lnTo>
                <a:lnTo>
                  <a:pt x="1501211" y="47742"/>
                </a:lnTo>
                <a:lnTo>
                  <a:pt x="1500840" y="47515"/>
                </a:lnTo>
                <a:lnTo>
                  <a:pt x="1500464" y="47295"/>
                </a:lnTo>
                <a:lnTo>
                  <a:pt x="1500083" y="47083"/>
                </a:lnTo>
                <a:lnTo>
                  <a:pt x="1499696" y="46877"/>
                </a:lnTo>
                <a:lnTo>
                  <a:pt x="1499305" y="46679"/>
                </a:lnTo>
                <a:lnTo>
                  <a:pt x="1498908" y="46488"/>
                </a:lnTo>
                <a:lnTo>
                  <a:pt x="1498506" y="46304"/>
                </a:lnTo>
                <a:lnTo>
                  <a:pt x="1498099" y="46127"/>
                </a:lnTo>
                <a:lnTo>
                  <a:pt x="1497686" y="45958"/>
                </a:lnTo>
                <a:lnTo>
                  <a:pt x="1497269" y="45795"/>
                </a:lnTo>
                <a:lnTo>
                  <a:pt x="1496846" y="45640"/>
                </a:lnTo>
                <a:lnTo>
                  <a:pt x="1496418" y="45492"/>
                </a:lnTo>
                <a:lnTo>
                  <a:pt x="1495985" y="45350"/>
                </a:lnTo>
                <a:lnTo>
                  <a:pt x="1495548" y="45214"/>
                </a:lnTo>
                <a:lnTo>
                  <a:pt x="1495106" y="45085"/>
                </a:lnTo>
                <a:lnTo>
                  <a:pt x="1494660" y="44961"/>
                </a:lnTo>
                <a:lnTo>
                  <a:pt x="1494209" y="44844"/>
                </a:lnTo>
                <a:lnTo>
                  <a:pt x="1493754" y="44732"/>
                </a:lnTo>
                <a:lnTo>
                  <a:pt x="1493294" y="44627"/>
                </a:lnTo>
                <a:lnTo>
                  <a:pt x="1492830" y="44527"/>
                </a:lnTo>
                <a:lnTo>
                  <a:pt x="1492361" y="44434"/>
                </a:lnTo>
                <a:lnTo>
                  <a:pt x="1491888" y="44346"/>
                </a:lnTo>
                <a:lnTo>
                  <a:pt x="1491410" y="44265"/>
                </a:lnTo>
                <a:lnTo>
                  <a:pt x="1490928" y="44190"/>
                </a:lnTo>
                <a:lnTo>
                  <a:pt x="1490441" y="44120"/>
                </a:lnTo>
                <a:lnTo>
                  <a:pt x="1489950" y="44057"/>
                </a:lnTo>
                <a:lnTo>
                  <a:pt x="1489455" y="44000"/>
                </a:lnTo>
                <a:lnTo>
                  <a:pt x="1488955" y="43949"/>
                </a:lnTo>
                <a:lnTo>
                  <a:pt x="1488450" y="43904"/>
                </a:lnTo>
                <a:lnTo>
                  <a:pt x="1487941" y="43864"/>
                </a:lnTo>
                <a:lnTo>
                  <a:pt x="1487428" y="43831"/>
                </a:lnTo>
                <a:lnTo>
                  <a:pt x="1486910" y="43804"/>
                </a:lnTo>
                <a:lnTo>
                  <a:pt x="1486387" y="43783"/>
                </a:lnTo>
                <a:lnTo>
                  <a:pt x="1485860" y="43768"/>
                </a:lnTo>
                <a:lnTo>
                  <a:pt x="1485329" y="43759"/>
                </a:lnTo>
                <a:lnTo>
                  <a:pt x="1484793" y="43756"/>
                </a:lnTo>
                <a:lnTo>
                  <a:pt x="1484136" y="43761"/>
                </a:lnTo>
                <a:lnTo>
                  <a:pt x="1483484" y="43777"/>
                </a:lnTo>
                <a:lnTo>
                  <a:pt x="1482837" y="43804"/>
                </a:lnTo>
                <a:lnTo>
                  <a:pt x="1482195" y="43842"/>
                </a:lnTo>
                <a:lnTo>
                  <a:pt x="1481557" y="43891"/>
                </a:lnTo>
                <a:lnTo>
                  <a:pt x="1480925" y="43950"/>
                </a:lnTo>
                <a:lnTo>
                  <a:pt x="1480298" y="44020"/>
                </a:lnTo>
                <a:lnTo>
                  <a:pt x="1479675" y="44101"/>
                </a:lnTo>
                <a:lnTo>
                  <a:pt x="1479058" y="44193"/>
                </a:lnTo>
                <a:lnTo>
                  <a:pt x="1478445" y="44295"/>
                </a:lnTo>
                <a:lnTo>
                  <a:pt x="1477837" y="44409"/>
                </a:lnTo>
                <a:lnTo>
                  <a:pt x="1477234" y="44533"/>
                </a:lnTo>
                <a:lnTo>
                  <a:pt x="1476636" y="44668"/>
                </a:lnTo>
                <a:lnTo>
                  <a:pt x="1476043" y="44813"/>
                </a:lnTo>
                <a:lnTo>
                  <a:pt x="1475455" y="44970"/>
                </a:lnTo>
                <a:lnTo>
                  <a:pt x="1474872" y="45137"/>
                </a:lnTo>
                <a:lnTo>
                  <a:pt x="1474293" y="45315"/>
                </a:lnTo>
                <a:lnTo>
                  <a:pt x="1473720" y="45504"/>
                </a:lnTo>
                <a:lnTo>
                  <a:pt x="1473151" y="45704"/>
                </a:lnTo>
                <a:lnTo>
                  <a:pt x="1472588" y="45914"/>
                </a:lnTo>
                <a:lnTo>
                  <a:pt x="1472029" y="46136"/>
                </a:lnTo>
                <a:lnTo>
                  <a:pt x="1471475" y="46368"/>
                </a:lnTo>
                <a:lnTo>
                  <a:pt x="1470926" y="46610"/>
                </a:lnTo>
                <a:lnTo>
                  <a:pt x="1470382" y="46864"/>
                </a:lnTo>
                <a:lnTo>
                  <a:pt x="1469844" y="47127"/>
                </a:lnTo>
                <a:lnTo>
                  <a:pt x="1469312" y="47400"/>
                </a:lnTo>
                <a:lnTo>
                  <a:pt x="1468786" y="47681"/>
                </a:lnTo>
                <a:lnTo>
                  <a:pt x="1468266" y="47971"/>
                </a:lnTo>
                <a:lnTo>
                  <a:pt x="1467753" y="48269"/>
                </a:lnTo>
                <a:lnTo>
                  <a:pt x="1467246" y="48577"/>
                </a:lnTo>
                <a:lnTo>
                  <a:pt x="1466746" y="48893"/>
                </a:lnTo>
                <a:lnTo>
                  <a:pt x="1466252" y="49219"/>
                </a:lnTo>
                <a:lnTo>
                  <a:pt x="1465764" y="49553"/>
                </a:lnTo>
                <a:lnTo>
                  <a:pt x="1465282" y="49896"/>
                </a:lnTo>
                <a:lnTo>
                  <a:pt x="1464807" y="50247"/>
                </a:lnTo>
                <a:lnTo>
                  <a:pt x="1464338" y="50608"/>
                </a:lnTo>
                <a:lnTo>
                  <a:pt x="1463875" y="50977"/>
                </a:lnTo>
                <a:lnTo>
                  <a:pt x="1463418" y="51355"/>
                </a:lnTo>
                <a:lnTo>
                  <a:pt x="1462968" y="51742"/>
                </a:lnTo>
                <a:lnTo>
                  <a:pt x="1462524" y="52138"/>
                </a:lnTo>
                <a:lnTo>
                  <a:pt x="1462087" y="52543"/>
                </a:lnTo>
                <a:lnTo>
                  <a:pt x="1461656" y="52957"/>
                </a:lnTo>
                <a:lnTo>
                  <a:pt x="1461231" y="53379"/>
                </a:lnTo>
                <a:lnTo>
                  <a:pt x="1460812" y="53810"/>
                </a:lnTo>
                <a:lnTo>
                  <a:pt x="1460400" y="54250"/>
                </a:lnTo>
                <a:lnTo>
                  <a:pt x="1459994" y="54699"/>
                </a:lnTo>
                <a:lnTo>
                  <a:pt x="1459594" y="55157"/>
                </a:lnTo>
                <a:lnTo>
                  <a:pt x="1459201" y="55623"/>
                </a:lnTo>
                <a:lnTo>
                  <a:pt x="1458815" y="56098"/>
                </a:lnTo>
                <a:lnTo>
                  <a:pt x="1458703" y="56239"/>
                </a:lnTo>
                <a:lnTo>
                  <a:pt x="1458232" y="45370"/>
                </a:lnTo>
                <a:lnTo>
                  <a:pt x="1444104" y="45370"/>
                </a:lnTo>
                <a:lnTo>
                  <a:pt x="1444104" y="132721"/>
                </a:lnTo>
                <a:lnTo>
                  <a:pt x="1459040" y="132721"/>
                </a:lnTo>
                <a:lnTo>
                  <a:pt x="1459040" y="70412"/>
                </a:lnTo>
                <a:lnTo>
                  <a:pt x="1459070" y="70351"/>
                </a:lnTo>
                <a:lnTo>
                  <a:pt x="1459274" y="69953"/>
                </a:lnTo>
                <a:lnTo>
                  <a:pt x="1459484" y="69559"/>
                </a:lnTo>
                <a:close/>
                <a:moveTo>
                  <a:pt x="1328476" y="68784"/>
                </a:moveTo>
                <a:lnTo>
                  <a:pt x="1328700" y="68402"/>
                </a:lnTo>
                <a:lnTo>
                  <a:pt x="1328930" y="68024"/>
                </a:lnTo>
                <a:lnTo>
                  <a:pt x="1329164" y="67651"/>
                </a:lnTo>
                <a:lnTo>
                  <a:pt x="1329404" y="67281"/>
                </a:lnTo>
                <a:lnTo>
                  <a:pt x="1329649" y="66916"/>
                </a:lnTo>
                <a:lnTo>
                  <a:pt x="1329899" y="66554"/>
                </a:lnTo>
                <a:lnTo>
                  <a:pt x="1330153" y="66197"/>
                </a:lnTo>
                <a:lnTo>
                  <a:pt x="1330413" y="65844"/>
                </a:lnTo>
                <a:lnTo>
                  <a:pt x="1330678" y="65495"/>
                </a:lnTo>
                <a:lnTo>
                  <a:pt x="1330948" y="65149"/>
                </a:lnTo>
                <a:lnTo>
                  <a:pt x="1331223" y="64809"/>
                </a:lnTo>
                <a:lnTo>
                  <a:pt x="1331502" y="64476"/>
                </a:lnTo>
                <a:lnTo>
                  <a:pt x="1331786" y="64148"/>
                </a:lnTo>
                <a:lnTo>
                  <a:pt x="1332074" y="63826"/>
                </a:lnTo>
                <a:lnTo>
                  <a:pt x="1332366" y="63511"/>
                </a:lnTo>
                <a:lnTo>
                  <a:pt x="1332664" y="63202"/>
                </a:lnTo>
                <a:lnTo>
                  <a:pt x="1332965" y="62899"/>
                </a:lnTo>
                <a:lnTo>
                  <a:pt x="1333271" y="62602"/>
                </a:lnTo>
                <a:lnTo>
                  <a:pt x="1333582" y="62311"/>
                </a:lnTo>
                <a:lnTo>
                  <a:pt x="1333897" y="62027"/>
                </a:lnTo>
                <a:lnTo>
                  <a:pt x="1334216" y="61748"/>
                </a:lnTo>
                <a:lnTo>
                  <a:pt x="1334541" y="61476"/>
                </a:lnTo>
                <a:lnTo>
                  <a:pt x="1334869" y="61210"/>
                </a:lnTo>
                <a:lnTo>
                  <a:pt x="1335202" y="60950"/>
                </a:lnTo>
                <a:lnTo>
                  <a:pt x="1335540" y="60697"/>
                </a:lnTo>
                <a:lnTo>
                  <a:pt x="1335882" y="60449"/>
                </a:lnTo>
                <a:lnTo>
                  <a:pt x="1336228" y="60208"/>
                </a:lnTo>
                <a:lnTo>
                  <a:pt x="1336579" y="59973"/>
                </a:lnTo>
                <a:lnTo>
                  <a:pt x="1336934" y="59744"/>
                </a:lnTo>
                <a:lnTo>
                  <a:pt x="1337294" y="59521"/>
                </a:lnTo>
                <a:lnTo>
                  <a:pt x="1337659" y="59304"/>
                </a:lnTo>
                <a:lnTo>
                  <a:pt x="1338028" y="59094"/>
                </a:lnTo>
                <a:lnTo>
                  <a:pt x="1338401" y="58889"/>
                </a:lnTo>
                <a:lnTo>
                  <a:pt x="1338779" y="58691"/>
                </a:lnTo>
                <a:lnTo>
                  <a:pt x="1339161" y="58500"/>
                </a:lnTo>
                <a:lnTo>
                  <a:pt x="1339546" y="58317"/>
                </a:lnTo>
                <a:lnTo>
                  <a:pt x="1339935" y="58142"/>
                </a:lnTo>
                <a:lnTo>
                  <a:pt x="1340327" y="57976"/>
                </a:lnTo>
                <a:lnTo>
                  <a:pt x="1340723" y="57817"/>
                </a:lnTo>
                <a:lnTo>
                  <a:pt x="1341123" y="57667"/>
                </a:lnTo>
                <a:lnTo>
                  <a:pt x="1341525" y="57524"/>
                </a:lnTo>
                <a:lnTo>
                  <a:pt x="1341932" y="57390"/>
                </a:lnTo>
                <a:lnTo>
                  <a:pt x="1342342" y="57264"/>
                </a:lnTo>
                <a:lnTo>
                  <a:pt x="1342755" y="57146"/>
                </a:lnTo>
                <a:lnTo>
                  <a:pt x="1343172" y="57037"/>
                </a:lnTo>
                <a:lnTo>
                  <a:pt x="1343592" y="56935"/>
                </a:lnTo>
                <a:lnTo>
                  <a:pt x="1344016" y="56842"/>
                </a:lnTo>
                <a:lnTo>
                  <a:pt x="1344444" y="56756"/>
                </a:lnTo>
                <a:lnTo>
                  <a:pt x="1344875" y="56679"/>
                </a:lnTo>
                <a:lnTo>
                  <a:pt x="1345309" y="56610"/>
                </a:lnTo>
                <a:lnTo>
                  <a:pt x="1345747" y="56549"/>
                </a:lnTo>
                <a:lnTo>
                  <a:pt x="1346188" y="56496"/>
                </a:lnTo>
                <a:lnTo>
                  <a:pt x="1346633" y="56451"/>
                </a:lnTo>
                <a:lnTo>
                  <a:pt x="1347082" y="56415"/>
                </a:lnTo>
                <a:lnTo>
                  <a:pt x="1347534" y="56386"/>
                </a:lnTo>
                <a:lnTo>
                  <a:pt x="1347989" y="56366"/>
                </a:lnTo>
                <a:lnTo>
                  <a:pt x="1348448" y="56354"/>
                </a:lnTo>
                <a:lnTo>
                  <a:pt x="1348911" y="56350"/>
                </a:lnTo>
                <a:lnTo>
                  <a:pt x="1349378" y="56353"/>
                </a:lnTo>
                <a:lnTo>
                  <a:pt x="1349840" y="56363"/>
                </a:lnTo>
                <a:lnTo>
                  <a:pt x="1350296" y="56379"/>
                </a:lnTo>
                <a:lnTo>
                  <a:pt x="1350745" y="56402"/>
                </a:lnTo>
                <a:lnTo>
                  <a:pt x="1351188" y="56432"/>
                </a:lnTo>
                <a:lnTo>
                  <a:pt x="1351625" y="56468"/>
                </a:lnTo>
                <a:lnTo>
                  <a:pt x="1352056" y="56511"/>
                </a:lnTo>
                <a:lnTo>
                  <a:pt x="1352481" y="56561"/>
                </a:lnTo>
                <a:lnTo>
                  <a:pt x="1352899" y="56617"/>
                </a:lnTo>
                <a:lnTo>
                  <a:pt x="1353311" y="56679"/>
                </a:lnTo>
                <a:lnTo>
                  <a:pt x="1353718" y="56748"/>
                </a:lnTo>
                <a:lnTo>
                  <a:pt x="1354118" y="56824"/>
                </a:lnTo>
                <a:lnTo>
                  <a:pt x="1354511" y="56906"/>
                </a:lnTo>
                <a:lnTo>
                  <a:pt x="1354899" y="56995"/>
                </a:lnTo>
                <a:lnTo>
                  <a:pt x="1355281" y="57091"/>
                </a:lnTo>
                <a:lnTo>
                  <a:pt x="1355656" y="57193"/>
                </a:lnTo>
                <a:lnTo>
                  <a:pt x="1356025" y="57302"/>
                </a:lnTo>
                <a:lnTo>
                  <a:pt x="1356388" y="57417"/>
                </a:lnTo>
                <a:lnTo>
                  <a:pt x="1356745" y="57539"/>
                </a:lnTo>
                <a:lnTo>
                  <a:pt x="1357096" y="57667"/>
                </a:lnTo>
                <a:lnTo>
                  <a:pt x="1357440" y="57802"/>
                </a:lnTo>
                <a:lnTo>
                  <a:pt x="1357779" y="57944"/>
                </a:lnTo>
                <a:lnTo>
                  <a:pt x="1358111" y="58092"/>
                </a:lnTo>
                <a:lnTo>
                  <a:pt x="1358437" y="58247"/>
                </a:lnTo>
                <a:lnTo>
                  <a:pt x="1358756" y="58409"/>
                </a:lnTo>
                <a:lnTo>
                  <a:pt x="1359070" y="58579"/>
                </a:lnTo>
                <a:lnTo>
                  <a:pt x="1359376" y="58757"/>
                </a:lnTo>
                <a:lnTo>
                  <a:pt x="1359677" y="58942"/>
                </a:lnTo>
                <a:lnTo>
                  <a:pt x="1359971" y="59136"/>
                </a:lnTo>
                <a:lnTo>
                  <a:pt x="1360258" y="59337"/>
                </a:lnTo>
                <a:lnTo>
                  <a:pt x="1360539" y="59546"/>
                </a:lnTo>
                <a:lnTo>
                  <a:pt x="1360814" y="59763"/>
                </a:lnTo>
                <a:lnTo>
                  <a:pt x="1361082" y="59988"/>
                </a:lnTo>
                <a:lnTo>
                  <a:pt x="1361344" y="60220"/>
                </a:lnTo>
                <a:lnTo>
                  <a:pt x="1361599" y="60461"/>
                </a:lnTo>
                <a:lnTo>
                  <a:pt x="1361848" y="60709"/>
                </a:lnTo>
                <a:lnTo>
                  <a:pt x="1362090" y="60965"/>
                </a:lnTo>
                <a:lnTo>
                  <a:pt x="1362326" y="61230"/>
                </a:lnTo>
                <a:lnTo>
                  <a:pt x="1362555" y="61501"/>
                </a:lnTo>
                <a:lnTo>
                  <a:pt x="1362778" y="61781"/>
                </a:lnTo>
                <a:lnTo>
                  <a:pt x="1362995" y="62069"/>
                </a:lnTo>
                <a:lnTo>
                  <a:pt x="1363205" y="62364"/>
                </a:lnTo>
                <a:lnTo>
                  <a:pt x="1363408" y="62668"/>
                </a:lnTo>
                <a:lnTo>
                  <a:pt x="1363606" y="62979"/>
                </a:lnTo>
                <a:lnTo>
                  <a:pt x="1363796" y="63298"/>
                </a:lnTo>
                <a:lnTo>
                  <a:pt x="1363981" y="63625"/>
                </a:lnTo>
                <a:lnTo>
                  <a:pt x="1364159" y="63959"/>
                </a:lnTo>
                <a:lnTo>
                  <a:pt x="1364330" y="64302"/>
                </a:lnTo>
                <a:lnTo>
                  <a:pt x="1364495" y="64653"/>
                </a:lnTo>
                <a:lnTo>
                  <a:pt x="1364652" y="65013"/>
                </a:lnTo>
                <a:lnTo>
                  <a:pt x="1364803" y="65383"/>
                </a:lnTo>
                <a:lnTo>
                  <a:pt x="1364947" y="65763"/>
                </a:lnTo>
                <a:lnTo>
                  <a:pt x="1365083" y="66151"/>
                </a:lnTo>
                <a:lnTo>
                  <a:pt x="1365213" y="66550"/>
                </a:lnTo>
                <a:lnTo>
                  <a:pt x="1365336" y="66957"/>
                </a:lnTo>
                <a:lnTo>
                  <a:pt x="1365451" y="67374"/>
                </a:lnTo>
                <a:lnTo>
                  <a:pt x="1365560" y="67800"/>
                </a:lnTo>
                <a:lnTo>
                  <a:pt x="1365662" y="68236"/>
                </a:lnTo>
                <a:lnTo>
                  <a:pt x="1365756" y="68681"/>
                </a:lnTo>
                <a:lnTo>
                  <a:pt x="1365844" y="69135"/>
                </a:lnTo>
                <a:lnTo>
                  <a:pt x="1365924" y="69599"/>
                </a:lnTo>
                <a:lnTo>
                  <a:pt x="1365998" y="70073"/>
                </a:lnTo>
                <a:lnTo>
                  <a:pt x="1366064" y="70555"/>
                </a:lnTo>
                <a:lnTo>
                  <a:pt x="1366124" y="71047"/>
                </a:lnTo>
                <a:lnTo>
                  <a:pt x="1366177" y="71549"/>
                </a:lnTo>
                <a:lnTo>
                  <a:pt x="1366222" y="72059"/>
                </a:lnTo>
                <a:lnTo>
                  <a:pt x="1366261" y="72580"/>
                </a:lnTo>
                <a:lnTo>
                  <a:pt x="1366292" y="73109"/>
                </a:lnTo>
                <a:lnTo>
                  <a:pt x="1366317" y="73648"/>
                </a:lnTo>
                <a:lnTo>
                  <a:pt x="1366334" y="74197"/>
                </a:lnTo>
                <a:lnTo>
                  <a:pt x="1366345" y="74754"/>
                </a:lnTo>
                <a:lnTo>
                  <a:pt x="1366348" y="75321"/>
                </a:lnTo>
                <a:lnTo>
                  <a:pt x="1366348" y="132721"/>
                </a:lnTo>
                <a:lnTo>
                  <a:pt x="1381364" y="132721"/>
                </a:lnTo>
                <a:lnTo>
                  <a:pt x="1381364" y="75483"/>
                </a:lnTo>
                <a:lnTo>
                  <a:pt x="1381361" y="74768"/>
                </a:lnTo>
                <a:lnTo>
                  <a:pt x="1381351" y="74061"/>
                </a:lnTo>
                <a:lnTo>
                  <a:pt x="1381334" y="73364"/>
                </a:lnTo>
                <a:lnTo>
                  <a:pt x="1381310" y="72676"/>
                </a:lnTo>
                <a:lnTo>
                  <a:pt x="1381280" y="71998"/>
                </a:lnTo>
                <a:lnTo>
                  <a:pt x="1381243" y="71328"/>
                </a:lnTo>
                <a:lnTo>
                  <a:pt x="1381199" y="70667"/>
                </a:lnTo>
                <a:lnTo>
                  <a:pt x="1381149" y="70016"/>
                </a:lnTo>
                <a:lnTo>
                  <a:pt x="1381092" y="69373"/>
                </a:lnTo>
                <a:lnTo>
                  <a:pt x="1381028" y="68740"/>
                </a:lnTo>
                <a:lnTo>
                  <a:pt x="1380957" y="68116"/>
                </a:lnTo>
                <a:lnTo>
                  <a:pt x="1380880" y="67501"/>
                </a:lnTo>
                <a:lnTo>
                  <a:pt x="1380796" y="66895"/>
                </a:lnTo>
                <a:lnTo>
                  <a:pt x="1380705" y="66298"/>
                </a:lnTo>
                <a:lnTo>
                  <a:pt x="1380607" y="65710"/>
                </a:lnTo>
                <a:lnTo>
                  <a:pt x="1380503" y="65131"/>
                </a:lnTo>
                <a:lnTo>
                  <a:pt x="1380392" y="64562"/>
                </a:lnTo>
                <a:lnTo>
                  <a:pt x="1380274" y="64002"/>
                </a:lnTo>
                <a:lnTo>
                  <a:pt x="1380150" y="63450"/>
                </a:lnTo>
                <a:lnTo>
                  <a:pt x="1380019" y="62908"/>
                </a:lnTo>
                <a:lnTo>
                  <a:pt x="1379881" y="62375"/>
                </a:lnTo>
                <a:lnTo>
                  <a:pt x="1379736" y="61851"/>
                </a:lnTo>
                <a:lnTo>
                  <a:pt x="1379585" y="61336"/>
                </a:lnTo>
                <a:lnTo>
                  <a:pt x="1379427" y="60830"/>
                </a:lnTo>
                <a:lnTo>
                  <a:pt x="1379262" y="60333"/>
                </a:lnTo>
                <a:lnTo>
                  <a:pt x="1379092" y="59843"/>
                </a:lnTo>
                <a:lnTo>
                  <a:pt x="1378915" y="59361"/>
                </a:lnTo>
                <a:lnTo>
                  <a:pt x="1378733" y="58887"/>
                </a:lnTo>
                <a:lnTo>
                  <a:pt x="1378544" y="58421"/>
                </a:lnTo>
                <a:lnTo>
                  <a:pt x="1378349" y="57962"/>
                </a:lnTo>
                <a:lnTo>
                  <a:pt x="1378149" y="57511"/>
                </a:lnTo>
                <a:lnTo>
                  <a:pt x="1377942" y="57067"/>
                </a:lnTo>
                <a:lnTo>
                  <a:pt x="1377729" y="56632"/>
                </a:lnTo>
                <a:lnTo>
                  <a:pt x="1377511" y="56204"/>
                </a:lnTo>
                <a:lnTo>
                  <a:pt x="1377286" y="55783"/>
                </a:lnTo>
                <a:lnTo>
                  <a:pt x="1377055" y="55371"/>
                </a:lnTo>
                <a:lnTo>
                  <a:pt x="1376818" y="54966"/>
                </a:lnTo>
                <a:lnTo>
                  <a:pt x="1376576" y="54569"/>
                </a:lnTo>
                <a:lnTo>
                  <a:pt x="1376327" y="54180"/>
                </a:lnTo>
                <a:lnTo>
                  <a:pt x="1376072" y="53798"/>
                </a:lnTo>
                <a:lnTo>
                  <a:pt x="1375811" y="53424"/>
                </a:lnTo>
                <a:lnTo>
                  <a:pt x="1375544" y="53058"/>
                </a:lnTo>
                <a:lnTo>
                  <a:pt x="1375271" y="52699"/>
                </a:lnTo>
                <a:lnTo>
                  <a:pt x="1374992" y="52348"/>
                </a:lnTo>
                <a:lnTo>
                  <a:pt x="1374707" y="52005"/>
                </a:lnTo>
                <a:lnTo>
                  <a:pt x="1374416" y="51669"/>
                </a:lnTo>
                <a:lnTo>
                  <a:pt x="1374119" y="51342"/>
                </a:lnTo>
                <a:lnTo>
                  <a:pt x="1373816" y="51022"/>
                </a:lnTo>
                <a:lnTo>
                  <a:pt x="1373507" y="50709"/>
                </a:lnTo>
                <a:lnTo>
                  <a:pt x="1373193" y="50404"/>
                </a:lnTo>
                <a:lnTo>
                  <a:pt x="1372874" y="50105"/>
                </a:lnTo>
                <a:lnTo>
                  <a:pt x="1372550" y="49814"/>
                </a:lnTo>
                <a:lnTo>
                  <a:pt x="1372221" y="49530"/>
                </a:lnTo>
                <a:lnTo>
                  <a:pt x="1371886" y="49253"/>
                </a:lnTo>
                <a:lnTo>
                  <a:pt x="1371546" y="48983"/>
                </a:lnTo>
                <a:lnTo>
                  <a:pt x="1371201" y="48721"/>
                </a:lnTo>
                <a:lnTo>
                  <a:pt x="1370851" y="48465"/>
                </a:lnTo>
                <a:lnTo>
                  <a:pt x="1370496" y="48217"/>
                </a:lnTo>
                <a:lnTo>
                  <a:pt x="1370135" y="47976"/>
                </a:lnTo>
                <a:lnTo>
                  <a:pt x="1369769" y="47742"/>
                </a:lnTo>
                <a:lnTo>
                  <a:pt x="1369398" y="47515"/>
                </a:lnTo>
                <a:lnTo>
                  <a:pt x="1369022" y="47295"/>
                </a:lnTo>
                <a:lnTo>
                  <a:pt x="1368641" y="47083"/>
                </a:lnTo>
                <a:lnTo>
                  <a:pt x="1368254" y="46877"/>
                </a:lnTo>
                <a:lnTo>
                  <a:pt x="1367863" y="46679"/>
                </a:lnTo>
                <a:lnTo>
                  <a:pt x="1367466" y="46488"/>
                </a:lnTo>
                <a:lnTo>
                  <a:pt x="1367064" y="46304"/>
                </a:lnTo>
                <a:lnTo>
                  <a:pt x="1366657" y="46127"/>
                </a:lnTo>
                <a:lnTo>
                  <a:pt x="1366244" y="45958"/>
                </a:lnTo>
                <a:lnTo>
                  <a:pt x="1365827" y="45795"/>
                </a:lnTo>
                <a:lnTo>
                  <a:pt x="1365404" y="45640"/>
                </a:lnTo>
                <a:lnTo>
                  <a:pt x="1364976" y="45492"/>
                </a:lnTo>
                <a:lnTo>
                  <a:pt x="1364543" y="45350"/>
                </a:lnTo>
                <a:lnTo>
                  <a:pt x="1364106" y="45214"/>
                </a:lnTo>
                <a:lnTo>
                  <a:pt x="1363664" y="45085"/>
                </a:lnTo>
                <a:lnTo>
                  <a:pt x="1363218" y="44961"/>
                </a:lnTo>
                <a:lnTo>
                  <a:pt x="1362767" y="44844"/>
                </a:lnTo>
                <a:lnTo>
                  <a:pt x="1362312" y="44732"/>
                </a:lnTo>
                <a:lnTo>
                  <a:pt x="1361852" y="44627"/>
                </a:lnTo>
                <a:lnTo>
                  <a:pt x="1361388" y="44527"/>
                </a:lnTo>
                <a:lnTo>
                  <a:pt x="1360919" y="44434"/>
                </a:lnTo>
                <a:lnTo>
                  <a:pt x="1360446" y="44346"/>
                </a:lnTo>
                <a:lnTo>
                  <a:pt x="1359968" y="44265"/>
                </a:lnTo>
                <a:lnTo>
                  <a:pt x="1359486" y="44190"/>
                </a:lnTo>
                <a:lnTo>
                  <a:pt x="1359000" y="44120"/>
                </a:lnTo>
                <a:lnTo>
                  <a:pt x="1358508" y="44057"/>
                </a:lnTo>
                <a:lnTo>
                  <a:pt x="1358013" y="44000"/>
                </a:lnTo>
                <a:lnTo>
                  <a:pt x="1357513" y="43949"/>
                </a:lnTo>
                <a:lnTo>
                  <a:pt x="1357008" y="43904"/>
                </a:lnTo>
                <a:lnTo>
                  <a:pt x="1356499" y="43864"/>
                </a:lnTo>
                <a:lnTo>
                  <a:pt x="1355986" y="43831"/>
                </a:lnTo>
                <a:lnTo>
                  <a:pt x="1355468" y="43804"/>
                </a:lnTo>
                <a:lnTo>
                  <a:pt x="1354945" y="43783"/>
                </a:lnTo>
                <a:lnTo>
                  <a:pt x="1354418" y="43768"/>
                </a:lnTo>
                <a:lnTo>
                  <a:pt x="1353887" y="43759"/>
                </a:lnTo>
                <a:lnTo>
                  <a:pt x="1353351" y="43756"/>
                </a:lnTo>
                <a:lnTo>
                  <a:pt x="1352694" y="43761"/>
                </a:lnTo>
                <a:lnTo>
                  <a:pt x="1352042" y="43777"/>
                </a:lnTo>
                <a:lnTo>
                  <a:pt x="1351395" y="43804"/>
                </a:lnTo>
                <a:lnTo>
                  <a:pt x="1350753" y="43842"/>
                </a:lnTo>
                <a:lnTo>
                  <a:pt x="1350116" y="43891"/>
                </a:lnTo>
                <a:lnTo>
                  <a:pt x="1349483" y="43950"/>
                </a:lnTo>
                <a:lnTo>
                  <a:pt x="1348856" y="44020"/>
                </a:lnTo>
                <a:lnTo>
                  <a:pt x="1348233" y="44101"/>
                </a:lnTo>
                <a:lnTo>
                  <a:pt x="1347616" y="44193"/>
                </a:lnTo>
                <a:lnTo>
                  <a:pt x="1347003" y="44295"/>
                </a:lnTo>
                <a:lnTo>
                  <a:pt x="1346395" y="44409"/>
                </a:lnTo>
                <a:lnTo>
                  <a:pt x="1345792" y="44533"/>
                </a:lnTo>
                <a:lnTo>
                  <a:pt x="1345194" y="44668"/>
                </a:lnTo>
                <a:lnTo>
                  <a:pt x="1344601" y="44813"/>
                </a:lnTo>
                <a:lnTo>
                  <a:pt x="1344013" y="44970"/>
                </a:lnTo>
                <a:lnTo>
                  <a:pt x="1343430" y="45137"/>
                </a:lnTo>
                <a:lnTo>
                  <a:pt x="1342851" y="45315"/>
                </a:lnTo>
                <a:lnTo>
                  <a:pt x="1342278" y="45504"/>
                </a:lnTo>
                <a:lnTo>
                  <a:pt x="1341709" y="45704"/>
                </a:lnTo>
                <a:lnTo>
                  <a:pt x="1341146" y="45914"/>
                </a:lnTo>
                <a:lnTo>
                  <a:pt x="1340587" y="46136"/>
                </a:lnTo>
                <a:lnTo>
                  <a:pt x="1340033" y="46368"/>
                </a:lnTo>
                <a:lnTo>
                  <a:pt x="1339484" y="46610"/>
                </a:lnTo>
                <a:lnTo>
                  <a:pt x="1338940" y="46864"/>
                </a:lnTo>
                <a:lnTo>
                  <a:pt x="1338402" y="47127"/>
                </a:lnTo>
                <a:lnTo>
                  <a:pt x="1337870" y="47400"/>
                </a:lnTo>
                <a:lnTo>
                  <a:pt x="1337344" y="47681"/>
                </a:lnTo>
                <a:lnTo>
                  <a:pt x="1336825" y="47971"/>
                </a:lnTo>
                <a:lnTo>
                  <a:pt x="1336311" y="48269"/>
                </a:lnTo>
                <a:lnTo>
                  <a:pt x="1335804" y="48577"/>
                </a:lnTo>
                <a:lnTo>
                  <a:pt x="1335304" y="48893"/>
                </a:lnTo>
                <a:lnTo>
                  <a:pt x="1334810" y="49219"/>
                </a:lnTo>
                <a:lnTo>
                  <a:pt x="1334322" y="49553"/>
                </a:lnTo>
                <a:lnTo>
                  <a:pt x="1333840" y="49896"/>
                </a:lnTo>
                <a:lnTo>
                  <a:pt x="1333365" y="50247"/>
                </a:lnTo>
                <a:lnTo>
                  <a:pt x="1332896" y="50608"/>
                </a:lnTo>
                <a:lnTo>
                  <a:pt x="1332433" y="50977"/>
                </a:lnTo>
                <a:lnTo>
                  <a:pt x="1331976" y="51355"/>
                </a:lnTo>
                <a:lnTo>
                  <a:pt x="1331526" y="51742"/>
                </a:lnTo>
                <a:lnTo>
                  <a:pt x="1331083" y="52138"/>
                </a:lnTo>
                <a:lnTo>
                  <a:pt x="1330645" y="52543"/>
                </a:lnTo>
                <a:lnTo>
                  <a:pt x="1330214" y="52957"/>
                </a:lnTo>
                <a:lnTo>
                  <a:pt x="1329789" y="53379"/>
                </a:lnTo>
                <a:lnTo>
                  <a:pt x="1329370" y="53810"/>
                </a:lnTo>
                <a:lnTo>
                  <a:pt x="1328958" y="54250"/>
                </a:lnTo>
                <a:lnTo>
                  <a:pt x="1328552" y="54699"/>
                </a:lnTo>
                <a:lnTo>
                  <a:pt x="1328153" y="55157"/>
                </a:lnTo>
                <a:lnTo>
                  <a:pt x="1327759" y="55623"/>
                </a:lnTo>
                <a:lnTo>
                  <a:pt x="1327373" y="56098"/>
                </a:lnTo>
                <a:lnTo>
                  <a:pt x="1327261" y="56239"/>
                </a:lnTo>
                <a:lnTo>
                  <a:pt x="1326790" y="45370"/>
                </a:lnTo>
                <a:lnTo>
                  <a:pt x="1312663" y="45370"/>
                </a:lnTo>
                <a:lnTo>
                  <a:pt x="1312663" y="132721"/>
                </a:lnTo>
                <a:lnTo>
                  <a:pt x="1327598" y="132721"/>
                </a:lnTo>
                <a:lnTo>
                  <a:pt x="1327598" y="70412"/>
                </a:lnTo>
                <a:lnTo>
                  <a:pt x="1327628" y="70351"/>
                </a:lnTo>
                <a:lnTo>
                  <a:pt x="1327832" y="69953"/>
                </a:lnTo>
                <a:lnTo>
                  <a:pt x="1328042" y="69559"/>
                </a:lnTo>
                <a:lnTo>
                  <a:pt x="1328256" y="69169"/>
                </a:lnTo>
                <a:lnTo>
                  <a:pt x="1328476" y="68784"/>
                </a:lnTo>
                <a:close/>
                <a:moveTo>
                  <a:pt x="1214637" y="94651"/>
                </a:moveTo>
                <a:lnTo>
                  <a:pt x="1214699" y="95407"/>
                </a:lnTo>
                <a:lnTo>
                  <a:pt x="1214770" y="96159"/>
                </a:lnTo>
                <a:lnTo>
                  <a:pt x="1214851" y="96905"/>
                </a:lnTo>
                <a:lnTo>
                  <a:pt x="1214942" y="97647"/>
                </a:lnTo>
                <a:lnTo>
                  <a:pt x="1215042" y="98384"/>
                </a:lnTo>
                <a:lnTo>
                  <a:pt x="1215151" y="99117"/>
                </a:lnTo>
                <a:lnTo>
                  <a:pt x="1215271" y="99844"/>
                </a:lnTo>
                <a:lnTo>
                  <a:pt x="1215399" y="100567"/>
                </a:lnTo>
                <a:lnTo>
                  <a:pt x="1215537" y="101285"/>
                </a:lnTo>
                <a:lnTo>
                  <a:pt x="1215685" y="101998"/>
                </a:lnTo>
                <a:lnTo>
                  <a:pt x="1215842" y="102707"/>
                </a:lnTo>
                <a:lnTo>
                  <a:pt x="1216009" y="103411"/>
                </a:lnTo>
                <a:lnTo>
                  <a:pt x="1216185" y="104110"/>
                </a:lnTo>
                <a:lnTo>
                  <a:pt x="1216371" y="104804"/>
                </a:lnTo>
                <a:lnTo>
                  <a:pt x="1216567" y="105493"/>
                </a:lnTo>
                <a:lnTo>
                  <a:pt x="1216772" y="106178"/>
                </a:lnTo>
                <a:lnTo>
                  <a:pt x="1216986" y="106858"/>
                </a:lnTo>
                <a:lnTo>
                  <a:pt x="1217210" y="107533"/>
                </a:lnTo>
                <a:lnTo>
                  <a:pt x="1217443" y="108202"/>
                </a:lnTo>
                <a:lnTo>
                  <a:pt x="1217685" y="108864"/>
                </a:lnTo>
                <a:lnTo>
                  <a:pt x="1217935" y="109519"/>
                </a:lnTo>
                <a:lnTo>
                  <a:pt x="1218193" y="110167"/>
                </a:lnTo>
                <a:lnTo>
                  <a:pt x="1218461" y="110807"/>
                </a:lnTo>
                <a:lnTo>
                  <a:pt x="1218736" y="111441"/>
                </a:lnTo>
                <a:lnTo>
                  <a:pt x="1219021" y="112067"/>
                </a:lnTo>
                <a:lnTo>
                  <a:pt x="1219314" y="112686"/>
                </a:lnTo>
                <a:lnTo>
                  <a:pt x="1219615" y="113298"/>
                </a:lnTo>
                <a:lnTo>
                  <a:pt x="1219925" y="113903"/>
                </a:lnTo>
                <a:lnTo>
                  <a:pt x="1220243" y="114501"/>
                </a:lnTo>
                <a:lnTo>
                  <a:pt x="1220570" y="115091"/>
                </a:lnTo>
                <a:lnTo>
                  <a:pt x="1220906" y="115675"/>
                </a:lnTo>
                <a:lnTo>
                  <a:pt x="1221250" y="116251"/>
                </a:lnTo>
                <a:lnTo>
                  <a:pt x="1221603" y="116820"/>
                </a:lnTo>
                <a:lnTo>
                  <a:pt x="1221964" y="117382"/>
                </a:lnTo>
                <a:lnTo>
                  <a:pt x="1222334" y="117937"/>
                </a:lnTo>
                <a:lnTo>
                  <a:pt x="1222712" y="118484"/>
                </a:lnTo>
                <a:lnTo>
                  <a:pt x="1223099" y="119025"/>
                </a:lnTo>
                <a:lnTo>
                  <a:pt x="1223495" y="119558"/>
                </a:lnTo>
                <a:lnTo>
                  <a:pt x="1223899" y="120085"/>
                </a:lnTo>
                <a:lnTo>
                  <a:pt x="1224311" y="120604"/>
                </a:lnTo>
                <a:lnTo>
                  <a:pt x="1224732" y="121116"/>
                </a:lnTo>
                <a:lnTo>
                  <a:pt x="1225162" y="121620"/>
                </a:lnTo>
                <a:lnTo>
                  <a:pt x="1225600" y="122117"/>
                </a:lnTo>
                <a:lnTo>
                  <a:pt x="1226045" y="122604"/>
                </a:lnTo>
                <a:lnTo>
                  <a:pt x="1226497" y="123082"/>
                </a:lnTo>
                <a:lnTo>
                  <a:pt x="1226957" y="123551"/>
                </a:lnTo>
                <a:lnTo>
                  <a:pt x="1227424" y="124011"/>
                </a:lnTo>
                <a:lnTo>
                  <a:pt x="1227899" y="124461"/>
                </a:lnTo>
                <a:lnTo>
                  <a:pt x="1228381" y="124902"/>
                </a:lnTo>
                <a:lnTo>
                  <a:pt x="1228871" y="125334"/>
                </a:lnTo>
                <a:lnTo>
                  <a:pt x="1229368" y="125756"/>
                </a:lnTo>
                <a:lnTo>
                  <a:pt x="1229873" y="126170"/>
                </a:lnTo>
                <a:lnTo>
                  <a:pt x="1230385" y="126574"/>
                </a:lnTo>
                <a:lnTo>
                  <a:pt x="1230904" y="126969"/>
                </a:lnTo>
                <a:lnTo>
                  <a:pt x="1231431" y="127354"/>
                </a:lnTo>
                <a:lnTo>
                  <a:pt x="1231965" y="127731"/>
                </a:lnTo>
                <a:lnTo>
                  <a:pt x="1232507" y="128098"/>
                </a:lnTo>
                <a:lnTo>
                  <a:pt x="1233056" y="128455"/>
                </a:lnTo>
                <a:lnTo>
                  <a:pt x="1233612" y="128804"/>
                </a:lnTo>
                <a:lnTo>
                  <a:pt x="1234176" y="129143"/>
                </a:lnTo>
                <a:lnTo>
                  <a:pt x="1234747" y="129473"/>
                </a:lnTo>
                <a:lnTo>
                  <a:pt x="1235326" y="129794"/>
                </a:lnTo>
                <a:lnTo>
                  <a:pt x="1235912" y="130106"/>
                </a:lnTo>
                <a:lnTo>
                  <a:pt x="1236506" y="130408"/>
                </a:lnTo>
                <a:lnTo>
                  <a:pt x="1237107" y="130701"/>
                </a:lnTo>
                <a:lnTo>
                  <a:pt x="1237716" y="130985"/>
                </a:lnTo>
                <a:lnTo>
                  <a:pt x="1238331" y="131258"/>
                </a:lnTo>
                <a:lnTo>
                  <a:pt x="1238953" y="131520"/>
                </a:lnTo>
                <a:lnTo>
                  <a:pt x="1239581" y="131770"/>
                </a:lnTo>
                <a:lnTo>
                  <a:pt x="1240216" y="132009"/>
                </a:lnTo>
                <a:lnTo>
                  <a:pt x="1240857" y="132236"/>
                </a:lnTo>
                <a:lnTo>
                  <a:pt x="1241505" y="132451"/>
                </a:lnTo>
                <a:lnTo>
                  <a:pt x="1242159" y="132654"/>
                </a:lnTo>
                <a:lnTo>
                  <a:pt x="1242819" y="132846"/>
                </a:lnTo>
                <a:lnTo>
                  <a:pt x="1243487" y="133027"/>
                </a:lnTo>
                <a:lnTo>
                  <a:pt x="1244160" y="133195"/>
                </a:lnTo>
                <a:lnTo>
                  <a:pt x="1244840" y="133352"/>
                </a:lnTo>
                <a:lnTo>
                  <a:pt x="1245526" y="133498"/>
                </a:lnTo>
                <a:lnTo>
                  <a:pt x="1246219" y="133632"/>
                </a:lnTo>
                <a:lnTo>
                  <a:pt x="1246918" y="133754"/>
                </a:lnTo>
                <a:lnTo>
                  <a:pt x="1247624" y="133864"/>
                </a:lnTo>
                <a:lnTo>
                  <a:pt x="1248336" y="133963"/>
                </a:lnTo>
                <a:lnTo>
                  <a:pt x="1249055" y="134050"/>
                </a:lnTo>
                <a:lnTo>
                  <a:pt x="1249780" y="134126"/>
                </a:lnTo>
                <a:lnTo>
                  <a:pt x="1250511" y="134190"/>
                </a:lnTo>
                <a:lnTo>
                  <a:pt x="1251249" y="134242"/>
                </a:lnTo>
                <a:lnTo>
                  <a:pt x="1251993" y="134283"/>
                </a:lnTo>
                <a:lnTo>
                  <a:pt x="1252744" y="134312"/>
                </a:lnTo>
                <a:lnTo>
                  <a:pt x="1253502" y="134330"/>
                </a:lnTo>
                <a:lnTo>
                  <a:pt x="1254265" y="134335"/>
                </a:lnTo>
                <a:lnTo>
                  <a:pt x="1255029" y="134330"/>
                </a:lnTo>
                <a:lnTo>
                  <a:pt x="1255786" y="134312"/>
                </a:lnTo>
                <a:lnTo>
                  <a:pt x="1256536" y="134283"/>
                </a:lnTo>
                <a:lnTo>
                  <a:pt x="1257280" y="134242"/>
                </a:lnTo>
                <a:lnTo>
                  <a:pt x="1258018" y="134190"/>
                </a:lnTo>
                <a:lnTo>
                  <a:pt x="1258748" y="134126"/>
                </a:lnTo>
                <a:lnTo>
                  <a:pt x="1259472" y="134050"/>
                </a:lnTo>
                <a:lnTo>
                  <a:pt x="1260190" y="133963"/>
                </a:lnTo>
                <a:lnTo>
                  <a:pt x="1260901" y="133864"/>
                </a:lnTo>
                <a:lnTo>
                  <a:pt x="1261605" y="133754"/>
                </a:lnTo>
                <a:lnTo>
                  <a:pt x="1262303" y="133632"/>
                </a:lnTo>
                <a:lnTo>
                  <a:pt x="1262994" y="133498"/>
                </a:lnTo>
                <a:lnTo>
                  <a:pt x="1263679" y="133352"/>
                </a:lnTo>
                <a:lnTo>
                  <a:pt x="1264357" y="133195"/>
                </a:lnTo>
                <a:lnTo>
                  <a:pt x="1265028" y="133027"/>
                </a:lnTo>
                <a:lnTo>
                  <a:pt x="1265693" y="132846"/>
                </a:lnTo>
                <a:lnTo>
                  <a:pt x="1266351" y="132654"/>
                </a:lnTo>
                <a:lnTo>
                  <a:pt x="1267003" y="132451"/>
                </a:lnTo>
                <a:lnTo>
                  <a:pt x="1267648" y="132236"/>
                </a:lnTo>
                <a:lnTo>
                  <a:pt x="1268287" y="132009"/>
                </a:lnTo>
                <a:lnTo>
                  <a:pt x="1268918" y="131770"/>
                </a:lnTo>
                <a:lnTo>
                  <a:pt x="1269544" y="131520"/>
                </a:lnTo>
                <a:lnTo>
                  <a:pt x="1270162" y="131258"/>
                </a:lnTo>
                <a:lnTo>
                  <a:pt x="1270775" y="130985"/>
                </a:lnTo>
                <a:lnTo>
                  <a:pt x="1271380" y="130701"/>
                </a:lnTo>
                <a:lnTo>
                  <a:pt x="1271978" y="130408"/>
                </a:lnTo>
                <a:lnTo>
                  <a:pt x="1272568" y="130106"/>
                </a:lnTo>
                <a:lnTo>
                  <a:pt x="1273152" y="129794"/>
                </a:lnTo>
                <a:lnTo>
                  <a:pt x="1273728" y="129473"/>
                </a:lnTo>
                <a:lnTo>
                  <a:pt x="1274296" y="129143"/>
                </a:lnTo>
                <a:lnTo>
                  <a:pt x="1274858" y="128804"/>
                </a:lnTo>
                <a:lnTo>
                  <a:pt x="1275412" y="128455"/>
                </a:lnTo>
                <a:lnTo>
                  <a:pt x="1275959" y="128098"/>
                </a:lnTo>
                <a:lnTo>
                  <a:pt x="1276499" y="127731"/>
                </a:lnTo>
                <a:lnTo>
                  <a:pt x="1277031" y="127354"/>
                </a:lnTo>
                <a:lnTo>
                  <a:pt x="1277556" y="126969"/>
                </a:lnTo>
                <a:lnTo>
                  <a:pt x="1278074" y="126574"/>
                </a:lnTo>
                <a:lnTo>
                  <a:pt x="1278584" y="126170"/>
                </a:lnTo>
                <a:lnTo>
                  <a:pt x="1279087" y="125756"/>
                </a:lnTo>
                <a:lnTo>
                  <a:pt x="1279583" y="125334"/>
                </a:lnTo>
                <a:lnTo>
                  <a:pt x="1280072" y="124902"/>
                </a:lnTo>
                <a:lnTo>
                  <a:pt x="1280553" y="124461"/>
                </a:lnTo>
                <a:lnTo>
                  <a:pt x="1281027" y="124011"/>
                </a:lnTo>
                <a:lnTo>
                  <a:pt x="1281494" y="123551"/>
                </a:lnTo>
                <a:lnTo>
                  <a:pt x="1281953" y="123082"/>
                </a:lnTo>
                <a:lnTo>
                  <a:pt x="1282405" y="122604"/>
                </a:lnTo>
                <a:lnTo>
                  <a:pt x="1282850" y="122117"/>
                </a:lnTo>
                <a:lnTo>
                  <a:pt x="1283288" y="121620"/>
                </a:lnTo>
                <a:lnTo>
                  <a:pt x="1283717" y="121116"/>
                </a:lnTo>
                <a:lnTo>
                  <a:pt x="1284139" y="120604"/>
                </a:lnTo>
                <a:lnTo>
                  <a:pt x="1284551" y="120085"/>
                </a:lnTo>
                <a:lnTo>
                  <a:pt x="1284955" y="119558"/>
                </a:lnTo>
                <a:lnTo>
                  <a:pt x="1285351" y="119025"/>
                </a:lnTo>
                <a:lnTo>
                  <a:pt x="1285737" y="118484"/>
                </a:lnTo>
                <a:lnTo>
                  <a:pt x="1286116" y="117937"/>
                </a:lnTo>
                <a:lnTo>
                  <a:pt x="1286486" y="117382"/>
                </a:lnTo>
                <a:lnTo>
                  <a:pt x="1286847" y="116820"/>
                </a:lnTo>
                <a:lnTo>
                  <a:pt x="1287200" y="116251"/>
                </a:lnTo>
                <a:lnTo>
                  <a:pt x="1287544" y="115675"/>
                </a:lnTo>
                <a:lnTo>
                  <a:pt x="1287879" y="115091"/>
                </a:lnTo>
                <a:lnTo>
                  <a:pt x="1288206" y="114501"/>
                </a:lnTo>
                <a:lnTo>
                  <a:pt x="1288525" y="113903"/>
                </a:lnTo>
                <a:lnTo>
                  <a:pt x="1288835" y="113298"/>
                </a:lnTo>
                <a:lnTo>
                  <a:pt x="1289136" y="112686"/>
                </a:lnTo>
                <a:lnTo>
                  <a:pt x="1289429" y="112067"/>
                </a:lnTo>
                <a:lnTo>
                  <a:pt x="1289713" y="111441"/>
                </a:lnTo>
                <a:lnTo>
                  <a:pt x="1289989" y="110807"/>
                </a:lnTo>
                <a:lnTo>
                  <a:pt x="1290256" y="110167"/>
                </a:lnTo>
                <a:lnTo>
                  <a:pt x="1290515" y="109519"/>
                </a:lnTo>
                <a:lnTo>
                  <a:pt x="1290765" y="108864"/>
                </a:lnTo>
                <a:lnTo>
                  <a:pt x="1291007" y="108202"/>
                </a:lnTo>
                <a:lnTo>
                  <a:pt x="1291240" y="107533"/>
                </a:lnTo>
                <a:lnTo>
                  <a:pt x="1291464" y="106858"/>
                </a:lnTo>
                <a:lnTo>
                  <a:pt x="1291678" y="106178"/>
                </a:lnTo>
                <a:lnTo>
                  <a:pt x="1291883" y="105493"/>
                </a:lnTo>
                <a:lnTo>
                  <a:pt x="1292078" y="104804"/>
                </a:lnTo>
                <a:lnTo>
                  <a:pt x="1292264" y="104110"/>
                </a:lnTo>
                <a:lnTo>
                  <a:pt x="1292441" y="103411"/>
                </a:lnTo>
                <a:lnTo>
                  <a:pt x="1292607" y="102707"/>
                </a:lnTo>
                <a:lnTo>
                  <a:pt x="1292765" y="101998"/>
                </a:lnTo>
                <a:lnTo>
                  <a:pt x="1292912" y="101285"/>
                </a:lnTo>
                <a:lnTo>
                  <a:pt x="1293051" y="100567"/>
                </a:lnTo>
                <a:lnTo>
                  <a:pt x="1293179" y="99844"/>
                </a:lnTo>
                <a:lnTo>
                  <a:pt x="1293298" y="99117"/>
                </a:lnTo>
                <a:lnTo>
                  <a:pt x="1293408" y="98384"/>
                </a:lnTo>
                <a:lnTo>
                  <a:pt x="1293508" y="97647"/>
                </a:lnTo>
                <a:lnTo>
                  <a:pt x="1293599" y="96905"/>
                </a:lnTo>
                <a:lnTo>
                  <a:pt x="1293680" y="96159"/>
                </a:lnTo>
                <a:lnTo>
                  <a:pt x="1293751" y="95407"/>
                </a:lnTo>
                <a:lnTo>
                  <a:pt x="1293813" y="94651"/>
                </a:lnTo>
                <a:lnTo>
                  <a:pt x="1293865" y="93890"/>
                </a:lnTo>
                <a:lnTo>
                  <a:pt x="1293908" y="93125"/>
                </a:lnTo>
                <a:lnTo>
                  <a:pt x="1293942" y="92354"/>
                </a:lnTo>
                <a:lnTo>
                  <a:pt x="1293966" y="91579"/>
                </a:lnTo>
                <a:lnTo>
                  <a:pt x="1293980" y="90799"/>
                </a:lnTo>
                <a:lnTo>
                  <a:pt x="1293985" y="90014"/>
                </a:lnTo>
                <a:lnTo>
                  <a:pt x="1293985" y="88158"/>
                </a:lnTo>
                <a:lnTo>
                  <a:pt x="1293980" y="87373"/>
                </a:lnTo>
                <a:lnTo>
                  <a:pt x="1293966" y="86593"/>
                </a:lnTo>
                <a:lnTo>
                  <a:pt x="1293942" y="85817"/>
                </a:lnTo>
                <a:lnTo>
                  <a:pt x="1293908" y="85046"/>
                </a:lnTo>
                <a:lnTo>
                  <a:pt x="1293865" y="84280"/>
                </a:lnTo>
                <a:lnTo>
                  <a:pt x="1293813" y="83518"/>
                </a:lnTo>
                <a:lnTo>
                  <a:pt x="1293751" y="82761"/>
                </a:lnTo>
                <a:lnTo>
                  <a:pt x="1293680" y="82009"/>
                </a:lnTo>
                <a:lnTo>
                  <a:pt x="1293599" y="81261"/>
                </a:lnTo>
                <a:lnTo>
                  <a:pt x="1293508" y="80518"/>
                </a:lnTo>
                <a:lnTo>
                  <a:pt x="1293408" y="79779"/>
                </a:lnTo>
                <a:lnTo>
                  <a:pt x="1293298" y="79045"/>
                </a:lnTo>
                <a:lnTo>
                  <a:pt x="1293179" y="78316"/>
                </a:lnTo>
                <a:lnTo>
                  <a:pt x="1293051" y="77591"/>
                </a:lnTo>
                <a:lnTo>
                  <a:pt x="1292912" y="76871"/>
                </a:lnTo>
                <a:lnTo>
                  <a:pt x="1292765" y="76156"/>
                </a:lnTo>
                <a:lnTo>
                  <a:pt x="1292607" y="75445"/>
                </a:lnTo>
                <a:lnTo>
                  <a:pt x="1292441" y="74739"/>
                </a:lnTo>
                <a:lnTo>
                  <a:pt x="1292264" y="74037"/>
                </a:lnTo>
                <a:lnTo>
                  <a:pt x="1292078" y="73340"/>
                </a:lnTo>
                <a:lnTo>
                  <a:pt x="1291883" y="72648"/>
                </a:lnTo>
                <a:lnTo>
                  <a:pt x="1291678" y="71960"/>
                </a:lnTo>
                <a:lnTo>
                  <a:pt x="1291464" y="71277"/>
                </a:lnTo>
                <a:lnTo>
                  <a:pt x="1291240" y="70599"/>
                </a:lnTo>
                <a:lnTo>
                  <a:pt x="1291007" y="69926"/>
                </a:lnTo>
                <a:lnTo>
                  <a:pt x="1290765" y="69261"/>
                </a:lnTo>
                <a:lnTo>
                  <a:pt x="1290515" y="68603"/>
                </a:lnTo>
                <a:lnTo>
                  <a:pt x="1290256" y="67953"/>
                </a:lnTo>
                <a:lnTo>
                  <a:pt x="1289989" y="67309"/>
                </a:lnTo>
                <a:lnTo>
                  <a:pt x="1289713" y="66673"/>
                </a:lnTo>
                <a:lnTo>
                  <a:pt x="1289429" y="66044"/>
                </a:lnTo>
                <a:lnTo>
                  <a:pt x="1289136" y="65423"/>
                </a:lnTo>
                <a:lnTo>
                  <a:pt x="1288835" y="64809"/>
                </a:lnTo>
                <a:lnTo>
                  <a:pt x="1288525" y="64202"/>
                </a:lnTo>
                <a:lnTo>
                  <a:pt x="1288206" y="63602"/>
                </a:lnTo>
                <a:lnTo>
                  <a:pt x="1287879" y="63010"/>
                </a:lnTo>
                <a:lnTo>
                  <a:pt x="1287544" y="62425"/>
                </a:lnTo>
                <a:lnTo>
                  <a:pt x="1287200" y="61847"/>
                </a:lnTo>
                <a:lnTo>
                  <a:pt x="1286847" y="61277"/>
                </a:lnTo>
                <a:lnTo>
                  <a:pt x="1286486" y="60714"/>
                </a:lnTo>
                <a:lnTo>
                  <a:pt x="1286116" y="60158"/>
                </a:lnTo>
                <a:lnTo>
                  <a:pt x="1285737" y="59609"/>
                </a:lnTo>
                <a:lnTo>
                  <a:pt x="1285351" y="59068"/>
                </a:lnTo>
                <a:lnTo>
                  <a:pt x="1284955" y="58534"/>
                </a:lnTo>
                <a:lnTo>
                  <a:pt x="1284551" y="58007"/>
                </a:lnTo>
                <a:lnTo>
                  <a:pt x="1284139" y="57488"/>
                </a:lnTo>
                <a:lnTo>
                  <a:pt x="1283717" y="56976"/>
                </a:lnTo>
                <a:lnTo>
                  <a:pt x="1283288" y="56471"/>
                </a:lnTo>
                <a:lnTo>
                  <a:pt x="1282850" y="55974"/>
                </a:lnTo>
                <a:lnTo>
                  <a:pt x="1282405" y="55487"/>
                </a:lnTo>
                <a:lnTo>
                  <a:pt x="1281952" y="55009"/>
                </a:lnTo>
                <a:lnTo>
                  <a:pt x="1281492" y="54540"/>
                </a:lnTo>
                <a:lnTo>
                  <a:pt x="1281024" y="54081"/>
                </a:lnTo>
                <a:lnTo>
                  <a:pt x="1280548" y="53630"/>
                </a:lnTo>
                <a:lnTo>
                  <a:pt x="1280065" y="53189"/>
                </a:lnTo>
                <a:lnTo>
                  <a:pt x="1279574" y="52757"/>
                </a:lnTo>
                <a:lnTo>
                  <a:pt x="1279076" y="52335"/>
                </a:lnTo>
                <a:lnTo>
                  <a:pt x="1278570" y="51921"/>
                </a:lnTo>
                <a:lnTo>
                  <a:pt x="1278057" y="51517"/>
                </a:lnTo>
                <a:lnTo>
                  <a:pt x="1277536" y="51123"/>
                </a:lnTo>
                <a:lnTo>
                  <a:pt x="1277007" y="50737"/>
                </a:lnTo>
                <a:lnTo>
                  <a:pt x="1276471" y="50361"/>
                </a:lnTo>
                <a:lnTo>
                  <a:pt x="1275927" y="49994"/>
                </a:lnTo>
                <a:lnTo>
                  <a:pt x="1275376" y="49636"/>
                </a:lnTo>
                <a:lnTo>
                  <a:pt x="1274817" y="49287"/>
                </a:lnTo>
                <a:lnTo>
                  <a:pt x="1274251" y="48948"/>
                </a:lnTo>
                <a:lnTo>
                  <a:pt x="1273677" y="48618"/>
                </a:lnTo>
                <a:lnTo>
                  <a:pt x="1273096" y="48297"/>
                </a:lnTo>
                <a:lnTo>
                  <a:pt x="1272507" y="47985"/>
                </a:lnTo>
                <a:lnTo>
                  <a:pt x="1271910" y="47683"/>
                </a:lnTo>
                <a:lnTo>
                  <a:pt x="1271306" y="47390"/>
                </a:lnTo>
                <a:lnTo>
                  <a:pt x="1270694" y="47106"/>
                </a:lnTo>
                <a:lnTo>
                  <a:pt x="1270075" y="46833"/>
                </a:lnTo>
                <a:lnTo>
                  <a:pt x="1269450" y="46571"/>
                </a:lnTo>
                <a:lnTo>
                  <a:pt x="1268819" y="46321"/>
                </a:lnTo>
                <a:lnTo>
                  <a:pt x="1268181" y="46082"/>
                </a:lnTo>
                <a:lnTo>
                  <a:pt x="1267537" y="45856"/>
                </a:lnTo>
                <a:lnTo>
                  <a:pt x="1266887" y="45640"/>
                </a:lnTo>
                <a:lnTo>
                  <a:pt x="1266230" y="45437"/>
                </a:lnTo>
                <a:lnTo>
                  <a:pt x="1265568" y="45245"/>
                </a:lnTo>
                <a:lnTo>
                  <a:pt x="1264898" y="45065"/>
                </a:lnTo>
                <a:lnTo>
                  <a:pt x="1264223" y="44896"/>
                </a:lnTo>
                <a:lnTo>
                  <a:pt x="1263541" y="44739"/>
                </a:lnTo>
                <a:lnTo>
                  <a:pt x="1262853" y="44593"/>
                </a:lnTo>
                <a:lnTo>
                  <a:pt x="1262159" y="44460"/>
                </a:lnTo>
                <a:lnTo>
                  <a:pt x="1261458" y="44338"/>
                </a:lnTo>
                <a:lnTo>
                  <a:pt x="1260751" y="44227"/>
                </a:lnTo>
                <a:lnTo>
                  <a:pt x="1260037" y="44128"/>
                </a:lnTo>
                <a:lnTo>
                  <a:pt x="1259318" y="44041"/>
                </a:lnTo>
                <a:lnTo>
                  <a:pt x="1258592" y="43965"/>
                </a:lnTo>
                <a:lnTo>
                  <a:pt x="1257860" y="43901"/>
                </a:lnTo>
                <a:lnTo>
                  <a:pt x="1257121" y="43849"/>
                </a:lnTo>
                <a:lnTo>
                  <a:pt x="1256376" y="43808"/>
                </a:lnTo>
                <a:lnTo>
                  <a:pt x="1255625" y="43779"/>
                </a:lnTo>
                <a:lnTo>
                  <a:pt x="1254868" y="43762"/>
                </a:lnTo>
                <a:lnTo>
                  <a:pt x="1254104" y="43756"/>
                </a:lnTo>
                <a:lnTo>
                  <a:pt x="1253347" y="43762"/>
                </a:lnTo>
                <a:lnTo>
                  <a:pt x="1252596" y="43779"/>
                </a:lnTo>
                <a:lnTo>
                  <a:pt x="1251851" y="43808"/>
                </a:lnTo>
                <a:lnTo>
                  <a:pt x="1251112" y="43849"/>
                </a:lnTo>
                <a:lnTo>
                  <a:pt x="1250380" y="43901"/>
                </a:lnTo>
                <a:lnTo>
                  <a:pt x="1249654" y="43965"/>
                </a:lnTo>
                <a:lnTo>
                  <a:pt x="1248933" y="44041"/>
                </a:lnTo>
                <a:lnTo>
                  <a:pt x="1248219" y="44128"/>
                </a:lnTo>
                <a:lnTo>
                  <a:pt x="1247512" y="44227"/>
                </a:lnTo>
                <a:lnTo>
                  <a:pt x="1246810" y="44338"/>
                </a:lnTo>
                <a:lnTo>
                  <a:pt x="1246115" y="44460"/>
                </a:lnTo>
                <a:lnTo>
                  <a:pt x="1245425" y="44593"/>
                </a:lnTo>
                <a:lnTo>
                  <a:pt x="1244742" y="44739"/>
                </a:lnTo>
                <a:lnTo>
                  <a:pt x="1244065" y="44896"/>
                </a:lnTo>
                <a:lnTo>
                  <a:pt x="1243394" y="45065"/>
                </a:lnTo>
                <a:lnTo>
                  <a:pt x="1242730" y="45245"/>
                </a:lnTo>
                <a:lnTo>
                  <a:pt x="1242071" y="45437"/>
                </a:lnTo>
                <a:lnTo>
                  <a:pt x="1241419" y="45640"/>
                </a:lnTo>
                <a:lnTo>
                  <a:pt x="1240773" y="45856"/>
                </a:lnTo>
                <a:lnTo>
                  <a:pt x="1240133" y="46082"/>
                </a:lnTo>
                <a:lnTo>
                  <a:pt x="1239499" y="46321"/>
                </a:lnTo>
                <a:lnTo>
                  <a:pt x="1238872" y="46571"/>
                </a:lnTo>
                <a:lnTo>
                  <a:pt x="1238250" y="46833"/>
                </a:lnTo>
                <a:lnTo>
                  <a:pt x="1237635" y="47106"/>
                </a:lnTo>
                <a:lnTo>
                  <a:pt x="1237026" y="47390"/>
                </a:lnTo>
                <a:lnTo>
                  <a:pt x="1236426" y="47683"/>
                </a:lnTo>
                <a:lnTo>
                  <a:pt x="1235832" y="47985"/>
                </a:lnTo>
                <a:lnTo>
                  <a:pt x="1235247" y="48297"/>
                </a:lnTo>
                <a:lnTo>
                  <a:pt x="1234668" y="48618"/>
                </a:lnTo>
                <a:lnTo>
                  <a:pt x="1234098" y="48948"/>
                </a:lnTo>
                <a:lnTo>
                  <a:pt x="1233535" y="49287"/>
                </a:lnTo>
                <a:lnTo>
                  <a:pt x="1232979" y="49636"/>
                </a:lnTo>
                <a:lnTo>
                  <a:pt x="1232431" y="49994"/>
                </a:lnTo>
                <a:lnTo>
                  <a:pt x="1231891" y="50361"/>
                </a:lnTo>
                <a:lnTo>
                  <a:pt x="1231358" y="50737"/>
                </a:lnTo>
                <a:lnTo>
                  <a:pt x="1230833" y="51123"/>
                </a:lnTo>
                <a:lnTo>
                  <a:pt x="1230316" y="51517"/>
                </a:lnTo>
                <a:lnTo>
                  <a:pt x="1229806" y="51921"/>
                </a:lnTo>
                <a:lnTo>
                  <a:pt x="1229303" y="52335"/>
                </a:lnTo>
                <a:lnTo>
                  <a:pt x="1228808" y="52757"/>
                </a:lnTo>
                <a:lnTo>
                  <a:pt x="1228321" y="53189"/>
                </a:lnTo>
                <a:lnTo>
                  <a:pt x="1227841" y="53630"/>
                </a:lnTo>
                <a:lnTo>
                  <a:pt x="1227369" y="54081"/>
                </a:lnTo>
                <a:lnTo>
                  <a:pt x="1226904" y="54540"/>
                </a:lnTo>
                <a:lnTo>
                  <a:pt x="1226447" y="55009"/>
                </a:lnTo>
                <a:lnTo>
                  <a:pt x="1225998" y="55487"/>
                </a:lnTo>
                <a:lnTo>
                  <a:pt x="1225556" y="55974"/>
                </a:lnTo>
                <a:lnTo>
                  <a:pt x="1225122" y="56471"/>
                </a:lnTo>
                <a:lnTo>
                  <a:pt x="1224695" y="56976"/>
                </a:lnTo>
                <a:lnTo>
                  <a:pt x="1224277" y="57488"/>
                </a:lnTo>
                <a:lnTo>
                  <a:pt x="1223868" y="58007"/>
                </a:lnTo>
                <a:lnTo>
                  <a:pt x="1223467" y="58534"/>
                </a:lnTo>
                <a:lnTo>
                  <a:pt x="1223074" y="59068"/>
                </a:lnTo>
                <a:lnTo>
                  <a:pt x="1222690" y="59609"/>
                </a:lnTo>
                <a:lnTo>
                  <a:pt x="1222314" y="60158"/>
                </a:lnTo>
                <a:lnTo>
                  <a:pt x="1221946" y="60714"/>
                </a:lnTo>
                <a:lnTo>
                  <a:pt x="1221587" y="61277"/>
                </a:lnTo>
                <a:lnTo>
                  <a:pt x="1221236" y="61847"/>
                </a:lnTo>
                <a:lnTo>
                  <a:pt x="1220894" y="62425"/>
                </a:lnTo>
                <a:lnTo>
                  <a:pt x="1220560" y="63010"/>
                </a:lnTo>
                <a:lnTo>
                  <a:pt x="1220235" y="63602"/>
                </a:lnTo>
                <a:lnTo>
                  <a:pt x="1219918" y="64202"/>
                </a:lnTo>
                <a:lnTo>
                  <a:pt x="1219609" y="64809"/>
                </a:lnTo>
                <a:lnTo>
                  <a:pt x="1219309" y="65423"/>
                </a:lnTo>
                <a:lnTo>
                  <a:pt x="1219017" y="66044"/>
                </a:lnTo>
                <a:lnTo>
                  <a:pt x="1218734" y="66673"/>
                </a:lnTo>
                <a:lnTo>
                  <a:pt x="1218459" y="67309"/>
                </a:lnTo>
                <a:lnTo>
                  <a:pt x="1218192" y="67953"/>
                </a:lnTo>
                <a:lnTo>
                  <a:pt x="1217934" y="68603"/>
                </a:lnTo>
                <a:lnTo>
                  <a:pt x="1217684" y="69261"/>
                </a:lnTo>
                <a:lnTo>
                  <a:pt x="1217443" y="69926"/>
                </a:lnTo>
                <a:lnTo>
                  <a:pt x="1217210" y="70599"/>
                </a:lnTo>
                <a:lnTo>
                  <a:pt x="1216986" y="71277"/>
                </a:lnTo>
                <a:lnTo>
                  <a:pt x="1216772" y="71960"/>
                </a:lnTo>
                <a:lnTo>
                  <a:pt x="1216567" y="72648"/>
                </a:lnTo>
                <a:lnTo>
                  <a:pt x="1216371" y="73340"/>
                </a:lnTo>
                <a:lnTo>
                  <a:pt x="1216185" y="74037"/>
                </a:lnTo>
                <a:lnTo>
                  <a:pt x="1216009" y="74739"/>
                </a:lnTo>
                <a:lnTo>
                  <a:pt x="1215842" y="75445"/>
                </a:lnTo>
                <a:lnTo>
                  <a:pt x="1215685" y="76156"/>
                </a:lnTo>
                <a:lnTo>
                  <a:pt x="1215537" y="76871"/>
                </a:lnTo>
                <a:lnTo>
                  <a:pt x="1215399" y="77591"/>
                </a:lnTo>
                <a:lnTo>
                  <a:pt x="1215271" y="78316"/>
                </a:lnTo>
                <a:lnTo>
                  <a:pt x="1215151" y="79045"/>
                </a:lnTo>
                <a:lnTo>
                  <a:pt x="1215042" y="79779"/>
                </a:lnTo>
                <a:lnTo>
                  <a:pt x="1214942" y="80518"/>
                </a:lnTo>
                <a:lnTo>
                  <a:pt x="1214851" y="81261"/>
                </a:lnTo>
                <a:lnTo>
                  <a:pt x="1214770" y="82009"/>
                </a:lnTo>
                <a:lnTo>
                  <a:pt x="1214699" y="82761"/>
                </a:lnTo>
                <a:lnTo>
                  <a:pt x="1214637" y="83518"/>
                </a:lnTo>
                <a:lnTo>
                  <a:pt x="1214584" y="84280"/>
                </a:lnTo>
                <a:lnTo>
                  <a:pt x="1214541" y="85046"/>
                </a:lnTo>
                <a:lnTo>
                  <a:pt x="1214508" y="85817"/>
                </a:lnTo>
                <a:lnTo>
                  <a:pt x="1214484" y="86593"/>
                </a:lnTo>
                <a:lnTo>
                  <a:pt x="1214470" y="87373"/>
                </a:lnTo>
                <a:lnTo>
                  <a:pt x="1214465" y="88158"/>
                </a:lnTo>
                <a:lnTo>
                  <a:pt x="1214465" y="90014"/>
                </a:lnTo>
                <a:lnTo>
                  <a:pt x="1214470" y="90799"/>
                </a:lnTo>
                <a:lnTo>
                  <a:pt x="1214484" y="91579"/>
                </a:lnTo>
                <a:lnTo>
                  <a:pt x="1214508" y="92354"/>
                </a:lnTo>
                <a:lnTo>
                  <a:pt x="1214541" y="93125"/>
                </a:lnTo>
                <a:lnTo>
                  <a:pt x="1214584" y="93890"/>
                </a:lnTo>
                <a:lnTo>
                  <a:pt x="1214637" y="94651"/>
                </a:lnTo>
                <a:close/>
                <a:moveTo>
                  <a:pt x="1229496" y="84971"/>
                </a:moveTo>
                <a:lnTo>
                  <a:pt x="1229531" y="84449"/>
                </a:lnTo>
                <a:lnTo>
                  <a:pt x="1229571" y="83928"/>
                </a:lnTo>
                <a:lnTo>
                  <a:pt x="1229616" y="83410"/>
                </a:lnTo>
                <a:lnTo>
                  <a:pt x="1229667" y="82895"/>
                </a:lnTo>
                <a:lnTo>
                  <a:pt x="1229723" y="82381"/>
                </a:lnTo>
                <a:lnTo>
                  <a:pt x="1229784" y="81871"/>
                </a:lnTo>
                <a:lnTo>
                  <a:pt x="1229850" y="81362"/>
                </a:lnTo>
                <a:lnTo>
                  <a:pt x="1229922" y="80856"/>
                </a:lnTo>
                <a:lnTo>
                  <a:pt x="1229999" y="80353"/>
                </a:lnTo>
                <a:lnTo>
                  <a:pt x="1230082" y="79851"/>
                </a:lnTo>
                <a:lnTo>
                  <a:pt x="1230170" y="79352"/>
                </a:lnTo>
                <a:lnTo>
                  <a:pt x="1230263" y="78856"/>
                </a:lnTo>
                <a:lnTo>
                  <a:pt x="1230362" y="78362"/>
                </a:lnTo>
                <a:lnTo>
                  <a:pt x="1230466" y="77870"/>
                </a:lnTo>
                <a:lnTo>
                  <a:pt x="1230575" y="77381"/>
                </a:lnTo>
                <a:lnTo>
                  <a:pt x="1230689" y="76894"/>
                </a:lnTo>
                <a:lnTo>
                  <a:pt x="1230809" y="76409"/>
                </a:lnTo>
                <a:lnTo>
                  <a:pt x="1230934" y="75927"/>
                </a:lnTo>
                <a:lnTo>
                  <a:pt x="1231065" y="75448"/>
                </a:lnTo>
                <a:lnTo>
                  <a:pt x="1231201" y="74974"/>
                </a:lnTo>
                <a:lnTo>
                  <a:pt x="1231342" y="74504"/>
                </a:lnTo>
                <a:lnTo>
                  <a:pt x="1231489" y="74039"/>
                </a:lnTo>
                <a:lnTo>
                  <a:pt x="1231642" y="73578"/>
                </a:lnTo>
                <a:lnTo>
                  <a:pt x="1231800" y="73122"/>
                </a:lnTo>
                <a:lnTo>
                  <a:pt x="1231963" y="72670"/>
                </a:lnTo>
                <a:lnTo>
                  <a:pt x="1232132" y="72222"/>
                </a:lnTo>
                <a:lnTo>
                  <a:pt x="1232306" y="71779"/>
                </a:lnTo>
                <a:lnTo>
                  <a:pt x="1232486" y="71341"/>
                </a:lnTo>
                <a:lnTo>
                  <a:pt x="1232671" y="70907"/>
                </a:lnTo>
                <a:lnTo>
                  <a:pt x="1232862" y="70478"/>
                </a:lnTo>
                <a:lnTo>
                  <a:pt x="1233058" y="70053"/>
                </a:lnTo>
                <a:lnTo>
                  <a:pt x="1233259" y="69632"/>
                </a:lnTo>
                <a:lnTo>
                  <a:pt x="1233466" y="69216"/>
                </a:lnTo>
                <a:lnTo>
                  <a:pt x="1233679" y="68805"/>
                </a:lnTo>
                <a:lnTo>
                  <a:pt x="1233897" y="68398"/>
                </a:lnTo>
                <a:lnTo>
                  <a:pt x="1234121" y="67995"/>
                </a:lnTo>
                <a:lnTo>
                  <a:pt x="1234349" y="67597"/>
                </a:lnTo>
                <a:lnTo>
                  <a:pt x="1234584" y="67204"/>
                </a:lnTo>
                <a:lnTo>
                  <a:pt x="1234824" y="66814"/>
                </a:lnTo>
                <a:lnTo>
                  <a:pt x="1235069" y="66430"/>
                </a:lnTo>
                <a:lnTo>
                  <a:pt x="1235320" y="66050"/>
                </a:lnTo>
                <a:lnTo>
                  <a:pt x="1235576" y="65674"/>
                </a:lnTo>
                <a:lnTo>
                  <a:pt x="1235838" y="65304"/>
                </a:lnTo>
                <a:lnTo>
                  <a:pt x="1236105" y="64941"/>
                </a:lnTo>
                <a:lnTo>
                  <a:pt x="1236377" y="64584"/>
                </a:lnTo>
                <a:lnTo>
                  <a:pt x="1236655" y="64233"/>
                </a:lnTo>
                <a:lnTo>
                  <a:pt x="1236938" y="63890"/>
                </a:lnTo>
                <a:lnTo>
                  <a:pt x="1237226" y="63552"/>
                </a:lnTo>
                <a:lnTo>
                  <a:pt x="1237520" y="63222"/>
                </a:lnTo>
                <a:lnTo>
                  <a:pt x="1237819" y="62898"/>
                </a:lnTo>
                <a:lnTo>
                  <a:pt x="1238123" y="62581"/>
                </a:lnTo>
                <a:lnTo>
                  <a:pt x="1238433" y="62270"/>
                </a:lnTo>
                <a:lnTo>
                  <a:pt x="1238748" y="61966"/>
                </a:lnTo>
                <a:lnTo>
                  <a:pt x="1239068" y="61668"/>
                </a:lnTo>
                <a:lnTo>
                  <a:pt x="1239393" y="61377"/>
                </a:lnTo>
                <a:lnTo>
                  <a:pt x="1239724" y="61092"/>
                </a:lnTo>
                <a:lnTo>
                  <a:pt x="1240061" y="60815"/>
                </a:lnTo>
                <a:lnTo>
                  <a:pt x="1240402" y="60543"/>
                </a:lnTo>
                <a:lnTo>
                  <a:pt x="1240749" y="60279"/>
                </a:lnTo>
                <a:lnTo>
                  <a:pt x="1241101" y="60021"/>
                </a:lnTo>
                <a:lnTo>
                  <a:pt x="1241459" y="59769"/>
                </a:lnTo>
                <a:lnTo>
                  <a:pt x="1241822" y="59524"/>
                </a:lnTo>
                <a:lnTo>
                  <a:pt x="1242190" y="59286"/>
                </a:lnTo>
                <a:lnTo>
                  <a:pt x="1242563" y="59054"/>
                </a:lnTo>
                <a:lnTo>
                  <a:pt x="1242942" y="58829"/>
                </a:lnTo>
                <a:lnTo>
                  <a:pt x="1243326" y="58610"/>
                </a:lnTo>
                <a:lnTo>
                  <a:pt x="1243716" y="58399"/>
                </a:lnTo>
                <a:lnTo>
                  <a:pt x="1244110" y="58198"/>
                </a:lnTo>
                <a:lnTo>
                  <a:pt x="1244510" y="58005"/>
                </a:lnTo>
                <a:lnTo>
                  <a:pt x="1244915" y="57821"/>
                </a:lnTo>
                <a:lnTo>
                  <a:pt x="1245325" y="57646"/>
                </a:lnTo>
                <a:lnTo>
                  <a:pt x="1245741" y="57480"/>
                </a:lnTo>
                <a:lnTo>
                  <a:pt x="1246161" y="57323"/>
                </a:lnTo>
                <a:lnTo>
                  <a:pt x="1246587" y="57175"/>
                </a:lnTo>
                <a:lnTo>
                  <a:pt x="1247018" y="57036"/>
                </a:lnTo>
                <a:lnTo>
                  <a:pt x="1247454" y="56906"/>
                </a:lnTo>
                <a:lnTo>
                  <a:pt x="1247895" y="56785"/>
                </a:lnTo>
                <a:lnTo>
                  <a:pt x="1248342" y="56673"/>
                </a:lnTo>
                <a:lnTo>
                  <a:pt x="1248793" y="56570"/>
                </a:lnTo>
                <a:lnTo>
                  <a:pt x="1249250" y="56475"/>
                </a:lnTo>
                <a:lnTo>
                  <a:pt x="1249712" y="56390"/>
                </a:lnTo>
                <a:lnTo>
                  <a:pt x="1250179" y="56314"/>
                </a:lnTo>
                <a:lnTo>
                  <a:pt x="1250652" y="56247"/>
                </a:lnTo>
                <a:lnTo>
                  <a:pt x="1251129" y="56188"/>
                </a:lnTo>
                <a:lnTo>
                  <a:pt x="1251612" y="56139"/>
                </a:lnTo>
                <a:lnTo>
                  <a:pt x="1252100" y="56099"/>
                </a:lnTo>
                <a:lnTo>
                  <a:pt x="1252593" y="56067"/>
                </a:lnTo>
                <a:lnTo>
                  <a:pt x="1253092" y="56045"/>
                </a:lnTo>
                <a:lnTo>
                  <a:pt x="1253595" y="56031"/>
                </a:lnTo>
                <a:lnTo>
                  <a:pt x="1254104" y="56027"/>
                </a:lnTo>
                <a:lnTo>
                  <a:pt x="1254619" y="56031"/>
                </a:lnTo>
                <a:lnTo>
                  <a:pt x="1255129" y="56045"/>
                </a:lnTo>
                <a:lnTo>
                  <a:pt x="1255633" y="56067"/>
                </a:lnTo>
                <a:lnTo>
                  <a:pt x="1256132" y="56099"/>
                </a:lnTo>
                <a:lnTo>
                  <a:pt x="1256626" y="56139"/>
                </a:lnTo>
                <a:lnTo>
                  <a:pt x="1257114" y="56188"/>
                </a:lnTo>
                <a:lnTo>
                  <a:pt x="1257596" y="56247"/>
                </a:lnTo>
                <a:lnTo>
                  <a:pt x="1258073" y="56314"/>
                </a:lnTo>
                <a:lnTo>
                  <a:pt x="1258545" y="56390"/>
                </a:lnTo>
                <a:lnTo>
                  <a:pt x="1259011" y="56475"/>
                </a:lnTo>
                <a:lnTo>
                  <a:pt x="1259471" y="56570"/>
                </a:lnTo>
                <a:lnTo>
                  <a:pt x="1259926" y="56673"/>
                </a:lnTo>
                <a:lnTo>
                  <a:pt x="1260376" y="56785"/>
                </a:lnTo>
                <a:lnTo>
                  <a:pt x="1260820" y="56906"/>
                </a:lnTo>
                <a:lnTo>
                  <a:pt x="1261259" y="57036"/>
                </a:lnTo>
                <a:lnTo>
                  <a:pt x="1261692" y="57175"/>
                </a:lnTo>
                <a:lnTo>
                  <a:pt x="1262120" y="57323"/>
                </a:lnTo>
                <a:lnTo>
                  <a:pt x="1262543" y="57480"/>
                </a:lnTo>
                <a:lnTo>
                  <a:pt x="1262960" y="57646"/>
                </a:lnTo>
                <a:lnTo>
                  <a:pt x="1263371" y="57821"/>
                </a:lnTo>
                <a:lnTo>
                  <a:pt x="1263777" y="58005"/>
                </a:lnTo>
                <a:lnTo>
                  <a:pt x="1264177" y="58198"/>
                </a:lnTo>
                <a:lnTo>
                  <a:pt x="1264572" y="58399"/>
                </a:lnTo>
                <a:lnTo>
                  <a:pt x="1264962" y="58610"/>
                </a:lnTo>
                <a:lnTo>
                  <a:pt x="1265346" y="58829"/>
                </a:lnTo>
                <a:lnTo>
                  <a:pt x="1265725" y="59054"/>
                </a:lnTo>
                <a:lnTo>
                  <a:pt x="1266099" y="59286"/>
                </a:lnTo>
                <a:lnTo>
                  <a:pt x="1266467" y="59524"/>
                </a:lnTo>
                <a:lnTo>
                  <a:pt x="1266830" y="59769"/>
                </a:lnTo>
                <a:lnTo>
                  <a:pt x="1267187" y="60021"/>
                </a:lnTo>
                <a:lnTo>
                  <a:pt x="1267539" y="60279"/>
                </a:lnTo>
                <a:lnTo>
                  <a:pt x="1267886" y="60543"/>
                </a:lnTo>
                <a:lnTo>
                  <a:pt x="1268228" y="60815"/>
                </a:lnTo>
                <a:lnTo>
                  <a:pt x="1268564" y="61092"/>
                </a:lnTo>
                <a:lnTo>
                  <a:pt x="1268895" y="61377"/>
                </a:lnTo>
                <a:lnTo>
                  <a:pt x="1269221" y="61668"/>
                </a:lnTo>
                <a:lnTo>
                  <a:pt x="1269541" y="61966"/>
                </a:lnTo>
                <a:lnTo>
                  <a:pt x="1269856" y="62270"/>
                </a:lnTo>
                <a:lnTo>
                  <a:pt x="1270165" y="62581"/>
                </a:lnTo>
                <a:lnTo>
                  <a:pt x="1270470" y="62898"/>
                </a:lnTo>
                <a:lnTo>
                  <a:pt x="1270769" y="63222"/>
                </a:lnTo>
                <a:lnTo>
                  <a:pt x="1271062" y="63552"/>
                </a:lnTo>
                <a:lnTo>
                  <a:pt x="1271351" y="63890"/>
                </a:lnTo>
                <a:lnTo>
                  <a:pt x="1271634" y="64233"/>
                </a:lnTo>
                <a:lnTo>
                  <a:pt x="1271911" y="64584"/>
                </a:lnTo>
                <a:lnTo>
                  <a:pt x="1272183" y="64941"/>
                </a:lnTo>
                <a:lnTo>
                  <a:pt x="1272450" y="65304"/>
                </a:lnTo>
                <a:lnTo>
                  <a:pt x="1272712" y="65674"/>
                </a:lnTo>
                <a:lnTo>
                  <a:pt x="1272969" y="66050"/>
                </a:lnTo>
                <a:lnTo>
                  <a:pt x="1273220" y="66430"/>
                </a:lnTo>
                <a:lnTo>
                  <a:pt x="1273465" y="66814"/>
                </a:lnTo>
                <a:lnTo>
                  <a:pt x="1273706" y="67204"/>
                </a:lnTo>
                <a:lnTo>
                  <a:pt x="1273941" y="67597"/>
                </a:lnTo>
                <a:lnTo>
                  <a:pt x="1274170" y="67995"/>
                </a:lnTo>
                <a:lnTo>
                  <a:pt x="1274395" y="68398"/>
                </a:lnTo>
                <a:lnTo>
                  <a:pt x="1274614" y="68805"/>
                </a:lnTo>
                <a:lnTo>
                  <a:pt x="1274828" y="69216"/>
                </a:lnTo>
                <a:lnTo>
                  <a:pt x="1275036" y="69632"/>
                </a:lnTo>
                <a:lnTo>
                  <a:pt x="1275239" y="70053"/>
                </a:lnTo>
                <a:lnTo>
                  <a:pt x="1275437" y="70478"/>
                </a:lnTo>
                <a:lnTo>
                  <a:pt x="1275629" y="70907"/>
                </a:lnTo>
                <a:lnTo>
                  <a:pt x="1275816" y="71341"/>
                </a:lnTo>
                <a:lnTo>
                  <a:pt x="1275998" y="71779"/>
                </a:lnTo>
                <a:lnTo>
                  <a:pt x="1276175" y="72222"/>
                </a:lnTo>
                <a:lnTo>
                  <a:pt x="1276346" y="72670"/>
                </a:lnTo>
                <a:lnTo>
                  <a:pt x="1276512" y="73122"/>
                </a:lnTo>
                <a:lnTo>
                  <a:pt x="1276672" y="73578"/>
                </a:lnTo>
                <a:lnTo>
                  <a:pt x="1276827" y="74039"/>
                </a:lnTo>
                <a:lnTo>
                  <a:pt x="1276977" y="74504"/>
                </a:lnTo>
                <a:lnTo>
                  <a:pt x="1277121" y="74974"/>
                </a:lnTo>
                <a:lnTo>
                  <a:pt x="1277261" y="75448"/>
                </a:lnTo>
                <a:lnTo>
                  <a:pt x="1277395" y="75927"/>
                </a:lnTo>
                <a:lnTo>
                  <a:pt x="1277523" y="76409"/>
                </a:lnTo>
                <a:lnTo>
                  <a:pt x="1277646" y="76894"/>
                </a:lnTo>
                <a:lnTo>
                  <a:pt x="1277763" y="77381"/>
                </a:lnTo>
                <a:lnTo>
                  <a:pt x="1277876" y="77870"/>
                </a:lnTo>
                <a:lnTo>
                  <a:pt x="1277982" y="78362"/>
                </a:lnTo>
                <a:lnTo>
                  <a:pt x="1278083" y="78856"/>
                </a:lnTo>
                <a:lnTo>
                  <a:pt x="1278179" y="79352"/>
                </a:lnTo>
                <a:lnTo>
                  <a:pt x="1278269" y="79851"/>
                </a:lnTo>
                <a:lnTo>
                  <a:pt x="1278354" y="80353"/>
                </a:lnTo>
                <a:lnTo>
                  <a:pt x="1278433" y="80856"/>
                </a:lnTo>
                <a:lnTo>
                  <a:pt x="1278507" y="81362"/>
                </a:lnTo>
                <a:lnTo>
                  <a:pt x="1278575" y="81871"/>
                </a:lnTo>
                <a:lnTo>
                  <a:pt x="1278638" y="82381"/>
                </a:lnTo>
                <a:lnTo>
                  <a:pt x="1278695" y="82895"/>
                </a:lnTo>
                <a:lnTo>
                  <a:pt x="1278747" y="83410"/>
                </a:lnTo>
                <a:lnTo>
                  <a:pt x="1278794" y="83928"/>
                </a:lnTo>
                <a:lnTo>
                  <a:pt x="1278835" y="84449"/>
                </a:lnTo>
                <a:lnTo>
                  <a:pt x="1278870" y="84971"/>
                </a:lnTo>
                <a:lnTo>
                  <a:pt x="1278900" y="85496"/>
                </a:lnTo>
                <a:lnTo>
                  <a:pt x="1278925" y="86024"/>
                </a:lnTo>
                <a:lnTo>
                  <a:pt x="1278944" y="86554"/>
                </a:lnTo>
                <a:lnTo>
                  <a:pt x="1278958" y="87086"/>
                </a:lnTo>
                <a:lnTo>
                  <a:pt x="1278966" y="87621"/>
                </a:lnTo>
                <a:lnTo>
                  <a:pt x="1278969" y="88158"/>
                </a:lnTo>
                <a:lnTo>
                  <a:pt x="1278969" y="90014"/>
                </a:lnTo>
                <a:lnTo>
                  <a:pt x="1278966" y="90558"/>
                </a:lnTo>
                <a:lnTo>
                  <a:pt x="1278958" y="91099"/>
                </a:lnTo>
                <a:lnTo>
                  <a:pt x="1278944" y="91637"/>
                </a:lnTo>
                <a:lnTo>
                  <a:pt x="1278925" y="92173"/>
                </a:lnTo>
                <a:lnTo>
                  <a:pt x="1278900" y="92706"/>
                </a:lnTo>
                <a:lnTo>
                  <a:pt x="1278870" y="93236"/>
                </a:lnTo>
                <a:lnTo>
                  <a:pt x="1278835" y="93764"/>
                </a:lnTo>
                <a:lnTo>
                  <a:pt x="1278794" y="94289"/>
                </a:lnTo>
                <a:lnTo>
                  <a:pt x="1278747" y="94811"/>
                </a:lnTo>
                <a:lnTo>
                  <a:pt x="1278695" y="95331"/>
                </a:lnTo>
                <a:lnTo>
                  <a:pt x="1278638" y="95847"/>
                </a:lnTo>
                <a:lnTo>
                  <a:pt x="1278575" y="96362"/>
                </a:lnTo>
                <a:lnTo>
                  <a:pt x="1278507" y="96873"/>
                </a:lnTo>
                <a:lnTo>
                  <a:pt x="1278433" y="97382"/>
                </a:lnTo>
                <a:lnTo>
                  <a:pt x="1278354" y="97889"/>
                </a:lnTo>
                <a:lnTo>
                  <a:pt x="1278269" y="98392"/>
                </a:lnTo>
                <a:lnTo>
                  <a:pt x="1278179" y="98893"/>
                </a:lnTo>
                <a:lnTo>
                  <a:pt x="1278083" y="99392"/>
                </a:lnTo>
                <a:lnTo>
                  <a:pt x="1277982" y="99887"/>
                </a:lnTo>
                <a:lnTo>
                  <a:pt x="1277876" y="100380"/>
                </a:lnTo>
                <a:lnTo>
                  <a:pt x="1277763" y="100871"/>
                </a:lnTo>
                <a:lnTo>
                  <a:pt x="1277646" y="101358"/>
                </a:lnTo>
                <a:lnTo>
                  <a:pt x="1277523" y="101843"/>
                </a:lnTo>
                <a:lnTo>
                  <a:pt x="1277395" y="102326"/>
                </a:lnTo>
                <a:lnTo>
                  <a:pt x="1277261" y="102804"/>
                </a:lnTo>
                <a:lnTo>
                  <a:pt x="1277122" y="103279"/>
                </a:lnTo>
                <a:lnTo>
                  <a:pt x="1276978" y="103748"/>
                </a:lnTo>
                <a:lnTo>
                  <a:pt x="1276828" y="104213"/>
                </a:lnTo>
                <a:lnTo>
                  <a:pt x="1276674" y="104673"/>
                </a:lnTo>
                <a:lnTo>
                  <a:pt x="1276514" y="105129"/>
                </a:lnTo>
                <a:lnTo>
                  <a:pt x="1276349" y="105580"/>
                </a:lnTo>
                <a:lnTo>
                  <a:pt x="1276179" y="106026"/>
                </a:lnTo>
                <a:lnTo>
                  <a:pt x="1276004" y="106468"/>
                </a:lnTo>
                <a:lnTo>
                  <a:pt x="1275823" y="106905"/>
                </a:lnTo>
                <a:lnTo>
                  <a:pt x="1275638" y="107337"/>
                </a:lnTo>
                <a:lnTo>
                  <a:pt x="1275447" y="107765"/>
                </a:lnTo>
                <a:lnTo>
                  <a:pt x="1275251" y="108188"/>
                </a:lnTo>
                <a:lnTo>
                  <a:pt x="1275050" y="108607"/>
                </a:lnTo>
                <a:lnTo>
                  <a:pt x="1274843" y="109021"/>
                </a:lnTo>
                <a:lnTo>
                  <a:pt x="1274632" y="109430"/>
                </a:lnTo>
                <a:lnTo>
                  <a:pt x="1274415" y="109835"/>
                </a:lnTo>
                <a:lnTo>
                  <a:pt x="1274193" y="110235"/>
                </a:lnTo>
                <a:lnTo>
                  <a:pt x="1273966" y="110630"/>
                </a:lnTo>
                <a:lnTo>
                  <a:pt x="1273734" y="111021"/>
                </a:lnTo>
                <a:lnTo>
                  <a:pt x="1273496" y="111407"/>
                </a:lnTo>
                <a:lnTo>
                  <a:pt x="1273253" y="111789"/>
                </a:lnTo>
                <a:lnTo>
                  <a:pt x="1273006" y="112166"/>
                </a:lnTo>
                <a:lnTo>
                  <a:pt x="1272753" y="112538"/>
                </a:lnTo>
                <a:lnTo>
                  <a:pt x="1272494" y="112905"/>
                </a:lnTo>
                <a:lnTo>
                  <a:pt x="1272230" y="113265"/>
                </a:lnTo>
                <a:lnTo>
                  <a:pt x="1271961" y="113619"/>
                </a:lnTo>
                <a:lnTo>
                  <a:pt x="1271686" y="113965"/>
                </a:lnTo>
                <a:lnTo>
                  <a:pt x="1271406" y="114306"/>
                </a:lnTo>
                <a:lnTo>
                  <a:pt x="1271120" y="114640"/>
                </a:lnTo>
                <a:lnTo>
                  <a:pt x="1270829" y="114967"/>
                </a:lnTo>
                <a:lnTo>
                  <a:pt x="1270532" y="115287"/>
                </a:lnTo>
                <a:lnTo>
                  <a:pt x="1270230" y="115601"/>
                </a:lnTo>
                <a:lnTo>
                  <a:pt x="1269923" y="115909"/>
                </a:lnTo>
                <a:lnTo>
                  <a:pt x="1269610" y="116210"/>
                </a:lnTo>
                <a:lnTo>
                  <a:pt x="1269291" y="116504"/>
                </a:lnTo>
                <a:lnTo>
                  <a:pt x="1268967" y="116792"/>
                </a:lnTo>
                <a:lnTo>
                  <a:pt x="1268638" y="117073"/>
                </a:lnTo>
                <a:lnTo>
                  <a:pt x="1268303" y="117347"/>
                </a:lnTo>
                <a:lnTo>
                  <a:pt x="1267963" y="117615"/>
                </a:lnTo>
                <a:lnTo>
                  <a:pt x="1267617" y="117877"/>
                </a:lnTo>
                <a:lnTo>
                  <a:pt x="1267265" y="118131"/>
                </a:lnTo>
                <a:lnTo>
                  <a:pt x="1266909" y="118379"/>
                </a:lnTo>
                <a:lnTo>
                  <a:pt x="1266546" y="118621"/>
                </a:lnTo>
                <a:lnTo>
                  <a:pt x="1266179" y="118856"/>
                </a:lnTo>
                <a:lnTo>
                  <a:pt x="1265806" y="119084"/>
                </a:lnTo>
                <a:lnTo>
                  <a:pt x="1265427" y="119306"/>
                </a:lnTo>
                <a:lnTo>
                  <a:pt x="1265043" y="119521"/>
                </a:lnTo>
                <a:lnTo>
                  <a:pt x="1264653" y="119729"/>
                </a:lnTo>
                <a:lnTo>
                  <a:pt x="1264259" y="119927"/>
                </a:lnTo>
                <a:lnTo>
                  <a:pt x="1263859" y="120117"/>
                </a:lnTo>
                <a:lnTo>
                  <a:pt x="1263454" y="120298"/>
                </a:lnTo>
                <a:lnTo>
                  <a:pt x="1263044" y="120471"/>
                </a:lnTo>
                <a:lnTo>
                  <a:pt x="1262628" y="120634"/>
                </a:lnTo>
                <a:lnTo>
                  <a:pt x="1262208" y="120788"/>
                </a:lnTo>
                <a:lnTo>
                  <a:pt x="1261782" y="120934"/>
                </a:lnTo>
                <a:lnTo>
                  <a:pt x="1261351" y="121071"/>
                </a:lnTo>
                <a:lnTo>
                  <a:pt x="1260915" y="121199"/>
                </a:lnTo>
                <a:lnTo>
                  <a:pt x="1260474" y="121318"/>
                </a:lnTo>
                <a:lnTo>
                  <a:pt x="1260027" y="121429"/>
                </a:lnTo>
                <a:lnTo>
                  <a:pt x="1259576" y="121530"/>
                </a:lnTo>
                <a:lnTo>
                  <a:pt x="1259119" y="121623"/>
                </a:lnTo>
                <a:lnTo>
                  <a:pt x="1258657" y="121707"/>
                </a:lnTo>
                <a:lnTo>
                  <a:pt x="1258190" y="121782"/>
                </a:lnTo>
                <a:lnTo>
                  <a:pt x="1257717" y="121848"/>
                </a:lnTo>
                <a:lnTo>
                  <a:pt x="1257240" y="121905"/>
                </a:lnTo>
                <a:lnTo>
                  <a:pt x="1256757" y="121954"/>
                </a:lnTo>
                <a:lnTo>
                  <a:pt x="1256269" y="121994"/>
                </a:lnTo>
                <a:lnTo>
                  <a:pt x="1255776" y="122025"/>
                </a:lnTo>
                <a:lnTo>
                  <a:pt x="1255277" y="122047"/>
                </a:lnTo>
                <a:lnTo>
                  <a:pt x="1254774" y="122060"/>
                </a:lnTo>
                <a:lnTo>
                  <a:pt x="1254265" y="122064"/>
                </a:lnTo>
                <a:lnTo>
                  <a:pt x="1253750" y="122060"/>
                </a:lnTo>
                <a:lnTo>
                  <a:pt x="1253240" y="122047"/>
                </a:lnTo>
                <a:lnTo>
                  <a:pt x="1252735" y="122025"/>
                </a:lnTo>
                <a:lnTo>
                  <a:pt x="1252236" y="121994"/>
                </a:lnTo>
                <a:lnTo>
                  <a:pt x="1251742" y="121954"/>
                </a:lnTo>
                <a:lnTo>
                  <a:pt x="1251253" y="121905"/>
                </a:lnTo>
                <a:lnTo>
                  <a:pt x="1250770" y="121848"/>
                </a:lnTo>
                <a:lnTo>
                  <a:pt x="1250292" y="121782"/>
                </a:lnTo>
                <a:lnTo>
                  <a:pt x="1249819" y="121707"/>
                </a:lnTo>
                <a:lnTo>
                  <a:pt x="1249351" y="121623"/>
                </a:lnTo>
                <a:lnTo>
                  <a:pt x="1248889" y="121530"/>
                </a:lnTo>
                <a:lnTo>
                  <a:pt x="1248432" y="121429"/>
                </a:lnTo>
                <a:lnTo>
                  <a:pt x="1247981" y="121318"/>
                </a:lnTo>
                <a:lnTo>
                  <a:pt x="1247535" y="121199"/>
                </a:lnTo>
                <a:lnTo>
                  <a:pt x="1247094" y="121071"/>
                </a:lnTo>
                <a:lnTo>
                  <a:pt x="1246659" y="120934"/>
                </a:lnTo>
                <a:lnTo>
                  <a:pt x="1246229" y="120788"/>
                </a:lnTo>
                <a:lnTo>
                  <a:pt x="1245804" y="120634"/>
                </a:lnTo>
                <a:lnTo>
                  <a:pt x="1245384" y="120471"/>
                </a:lnTo>
                <a:lnTo>
                  <a:pt x="1244970" y="120298"/>
                </a:lnTo>
                <a:lnTo>
                  <a:pt x="1244561" y="120117"/>
                </a:lnTo>
                <a:lnTo>
                  <a:pt x="1244158" y="119927"/>
                </a:lnTo>
                <a:lnTo>
                  <a:pt x="1243760" y="119729"/>
                </a:lnTo>
                <a:lnTo>
                  <a:pt x="1243367" y="119521"/>
                </a:lnTo>
                <a:lnTo>
                  <a:pt x="1242979" y="119306"/>
                </a:lnTo>
                <a:lnTo>
                  <a:pt x="1242597" y="119084"/>
                </a:lnTo>
                <a:lnTo>
                  <a:pt x="1242221" y="118856"/>
                </a:lnTo>
                <a:lnTo>
                  <a:pt x="1241850" y="118621"/>
                </a:lnTo>
                <a:lnTo>
                  <a:pt x="1241484" y="118379"/>
                </a:lnTo>
                <a:lnTo>
                  <a:pt x="1241124" y="118131"/>
                </a:lnTo>
                <a:lnTo>
                  <a:pt x="1240769" y="117877"/>
                </a:lnTo>
                <a:lnTo>
                  <a:pt x="1240420" y="117615"/>
                </a:lnTo>
                <a:lnTo>
                  <a:pt x="1240076" y="117347"/>
                </a:lnTo>
                <a:lnTo>
                  <a:pt x="1239738" y="117073"/>
                </a:lnTo>
                <a:lnTo>
                  <a:pt x="1239405" y="116792"/>
                </a:lnTo>
                <a:lnTo>
                  <a:pt x="1239078" y="116504"/>
                </a:lnTo>
                <a:lnTo>
                  <a:pt x="1238756" y="116210"/>
                </a:lnTo>
                <a:lnTo>
                  <a:pt x="1238440" y="115909"/>
                </a:lnTo>
                <a:lnTo>
                  <a:pt x="1238129" y="115601"/>
                </a:lnTo>
                <a:lnTo>
                  <a:pt x="1237823" y="115287"/>
                </a:lnTo>
                <a:lnTo>
                  <a:pt x="1237523" y="114967"/>
                </a:lnTo>
                <a:lnTo>
                  <a:pt x="1237229" y="114640"/>
                </a:lnTo>
                <a:lnTo>
                  <a:pt x="1236940" y="114306"/>
                </a:lnTo>
                <a:lnTo>
                  <a:pt x="1236656" y="113965"/>
                </a:lnTo>
                <a:lnTo>
                  <a:pt x="1236378" y="113619"/>
                </a:lnTo>
                <a:lnTo>
                  <a:pt x="1236105" y="113265"/>
                </a:lnTo>
                <a:lnTo>
                  <a:pt x="1235838" y="112905"/>
                </a:lnTo>
                <a:lnTo>
                  <a:pt x="1235576" y="112538"/>
                </a:lnTo>
                <a:lnTo>
                  <a:pt x="1235320" y="112166"/>
                </a:lnTo>
                <a:lnTo>
                  <a:pt x="1235069" y="111789"/>
                </a:lnTo>
                <a:lnTo>
                  <a:pt x="1234824" y="111407"/>
                </a:lnTo>
                <a:lnTo>
                  <a:pt x="1234584" y="111021"/>
                </a:lnTo>
                <a:lnTo>
                  <a:pt x="1234349" y="110630"/>
                </a:lnTo>
                <a:lnTo>
                  <a:pt x="1234121" y="110235"/>
                </a:lnTo>
                <a:lnTo>
                  <a:pt x="1233897" y="109835"/>
                </a:lnTo>
                <a:lnTo>
                  <a:pt x="1233679" y="109430"/>
                </a:lnTo>
                <a:lnTo>
                  <a:pt x="1233466" y="109021"/>
                </a:lnTo>
                <a:lnTo>
                  <a:pt x="1233259" y="108607"/>
                </a:lnTo>
                <a:lnTo>
                  <a:pt x="1233058" y="108188"/>
                </a:lnTo>
                <a:lnTo>
                  <a:pt x="1232862" y="107765"/>
                </a:lnTo>
                <a:lnTo>
                  <a:pt x="1232671" y="107337"/>
                </a:lnTo>
                <a:lnTo>
                  <a:pt x="1232486" y="106905"/>
                </a:lnTo>
                <a:lnTo>
                  <a:pt x="1232306" y="106468"/>
                </a:lnTo>
                <a:lnTo>
                  <a:pt x="1232132" y="106026"/>
                </a:lnTo>
                <a:lnTo>
                  <a:pt x="1231963" y="105580"/>
                </a:lnTo>
                <a:lnTo>
                  <a:pt x="1231800" y="105129"/>
                </a:lnTo>
                <a:lnTo>
                  <a:pt x="1231642" y="104673"/>
                </a:lnTo>
                <a:lnTo>
                  <a:pt x="1231489" y="104213"/>
                </a:lnTo>
                <a:lnTo>
                  <a:pt x="1231342" y="103748"/>
                </a:lnTo>
                <a:lnTo>
                  <a:pt x="1231201" y="103279"/>
                </a:lnTo>
                <a:lnTo>
                  <a:pt x="1231065" y="102804"/>
                </a:lnTo>
                <a:lnTo>
                  <a:pt x="1230934" y="102326"/>
                </a:lnTo>
                <a:lnTo>
                  <a:pt x="1230809" y="101843"/>
                </a:lnTo>
                <a:lnTo>
                  <a:pt x="1230689" y="101358"/>
                </a:lnTo>
                <a:lnTo>
                  <a:pt x="1230575" y="100871"/>
                </a:lnTo>
                <a:lnTo>
                  <a:pt x="1230466" y="100380"/>
                </a:lnTo>
                <a:lnTo>
                  <a:pt x="1230362" y="99887"/>
                </a:lnTo>
                <a:lnTo>
                  <a:pt x="1230263" y="99392"/>
                </a:lnTo>
                <a:lnTo>
                  <a:pt x="1230170" y="98893"/>
                </a:lnTo>
                <a:lnTo>
                  <a:pt x="1230082" y="98392"/>
                </a:lnTo>
                <a:lnTo>
                  <a:pt x="1229999" y="97889"/>
                </a:lnTo>
                <a:lnTo>
                  <a:pt x="1229922" y="97382"/>
                </a:lnTo>
                <a:lnTo>
                  <a:pt x="1229850" y="96873"/>
                </a:lnTo>
                <a:lnTo>
                  <a:pt x="1229784" y="96362"/>
                </a:lnTo>
                <a:lnTo>
                  <a:pt x="1229723" y="95847"/>
                </a:lnTo>
                <a:lnTo>
                  <a:pt x="1229667" y="95331"/>
                </a:lnTo>
                <a:lnTo>
                  <a:pt x="1229616" y="94811"/>
                </a:lnTo>
                <a:lnTo>
                  <a:pt x="1229571" y="94289"/>
                </a:lnTo>
                <a:lnTo>
                  <a:pt x="1229531" y="93764"/>
                </a:lnTo>
                <a:lnTo>
                  <a:pt x="1229496" y="93236"/>
                </a:lnTo>
                <a:lnTo>
                  <a:pt x="1229467" y="92706"/>
                </a:lnTo>
                <a:lnTo>
                  <a:pt x="1229443" y="92173"/>
                </a:lnTo>
                <a:lnTo>
                  <a:pt x="1229424" y="91637"/>
                </a:lnTo>
                <a:lnTo>
                  <a:pt x="1229411" y="91099"/>
                </a:lnTo>
                <a:lnTo>
                  <a:pt x="1229403" y="90558"/>
                </a:lnTo>
                <a:lnTo>
                  <a:pt x="1229400" y="90014"/>
                </a:lnTo>
                <a:lnTo>
                  <a:pt x="1229400" y="88158"/>
                </a:lnTo>
                <a:lnTo>
                  <a:pt x="1229403" y="87621"/>
                </a:lnTo>
                <a:lnTo>
                  <a:pt x="1229411" y="87086"/>
                </a:lnTo>
                <a:lnTo>
                  <a:pt x="1229424" y="86554"/>
                </a:lnTo>
                <a:lnTo>
                  <a:pt x="1229443" y="86024"/>
                </a:lnTo>
                <a:lnTo>
                  <a:pt x="1229467" y="85496"/>
                </a:lnTo>
                <a:lnTo>
                  <a:pt x="1229496" y="84971"/>
                </a:lnTo>
                <a:close/>
                <a:moveTo>
                  <a:pt x="1590462" y="54047"/>
                </a:moveTo>
                <a:lnTo>
                  <a:pt x="1590086" y="53615"/>
                </a:lnTo>
                <a:lnTo>
                  <a:pt x="1589703" y="53192"/>
                </a:lnTo>
                <a:lnTo>
                  <a:pt x="1589314" y="52779"/>
                </a:lnTo>
                <a:lnTo>
                  <a:pt x="1588919" y="52374"/>
                </a:lnTo>
                <a:lnTo>
                  <a:pt x="1588517" y="51978"/>
                </a:lnTo>
                <a:lnTo>
                  <a:pt x="1588109" y="51591"/>
                </a:lnTo>
                <a:lnTo>
                  <a:pt x="1587694" y="51213"/>
                </a:lnTo>
                <a:lnTo>
                  <a:pt x="1587273" y="50844"/>
                </a:lnTo>
                <a:lnTo>
                  <a:pt x="1586845" y="50485"/>
                </a:lnTo>
                <a:lnTo>
                  <a:pt x="1586411" y="50134"/>
                </a:lnTo>
                <a:lnTo>
                  <a:pt x="1585971" y="49792"/>
                </a:lnTo>
                <a:lnTo>
                  <a:pt x="1585524" y="49459"/>
                </a:lnTo>
                <a:lnTo>
                  <a:pt x="1585070" y="49135"/>
                </a:lnTo>
                <a:lnTo>
                  <a:pt x="1584611" y="48819"/>
                </a:lnTo>
                <a:lnTo>
                  <a:pt x="1584144" y="48513"/>
                </a:lnTo>
                <a:lnTo>
                  <a:pt x="1583672" y="48216"/>
                </a:lnTo>
                <a:lnTo>
                  <a:pt x="1583192" y="47928"/>
                </a:lnTo>
                <a:lnTo>
                  <a:pt x="1582707" y="47649"/>
                </a:lnTo>
                <a:lnTo>
                  <a:pt x="1582215" y="47379"/>
                </a:lnTo>
                <a:lnTo>
                  <a:pt x="1581716" y="47117"/>
                </a:lnTo>
                <a:lnTo>
                  <a:pt x="1581211" y="46865"/>
                </a:lnTo>
                <a:lnTo>
                  <a:pt x="1580700" y="46622"/>
                </a:lnTo>
                <a:lnTo>
                  <a:pt x="1580181" y="46388"/>
                </a:lnTo>
                <a:lnTo>
                  <a:pt x="1579656" y="46164"/>
                </a:lnTo>
                <a:lnTo>
                  <a:pt x="1579124" y="45950"/>
                </a:lnTo>
                <a:lnTo>
                  <a:pt x="1578584" y="45746"/>
                </a:lnTo>
                <a:lnTo>
                  <a:pt x="1578037" y="45552"/>
                </a:lnTo>
                <a:lnTo>
                  <a:pt x="1577483" y="45368"/>
                </a:lnTo>
                <a:lnTo>
                  <a:pt x="1576922" y="45194"/>
                </a:lnTo>
                <a:lnTo>
                  <a:pt x="1576354" y="45030"/>
                </a:lnTo>
                <a:lnTo>
                  <a:pt x="1575778" y="44875"/>
                </a:lnTo>
                <a:lnTo>
                  <a:pt x="1575196" y="44731"/>
                </a:lnTo>
                <a:lnTo>
                  <a:pt x="1574606" y="44597"/>
                </a:lnTo>
                <a:lnTo>
                  <a:pt x="1574009" y="44472"/>
                </a:lnTo>
                <a:lnTo>
                  <a:pt x="1573405" y="44358"/>
                </a:lnTo>
                <a:lnTo>
                  <a:pt x="1572794" y="44253"/>
                </a:lnTo>
                <a:lnTo>
                  <a:pt x="1572176" y="44159"/>
                </a:lnTo>
                <a:lnTo>
                  <a:pt x="1571550" y="44074"/>
                </a:lnTo>
                <a:lnTo>
                  <a:pt x="1570918" y="44000"/>
                </a:lnTo>
                <a:lnTo>
                  <a:pt x="1570278" y="43935"/>
                </a:lnTo>
                <a:lnTo>
                  <a:pt x="1569631" y="43880"/>
                </a:lnTo>
                <a:lnTo>
                  <a:pt x="1568977" y="43835"/>
                </a:lnTo>
                <a:lnTo>
                  <a:pt x="1568316" y="43801"/>
                </a:lnTo>
                <a:lnTo>
                  <a:pt x="1567647" y="43776"/>
                </a:lnTo>
                <a:lnTo>
                  <a:pt x="1566972" y="43761"/>
                </a:lnTo>
                <a:lnTo>
                  <a:pt x="1566289" y="43756"/>
                </a:lnTo>
                <a:lnTo>
                  <a:pt x="1565626" y="43761"/>
                </a:lnTo>
                <a:lnTo>
                  <a:pt x="1564968" y="43778"/>
                </a:lnTo>
                <a:lnTo>
                  <a:pt x="1564316" y="43806"/>
                </a:lnTo>
                <a:lnTo>
                  <a:pt x="1563670" y="43844"/>
                </a:lnTo>
                <a:lnTo>
                  <a:pt x="1563029" y="43894"/>
                </a:lnTo>
                <a:lnTo>
                  <a:pt x="1562394" y="43955"/>
                </a:lnTo>
                <a:lnTo>
                  <a:pt x="1561765" y="44027"/>
                </a:lnTo>
                <a:lnTo>
                  <a:pt x="1561141" y="44110"/>
                </a:lnTo>
                <a:lnTo>
                  <a:pt x="1560522" y="44204"/>
                </a:lnTo>
                <a:lnTo>
                  <a:pt x="1559909" y="44309"/>
                </a:lnTo>
                <a:lnTo>
                  <a:pt x="1559302" y="44426"/>
                </a:lnTo>
                <a:lnTo>
                  <a:pt x="1558701" y="44553"/>
                </a:lnTo>
                <a:lnTo>
                  <a:pt x="1558105" y="44691"/>
                </a:lnTo>
                <a:lnTo>
                  <a:pt x="1557514" y="44841"/>
                </a:lnTo>
                <a:lnTo>
                  <a:pt x="1556930" y="45002"/>
                </a:lnTo>
                <a:lnTo>
                  <a:pt x="1556351" y="45173"/>
                </a:lnTo>
                <a:lnTo>
                  <a:pt x="1555777" y="45356"/>
                </a:lnTo>
                <a:lnTo>
                  <a:pt x="1555209" y="45550"/>
                </a:lnTo>
                <a:lnTo>
                  <a:pt x="1554647" y="45754"/>
                </a:lnTo>
                <a:lnTo>
                  <a:pt x="1554090" y="45970"/>
                </a:lnTo>
                <a:lnTo>
                  <a:pt x="1553539" y="46197"/>
                </a:lnTo>
                <a:lnTo>
                  <a:pt x="1552993" y="46435"/>
                </a:lnTo>
                <a:lnTo>
                  <a:pt x="1552454" y="46685"/>
                </a:lnTo>
                <a:lnTo>
                  <a:pt x="1551919" y="46945"/>
                </a:lnTo>
                <a:lnTo>
                  <a:pt x="1551391" y="47215"/>
                </a:lnTo>
                <a:lnTo>
                  <a:pt x="1550870" y="47495"/>
                </a:lnTo>
                <a:lnTo>
                  <a:pt x="1550355" y="47784"/>
                </a:lnTo>
                <a:lnTo>
                  <a:pt x="1549846" y="48083"/>
                </a:lnTo>
                <a:lnTo>
                  <a:pt x="1549344" y="48391"/>
                </a:lnTo>
                <a:lnTo>
                  <a:pt x="1548849" y="48708"/>
                </a:lnTo>
                <a:lnTo>
                  <a:pt x="1548360" y="49035"/>
                </a:lnTo>
                <a:lnTo>
                  <a:pt x="1547878" y="49371"/>
                </a:lnTo>
                <a:lnTo>
                  <a:pt x="1547403" y="49717"/>
                </a:lnTo>
                <a:lnTo>
                  <a:pt x="1546934" y="50072"/>
                </a:lnTo>
                <a:lnTo>
                  <a:pt x="1546472" y="50436"/>
                </a:lnTo>
                <a:lnTo>
                  <a:pt x="1546016" y="50810"/>
                </a:lnTo>
                <a:lnTo>
                  <a:pt x="1545567" y="51193"/>
                </a:lnTo>
                <a:lnTo>
                  <a:pt x="1545124" y="51585"/>
                </a:lnTo>
                <a:lnTo>
                  <a:pt x="1544688" y="51987"/>
                </a:lnTo>
                <a:lnTo>
                  <a:pt x="1544259" y="52398"/>
                </a:lnTo>
                <a:lnTo>
                  <a:pt x="1543836" y="52819"/>
                </a:lnTo>
                <a:lnTo>
                  <a:pt x="1543420" y="53249"/>
                </a:lnTo>
                <a:lnTo>
                  <a:pt x="1543010" y="53689"/>
                </a:lnTo>
                <a:lnTo>
                  <a:pt x="1542607" y="54138"/>
                </a:lnTo>
                <a:lnTo>
                  <a:pt x="1542211" y="54596"/>
                </a:lnTo>
                <a:lnTo>
                  <a:pt x="1541821" y="55063"/>
                </a:lnTo>
                <a:lnTo>
                  <a:pt x="1541438" y="55540"/>
                </a:lnTo>
                <a:lnTo>
                  <a:pt x="1541061" y="56027"/>
                </a:lnTo>
                <a:lnTo>
                  <a:pt x="1540691" y="56522"/>
                </a:lnTo>
                <a:lnTo>
                  <a:pt x="1540329" y="57025"/>
                </a:lnTo>
                <a:lnTo>
                  <a:pt x="1539974" y="57536"/>
                </a:lnTo>
                <a:lnTo>
                  <a:pt x="1539626" y="58055"/>
                </a:lnTo>
                <a:lnTo>
                  <a:pt x="1539285" y="58582"/>
                </a:lnTo>
                <a:lnTo>
                  <a:pt x="1538952" y="59117"/>
                </a:lnTo>
                <a:lnTo>
                  <a:pt x="1538626" y="59660"/>
                </a:lnTo>
                <a:lnTo>
                  <a:pt x="1538307" y="60211"/>
                </a:lnTo>
                <a:lnTo>
                  <a:pt x="1537996" y="60770"/>
                </a:lnTo>
                <a:lnTo>
                  <a:pt x="1537692" y="61337"/>
                </a:lnTo>
                <a:lnTo>
                  <a:pt x="1537395" y="61912"/>
                </a:lnTo>
                <a:lnTo>
                  <a:pt x="1537105" y="62495"/>
                </a:lnTo>
                <a:lnTo>
                  <a:pt x="1536823" y="63086"/>
                </a:lnTo>
                <a:lnTo>
                  <a:pt x="1536548" y="63685"/>
                </a:lnTo>
                <a:lnTo>
                  <a:pt x="1536280" y="64292"/>
                </a:lnTo>
                <a:lnTo>
                  <a:pt x="1536020" y="64907"/>
                </a:lnTo>
                <a:lnTo>
                  <a:pt x="1535767" y="65530"/>
                </a:lnTo>
                <a:lnTo>
                  <a:pt x="1535521" y="66161"/>
                </a:lnTo>
                <a:lnTo>
                  <a:pt x="1535282" y="66800"/>
                </a:lnTo>
                <a:lnTo>
                  <a:pt x="1535051" y="67447"/>
                </a:lnTo>
                <a:lnTo>
                  <a:pt x="1534827" y="68102"/>
                </a:lnTo>
                <a:lnTo>
                  <a:pt x="1534611" y="68765"/>
                </a:lnTo>
                <a:lnTo>
                  <a:pt x="1534401" y="69435"/>
                </a:lnTo>
                <a:lnTo>
                  <a:pt x="1534199" y="70114"/>
                </a:lnTo>
                <a:lnTo>
                  <a:pt x="1534005" y="70800"/>
                </a:lnTo>
                <a:lnTo>
                  <a:pt x="1533819" y="71493"/>
                </a:lnTo>
                <a:lnTo>
                  <a:pt x="1533641" y="72191"/>
                </a:lnTo>
                <a:lnTo>
                  <a:pt x="1533471" y="72896"/>
                </a:lnTo>
                <a:lnTo>
                  <a:pt x="1533310" y="73607"/>
                </a:lnTo>
                <a:lnTo>
                  <a:pt x="1533157" y="74325"/>
                </a:lnTo>
                <a:lnTo>
                  <a:pt x="1533012" y="75049"/>
                </a:lnTo>
                <a:lnTo>
                  <a:pt x="1532876" y="75779"/>
                </a:lnTo>
                <a:lnTo>
                  <a:pt x="1532748" y="76515"/>
                </a:lnTo>
                <a:lnTo>
                  <a:pt x="1532628" y="77258"/>
                </a:lnTo>
                <a:lnTo>
                  <a:pt x="1532516" y="78007"/>
                </a:lnTo>
                <a:lnTo>
                  <a:pt x="1532413" y="78763"/>
                </a:lnTo>
                <a:lnTo>
                  <a:pt x="1532318" y="79524"/>
                </a:lnTo>
                <a:lnTo>
                  <a:pt x="1532231" y="80292"/>
                </a:lnTo>
                <a:lnTo>
                  <a:pt x="1532152" y="81067"/>
                </a:lnTo>
                <a:lnTo>
                  <a:pt x="1532082" y="81847"/>
                </a:lnTo>
                <a:lnTo>
                  <a:pt x="1532020" y="82634"/>
                </a:lnTo>
                <a:lnTo>
                  <a:pt x="1531966" y="83427"/>
                </a:lnTo>
                <a:lnTo>
                  <a:pt x="1531921" y="84227"/>
                </a:lnTo>
                <a:lnTo>
                  <a:pt x="1531884" y="85033"/>
                </a:lnTo>
                <a:lnTo>
                  <a:pt x="1531855" y="85845"/>
                </a:lnTo>
                <a:lnTo>
                  <a:pt x="1531834" y="86663"/>
                </a:lnTo>
                <a:lnTo>
                  <a:pt x="1531822" y="87488"/>
                </a:lnTo>
                <a:lnTo>
                  <a:pt x="1531817" y="88319"/>
                </a:lnTo>
                <a:lnTo>
                  <a:pt x="1531817" y="90014"/>
                </a:lnTo>
                <a:lnTo>
                  <a:pt x="1531822" y="90806"/>
                </a:lnTo>
                <a:lnTo>
                  <a:pt x="1531834" y="91592"/>
                </a:lnTo>
                <a:lnTo>
                  <a:pt x="1531855" y="92374"/>
                </a:lnTo>
                <a:lnTo>
                  <a:pt x="1531884" y="93151"/>
                </a:lnTo>
                <a:lnTo>
                  <a:pt x="1531921" y="93922"/>
                </a:lnTo>
                <a:lnTo>
                  <a:pt x="1531966" y="94689"/>
                </a:lnTo>
                <a:lnTo>
                  <a:pt x="1532020" y="95451"/>
                </a:lnTo>
                <a:lnTo>
                  <a:pt x="1532082" y="96208"/>
                </a:lnTo>
                <a:lnTo>
                  <a:pt x="1532152" y="96960"/>
                </a:lnTo>
                <a:lnTo>
                  <a:pt x="1532231" y="97708"/>
                </a:lnTo>
                <a:lnTo>
                  <a:pt x="1532318" y="98450"/>
                </a:lnTo>
                <a:lnTo>
                  <a:pt x="1532413" y="99187"/>
                </a:lnTo>
                <a:lnTo>
                  <a:pt x="1532516" y="99920"/>
                </a:lnTo>
                <a:lnTo>
                  <a:pt x="1532628" y="100648"/>
                </a:lnTo>
                <a:lnTo>
                  <a:pt x="1532748" y="101370"/>
                </a:lnTo>
                <a:lnTo>
                  <a:pt x="1532876" y="102088"/>
                </a:lnTo>
                <a:lnTo>
                  <a:pt x="1533012" y="102801"/>
                </a:lnTo>
                <a:lnTo>
                  <a:pt x="1533157" y="103509"/>
                </a:lnTo>
                <a:lnTo>
                  <a:pt x="1533310" y="104212"/>
                </a:lnTo>
                <a:lnTo>
                  <a:pt x="1533471" y="104910"/>
                </a:lnTo>
                <a:lnTo>
                  <a:pt x="1533641" y="105604"/>
                </a:lnTo>
                <a:lnTo>
                  <a:pt x="1533819" y="106292"/>
                </a:lnTo>
                <a:lnTo>
                  <a:pt x="1534005" y="106975"/>
                </a:lnTo>
                <a:lnTo>
                  <a:pt x="1534199" y="107654"/>
                </a:lnTo>
                <a:lnTo>
                  <a:pt x="1534401" y="108326"/>
                </a:lnTo>
                <a:lnTo>
                  <a:pt x="1534611" y="108991"/>
                </a:lnTo>
                <a:lnTo>
                  <a:pt x="1534828" y="109649"/>
                </a:lnTo>
                <a:lnTo>
                  <a:pt x="1535052" y="110299"/>
                </a:lnTo>
                <a:lnTo>
                  <a:pt x="1535284" y="110942"/>
                </a:lnTo>
                <a:lnTo>
                  <a:pt x="1535523" y="111577"/>
                </a:lnTo>
                <a:lnTo>
                  <a:pt x="1535770" y="112205"/>
                </a:lnTo>
                <a:lnTo>
                  <a:pt x="1536024" y="112825"/>
                </a:lnTo>
                <a:lnTo>
                  <a:pt x="1536286" y="113438"/>
                </a:lnTo>
                <a:lnTo>
                  <a:pt x="1536555" y="114044"/>
                </a:lnTo>
                <a:lnTo>
                  <a:pt x="1536832" y="114642"/>
                </a:lnTo>
                <a:lnTo>
                  <a:pt x="1537115" y="115233"/>
                </a:lnTo>
                <a:lnTo>
                  <a:pt x="1537407" y="115816"/>
                </a:lnTo>
                <a:lnTo>
                  <a:pt x="1537705" y="116392"/>
                </a:lnTo>
                <a:lnTo>
                  <a:pt x="1538012" y="116960"/>
                </a:lnTo>
                <a:lnTo>
                  <a:pt x="1538325" y="117521"/>
                </a:lnTo>
                <a:lnTo>
                  <a:pt x="1538646" y="118075"/>
                </a:lnTo>
                <a:lnTo>
                  <a:pt x="1538975" y="118621"/>
                </a:lnTo>
                <a:lnTo>
                  <a:pt x="1539311" y="119159"/>
                </a:lnTo>
                <a:lnTo>
                  <a:pt x="1539654" y="119691"/>
                </a:lnTo>
                <a:lnTo>
                  <a:pt x="1540005" y="120214"/>
                </a:lnTo>
                <a:lnTo>
                  <a:pt x="1540363" y="120731"/>
                </a:lnTo>
                <a:lnTo>
                  <a:pt x="1540728" y="121240"/>
                </a:lnTo>
                <a:lnTo>
                  <a:pt x="1541101" y="121741"/>
                </a:lnTo>
                <a:lnTo>
                  <a:pt x="1541481" y="122235"/>
                </a:lnTo>
                <a:lnTo>
                  <a:pt x="1541868" y="122719"/>
                </a:lnTo>
                <a:lnTo>
                  <a:pt x="1542260" y="123193"/>
                </a:lnTo>
                <a:lnTo>
                  <a:pt x="1542659" y="123659"/>
                </a:lnTo>
                <a:lnTo>
                  <a:pt x="1543064" y="124115"/>
                </a:lnTo>
                <a:lnTo>
                  <a:pt x="1543475" y="124562"/>
                </a:lnTo>
                <a:lnTo>
                  <a:pt x="1543893" y="125000"/>
                </a:lnTo>
                <a:lnTo>
                  <a:pt x="1544317" y="125428"/>
                </a:lnTo>
                <a:lnTo>
                  <a:pt x="1544748" y="125847"/>
                </a:lnTo>
                <a:lnTo>
                  <a:pt x="1545184" y="126257"/>
                </a:lnTo>
                <a:lnTo>
                  <a:pt x="1545627" y="126658"/>
                </a:lnTo>
                <a:lnTo>
                  <a:pt x="1546076" y="127049"/>
                </a:lnTo>
                <a:lnTo>
                  <a:pt x="1546532" y="127432"/>
                </a:lnTo>
                <a:lnTo>
                  <a:pt x="1546994" y="127805"/>
                </a:lnTo>
                <a:lnTo>
                  <a:pt x="1547462" y="128168"/>
                </a:lnTo>
                <a:lnTo>
                  <a:pt x="1547937" y="128523"/>
                </a:lnTo>
                <a:lnTo>
                  <a:pt x="1548417" y="128868"/>
                </a:lnTo>
                <a:lnTo>
                  <a:pt x="1548905" y="129204"/>
                </a:lnTo>
                <a:lnTo>
                  <a:pt x="1549398" y="129531"/>
                </a:lnTo>
                <a:lnTo>
                  <a:pt x="1549898" y="129848"/>
                </a:lnTo>
                <a:lnTo>
                  <a:pt x="1550404" y="130156"/>
                </a:lnTo>
                <a:lnTo>
                  <a:pt x="1550916" y="130455"/>
                </a:lnTo>
                <a:lnTo>
                  <a:pt x="1551435" y="130745"/>
                </a:lnTo>
                <a:lnTo>
                  <a:pt x="1551960" y="131025"/>
                </a:lnTo>
                <a:lnTo>
                  <a:pt x="1552490" y="131295"/>
                </a:lnTo>
                <a:lnTo>
                  <a:pt x="1553026" y="131554"/>
                </a:lnTo>
                <a:lnTo>
                  <a:pt x="1553567" y="131801"/>
                </a:lnTo>
                <a:lnTo>
                  <a:pt x="1554114" y="132037"/>
                </a:lnTo>
                <a:lnTo>
                  <a:pt x="1554665" y="132261"/>
                </a:lnTo>
                <a:lnTo>
                  <a:pt x="1555222" y="132473"/>
                </a:lnTo>
                <a:lnTo>
                  <a:pt x="1555784" y="132675"/>
                </a:lnTo>
                <a:lnTo>
                  <a:pt x="1556351" y="132864"/>
                </a:lnTo>
                <a:lnTo>
                  <a:pt x="1556923" y="133042"/>
                </a:lnTo>
                <a:lnTo>
                  <a:pt x="1557500" y="133209"/>
                </a:lnTo>
                <a:lnTo>
                  <a:pt x="1558083" y="133364"/>
                </a:lnTo>
                <a:lnTo>
                  <a:pt x="1558670" y="133508"/>
                </a:lnTo>
                <a:lnTo>
                  <a:pt x="1559263" y="133640"/>
                </a:lnTo>
                <a:lnTo>
                  <a:pt x="1559861" y="133761"/>
                </a:lnTo>
                <a:lnTo>
                  <a:pt x="1560465" y="133870"/>
                </a:lnTo>
                <a:lnTo>
                  <a:pt x="1561073" y="133968"/>
                </a:lnTo>
                <a:lnTo>
                  <a:pt x="1561687" y="134054"/>
                </a:lnTo>
                <a:lnTo>
                  <a:pt x="1562306" y="134128"/>
                </a:lnTo>
                <a:lnTo>
                  <a:pt x="1562930" y="134192"/>
                </a:lnTo>
                <a:lnTo>
                  <a:pt x="1563559" y="134243"/>
                </a:lnTo>
                <a:lnTo>
                  <a:pt x="1564193" y="134284"/>
                </a:lnTo>
                <a:lnTo>
                  <a:pt x="1564833" y="134312"/>
                </a:lnTo>
                <a:lnTo>
                  <a:pt x="1565478" y="134330"/>
                </a:lnTo>
                <a:lnTo>
                  <a:pt x="1566128" y="134335"/>
                </a:lnTo>
                <a:lnTo>
                  <a:pt x="1566817" y="134330"/>
                </a:lnTo>
                <a:lnTo>
                  <a:pt x="1567499" y="134315"/>
                </a:lnTo>
                <a:lnTo>
                  <a:pt x="1568174" y="134291"/>
                </a:lnTo>
                <a:lnTo>
                  <a:pt x="1568841" y="134256"/>
                </a:lnTo>
                <a:lnTo>
                  <a:pt x="1569501" y="134211"/>
                </a:lnTo>
                <a:lnTo>
                  <a:pt x="1570154" y="134156"/>
                </a:lnTo>
                <a:lnTo>
                  <a:pt x="1570800" y="134092"/>
                </a:lnTo>
                <a:lnTo>
                  <a:pt x="1571438" y="134017"/>
                </a:lnTo>
                <a:lnTo>
                  <a:pt x="1572069" y="133932"/>
                </a:lnTo>
                <a:lnTo>
                  <a:pt x="1572693" y="133838"/>
                </a:lnTo>
                <a:lnTo>
                  <a:pt x="1573309" y="133733"/>
                </a:lnTo>
                <a:lnTo>
                  <a:pt x="1573918" y="133619"/>
                </a:lnTo>
                <a:lnTo>
                  <a:pt x="1574520" y="133494"/>
                </a:lnTo>
                <a:lnTo>
                  <a:pt x="1575115" y="133360"/>
                </a:lnTo>
                <a:lnTo>
                  <a:pt x="1575702" y="133216"/>
                </a:lnTo>
                <a:lnTo>
                  <a:pt x="1576282" y="133062"/>
                </a:lnTo>
                <a:lnTo>
                  <a:pt x="1576855" y="132897"/>
                </a:lnTo>
                <a:lnTo>
                  <a:pt x="1577420" y="132723"/>
                </a:lnTo>
                <a:lnTo>
                  <a:pt x="1577978" y="132539"/>
                </a:lnTo>
                <a:lnTo>
                  <a:pt x="1578529" y="132345"/>
                </a:lnTo>
                <a:lnTo>
                  <a:pt x="1579072" y="132141"/>
                </a:lnTo>
                <a:lnTo>
                  <a:pt x="1579609" y="131927"/>
                </a:lnTo>
                <a:lnTo>
                  <a:pt x="1580138" y="131703"/>
                </a:lnTo>
                <a:lnTo>
                  <a:pt x="1580659" y="131469"/>
                </a:lnTo>
                <a:lnTo>
                  <a:pt x="1581174" y="131226"/>
                </a:lnTo>
                <a:lnTo>
                  <a:pt x="1581682" y="130974"/>
                </a:lnTo>
                <a:lnTo>
                  <a:pt x="1582184" y="130713"/>
                </a:lnTo>
                <a:lnTo>
                  <a:pt x="1582679" y="130443"/>
                </a:lnTo>
                <a:lnTo>
                  <a:pt x="1583167" y="130165"/>
                </a:lnTo>
                <a:lnTo>
                  <a:pt x="1583649" y="129878"/>
                </a:lnTo>
                <a:lnTo>
                  <a:pt x="1584124" y="129581"/>
                </a:lnTo>
                <a:lnTo>
                  <a:pt x="1584593" y="129276"/>
                </a:lnTo>
                <a:lnTo>
                  <a:pt x="1585055" y="128962"/>
                </a:lnTo>
                <a:lnTo>
                  <a:pt x="1585510" y="128640"/>
                </a:lnTo>
                <a:lnTo>
                  <a:pt x="1585959" y="128308"/>
                </a:lnTo>
                <a:lnTo>
                  <a:pt x="1586401" y="127968"/>
                </a:lnTo>
                <a:lnTo>
                  <a:pt x="1586837" y="127619"/>
                </a:lnTo>
                <a:lnTo>
                  <a:pt x="1587266" y="127260"/>
                </a:lnTo>
                <a:lnTo>
                  <a:pt x="1587689" y="126894"/>
                </a:lnTo>
                <a:lnTo>
                  <a:pt x="1588104" y="126518"/>
                </a:lnTo>
                <a:lnTo>
                  <a:pt x="1588514" y="126133"/>
                </a:lnTo>
                <a:lnTo>
                  <a:pt x="1588917" y="125740"/>
                </a:lnTo>
                <a:lnTo>
                  <a:pt x="1589313" y="125338"/>
                </a:lnTo>
                <a:lnTo>
                  <a:pt x="1589702" y="124927"/>
                </a:lnTo>
                <a:lnTo>
                  <a:pt x="1590085" y="124507"/>
                </a:lnTo>
                <a:lnTo>
                  <a:pt x="1590462" y="124078"/>
                </a:lnTo>
                <a:lnTo>
                  <a:pt x="1590589" y="123927"/>
                </a:lnTo>
                <a:lnTo>
                  <a:pt x="1590589" y="131591"/>
                </a:lnTo>
                <a:lnTo>
                  <a:pt x="1590584" y="132219"/>
                </a:lnTo>
                <a:lnTo>
                  <a:pt x="1590569" y="132839"/>
                </a:lnTo>
                <a:lnTo>
                  <a:pt x="1590544" y="133450"/>
                </a:lnTo>
                <a:lnTo>
                  <a:pt x="1590510" y="134054"/>
                </a:lnTo>
                <a:lnTo>
                  <a:pt x="1590465" y="134649"/>
                </a:lnTo>
                <a:lnTo>
                  <a:pt x="1590410" y="135236"/>
                </a:lnTo>
                <a:lnTo>
                  <a:pt x="1590345" y="135815"/>
                </a:lnTo>
                <a:lnTo>
                  <a:pt x="1590271" y="136385"/>
                </a:lnTo>
                <a:lnTo>
                  <a:pt x="1590186" y="136947"/>
                </a:lnTo>
                <a:lnTo>
                  <a:pt x="1590092" y="137501"/>
                </a:lnTo>
                <a:lnTo>
                  <a:pt x="1589987" y="138046"/>
                </a:lnTo>
                <a:lnTo>
                  <a:pt x="1589873" y="138584"/>
                </a:lnTo>
                <a:lnTo>
                  <a:pt x="1589748" y="139113"/>
                </a:lnTo>
                <a:lnTo>
                  <a:pt x="1589614" y="139634"/>
                </a:lnTo>
                <a:lnTo>
                  <a:pt x="1589470" y="140146"/>
                </a:lnTo>
                <a:lnTo>
                  <a:pt x="1589315" y="140650"/>
                </a:lnTo>
                <a:lnTo>
                  <a:pt x="1589151" y="141146"/>
                </a:lnTo>
                <a:lnTo>
                  <a:pt x="1588977" y="141634"/>
                </a:lnTo>
                <a:lnTo>
                  <a:pt x="1588793" y="142113"/>
                </a:lnTo>
                <a:lnTo>
                  <a:pt x="1588599" y="142584"/>
                </a:lnTo>
                <a:lnTo>
                  <a:pt x="1588395" y="143047"/>
                </a:lnTo>
                <a:lnTo>
                  <a:pt x="1588181" y="143502"/>
                </a:lnTo>
                <a:lnTo>
                  <a:pt x="1587957" y="143948"/>
                </a:lnTo>
                <a:lnTo>
                  <a:pt x="1587723" y="144386"/>
                </a:lnTo>
                <a:lnTo>
                  <a:pt x="1587480" y="144816"/>
                </a:lnTo>
                <a:lnTo>
                  <a:pt x="1587230" y="145236"/>
                </a:lnTo>
                <a:lnTo>
                  <a:pt x="1586971" y="145648"/>
                </a:lnTo>
                <a:lnTo>
                  <a:pt x="1586704" y="146051"/>
                </a:lnTo>
                <a:lnTo>
                  <a:pt x="1586429" y="146446"/>
                </a:lnTo>
                <a:lnTo>
                  <a:pt x="1586146" y="146831"/>
                </a:lnTo>
                <a:lnTo>
                  <a:pt x="1585856" y="147207"/>
                </a:lnTo>
                <a:lnTo>
                  <a:pt x="1585557" y="147575"/>
                </a:lnTo>
                <a:lnTo>
                  <a:pt x="1585250" y="147934"/>
                </a:lnTo>
                <a:lnTo>
                  <a:pt x="1584936" y="148284"/>
                </a:lnTo>
                <a:lnTo>
                  <a:pt x="1584613" y="148625"/>
                </a:lnTo>
                <a:lnTo>
                  <a:pt x="1584282" y="148958"/>
                </a:lnTo>
                <a:lnTo>
                  <a:pt x="1583943" y="149281"/>
                </a:lnTo>
                <a:lnTo>
                  <a:pt x="1583597" y="149596"/>
                </a:lnTo>
                <a:lnTo>
                  <a:pt x="1583242" y="149902"/>
                </a:lnTo>
                <a:lnTo>
                  <a:pt x="1582879" y="150199"/>
                </a:lnTo>
                <a:lnTo>
                  <a:pt x="1582509" y="150487"/>
                </a:lnTo>
                <a:lnTo>
                  <a:pt x="1582130" y="150766"/>
                </a:lnTo>
                <a:lnTo>
                  <a:pt x="1581744" y="151037"/>
                </a:lnTo>
                <a:lnTo>
                  <a:pt x="1581349" y="151299"/>
                </a:lnTo>
                <a:lnTo>
                  <a:pt x="1580946" y="151552"/>
                </a:lnTo>
                <a:lnTo>
                  <a:pt x="1580536" y="151796"/>
                </a:lnTo>
                <a:lnTo>
                  <a:pt x="1580117" y="152031"/>
                </a:lnTo>
                <a:lnTo>
                  <a:pt x="1579691" y="152257"/>
                </a:lnTo>
                <a:lnTo>
                  <a:pt x="1579257" y="152475"/>
                </a:lnTo>
                <a:lnTo>
                  <a:pt x="1578816" y="152683"/>
                </a:lnTo>
                <a:lnTo>
                  <a:pt x="1578369" y="152882"/>
                </a:lnTo>
                <a:lnTo>
                  <a:pt x="1577915" y="153072"/>
                </a:lnTo>
                <a:lnTo>
                  <a:pt x="1577454" y="153252"/>
                </a:lnTo>
                <a:lnTo>
                  <a:pt x="1576986" y="153423"/>
                </a:lnTo>
                <a:lnTo>
                  <a:pt x="1576512" y="153585"/>
                </a:lnTo>
                <a:lnTo>
                  <a:pt x="1576031" y="153738"/>
                </a:lnTo>
                <a:lnTo>
                  <a:pt x="1575543" y="153881"/>
                </a:lnTo>
                <a:lnTo>
                  <a:pt x="1575049" y="154015"/>
                </a:lnTo>
                <a:lnTo>
                  <a:pt x="1574547" y="154140"/>
                </a:lnTo>
                <a:lnTo>
                  <a:pt x="1574039" y="154256"/>
                </a:lnTo>
                <a:lnTo>
                  <a:pt x="1573525" y="154362"/>
                </a:lnTo>
                <a:lnTo>
                  <a:pt x="1573003" y="154459"/>
                </a:lnTo>
                <a:lnTo>
                  <a:pt x="1572475" y="154547"/>
                </a:lnTo>
                <a:lnTo>
                  <a:pt x="1571940" y="154626"/>
                </a:lnTo>
                <a:lnTo>
                  <a:pt x="1571399" y="154695"/>
                </a:lnTo>
                <a:lnTo>
                  <a:pt x="1570851" y="154755"/>
                </a:lnTo>
                <a:lnTo>
                  <a:pt x="1570296" y="154806"/>
                </a:lnTo>
                <a:lnTo>
                  <a:pt x="1569734" y="154848"/>
                </a:lnTo>
                <a:lnTo>
                  <a:pt x="1569165" y="154880"/>
                </a:lnTo>
                <a:lnTo>
                  <a:pt x="1568590" y="154903"/>
                </a:lnTo>
                <a:lnTo>
                  <a:pt x="1568008" y="154917"/>
                </a:lnTo>
                <a:lnTo>
                  <a:pt x="1567420" y="154922"/>
                </a:lnTo>
                <a:lnTo>
                  <a:pt x="1566928" y="154917"/>
                </a:lnTo>
                <a:lnTo>
                  <a:pt x="1566436" y="154904"/>
                </a:lnTo>
                <a:lnTo>
                  <a:pt x="1565944" y="154881"/>
                </a:lnTo>
                <a:lnTo>
                  <a:pt x="1565452" y="154850"/>
                </a:lnTo>
                <a:lnTo>
                  <a:pt x="1564959" y="154809"/>
                </a:lnTo>
                <a:lnTo>
                  <a:pt x="1564465" y="154760"/>
                </a:lnTo>
                <a:lnTo>
                  <a:pt x="1563971" y="154702"/>
                </a:lnTo>
                <a:lnTo>
                  <a:pt x="1563477" y="154635"/>
                </a:lnTo>
                <a:lnTo>
                  <a:pt x="1562983" y="154558"/>
                </a:lnTo>
                <a:lnTo>
                  <a:pt x="1562487" y="154473"/>
                </a:lnTo>
                <a:lnTo>
                  <a:pt x="1561992" y="154379"/>
                </a:lnTo>
                <a:lnTo>
                  <a:pt x="1561496" y="154276"/>
                </a:lnTo>
                <a:lnTo>
                  <a:pt x="1561000" y="154164"/>
                </a:lnTo>
                <a:lnTo>
                  <a:pt x="1560503" y="154043"/>
                </a:lnTo>
                <a:lnTo>
                  <a:pt x="1560006" y="153912"/>
                </a:lnTo>
                <a:lnTo>
                  <a:pt x="1559508" y="153773"/>
                </a:lnTo>
                <a:lnTo>
                  <a:pt x="1559010" y="153625"/>
                </a:lnTo>
                <a:lnTo>
                  <a:pt x="1558511" y="153468"/>
                </a:lnTo>
                <a:lnTo>
                  <a:pt x="1558013" y="153302"/>
                </a:lnTo>
                <a:lnTo>
                  <a:pt x="1557513" y="153128"/>
                </a:lnTo>
                <a:lnTo>
                  <a:pt x="1557014" y="152944"/>
                </a:lnTo>
                <a:lnTo>
                  <a:pt x="1556513" y="152751"/>
                </a:lnTo>
                <a:lnTo>
                  <a:pt x="1556013" y="152549"/>
                </a:lnTo>
                <a:lnTo>
                  <a:pt x="1555512" y="152338"/>
                </a:lnTo>
                <a:lnTo>
                  <a:pt x="1555012" y="152116"/>
                </a:lnTo>
                <a:lnTo>
                  <a:pt x="1554513" y="151880"/>
                </a:lnTo>
                <a:lnTo>
                  <a:pt x="1554016" y="151629"/>
                </a:lnTo>
                <a:lnTo>
                  <a:pt x="1553522" y="151365"/>
                </a:lnTo>
                <a:lnTo>
                  <a:pt x="1553029" y="151087"/>
                </a:lnTo>
                <a:lnTo>
                  <a:pt x="1552537" y="150794"/>
                </a:lnTo>
                <a:lnTo>
                  <a:pt x="1552048" y="150488"/>
                </a:lnTo>
                <a:lnTo>
                  <a:pt x="1551561" y="150167"/>
                </a:lnTo>
                <a:lnTo>
                  <a:pt x="1551075" y="149833"/>
                </a:lnTo>
                <a:lnTo>
                  <a:pt x="1550591" y="149485"/>
                </a:lnTo>
                <a:lnTo>
                  <a:pt x="1550109" y="149122"/>
                </a:lnTo>
                <a:lnTo>
                  <a:pt x="1549629" y="148746"/>
                </a:lnTo>
                <a:lnTo>
                  <a:pt x="1549150" y="148355"/>
                </a:lnTo>
                <a:lnTo>
                  <a:pt x="1548674" y="147951"/>
                </a:lnTo>
                <a:lnTo>
                  <a:pt x="1548199" y="147532"/>
                </a:lnTo>
                <a:lnTo>
                  <a:pt x="1547726" y="147100"/>
                </a:lnTo>
                <a:lnTo>
                  <a:pt x="1547255" y="146653"/>
                </a:lnTo>
                <a:lnTo>
                  <a:pt x="1546785" y="146193"/>
                </a:lnTo>
                <a:lnTo>
                  <a:pt x="1546318" y="145718"/>
                </a:lnTo>
                <a:lnTo>
                  <a:pt x="1545852" y="145229"/>
                </a:lnTo>
                <a:lnTo>
                  <a:pt x="1545388" y="144727"/>
                </a:lnTo>
                <a:lnTo>
                  <a:pt x="1544926" y="144210"/>
                </a:lnTo>
                <a:lnTo>
                  <a:pt x="1544466" y="143680"/>
                </a:lnTo>
                <a:lnTo>
                  <a:pt x="1544008" y="143135"/>
                </a:lnTo>
                <a:lnTo>
                  <a:pt x="1536177" y="152015"/>
                </a:lnTo>
                <a:lnTo>
                  <a:pt x="1536510" y="152482"/>
                </a:lnTo>
                <a:lnTo>
                  <a:pt x="1536849" y="152941"/>
                </a:lnTo>
                <a:lnTo>
                  <a:pt x="1537195" y="153392"/>
                </a:lnTo>
                <a:lnTo>
                  <a:pt x="1537548" y="153835"/>
                </a:lnTo>
                <a:lnTo>
                  <a:pt x="1537907" y="154270"/>
                </a:lnTo>
                <a:lnTo>
                  <a:pt x="1538273" y="154697"/>
                </a:lnTo>
                <a:lnTo>
                  <a:pt x="1538646" y="155116"/>
                </a:lnTo>
                <a:lnTo>
                  <a:pt x="1539025" y="155527"/>
                </a:lnTo>
                <a:lnTo>
                  <a:pt x="1539411" y="155930"/>
                </a:lnTo>
                <a:lnTo>
                  <a:pt x="1539803" y="156325"/>
                </a:lnTo>
                <a:lnTo>
                  <a:pt x="1540202" y="156712"/>
                </a:lnTo>
                <a:lnTo>
                  <a:pt x="1540607" y="157091"/>
                </a:lnTo>
                <a:lnTo>
                  <a:pt x="1541019" y="157462"/>
                </a:lnTo>
                <a:lnTo>
                  <a:pt x="1541438" y="157825"/>
                </a:lnTo>
                <a:lnTo>
                  <a:pt x="1541863" y="158180"/>
                </a:lnTo>
                <a:lnTo>
                  <a:pt x="1542294" y="158528"/>
                </a:lnTo>
                <a:lnTo>
                  <a:pt x="1542733" y="158867"/>
                </a:lnTo>
                <a:lnTo>
                  <a:pt x="1543178" y="159198"/>
                </a:lnTo>
                <a:lnTo>
                  <a:pt x="1543629" y="159521"/>
                </a:lnTo>
                <a:lnTo>
                  <a:pt x="1544087" y="159836"/>
                </a:lnTo>
                <a:lnTo>
                  <a:pt x="1544552" y="160143"/>
                </a:lnTo>
                <a:lnTo>
                  <a:pt x="1545023" y="160442"/>
                </a:lnTo>
                <a:lnTo>
                  <a:pt x="1545501" y="160734"/>
                </a:lnTo>
                <a:lnTo>
                  <a:pt x="1545986" y="161017"/>
                </a:lnTo>
                <a:lnTo>
                  <a:pt x="1546474" y="161293"/>
                </a:lnTo>
                <a:lnTo>
                  <a:pt x="1546963" y="161562"/>
                </a:lnTo>
                <a:lnTo>
                  <a:pt x="1547453" y="161824"/>
                </a:lnTo>
                <a:lnTo>
                  <a:pt x="1547943" y="162080"/>
                </a:lnTo>
                <a:lnTo>
                  <a:pt x="1548435" y="162329"/>
                </a:lnTo>
                <a:lnTo>
                  <a:pt x="1548927" y="162571"/>
                </a:lnTo>
                <a:lnTo>
                  <a:pt x="1549420" y="162806"/>
                </a:lnTo>
                <a:lnTo>
                  <a:pt x="1549915" y="163035"/>
                </a:lnTo>
                <a:lnTo>
                  <a:pt x="1550409" y="163257"/>
                </a:lnTo>
                <a:lnTo>
                  <a:pt x="1550905" y="163472"/>
                </a:lnTo>
                <a:lnTo>
                  <a:pt x="1551402" y="163681"/>
                </a:lnTo>
                <a:lnTo>
                  <a:pt x="1551899" y="163883"/>
                </a:lnTo>
                <a:lnTo>
                  <a:pt x="1552397" y="164078"/>
                </a:lnTo>
                <a:lnTo>
                  <a:pt x="1552896" y="164266"/>
                </a:lnTo>
                <a:lnTo>
                  <a:pt x="1553396" y="164448"/>
                </a:lnTo>
                <a:lnTo>
                  <a:pt x="1553897" y="164623"/>
                </a:lnTo>
                <a:lnTo>
                  <a:pt x="1554399" y="164791"/>
                </a:lnTo>
                <a:lnTo>
                  <a:pt x="1554901" y="164952"/>
                </a:lnTo>
                <a:lnTo>
                  <a:pt x="1555405" y="165107"/>
                </a:lnTo>
                <a:lnTo>
                  <a:pt x="1555909" y="165255"/>
                </a:lnTo>
                <a:lnTo>
                  <a:pt x="1556414" y="165396"/>
                </a:lnTo>
                <a:lnTo>
                  <a:pt x="1556920" y="165531"/>
                </a:lnTo>
                <a:lnTo>
                  <a:pt x="1557426" y="165659"/>
                </a:lnTo>
                <a:lnTo>
                  <a:pt x="1557934" y="165780"/>
                </a:lnTo>
                <a:lnTo>
                  <a:pt x="1558439" y="165895"/>
                </a:lnTo>
                <a:lnTo>
                  <a:pt x="1558939" y="166005"/>
                </a:lnTo>
                <a:lnTo>
                  <a:pt x="1559433" y="166111"/>
                </a:lnTo>
                <a:lnTo>
                  <a:pt x="1559922" y="166211"/>
                </a:lnTo>
                <a:lnTo>
                  <a:pt x="1560405" y="166307"/>
                </a:lnTo>
                <a:lnTo>
                  <a:pt x="1560883" y="166398"/>
                </a:lnTo>
                <a:lnTo>
                  <a:pt x="1561355" y="166484"/>
                </a:lnTo>
                <a:lnTo>
                  <a:pt x="1561822" y="166565"/>
                </a:lnTo>
                <a:lnTo>
                  <a:pt x="1562284" y="166641"/>
                </a:lnTo>
                <a:lnTo>
                  <a:pt x="1562740" y="166712"/>
                </a:lnTo>
                <a:lnTo>
                  <a:pt x="1563190" y="166778"/>
                </a:lnTo>
                <a:lnTo>
                  <a:pt x="1563635" y="166839"/>
                </a:lnTo>
                <a:lnTo>
                  <a:pt x="1564075" y="166896"/>
                </a:lnTo>
                <a:lnTo>
                  <a:pt x="1564509" y="166947"/>
                </a:lnTo>
                <a:lnTo>
                  <a:pt x="1564938" y="166994"/>
                </a:lnTo>
                <a:lnTo>
                  <a:pt x="1565361" y="167036"/>
                </a:lnTo>
                <a:lnTo>
                  <a:pt x="1565779" y="167072"/>
                </a:lnTo>
                <a:lnTo>
                  <a:pt x="1566191" y="167104"/>
                </a:lnTo>
                <a:lnTo>
                  <a:pt x="1566598" y="167131"/>
                </a:lnTo>
                <a:lnTo>
                  <a:pt x="1566999" y="167153"/>
                </a:lnTo>
                <a:lnTo>
                  <a:pt x="1567395" y="167171"/>
                </a:lnTo>
                <a:lnTo>
                  <a:pt x="1567785" y="167183"/>
                </a:lnTo>
                <a:lnTo>
                  <a:pt x="1568170" y="167190"/>
                </a:lnTo>
                <a:lnTo>
                  <a:pt x="1568550" y="167193"/>
                </a:lnTo>
                <a:lnTo>
                  <a:pt x="1569454" y="167185"/>
                </a:lnTo>
                <a:lnTo>
                  <a:pt x="1570349" y="167163"/>
                </a:lnTo>
                <a:lnTo>
                  <a:pt x="1571235" y="167126"/>
                </a:lnTo>
                <a:lnTo>
                  <a:pt x="1572112" y="167075"/>
                </a:lnTo>
                <a:lnTo>
                  <a:pt x="1572980" y="167009"/>
                </a:lnTo>
                <a:lnTo>
                  <a:pt x="1573840" y="166928"/>
                </a:lnTo>
                <a:lnTo>
                  <a:pt x="1574691" y="166832"/>
                </a:lnTo>
                <a:lnTo>
                  <a:pt x="1575533" y="166722"/>
                </a:lnTo>
                <a:lnTo>
                  <a:pt x="1576366" y="166597"/>
                </a:lnTo>
                <a:lnTo>
                  <a:pt x="1577190" y="166457"/>
                </a:lnTo>
                <a:lnTo>
                  <a:pt x="1578006" y="166302"/>
                </a:lnTo>
                <a:lnTo>
                  <a:pt x="1578813" y="166133"/>
                </a:lnTo>
                <a:lnTo>
                  <a:pt x="1579610" y="165949"/>
                </a:lnTo>
                <a:lnTo>
                  <a:pt x="1580399" y="165750"/>
                </a:lnTo>
                <a:lnTo>
                  <a:pt x="1581180" y="165537"/>
                </a:lnTo>
                <a:lnTo>
                  <a:pt x="1581951" y="165309"/>
                </a:lnTo>
                <a:lnTo>
                  <a:pt x="1582714" y="165066"/>
                </a:lnTo>
                <a:lnTo>
                  <a:pt x="1583467" y="164809"/>
                </a:lnTo>
                <a:lnTo>
                  <a:pt x="1584212" y="164536"/>
                </a:lnTo>
                <a:lnTo>
                  <a:pt x="1584948" y="164249"/>
                </a:lnTo>
                <a:lnTo>
                  <a:pt x="1585675" y="163948"/>
                </a:lnTo>
                <a:lnTo>
                  <a:pt x="1586394" y="163631"/>
                </a:lnTo>
                <a:lnTo>
                  <a:pt x="1587103" y="163300"/>
                </a:lnTo>
                <a:lnTo>
                  <a:pt x="1587804" y="162954"/>
                </a:lnTo>
                <a:lnTo>
                  <a:pt x="1588494" y="162594"/>
                </a:lnTo>
                <a:lnTo>
                  <a:pt x="1589171" y="162221"/>
                </a:lnTo>
                <a:lnTo>
                  <a:pt x="1589835" y="161833"/>
                </a:lnTo>
                <a:lnTo>
                  <a:pt x="1590487" y="161433"/>
                </a:lnTo>
                <a:lnTo>
                  <a:pt x="1591126" y="161018"/>
                </a:lnTo>
                <a:lnTo>
                  <a:pt x="1591752" y="160590"/>
                </a:lnTo>
                <a:lnTo>
                  <a:pt x="1592366" y="160149"/>
                </a:lnTo>
                <a:lnTo>
                  <a:pt x="1592966" y="159694"/>
                </a:lnTo>
                <a:lnTo>
                  <a:pt x="1593554" y="159225"/>
                </a:lnTo>
                <a:lnTo>
                  <a:pt x="1594129" y="158743"/>
                </a:lnTo>
                <a:lnTo>
                  <a:pt x="1594692" y="158247"/>
                </a:lnTo>
                <a:lnTo>
                  <a:pt x="1595241" y="157737"/>
                </a:lnTo>
                <a:lnTo>
                  <a:pt x="1595778" y="157214"/>
                </a:lnTo>
                <a:lnTo>
                  <a:pt x="1596302" y="156677"/>
                </a:lnTo>
                <a:lnTo>
                  <a:pt x="1596814" y="156127"/>
                </a:lnTo>
                <a:lnTo>
                  <a:pt x="1597312" y="155563"/>
                </a:lnTo>
                <a:lnTo>
                  <a:pt x="1597798" y="154985"/>
                </a:lnTo>
                <a:lnTo>
                  <a:pt x="1598271" y="154394"/>
                </a:lnTo>
                <a:lnTo>
                  <a:pt x="1598732" y="153790"/>
                </a:lnTo>
                <a:lnTo>
                  <a:pt x="1599179" y="153171"/>
                </a:lnTo>
                <a:lnTo>
                  <a:pt x="1599614" y="152539"/>
                </a:lnTo>
                <a:lnTo>
                  <a:pt x="1600036" y="151894"/>
                </a:lnTo>
                <a:lnTo>
                  <a:pt x="1600445" y="151235"/>
                </a:lnTo>
                <a:lnTo>
                  <a:pt x="1600842" y="150562"/>
                </a:lnTo>
                <a:lnTo>
                  <a:pt x="1601224" y="149877"/>
                </a:lnTo>
                <a:lnTo>
                  <a:pt x="1601590" y="149180"/>
                </a:lnTo>
                <a:lnTo>
                  <a:pt x="1601939" y="148471"/>
                </a:lnTo>
                <a:lnTo>
                  <a:pt x="1602273" y="147750"/>
                </a:lnTo>
                <a:lnTo>
                  <a:pt x="1602590" y="147018"/>
                </a:lnTo>
                <a:lnTo>
                  <a:pt x="1602890" y="146273"/>
                </a:lnTo>
                <a:lnTo>
                  <a:pt x="1603175" y="145517"/>
                </a:lnTo>
                <a:lnTo>
                  <a:pt x="1603443" y="144750"/>
                </a:lnTo>
                <a:lnTo>
                  <a:pt x="1603695" y="143970"/>
                </a:lnTo>
                <a:lnTo>
                  <a:pt x="1603931" y="143179"/>
                </a:lnTo>
                <a:lnTo>
                  <a:pt x="1604150" y="142376"/>
                </a:lnTo>
                <a:lnTo>
                  <a:pt x="1604354" y="141561"/>
                </a:lnTo>
                <a:lnTo>
                  <a:pt x="1604541" y="140734"/>
                </a:lnTo>
                <a:lnTo>
                  <a:pt x="1604711" y="139896"/>
                </a:lnTo>
                <a:lnTo>
                  <a:pt x="1604866" y="139045"/>
                </a:lnTo>
                <a:lnTo>
                  <a:pt x="1605004" y="138183"/>
                </a:lnTo>
                <a:lnTo>
                  <a:pt x="1605126" y="137310"/>
                </a:lnTo>
                <a:lnTo>
                  <a:pt x="1605232" y="136424"/>
                </a:lnTo>
                <a:lnTo>
                  <a:pt x="1605321" y="135527"/>
                </a:lnTo>
                <a:lnTo>
                  <a:pt x="1605394" y="134618"/>
                </a:lnTo>
                <a:lnTo>
                  <a:pt x="1605451" y="133697"/>
                </a:lnTo>
                <a:lnTo>
                  <a:pt x="1605492" y="132764"/>
                </a:lnTo>
                <a:lnTo>
                  <a:pt x="1605516" y="131820"/>
                </a:lnTo>
                <a:lnTo>
                  <a:pt x="1605524" y="130864"/>
                </a:lnTo>
                <a:lnTo>
                  <a:pt x="1605524" y="45370"/>
                </a:lnTo>
                <a:lnTo>
                  <a:pt x="1591962" y="45370"/>
                </a:lnTo>
                <a:lnTo>
                  <a:pt x="1591271" y="55035"/>
                </a:lnTo>
                <a:lnTo>
                  <a:pt x="1591195" y="54937"/>
                </a:lnTo>
                <a:lnTo>
                  <a:pt x="1590832" y="54487"/>
                </a:lnTo>
                <a:lnTo>
                  <a:pt x="1590462" y="54047"/>
                </a:lnTo>
                <a:close/>
                <a:moveTo>
                  <a:pt x="1590210" y="109330"/>
                </a:moveTo>
                <a:lnTo>
                  <a:pt x="1589978" y="109765"/>
                </a:lnTo>
                <a:lnTo>
                  <a:pt x="1589742" y="110197"/>
                </a:lnTo>
                <a:lnTo>
                  <a:pt x="1589499" y="110624"/>
                </a:lnTo>
                <a:lnTo>
                  <a:pt x="1589250" y="111044"/>
                </a:lnTo>
                <a:lnTo>
                  <a:pt x="1588994" y="111457"/>
                </a:lnTo>
                <a:lnTo>
                  <a:pt x="1588731" y="111863"/>
                </a:lnTo>
                <a:lnTo>
                  <a:pt x="1588462" y="112262"/>
                </a:lnTo>
                <a:lnTo>
                  <a:pt x="1588185" y="112654"/>
                </a:lnTo>
                <a:lnTo>
                  <a:pt x="1587901" y="113039"/>
                </a:lnTo>
                <a:lnTo>
                  <a:pt x="1587611" y="113417"/>
                </a:lnTo>
                <a:lnTo>
                  <a:pt x="1587314" y="113788"/>
                </a:lnTo>
                <a:lnTo>
                  <a:pt x="1587010" y="114152"/>
                </a:lnTo>
                <a:lnTo>
                  <a:pt x="1586699" y="114509"/>
                </a:lnTo>
                <a:lnTo>
                  <a:pt x="1586381" y="114859"/>
                </a:lnTo>
                <a:lnTo>
                  <a:pt x="1586056" y="115202"/>
                </a:lnTo>
                <a:lnTo>
                  <a:pt x="1585725" y="115538"/>
                </a:lnTo>
                <a:lnTo>
                  <a:pt x="1585386" y="115867"/>
                </a:lnTo>
                <a:lnTo>
                  <a:pt x="1585041" y="116189"/>
                </a:lnTo>
                <a:lnTo>
                  <a:pt x="1584689" y="116504"/>
                </a:lnTo>
                <a:lnTo>
                  <a:pt x="1584330" y="116812"/>
                </a:lnTo>
                <a:lnTo>
                  <a:pt x="1583964" y="117113"/>
                </a:lnTo>
                <a:lnTo>
                  <a:pt x="1583591" y="117407"/>
                </a:lnTo>
                <a:lnTo>
                  <a:pt x="1583212" y="117694"/>
                </a:lnTo>
                <a:lnTo>
                  <a:pt x="1582825" y="117973"/>
                </a:lnTo>
                <a:lnTo>
                  <a:pt x="1582432" y="118246"/>
                </a:lnTo>
                <a:lnTo>
                  <a:pt x="1582032" y="118512"/>
                </a:lnTo>
                <a:lnTo>
                  <a:pt x="1581624" y="118769"/>
                </a:lnTo>
                <a:lnTo>
                  <a:pt x="1581207" y="119015"/>
                </a:lnTo>
                <a:lnTo>
                  <a:pt x="1580780" y="119250"/>
                </a:lnTo>
                <a:lnTo>
                  <a:pt x="1580345" y="119474"/>
                </a:lnTo>
                <a:lnTo>
                  <a:pt x="1579901" y="119687"/>
                </a:lnTo>
                <a:lnTo>
                  <a:pt x="1579448" y="119890"/>
                </a:lnTo>
                <a:lnTo>
                  <a:pt x="1578986" y="120081"/>
                </a:lnTo>
                <a:lnTo>
                  <a:pt x="1578515" y="120261"/>
                </a:lnTo>
                <a:lnTo>
                  <a:pt x="1578036" y="120431"/>
                </a:lnTo>
                <a:lnTo>
                  <a:pt x="1577547" y="120589"/>
                </a:lnTo>
                <a:lnTo>
                  <a:pt x="1577049" y="120737"/>
                </a:lnTo>
                <a:lnTo>
                  <a:pt x="1576542" y="120874"/>
                </a:lnTo>
                <a:lnTo>
                  <a:pt x="1576026" y="120999"/>
                </a:lnTo>
                <a:lnTo>
                  <a:pt x="1575502" y="121114"/>
                </a:lnTo>
                <a:lnTo>
                  <a:pt x="1574968" y="121218"/>
                </a:lnTo>
                <a:lnTo>
                  <a:pt x="1574425" y="121311"/>
                </a:lnTo>
                <a:lnTo>
                  <a:pt x="1573873" y="121393"/>
                </a:lnTo>
                <a:lnTo>
                  <a:pt x="1573313" y="121464"/>
                </a:lnTo>
                <a:lnTo>
                  <a:pt x="1572743" y="121524"/>
                </a:lnTo>
                <a:lnTo>
                  <a:pt x="1572165" y="121573"/>
                </a:lnTo>
                <a:lnTo>
                  <a:pt x="1571577" y="121611"/>
                </a:lnTo>
                <a:lnTo>
                  <a:pt x="1570981" y="121639"/>
                </a:lnTo>
                <a:lnTo>
                  <a:pt x="1570375" y="121655"/>
                </a:lnTo>
                <a:lnTo>
                  <a:pt x="1569761" y="121661"/>
                </a:lnTo>
                <a:lnTo>
                  <a:pt x="1569259" y="121656"/>
                </a:lnTo>
                <a:lnTo>
                  <a:pt x="1568763" y="121644"/>
                </a:lnTo>
                <a:lnTo>
                  <a:pt x="1568274" y="121622"/>
                </a:lnTo>
                <a:lnTo>
                  <a:pt x="1567790" y="121592"/>
                </a:lnTo>
                <a:lnTo>
                  <a:pt x="1567311" y="121554"/>
                </a:lnTo>
                <a:lnTo>
                  <a:pt x="1566839" y="121507"/>
                </a:lnTo>
                <a:lnTo>
                  <a:pt x="1566373" y="121451"/>
                </a:lnTo>
                <a:lnTo>
                  <a:pt x="1565913" y="121387"/>
                </a:lnTo>
                <a:lnTo>
                  <a:pt x="1565458" y="121314"/>
                </a:lnTo>
                <a:lnTo>
                  <a:pt x="1565009" y="121233"/>
                </a:lnTo>
                <a:lnTo>
                  <a:pt x="1564567" y="121143"/>
                </a:lnTo>
                <a:lnTo>
                  <a:pt x="1564130" y="121045"/>
                </a:lnTo>
                <a:lnTo>
                  <a:pt x="1563699" y="120938"/>
                </a:lnTo>
                <a:lnTo>
                  <a:pt x="1563274" y="120823"/>
                </a:lnTo>
                <a:lnTo>
                  <a:pt x="1562855" y="120699"/>
                </a:lnTo>
                <a:lnTo>
                  <a:pt x="1562441" y="120566"/>
                </a:lnTo>
                <a:lnTo>
                  <a:pt x="1562034" y="120425"/>
                </a:lnTo>
                <a:lnTo>
                  <a:pt x="1561632" y="120276"/>
                </a:lnTo>
                <a:lnTo>
                  <a:pt x="1561237" y="120117"/>
                </a:lnTo>
                <a:lnTo>
                  <a:pt x="1560847" y="119951"/>
                </a:lnTo>
                <a:lnTo>
                  <a:pt x="1560463" y="119775"/>
                </a:lnTo>
                <a:lnTo>
                  <a:pt x="1560085" y="119592"/>
                </a:lnTo>
                <a:lnTo>
                  <a:pt x="1559713" y="119399"/>
                </a:lnTo>
                <a:lnTo>
                  <a:pt x="1559347" y="119198"/>
                </a:lnTo>
                <a:lnTo>
                  <a:pt x="1558986" y="118990"/>
                </a:lnTo>
                <a:lnTo>
                  <a:pt x="1558631" y="118775"/>
                </a:lnTo>
                <a:lnTo>
                  <a:pt x="1558281" y="118553"/>
                </a:lnTo>
                <a:lnTo>
                  <a:pt x="1557937" y="118325"/>
                </a:lnTo>
                <a:lnTo>
                  <a:pt x="1557598" y="118090"/>
                </a:lnTo>
                <a:lnTo>
                  <a:pt x="1557265" y="117849"/>
                </a:lnTo>
                <a:lnTo>
                  <a:pt x="1556937" y="117601"/>
                </a:lnTo>
                <a:lnTo>
                  <a:pt x="1556615" y="117346"/>
                </a:lnTo>
                <a:lnTo>
                  <a:pt x="1556298" y="117085"/>
                </a:lnTo>
                <a:lnTo>
                  <a:pt x="1555987" y="116817"/>
                </a:lnTo>
                <a:lnTo>
                  <a:pt x="1555681" y="116543"/>
                </a:lnTo>
                <a:lnTo>
                  <a:pt x="1555381" y="116262"/>
                </a:lnTo>
                <a:lnTo>
                  <a:pt x="1555086" y="115974"/>
                </a:lnTo>
                <a:lnTo>
                  <a:pt x="1554796" y="115680"/>
                </a:lnTo>
                <a:lnTo>
                  <a:pt x="1554512" y="115379"/>
                </a:lnTo>
                <a:lnTo>
                  <a:pt x="1554234" y="115072"/>
                </a:lnTo>
                <a:lnTo>
                  <a:pt x="1553960" y="114758"/>
                </a:lnTo>
                <a:lnTo>
                  <a:pt x="1553693" y="114438"/>
                </a:lnTo>
                <a:lnTo>
                  <a:pt x="1553431" y="114111"/>
                </a:lnTo>
                <a:lnTo>
                  <a:pt x="1553174" y="113777"/>
                </a:lnTo>
                <a:lnTo>
                  <a:pt x="1552923" y="113437"/>
                </a:lnTo>
                <a:lnTo>
                  <a:pt x="1552677" y="113090"/>
                </a:lnTo>
                <a:lnTo>
                  <a:pt x="1552437" y="112737"/>
                </a:lnTo>
                <a:lnTo>
                  <a:pt x="1552202" y="112377"/>
                </a:lnTo>
                <a:lnTo>
                  <a:pt x="1551972" y="112011"/>
                </a:lnTo>
                <a:lnTo>
                  <a:pt x="1551748" y="111641"/>
                </a:lnTo>
                <a:lnTo>
                  <a:pt x="1551528" y="111265"/>
                </a:lnTo>
                <a:lnTo>
                  <a:pt x="1551314" y="110885"/>
                </a:lnTo>
                <a:lnTo>
                  <a:pt x="1551104" y="110501"/>
                </a:lnTo>
                <a:lnTo>
                  <a:pt x="1550900" y="110111"/>
                </a:lnTo>
                <a:lnTo>
                  <a:pt x="1550701" y="109717"/>
                </a:lnTo>
                <a:lnTo>
                  <a:pt x="1550507" y="109318"/>
                </a:lnTo>
                <a:lnTo>
                  <a:pt x="1550317" y="108914"/>
                </a:lnTo>
                <a:lnTo>
                  <a:pt x="1550133" y="108506"/>
                </a:lnTo>
                <a:lnTo>
                  <a:pt x="1549954" y="108092"/>
                </a:lnTo>
                <a:lnTo>
                  <a:pt x="1549780" y="107674"/>
                </a:lnTo>
                <a:lnTo>
                  <a:pt x="1549611" y="107251"/>
                </a:lnTo>
                <a:lnTo>
                  <a:pt x="1549447" y="106824"/>
                </a:lnTo>
                <a:lnTo>
                  <a:pt x="1549288" y="106391"/>
                </a:lnTo>
                <a:lnTo>
                  <a:pt x="1549134" y="105954"/>
                </a:lnTo>
                <a:lnTo>
                  <a:pt x="1548985" y="105512"/>
                </a:lnTo>
                <a:lnTo>
                  <a:pt x="1548841" y="105066"/>
                </a:lnTo>
                <a:lnTo>
                  <a:pt x="1548703" y="104614"/>
                </a:lnTo>
                <a:lnTo>
                  <a:pt x="1548569" y="104158"/>
                </a:lnTo>
                <a:lnTo>
                  <a:pt x="1548440" y="103697"/>
                </a:lnTo>
                <a:lnTo>
                  <a:pt x="1548317" y="103231"/>
                </a:lnTo>
                <a:lnTo>
                  <a:pt x="1548198" y="102761"/>
                </a:lnTo>
                <a:lnTo>
                  <a:pt x="1548085" y="102285"/>
                </a:lnTo>
                <a:lnTo>
                  <a:pt x="1547976" y="101806"/>
                </a:lnTo>
                <a:lnTo>
                  <a:pt x="1547872" y="101324"/>
                </a:lnTo>
                <a:lnTo>
                  <a:pt x="1547772" y="100840"/>
                </a:lnTo>
                <a:lnTo>
                  <a:pt x="1547678" y="100352"/>
                </a:lnTo>
                <a:lnTo>
                  <a:pt x="1547587" y="99862"/>
                </a:lnTo>
                <a:lnTo>
                  <a:pt x="1547502" y="99369"/>
                </a:lnTo>
                <a:lnTo>
                  <a:pt x="1547421" y="98873"/>
                </a:lnTo>
                <a:lnTo>
                  <a:pt x="1547345" y="98374"/>
                </a:lnTo>
                <a:lnTo>
                  <a:pt x="1547273" y="97873"/>
                </a:lnTo>
                <a:lnTo>
                  <a:pt x="1547206" y="97369"/>
                </a:lnTo>
                <a:lnTo>
                  <a:pt x="1547143" y="96862"/>
                </a:lnTo>
                <a:lnTo>
                  <a:pt x="1547086" y="96352"/>
                </a:lnTo>
                <a:lnTo>
                  <a:pt x="1547032" y="95839"/>
                </a:lnTo>
                <a:lnTo>
                  <a:pt x="1546984" y="95324"/>
                </a:lnTo>
                <a:lnTo>
                  <a:pt x="1546940" y="94805"/>
                </a:lnTo>
                <a:lnTo>
                  <a:pt x="1546901" y="94284"/>
                </a:lnTo>
                <a:lnTo>
                  <a:pt x="1546866" y="93760"/>
                </a:lnTo>
                <a:lnTo>
                  <a:pt x="1546836" y="93233"/>
                </a:lnTo>
                <a:lnTo>
                  <a:pt x="1546810" y="92704"/>
                </a:lnTo>
                <a:lnTo>
                  <a:pt x="1546790" y="92172"/>
                </a:lnTo>
                <a:lnTo>
                  <a:pt x="1546773" y="91637"/>
                </a:lnTo>
                <a:lnTo>
                  <a:pt x="1546762" y="91099"/>
                </a:lnTo>
                <a:lnTo>
                  <a:pt x="1546755" y="90558"/>
                </a:lnTo>
                <a:lnTo>
                  <a:pt x="1546753" y="90014"/>
                </a:lnTo>
                <a:lnTo>
                  <a:pt x="1546753" y="88319"/>
                </a:lnTo>
                <a:lnTo>
                  <a:pt x="1546755" y="87775"/>
                </a:lnTo>
                <a:lnTo>
                  <a:pt x="1546762" y="87234"/>
                </a:lnTo>
                <a:lnTo>
                  <a:pt x="1546773" y="86696"/>
                </a:lnTo>
                <a:lnTo>
                  <a:pt x="1546790" y="86161"/>
                </a:lnTo>
                <a:lnTo>
                  <a:pt x="1546810" y="85628"/>
                </a:lnTo>
                <a:lnTo>
                  <a:pt x="1546836" y="85097"/>
                </a:lnTo>
                <a:lnTo>
                  <a:pt x="1546866" y="84570"/>
                </a:lnTo>
                <a:lnTo>
                  <a:pt x="1546901" y="84045"/>
                </a:lnTo>
                <a:lnTo>
                  <a:pt x="1546940" y="83523"/>
                </a:lnTo>
                <a:lnTo>
                  <a:pt x="1546984" y="83003"/>
                </a:lnTo>
                <a:lnTo>
                  <a:pt x="1547032" y="82486"/>
                </a:lnTo>
                <a:lnTo>
                  <a:pt x="1547086" y="81972"/>
                </a:lnTo>
                <a:lnTo>
                  <a:pt x="1547143" y="81460"/>
                </a:lnTo>
                <a:lnTo>
                  <a:pt x="1547206" y="80951"/>
                </a:lnTo>
                <a:lnTo>
                  <a:pt x="1547273" y="80445"/>
                </a:lnTo>
                <a:lnTo>
                  <a:pt x="1547345" y="79941"/>
                </a:lnTo>
                <a:lnTo>
                  <a:pt x="1547421" y="79440"/>
                </a:lnTo>
                <a:lnTo>
                  <a:pt x="1547502" y="78942"/>
                </a:lnTo>
                <a:lnTo>
                  <a:pt x="1547587" y="78446"/>
                </a:lnTo>
                <a:lnTo>
                  <a:pt x="1547678" y="77953"/>
                </a:lnTo>
                <a:lnTo>
                  <a:pt x="1547772" y="77463"/>
                </a:lnTo>
                <a:lnTo>
                  <a:pt x="1547872" y="76975"/>
                </a:lnTo>
                <a:lnTo>
                  <a:pt x="1547976" y="76490"/>
                </a:lnTo>
                <a:lnTo>
                  <a:pt x="1548085" y="76008"/>
                </a:lnTo>
                <a:lnTo>
                  <a:pt x="1548198" y="75529"/>
                </a:lnTo>
                <a:lnTo>
                  <a:pt x="1548317" y="75055"/>
                </a:lnTo>
                <a:lnTo>
                  <a:pt x="1548440" y="74586"/>
                </a:lnTo>
                <a:lnTo>
                  <a:pt x="1548569" y="74122"/>
                </a:lnTo>
                <a:lnTo>
                  <a:pt x="1548703" y="73662"/>
                </a:lnTo>
                <a:lnTo>
                  <a:pt x="1548841" y="73207"/>
                </a:lnTo>
                <a:lnTo>
                  <a:pt x="1548985" y="72757"/>
                </a:lnTo>
                <a:lnTo>
                  <a:pt x="1549134" y="72312"/>
                </a:lnTo>
                <a:lnTo>
                  <a:pt x="1549288" y="71871"/>
                </a:lnTo>
                <a:lnTo>
                  <a:pt x="1549447" y="71436"/>
                </a:lnTo>
                <a:lnTo>
                  <a:pt x="1549611" y="71005"/>
                </a:lnTo>
                <a:lnTo>
                  <a:pt x="1549780" y="70579"/>
                </a:lnTo>
                <a:lnTo>
                  <a:pt x="1549954" y="70157"/>
                </a:lnTo>
                <a:lnTo>
                  <a:pt x="1550133" y="69740"/>
                </a:lnTo>
                <a:lnTo>
                  <a:pt x="1550317" y="69328"/>
                </a:lnTo>
                <a:lnTo>
                  <a:pt x="1550507" y="68921"/>
                </a:lnTo>
                <a:lnTo>
                  <a:pt x="1550701" y="68519"/>
                </a:lnTo>
                <a:lnTo>
                  <a:pt x="1550900" y="68121"/>
                </a:lnTo>
                <a:lnTo>
                  <a:pt x="1551104" y="67728"/>
                </a:lnTo>
                <a:lnTo>
                  <a:pt x="1551314" y="67340"/>
                </a:lnTo>
                <a:lnTo>
                  <a:pt x="1551528" y="66957"/>
                </a:lnTo>
                <a:lnTo>
                  <a:pt x="1551748" y="66578"/>
                </a:lnTo>
                <a:lnTo>
                  <a:pt x="1551972" y="66205"/>
                </a:lnTo>
                <a:lnTo>
                  <a:pt x="1552202" y="65836"/>
                </a:lnTo>
                <a:lnTo>
                  <a:pt x="1552437" y="65472"/>
                </a:lnTo>
                <a:lnTo>
                  <a:pt x="1552677" y="65115"/>
                </a:lnTo>
                <a:lnTo>
                  <a:pt x="1552923" y="64765"/>
                </a:lnTo>
                <a:lnTo>
                  <a:pt x="1553175" y="64421"/>
                </a:lnTo>
                <a:lnTo>
                  <a:pt x="1553432" y="64083"/>
                </a:lnTo>
                <a:lnTo>
                  <a:pt x="1553695" y="63752"/>
                </a:lnTo>
                <a:lnTo>
                  <a:pt x="1553964" y="63427"/>
                </a:lnTo>
                <a:lnTo>
                  <a:pt x="1554238" y="63109"/>
                </a:lnTo>
                <a:lnTo>
                  <a:pt x="1554518" y="62797"/>
                </a:lnTo>
                <a:lnTo>
                  <a:pt x="1554803" y="62491"/>
                </a:lnTo>
                <a:lnTo>
                  <a:pt x="1555094" y="62193"/>
                </a:lnTo>
                <a:lnTo>
                  <a:pt x="1555391" y="61900"/>
                </a:lnTo>
                <a:lnTo>
                  <a:pt x="1555693" y="61614"/>
                </a:lnTo>
                <a:lnTo>
                  <a:pt x="1556001" y="61334"/>
                </a:lnTo>
                <a:lnTo>
                  <a:pt x="1556314" y="61061"/>
                </a:lnTo>
                <a:lnTo>
                  <a:pt x="1556633" y="60794"/>
                </a:lnTo>
                <a:lnTo>
                  <a:pt x="1556958" y="60534"/>
                </a:lnTo>
                <a:lnTo>
                  <a:pt x="1557288" y="60280"/>
                </a:lnTo>
                <a:lnTo>
                  <a:pt x="1557624" y="60033"/>
                </a:lnTo>
                <a:lnTo>
                  <a:pt x="1557965" y="59792"/>
                </a:lnTo>
                <a:lnTo>
                  <a:pt x="1558312" y="59558"/>
                </a:lnTo>
                <a:lnTo>
                  <a:pt x="1558665" y="59330"/>
                </a:lnTo>
                <a:lnTo>
                  <a:pt x="1559023" y="59108"/>
                </a:lnTo>
                <a:lnTo>
                  <a:pt x="1559387" y="58893"/>
                </a:lnTo>
                <a:lnTo>
                  <a:pt x="1559757" y="58685"/>
                </a:lnTo>
                <a:lnTo>
                  <a:pt x="1560132" y="58487"/>
                </a:lnTo>
                <a:lnTo>
                  <a:pt x="1560514" y="58297"/>
                </a:lnTo>
                <a:lnTo>
                  <a:pt x="1560902" y="58116"/>
                </a:lnTo>
                <a:lnTo>
                  <a:pt x="1561295" y="57944"/>
                </a:lnTo>
                <a:lnTo>
                  <a:pt x="1561695" y="57780"/>
                </a:lnTo>
                <a:lnTo>
                  <a:pt x="1562101" y="57626"/>
                </a:lnTo>
                <a:lnTo>
                  <a:pt x="1562513" y="57480"/>
                </a:lnTo>
                <a:lnTo>
                  <a:pt x="1562931" y="57343"/>
                </a:lnTo>
                <a:lnTo>
                  <a:pt x="1563355" y="57215"/>
                </a:lnTo>
                <a:lnTo>
                  <a:pt x="1563785" y="57096"/>
                </a:lnTo>
                <a:lnTo>
                  <a:pt x="1564221" y="56986"/>
                </a:lnTo>
                <a:lnTo>
                  <a:pt x="1564663" y="56884"/>
                </a:lnTo>
                <a:lnTo>
                  <a:pt x="1565111" y="56791"/>
                </a:lnTo>
                <a:lnTo>
                  <a:pt x="1565565" y="56707"/>
                </a:lnTo>
                <a:lnTo>
                  <a:pt x="1566025" y="56632"/>
                </a:lnTo>
                <a:lnTo>
                  <a:pt x="1566491" y="56566"/>
                </a:lnTo>
                <a:lnTo>
                  <a:pt x="1566963" y="56509"/>
                </a:lnTo>
                <a:lnTo>
                  <a:pt x="1567441" y="56460"/>
                </a:lnTo>
                <a:lnTo>
                  <a:pt x="1567925" y="56420"/>
                </a:lnTo>
                <a:lnTo>
                  <a:pt x="1568415" y="56390"/>
                </a:lnTo>
                <a:lnTo>
                  <a:pt x="1568912" y="56367"/>
                </a:lnTo>
                <a:lnTo>
                  <a:pt x="1569414" y="56354"/>
                </a:lnTo>
                <a:lnTo>
                  <a:pt x="1569922" y="56350"/>
                </a:lnTo>
                <a:lnTo>
                  <a:pt x="1570391" y="56353"/>
                </a:lnTo>
                <a:lnTo>
                  <a:pt x="1570854" y="56363"/>
                </a:lnTo>
                <a:lnTo>
                  <a:pt x="1571312" y="56380"/>
                </a:lnTo>
                <a:lnTo>
                  <a:pt x="1571766" y="56404"/>
                </a:lnTo>
                <a:lnTo>
                  <a:pt x="1572214" y="56434"/>
                </a:lnTo>
                <a:lnTo>
                  <a:pt x="1572657" y="56471"/>
                </a:lnTo>
                <a:lnTo>
                  <a:pt x="1573095" y="56515"/>
                </a:lnTo>
                <a:lnTo>
                  <a:pt x="1573528" y="56565"/>
                </a:lnTo>
                <a:lnTo>
                  <a:pt x="1573956" y="56622"/>
                </a:lnTo>
                <a:lnTo>
                  <a:pt x="1574379" y="56686"/>
                </a:lnTo>
                <a:lnTo>
                  <a:pt x="1574797" y="56757"/>
                </a:lnTo>
                <a:lnTo>
                  <a:pt x="1575210" y="56834"/>
                </a:lnTo>
                <a:lnTo>
                  <a:pt x="1575618" y="56918"/>
                </a:lnTo>
                <a:lnTo>
                  <a:pt x="1576021" y="57009"/>
                </a:lnTo>
                <a:lnTo>
                  <a:pt x="1576418" y="57107"/>
                </a:lnTo>
                <a:lnTo>
                  <a:pt x="1576811" y="57211"/>
                </a:lnTo>
                <a:lnTo>
                  <a:pt x="1577199" y="57322"/>
                </a:lnTo>
                <a:lnTo>
                  <a:pt x="1577581" y="57440"/>
                </a:lnTo>
                <a:lnTo>
                  <a:pt x="1577959" y="57564"/>
                </a:lnTo>
                <a:lnTo>
                  <a:pt x="1578332" y="57695"/>
                </a:lnTo>
                <a:lnTo>
                  <a:pt x="1578699" y="57833"/>
                </a:lnTo>
                <a:lnTo>
                  <a:pt x="1579062" y="57978"/>
                </a:lnTo>
                <a:lnTo>
                  <a:pt x="1579419" y="58129"/>
                </a:lnTo>
                <a:lnTo>
                  <a:pt x="1579771" y="58287"/>
                </a:lnTo>
                <a:lnTo>
                  <a:pt x="1580119" y="58451"/>
                </a:lnTo>
                <a:lnTo>
                  <a:pt x="1580462" y="58620"/>
                </a:lnTo>
                <a:lnTo>
                  <a:pt x="1580800" y="58793"/>
                </a:lnTo>
                <a:lnTo>
                  <a:pt x="1581134" y="58970"/>
                </a:lnTo>
                <a:lnTo>
                  <a:pt x="1581463" y="59152"/>
                </a:lnTo>
                <a:lnTo>
                  <a:pt x="1581787" y="59339"/>
                </a:lnTo>
                <a:lnTo>
                  <a:pt x="1582107" y="59531"/>
                </a:lnTo>
                <a:lnTo>
                  <a:pt x="1582422" y="59727"/>
                </a:lnTo>
                <a:lnTo>
                  <a:pt x="1582732" y="59928"/>
                </a:lnTo>
                <a:lnTo>
                  <a:pt x="1583038" y="60133"/>
                </a:lnTo>
                <a:lnTo>
                  <a:pt x="1583340" y="60343"/>
                </a:lnTo>
                <a:lnTo>
                  <a:pt x="1583636" y="60558"/>
                </a:lnTo>
                <a:lnTo>
                  <a:pt x="1583928" y="60777"/>
                </a:lnTo>
                <a:lnTo>
                  <a:pt x="1584216" y="61001"/>
                </a:lnTo>
                <a:lnTo>
                  <a:pt x="1584498" y="61230"/>
                </a:lnTo>
                <a:lnTo>
                  <a:pt x="1584777" y="61463"/>
                </a:lnTo>
                <a:lnTo>
                  <a:pt x="1585050" y="61700"/>
                </a:lnTo>
                <a:lnTo>
                  <a:pt x="1585319" y="61943"/>
                </a:lnTo>
                <a:lnTo>
                  <a:pt x="1585583" y="62190"/>
                </a:lnTo>
                <a:lnTo>
                  <a:pt x="1585843" y="62442"/>
                </a:lnTo>
                <a:lnTo>
                  <a:pt x="1586098" y="62698"/>
                </a:lnTo>
                <a:lnTo>
                  <a:pt x="1586348" y="62959"/>
                </a:lnTo>
                <a:lnTo>
                  <a:pt x="1586594" y="63224"/>
                </a:lnTo>
                <a:lnTo>
                  <a:pt x="1586835" y="63494"/>
                </a:lnTo>
                <a:lnTo>
                  <a:pt x="1587072" y="63768"/>
                </a:lnTo>
                <a:lnTo>
                  <a:pt x="1587306" y="64046"/>
                </a:lnTo>
                <a:lnTo>
                  <a:pt x="1587535" y="64326"/>
                </a:lnTo>
                <a:lnTo>
                  <a:pt x="1587761" y="64609"/>
                </a:lnTo>
                <a:lnTo>
                  <a:pt x="1587984" y="64895"/>
                </a:lnTo>
                <a:lnTo>
                  <a:pt x="1588203" y="65185"/>
                </a:lnTo>
                <a:lnTo>
                  <a:pt x="1588418" y="65477"/>
                </a:lnTo>
                <a:lnTo>
                  <a:pt x="1588629" y="65773"/>
                </a:lnTo>
                <a:lnTo>
                  <a:pt x="1588837" y="66072"/>
                </a:lnTo>
                <a:lnTo>
                  <a:pt x="1589041" y="66373"/>
                </a:lnTo>
                <a:lnTo>
                  <a:pt x="1589242" y="66678"/>
                </a:lnTo>
                <a:lnTo>
                  <a:pt x="1589439" y="66986"/>
                </a:lnTo>
                <a:lnTo>
                  <a:pt x="1589632" y="67297"/>
                </a:lnTo>
                <a:lnTo>
                  <a:pt x="1589822" y="67611"/>
                </a:lnTo>
                <a:lnTo>
                  <a:pt x="1590008" y="67928"/>
                </a:lnTo>
                <a:lnTo>
                  <a:pt x="1590190" y="68249"/>
                </a:lnTo>
                <a:lnTo>
                  <a:pt x="1590369" y="68572"/>
                </a:lnTo>
                <a:lnTo>
                  <a:pt x="1590544" y="68898"/>
                </a:lnTo>
                <a:lnTo>
                  <a:pt x="1590589" y="68986"/>
                </a:lnTo>
                <a:lnTo>
                  <a:pt x="1590589" y="108594"/>
                </a:lnTo>
                <a:lnTo>
                  <a:pt x="1590438" y="108891"/>
                </a:lnTo>
                <a:lnTo>
                  <a:pt x="1590210" y="109330"/>
                </a:lnTo>
                <a:close/>
                <a:moveTo>
                  <a:pt x="1179455" y="45370"/>
                </a:moveTo>
                <a:lnTo>
                  <a:pt x="1179455" y="132721"/>
                </a:lnTo>
                <a:lnTo>
                  <a:pt x="1194471" y="132721"/>
                </a:lnTo>
                <a:lnTo>
                  <a:pt x="1194471" y="45370"/>
                </a:lnTo>
                <a:lnTo>
                  <a:pt x="1179455" y="45370"/>
                </a:lnTo>
                <a:close/>
                <a:moveTo>
                  <a:pt x="1405139" y="132721"/>
                </a:moveTo>
                <a:lnTo>
                  <a:pt x="1420155" y="132721"/>
                </a:lnTo>
                <a:lnTo>
                  <a:pt x="1420155" y="45370"/>
                </a:lnTo>
                <a:lnTo>
                  <a:pt x="1405139" y="45370"/>
                </a:lnTo>
                <a:lnTo>
                  <a:pt x="1405139" y="1327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C1DEFB-672A-421A-A179-B6FF4FB3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789" y="142132"/>
            <a:ext cx="2645373" cy="235419"/>
          </a:xfrm>
          <a:custGeom xmlns:a="http://schemas.openxmlformats.org/drawingml/2006/main">
            <a:pathLst>
              <a:path w="2645373" h="235419">
                <a:moveTo>
                  <a:pt x="0" y="0"/>
                </a:moveTo>
                <a:lnTo>
                  <a:pt x="2527663" y="0"/>
                </a:lnTo>
                <a:lnTo>
                  <a:pt x="2645373" y="117710"/>
                </a:lnTo>
                <a:lnTo>
                  <a:pt x="2527663" y="235419"/>
                </a:lnTo>
                <a:lnTo>
                  <a:pt x="0" y="235419"/>
                </a:lnTo>
                <a:lnTo>
                  <a:pt x="117710" y="1177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C78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Text Stage2">
            <a:extLst xmlns:a="http://schemas.openxmlformats.org/drawingml/2006/main">
              <a:ext uri="{FF2B5EF4-FFF2-40B4-BE49-F238E27FC236}">
                <a16:creationId xmlns:a16="http://schemas.microsoft.com/office/drawing/2014/main" id="{E810A82C-9ED6-44C4-A015-6131731A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245" y="199516"/>
            <a:ext cx="543517" cy="153630"/>
          </a:xfrm>
          <a:custGeom xmlns:a="http://schemas.openxmlformats.org/drawingml/2006/main">
            <a:pathLst>
              <a:path w="543517" h="153630">
                <a:moveTo>
                  <a:pt x="108216" y="31808"/>
                </a:moveTo>
                <a:lnTo>
                  <a:pt x="92231" y="31808"/>
                </a:lnTo>
                <a:lnTo>
                  <a:pt x="92231" y="43271"/>
                </a:lnTo>
                <a:lnTo>
                  <a:pt x="108216" y="43271"/>
                </a:lnTo>
                <a:lnTo>
                  <a:pt x="108216" y="97424"/>
                </a:lnTo>
                <a:lnTo>
                  <a:pt x="108221" y="98145"/>
                </a:lnTo>
                <a:lnTo>
                  <a:pt x="108235" y="98853"/>
                </a:lnTo>
                <a:lnTo>
                  <a:pt x="108258" y="99549"/>
                </a:lnTo>
                <a:lnTo>
                  <a:pt x="108291" y="100233"/>
                </a:lnTo>
                <a:lnTo>
                  <a:pt x="108333" y="100904"/>
                </a:lnTo>
                <a:lnTo>
                  <a:pt x="108385" y="101562"/>
                </a:lnTo>
                <a:lnTo>
                  <a:pt x="108446" y="102208"/>
                </a:lnTo>
                <a:lnTo>
                  <a:pt x="108516" y="102842"/>
                </a:lnTo>
                <a:lnTo>
                  <a:pt x="108596" y="103463"/>
                </a:lnTo>
                <a:lnTo>
                  <a:pt x="108686" y="104072"/>
                </a:lnTo>
                <a:lnTo>
                  <a:pt x="108784" y="104668"/>
                </a:lnTo>
                <a:lnTo>
                  <a:pt x="108892" y="105252"/>
                </a:lnTo>
                <a:lnTo>
                  <a:pt x="109009" y="105823"/>
                </a:lnTo>
                <a:lnTo>
                  <a:pt x="109136" y="106381"/>
                </a:lnTo>
                <a:lnTo>
                  <a:pt x="109272" y="106928"/>
                </a:lnTo>
                <a:lnTo>
                  <a:pt x="109418" y="107461"/>
                </a:lnTo>
                <a:lnTo>
                  <a:pt x="109573" y="107983"/>
                </a:lnTo>
                <a:lnTo>
                  <a:pt x="109737" y="108491"/>
                </a:lnTo>
                <a:lnTo>
                  <a:pt x="109911" y="108988"/>
                </a:lnTo>
                <a:lnTo>
                  <a:pt x="110094" y="109471"/>
                </a:lnTo>
                <a:lnTo>
                  <a:pt x="110287" y="109943"/>
                </a:lnTo>
                <a:lnTo>
                  <a:pt x="110488" y="110402"/>
                </a:lnTo>
                <a:lnTo>
                  <a:pt x="110700" y="110848"/>
                </a:lnTo>
                <a:lnTo>
                  <a:pt x="110920" y="111282"/>
                </a:lnTo>
                <a:lnTo>
                  <a:pt x="111149" y="111704"/>
                </a:lnTo>
                <a:lnTo>
                  <a:pt x="111384" y="112116"/>
                </a:lnTo>
                <a:lnTo>
                  <a:pt x="111626" y="112518"/>
                </a:lnTo>
                <a:lnTo>
                  <a:pt x="111875" y="112910"/>
                </a:lnTo>
                <a:lnTo>
                  <a:pt x="112130" y="113291"/>
                </a:lnTo>
                <a:lnTo>
                  <a:pt x="112391" y="113662"/>
                </a:lnTo>
                <a:lnTo>
                  <a:pt x="112659" y="114023"/>
                </a:lnTo>
                <a:lnTo>
                  <a:pt x="112934" y="114374"/>
                </a:lnTo>
                <a:lnTo>
                  <a:pt x="113216" y="114714"/>
                </a:lnTo>
                <a:lnTo>
                  <a:pt x="113504" y="115044"/>
                </a:lnTo>
                <a:lnTo>
                  <a:pt x="113798" y="115364"/>
                </a:lnTo>
                <a:lnTo>
                  <a:pt x="114099" y="115674"/>
                </a:lnTo>
                <a:lnTo>
                  <a:pt x="114407" y="115974"/>
                </a:lnTo>
                <a:lnTo>
                  <a:pt x="114721" y="116263"/>
                </a:lnTo>
                <a:lnTo>
                  <a:pt x="115042" y="116542"/>
                </a:lnTo>
                <a:lnTo>
                  <a:pt x="115370" y="116811"/>
                </a:lnTo>
                <a:lnTo>
                  <a:pt x="115704" y="117069"/>
                </a:lnTo>
                <a:lnTo>
                  <a:pt x="116044" y="117318"/>
                </a:lnTo>
                <a:lnTo>
                  <a:pt x="116392" y="117556"/>
                </a:lnTo>
                <a:lnTo>
                  <a:pt x="116745" y="117784"/>
                </a:lnTo>
                <a:lnTo>
                  <a:pt x="117106" y="118001"/>
                </a:lnTo>
                <a:lnTo>
                  <a:pt x="117473" y="118209"/>
                </a:lnTo>
                <a:lnTo>
                  <a:pt x="117846" y="118406"/>
                </a:lnTo>
                <a:lnTo>
                  <a:pt x="118227" y="118593"/>
                </a:lnTo>
                <a:lnTo>
                  <a:pt x="118612" y="118771"/>
                </a:lnTo>
                <a:lnTo>
                  <a:pt x="119000" y="118941"/>
                </a:lnTo>
                <a:lnTo>
                  <a:pt x="119391" y="119104"/>
                </a:lnTo>
                <a:lnTo>
                  <a:pt x="119785" y="119259"/>
                </a:lnTo>
                <a:lnTo>
                  <a:pt x="120182" y="119407"/>
                </a:lnTo>
                <a:lnTo>
                  <a:pt x="120583" y="119547"/>
                </a:lnTo>
                <a:lnTo>
                  <a:pt x="120986" y="119679"/>
                </a:lnTo>
                <a:lnTo>
                  <a:pt x="121393" y="119804"/>
                </a:lnTo>
                <a:lnTo>
                  <a:pt x="121803" y="119921"/>
                </a:lnTo>
                <a:lnTo>
                  <a:pt x="122215" y="120031"/>
                </a:lnTo>
                <a:lnTo>
                  <a:pt x="122631" y="120133"/>
                </a:lnTo>
                <a:lnTo>
                  <a:pt x="123050" y="120228"/>
                </a:lnTo>
                <a:lnTo>
                  <a:pt x="123472" y="120315"/>
                </a:lnTo>
                <a:lnTo>
                  <a:pt x="123897" y="120394"/>
                </a:lnTo>
                <a:lnTo>
                  <a:pt x="124325" y="120466"/>
                </a:lnTo>
                <a:lnTo>
                  <a:pt x="124757" y="120530"/>
                </a:lnTo>
                <a:lnTo>
                  <a:pt x="125191" y="120587"/>
                </a:lnTo>
                <a:lnTo>
                  <a:pt x="125629" y="120636"/>
                </a:lnTo>
                <a:lnTo>
                  <a:pt x="126069" y="120678"/>
                </a:lnTo>
                <a:lnTo>
                  <a:pt x="126513" y="120712"/>
                </a:lnTo>
                <a:lnTo>
                  <a:pt x="126959" y="120739"/>
                </a:lnTo>
                <a:lnTo>
                  <a:pt x="127409" y="120757"/>
                </a:lnTo>
                <a:lnTo>
                  <a:pt x="127862" y="120769"/>
                </a:lnTo>
                <a:lnTo>
                  <a:pt x="128318" y="120773"/>
                </a:lnTo>
                <a:lnTo>
                  <a:pt x="128652" y="120772"/>
                </a:lnTo>
                <a:lnTo>
                  <a:pt x="128982" y="120769"/>
                </a:lnTo>
                <a:lnTo>
                  <a:pt x="129309" y="120764"/>
                </a:lnTo>
                <a:lnTo>
                  <a:pt x="129631" y="120758"/>
                </a:lnTo>
                <a:lnTo>
                  <a:pt x="129949" y="120750"/>
                </a:lnTo>
                <a:lnTo>
                  <a:pt x="130263" y="120740"/>
                </a:lnTo>
                <a:lnTo>
                  <a:pt x="130573" y="120728"/>
                </a:lnTo>
                <a:lnTo>
                  <a:pt x="130879" y="120714"/>
                </a:lnTo>
                <a:lnTo>
                  <a:pt x="131181" y="120699"/>
                </a:lnTo>
                <a:lnTo>
                  <a:pt x="131478" y="120682"/>
                </a:lnTo>
                <a:lnTo>
                  <a:pt x="131772" y="120662"/>
                </a:lnTo>
                <a:lnTo>
                  <a:pt x="132062" y="120641"/>
                </a:lnTo>
                <a:lnTo>
                  <a:pt x="132347" y="120619"/>
                </a:lnTo>
                <a:lnTo>
                  <a:pt x="132629" y="120594"/>
                </a:lnTo>
                <a:lnTo>
                  <a:pt x="132906" y="120568"/>
                </a:lnTo>
                <a:lnTo>
                  <a:pt x="133180" y="120539"/>
                </a:lnTo>
                <a:lnTo>
                  <a:pt x="133449" y="120509"/>
                </a:lnTo>
                <a:lnTo>
                  <a:pt x="133714" y="120477"/>
                </a:lnTo>
                <a:lnTo>
                  <a:pt x="133975" y="120444"/>
                </a:lnTo>
                <a:lnTo>
                  <a:pt x="134232" y="120408"/>
                </a:lnTo>
                <a:lnTo>
                  <a:pt x="134486" y="120371"/>
                </a:lnTo>
                <a:lnTo>
                  <a:pt x="134735" y="120332"/>
                </a:lnTo>
                <a:lnTo>
                  <a:pt x="134979" y="120291"/>
                </a:lnTo>
                <a:lnTo>
                  <a:pt x="135220" y="120248"/>
                </a:lnTo>
                <a:lnTo>
                  <a:pt x="135457" y="120204"/>
                </a:lnTo>
                <a:lnTo>
                  <a:pt x="135690" y="120160"/>
                </a:lnTo>
                <a:lnTo>
                  <a:pt x="135920" y="120116"/>
                </a:lnTo>
                <a:lnTo>
                  <a:pt x="136145" y="120072"/>
                </a:lnTo>
                <a:lnTo>
                  <a:pt x="136367" y="120027"/>
                </a:lnTo>
                <a:lnTo>
                  <a:pt x="136585" y="119983"/>
                </a:lnTo>
                <a:lnTo>
                  <a:pt x="136799" y="119938"/>
                </a:lnTo>
                <a:lnTo>
                  <a:pt x="137010" y="119894"/>
                </a:lnTo>
                <a:lnTo>
                  <a:pt x="137216" y="119849"/>
                </a:lnTo>
                <a:lnTo>
                  <a:pt x="137419" y="119804"/>
                </a:lnTo>
                <a:lnTo>
                  <a:pt x="137618" y="119758"/>
                </a:lnTo>
                <a:lnTo>
                  <a:pt x="137814" y="119713"/>
                </a:lnTo>
                <a:lnTo>
                  <a:pt x="138005" y="119668"/>
                </a:lnTo>
                <a:lnTo>
                  <a:pt x="138193" y="119622"/>
                </a:lnTo>
                <a:lnTo>
                  <a:pt x="138377" y="119576"/>
                </a:lnTo>
                <a:lnTo>
                  <a:pt x="138557" y="119530"/>
                </a:lnTo>
                <a:lnTo>
                  <a:pt x="138734" y="119484"/>
                </a:lnTo>
                <a:lnTo>
                  <a:pt x="138906" y="119438"/>
                </a:lnTo>
                <a:lnTo>
                  <a:pt x="139075" y="119392"/>
                </a:lnTo>
                <a:lnTo>
                  <a:pt x="139240" y="119345"/>
                </a:lnTo>
                <a:lnTo>
                  <a:pt x="139401" y="119299"/>
                </a:lnTo>
                <a:lnTo>
                  <a:pt x="139559" y="119252"/>
                </a:lnTo>
                <a:lnTo>
                  <a:pt x="139712" y="119205"/>
                </a:lnTo>
                <a:lnTo>
                  <a:pt x="139862" y="119158"/>
                </a:lnTo>
                <a:lnTo>
                  <a:pt x="139782" y="106968"/>
                </a:lnTo>
                <a:lnTo>
                  <a:pt x="139692" y="106988"/>
                </a:lnTo>
                <a:lnTo>
                  <a:pt x="139600" y="107009"/>
                </a:lnTo>
                <a:lnTo>
                  <a:pt x="139503" y="107030"/>
                </a:lnTo>
                <a:lnTo>
                  <a:pt x="139404" y="107052"/>
                </a:lnTo>
                <a:lnTo>
                  <a:pt x="139300" y="107074"/>
                </a:lnTo>
                <a:lnTo>
                  <a:pt x="139194" y="107096"/>
                </a:lnTo>
                <a:lnTo>
                  <a:pt x="139084" y="107119"/>
                </a:lnTo>
                <a:lnTo>
                  <a:pt x="138970" y="107143"/>
                </a:lnTo>
                <a:lnTo>
                  <a:pt x="138853" y="107166"/>
                </a:lnTo>
                <a:lnTo>
                  <a:pt x="138732" y="107191"/>
                </a:lnTo>
                <a:lnTo>
                  <a:pt x="138608" y="107215"/>
                </a:lnTo>
                <a:lnTo>
                  <a:pt x="138480" y="107240"/>
                </a:lnTo>
                <a:lnTo>
                  <a:pt x="138349" y="107266"/>
                </a:lnTo>
                <a:lnTo>
                  <a:pt x="138214" y="107291"/>
                </a:lnTo>
                <a:lnTo>
                  <a:pt x="138076" y="107318"/>
                </a:lnTo>
                <a:lnTo>
                  <a:pt x="137934" y="107344"/>
                </a:lnTo>
                <a:lnTo>
                  <a:pt x="137788" y="107372"/>
                </a:lnTo>
                <a:lnTo>
                  <a:pt x="137640" y="107399"/>
                </a:lnTo>
                <a:lnTo>
                  <a:pt x="137487" y="107427"/>
                </a:lnTo>
                <a:lnTo>
                  <a:pt x="137332" y="107455"/>
                </a:lnTo>
                <a:lnTo>
                  <a:pt x="137172" y="107484"/>
                </a:lnTo>
                <a:lnTo>
                  <a:pt x="137010" y="107514"/>
                </a:lnTo>
                <a:lnTo>
                  <a:pt x="136843" y="107543"/>
                </a:lnTo>
                <a:lnTo>
                  <a:pt x="136673" y="107573"/>
                </a:lnTo>
                <a:lnTo>
                  <a:pt x="136502" y="107603"/>
                </a:lnTo>
                <a:lnTo>
                  <a:pt x="136332" y="107631"/>
                </a:lnTo>
                <a:lnTo>
                  <a:pt x="136162" y="107658"/>
                </a:lnTo>
                <a:lnTo>
                  <a:pt x="135993" y="107684"/>
                </a:lnTo>
                <a:lnTo>
                  <a:pt x="135824" y="107709"/>
                </a:lnTo>
                <a:lnTo>
                  <a:pt x="135657" y="107732"/>
                </a:lnTo>
                <a:lnTo>
                  <a:pt x="135490" y="107754"/>
                </a:lnTo>
                <a:lnTo>
                  <a:pt x="135323" y="107775"/>
                </a:lnTo>
                <a:lnTo>
                  <a:pt x="135158" y="107795"/>
                </a:lnTo>
                <a:lnTo>
                  <a:pt x="134993" y="107813"/>
                </a:lnTo>
                <a:lnTo>
                  <a:pt x="134829" y="107830"/>
                </a:lnTo>
                <a:lnTo>
                  <a:pt x="134665" y="107846"/>
                </a:lnTo>
                <a:lnTo>
                  <a:pt x="134502" y="107860"/>
                </a:lnTo>
                <a:lnTo>
                  <a:pt x="134340" y="107873"/>
                </a:lnTo>
                <a:lnTo>
                  <a:pt x="134179" y="107885"/>
                </a:lnTo>
                <a:lnTo>
                  <a:pt x="134018" y="107896"/>
                </a:lnTo>
                <a:lnTo>
                  <a:pt x="133858" y="107906"/>
                </a:lnTo>
                <a:lnTo>
                  <a:pt x="133699" y="107914"/>
                </a:lnTo>
                <a:lnTo>
                  <a:pt x="133540" y="107921"/>
                </a:lnTo>
                <a:lnTo>
                  <a:pt x="133383" y="107926"/>
                </a:lnTo>
                <a:lnTo>
                  <a:pt x="133225" y="107931"/>
                </a:lnTo>
                <a:lnTo>
                  <a:pt x="133069" y="107934"/>
                </a:lnTo>
                <a:lnTo>
                  <a:pt x="132913" y="107936"/>
                </a:lnTo>
                <a:lnTo>
                  <a:pt x="132758" y="107936"/>
                </a:lnTo>
                <a:lnTo>
                  <a:pt x="132550" y="107935"/>
                </a:lnTo>
                <a:lnTo>
                  <a:pt x="132343" y="107931"/>
                </a:lnTo>
                <a:lnTo>
                  <a:pt x="132137" y="107925"/>
                </a:lnTo>
                <a:lnTo>
                  <a:pt x="131933" y="107916"/>
                </a:lnTo>
                <a:lnTo>
                  <a:pt x="131729" y="107905"/>
                </a:lnTo>
                <a:lnTo>
                  <a:pt x="131527" y="107891"/>
                </a:lnTo>
                <a:lnTo>
                  <a:pt x="131326" y="107875"/>
                </a:lnTo>
                <a:lnTo>
                  <a:pt x="131125" y="107856"/>
                </a:lnTo>
                <a:lnTo>
                  <a:pt x="130926" y="107834"/>
                </a:lnTo>
                <a:lnTo>
                  <a:pt x="130729" y="107810"/>
                </a:lnTo>
                <a:lnTo>
                  <a:pt x="130532" y="107784"/>
                </a:lnTo>
                <a:lnTo>
                  <a:pt x="130336" y="107755"/>
                </a:lnTo>
                <a:lnTo>
                  <a:pt x="130142" y="107723"/>
                </a:lnTo>
                <a:lnTo>
                  <a:pt x="129948" y="107689"/>
                </a:lnTo>
                <a:lnTo>
                  <a:pt x="129756" y="107653"/>
                </a:lnTo>
                <a:lnTo>
                  <a:pt x="129565" y="107614"/>
                </a:lnTo>
                <a:lnTo>
                  <a:pt x="129375" y="107572"/>
                </a:lnTo>
                <a:lnTo>
                  <a:pt x="129186" y="107528"/>
                </a:lnTo>
                <a:lnTo>
                  <a:pt x="128998" y="107481"/>
                </a:lnTo>
                <a:lnTo>
                  <a:pt x="128811" y="107432"/>
                </a:lnTo>
                <a:lnTo>
                  <a:pt x="128626" y="107380"/>
                </a:lnTo>
                <a:lnTo>
                  <a:pt x="128441" y="107326"/>
                </a:lnTo>
                <a:lnTo>
                  <a:pt x="128258" y="107269"/>
                </a:lnTo>
                <a:lnTo>
                  <a:pt x="128076" y="107210"/>
                </a:lnTo>
                <a:lnTo>
                  <a:pt x="127895" y="107147"/>
                </a:lnTo>
                <a:lnTo>
                  <a:pt x="127718" y="107078"/>
                </a:lnTo>
                <a:lnTo>
                  <a:pt x="127543" y="107004"/>
                </a:lnTo>
                <a:lnTo>
                  <a:pt x="127372" y="106925"/>
                </a:lnTo>
                <a:lnTo>
                  <a:pt x="127202" y="106841"/>
                </a:lnTo>
                <a:lnTo>
                  <a:pt x="127036" y="106751"/>
                </a:lnTo>
                <a:lnTo>
                  <a:pt x="126873" y="106655"/>
                </a:lnTo>
                <a:lnTo>
                  <a:pt x="126712" y="106555"/>
                </a:lnTo>
                <a:lnTo>
                  <a:pt x="126554" y="106449"/>
                </a:lnTo>
                <a:lnTo>
                  <a:pt x="126399" y="106338"/>
                </a:lnTo>
                <a:lnTo>
                  <a:pt x="126247" y="106221"/>
                </a:lnTo>
                <a:lnTo>
                  <a:pt x="126098" y="106099"/>
                </a:lnTo>
                <a:lnTo>
                  <a:pt x="125951" y="105972"/>
                </a:lnTo>
                <a:lnTo>
                  <a:pt x="125807" y="105839"/>
                </a:lnTo>
                <a:lnTo>
                  <a:pt x="125666" y="105702"/>
                </a:lnTo>
                <a:lnTo>
                  <a:pt x="125528" y="105558"/>
                </a:lnTo>
                <a:lnTo>
                  <a:pt x="125393" y="105410"/>
                </a:lnTo>
                <a:lnTo>
                  <a:pt x="125260" y="105256"/>
                </a:lnTo>
                <a:lnTo>
                  <a:pt x="125130" y="105097"/>
                </a:lnTo>
                <a:lnTo>
                  <a:pt x="125003" y="104932"/>
                </a:lnTo>
                <a:lnTo>
                  <a:pt x="124879" y="104762"/>
                </a:lnTo>
                <a:lnTo>
                  <a:pt x="124758" y="104587"/>
                </a:lnTo>
                <a:lnTo>
                  <a:pt x="124639" y="104406"/>
                </a:lnTo>
                <a:lnTo>
                  <a:pt x="124524" y="104220"/>
                </a:lnTo>
                <a:lnTo>
                  <a:pt x="124412" y="104028"/>
                </a:lnTo>
                <a:lnTo>
                  <a:pt x="124304" y="103828"/>
                </a:lnTo>
                <a:lnTo>
                  <a:pt x="124202" y="103621"/>
                </a:lnTo>
                <a:lnTo>
                  <a:pt x="124104" y="103406"/>
                </a:lnTo>
                <a:lnTo>
                  <a:pt x="124011" y="103183"/>
                </a:lnTo>
                <a:lnTo>
                  <a:pt x="123923" y="102953"/>
                </a:lnTo>
                <a:lnTo>
                  <a:pt x="123840" y="102715"/>
                </a:lnTo>
                <a:lnTo>
                  <a:pt x="123761" y="102470"/>
                </a:lnTo>
                <a:lnTo>
                  <a:pt x="123687" y="102217"/>
                </a:lnTo>
                <a:lnTo>
                  <a:pt x="123618" y="101956"/>
                </a:lnTo>
                <a:lnTo>
                  <a:pt x="123554" y="101688"/>
                </a:lnTo>
                <a:lnTo>
                  <a:pt x="123494" y="101412"/>
                </a:lnTo>
                <a:lnTo>
                  <a:pt x="123439" y="101129"/>
                </a:lnTo>
                <a:lnTo>
                  <a:pt x="123389" y="100839"/>
                </a:lnTo>
                <a:lnTo>
                  <a:pt x="123344" y="100540"/>
                </a:lnTo>
                <a:lnTo>
                  <a:pt x="123304" y="100234"/>
                </a:lnTo>
                <a:lnTo>
                  <a:pt x="123268" y="99921"/>
                </a:lnTo>
                <a:lnTo>
                  <a:pt x="123237" y="99600"/>
                </a:lnTo>
                <a:lnTo>
                  <a:pt x="123211" y="99271"/>
                </a:lnTo>
                <a:lnTo>
                  <a:pt x="123189" y="98935"/>
                </a:lnTo>
                <a:lnTo>
                  <a:pt x="123173" y="98591"/>
                </a:lnTo>
                <a:lnTo>
                  <a:pt x="123161" y="98240"/>
                </a:lnTo>
                <a:lnTo>
                  <a:pt x="123153" y="97881"/>
                </a:lnTo>
                <a:lnTo>
                  <a:pt x="123151" y="97515"/>
                </a:lnTo>
                <a:lnTo>
                  <a:pt x="123151" y="43271"/>
                </a:lnTo>
                <a:lnTo>
                  <a:pt x="139459" y="43271"/>
                </a:lnTo>
                <a:lnTo>
                  <a:pt x="139459" y="31808"/>
                </a:lnTo>
                <a:lnTo>
                  <a:pt x="123151" y="31808"/>
                </a:lnTo>
                <a:lnTo>
                  <a:pt x="123151" y="10495"/>
                </a:lnTo>
                <a:lnTo>
                  <a:pt x="108216" y="10495"/>
                </a:lnTo>
                <a:lnTo>
                  <a:pt x="108216" y="31808"/>
                </a:lnTo>
                <a:close/>
                <a:moveTo>
                  <a:pt x="69669" y="91317"/>
                </a:moveTo>
                <a:lnTo>
                  <a:pt x="69623" y="91771"/>
                </a:lnTo>
                <a:lnTo>
                  <a:pt x="69567" y="92219"/>
                </a:lnTo>
                <a:lnTo>
                  <a:pt x="69500" y="92662"/>
                </a:lnTo>
                <a:lnTo>
                  <a:pt x="69424" y="93100"/>
                </a:lnTo>
                <a:lnTo>
                  <a:pt x="69337" y="93532"/>
                </a:lnTo>
                <a:lnTo>
                  <a:pt x="69239" y="93959"/>
                </a:lnTo>
                <a:lnTo>
                  <a:pt x="69132" y="94381"/>
                </a:lnTo>
                <a:lnTo>
                  <a:pt x="69014" y="94798"/>
                </a:lnTo>
                <a:lnTo>
                  <a:pt x="68886" y="95209"/>
                </a:lnTo>
                <a:lnTo>
                  <a:pt x="68748" y="95614"/>
                </a:lnTo>
                <a:lnTo>
                  <a:pt x="68600" y="96015"/>
                </a:lnTo>
                <a:lnTo>
                  <a:pt x="68441" y="96410"/>
                </a:lnTo>
                <a:lnTo>
                  <a:pt x="68273" y="96800"/>
                </a:lnTo>
                <a:lnTo>
                  <a:pt x="68094" y="97184"/>
                </a:lnTo>
                <a:lnTo>
                  <a:pt x="67904" y="97563"/>
                </a:lnTo>
                <a:lnTo>
                  <a:pt x="67705" y="97937"/>
                </a:lnTo>
                <a:lnTo>
                  <a:pt x="67495" y="98306"/>
                </a:lnTo>
                <a:lnTo>
                  <a:pt x="67275" y="98669"/>
                </a:lnTo>
                <a:lnTo>
                  <a:pt x="67045" y="99027"/>
                </a:lnTo>
                <a:lnTo>
                  <a:pt x="66804" y="99379"/>
                </a:lnTo>
                <a:lnTo>
                  <a:pt x="66554" y="99726"/>
                </a:lnTo>
                <a:lnTo>
                  <a:pt x="66294" y="100065"/>
                </a:lnTo>
                <a:lnTo>
                  <a:pt x="66025" y="100398"/>
                </a:lnTo>
                <a:lnTo>
                  <a:pt x="65747" y="100725"/>
                </a:lnTo>
                <a:lnTo>
                  <a:pt x="65459" y="101044"/>
                </a:lnTo>
                <a:lnTo>
                  <a:pt x="65162" y="101357"/>
                </a:lnTo>
                <a:lnTo>
                  <a:pt x="64855" y="101663"/>
                </a:lnTo>
                <a:lnTo>
                  <a:pt x="64539" y="101962"/>
                </a:lnTo>
                <a:lnTo>
                  <a:pt x="64214" y="102255"/>
                </a:lnTo>
                <a:lnTo>
                  <a:pt x="63879" y="102541"/>
                </a:lnTo>
                <a:lnTo>
                  <a:pt x="63535" y="102820"/>
                </a:lnTo>
                <a:lnTo>
                  <a:pt x="63182" y="103093"/>
                </a:lnTo>
                <a:lnTo>
                  <a:pt x="62819" y="103358"/>
                </a:lnTo>
                <a:lnTo>
                  <a:pt x="62446" y="103617"/>
                </a:lnTo>
                <a:lnTo>
                  <a:pt x="62065" y="103870"/>
                </a:lnTo>
                <a:lnTo>
                  <a:pt x="61674" y="104115"/>
                </a:lnTo>
                <a:lnTo>
                  <a:pt x="61273" y="104354"/>
                </a:lnTo>
                <a:lnTo>
                  <a:pt x="60863" y="104586"/>
                </a:lnTo>
                <a:lnTo>
                  <a:pt x="60444" y="104812"/>
                </a:lnTo>
                <a:lnTo>
                  <a:pt x="60015" y="105030"/>
                </a:lnTo>
                <a:lnTo>
                  <a:pt x="59577" y="105242"/>
                </a:lnTo>
                <a:lnTo>
                  <a:pt x="59130" y="105447"/>
                </a:lnTo>
                <a:lnTo>
                  <a:pt x="58673" y="105646"/>
                </a:lnTo>
                <a:lnTo>
                  <a:pt x="58207" y="105838"/>
                </a:lnTo>
                <a:lnTo>
                  <a:pt x="57731" y="106022"/>
                </a:lnTo>
                <a:lnTo>
                  <a:pt x="57247" y="106199"/>
                </a:lnTo>
                <a:lnTo>
                  <a:pt x="56755" y="106367"/>
                </a:lnTo>
                <a:lnTo>
                  <a:pt x="56253" y="106528"/>
                </a:lnTo>
                <a:lnTo>
                  <a:pt x="55743" y="106681"/>
                </a:lnTo>
                <a:lnTo>
                  <a:pt x="55225" y="106826"/>
                </a:lnTo>
                <a:lnTo>
                  <a:pt x="54697" y="106964"/>
                </a:lnTo>
                <a:lnTo>
                  <a:pt x="54161" y="107093"/>
                </a:lnTo>
                <a:lnTo>
                  <a:pt x="53616" y="107215"/>
                </a:lnTo>
                <a:lnTo>
                  <a:pt x="53063" y="107329"/>
                </a:lnTo>
                <a:lnTo>
                  <a:pt x="52501" y="107435"/>
                </a:lnTo>
                <a:lnTo>
                  <a:pt x="51930" y="107533"/>
                </a:lnTo>
                <a:lnTo>
                  <a:pt x="51350" y="107623"/>
                </a:lnTo>
                <a:lnTo>
                  <a:pt x="50762" y="107706"/>
                </a:lnTo>
                <a:lnTo>
                  <a:pt x="50165" y="107780"/>
                </a:lnTo>
                <a:lnTo>
                  <a:pt x="49559" y="107847"/>
                </a:lnTo>
                <a:lnTo>
                  <a:pt x="48945" y="107906"/>
                </a:lnTo>
                <a:lnTo>
                  <a:pt x="48322" y="107957"/>
                </a:lnTo>
                <a:lnTo>
                  <a:pt x="47690" y="108000"/>
                </a:lnTo>
                <a:lnTo>
                  <a:pt x="47050" y="108035"/>
                </a:lnTo>
                <a:lnTo>
                  <a:pt x="46401" y="108063"/>
                </a:lnTo>
                <a:lnTo>
                  <a:pt x="45743" y="108082"/>
                </a:lnTo>
                <a:lnTo>
                  <a:pt x="45077" y="108094"/>
                </a:lnTo>
                <a:lnTo>
                  <a:pt x="44402" y="108098"/>
                </a:lnTo>
                <a:lnTo>
                  <a:pt x="43932" y="108096"/>
                </a:lnTo>
                <a:lnTo>
                  <a:pt x="43463" y="108089"/>
                </a:lnTo>
                <a:lnTo>
                  <a:pt x="42996" y="108077"/>
                </a:lnTo>
                <a:lnTo>
                  <a:pt x="42530" y="108061"/>
                </a:lnTo>
                <a:lnTo>
                  <a:pt x="42066" y="108040"/>
                </a:lnTo>
                <a:lnTo>
                  <a:pt x="41604" y="108015"/>
                </a:lnTo>
                <a:lnTo>
                  <a:pt x="41143" y="107985"/>
                </a:lnTo>
                <a:lnTo>
                  <a:pt x="40684" y="107950"/>
                </a:lnTo>
                <a:lnTo>
                  <a:pt x="40226" y="107911"/>
                </a:lnTo>
                <a:lnTo>
                  <a:pt x="39770" y="107867"/>
                </a:lnTo>
                <a:lnTo>
                  <a:pt x="39315" y="107818"/>
                </a:lnTo>
                <a:lnTo>
                  <a:pt x="38862" y="107765"/>
                </a:lnTo>
                <a:lnTo>
                  <a:pt x="38410" y="107707"/>
                </a:lnTo>
                <a:lnTo>
                  <a:pt x="37960" y="107645"/>
                </a:lnTo>
                <a:lnTo>
                  <a:pt x="37511" y="107578"/>
                </a:lnTo>
                <a:lnTo>
                  <a:pt x="37064" y="107506"/>
                </a:lnTo>
                <a:lnTo>
                  <a:pt x="36619" y="107430"/>
                </a:lnTo>
                <a:lnTo>
                  <a:pt x="36175" y="107349"/>
                </a:lnTo>
                <a:lnTo>
                  <a:pt x="35732" y="107263"/>
                </a:lnTo>
                <a:lnTo>
                  <a:pt x="35292" y="107173"/>
                </a:lnTo>
                <a:lnTo>
                  <a:pt x="34852" y="107078"/>
                </a:lnTo>
                <a:lnTo>
                  <a:pt x="34414" y="106979"/>
                </a:lnTo>
                <a:lnTo>
                  <a:pt x="33978" y="106875"/>
                </a:lnTo>
                <a:lnTo>
                  <a:pt x="33543" y="106766"/>
                </a:lnTo>
                <a:lnTo>
                  <a:pt x="33112" y="106652"/>
                </a:lnTo>
                <a:lnTo>
                  <a:pt x="32683" y="106534"/>
                </a:lnTo>
                <a:lnTo>
                  <a:pt x="32259" y="106410"/>
                </a:lnTo>
                <a:lnTo>
                  <a:pt x="31839" y="106280"/>
                </a:lnTo>
                <a:lnTo>
                  <a:pt x="31423" y="106146"/>
                </a:lnTo>
                <a:lnTo>
                  <a:pt x="31011" y="106007"/>
                </a:lnTo>
                <a:lnTo>
                  <a:pt x="30602" y="105862"/>
                </a:lnTo>
                <a:lnTo>
                  <a:pt x="30198" y="105712"/>
                </a:lnTo>
                <a:lnTo>
                  <a:pt x="29797" y="105557"/>
                </a:lnTo>
                <a:lnTo>
                  <a:pt x="29400" y="105397"/>
                </a:lnTo>
                <a:lnTo>
                  <a:pt x="29008" y="105231"/>
                </a:lnTo>
                <a:lnTo>
                  <a:pt x="28619" y="105060"/>
                </a:lnTo>
                <a:lnTo>
                  <a:pt x="28234" y="104885"/>
                </a:lnTo>
                <a:lnTo>
                  <a:pt x="27853" y="104704"/>
                </a:lnTo>
                <a:lnTo>
                  <a:pt x="27476" y="104517"/>
                </a:lnTo>
                <a:lnTo>
                  <a:pt x="27103" y="104326"/>
                </a:lnTo>
                <a:lnTo>
                  <a:pt x="26734" y="104129"/>
                </a:lnTo>
                <a:lnTo>
                  <a:pt x="26369" y="103928"/>
                </a:lnTo>
                <a:lnTo>
                  <a:pt x="26007" y="103721"/>
                </a:lnTo>
                <a:lnTo>
                  <a:pt x="25650" y="103509"/>
                </a:lnTo>
                <a:lnTo>
                  <a:pt x="25296" y="103291"/>
                </a:lnTo>
                <a:lnTo>
                  <a:pt x="24947" y="103069"/>
                </a:lnTo>
                <a:lnTo>
                  <a:pt x="24601" y="102841"/>
                </a:lnTo>
                <a:lnTo>
                  <a:pt x="24259" y="102608"/>
                </a:lnTo>
                <a:lnTo>
                  <a:pt x="23923" y="102370"/>
                </a:lnTo>
                <a:lnTo>
                  <a:pt x="23592" y="102127"/>
                </a:lnTo>
                <a:lnTo>
                  <a:pt x="23267" y="101879"/>
                </a:lnTo>
                <a:lnTo>
                  <a:pt x="22949" y="101625"/>
                </a:lnTo>
                <a:lnTo>
                  <a:pt x="22636" y="101366"/>
                </a:lnTo>
                <a:lnTo>
                  <a:pt x="22330" y="101102"/>
                </a:lnTo>
                <a:lnTo>
                  <a:pt x="22029" y="100833"/>
                </a:lnTo>
                <a:lnTo>
                  <a:pt x="21734" y="100559"/>
                </a:lnTo>
                <a:lnTo>
                  <a:pt x="21446" y="100279"/>
                </a:lnTo>
                <a:lnTo>
                  <a:pt x="21163" y="99994"/>
                </a:lnTo>
                <a:lnTo>
                  <a:pt x="20887" y="99704"/>
                </a:lnTo>
                <a:lnTo>
                  <a:pt x="20617" y="99409"/>
                </a:lnTo>
                <a:lnTo>
                  <a:pt x="20352" y="99109"/>
                </a:lnTo>
                <a:lnTo>
                  <a:pt x="20094" y="98804"/>
                </a:lnTo>
                <a:lnTo>
                  <a:pt x="19841" y="98493"/>
                </a:lnTo>
                <a:lnTo>
                  <a:pt x="19595" y="98177"/>
                </a:lnTo>
                <a:lnTo>
                  <a:pt x="19355" y="97856"/>
                </a:lnTo>
                <a:lnTo>
                  <a:pt x="19120" y="97530"/>
                </a:lnTo>
                <a:lnTo>
                  <a:pt x="18892" y="97198"/>
                </a:lnTo>
                <a:lnTo>
                  <a:pt x="18670" y="96862"/>
                </a:lnTo>
                <a:lnTo>
                  <a:pt x="18454" y="96520"/>
                </a:lnTo>
                <a:lnTo>
                  <a:pt x="18244" y="96173"/>
                </a:lnTo>
                <a:lnTo>
                  <a:pt x="18040" y="95821"/>
                </a:lnTo>
                <a:lnTo>
                  <a:pt x="17841" y="95464"/>
                </a:lnTo>
                <a:lnTo>
                  <a:pt x="17650" y="95101"/>
                </a:lnTo>
                <a:lnTo>
                  <a:pt x="17467" y="94732"/>
                </a:lnTo>
                <a:lnTo>
                  <a:pt x="17293" y="94357"/>
                </a:lnTo>
                <a:lnTo>
                  <a:pt x="17126" y="93976"/>
                </a:lnTo>
                <a:lnTo>
                  <a:pt x="16968" y="93589"/>
                </a:lnTo>
                <a:lnTo>
                  <a:pt x="16817" y="93196"/>
                </a:lnTo>
                <a:lnTo>
                  <a:pt x="16675" y="92797"/>
                </a:lnTo>
                <a:lnTo>
                  <a:pt x="16541" y="92391"/>
                </a:lnTo>
                <a:lnTo>
                  <a:pt x="16415" y="91980"/>
                </a:lnTo>
                <a:lnTo>
                  <a:pt x="16297" y="91563"/>
                </a:lnTo>
                <a:lnTo>
                  <a:pt x="16187" y="91140"/>
                </a:lnTo>
                <a:lnTo>
                  <a:pt x="16086" y="90711"/>
                </a:lnTo>
                <a:lnTo>
                  <a:pt x="15992" y="90275"/>
                </a:lnTo>
                <a:lnTo>
                  <a:pt x="15907" y="89834"/>
                </a:lnTo>
                <a:lnTo>
                  <a:pt x="15829" y="89387"/>
                </a:lnTo>
                <a:lnTo>
                  <a:pt x="15760" y="88933"/>
                </a:lnTo>
                <a:lnTo>
                  <a:pt x="15699" y="88474"/>
                </a:lnTo>
                <a:lnTo>
                  <a:pt x="15647" y="88009"/>
                </a:lnTo>
                <a:lnTo>
                  <a:pt x="15602" y="87537"/>
                </a:lnTo>
                <a:lnTo>
                  <a:pt x="15565" y="87060"/>
                </a:lnTo>
                <a:lnTo>
                  <a:pt x="15537" y="86576"/>
                </a:lnTo>
                <a:lnTo>
                  <a:pt x="15516" y="86087"/>
                </a:lnTo>
                <a:lnTo>
                  <a:pt x="15504" y="85591"/>
                </a:lnTo>
                <a:lnTo>
                  <a:pt x="15500" y="85090"/>
                </a:lnTo>
                <a:lnTo>
                  <a:pt x="0" y="85090"/>
                </a:lnTo>
                <a:lnTo>
                  <a:pt x="7" y="85819"/>
                </a:lnTo>
                <a:lnTo>
                  <a:pt x="27" y="86542"/>
                </a:lnTo>
                <a:lnTo>
                  <a:pt x="60" y="87256"/>
                </a:lnTo>
                <a:lnTo>
                  <a:pt x="107" y="87964"/>
                </a:lnTo>
                <a:lnTo>
                  <a:pt x="166" y="88663"/>
                </a:lnTo>
                <a:lnTo>
                  <a:pt x="240" y="89356"/>
                </a:lnTo>
                <a:lnTo>
                  <a:pt x="326" y="90041"/>
                </a:lnTo>
                <a:lnTo>
                  <a:pt x="426" y="90719"/>
                </a:lnTo>
                <a:lnTo>
                  <a:pt x="539" y="91389"/>
                </a:lnTo>
                <a:lnTo>
                  <a:pt x="666" y="92051"/>
                </a:lnTo>
                <a:lnTo>
                  <a:pt x="806" y="92707"/>
                </a:lnTo>
                <a:lnTo>
                  <a:pt x="959" y="93355"/>
                </a:lnTo>
                <a:lnTo>
                  <a:pt x="1125" y="93995"/>
                </a:lnTo>
                <a:lnTo>
                  <a:pt x="1305" y="94628"/>
                </a:lnTo>
                <a:lnTo>
                  <a:pt x="1498" y="95254"/>
                </a:lnTo>
                <a:lnTo>
                  <a:pt x="1704" y="95872"/>
                </a:lnTo>
                <a:lnTo>
                  <a:pt x="1924" y="96483"/>
                </a:lnTo>
                <a:lnTo>
                  <a:pt x="2157" y="97086"/>
                </a:lnTo>
                <a:lnTo>
                  <a:pt x="2403" y="97682"/>
                </a:lnTo>
                <a:lnTo>
                  <a:pt x="2663" y="98270"/>
                </a:lnTo>
                <a:lnTo>
                  <a:pt x="2936" y="98851"/>
                </a:lnTo>
                <a:lnTo>
                  <a:pt x="3222" y="99425"/>
                </a:lnTo>
                <a:lnTo>
                  <a:pt x="3522" y="99991"/>
                </a:lnTo>
                <a:lnTo>
                  <a:pt x="3835" y="100550"/>
                </a:lnTo>
                <a:lnTo>
                  <a:pt x="4159" y="101101"/>
                </a:lnTo>
                <a:lnTo>
                  <a:pt x="4492" y="101645"/>
                </a:lnTo>
                <a:lnTo>
                  <a:pt x="4834" y="102181"/>
                </a:lnTo>
                <a:lnTo>
                  <a:pt x="5185" y="102710"/>
                </a:lnTo>
                <a:lnTo>
                  <a:pt x="5545" y="103232"/>
                </a:lnTo>
                <a:lnTo>
                  <a:pt x="5913" y="103746"/>
                </a:lnTo>
                <a:lnTo>
                  <a:pt x="6291" y="104253"/>
                </a:lnTo>
                <a:lnTo>
                  <a:pt x="6678" y="104752"/>
                </a:lnTo>
                <a:lnTo>
                  <a:pt x="7074" y="105244"/>
                </a:lnTo>
                <a:lnTo>
                  <a:pt x="7479" y="105728"/>
                </a:lnTo>
                <a:lnTo>
                  <a:pt x="7893" y="106205"/>
                </a:lnTo>
                <a:lnTo>
                  <a:pt x="8315" y="106675"/>
                </a:lnTo>
                <a:lnTo>
                  <a:pt x="8747" y="107137"/>
                </a:lnTo>
                <a:lnTo>
                  <a:pt x="9188" y="107592"/>
                </a:lnTo>
                <a:lnTo>
                  <a:pt x="9637" y="108039"/>
                </a:lnTo>
                <a:lnTo>
                  <a:pt x="10096" y="108479"/>
                </a:lnTo>
                <a:lnTo>
                  <a:pt x="10563" y="108912"/>
                </a:lnTo>
                <a:lnTo>
                  <a:pt x="11040" y="109337"/>
                </a:lnTo>
                <a:lnTo>
                  <a:pt x="11525" y="109754"/>
                </a:lnTo>
                <a:lnTo>
                  <a:pt x="12020" y="110164"/>
                </a:lnTo>
                <a:lnTo>
                  <a:pt x="12523" y="110567"/>
                </a:lnTo>
                <a:lnTo>
                  <a:pt x="13036" y="110962"/>
                </a:lnTo>
                <a:lnTo>
                  <a:pt x="13557" y="111350"/>
                </a:lnTo>
                <a:lnTo>
                  <a:pt x="14087" y="111731"/>
                </a:lnTo>
                <a:lnTo>
                  <a:pt x="14625" y="112104"/>
                </a:lnTo>
                <a:lnTo>
                  <a:pt x="15167" y="112469"/>
                </a:lnTo>
                <a:lnTo>
                  <a:pt x="15715" y="112826"/>
                </a:lnTo>
                <a:lnTo>
                  <a:pt x="16267" y="113175"/>
                </a:lnTo>
                <a:lnTo>
                  <a:pt x="16825" y="113516"/>
                </a:lnTo>
                <a:lnTo>
                  <a:pt x="17387" y="113850"/>
                </a:lnTo>
                <a:lnTo>
                  <a:pt x="17955" y="114176"/>
                </a:lnTo>
                <a:lnTo>
                  <a:pt x="18528" y="114494"/>
                </a:lnTo>
                <a:lnTo>
                  <a:pt x="19105" y="114804"/>
                </a:lnTo>
                <a:lnTo>
                  <a:pt x="19688" y="115106"/>
                </a:lnTo>
                <a:lnTo>
                  <a:pt x="20276" y="115400"/>
                </a:lnTo>
                <a:lnTo>
                  <a:pt x="20869" y="115687"/>
                </a:lnTo>
                <a:lnTo>
                  <a:pt x="21467" y="115965"/>
                </a:lnTo>
                <a:lnTo>
                  <a:pt x="22070" y="116236"/>
                </a:lnTo>
                <a:lnTo>
                  <a:pt x="22678" y="116499"/>
                </a:lnTo>
                <a:lnTo>
                  <a:pt x="23291" y="116754"/>
                </a:lnTo>
                <a:lnTo>
                  <a:pt x="23909" y="117001"/>
                </a:lnTo>
                <a:lnTo>
                  <a:pt x="24532" y="117241"/>
                </a:lnTo>
                <a:lnTo>
                  <a:pt x="25160" y="117472"/>
                </a:lnTo>
                <a:lnTo>
                  <a:pt x="25793" y="117696"/>
                </a:lnTo>
                <a:lnTo>
                  <a:pt x="26432" y="117912"/>
                </a:lnTo>
                <a:lnTo>
                  <a:pt x="27075" y="118120"/>
                </a:lnTo>
                <a:lnTo>
                  <a:pt x="27723" y="118320"/>
                </a:lnTo>
                <a:lnTo>
                  <a:pt x="28377" y="118512"/>
                </a:lnTo>
                <a:lnTo>
                  <a:pt x="29033" y="118697"/>
                </a:lnTo>
                <a:lnTo>
                  <a:pt x="29691" y="118873"/>
                </a:lnTo>
                <a:lnTo>
                  <a:pt x="30349" y="119042"/>
                </a:lnTo>
                <a:lnTo>
                  <a:pt x="31008" y="119203"/>
                </a:lnTo>
                <a:lnTo>
                  <a:pt x="31669" y="119356"/>
                </a:lnTo>
                <a:lnTo>
                  <a:pt x="32330" y="119501"/>
                </a:lnTo>
                <a:lnTo>
                  <a:pt x="32992" y="119638"/>
                </a:lnTo>
                <a:lnTo>
                  <a:pt x="33656" y="119768"/>
                </a:lnTo>
                <a:lnTo>
                  <a:pt x="34320" y="119890"/>
                </a:lnTo>
                <a:lnTo>
                  <a:pt x="34985" y="120003"/>
                </a:lnTo>
                <a:lnTo>
                  <a:pt x="35651" y="120109"/>
                </a:lnTo>
                <a:lnTo>
                  <a:pt x="36319" y="120208"/>
                </a:lnTo>
                <a:lnTo>
                  <a:pt x="36987" y="120298"/>
                </a:lnTo>
                <a:lnTo>
                  <a:pt x="37656" y="120380"/>
                </a:lnTo>
                <a:lnTo>
                  <a:pt x="38326" y="120455"/>
                </a:lnTo>
                <a:lnTo>
                  <a:pt x="38997" y="120521"/>
                </a:lnTo>
                <a:lnTo>
                  <a:pt x="39669" y="120580"/>
                </a:lnTo>
                <a:lnTo>
                  <a:pt x="40342" y="120631"/>
                </a:lnTo>
                <a:lnTo>
                  <a:pt x="41017" y="120675"/>
                </a:lnTo>
                <a:lnTo>
                  <a:pt x="41692" y="120710"/>
                </a:lnTo>
                <a:lnTo>
                  <a:pt x="42368" y="120737"/>
                </a:lnTo>
                <a:lnTo>
                  <a:pt x="43045" y="120757"/>
                </a:lnTo>
                <a:lnTo>
                  <a:pt x="43723" y="120769"/>
                </a:lnTo>
                <a:lnTo>
                  <a:pt x="44402" y="120773"/>
                </a:lnTo>
                <a:lnTo>
                  <a:pt x="45172" y="120769"/>
                </a:lnTo>
                <a:lnTo>
                  <a:pt x="45937" y="120757"/>
                </a:lnTo>
                <a:lnTo>
                  <a:pt x="46696" y="120738"/>
                </a:lnTo>
                <a:lnTo>
                  <a:pt x="47448" y="120711"/>
                </a:lnTo>
                <a:lnTo>
                  <a:pt x="48195" y="120676"/>
                </a:lnTo>
                <a:lnTo>
                  <a:pt x="48935" y="120634"/>
                </a:lnTo>
                <a:lnTo>
                  <a:pt x="49670" y="120584"/>
                </a:lnTo>
                <a:lnTo>
                  <a:pt x="50398" y="120526"/>
                </a:lnTo>
                <a:lnTo>
                  <a:pt x="51121" y="120460"/>
                </a:lnTo>
                <a:lnTo>
                  <a:pt x="51837" y="120387"/>
                </a:lnTo>
                <a:lnTo>
                  <a:pt x="52547" y="120306"/>
                </a:lnTo>
                <a:lnTo>
                  <a:pt x="53252" y="120218"/>
                </a:lnTo>
                <a:lnTo>
                  <a:pt x="53950" y="120121"/>
                </a:lnTo>
                <a:lnTo>
                  <a:pt x="54642" y="120017"/>
                </a:lnTo>
                <a:lnTo>
                  <a:pt x="55329" y="119905"/>
                </a:lnTo>
                <a:lnTo>
                  <a:pt x="56009" y="119786"/>
                </a:lnTo>
                <a:lnTo>
                  <a:pt x="56683" y="119659"/>
                </a:lnTo>
                <a:lnTo>
                  <a:pt x="57351" y="119524"/>
                </a:lnTo>
                <a:lnTo>
                  <a:pt x="58014" y="119381"/>
                </a:lnTo>
                <a:lnTo>
                  <a:pt x="58670" y="119231"/>
                </a:lnTo>
                <a:lnTo>
                  <a:pt x="59320" y="119073"/>
                </a:lnTo>
                <a:lnTo>
                  <a:pt x="59964" y="118907"/>
                </a:lnTo>
                <a:lnTo>
                  <a:pt x="60602" y="118734"/>
                </a:lnTo>
                <a:lnTo>
                  <a:pt x="61234" y="118553"/>
                </a:lnTo>
                <a:lnTo>
                  <a:pt x="61859" y="118364"/>
                </a:lnTo>
                <a:lnTo>
                  <a:pt x="62477" y="118169"/>
                </a:lnTo>
                <a:lnTo>
                  <a:pt x="63088" y="117968"/>
                </a:lnTo>
                <a:lnTo>
                  <a:pt x="63691" y="117760"/>
                </a:lnTo>
                <a:lnTo>
                  <a:pt x="64286" y="117545"/>
                </a:lnTo>
                <a:lnTo>
                  <a:pt x="64874" y="117324"/>
                </a:lnTo>
                <a:lnTo>
                  <a:pt x="65455" y="117096"/>
                </a:lnTo>
                <a:lnTo>
                  <a:pt x="66028" y="116862"/>
                </a:lnTo>
                <a:lnTo>
                  <a:pt x="66594" y="116621"/>
                </a:lnTo>
                <a:lnTo>
                  <a:pt x="67153" y="116373"/>
                </a:lnTo>
                <a:lnTo>
                  <a:pt x="67704" y="116119"/>
                </a:lnTo>
                <a:lnTo>
                  <a:pt x="68247" y="115858"/>
                </a:lnTo>
                <a:lnTo>
                  <a:pt x="68784" y="115591"/>
                </a:lnTo>
                <a:lnTo>
                  <a:pt x="69312" y="115317"/>
                </a:lnTo>
                <a:lnTo>
                  <a:pt x="69834" y="115036"/>
                </a:lnTo>
                <a:lnTo>
                  <a:pt x="70348" y="114749"/>
                </a:lnTo>
                <a:lnTo>
                  <a:pt x="70854" y="114456"/>
                </a:lnTo>
                <a:lnTo>
                  <a:pt x="71353" y="114155"/>
                </a:lnTo>
                <a:lnTo>
                  <a:pt x="71845" y="113848"/>
                </a:lnTo>
                <a:lnTo>
                  <a:pt x="72329" y="113535"/>
                </a:lnTo>
                <a:lnTo>
                  <a:pt x="72806" y="113215"/>
                </a:lnTo>
                <a:lnTo>
                  <a:pt x="73275" y="112888"/>
                </a:lnTo>
                <a:lnTo>
                  <a:pt x="73737" y="112555"/>
                </a:lnTo>
                <a:lnTo>
                  <a:pt x="74191" y="112215"/>
                </a:lnTo>
                <a:lnTo>
                  <a:pt x="74638" y="111869"/>
                </a:lnTo>
                <a:lnTo>
                  <a:pt x="75075" y="111517"/>
                </a:lnTo>
                <a:lnTo>
                  <a:pt x="75504" y="111159"/>
                </a:lnTo>
                <a:lnTo>
                  <a:pt x="75925" y="110796"/>
                </a:lnTo>
                <a:lnTo>
                  <a:pt x="76336" y="110426"/>
                </a:lnTo>
                <a:lnTo>
                  <a:pt x="76739" y="110051"/>
                </a:lnTo>
                <a:lnTo>
                  <a:pt x="77134" y="109669"/>
                </a:lnTo>
                <a:lnTo>
                  <a:pt x="77519" y="109282"/>
                </a:lnTo>
                <a:lnTo>
                  <a:pt x="77896" y="108889"/>
                </a:lnTo>
                <a:lnTo>
                  <a:pt x="78264" y="108490"/>
                </a:lnTo>
                <a:lnTo>
                  <a:pt x="78624" y="108085"/>
                </a:lnTo>
                <a:lnTo>
                  <a:pt x="78974" y="107674"/>
                </a:lnTo>
                <a:lnTo>
                  <a:pt x="79317" y="107257"/>
                </a:lnTo>
                <a:lnTo>
                  <a:pt x="79650" y="106835"/>
                </a:lnTo>
                <a:lnTo>
                  <a:pt x="79975" y="106406"/>
                </a:lnTo>
                <a:lnTo>
                  <a:pt x="80291" y="105972"/>
                </a:lnTo>
                <a:lnTo>
                  <a:pt x="80598" y="105532"/>
                </a:lnTo>
                <a:lnTo>
                  <a:pt x="80897" y="105086"/>
                </a:lnTo>
                <a:lnTo>
                  <a:pt x="81187" y="104634"/>
                </a:lnTo>
                <a:lnTo>
                  <a:pt x="81468" y="104176"/>
                </a:lnTo>
                <a:lnTo>
                  <a:pt x="81741" y="103712"/>
                </a:lnTo>
                <a:lnTo>
                  <a:pt x="82005" y="103242"/>
                </a:lnTo>
                <a:lnTo>
                  <a:pt x="82260" y="102767"/>
                </a:lnTo>
                <a:lnTo>
                  <a:pt x="82506" y="102285"/>
                </a:lnTo>
                <a:lnTo>
                  <a:pt x="82744" y="101799"/>
                </a:lnTo>
                <a:lnTo>
                  <a:pt x="82971" y="101307"/>
                </a:lnTo>
                <a:lnTo>
                  <a:pt x="83188" y="100811"/>
                </a:lnTo>
                <a:lnTo>
                  <a:pt x="83394" y="100310"/>
                </a:lnTo>
                <a:lnTo>
                  <a:pt x="83591" y="99804"/>
                </a:lnTo>
                <a:lnTo>
                  <a:pt x="83778" y="99293"/>
                </a:lnTo>
                <a:lnTo>
                  <a:pt x="83955" y="98778"/>
                </a:lnTo>
                <a:lnTo>
                  <a:pt x="84121" y="98258"/>
                </a:lnTo>
                <a:lnTo>
                  <a:pt x="84277" y="97733"/>
                </a:lnTo>
                <a:lnTo>
                  <a:pt x="84424" y="97203"/>
                </a:lnTo>
                <a:lnTo>
                  <a:pt x="84560" y="96669"/>
                </a:lnTo>
                <a:lnTo>
                  <a:pt x="84686" y="96130"/>
                </a:lnTo>
                <a:lnTo>
                  <a:pt x="84802" y="95586"/>
                </a:lnTo>
                <a:lnTo>
                  <a:pt x="84908" y="95037"/>
                </a:lnTo>
                <a:lnTo>
                  <a:pt x="85004" y="94484"/>
                </a:lnTo>
                <a:lnTo>
                  <a:pt x="85090" y="93925"/>
                </a:lnTo>
                <a:lnTo>
                  <a:pt x="85165" y="93362"/>
                </a:lnTo>
                <a:lnTo>
                  <a:pt x="85231" y="92795"/>
                </a:lnTo>
                <a:lnTo>
                  <a:pt x="85287" y="92222"/>
                </a:lnTo>
                <a:lnTo>
                  <a:pt x="85332" y="91645"/>
                </a:lnTo>
                <a:lnTo>
                  <a:pt x="85367" y="91063"/>
                </a:lnTo>
                <a:lnTo>
                  <a:pt x="85393" y="90476"/>
                </a:lnTo>
                <a:lnTo>
                  <a:pt x="85408" y="89884"/>
                </a:lnTo>
                <a:lnTo>
                  <a:pt x="85413" y="89288"/>
                </a:lnTo>
                <a:lnTo>
                  <a:pt x="85409" y="88718"/>
                </a:lnTo>
                <a:lnTo>
                  <a:pt x="85397" y="88154"/>
                </a:lnTo>
                <a:lnTo>
                  <a:pt x="85377" y="87594"/>
                </a:lnTo>
                <a:lnTo>
                  <a:pt x="85349" y="87040"/>
                </a:lnTo>
                <a:lnTo>
                  <a:pt x="85313" y="86490"/>
                </a:lnTo>
                <a:lnTo>
                  <a:pt x="85269" y="85945"/>
                </a:lnTo>
                <a:lnTo>
                  <a:pt x="85217" y="85405"/>
                </a:lnTo>
                <a:lnTo>
                  <a:pt x="85157" y="84870"/>
                </a:lnTo>
                <a:lnTo>
                  <a:pt x="85089" y="84340"/>
                </a:lnTo>
                <a:lnTo>
                  <a:pt x="85013" y="83815"/>
                </a:lnTo>
                <a:lnTo>
                  <a:pt x="84929" y="83294"/>
                </a:lnTo>
                <a:lnTo>
                  <a:pt x="84838" y="82779"/>
                </a:lnTo>
                <a:lnTo>
                  <a:pt x="84738" y="82268"/>
                </a:lnTo>
                <a:lnTo>
                  <a:pt x="84630" y="81763"/>
                </a:lnTo>
                <a:lnTo>
                  <a:pt x="84514" y="81262"/>
                </a:lnTo>
                <a:lnTo>
                  <a:pt x="84390" y="80766"/>
                </a:lnTo>
                <a:lnTo>
                  <a:pt x="84258" y="80275"/>
                </a:lnTo>
                <a:lnTo>
                  <a:pt x="84119" y="79789"/>
                </a:lnTo>
                <a:lnTo>
                  <a:pt x="83971" y="79308"/>
                </a:lnTo>
                <a:lnTo>
                  <a:pt x="83815" y="78832"/>
                </a:lnTo>
                <a:lnTo>
                  <a:pt x="83651" y="78361"/>
                </a:lnTo>
                <a:lnTo>
                  <a:pt x="83479" y="77894"/>
                </a:lnTo>
                <a:lnTo>
                  <a:pt x="83300" y="77433"/>
                </a:lnTo>
                <a:lnTo>
                  <a:pt x="83112" y="76976"/>
                </a:lnTo>
                <a:lnTo>
                  <a:pt x="82916" y="76524"/>
                </a:lnTo>
                <a:lnTo>
                  <a:pt x="82712" y="76076"/>
                </a:lnTo>
                <a:lnTo>
                  <a:pt x="82499" y="75632"/>
                </a:lnTo>
                <a:lnTo>
                  <a:pt x="82278" y="75191"/>
                </a:lnTo>
                <a:lnTo>
                  <a:pt x="82048" y="74755"/>
                </a:lnTo>
                <a:lnTo>
                  <a:pt x="81810" y="74322"/>
                </a:lnTo>
                <a:lnTo>
                  <a:pt x="81564" y="73894"/>
                </a:lnTo>
                <a:lnTo>
                  <a:pt x="81309" y="73469"/>
                </a:lnTo>
                <a:lnTo>
                  <a:pt x="81046" y="73048"/>
                </a:lnTo>
                <a:lnTo>
                  <a:pt x="80774" y="72632"/>
                </a:lnTo>
                <a:lnTo>
                  <a:pt x="80494" y="72219"/>
                </a:lnTo>
                <a:lnTo>
                  <a:pt x="80206" y="71810"/>
                </a:lnTo>
                <a:lnTo>
                  <a:pt x="79909" y="71405"/>
                </a:lnTo>
                <a:lnTo>
                  <a:pt x="79604" y="71003"/>
                </a:lnTo>
                <a:lnTo>
                  <a:pt x="79290" y="70606"/>
                </a:lnTo>
                <a:lnTo>
                  <a:pt x="78968" y="70213"/>
                </a:lnTo>
                <a:lnTo>
                  <a:pt x="78637" y="69824"/>
                </a:lnTo>
                <a:lnTo>
                  <a:pt x="78298" y="69438"/>
                </a:lnTo>
                <a:lnTo>
                  <a:pt x="77951" y="69057"/>
                </a:lnTo>
                <a:lnTo>
                  <a:pt x="77595" y="68679"/>
                </a:lnTo>
                <a:lnTo>
                  <a:pt x="77231" y="68305"/>
                </a:lnTo>
                <a:lnTo>
                  <a:pt x="76859" y="67936"/>
                </a:lnTo>
                <a:lnTo>
                  <a:pt x="76478" y="67570"/>
                </a:lnTo>
                <a:lnTo>
                  <a:pt x="76088" y="67208"/>
                </a:lnTo>
                <a:lnTo>
                  <a:pt x="75690" y="66850"/>
                </a:lnTo>
                <a:lnTo>
                  <a:pt x="75284" y="66494"/>
                </a:lnTo>
                <a:lnTo>
                  <a:pt x="74868" y="66142"/>
                </a:lnTo>
                <a:lnTo>
                  <a:pt x="74443" y="65792"/>
                </a:lnTo>
                <a:lnTo>
                  <a:pt x="74010" y="65445"/>
                </a:lnTo>
                <a:lnTo>
                  <a:pt x="73568" y="65101"/>
                </a:lnTo>
                <a:lnTo>
                  <a:pt x="73117" y="64761"/>
                </a:lnTo>
                <a:lnTo>
                  <a:pt x="72657" y="64423"/>
                </a:lnTo>
                <a:lnTo>
                  <a:pt x="72189" y="64088"/>
                </a:lnTo>
                <a:lnTo>
                  <a:pt x="71711" y="63756"/>
                </a:lnTo>
                <a:lnTo>
                  <a:pt x="71225" y="63427"/>
                </a:lnTo>
                <a:lnTo>
                  <a:pt x="70730" y="63101"/>
                </a:lnTo>
                <a:lnTo>
                  <a:pt x="70226" y="62778"/>
                </a:lnTo>
                <a:lnTo>
                  <a:pt x="69713" y="62458"/>
                </a:lnTo>
                <a:lnTo>
                  <a:pt x="69192" y="62140"/>
                </a:lnTo>
                <a:lnTo>
                  <a:pt x="68661" y="61826"/>
                </a:lnTo>
                <a:lnTo>
                  <a:pt x="68122" y="61515"/>
                </a:lnTo>
                <a:lnTo>
                  <a:pt x="67574" y="61206"/>
                </a:lnTo>
                <a:lnTo>
                  <a:pt x="67017" y="60901"/>
                </a:lnTo>
                <a:lnTo>
                  <a:pt x="66451" y="60598"/>
                </a:lnTo>
                <a:lnTo>
                  <a:pt x="65877" y="60299"/>
                </a:lnTo>
                <a:lnTo>
                  <a:pt x="65293" y="60002"/>
                </a:lnTo>
                <a:lnTo>
                  <a:pt x="64701" y="59708"/>
                </a:lnTo>
                <a:lnTo>
                  <a:pt x="64100" y="59418"/>
                </a:lnTo>
                <a:lnTo>
                  <a:pt x="63490" y="59129"/>
                </a:lnTo>
                <a:lnTo>
                  <a:pt x="62870" y="58843"/>
                </a:lnTo>
                <a:lnTo>
                  <a:pt x="62241" y="58560"/>
                </a:lnTo>
                <a:lnTo>
                  <a:pt x="61602" y="58278"/>
                </a:lnTo>
                <a:lnTo>
                  <a:pt x="60953" y="57999"/>
                </a:lnTo>
                <a:lnTo>
                  <a:pt x="60295" y="57722"/>
                </a:lnTo>
                <a:lnTo>
                  <a:pt x="59628" y="57447"/>
                </a:lnTo>
                <a:lnTo>
                  <a:pt x="58951" y="57175"/>
                </a:lnTo>
                <a:lnTo>
                  <a:pt x="58265" y="56905"/>
                </a:lnTo>
                <a:lnTo>
                  <a:pt x="57569" y="56637"/>
                </a:lnTo>
                <a:lnTo>
                  <a:pt x="56863" y="56371"/>
                </a:lnTo>
                <a:lnTo>
                  <a:pt x="56148" y="56108"/>
                </a:lnTo>
                <a:lnTo>
                  <a:pt x="55423" y="55846"/>
                </a:lnTo>
                <a:lnTo>
                  <a:pt x="54689" y="55587"/>
                </a:lnTo>
                <a:lnTo>
                  <a:pt x="53946" y="55331"/>
                </a:lnTo>
                <a:lnTo>
                  <a:pt x="53192" y="55076"/>
                </a:lnTo>
                <a:lnTo>
                  <a:pt x="52430" y="54824"/>
                </a:lnTo>
                <a:lnTo>
                  <a:pt x="51657" y="54574"/>
                </a:lnTo>
                <a:lnTo>
                  <a:pt x="50876" y="54326"/>
                </a:lnTo>
                <a:lnTo>
                  <a:pt x="50084" y="54080"/>
                </a:lnTo>
                <a:lnTo>
                  <a:pt x="49283" y="53837"/>
                </a:lnTo>
                <a:lnTo>
                  <a:pt x="48473" y="53596"/>
                </a:lnTo>
                <a:lnTo>
                  <a:pt x="47653" y="53357"/>
                </a:lnTo>
                <a:lnTo>
                  <a:pt x="46824" y="53121"/>
                </a:lnTo>
                <a:lnTo>
                  <a:pt x="46222" y="52952"/>
                </a:lnTo>
                <a:lnTo>
                  <a:pt x="45627" y="52783"/>
                </a:lnTo>
                <a:lnTo>
                  <a:pt x="45039" y="52613"/>
                </a:lnTo>
                <a:lnTo>
                  <a:pt x="44459" y="52443"/>
                </a:lnTo>
                <a:lnTo>
                  <a:pt x="43886" y="52273"/>
                </a:lnTo>
                <a:lnTo>
                  <a:pt x="43319" y="52101"/>
                </a:lnTo>
                <a:lnTo>
                  <a:pt x="42760" y="51930"/>
                </a:lnTo>
                <a:lnTo>
                  <a:pt x="42209" y="51757"/>
                </a:lnTo>
                <a:lnTo>
                  <a:pt x="41664" y="51584"/>
                </a:lnTo>
                <a:lnTo>
                  <a:pt x="41126" y="51411"/>
                </a:lnTo>
                <a:lnTo>
                  <a:pt x="40596" y="51237"/>
                </a:lnTo>
                <a:lnTo>
                  <a:pt x="40073" y="51062"/>
                </a:lnTo>
                <a:lnTo>
                  <a:pt x="39556" y="50887"/>
                </a:lnTo>
                <a:lnTo>
                  <a:pt x="39047" y="50711"/>
                </a:lnTo>
                <a:lnTo>
                  <a:pt x="38546" y="50535"/>
                </a:lnTo>
                <a:lnTo>
                  <a:pt x="38051" y="50358"/>
                </a:lnTo>
                <a:lnTo>
                  <a:pt x="37563" y="50180"/>
                </a:lnTo>
                <a:lnTo>
                  <a:pt x="37083" y="50002"/>
                </a:lnTo>
                <a:lnTo>
                  <a:pt x="36610" y="49824"/>
                </a:lnTo>
                <a:lnTo>
                  <a:pt x="36144" y="49645"/>
                </a:lnTo>
                <a:lnTo>
                  <a:pt x="35685" y="49465"/>
                </a:lnTo>
                <a:lnTo>
                  <a:pt x="35233" y="49285"/>
                </a:lnTo>
                <a:lnTo>
                  <a:pt x="34788" y="49104"/>
                </a:lnTo>
                <a:lnTo>
                  <a:pt x="34351" y="48923"/>
                </a:lnTo>
                <a:lnTo>
                  <a:pt x="33920" y="48740"/>
                </a:lnTo>
                <a:lnTo>
                  <a:pt x="33496" y="48557"/>
                </a:lnTo>
                <a:lnTo>
                  <a:pt x="33078" y="48371"/>
                </a:lnTo>
                <a:lnTo>
                  <a:pt x="32667" y="48185"/>
                </a:lnTo>
                <a:lnTo>
                  <a:pt x="32262" y="47997"/>
                </a:lnTo>
                <a:lnTo>
                  <a:pt x="31863" y="47808"/>
                </a:lnTo>
                <a:lnTo>
                  <a:pt x="31471" y="47617"/>
                </a:lnTo>
                <a:lnTo>
                  <a:pt x="31086" y="47425"/>
                </a:lnTo>
                <a:lnTo>
                  <a:pt x="30707" y="47231"/>
                </a:lnTo>
                <a:lnTo>
                  <a:pt x="30334" y="47036"/>
                </a:lnTo>
                <a:lnTo>
                  <a:pt x="29968" y="46840"/>
                </a:lnTo>
                <a:lnTo>
                  <a:pt x="29608" y="46642"/>
                </a:lnTo>
                <a:lnTo>
                  <a:pt x="29255" y="46443"/>
                </a:lnTo>
                <a:lnTo>
                  <a:pt x="28908" y="46242"/>
                </a:lnTo>
                <a:lnTo>
                  <a:pt x="28567" y="46040"/>
                </a:lnTo>
                <a:lnTo>
                  <a:pt x="28233" y="45837"/>
                </a:lnTo>
                <a:lnTo>
                  <a:pt x="27906" y="45632"/>
                </a:lnTo>
                <a:lnTo>
                  <a:pt x="27585" y="45426"/>
                </a:lnTo>
                <a:lnTo>
                  <a:pt x="27270" y="45218"/>
                </a:lnTo>
                <a:lnTo>
                  <a:pt x="26962" y="45009"/>
                </a:lnTo>
                <a:lnTo>
                  <a:pt x="26660" y="44799"/>
                </a:lnTo>
                <a:lnTo>
                  <a:pt x="26365" y="44587"/>
                </a:lnTo>
                <a:lnTo>
                  <a:pt x="26076" y="44374"/>
                </a:lnTo>
                <a:lnTo>
                  <a:pt x="25793" y="44160"/>
                </a:lnTo>
                <a:lnTo>
                  <a:pt x="25517" y="43943"/>
                </a:lnTo>
                <a:lnTo>
                  <a:pt x="25247" y="43726"/>
                </a:lnTo>
                <a:lnTo>
                  <a:pt x="24984" y="43507"/>
                </a:lnTo>
                <a:lnTo>
                  <a:pt x="24726" y="43286"/>
                </a:lnTo>
                <a:lnTo>
                  <a:pt x="24474" y="43064"/>
                </a:lnTo>
                <a:lnTo>
                  <a:pt x="24229" y="42840"/>
                </a:lnTo>
                <a:lnTo>
                  <a:pt x="23990" y="42615"/>
                </a:lnTo>
                <a:lnTo>
                  <a:pt x="23757" y="42388"/>
                </a:lnTo>
                <a:lnTo>
                  <a:pt x="23530" y="42160"/>
                </a:lnTo>
                <a:lnTo>
                  <a:pt x="23310" y="41930"/>
                </a:lnTo>
                <a:lnTo>
                  <a:pt x="23095" y="41698"/>
                </a:lnTo>
                <a:lnTo>
                  <a:pt x="22887" y="41465"/>
                </a:lnTo>
                <a:lnTo>
                  <a:pt x="22685" y="41231"/>
                </a:lnTo>
                <a:lnTo>
                  <a:pt x="22489" y="40994"/>
                </a:lnTo>
                <a:lnTo>
                  <a:pt x="22299" y="40757"/>
                </a:lnTo>
                <a:lnTo>
                  <a:pt x="22116" y="40518"/>
                </a:lnTo>
                <a:lnTo>
                  <a:pt x="21938" y="40277"/>
                </a:lnTo>
                <a:lnTo>
                  <a:pt x="21767" y="40035"/>
                </a:lnTo>
                <a:lnTo>
                  <a:pt x="21602" y="39791"/>
                </a:lnTo>
                <a:lnTo>
                  <a:pt x="21443" y="39546"/>
                </a:lnTo>
                <a:lnTo>
                  <a:pt x="21290" y="39299"/>
                </a:lnTo>
                <a:lnTo>
                  <a:pt x="21144" y="39050"/>
                </a:lnTo>
                <a:lnTo>
                  <a:pt x="21003" y="38800"/>
                </a:lnTo>
                <a:lnTo>
                  <a:pt x="20869" y="38549"/>
                </a:lnTo>
                <a:lnTo>
                  <a:pt x="20740" y="38295"/>
                </a:lnTo>
                <a:lnTo>
                  <a:pt x="20617" y="38039"/>
                </a:lnTo>
                <a:lnTo>
                  <a:pt x="20500" y="37781"/>
                </a:lnTo>
                <a:lnTo>
                  <a:pt x="20388" y="37521"/>
                </a:lnTo>
                <a:lnTo>
                  <a:pt x="20281" y="37258"/>
                </a:lnTo>
                <a:lnTo>
                  <a:pt x="20180" y="36992"/>
                </a:lnTo>
                <a:lnTo>
                  <a:pt x="20084" y="36724"/>
                </a:lnTo>
                <a:lnTo>
                  <a:pt x="19994" y="36454"/>
                </a:lnTo>
                <a:lnTo>
                  <a:pt x="19909" y="36182"/>
                </a:lnTo>
                <a:lnTo>
                  <a:pt x="19830" y="35907"/>
                </a:lnTo>
                <a:lnTo>
                  <a:pt x="19756" y="35629"/>
                </a:lnTo>
                <a:lnTo>
                  <a:pt x="19688" y="35350"/>
                </a:lnTo>
                <a:lnTo>
                  <a:pt x="19625" y="35068"/>
                </a:lnTo>
                <a:lnTo>
                  <a:pt x="19568" y="34783"/>
                </a:lnTo>
                <a:lnTo>
                  <a:pt x="19516" y="34496"/>
                </a:lnTo>
                <a:lnTo>
                  <a:pt x="19469" y="34207"/>
                </a:lnTo>
                <a:lnTo>
                  <a:pt x="19428" y="33916"/>
                </a:lnTo>
                <a:lnTo>
                  <a:pt x="19393" y="33622"/>
                </a:lnTo>
                <a:lnTo>
                  <a:pt x="19363" y="33325"/>
                </a:lnTo>
                <a:lnTo>
                  <a:pt x="19338" y="33027"/>
                </a:lnTo>
                <a:lnTo>
                  <a:pt x="19319" y="32725"/>
                </a:lnTo>
                <a:lnTo>
                  <a:pt x="19305" y="32422"/>
                </a:lnTo>
                <a:lnTo>
                  <a:pt x="19297" y="32116"/>
                </a:lnTo>
                <a:lnTo>
                  <a:pt x="19295" y="31808"/>
                </a:lnTo>
                <a:lnTo>
                  <a:pt x="19299" y="31352"/>
                </a:lnTo>
                <a:lnTo>
                  <a:pt x="19313" y="30901"/>
                </a:lnTo>
                <a:lnTo>
                  <a:pt x="19336" y="30454"/>
                </a:lnTo>
                <a:lnTo>
                  <a:pt x="19367" y="30012"/>
                </a:lnTo>
                <a:lnTo>
                  <a:pt x="19408" y="29573"/>
                </a:lnTo>
                <a:lnTo>
                  <a:pt x="19459" y="29139"/>
                </a:lnTo>
                <a:lnTo>
                  <a:pt x="19518" y="28708"/>
                </a:lnTo>
                <a:lnTo>
                  <a:pt x="19586" y="28283"/>
                </a:lnTo>
                <a:lnTo>
                  <a:pt x="19664" y="27861"/>
                </a:lnTo>
                <a:lnTo>
                  <a:pt x="19750" y="27443"/>
                </a:lnTo>
                <a:lnTo>
                  <a:pt x="19846" y="27030"/>
                </a:lnTo>
                <a:lnTo>
                  <a:pt x="19950" y="26621"/>
                </a:lnTo>
                <a:lnTo>
                  <a:pt x="20064" y="26216"/>
                </a:lnTo>
                <a:lnTo>
                  <a:pt x="20187" y="25815"/>
                </a:lnTo>
                <a:lnTo>
                  <a:pt x="20319" y="25419"/>
                </a:lnTo>
                <a:lnTo>
                  <a:pt x="20461" y="25026"/>
                </a:lnTo>
                <a:lnTo>
                  <a:pt x="20611" y="24638"/>
                </a:lnTo>
                <a:lnTo>
                  <a:pt x="20770" y="24254"/>
                </a:lnTo>
                <a:lnTo>
                  <a:pt x="20939" y="23875"/>
                </a:lnTo>
                <a:lnTo>
                  <a:pt x="21117" y="23499"/>
                </a:lnTo>
                <a:lnTo>
                  <a:pt x="21303" y="23128"/>
                </a:lnTo>
                <a:lnTo>
                  <a:pt x="21499" y="22761"/>
                </a:lnTo>
                <a:lnTo>
                  <a:pt x="21704" y="22398"/>
                </a:lnTo>
                <a:lnTo>
                  <a:pt x="21918" y="22039"/>
                </a:lnTo>
                <a:lnTo>
                  <a:pt x="22142" y="21686"/>
                </a:lnTo>
                <a:lnTo>
                  <a:pt x="22375" y="21339"/>
                </a:lnTo>
                <a:lnTo>
                  <a:pt x="22618" y="20997"/>
                </a:lnTo>
                <a:lnTo>
                  <a:pt x="22870" y="20662"/>
                </a:lnTo>
                <a:lnTo>
                  <a:pt x="23132" y="20334"/>
                </a:lnTo>
                <a:lnTo>
                  <a:pt x="23404" y="20011"/>
                </a:lnTo>
                <a:lnTo>
                  <a:pt x="23686" y="19695"/>
                </a:lnTo>
                <a:lnTo>
                  <a:pt x="23977" y="19384"/>
                </a:lnTo>
                <a:lnTo>
                  <a:pt x="24278" y="19080"/>
                </a:lnTo>
                <a:lnTo>
                  <a:pt x="24588" y="18782"/>
                </a:lnTo>
                <a:lnTo>
                  <a:pt x="24908" y="18490"/>
                </a:lnTo>
                <a:lnTo>
                  <a:pt x="25238" y="18205"/>
                </a:lnTo>
                <a:lnTo>
                  <a:pt x="25578" y="17925"/>
                </a:lnTo>
                <a:lnTo>
                  <a:pt x="25927" y="17652"/>
                </a:lnTo>
                <a:lnTo>
                  <a:pt x="26286" y="17385"/>
                </a:lnTo>
                <a:lnTo>
                  <a:pt x="26654" y="17124"/>
                </a:lnTo>
                <a:lnTo>
                  <a:pt x="27033" y="16869"/>
                </a:lnTo>
                <a:lnTo>
                  <a:pt x="27421" y="16620"/>
                </a:lnTo>
                <a:lnTo>
                  <a:pt x="27818" y="16378"/>
                </a:lnTo>
                <a:lnTo>
                  <a:pt x="28225" y="16142"/>
                </a:lnTo>
                <a:lnTo>
                  <a:pt x="28642" y="15911"/>
                </a:lnTo>
                <a:lnTo>
                  <a:pt x="29069" y="15687"/>
                </a:lnTo>
                <a:lnTo>
                  <a:pt x="29505" y="15470"/>
                </a:lnTo>
                <a:lnTo>
                  <a:pt x="29951" y="15258"/>
                </a:lnTo>
                <a:lnTo>
                  <a:pt x="30407" y="15054"/>
                </a:lnTo>
                <a:lnTo>
                  <a:pt x="30873" y="14858"/>
                </a:lnTo>
                <a:lnTo>
                  <a:pt x="31349" y="14671"/>
                </a:lnTo>
                <a:lnTo>
                  <a:pt x="31835" y="14493"/>
                </a:lnTo>
                <a:lnTo>
                  <a:pt x="32331" y="14324"/>
                </a:lnTo>
                <a:lnTo>
                  <a:pt x="32837" y="14163"/>
                </a:lnTo>
                <a:lnTo>
                  <a:pt x="33353" y="14011"/>
                </a:lnTo>
                <a:lnTo>
                  <a:pt x="33880" y="13868"/>
                </a:lnTo>
                <a:lnTo>
                  <a:pt x="34416" y="13733"/>
                </a:lnTo>
                <a:lnTo>
                  <a:pt x="34963" y="13607"/>
                </a:lnTo>
                <a:lnTo>
                  <a:pt x="35520" y="13490"/>
                </a:lnTo>
                <a:lnTo>
                  <a:pt x="36086" y="13381"/>
                </a:lnTo>
                <a:lnTo>
                  <a:pt x="36663" y="13281"/>
                </a:lnTo>
                <a:lnTo>
                  <a:pt x="37250" y="13190"/>
                </a:lnTo>
                <a:lnTo>
                  <a:pt x="37847" y="13107"/>
                </a:lnTo>
                <a:lnTo>
                  <a:pt x="38455" y="13033"/>
                </a:lnTo>
                <a:lnTo>
                  <a:pt x="39072" y="12968"/>
                </a:lnTo>
                <a:lnTo>
                  <a:pt x="39699" y="12912"/>
                </a:lnTo>
                <a:lnTo>
                  <a:pt x="40337" y="12864"/>
                </a:lnTo>
                <a:lnTo>
                  <a:pt x="40984" y="12825"/>
                </a:lnTo>
                <a:lnTo>
                  <a:pt x="41642" y="12794"/>
                </a:lnTo>
                <a:lnTo>
                  <a:pt x="42309" y="12773"/>
                </a:lnTo>
                <a:lnTo>
                  <a:pt x="42987" y="12760"/>
                </a:lnTo>
                <a:lnTo>
                  <a:pt x="43675" y="12755"/>
                </a:lnTo>
                <a:lnTo>
                  <a:pt x="44403" y="12761"/>
                </a:lnTo>
                <a:lnTo>
                  <a:pt x="45120" y="12776"/>
                </a:lnTo>
                <a:lnTo>
                  <a:pt x="45827" y="12801"/>
                </a:lnTo>
                <a:lnTo>
                  <a:pt x="46523" y="12837"/>
                </a:lnTo>
                <a:lnTo>
                  <a:pt x="47208" y="12883"/>
                </a:lnTo>
                <a:lnTo>
                  <a:pt x="47883" y="12940"/>
                </a:lnTo>
                <a:lnTo>
                  <a:pt x="48547" y="13006"/>
                </a:lnTo>
                <a:lnTo>
                  <a:pt x="49201" y="13083"/>
                </a:lnTo>
                <a:lnTo>
                  <a:pt x="49843" y="13170"/>
                </a:lnTo>
                <a:lnTo>
                  <a:pt x="50476" y="13267"/>
                </a:lnTo>
                <a:lnTo>
                  <a:pt x="51097" y="13374"/>
                </a:lnTo>
                <a:lnTo>
                  <a:pt x="51708" y="13492"/>
                </a:lnTo>
                <a:lnTo>
                  <a:pt x="52308" y="13620"/>
                </a:lnTo>
                <a:lnTo>
                  <a:pt x="52897" y="13758"/>
                </a:lnTo>
                <a:lnTo>
                  <a:pt x="53476" y="13906"/>
                </a:lnTo>
                <a:lnTo>
                  <a:pt x="54044" y="14065"/>
                </a:lnTo>
                <a:lnTo>
                  <a:pt x="54602" y="14234"/>
                </a:lnTo>
                <a:lnTo>
                  <a:pt x="55149" y="14413"/>
                </a:lnTo>
                <a:lnTo>
                  <a:pt x="55685" y="14602"/>
                </a:lnTo>
                <a:lnTo>
                  <a:pt x="56211" y="14802"/>
                </a:lnTo>
                <a:lnTo>
                  <a:pt x="56726" y="15011"/>
                </a:lnTo>
                <a:lnTo>
                  <a:pt x="57230" y="15231"/>
                </a:lnTo>
                <a:lnTo>
                  <a:pt x="57724" y="15462"/>
                </a:lnTo>
                <a:lnTo>
                  <a:pt x="58207" y="15702"/>
                </a:lnTo>
                <a:lnTo>
                  <a:pt x="58679" y="15951"/>
                </a:lnTo>
                <a:lnTo>
                  <a:pt x="59142" y="16208"/>
                </a:lnTo>
                <a:lnTo>
                  <a:pt x="59594" y="16473"/>
                </a:lnTo>
                <a:lnTo>
                  <a:pt x="60036" y="16745"/>
                </a:lnTo>
                <a:lnTo>
                  <a:pt x="60469" y="17024"/>
                </a:lnTo>
                <a:lnTo>
                  <a:pt x="60891" y="17312"/>
                </a:lnTo>
                <a:lnTo>
                  <a:pt x="61303" y="17606"/>
                </a:lnTo>
                <a:lnTo>
                  <a:pt x="61705" y="17909"/>
                </a:lnTo>
                <a:lnTo>
                  <a:pt x="62097" y="18219"/>
                </a:lnTo>
                <a:lnTo>
                  <a:pt x="62479" y="18536"/>
                </a:lnTo>
                <a:lnTo>
                  <a:pt x="62850" y="18861"/>
                </a:lnTo>
                <a:lnTo>
                  <a:pt x="63212" y="19194"/>
                </a:lnTo>
                <a:lnTo>
                  <a:pt x="63563" y="19534"/>
                </a:lnTo>
                <a:lnTo>
                  <a:pt x="63905" y="19882"/>
                </a:lnTo>
                <a:lnTo>
                  <a:pt x="64236" y="20237"/>
                </a:lnTo>
                <a:lnTo>
                  <a:pt x="64557" y="20600"/>
                </a:lnTo>
                <a:lnTo>
                  <a:pt x="64869" y="20970"/>
                </a:lnTo>
                <a:lnTo>
                  <a:pt x="65170" y="21348"/>
                </a:lnTo>
                <a:lnTo>
                  <a:pt x="65461" y="21734"/>
                </a:lnTo>
                <a:lnTo>
                  <a:pt x="65741" y="22127"/>
                </a:lnTo>
                <a:lnTo>
                  <a:pt x="66012" y="22528"/>
                </a:lnTo>
                <a:lnTo>
                  <a:pt x="66273" y="22936"/>
                </a:lnTo>
                <a:lnTo>
                  <a:pt x="66524" y="23352"/>
                </a:lnTo>
                <a:lnTo>
                  <a:pt x="66764" y="23775"/>
                </a:lnTo>
                <a:lnTo>
                  <a:pt x="66995" y="24205"/>
                </a:lnTo>
                <a:lnTo>
                  <a:pt x="67215" y="24640"/>
                </a:lnTo>
                <a:lnTo>
                  <a:pt x="67426" y="25080"/>
                </a:lnTo>
                <a:lnTo>
                  <a:pt x="67627" y="25525"/>
                </a:lnTo>
                <a:lnTo>
                  <a:pt x="67819" y="25976"/>
                </a:lnTo>
                <a:lnTo>
                  <a:pt x="68000" y="26432"/>
                </a:lnTo>
                <a:lnTo>
                  <a:pt x="68172" y="26893"/>
                </a:lnTo>
                <a:lnTo>
                  <a:pt x="68334" y="27359"/>
                </a:lnTo>
                <a:lnTo>
                  <a:pt x="68486" y="27830"/>
                </a:lnTo>
                <a:lnTo>
                  <a:pt x="68628" y="28306"/>
                </a:lnTo>
                <a:lnTo>
                  <a:pt x="68761" y="28788"/>
                </a:lnTo>
                <a:lnTo>
                  <a:pt x="68883" y="29275"/>
                </a:lnTo>
                <a:lnTo>
                  <a:pt x="68996" y="29767"/>
                </a:lnTo>
                <a:lnTo>
                  <a:pt x="69099" y="30264"/>
                </a:lnTo>
                <a:lnTo>
                  <a:pt x="69192" y="30766"/>
                </a:lnTo>
                <a:lnTo>
                  <a:pt x="69276" y="31274"/>
                </a:lnTo>
                <a:lnTo>
                  <a:pt x="69349" y="31787"/>
                </a:lnTo>
                <a:lnTo>
                  <a:pt x="69413" y="32305"/>
                </a:lnTo>
                <a:lnTo>
                  <a:pt x="69467" y="32828"/>
                </a:lnTo>
                <a:lnTo>
                  <a:pt x="69511" y="33356"/>
                </a:lnTo>
                <a:lnTo>
                  <a:pt x="69545" y="33890"/>
                </a:lnTo>
                <a:lnTo>
                  <a:pt x="69570" y="34428"/>
                </a:lnTo>
                <a:lnTo>
                  <a:pt x="69585" y="34972"/>
                </a:lnTo>
                <a:lnTo>
                  <a:pt x="69590" y="35521"/>
                </a:lnTo>
                <a:lnTo>
                  <a:pt x="85090" y="35521"/>
                </a:lnTo>
                <a:lnTo>
                  <a:pt x="85081" y="34756"/>
                </a:lnTo>
                <a:lnTo>
                  <a:pt x="85056" y="33995"/>
                </a:lnTo>
                <a:lnTo>
                  <a:pt x="85014" y="33238"/>
                </a:lnTo>
                <a:lnTo>
                  <a:pt x="84955" y="32484"/>
                </a:lnTo>
                <a:lnTo>
                  <a:pt x="84880" y="31734"/>
                </a:lnTo>
                <a:lnTo>
                  <a:pt x="84787" y="30988"/>
                </a:lnTo>
                <a:lnTo>
                  <a:pt x="84678" y="30245"/>
                </a:lnTo>
                <a:lnTo>
                  <a:pt x="84552" y="29507"/>
                </a:lnTo>
                <a:lnTo>
                  <a:pt x="84409" y="28772"/>
                </a:lnTo>
                <a:lnTo>
                  <a:pt x="84249" y="28041"/>
                </a:lnTo>
                <a:lnTo>
                  <a:pt x="84072" y="27314"/>
                </a:lnTo>
                <a:lnTo>
                  <a:pt x="83879" y="26591"/>
                </a:lnTo>
                <a:lnTo>
                  <a:pt x="83669" y="25871"/>
                </a:lnTo>
                <a:lnTo>
                  <a:pt x="83442" y="25155"/>
                </a:lnTo>
                <a:lnTo>
                  <a:pt x="83198" y="24443"/>
                </a:lnTo>
                <a:lnTo>
                  <a:pt x="82937" y="23735"/>
                </a:lnTo>
                <a:lnTo>
                  <a:pt x="82659" y="23030"/>
                </a:lnTo>
                <a:lnTo>
                  <a:pt x="82365" y="22330"/>
                </a:lnTo>
                <a:lnTo>
                  <a:pt x="82054" y="21633"/>
                </a:lnTo>
                <a:lnTo>
                  <a:pt x="81726" y="20939"/>
                </a:lnTo>
                <a:lnTo>
                  <a:pt x="81381" y="20250"/>
                </a:lnTo>
                <a:lnTo>
                  <a:pt x="81020" y="19564"/>
                </a:lnTo>
                <a:lnTo>
                  <a:pt x="80641" y="18883"/>
                </a:lnTo>
                <a:lnTo>
                  <a:pt x="80246" y="18205"/>
                </a:lnTo>
                <a:lnTo>
                  <a:pt x="79835" y="17534"/>
                </a:lnTo>
                <a:lnTo>
                  <a:pt x="79408" y="16874"/>
                </a:lnTo>
                <a:lnTo>
                  <a:pt x="78966" y="16224"/>
                </a:lnTo>
                <a:lnTo>
                  <a:pt x="78509" y="15585"/>
                </a:lnTo>
                <a:lnTo>
                  <a:pt x="78037" y="14957"/>
                </a:lnTo>
                <a:lnTo>
                  <a:pt x="77549" y="14340"/>
                </a:lnTo>
                <a:lnTo>
                  <a:pt x="77046" y="13733"/>
                </a:lnTo>
                <a:lnTo>
                  <a:pt x="76528" y="13137"/>
                </a:lnTo>
                <a:lnTo>
                  <a:pt x="75994" y="12551"/>
                </a:lnTo>
                <a:lnTo>
                  <a:pt x="75446" y="11976"/>
                </a:lnTo>
                <a:lnTo>
                  <a:pt x="74882" y="11412"/>
                </a:lnTo>
                <a:lnTo>
                  <a:pt x="74302" y="10858"/>
                </a:lnTo>
                <a:lnTo>
                  <a:pt x="73708" y="10315"/>
                </a:lnTo>
                <a:lnTo>
                  <a:pt x="73098" y="9783"/>
                </a:lnTo>
                <a:lnTo>
                  <a:pt x="72473" y="9261"/>
                </a:lnTo>
                <a:lnTo>
                  <a:pt x="71832" y="8750"/>
                </a:lnTo>
                <a:lnTo>
                  <a:pt x="71176" y="8250"/>
                </a:lnTo>
                <a:lnTo>
                  <a:pt x="70505" y="7760"/>
                </a:lnTo>
                <a:lnTo>
                  <a:pt x="69819" y="7281"/>
                </a:lnTo>
                <a:lnTo>
                  <a:pt x="69118" y="6813"/>
                </a:lnTo>
                <a:lnTo>
                  <a:pt x="68401" y="6355"/>
                </a:lnTo>
                <a:lnTo>
                  <a:pt x="67669" y="5908"/>
                </a:lnTo>
                <a:lnTo>
                  <a:pt x="66921" y="5471"/>
                </a:lnTo>
                <a:lnTo>
                  <a:pt x="66159" y="5046"/>
                </a:lnTo>
                <a:lnTo>
                  <a:pt x="65381" y="4634"/>
                </a:lnTo>
                <a:lnTo>
                  <a:pt x="64590" y="4240"/>
                </a:lnTo>
                <a:lnTo>
                  <a:pt x="63785" y="3863"/>
                </a:lnTo>
                <a:lnTo>
                  <a:pt x="62966" y="3504"/>
                </a:lnTo>
                <a:lnTo>
                  <a:pt x="62134" y="3162"/>
                </a:lnTo>
                <a:lnTo>
                  <a:pt x="61287" y="2838"/>
                </a:lnTo>
                <a:lnTo>
                  <a:pt x="60426" y="2532"/>
                </a:lnTo>
                <a:lnTo>
                  <a:pt x="59552" y="2243"/>
                </a:lnTo>
                <a:lnTo>
                  <a:pt x="58664" y="1971"/>
                </a:lnTo>
                <a:lnTo>
                  <a:pt x="57762" y="1717"/>
                </a:lnTo>
                <a:lnTo>
                  <a:pt x="56846" y="1480"/>
                </a:lnTo>
                <a:lnTo>
                  <a:pt x="55916" y="1261"/>
                </a:lnTo>
                <a:lnTo>
                  <a:pt x="54972" y="1060"/>
                </a:lnTo>
                <a:lnTo>
                  <a:pt x="54015" y="876"/>
                </a:lnTo>
                <a:lnTo>
                  <a:pt x="53043" y="710"/>
                </a:lnTo>
                <a:lnTo>
                  <a:pt x="52058" y="561"/>
                </a:lnTo>
                <a:lnTo>
                  <a:pt x="51058" y="429"/>
                </a:lnTo>
                <a:lnTo>
                  <a:pt x="50045" y="315"/>
                </a:lnTo>
                <a:lnTo>
                  <a:pt x="49018" y="219"/>
                </a:lnTo>
                <a:lnTo>
                  <a:pt x="47977" y="140"/>
                </a:lnTo>
                <a:lnTo>
                  <a:pt x="46923" y="79"/>
                </a:lnTo>
                <a:lnTo>
                  <a:pt x="45854" y="35"/>
                </a:lnTo>
                <a:lnTo>
                  <a:pt x="44772" y="9"/>
                </a:lnTo>
                <a:lnTo>
                  <a:pt x="43675" y="0"/>
                </a:lnTo>
                <a:lnTo>
                  <a:pt x="42925" y="4"/>
                </a:lnTo>
                <a:lnTo>
                  <a:pt x="42180" y="17"/>
                </a:lnTo>
                <a:lnTo>
                  <a:pt x="41441" y="38"/>
                </a:lnTo>
                <a:lnTo>
                  <a:pt x="40708" y="67"/>
                </a:lnTo>
                <a:lnTo>
                  <a:pt x="39981" y="105"/>
                </a:lnTo>
                <a:lnTo>
                  <a:pt x="39260" y="151"/>
                </a:lnTo>
                <a:lnTo>
                  <a:pt x="38545" y="206"/>
                </a:lnTo>
                <a:lnTo>
                  <a:pt x="37836" y="269"/>
                </a:lnTo>
                <a:lnTo>
                  <a:pt x="37132" y="341"/>
                </a:lnTo>
                <a:lnTo>
                  <a:pt x="36435" y="420"/>
                </a:lnTo>
                <a:lnTo>
                  <a:pt x="35743" y="509"/>
                </a:lnTo>
                <a:lnTo>
                  <a:pt x="35057" y="605"/>
                </a:lnTo>
                <a:lnTo>
                  <a:pt x="34377" y="711"/>
                </a:lnTo>
                <a:lnTo>
                  <a:pt x="33703" y="824"/>
                </a:lnTo>
                <a:lnTo>
                  <a:pt x="33035" y="946"/>
                </a:lnTo>
                <a:lnTo>
                  <a:pt x="32373" y="1076"/>
                </a:lnTo>
                <a:lnTo>
                  <a:pt x="31717" y="1215"/>
                </a:lnTo>
                <a:lnTo>
                  <a:pt x="31066" y="1362"/>
                </a:lnTo>
                <a:lnTo>
                  <a:pt x="30421" y="1518"/>
                </a:lnTo>
                <a:lnTo>
                  <a:pt x="29783" y="1682"/>
                </a:lnTo>
                <a:lnTo>
                  <a:pt x="29150" y="1854"/>
                </a:lnTo>
                <a:lnTo>
                  <a:pt x="28523" y="2035"/>
                </a:lnTo>
                <a:lnTo>
                  <a:pt x="27902" y="2224"/>
                </a:lnTo>
                <a:lnTo>
                  <a:pt x="27287" y="2422"/>
                </a:lnTo>
                <a:lnTo>
                  <a:pt x="26678" y="2627"/>
                </a:lnTo>
                <a:lnTo>
                  <a:pt x="26077" y="2839"/>
                </a:lnTo>
                <a:lnTo>
                  <a:pt x="25482" y="3057"/>
                </a:lnTo>
                <a:lnTo>
                  <a:pt x="24895" y="3282"/>
                </a:lnTo>
                <a:lnTo>
                  <a:pt x="24315" y="3513"/>
                </a:lnTo>
                <a:lnTo>
                  <a:pt x="23742" y="3751"/>
                </a:lnTo>
                <a:lnTo>
                  <a:pt x="23177" y="3996"/>
                </a:lnTo>
                <a:lnTo>
                  <a:pt x="22618" y="4247"/>
                </a:lnTo>
                <a:lnTo>
                  <a:pt x="22067" y="4505"/>
                </a:lnTo>
                <a:lnTo>
                  <a:pt x="21522" y="4770"/>
                </a:lnTo>
                <a:lnTo>
                  <a:pt x="20985" y="5041"/>
                </a:lnTo>
                <a:lnTo>
                  <a:pt x="20455" y="5318"/>
                </a:lnTo>
                <a:lnTo>
                  <a:pt x="19932" y="5602"/>
                </a:lnTo>
                <a:lnTo>
                  <a:pt x="19416" y="5893"/>
                </a:lnTo>
                <a:lnTo>
                  <a:pt x="18908" y="6190"/>
                </a:lnTo>
                <a:lnTo>
                  <a:pt x="18407" y="6494"/>
                </a:lnTo>
                <a:lnTo>
                  <a:pt x="17912" y="6805"/>
                </a:lnTo>
                <a:lnTo>
                  <a:pt x="17425" y="7122"/>
                </a:lnTo>
                <a:lnTo>
                  <a:pt x="16945" y="7446"/>
                </a:lnTo>
                <a:lnTo>
                  <a:pt x="16472" y="7776"/>
                </a:lnTo>
                <a:lnTo>
                  <a:pt x="16007" y="8113"/>
                </a:lnTo>
                <a:lnTo>
                  <a:pt x="15548" y="8456"/>
                </a:lnTo>
                <a:lnTo>
                  <a:pt x="15097" y="8806"/>
                </a:lnTo>
                <a:lnTo>
                  <a:pt x="14653" y="9163"/>
                </a:lnTo>
                <a:lnTo>
                  <a:pt x="14216" y="9525"/>
                </a:lnTo>
                <a:lnTo>
                  <a:pt x="13788" y="9893"/>
                </a:lnTo>
                <a:lnTo>
                  <a:pt x="13369" y="10266"/>
                </a:lnTo>
                <a:lnTo>
                  <a:pt x="12958" y="10644"/>
                </a:lnTo>
                <a:lnTo>
                  <a:pt x="12556" y="11027"/>
                </a:lnTo>
                <a:lnTo>
                  <a:pt x="12163" y="11416"/>
                </a:lnTo>
                <a:lnTo>
                  <a:pt x="11777" y="11809"/>
                </a:lnTo>
                <a:lnTo>
                  <a:pt x="11401" y="12208"/>
                </a:lnTo>
                <a:lnTo>
                  <a:pt x="11033" y="12612"/>
                </a:lnTo>
                <a:lnTo>
                  <a:pt x="10674" y="13021"/>
                </a:lnTo>
                <a:lnTo>
                  <a:pt x="10323" y="13436"/>
                </a:lnTo>
                <a:lnTo>
                  <a:pt x="9980" y="13855"/>
                </a:lnTo>
                <a:lnTo>
                  <a:pt x="9647" y="14280"/>
                </a:lnTo>
                <a:lnTo>
                  <a:pt x="9321" y="14710"/>
                </a:lnTo>
                <a:lnTo>
                  <a:pt x="9005" y="15145"/>
                </a:lnTo>
                <a:lnTo>
                  <a:pt x="8696" y="15585"/>
                </a:lnTo>
                <a:lnTo>
                  <a:pt x="8397" y="16031"/>
                </a:lnTo>
                <a:lnTo>
                  <a:pt x="8106" y="16482"/>
                </a:lnTo>
                <a:lnTo>
                  <a:pt x="7823" y="16937"/>
                </a:lnTo>
                <a:lnTo>
                  <a:pt x="7549" y="17399"/>
                </a:lnTo>
                <a:lnTo>
                  <a:pt x="7284" y="17865"/>
                </a:lnTo>
                <a:lnTo>
                  <a:pt x="7027" y="18336"/>
                </a:lnTo>
                <a:lnTo>
                  <a:pt x="6779" y="18813"/>
                </a:lnTo>
                <a:lnTo>
                  <a:pt x="6539" y="19295"/>
                </a:lnTo>
                <a:lnTo>
                  <a:pt x="6309" y="19781"/>
                </a:lnTo>
                <a:lnTo>
                  <a:pt x="6088" y="20271"/>
                </a:lnTo>
                <a:lnTo>
                  <a:pt x="5877" y="20764"/>
                </a:lnTo>
                <a:lnTo>
                  <a:pt x="5676" y="21261"/>
                </a:lnTo>
                <a:lnTo>
                  <a:pt x="5484" y="21762"/>
                </a:lnTo>
                <a:lnTo>
                  <a:pt x="5303" y="22266"/>
                </a:lnTo>
                <a:lnTo>
                  <a:pt x="5131" y="22775"/>
                </a:lnTo>
                <a:lnTo>
                  <a:pt x="4969" y="23286"/>
                </a:lnTo>
                <a:lnTo>
                  <a:pt x="4817" y="23802"/>
                </a:lnTo>
                <a:lnTo>
                  <a:pt x="4675" y="24321"/>
                </a:lnTo>
                <a:lnTo>
                  <a:pt x="4543" y="24843"/>
                </a:lnTo>
                <a:lnTo>
                  <a:pt x="4420" y="25370"/>
                </a:lnTo>
                <a:lnTo>
                  <a:pt x="4307" y="25899"/>
                </a:lnTo>
                <a:lnTo>
                  <a:pt x="4204" y="26433"/>
                </a:lnTo>
                <a:lnTo>
                  <a:pt x="4111" y="26970"/>
                </a:lnTo>
                <a:lnTo>
                  <a:pt x="4028" y="27511"/>
                </a:lnTo>
                <a:lnTo>
                  <a:pt x="3954" y="28056"/>
                </a:lnTo>
                <a:lnTo>
                  <a:pt x="3890" y="28604"/>
                </a:lnTo>
                <a:lnTo>
                  <a:pt x="3836" y="29156"/>
                </a:lnTo>
                <a:lnTo>
                  <a:pt x="3792" y="29711"/>
                </a:lnTo>
                <a:lnTo>
                  <a:pt x="3758" y="30270"/>
                </a:lnTo>
                <a:lnTo>
                  <a:pt x="3733" y="30833"/>
                </a:lnTo>
                <a:lnTo>
                  <a:pt x="3719" y="31399"/>
                </a:lnTo>
                <a:lnTo>
                  <a:pt x="3714" y="31969"/>
                </a:lnTo>
                <a:lnTo>
                  <a:pt x="3718" y="32538"/>
                </a:lnTo>
                <a:lnTo>
                  <a:pt x="3732" y="33102"/>
                </a:lnTo>
                <a:lnTo>
                  <a:pt x="3755" y="33661"/>
                </a:lnTo>
                <a:lnTo>
                  <a:pt x="3788" y="34214"/>
                </a:lnTo>
                <a:lnTo>
                  <a:pt x="3829" y="34762"/>
                </a:lnTo>
                <a:lnTo>
                  <a:pt x="3880" y="35304"/>
                </a:lnTo>
                <a:lnTo>
                  <a:pt x="3940" y="35842"/>
                </a:lnTo>
                <a:lnTo>
                  <a:pt x="4010" y="36374"/>
                </a:lnTo>
                <a:lnTo>
                  <a:pt x="4088" y="36900"/>
                </a:lnTo>
                <a:lnTo>
                  <a:pt x="4176" y="37421"/>
                </a:lnTo>
                <a:lnTo>
                  <a:pt x="4273" y="37937"/>
                </a:lnTo>
                <a:lnTo>
                  <a:pt x="4380" y="38448"/>
                </a:lnTo>
                <a:lnTo>
                  <a:pt x="4495" y="38953"/>
                </a:lnTo>
                <a:lnTo>
                  <a:pt x="4620" y="39453"/>
                </a:lnTo>
                <a:lnTo>
                  <a:pt x="4754" y="39948"/>
                </a:lnTo>
                <a:lnTo>
                  <a:pt x="4898" y="40437"/>
                </a:lnTo>
                <a:lnTo>
                  <a:pt x="5050" y="40921"/>
                </a:lnTo>
                <a:lnTo>
                  <a:pt x="5212" y="41400"/>
                </a:lnTo>
                <a:lnTo>
                  <a:pt x="5383" y="41873"/>
                </a:lnTo>
                <a:lnTo>
                  <a:pt x="5564" y="42341"/>
                </a:lnTo>
                <a:lnTo>
                  <a:pt x="5753" y="42803"/>
                </a:lnTo>
                <a:lnTo>
                  <a:pt x="5952" y="43261"/>
                </a:lnTo>
                <a:lnTo>
                  <a:pt x="6160" y="43713"/>
                </a:lnTo>
                <a:lnTo>
                  <a:pt x="6378" y="44160"/>
                </a:lnTo>
                <a:lnTo>
                  <a:pt x="6604" y="44601"/>
                </a:lnTo>
                <a:lnTo>
                  <a:pt x="6838" y="45039"/>
                </a:lnTo>
                <a:lnTo>
                  <a:pt x="7080" y="45473"/>
                </a:lnTo>
                <a:lnTo>
                  <a:pt x="7331" y="45902"/>
                </a:lnTo>
                <a:lnTo>
                  <a:pt x="7589" y="46327"/>
                </a:lnTo>
                <a:lnTo>
                  <a:pt x="7856" y="46748"/>
                </a:lnTo>
                <a:lnTo>
                  <a:pt x="8131" y="47165"/>
                </a:lnTo>
                <a:lnTo>
                  <a:pt x="8414" y="47577"/>
                </a:lnTo>
                <a:lnTo>
                  <a:pt x="8705" y="47985"/>
                </a:lnTo>
                <a:lnTo>
                  <a:pt x="9004" y="48389"/>
                </a:lnTo>
                <a:lnTo>
                  <a:pt x="9312" y="48789"/>
                </a:lnTo>
                <a:lnTo>
                  <a:pt x="9627" y="49185"/>
                </a:lnTo>
                <a:lnTo>
                  <a:pt x="9951" y="49576"/>
                </a:lnTo>
                <a:lnTo>
                  <a:pt x="10282" y="49964"/>
                </a:lnTo>
                <a:lnTo>
                  <a:pt x="10622" y="50347"/>
                </a:lnTo>
                <a:lnTo>
                  <a:pt x="10970" y="50726"/>
                </a:lnTo>
                <a:lnTo>
                  <a:pt x="11326" y="51100"/>
                </a:lnTo>
                <a:lnTo>
                  <a:pt x="11691" y="51471"/>
                </a:lnTo>
                <a:lnTo>
                  <a:pt x="12063" y="51837"/>
                </a:lnTo>
                <a:lnTo>
                  <a:pt x="12444" y="52199"/>
                </a:lnTo>
                <a:lnTo>
                  <a:pt x="12832" y="52557"/>
                </a:lnTo>
                <a:lnTo>
                  <a:pt x="13229" y="52910"/>
                </a:lnTo>
                <a:lnTo>
                  <a:pt x="13634" y="53260"/>
                </a:lnTo>
                <a:lnTo>
                  <a:pt x="14047" y="53605"/>
                </a:lnTo>
                <a:lnTo>
                  <a:pt x="14468" y="53946"/>
                </a:lnTo>
                <a:lnTo>
                  <a:pt x="14895" y="54285"/>
                </a:lnTo>
                <a:lnTo>
                  <a:pt x="15330" y="54620"/>
                </a:lnTo>
                <a:lnTo>
                  <a:pt x="15772" y="54952"/>
                </a:lnTo>
                <a:lnTo>
                  <a:pt x="16220" y="55280"/>
                </a:lnTo>
                <a:lnTo>
                  <a:pt x="16676" y="55606"/>
                </a:lnTo>
                <a:lnTo>
                  <a:pt x="17139" y="55928"/>
                </a:lnTo>
                <a:lnTo>
                  <a:pt x="17608" y="56247"/>
                </a:lnTo>
                <a:lnTo>
                  <a:pt x="18085" y="56562"/>
                </a:lnTo>
                <a:lnTo>
                  <a:pt x="18569" y="56875"/>
                </a:lnTo>
                <a:lnTo>
                  <a:pt x="19059" y="57184"/>
                </a:lnTo>
                <a:lnTo>
                  <a:pt x="19557" y="57490"/>
                </a:lnTo>
                <a:lnTo>
                  <a:pt x="20062" y="57793"/>
                </a:lnTo>
                <a:lnTo>
                  <a:pt x="20573" y="58093"/>
                </a:lnTo>
                <a:lnTo>
                  <a:pt x="21092" y="58389"/>
                </a:lnTo>
                <a:lnTo>
                  <a:pt x="21618" y="58682"/>
                </a:lnTo>
                <a:lnTo>
                  <a:pt x="22151" y="58972"/>
                </a:lnTo>
                <a:lnTo>
                  <a:pt x="22690" y="59259"/>
                </a:lnTo>
                <a:lnTo>
                  <a:pt x="23237" y="59542"/>
                </a:lnTo>
                <a:lnTo>
                  <a:pt x="23791" y="59822"/>
                </a:lnTo>
                <a:lnTo>
                  <a:pt x="24352" y="60099"/>
                </a:lnTo>
                <a:lnTo>
                  <a:pt x="24919" y="60373"/>
                </a:lnTo>
                <a:lnTo>
                  <a:pt x="25494" y="60644"/>
                </a:lnTo>
                <a:lnTo>
                  <a:pt x="26076" y="60911"/>
                </a:lnTo>
                <a:lnTo>
                  <a:pt x="26664" y="61176"/>
                </a:lnTo>
                <a:lnTo>
                  <a:pt x="27258" y="61438"/>
                </a:lnTo>
                <a:lnTo>
                  <a:pt x="27858" y="61699"/>
                </a:lnTo>
                <a:lnTo>
                  <a:pt x="28464" y="61957"/>
                </a:lnTo>
                <a:lnTo>
                  <a:pt x="29076" y="62213"/>
                </a:lnTo>
                <a:lnTo>
                  <a:pt x="29694" y="62468"/>
                </a:lnTo>
                <a:lnTo>
                  <a:pt x="30317" y="62720"/>
                </a:lnTo>
                <a:lnTo>
                  <a:pt x="30947" y="62970"/>
                </a:lnTo>
                <a:lnTo>
                  <a:pt x="31582" y="63218"/>
                </a:lnTo>
                <a:lnTo>
                  <a:pt x="32223" y="63463"/>
                </a:lnTo>
                <a:lnTo>
                  <a:pt x="32870" y="63707"/>
                </a:lnTo>
                <a:lnTo>
                  <a:pt x="33523" y="63949"/>
                </a:lnTo>
                <a:lnTo>
                  <a:pt x="34182" y="64188"/>
                </a:lnTo>
                <a:lnTo>
                  <a:pt x="34847" y="64425"/>
                </a:lnTo>
                <a:lnTo>
                  <a:pt x="35518" y="64661"/>
                </a:lnTo>
                <a:lnTo>
                  <a:pt x="36194" y="64894"/>
                </a:lnTo>
                <a:lnTo>
                  <a:pt x="36877" y="65125"/>
                </a:lnTo>
                <a:lnTo>
                  <a:pt x="37565" y="65354"/>
                </a:lnTo>
                <a:lnTo>
                  <a:pt x="38259" y="65581"/>
                </a:lnTo>
                <a:lnTo>
                  <a:pt x="38959" y="65805"/>
                </a:lnTo>
                <a:lnTo>
                  <a:pt x="39665" y="66028"/>
                </a:lnTo>
                <a:lnTo>
                  <a:pt x="40377" y="66249"/>
                </a:lnTo>
                <a:lnTo>
                  <a:pt x="41095" y="66467"/>
                </a:lnTo>
                <a:lnTo>
                  <a:pt x="41818" y="66683"/>
                </a:lnTo>
                <a:lnTo>
                  <a:pt x="42506" y="66885"/>
                </a:lnTo>
                <a:lnTo>
                  <a:pt x="43184" y="67086"/>
                </a:lnTo>
                <a:lnTo>
                  <a:pt x="43852" y="67287"/>
                </a:lnTo>
                <a:lnTo>
                  <a:pt x="44510" y="67488"/>
                </a:lnTo>
                <a:lnTo>
                  <a:pt x="45159" y="67689"/>
                </a:lnTo>
                <a:lnTo>
                  <a:pt x="45797" y="67889"/>
                </a:lnTo>
                <a:lnTo>
                  <a:pt x="46425" y="68089"/>
                </a:lnTo>
                <a:lnTo>
                  <a:pt x="47043" y="68289"/>
                </a:lnTo>
                <a:lnTo>
                  <a:pt x="47652" y="68488"/>
                </a:lnTo>
                <a:lnTo>
                  <a:pt x="48250" y="68688"/>
                </a:lnTo>
                <a:lnTo>
                  <a:pt x="48839" y="68886"/>
                </a:lnTo>
                <a:lnTo>
                  <a:pt x="49417" y="69085"/>
                </a:lnTo>
                <a:lnTo>
                  <a:pt x="49986" y="69283"/>
                </a:lnTo>
                <a:lnTo>
                  <a:pt x="50544" y="69481"/>
                </a:lnTo>
                <a:lnTo>
                  <a:pt x="51093" y="69679"/>
                </a:lnTo>
                <a:lnTo>
                  <a:pt x="51632" y="69877"/>
                </a:lnTo>
                <a:lnTo>
                  <a:pt x="52160" y="70074"/>
                </a:lnTo>
                <a:lnTo>
                  <a:pt x="52679" y="70271"/>
                </a:lnTo>
                <a:lnTo>
                  <a:pt x="53188" y="70467"/>
                </a:lnTo>
                <a:lnTo>
                  <a:pt x="53687" y="70664"/>
                </a:lnTo>
                <a:lnTo>
                  <a:pt x="54176" y="70860"/>
                </a:lnTo>
                <a:lnTo>
                  <a:pt x="54655" y="71056"/>
                </a:lnTo>
                <a:lnTo>
                  <a:pt x="55124" y="71251"/>
                </a:lnTo>
                <a:lnTo>
                  <a:pt x="55583" y="71446"/>
                </a:lnTo>
                <a:lnTo>
                  <a:pt x="56033" y="71642"/>
                </a:lnTo>
                <a:lnTo>
                  <a:pt x="56475" y="71838"/>
                </a:lnTo>
                <a:lnTo>
                  <a:pt x="56909" y="72035"/>
                </a:lnTo>
                <a:lnTo>
                  <a:pt x="57334" y="72233"/>
                </a:lnTo>
                <a:lnTo>
                  <a:pt x="57752" y="72432"/>
                </a:lnTo>
                <a:lnTo>
                  <a:pt x="58161" y="72632"/>
                </a:lnTo>
                <a:lnTo>
                  <a:pt x="58562" y="72833"/>
                </a:lnTo>
                <a:lnTo>
                  <a:pt x="58956" y="73034"/>
                </a:lnTo>
                <a:lnTo>
                  <a:pt x="59341" y="73236"/>
                </a:lnTo>
                <a:lnTo>
                  <a:pt x="59717" y="73439"/>
                </a:lnTo>
                <a:lnTo>
                  <a:pt x="60086" y="73643"/>
                </a:lnTo>
                <a:lnTo>
                  <a:pt x="60447" y="73848"/>
                </a:lnTo>
                <a:lnTo>
                  <a:pt x="60799" y="74054"/>
                </a:lnTo>
                <a:lnTo>
                  <a:pt x="61144" y="74260"/>
                </a:lnTo>
                <a:lnTo>
                  <a:pt x="61480" y="74467"/>
                </a:lnTo>
                <a:lnTo>
                  <a:pt x="61808" y="74676"/>
                </a:lnTo>
                <a:lnTo>
                  <a:pt x="62128" y="74885"/>
                </a:lnTo>
                <a:lnTo>
                  <a:pt x="62440" y="75094"/>
                </a:lnTo>
                <a:lnTo>
                  <a:pt x="62744" y="75305"/>
                </a:lnTo>
                <a:lnTo>
                  <a:pt x="63039" y="75517"/>
                </a:lnTo>
                <a:lnTo>
                  <a:pt x="63327" y="75729"/>
                </a:lnTo>
                <a:lnTo>
                  <a:pt x="63606" y="75942"/>
                </a:lnTo>
                <a:lnTo>
                  <a:pt x="63877" y="76156"/>
                </a:lnTo>
                <a:lnTo>
                  <a:pt x="64140" y="76371"/>
                </a:lnTo>
                <a:lnTo>
                  <a:pt x="64396" y="76587"/>
                </a:lnTo>
                <a:lnTo>
                  <a:pt x="64645" y="76806"/>
                </a:lnTo>
                <a:lnTo>
                  <a:pt x="64888" y="77026"/>
                </a:lnTo>
                <a:lnTo>
                  <a:pt x="65125" y="77249"/>
                </a:lnTo>
                <a:lnTo>
                  <a:pt x="65355" y="77474"/>
                </a:lnTo>
                <a:lnTo>
                  <a:pt x="65578" y="77700"/>
                </a:lnTo>
                <a:lnTo>
                  <a:pt x="65795" y="77929"/>
                </a:lnTo>
                <a:lnTo>
                  <a:pt x="66006" y="78160"/>
                </a:lnTo>
                <a:lnTo>
                  <a:pt x="66210" y="78394"/>
                </a:lnTo>
                <a:lnTo>
                  <a:pt x="66408" y="78629"/>
                </a:lnTo>
                <a:lnTo>
                  <a:pt x="66599" y="78866"/>
                </a:lnTo>
                <a:lnTo>
                  <a:pt x="66784" y="79106"/>
                </a:lnTo>
                <a:lnTo>
                  <a:pt x="66963" y="79347"/>
                </a:lnTo>
                <a:lnTo>
                  <a:pt x="67135" y="79591"/>
                </a:lnTo>
                <a:lnTo>
                  <a:pt x="67300" y="79837"/>
                </a:lnTo>
                <a:lnTo>
                  <a:pt x="67459" y="80085"/>
                </a:lnTo>
                <a:lnTo>
                  <a:pt x="67612" y="80334"/>
                </a:lnTo>
                <a:lnTo>
                  <a:pt x="67758" y="80587"/>
                </a:lnTo>
                <a:lnTo>
                  <a:pt x="67898" y="80841"/>
                </a:lnTo>
                <a:lnTo>
                  <a:pt x="68031" y="81097"/>
                </a:lnTo>
                <a:lnTo>
                  <a:pt x="68158" y="81355"/>
                </a:lnTo>
                <a:lnTo>
                  <a:pt x="68278" y="81616"/>
                </a:lnTo>
                <a:lnTo>
                  <a:pt x="68392" y="81878"/>
                </a:lnTo>
                <a:lnTo>
                  <a:pt x="68500" y="82143"/>
                </a:lnTo>
                <a:lnTo>
                  <a:pt x="68602" y="82410"/>
                </a:lnTo>
                <a:lnTo>
                  <a:pt x="68700" y="82681"/>
                </a:lnTo>
                <a:lnTo>
                  <a:pt x="68793" y="82955"/>
                </a:lnTo>
                <a:lnTo>
                  <a:pt x="68882" y="83232"/>
                </a:lnTo>
                <a:lnTo>
                  <a:pt x="68967" y="83512"/>
                </a:lnTo>
                <a:lnTo>
                  <a:pt x="69047" y="83796"/>
                </a:lnTo>
                <a:lnTo>
                  <a:pt x="69123" y="84082"/>
                </a:lnTo>
                <a:lnTo>
                  <a:pt x="69195" y="84372"/>
                </a:lnTo>
                <a:lnTo>
                  <a:pt x="69262" y="84665"/>
                </a:lnTo>
                <a:lnTo>
                  <a:pt x="69325" y="84962"/>
                </a:lnTo>
                <a:lnTo>
                  <a:pt x="69384" y="85261"/>
                </a:lnTo>
                <a:lnTo>
                  <a:pt x="69438" y="85564"/>
                </a:lnTo>
                <a:lnTo>
                  <a:pt x="69488" y="85870"/>
                </a:lnTo>
                <a:lnTo>
                  <a:pt x="69534" y="86179"/>
                </a:lnTo>
                <a:lnTo>
                  <a:pt x="69575" y="86492"/>
                </a:lnTo>
                <a:lnTo>
                  <a:pt x="69612" y="86808"/>
                </a:lnTo>
                <a:lnTo>
                  <a:pt x="69645" y="87126"/>
                </a:lnTo>
                <a:lnTo>
                  <a:pt x="69673" y="87449"/>
                </a:lnTo>
                <a:lnTo>
                  <a:pt x="69697" y="87774"/>
                </a:lnTo>
                <a:lnTo>
                  <a:pt x="69716" y="88103"/>
                </a:lnTo>
                <a:lnTo>
                  <a:pt x="69731" y="88434"/>
                </a:lnTo>
                <a:lnTo>
                  <a:pt x="69742" y="88769"/>
                </a:lnTo>
                <a:lnTo>
                  <a:pt x="69749" y="89108"/>
                </a:lnTo>
                <a:lnTo>
                  <a:pt x="69751" y="89449"/>
                </a:lnTo>
                <a:lnTo>
                  <a:pt x="69746" y="89924"/>
                </a:lnTo>
                <a:lnTo>
                  <a:pt x="69731" y="90394"/>
                </a:lnTo>
                <a:lnTo>
                  <a:pt x="69705" y="90858"/>
                </a:lnTo>
                <a:lnTo>
                  <a:pt x="69669" y="91317"/>
                </a:lnTo>
                <a:close/>
                <a:moveTo>
                  <a:pt x="208822" y="110134"/>
                </a:moveTo>
                <a:lnTo>
                  <a:pt x="208864" y="110482"/>
                </a:lnTo>
                <a:lnTo>
                  <a:pt x="208907" y="110833"/>
                </a:lnTo>
                <a:lnTo>
                  <a:pt x="208953" y="111185"/>
                </a:lnTo>
                <a:lnTo>
                  <a:pt x="209001" y="111540"/>
                </a:lnTo>
                <a:lnTo>
                  <a:pt x="209052" y="111897"/>
                </a:lnTo>
                <a:lnTo>
                  <a:pt x="209105" y="112256"/>
                </a:lnTo>
                <a:lnTo>
                  <a:pt x="209159" y="112612"/>
                </a:lnTo>
                <a:lnTo>
                  <a:pt x="209216" y="112963"/>
                </a:lnTo>
                <a:lnTo>
                  <a:pt x="209274" y="113308"/>
                </a:lnTo>
                <a:lnTo>
                  <a:pt x="209333" y="113647"/>
                </a:lnTo>
                <a:lnTo>
                  <a:pt x="209395" y="113980"/>
                </a:lnTo>
                <a:lnTo>
                  <a:pt x="209458" y="114307"/>
                </a:lnTo>
                <a:lnTo>
                  <a:pt x="209523" y="114627"/>
                </a:lnTo>
                <a:lnTo>
                  <a:pt x="209589" y="114942"/>
                </a:lnTo>
                <a:lnTo>
                  <a:pt x="209657" y="115251"/>
                </a:lnTo>
                <a:lnTo>
                  <a:pt x="209727" y="115553"/>
                </a:lnTo>
                <a:lnTo>
                  <a:pt x="209798" y="115850"/>
                </a:lnTo>
                <a:lnTo>
                  <a:pt x="209872" y="116141"/>
                </a:lnTo>
                <a:lnTo>
                  <a:pt x="209946" y="116425"/>
                </a:lnTo>
                <a:lnTo>
                  <a:pt x="210023" y="116704"/>
                </a:lnTo>
                <a:lnTo>
                  <a:pt x="210101" y="116976"/>
                </a:lnTo>
                <a:lnTo>
                  <a:pt x="210181" y="117243"/>
                </a:lnTo>
                <a:lnTo>
                  <a:pt x="210263" y="117503"/>
                </a:lnTo>
                <a:lnTo>
                  <a:pt x="210346" y="117758"/>
                </a:lnTo>
                <a:lnTo>
                  <a:pt x="210431" y="118006"/>
                </a:lnTo>
                <a:lnTo>
                  <a:pt x="210517" y="118249"/>
                </a:lnTo>
                <a:lnTo>
                  <a:pt x="210606" y="118485"/>
                </a:lnTo>
                <a:lnTo>
                  <a:pt x="210696" y="118715"/>
                </a:lnTo>
                <a:lnTo>
                  <a:pt x="210787" y="118940"/>
                </a:lnTo>
                <a:lnTo>
                  <a:pt x="210881" y="119158"/>
                </a:lnTo>
                <a:lnTo>
                  <a:pt x="226462" y="119158"/>
                </a:lnTo>
                <a:lnTo>
                  <a:pt x="226462" y="117866"/>
                </a:lnTo>
                <a:lnTo>
                  <a:pt x="226335" y="117568"/>
                </a:lnTo>
                <a:lnTo>
                  <a:pt x="226211" y="117265"/>
                </a:lnTo>
                <a:lnTo>
                  <a:pt x="226090" y="116957"/>
                </a:lnTo>
                <a:lnTo>
                  <a:pt x="225972" y="116644"/>
                </a:lnTo>
                <a:lnTo>
                  <a:pt x="225856" y="116327"/>
                </a:lnTo>
                <a:lnTo>
                  <a:pt x="225743" y="116004"/>
                </a:lnTo>
                <a:lnTo>
                  <a:pt x="225632" y="115678"/>
                </a:lnTo>
                <a:lnTo>
                  <a:pt x="225524" y="115346"/>
                </a:lnTo>
                <a:lnTo>
                  <a:pt x="225419" y="115009"/>
                </a:lnTo>
                <a:lnTo>
                  <a:pt x="225317" y="114668"/>
                </a:lnTo>
                <a:lnTo>
                  <a:pt x="225217" y="114322"/>
                </a:lnTo>
                <a:lnTo>
                  <a:pt x="225120" y="113971"/>
                </a:lnTo>
                <a:lnTo>
                  <a:pt x="225025" y="113616"/>
                </a:lnTo>
                <a:lnTo>
                  <a:pt x="224933" y="113255"/>
                </a:lnTo>
                <a:lnTo>
                  <a:pt x="224844" y="112890"/>
                </a:lnTo>
                <a:lnTo>
                  <a:pt x="224757" y="112520"/>
                </a:lnTo>
                <a:lnTo>
                  <a:pt x="224673" y="112146"/>
                </a:lnTo>
                <a:lnTo>
                  <a:pt x="224592" y="111766"/>
                </a:lnTo>
                <a:lnTo>
                  <a:pt x="224514" y="111382"/>
                </a:lnTo>
                <a:lnTo>
                  <a:pt x="224438" y="110993"/>
                </a:lnTo>
                <a:lnTo>
                  <a:pt x="224365" y="110599"/>
                </a:lnTo>
                <a:lnTo>
                  <a:pt x="224294" y="110201"/>
                </a:lnTo>
                <a:lnTo>
                  <a:pt x="224226" y="109798"/>
                </a:lnTo>
                <a:lnTo>
                  <a:pt x="224161" y="109390"/>
                </a:lnTo>
                <a:lnTo>
                  <a:pt x="224098" y="108980"/>
                </a:lnTo>
                <a:lnTo>
                  <a:pt x="224038" y="108573"/>
                </a:lnTo>
                <a:lnTo>
                  <a:pt x="223981" y="108167"/>
                </a:lnTo>
                <a:lnTo>
                  <a:pt x="223927" y="107764"/>
                </a:lnTo>
                <a:lnTo>
                  <a:pt x="223875" y="107362"/>
                </a:lnTo>
                <a:lnTo>
                  <a:pt x="223825" y="106963"/>
                </a:lnTo>
                <a:lnTo>
                  <a:pt x="223779" y="106565"/>
                </a:lnTo>
                <a:lnTo>
                  <a:pt x="223735" y="106169"/>
                </a:lnTo>
                <a:lnTo>
                  <a:pt x="223694" y="105776"/>
                </a:lnTo>
                <a:lnTo>
                  <a:pt x="223655" y="105384"/>
                </a:lnTo>
                <a:lnTo>
                  <a:pt x="223619" y="104994"/>
                </a:lnTo>
                <a:lnTo>
                  <a:pt x="223586" y="104606"/>
                </a:lnTo>
                <a:lnTo>
                  <a:pt x="223555" y="104221"/>
                </a:lnTo>
                <a:lnTo>
                  <a:pt x="223527" y="103837"/>
                </a:lnTo>
                <a:lnTo>
                  <a:pt x="223502" y="103455"/>
                </a:lnTo>
                <a:lnTo>
                  <a:pt x="223479" y="103075"/>
                </a:lnTo>
                <a:lnTo>
                  <a:pt x="223459" y="102697"/>
                </a:lnTo>
                <a:lnTo>
                  <a:pt x="223442" y="102321"/>
                </a:lnTo>
                <a:lnTo>
                  <a:pt x="223427" y="101947"/>
                </a:lnTo>
                <a:lnTo>
                  <a:pt x="223415" y="101574"/>
                </a:lnTo>
                <a:lnTo>
                  <a:pt x="223406" y="101204"/>
                </a:lnTo>
                <a:lnTo>
                  <a:pt x="223399" y="100836"/>
                </a:lnTo>
                <a:lnTo>
                  <a:pt x="223395" y="100470"/>
                </a:lnTo>
                <a:lnTo>
                  <a:pt x="223394" y="100106"/>
                </a:lnTo>
                <a:lnTo>
                  <a:pt x="223394" y="59418"/>
                </a:lnTo>
                <a:lnTo>
                  <a:pt x="223387" y="58609"/>
                </a:lnTo>
                <a:lnTo>
                  <a:pt x="223365" y="57812"/>
                </a:lnTo>
                <a:lnTo>
                  <a:pt x="223329" y="57027"/>
                </a:lnTo>
                <a:lnTo>
                  <a:pt x="223278" y="56252"/>
                </a:lnTo>
                <a:lnTo>
                  <a:pt x="223213" y="55489"/>
                </a:lnTo>
                <a:lnTo>
                  <a:pt x="223134" y="54738"/>
                </a:lnTo>
                <a:lnTo>
                  <a:pt x="223040" y="53997"/>
                </a:lnTo>
                <a:lnTo>
                  <a:pt x="222932" y="53269"/>
                </a:lnTo>
                <a:lnTo>
                  <a:pt x="222809" y="52551"/>
                </a:lnTo>
                <a:lnTo>
                  <a:pt x="222672" y="51845"/>
                </a:lnTo>
                <a:lnTo>
                  <a:pt x="222521" y="51150"/>
                </a:lnTo>
                <a:lnTo>
                  <a:pt x="222355" y="50467"/>
                </a:lnTo>
                <a:lnTo>
                  <a:pt x="222174" y="49794"/>
                </a:lnTo>
                <a:lnTo>
                  <a:pt x="221979" y="49134"/>
                </a:lnTo>
                <a:lnTo>
                  <a:pt x="221770" y="48484"/>
                </a:lnTo>
                <a:lnTo>
                  <a:pt x="221546" y="47846"/>
                </a:lnTo>
                <a:lnTo>
                  <a:pt x="221308" y="47219"/>
                </a:lnTo>
                <a:lnTo>
                  <a:pt x="221055" y="46604"/>
                </a:lnTo>
                <a:lnTo>
                  <a:pt x="220788" y="46000"/>
                </a:lnTo>
                <a:lnTo>
                  <a:pt x="220507" y="45407"/>
                </a:lnTo>
                <a:lnTo>
                  <a:pt x="220211" y="44826"/>
                </a:lnTo>
                <a:lnTo>
                  <a:pt x="219900" y="44256"/>
                </a:lnTo>
                <a:lnTo>
                  <a:pt x="219576" y="43698"/>
                </a:lnTo>
                <a:lnTo>
                  <a:pt x="219236" y="43150"/>
                </a:lnTo>
                <a:lnTo>
                  <a:pt x="218884" y="42614"/>
                </a:lnTo>
                <a:lnTo>
                  <a:pt x="218522" y="42090"/>
                </a:lnTo>
                <a:lnTo>
                  <a:pt x="218148" y="41577"/>
                </a:lnTo>
                <a:lnTo>
                  <a:pt x="217763" y="41075"/>
                </a:lnTo>
                <a:lnTo>
                  <a:pt x="217367" y="40584"/>
                </a:lnTo>
                <a:lnTo>
                  <a:pt x="216961" y="40105"/>
                </a:lnTo>
                <a:lnTo>
                  <a:pt x="216543" y="39638"/>
                </a:lnTo>
                <a:lnTo>
                  <a:pt x="216115" y="39181"/>
                </a:lnTo>
                <a:lnTo>
                  <a:pt x="215675" y="38736"/>
                </a:lnTo>
                <a:lnTo>
                  <a:pt x="215225" y="38302"/>
                </a:lnTo>
                <a:lnTo>
                  <a:pt x="214764" y="37880"/>
                </a:lnTo>
                <a:lnTo>
                  <a:pt x="214292" y="37469"/>
                </a:lnTo>
                <a:lnTo>
                  <a:pt x="213808" y="37069"/>
                </a:lnTo>
                <a:lnTo>
                  <a:pt x="213314" y="36681"/>
                </a:lnTo>
                <a:lnTo>
                  <a:pt x="212809" y="36304"/>
                </a:lnTo>
                <a:lnTo>
                  <a:pt x="212294" y="35938"/>
                </a:lnTo>
                <a:lnTo>
                  <a:pt x="211767" y="35584"/>
                </a:lnTo>
                <a:lnTo>
                  <a:pt x="211229" y="35241"/>
                </a:lnTo>
                <a:lnTo>
                  <a:pt x="210680" y="34910"/>
                </a:lnTo>
                <a:lnTo>
                  <a:pt x="210121" y="34590"/>
                </a:lnTo>
                <a:lnTo>
                  <a:pt x="209550" y="34281"/>
                </a:lnTo>
                <a:lnTo>
                  <a:pt x="208968" y="33983"/>
                </a:lnTo>
                <a:lnTo>
                  <a:pt x="208376" y="33697"/>
                </a:lnTo>
                <a:lnTo>
                  <a:pt x="207773" y="33422"/>
                </a:lnTo>
                <a:lnTo>
                  <a:pt x="207160" y="33159"/>
                </a:lnTo>
                <a:lnTo>
                  <a:pt x="206540" y="32907"/>
                </a:lnTo>
                <a:lnTo>
                  <a:pt x="205911" y="32666"/>
                </a:lnTo>
                <a:lnTo>
                  <a:pt x="205276" y="32436"/>
                </a:lnTo>
                <a:lnTo>
                  <a:pt x="204632" y="32217"/>
                </a:lnTo>
                <a:lnTo>
                  <a:pt x="203981" y="32010"/>
                </a:lnTo>
                <a:lnTo>
                  <a:pt x="203322" y="31813"/>
                </a:lnTo>
                <a:lnTo>
                  <a:pt x="202655" y="31628"/>
                </a:lnTo>
                <a:lnTo>
                  <a:pt x="201981" y="31455"/>
                </a:lnTo>
                <a:lnTo>
                  <a:pt x="201299" y="31292"/>
                </a:lnTo>
                <a:lnTo>
                  <a:pt x="200609" y="31141"/>
                </a:lnTo>
                <a:lnTo>
                  <a:pt x="199911" y="31000"/>
                </a:lnTo>
                <a:lnTo>
                  <a:pt x="199206" y="30872"/>
                </a:lnTo>
                <a:lnTo>
                  <a:pt x="198493" y="30754"/>
                </a:lnTo>
                <a:lnTo>
                  <a:pt x="197773" y="30647"/>
                </a:lnTo>
                <a:lnTo>
                  <a:pt x="197044" y="30552"/>
                </a:lnTo>
                <a:lnTo>
                  <a:pt x="196308" y="30468"/>
                </a:lnTo>
                <a:lnTo>
                  <a:pt x="195565" y="30395"/>
                </a:lnTo>
                <a:lnTo>
                  <a:pt x="194813" y="30333"/>
                </a:lnTo>
                <a:lnTo>
                  <a:pt x="194054" y="30283"/>
                </a:lnTo>
                <a:lnTo>
                  <a:pt x="193287" y="30244"/>
                </a:lnTo>
                <a:lnTo>
                  <a:pt x="192513" y="30216"/>
                </a:lnTo>
                <a:lnTo>
                  <a:pt x="191730" y="30199"/>
                </a:lnTo>
                <a:lnTo>
                  <a:pt x="190940" y="30193"/>
                </a:lnTo>
                <a:lnTo>
                  <a:pt x="190284" y="30197"/>
                </a:lnTo>
                <a:lnTo>
                  <a:pt x="189632" y="30209"/>
                </a:lnTo>
                <a:lnTo>
                  <a:pt x="188986" y="30228"/>
                </a:lnTo>
                <a:lnTo>
                  <a:pt x="188345" y="30255"/>
                </a:lnTo>
                <a:lnTo>
                  <a:pt x="187709" y="30290"/>
                </a:lnTo>
                <a:lnTo>
                  <a:pt x="187078" y="30332"/>
                </a:lnTo>
                <a:lnTo>
                  <a:pt x="186452" y="30382"/>
                </a:lnTo>
                <a:lnTo>
                  <a:pt x="185832" y="30440"/>
                </a:lnTo>
                <a:lnTo>
                  <a:pt x="185217" y="30505"/>
                </a:lnTo>
                <a:lnTo>
                  <a:pt x="184607" y="30579"/>
                </a:lnTo>
                <a:lnTo>
                  <a:pt x="184002" y="30660"/>
                </a:lnTo>
                <a:lnTo>
                  <a:pt x="183402" y="30748"/>
                </a:lnTo>
                <a:lnTo>
                  <a:pt x="182808" y="30845"/>
                </a:lnTo>
                <a:lnTo>
                  <a:pt x="182218" y="30949"/>
                </a:lnTo>
                <a:lnTo>
                  <a:pt x="181634" y="31060"/>
                </a:lnTo>
                <a:lnTo>
                  <a:pt x="181055" y="31180"/>
                </a:lnTo>
                <a:lnTo>
                  <a:pt x="180482" y="31307"/>
                </a:lnTo>
                <a:lnTo>
                  <a:pt x="179913" y="31442"/>
                </a:lnTo>
                <a:lnTo>
                  <a:pt x="179350" y="31585"/>
                </a:lnTo>
                <a:lnTo>
                  <a:pt x="178792" y="31735"/>
                </a:lnTo>
                <a:lnTo>
                  <a:pt x="178239" y="31893"/>
                </a:lnTo>
                <a:lnTo>
                  <a:pt x="177691" y="32059"/>
                </a:lnTo>
                <a:lnTo>
                  <a:pt x="177148" y="32232"/>
                </a:lnTo>
                <a:lnTo>
                  <a:pt x="176611" y="32413"/>
                </a:lnTo>
                <a:lnTo>
                  <a:pt x="176079" y="32601"/>
                </a:lnTo>
                <a:lnTo>
                  <a:pt x="175554" y="32794"/>
                </a:lnTo>
                <a:lnTo>
                  <a:pt x="175035" y="32992"/>
                </a:lnTo>
                <a:lnTo>
                  <a:pt x="174523" y="33196"/>
                </a:lnTo>
                <a:lnTo>
                  <a:pt x="174017" y="33405"/>
                </a:lnTo>
                <a:lnTo>
                  <a:pt x="173518" y="33619"/>
                </a:lnTo>
                <a:lnTo>
                  <a:pt x="173025" y="33839"/>
                </a:lnTo>
                <a:lnTo>
                  <a:pt x="172538" y="34064"/>
                </a:lnTo>
                <a:lnTo>
                  <a:pt x="172058" y="34294"/>
                </a:lnTo>
                <a:lnTo>
                  <a:pt x="171585" y="34530"/>
                </a:lnTo>
                <a:lnTo>
                  <a:pt x="171118" y="34771"/>
                </a:lnTo>
                <a:lnTo>
                  <a:pt x="170657" y="35017"/>
                </a:lnTo>
                <a:lnTo>
                  <a:pt x="170203" y="35268"/>
                </a:lnTo>
                <a:lnTo>
                  <a:pt x="169755" y="35525"/>
                </a:lnTo>
                <a:lnTo>
                  <a:pt x="169313" y="35788"/>
                </a:lnTo>
                <a:lnTo>
                  <a:pt x="168879" y="36055"/>
                </a:lnTo>
                <a:lnTo>
                  <a:pt x="168450" y="36328"/>
                </a:lnTo>
                <a:lnTo>
                  <a:pt x="168028" y="36606"/>
                </a:lnTo>
                <a:lnTo>
                  <a:pt x="167612" y="36890"/>
                </a:lnTo>
                <a:lnTo>
                  <a:pt x="167203" y="37179"/>
                </a:lnTo>
                <a:lnTo>
                  <a:pt x="166801" y="37473"/>
                </a:lnTo>
                <a:lnTo>
                  <a:pt x="166404" y="37772"/>
                </a:lnTo>
                <a:lnTo>
                  <a:pt x="166015" y="38077"/>
                </a:lnTo>
                <a:lnTo>
                  <a:pt x="165631" y="38387"/>
                </a:lnTo>
                <a:lnTo>
                  <a:pt x="165255" y="38702"/>
                </a:lnTo>
                <a:lnTo>
                  <a:pt x="164886" y="39019"/>
                </a:lnTo>
                <a:lnTo>
                  <a:pt x="164524" y="39339"/>
                </a:lnTo>
                <a:lnTo>
                  <a:pt x="164170" y="39662"/>
                </a:lnTo>
                <a:lnTo>
                  <a:pt x="163824" y="39988"/>
                </a:lnTo>
                <a:lnTo>
                  <a:pt x="163484" y="40317"/>
                </a:lnTo>
                <a:lnTo>
                  <a:pt x="163153" y="40649"/>
                </a:lnTo>
                <a:lnTo>
                  <a:pt x="162828" y="40984"/>
                </a:lnTo>
                <a:lnTo>
                  <a:pt x="162511" y="41322"/>
                </a:lnTo>
                <a:lnTo>
                  <a:pt x="162202" y="41663"/>
                </a:lnTo>
                <a:lnTo>
                  <a:pt x="161900" y="42006"/>
                </a:lnTo>
                <a:lnTo>
                  <a:pt x="161605" y="42353"/>
                </a:lnTo>
                <a:lnTo>
                  <a:pt x="161318" y="42703"/>
                </a:lnTo>
                <a:lnTo>
                  <a:pt x="161038" y="43055"/>
                </a:lnTo>
                <a:lnTo>
                  <a:pt x="160765" y="43411"/>
                </a:lnTo>
                <a:lnTo>
                  <a:pt x="160500" y="43769"/>
                </a:lnTo>
                <a:lnTo>
                  <a:pt x="160243" y="44131"/>
                </a:lnTo>
                <a:lnTo>
                  <a:pt x="159993" y="44495"/>
                </a:lnTo>
                <a:lnTo>
                  <a:pt x="159750" y="44862"/>
                </a:lnTo>
                <a:lnTo>
                  <a:pt x="159515" y="45233"/>
                </a:lnTo>
                <a:lnTo>
                  <a:pt x="159287" y="45606"/>
                </a:lnTo>
                <a:lnTo>
                  <a:pt x="159067" y="45982"/>
                </a:lnTo>
                <a:lnTo>
                  <a:pt x="158854" y="46361"/>
                </a:lnTo>
                <a:lnTo>
                  <a:pt x="158648" y="46743"/>
                </a:lnTo>
                <a:lnTo>
                  <a:pt x="158451" y="47126"/>
                </a:lnTo>
                <a:lnTo>
                  <a:pt x="158261" y="47510"/>
                </a:lnTo>
                <a:lnTo>
                  <a:pt x="158081" y="47895"/>
                </a:lnTo>
                <a:lnTo>
                  <a:pt x="157908" y="48279"/>
                </a:lnTo>
                <a:lnTo>
                  <a:pt x="157744" y="48664"/>
                </a:lnTo>
                <a:lnTo>
                  <a:pt x="157589" y="49049"/>
                </a:lnTo>
                <a:lnTo>
                  <a:pt x="157441" y="49434"/>
                </a:lnTo>
                <a:lnTo>
                  <a:pt x="157303" y="49820"/>
                </a:lnTo>
                <a:lnTo>
                  <a:pt x="157172" y="50205"/>
                </a:lnTo>
                <a:lnTo>
                  <a:pt x="157050" y="50592"/>
                </a:lnTo>
                <a:lnTo>
                  <a:pt x="156937" y="50978"/>
                </a:lnTo>
                <a:lnTo>
                  <a:pt x="156832" y="51365"/>
                </a:lnTo>
                <a:lnTo>
                  <a:pt x="156735" y="51752"/>
                </a:lnTo>
                <a:lnTo>
                  <a:pt x="156647" y="52139"/>
                </a:lnTo>
                <a:lnTo>
                  <a:pt x="156567" y="52526"/>
                </a:lnTo>
                <a:lnTo>
                  <a:pt x="156495" y="52914"/>
                </a:lnTo>
                <a:lnTo>
                  <a:pt x="156432" y="53302"/>
                </a:lnTo>
                <a:lnTo>
                  <a:pt x="156378" y="53691"/>
                </a:lnTo>
                <a:lnTo>
                  <a:pt x="156331" y="54079"/>
                </a:lnTo>
                <a:lnTo>
                  <a:pt x="156294" y="54468"/>
                </a:lnTo>
                <a:lnTo>
                  <a:pt x="156264" y="54858"/>
                </a:lnTo>
                <a:lnTo>
                  <a:pt x="156243" y="55247"/>
                </a:lnTo>
                <a:lnTo>
                  <a:pt x="156230" y="55637"/>
                </a:lnTo>
                <a:lnTo>
                  <a:pt x="156226" y="56027"/>
                </a:lnTo>
                <a:lnTo>
                  <a:pt x="171161" y="56027"/>
                </a:lnTo>
                <a:lnTo>
                  <a:pt x="171166" y="55725"/>
                </a:lnTo>
                <a:lnTo>
                  <a:pt x="171178" y="55425"/>
                </a:lnTo>
                <a:lnTo>
                  <a:pt x="171199" y="55126"/>
                </a:lnTo>
                <a:lnTo>
                  <a:pt x="171228" y="54829"/>
                </a:lnTo>
                <a:lnTo>
                  <a:pt x="171265" y="54534"/>
                </a:lnTo>
                <a:lnTo>
                  <a:pt x="171310" y="54241"/>
                </a:lnTo>
                <a:lnTo>
                  <a:pt x="171364" y="53949"/>
                </a:lnTo>
                <a:lnTo>
                  <a:pt x="171426" y="53659"/>
                </a:lnTo>
                <a:lnTo>
                  <a:pt x="171496" y="53370"/>
                </a:lnTo>
                <a:lnTo>
                  <a:pt x="171575" y="53084"/>
                </a:lnTo>
                <a:lnTo>
                  <a:pt x="171662" y="52798"/>
                </a:lnTo>
                <a:lnTo>
                  <a:pt x="171757" y="52515"/>
                </a:lnTo>
                <a:lnTo>
                  <a:pt x="171860" y="52233"/>
                </a:lnTo>
                <a:lnTo>
                  <a:pt x="171972" y="51953"/>
                </a:lnTo>
                <a:lnTo>
                  <a:pt x="172092" y="51675"/>
                </a:lnTo>
                <a:lnTo>
                  <a:pt x="172220" y="51398"/>
                </a:lnTo>
                <a:lnTo>
                  <a:pt x="172356" y="51123"/>
                </a:lnTo>
                <a:lnTo>
                  <a:pt x="172501" y="50850"/>
                </a:lnTo>
                <a:lnTo>
                  <a:pt x="172654" y="50578"/>
                </a:lnTo>
                <a:lnTo>
                  <a:pt x="172815" y="50308"/>
                </a:lnTo>
                <a:lnTo>
                  <a:pt x="172985" y="50040"/>
                </a:lnTo>
                <a:lnTo>
                  <a:pt x="173163" y="49774"/>
                </a:lnTo>
                <a:lnTo>
                  <a:pt x="173349" y="49509"/>
                </a:lnTo>
                <a:lnTo>
                  <a:pt x="173543" y="49246"/>
                </a:lnTo>
                <a:lnTo>
                  <a:pt x="173745" y="48985"/>
                </a:lnTo>
                <a:lnTo>
                  <a:pt x="173953" y="48729"/>
                </a:lnTo>
                <a:lnTo>
                  <a:pt x="174167" y="48477"/>
                </a:lnTo>
                <a:lnTo>
                  <a:pt x="174388" y="48230"/>
                </a:lnTo>
                <a:lnTo>
                  <a:pt x="174616" y="47986"/>
                </a:lnTo>
                <a:lnTo>
                  <a:pt x="174850" y="47747"/>
                </a:lnTo>
                <a:lnTo>
                  <a:pt x="175090" y="47512"/>
                </a:lnTo>
                <a:lnTo>
                  <a:pt x="175337" y="47281"/>
                </a:lnTo>
                <a:lnTo>
                  <a:pt x="175590" y="47054"/>
                </a:lnTo>
                <a:lnTo>
                  <a:pt x="175850" y="46832"/>
                </a:lnTo>
                <a:lnTo>
                  <a:pt x="176116" y="46614"/>
                </a:lnTo>
                <a:lnTo>
                  <a:pt x="176389" y="46400"/>
                </a:lnTo>
                <a:lnTo>
                  <a:pt x="176668" y="46190"/>
                </a:lnTo>
                <a:lnTo>
                  <a:pt x="176953" y="45984"/>
                </a:lnTo>
                <a:lnTo>
                  <a:pt x="177245" y="45783"/>
                </a:lnTo>
                <a:lnTo>
                  <a:pt x="177544" y="45586"/>
                </a:lnTo>
                <a:lnTo>
                  <a:pt x="177848" y="45393"/>
                </a:lnTo>
                <a:lnTo>
                  <a:pt x="178160" y="45204"/>
                </a:lnTo>
                <a:lnTo>
                  <a:pt x="178477" y="45019"/>
                </a:lnTo>
                <a:lnTo>
                  <a:pt x="178802" y="44839"/>
                </a:lnTo>
                <a:lnTo>
                  <a:pt x="179132" y="44663"/>
                </a:lnTo>
                <a:lnTo>
                  <a:pt x="179469" y="44491"/>
                </a:lnTo>
                <a:lnTo>
                  <a:pt x="179813" y="44323"/>
                </a:lnTo>
                <a:lnTo>
                  <a:pt x="180163" y="44160"/>
                </a:lnTo>
                <a:lnTo>
                  <a:pt x="180518" y="44001"/>
                </a:lnTo>
                <a:lnTo>
                  <a:pt x="180879" y="43850"/>
                </a:lnTo>
                <a:lnTo>
                  <a:pt x="181244" y="43705"/>
                </a:lnTo>
                <a:lnTo>
                  <a:pt x="181615" y="43567"/>
                </a:lnTo>
                <a:lnTo>
                  <a:pt x="181990" y="43436"/>
                </a:lnTo>
                <a:lnTo>
                  <a:pt x="182370" y="43312"/>
                </a:lnTo>
                <a:lnTo>
                  <a:pt x="182755" y="43194"/>
                </a:lnTo>
                <a:lnTo>
                  <a:pt x="183145" y="43083"/>
                </a:lnTo>
                <a:lnTo>
                  <a:pt x="183540" y="42979"/>
                </a:lnTo>
                <a:lnTo>
                  <a:pt x="183940" y="42881"/>
                </a:lnTo>
                <a:lnTo>
                  <a:pt x="184345" y="42790"/>
                </a:lnTo>
                <a:lnTo>
                  <a:pt x="184754" y="42706"/>
                </a:lnTo>
                <a:lnTo>
                  <a:pt x="185169" y="42629"/>
                </a:lnTo>
                <a:lnTo>
                  <a:pt x="185588" y="42558"/>
                </a:lnTo>
                <a:lnTo>
                  <a:pt x="186013" y="42494"/>
                </a:lnTo>
                <a:lnTo>
                  <a:pt x="186442" y="42437"/>
                </a:lnTo>
                <a:lnTo>
                  <a:pt x="186876" y="42387"/>
                </a:lnTo>
                <a:lnTo>
                  <a:pt x="187315" y="42343"/>
                </a:lnTo>
                <a:lnTo>
                  <a:pt x="187759" y="42306"/>
                </a:lnTo>
                <a:lnTo>
                  <a:pt x="188208" y="42276"/>
                </a:lnTo>
                <a:lnTo>
                  <a:pt x="188662" y="42252"/>
                </a:lnTo>
                <a:lnTo>
                  <a:pt x="189120" y="42235"/>
                </a:lnTo>
                <a:lnTo>
                  <a:pt x="189584" y="42225"/>
                </a:lnTo>
                <a:lnTo>
                  <a:pt x="190052" y="42222"/>
                </a:lnTo>
                <a:lnTo>
                  <a:pt x="190553" y="42226"/>
                </a:lnTo>
                <a:lnTo>
                  <a:pt x="191048" y="42237"/>
                </a:lnTo>
                <a:lnTo>
                  <a:pt x="191536" y="42255"/>
                </a:lnTo>
                <a:lnTo>
                  <a:pt x="192017" y="42280"/>
                </a:lnTo>
                <a:lnTo>
                  <a:pt x="192491" y="42313"/>
                </a:lnTo>
                <a:lnTo>
                  <a:pt x="192959" y="42353"/>
                </a:lnTo>
                <a:lnTo>
                  <a:pt x="193419" y="42401"/>
                </a:lnTo>
                <a:lnTo>
                  <a:pt x="193874" y="42455"/>
                </a:lnTo>
                <a:lnTo>
                  <a:pt x="194321" y="42517"/>
                </a:lnTo>
                <a:lnTo>
                  <a:pt x="194762" y="42586"/>
                </a:lnTo>
                <a:lnTo>
                  <a:pt x="195195" y="42663"/>
                </a:lnTo>
                <a:lnTo>
                  <a:pt x="195623" y="42747"/>
                </a:lnTo>
                <a:lnTo>
                  <a:pt x="196043" y="42838"/>
                </a:lnTo>
                <a:lnTo>
                  <a:pt x="196457" y="42936"/>
                </a:lnTo>
                <a:lnTo>
                  <a:pt x="196864" y="43042"/>
                </a:lnTo>
                <a:lnTo>
                  <a:pt x="197264" y="43155"/>
                </a:lnTo>
                <a:lnTo>
                  <a:pt x="197658" y="43275"/>
                </a:lnTo>
                <a:lnTo>
                  <a:pt x="198045" y="43403"/>
                </a:lnTo>
                <a:lnTo>
                  <a:pt x="198425" y="43537"/>
                </a:lnTo>
                <a:lnTo>
                  <a:pt x="198798" y="43680"/>
                </a:lnTo>
                <a:lnTo>
                  <a:pt x="199165" y="43829"/>
                </a:lnTo>
                <a:lnTo>
                  <a:pt x="199525" y="43986"/>
                </a:lnTo>
                <a:lnTo>
                  <a:pt x="199878" y="44150"/>
                </a:lnTo>
                <a:lnTo>
                  <a:pt x="200224" y="44321"/>
                </a:lnTo>
                <a:lnTo>
                  <a:pt x="200564" y="44499"/>
                </a:lnTo>
                <a:lnTo>
                  <a:pt x="200896" y="44683"/>
                </a:lnTo>
                <a:lnTo>
                  <a:pt x="201221" y="44873"/>
                </a:lnTo>
                <a:lnTo>
                  <a:pt x="201540" y="45069"/>
                </a:lnTo>
                <a:lnTo>
                  <a:pt x="201850" y="45271"/>
                </a:lnTo>
                <a:lnTo>
                  <a:pt x="202154" y="45479"/>
                </a:lnTo>
                <a:lnTo>
                  <a:pt x="202451" y="45693"/>
                </a:lnTo>
                <a:lnTo>
                  <a:pt x="202740" y="45913"/>
                </a:lnTo>
                <a:lnTo>
                  <a:pt x="203023" y="46139"/>
                </a:lnTo>
                <a:lnTo>
                  <a:pt x="203298" y="46371"/>
                </a:lnTo>
                <a:lnTo>
                  <a:pt x="203566" y="46610"/>
                </a:lnTo>
                <a:lnTo>
                  <a:pt x="203827" y="46854"/>
                </a:lnTo>
                <a:lnTo>
                  <a:pt x="204081" y="47104"/>
                </a:lnTo>
                <a:lnTo>
                  <a:pt x="204327" y="47360"/>
                </a:lnTo>
                <a:lnTo>
                  <a:pt x="204567" y="47623"/>
                </a:lnTo>
                <a:lnTo>
                  <a:pt x="204799" y="47891"/>
                </a:lnTo>
                <a:lnTo>
                  <a:pt x="205024" y="48165"/>
                </a:lnTo>
                <a:lnTo>
                  <a:pt x="205242" y="48446"/>
                </a:lnTo>
                <a:lnTo>
                  <a:pt x="205453" y="48732"/>
                </a:lnTo>
                <a:lnTo>
                  <a:pt x="205657" y="49025"/>
                </a:lnTo>
                <a:lnTo>
                  <a:pt x="205853" y="49323"/>
                </a:lnTo>
                <a:lnTo>
                  <a:pt x="206043" y="49628"/>
                </a:lnTo>
                <a:lnTo>
                  <a:pt x="206225" y="49938"/>
                </a:lnTo>
                <a:lnTo>
                  <a:pt x="206400" y="50255"/>
                </a:lnTo>
                <a:lnTo>
                  <a:pt x="206568" y="50577"/>
                </a:lnTo>
                <a:lnTo>
                  <a:pt x="206729" y="50903"/>
                </a:lnTo>
                <a:lnTo>
                  <a:pt x="206883" y="51234"/>
                </a:lnTo>
                <a:lnTo>
                  <a:pt x="207029" y="51570"/>
                </a:lnTo>
                <a:lnTo>
                  <a:pt x="207169" y="51910"/>
                </a:lnTo>
                <a:lnTo>
                  <a:pt x="207301" y="52255"/>
                </a:lnTo>
                <a:lnTo>
                  <a:pt x="207426" y="52605"/>
                </a:lnTo>
                <a:lnTo>
                  <a:pt x="207544" y="52959"/>
                </a:lnTo>
                <a:lnTo>
                  <a:pt x="207655" y="53318"/>
                </a:lnTo>
                <a:lnTo>
                  <a:pt x="207758" y="53681"/>
                </a:lnTo>
                <a:lnTo>
                  <a:pt x="207855" y="54050"/>
                </a:lnTo>
                <a:lnTo>
                  <a:pt x="207944" y="54422"/>
                </a:lnTo>
                <a:lnTo>
                  <a:pt x="208026" y="54800"/>
                </a:lnTo>
                <a:lnTo>
                  <a:pt x="208101" y="55182"/>
                </a:lnTo>
                <a:lnTo>
                  <a:pt x="208169" y="55568"/>
                </a:lnTo>
                <a:lnTo>
                  <a:pt x="208230" y="55960"/>
                </a:lnTo>
                <a:lnTo>
                  <a:pt x="208284" y="56355"/>
                </a:lnTo>
                <a:lnTo>
                  <a:pt x="208330" y="56756"/>
                </a:lnTo>
                <a:lnTo>
                  <a:pt x="208369" y="57161"/>
                </a:lnTo>
                <a:lnTo>
                  <a:pt x="208402" y="57571"/>
                </a:lnTo>
                <a:lnTo>
                  <a:pt x="208427" y="57985"/>
                </a:lnTo>
                <a:lnTo>
                  <a:pt x="208445" y="58404"/>
                </a:lnTo>
                <a:lnTo>
                  <a:pt x="208455" y="58828"/>
                </a:lnTo>
                <a:lnTo>
                  <a:pt x="208459" y="59256"/>
                </a:lnTo>
                <a:lnTo>
                  <a:pt x="208459" y="66199"/>
                </a:lnTo>
                <a:lnTo>
                  <a:pt x="193685" y="66199"/>
                </a:lnTo>
                <a:lnTo>
                  <a:pt x="192941" y="66202"/>
                </a:lnTo>
                <a:lnTo>
                  <a:pt x="192203" y="66212"/>
                </a:lnTo>
                <a:lnTo>
                  <a:pt x="191471" y="66228"/>
                </a:lnTo>
                <a:lnTo>
                  <a:pt x="190745" y="66250"/>
                </a:lnTo>
                <a:lnTo>
                  <a:pt x="190025" y="66279"/>
                </a:lnTo>
                <a:lnTo>
                  <a:pt x="189311" y="66315"/>
                </a:lnTo>
                <a:lnTo>
                  <a:pt x="188602" y="66357"/>
                </a:lnTo>
                <a:lnTo>
                  <a:pt x="187899" y="66405"/>
                </a:lnTo>
                <a:lnTo>
                  <a:pt x="187203" y="66460"/>
                </a:lnTo>
                <a:lnTo>
                  <a:pt x="186512" y="66521"/>
                </a:lnTo>
                <a:lnTo>
                  <a:pt x="185827" y="66589"/>
                </a:lnTo>
                <a:lnTo>
                  <a:pt x="185148" y="66663"/>
                </a:lnTo>
                <a:lnTo>
                  <a:pt x="184475" y="66744"/>
                </a:lnTo>
                <a:lnTo>
                  <a:pt x="183807" y="66831"/>
                </a:lnTo>
                <a:lnTo>
                  <a:pt x="183146" y="66924"/>
                </a:lnTo>
                <a:lnTo>
                  <a:pt x="182491" y="67024"/>
                </a:lnTo>
                <a:lnTo>
                  <a:pt x="181841" y="67131"/>
                </a:lnTo>
                <a:lnTo>
                  <a:pt x="181197" y="67243"/>
                </a:lnTo>
                <a:lnTo>
                  <a:pt x="180559" y="67363"/>
                </a:lnTo>
                <a:lnTo>
                  <a:pt x="179927" y="67488"/>
                </a:lnTo>
                <a:lnTo>
                  <a:pt x="179301" y="67621"/>
                </a:lnTo>
                <a:lnTo>
                  <a:pt x="178681" y="67759"/>
                </a:lnTo>
                <a:lnTo>
                  <a:pt x="178067" y="67904"/>
                </a:lnTo>
                <a:lnTo>
                  <a:pt x="177458" y="68056"/>
                </a:lnTo>
                <a:lnTo>
                  <a:pt x="176857" y="68213"/>
                </a:lnTo>
                <a:lnTo>
                  <a:pt x="176262" y="68377"/>
                </a:lnTo>
                <a:lnTo>
                  <a:pt x="175675" y="68547"/>
                </a:lnTo>
                <a:lnTo>
                  <a:pt x="175095" y="68723"/>
                </a:lnTo>
                <a:lnTo>
                  <a:pt x="174522" y="68905"/>
                </a:lnTo>
                <a:lnTo>
                  <a:pt x="173957" y="69093"/>
                </a:lnTo>
                <a:lnTo>
                  <a:pt x="173399" y="69286"/>
                </a:lnTo>
                <a:lnTo>
                  <a:pt x="172848" y="69486"/>
                </a:lnTo>
                <a:lnTo>
                  <a:pt x="172304" y="69692"/>
                </a:lnTo>
                <a:lnTo>
                  <a:pt x="171768" y="69904"/>
                </a:lnTo>
                <a:lnTo>
                  <a:pt x="171239" y="70122"/>
                </a:lnTo>
                <a:lnTo>
                  <a:pt x="170717" y="70346"/>
                </a:lnTo>
                <a:lnTo>
                  <a:pt x="170203" y="70576"/>
                </a:lnTo>
                <a:lnTo>
                  <a:pt x="169696" y="70813"/>
                </a:lnTo>
                <a:lnTo>
                  <a:pt x="169196" y="71055"/>
                </a:lnTo>
                <a:lnTo>
                  <a:pt x="168704" y="71303"/>
                </a:lnTo>
                <a:lnTo>
                  <a:pt x="168218" y="71557"/>
                </a:lnTo>
                <a:lnTo>
                  <a:pt x="167740" y="71817"/>
                </a:lnTo>
                <a:lnTo>
                  <a:pt x="167270" y="72083"/>
                </a:lnTo>
                <a:lnTo>
                  <a:pt x="166806" y="72356"/>
                </a:lnTo>
                <a:lnTo>
                  <a:pt x="166350" y="72634"/>
                </a:lnTo>
                <a:lnTo>
                  <a:pt x="165902" y="72918"/>
                </a:lnTo>
                <a:lnTo>
                  <a:pt x="165460" y="73209"/>
                </a:lnTo>
                <a:lnTo>
                  <a:pt x="165026" y="73505"/>
                </a:lnTo>
                <a:lnTo>
                  <a:pt x="164600" y="73807"/>
                </a:lnTo>
                <a:lnTo>
                  <a:pt x="164182" y="74116"/>
                </a:lnTo>
                <a:lnTo>
                  <a:pt x="163772" y="74431"/>
                </a:lnTo>
                <a:lnTo>
                  <a:pt x="163371" y="74752"/>
                </a:lnTo>
                <a:lnTo>
                  <a:pt x="162978" y="75079"/>
                </a:lnTo>
                <a:lnTo>
                  <a:pt x="162594" y="75412"/>
                </a:lnTo>
                <a:lnTo>
                  <a:pt x="162218" y="75752"/>
                </a:lnTo>
                <a:lnTo>
                  <a:pt x="161850" y="76097"/>
                </a:lnTo>
                <a:lnTo>
                  <a:pt x="161491" y="76449"/>
                </a:lnTo>
                <a:lnTo>
                  <a:pt x="161141" y="76807"/>
                </a:lnTo>
                <a:lnTo>
                  <a:pt x="160798" y="77171"/>
                </a:lnTo>
                <a:lnTo>
                  <a:pt x="160465" y="77542"/>
                </a:lnTo>
                <a:lnTo>
                  <a:pt x="160139" y="77918"/>
                </a:lnTo>
                <a:lnTo>
                  <a:pt x="159822" y="78301"/>
                </a:lnTo>
                <a:lnTo>
                  <a:pt x="159514" y="78689"/>
                </a:lnTo>
                <a:lnTo>
                  <a:pt x="159213" y="79084"/>
                </a:lnTo>
                <a:lnTo>
                  <a:pt x="158921" y="79485"/>
                </a:lnTo>
                <a:lnTo>
                  <a:pt x="158638" y="79893"/>
                </a:lnTo>
                <a:lnTo>
                  <a:pt x="158363" y="80306"/>
                </a:lnTo>
                <a:lnTo>
                  <a:pt x="158097" y="80726"/>
                </a:lnTo>
                <a:lnTo>
                  <a:pt x="157838" y="81152"/>
                </a:lnTo>
                <a:lnTo>
                  <a:pt x="157589" y="81584"/>
                </a:lnTo>
                <a:lnTo>
                  <a:pt x="157347" y="82022"/>
                </a:lnTo>
                <a:lnTo>
                  <a:pt x="157114" y="82466"/>
                </a:lnTo>
                <a:lnTo>
                  <a:pt x="156890" y="82916"/>
                </a:lnTo>
                <a:lnTo>
                  <a:pt x="156676" y="83372"/>
                </a:lnTo>
                <a:lnTo>
                  <a:pt x="156471" y="83834"/>
                </a:lnTo>
                <a:lnTo>
                  <a:pt x="156276" y="84302"/>
                </a:lnTo>
                <a:lnTo>
                  <a:pt x="156090" y="84775"/>
                </a:lnTo>
                <a:lnTo>
                  <a:pt x="155913" y="85254"/>
                </a:lnTo>
                <a:lnTo>
                  <a:pt x="155747" y="85739"/>
                </a:lnTo>
                <a:lnTo>
                  <a:pt x="155589" y="86229"/>
                </a:lnTo>
                <a:lnTo>
                  <a:pt x="155442" y="86725"/>
                </a:lnTo>
                <a:lnTo>
                  <a:pt x="155303" y="87227"/>
                </a:lnTo>
                <a:lnTo>
                  <a:pt x="155175" y="87735"/>
                </a:lnTo>
                <a:lnTo>
                  <a:pt x="155056" y="88248"/>
                </a:lnTo>
                <a:lnTo>
                  <a:pt x="154946" y="88768"/>
                </a:lnTo>
                <a:lnTo>
                  <a:pt x="154846" y="89293"/>
                </a:lnTo>
                <a:lnTo>
                  <a:pt x="154755" y="89823"/>
                </a:lnTo>
                <a:lnTo>
                  <a:pt x="154674" y="90360"/>
                </a:lnTo>
                <a:lnTo>
                  <a:pt x="154603" y="90902"/>
                </a:lnTo>
                <a:lnTo>
                  <a:pt x="154541" y="91450"/>
                </a:lnTo>
                <a:lnTo>
                  <a:pt x="154489" y="92004"/>
                </a:lnTo>
                <a:lnTo>
                  <a:pt x="154446" y="92563"/>
                </a:lnTo>
                <a:lnTo>
                  <a:pt x="154412" y="93128"/>
                </a:lnTo>
                <a:lnTo>
                  <a:pt x="154389" y="93699"/>
                </a:lnTo>
                <a:lnTo>
                  <a:pt x="154374" y="94276"/>
                </a:lnTo>
                <a:lnTo>
                  <a:pt x="154369" y="94858"/>
                </a:lnTo>
                <a:lnTo>
                  <a:pt x="154376" y="95461"/>
                </a:lnTo>
                <a:lnTo>
                  <a:pt x="154395" y="96059"/>
                </a:lnTo>
                <a:lnTo>
                  <a:pt x="154427" y="96653"/>
                </a:lnTo>
                <a:lnTo>
                  <a:pt x="154471" y="97241"/>
                </a:lnTo>
                <a:lnTo>
                  <a:pt x="154529" y="97824"/>
                </a:lnTo>
                <a:lnTo>
                  <a:pt x="154599" y="98403"/>
                </a:lnTo>
                <a:lnTo>
                  <a:pt x="154682" y="98976"/>
                </a:lnTo>
                <a:lnTo>
                  <a:pt x="154778" y="99545"/>
                </a:lnTo>
                <a:lnTo>
                  <a:pt x="154886" y="100109"/>
                </a:lnTo>
                <a:lnTo>
                  <a:pt x="155007" y="100668"/>
                </a:lnTo>
                <a:lnTo>
                  <a:pt x="155141" y="101222"/>
                </a:lnTo>
                <a:lnTo>
                  <a:pt x="155288" y="101771"/>
                </a:lnTo>
                <a:lnTo>
                  <a:pt x="155447" y="102315"/>
                </a:lnTo>
                <a:lnTo>
                  <a:pt x="155619" y="102854"/>
                </a:lnTo>
                <a:lnTo>
                  <a:pt x="155804" y="103388"/>
                </a:lnTo>
                <a:lnTo>
                  <a:pt x="156002" y="103918"/>
                </a:lnTo>
                <a:lnTo>
                  <a:pt x="156212" y="104442"/>
                </a:lnTo>
                <a:lnTo>
                  <a:pt x="156436" y="104962"/>
                </a:lnTo>
                <a:lnTo>
                  <a:pt x="156672" y="105477"/>
                </a:lnTo>
                <a:lnTo>
                  <a:pt x="156920" y="105987"/>
                </a:lnTo>
                <a:lnTo>
                  <a:pt x="157182" y="106492"/>
                </a:lnTo>
                <a:lnTo>
                  <a:pt x="157456" y="106992"/>
                </a:lnTo>
                <a:lnTo>
                  <a:pt x="157743" y="107487"/>
                </a:lnTo>
                <a:lnTo>
                  <a:pt x="158043" y="107977"/>
                </a:lnTo>
                <a:lnTo>
                  <a:pt x="158354" y="108460"/>
                </a:lnTo>
                <a:lnTo>
                  <a:pt x="158676" y="108936"/>
                </a:lnTo>
                <a:lnTo>
                  <a:pt x="159008" y="109403"/>
                </a:lnTo>
                <a:lnTo>
                  <a:pt x="159350" y="109862"/>
                </a:lnTo>
                <a:lnTo>
                  <a:pt x="159703" y="110312"/>
                </a:lnTo>
                <a:lnTo>
                  <a:pt x="160066" y="110754"/>
                </a:lnTo>
                <a:lnTo>
                  <a:pt x="160440" y="111188"/>
                </a:lnTo>
                <a:lnTo>
                  <a:pt x="160823" y="111614"/>
                </a:lnTo>
                <a:lnTo>
                  <a:pt x="161218" y="112032"/>
                </a:lnTo>
                <a:lnTo>
                  <a:pt x="161622" y="112441"/>
                </a:lnTo>
                <a:lnTo>
                  <a:pt x="162037" y="112842"/>
                </a:lnTo>
                <a:lnTo>
                  <a:pt x="162463" y="113234"/>
                </a:lnTo>
                <a:lnTo>
                  <a:pt x="162898" y="113619"/>
                </a:lnTo>
                <a:lnTo>
                  <a:pt x="163345" y="113995"/>
                </a:lnTo>
                <a:lnTo>
                  <a:pt x="163801" y="114363"/>
                </a:lnTo>
                <a:lnTo>
                  <a:pt x="164268" y="114722"/>
                </a:lnTo>
                <a:lnTo>
                  <a:pt x="164745" y="115074"/>
                </a:lnTo>
                <a:lnTo>
                  <a:pt x="165233" y="115417"/>
                </a:lnTo>
                <a:lnTo>
                  <a:pt x="165731" y="115751"/>
                </a:lnTo>
                <a:lnTo>
                  <a:pt x="166239" y="116078"/>
                </a:lnTo>
                <a:lnTo>
                  <a:pt x="166758" y="116396"/>
                </a:lnTo>
                <a:lnTo>
                  <a:pt x="167287" y="116706"/>
                </a:lnTo>
                <a:lnTo>
                  <a:pt x="167826" y="117008"/>
                </a:lnTo>
                <a:lnTo>
                  <a:pt x="168376" y="117301"/>
                </a:lnTo>
                <a:lnTo>
                  <a:pt x="168935" y="117584"/>
                </a:lnTo>
                <a:lnTo>
                  <a:pt x="169502" y="117856"/>
                </a:lnTo>
                <a:lnTo>
                  <a:pt x="170076" y="118115"/>
                </a:lnTo>
                <a:lnTo>
                  <a:pt x="170658" y="118362"/>
                </a:lnTo>
                <a:lnTo>
                  <a:pt x="171248" y="118597"/>
                </a:lnTo>
                <a:lnTo>
                  <a:pt x="171845" y="118820"/>
                </a:lnTo>
                <a:lnTo>
                  <a:pt x="172450" y="119031"/>
                </a:lnTo>
                <a:lnTo>
                  <a:pt x="173063" y="119230"/>
                </a:lnTo>
                <a:lnTo>
                  <a:pt x="173684" y="119417"/>
                </a:lnTo>
                <a:lnTo>
                  <a:pt x="174312" y="119591"/>
                </a:lnTo>
                <a:lnTo>
                  <a:pt x="174948" y="119754"/>
                </a:lnTo>
                <a:lnTo>
                  <a:pt x="175591" y="119905"/>
                </a:lnTo>
                <a:lnTo>
                  <a:pt x="176243" y="120043"/>
                </a:lnTo>
                <a:lnTo>
                  <a:pt x="176902" y="120170"/>
                </a:lnTo>
                <a:lnTo>
                  <a:pt x="177569" y="120284"/>
                </a:lnTo>
                <a:lnTo>
                  <a:pt x="178243" y="120387"/>
                </a:lnTo>
                <a:lnTo>
                  <a:pt x="178925" y="120477"/>
                </a:lnTo>
                <a:lnTo>
                  <a:pt x="179615" y="120556"/>
                </a:lnTo>
                <a:lnTo>
                  <a:pt x="180313" y="120622"/>
                </a:lnTo>
                <a:lnTo>
                  <a:pt x="181018" y="120676"/>
                </a:lnTo>
                <a:lnTo>
                  <a:pt x="181731" y="120718"/>
                </a:lnTo>
                <a:lnTo>
                  <a:pt x="182452" y="120749"/>
                </a:lnTo>
                <a:lnTo>
                  <a:pt x="183181" y="120767"/>
                </a:lnTo>
                <a:lnTo>
                  <a:pt x="183917" y="120773"/>
                </a:lnTo>
                <a:lnTo>
                  <a:pt x="184506" y="120768"/>
                </a:lnTo>
                <a:lnTo>
                  <a:pt x="185091" y="120756"/>
                </a:lnTo>
                <a:lnTo>
                  <a:pt x="185671" y="120734"/>
                </a:lnTo>
                <a:lnTo>
                  <a:pt x="186246" y="120704"/>
                </a:lnTo>
                <a:lnTo>
                  <a:pt x="186816" y="120666"/>
                </a:lnTo>
                <a:lnTo>
                  <a:pt x="187381" y="120619"/>
                </a:lnTo>
                <a:lnTo>
                  <a:pt x="187941" y="120563"/>
                </a:lnTo>
                <a:lnTo>
                  <a:pt x="188496" y="120499"/>
                </a:lnTo>
                <a:lnTo>
                  <a:pt x="189046" y="120426"/>
                </a:lnTo>
                <a:lnTo>
                  <a:pt x="189592" y="120345"/>
                </a:lnTo>
                <a:lnTo>
                  <a:pt x="190132" y="120255"/>
                </a:lnTo>
                <a:lnTo>
                  <a:pt x="190668" y="120157"/>
                </a:lnTo>
                <a:lnTo>
                  <a:pt x="191199" y="120050"/>
                </a:lnTo>
                <a:lnTo>
                  <a:pt x="191724" y="119935"/>
                </a:lnTo>
                <a:lnTo>
                  <a:pt x="192245" y="119811"/>
                </a:lnTo>
                <a:lnTo>
                  <a:pt x="192761" y="119678"/>
                </a:lnTo>
                <a:lnTo>
                  <a:pt x="193272" y="119537"/>
                </a:lnTo>
                <a:lnTo>
                  <a:pt x="193778" y="119388"/>
                </a:lnTo>
                <a:lnTo>
                  <a:pt x="194280" y="119229"/>
                </a:lnTo>
                <a:lnTo>
                  <a:pt x="194776" y="119063"/>
                </a:lnTo>
                <a:lnTo>
                  <a:pt x="195268" y="118887"/>
                </a:lnTo>
                <a:lnTo>
                  <a:pt x="195754" y="118704"/>
                </a:lnTo>
                <a:lnTo>
                  <a:pt x="196236" y="118511"/>
                </a:lnTo>
                <a:lnTo>
                  <a:pt x="196713" y="118310"/>
                </a:lnTo>
                <a:lnTo>
                  <a:pt x="197184" y="118103"/>
                </a:lnTo>
                <a:lnTo>
                  <a:pt x="197650" y="117891"/>
                </a:lnTo>
                <a:lnTo>
                  <a:pt x="198111" y="117675"/>
                </a:lnTo>
                <a:lnTo>
                  <a:pt x="198567" y="117454"/>
                </a:lnTo>
                <a:lnTo>
                  <a:pt x="199017" y="117228"/>
                </a:lnTo>
                <a:lnTo>
                  <a:pt x="199462" y="116998"/>
                </a:lnTo>
                <a:lnTo>
                  <a:pt x="199902" y="116764"/>
                </a:lnTo>
                <a:lnTo>
                  <a:pt x="200336" y="116525"/>
                </a:lnTo>
                <a:lnTo>
                  <a:pt x="200765" y="116282"/>
                </a:lnTo>
                <a:lnTo>
                  <a:pt x="201189" y="116034"/>
                </a:lnTo>
                <a:lnTo>
                  <a:pt x="201608" y="115782"/>
                </a:lnTo>
                <a:lnTo>
                  <a:pt x="202021" y="115525"/>
                </a:lnTo>
                <a:lnTo>
                  <a:pt x="202428" y="115264"/>
                </a:lnTo>
                <a:lnTo>
                  <a:pt x="202831" y="114998"/>
                </a:lnTo>
                <a:lnTo>
                  <a:pt x="203228" y="114728"/>
                </a:lnTo>
                <a:lnTo>
                  <a:pt x="203619" y="114453"/>
                </a:lnTo>
                <a:lnTo>
                  <a:pt x="204006" y="114174"/>
                </a:lnTo>
                <a:lnTo>
                  <a:pt x="204387" y="113890"/>
                </a:lnTo>
                <a:lnTo>
                  <a:pt x="204763" y="113602"/>
                </a:lnTo>
                <a:lnTo>
                  <a:pt x="205133" y="113310"/>
                </a:lnTo>
                <a:lnTo>
                  <a:pt x="205498" y="113012"/>
                </a:lnTo>
                <a:lnTo>
                  <a:pt x="205858" y="112711"/>
                </a:lnTo>
                <a:lnTo>
                  <a:pt x="206213" y="112405"/>
                </a:lnTo>
                <a:lnTo>
                  <a:pt x="206562" y="112094"/>
                </a:lnTo>
                <a:lnTo>
                  <a:pt x="206905" y="111781"/>
                </a:lnTo>
                <a:lnTo>
                  <a:pt x="207243" y="111466"/>
                </a:lnTo>
                <a:lnTo>
                  <a:pt x="207575" y="111150"/>
                </a:lnTo>
                <a:lnTo>
                  <a:pt x="207902" y="110833"/>
                </a:lnTo>
                <a:lnTo>
                  <a:pt x="208222" y="110514"/>
                </a:lnTo>
                <a:lnTo>
                  <a:pt x="208537" y="110194"/>
                </a:lnTo>
                <a:lnTo>
                  <a:pt x="208798" y="109923"/>
                </a:lnTo>
                <a:lnTo>
                  <a:pt x="208822" y="110134"/>
                </a:lnTo>
                <a:close/>
                <a:moveTo>
                  <a:pt x="208459" y="94630"/>
                </a:moveTo>
                <a:lnTo>
                  <a:pt x="208315" y="94912"/>
                </a:lnTo>
                <a:lnTo>
                  <a:pt x="208131" y="95256"/>
                </a:lnTo>
                <a:lnTo>
                  <a:pt x="207937" y="95600"/>
                </a:lnTo>
                <a:lnTo>
                  <a:pt x="207732" y="95945"/>
                </a:lnTo>
                <a:lnTo>
                  <a:pt x="207518" y="96291"/>
                </a:lnTo>
                <a:lnTo>
                  <a:pt x="207294" y="96638"/>
                </a:lnTo>
                <a:lnTo>
                  <a:pt x="207060" y="96986"/>
                </a:lnTo>
                <a:lnTo>
                  <a:pt x="206816" y="97334"/>
                </a:lnTo>
                <a:lnTo>
                  <a:pt x="206562" y="97684"/>
                </a:lnTo>
                <a:lnTo>
                  <a:pt x="206299" y="98031"/>
                </a:lnTo>
                <a:lnTo>
                  <a:pt x="206029" y="98374"/>
                </a:lnTo>
                <a:lnTo>
                  <a:pt x="205751" y="98713"/>
                </a:lnTo>
                <a:lnTo>
                  <a:pt x="205466" y="99047"/>
                </a:lnTo>
                <a:lnTo>
                  <a:pt x="205174" y="99377"/>
                </a:lnTo>
                <a:lnTo>
                  <a:pt x="204874" y="99702"/>
                </a:lnTo>
                <a:lnTo>
                  <a:pt x="204567" y="100023"/>
                </a:lnTo>
                <a:lnTo>
                  <a:pt x="204252" y="100339"/>
                </a:lnTo>
                <a:lnTo>
                  <a:pt x="203930" y="100651"/>
                </a:lnTo>
                <a:lnTo>
                  <a:pt x="203600" y="100958"/>
                </a:lnTo>
                <a:lnTo>
                  <a:pt x="203263" y="101261"/>
                </a:lnTo>
                <a:lnTo>
                  <a:pt x="202919" y="101559"/>
                </a:lnTo>
                <a:lnTo>
                  <a:pt x="202567" y="101853"/>
                </a:lnTo>
                <a:lnTo>
                  <a:pt x="202208" y="102142"/>
                </a:lnTo>
                <a:lnTo>
                  <a:pt x="201841" y="102427"/>
                </a:lnTo>
                <a:lnTo>
                  <a:pt x="201467" y="102707"/>
                </a:lnTo>
                <a:lnTo>
                  <a:pt x="201085" y="102983"/>
                </a:lnTo>
                <a:lnTo>
                  <a:pt x="200696" y="103254"/>
                </a:lnTo>
                <a:lnTo>
                  <a:pt x="200300" y="103521"/>
                </a:lnTo>
                <a:lnTo>
                  <a:pt x="199896" y="103783"/>
                </a:lnTo>
                <a:lnTo>
                  <a:pt x="199484" y="104041"/>
                </a:lnTo>
                <a:lnTo>
                  <a:pt x="199066" y="104295"/>
                </a:lnTo>
                <a:lnTo>
                  <a:pt x="198640" y="104544"/>
                </a:lnTo>
                <a:lnTo>
                  <a:pt x="198206" y="104788"/>
                </a:lnTo>
                <a:lnTo>
                  <a:pt x="197766" y="105025"/>
                </a:lnTo>
                <a:lnTo>
                  <a:pt x="197320" y="105252"/>
                </a:lnTo>
                <a:lnTo>
                  <a:pt x="196869" y="105469"/>
                </a:lnTo>
                <a:lnTo>
                  <a:pt x="196412" y="105676"/>
                </a:lnTo>
                <a:lnTo>
                  <a:pt x="195950" y="105873"/>
                </a:lnTo>
                <a:lnTo>
                  <a:pt x="195481" y="106060"/>
                </a:lnTo>
                <a:lnTo>
                  <a:pt x="195008" y="106236"/>
                </a:lnTo>
                <a:lnTo>
                  <a:pt x="194528" y="106403"/>
                </a:lnTo>
                <a:lnTo>
                  <a:pt x="194043" y="106559"/>
                </a:lnTo>
                <a:lnTo>
                  <a:pt x="193553" y="106705"/>
                </a:lnTo>
                <a:lnTo>
                  <a:pt x="193057" y="106842"/>
                </a:lnTo>
                <a:lnTo>
                  <a:pt x="192555" y="106968"/>
                </a:lnTo>
                <a:lnTo>
                  <a:pt x="192048" y="107084"/>
                </a:lnTo>
                <a:lnTo>
                  <a:pt x="191535" y="107190"/>
                </a:lnTo>
                <a:lnTo>
                  <a:pt x="191016" y="107286"/>
                </a:lnTo>
                <a:lnTo>
                  <a:pt x="190492" y="107371"/>
                </a:lnTo>
                <a:lnTo>
                  <a:pt x="189962" y="107447"/>
                </a:lnTo>
                <a:lnTo>
                  <a:pt x="189427" y="107513"/>
                </a:lnTo>
                <a:lnTo>
                  <a:pt x="188886" y="107568"/>
                </a:lnTo>
                <a:lnTo>
                  <a:pt x="188339" y="107614"/>
                </a:lnTo>
                <a:lnTo>
                  <a:pt x="187787" y="107649"/>
                </a:lnTo>
                <a:lnTo>
                  <a:pt x="187229" y="107674"/>
                </a:lnTo>
                <a:lnTo>
                  <a:pt x="186666" y="107689"/>
                </a:lnTo>
                <a:lnTo>
                  <a:pt x="186096" y="107694"/>
                </a:lnTo>
                <a:lnTo>
                  <a:pt x="185642" y="107691"/>
                </a:lnTo>
                <a:lnTo>
                  <a:pt x="185194" y="107681"/>
                </a:lnTo>
                <a:lnTo>
                  <a:pt x="184751" y="107663"/>
                </a:lnTo>
                <a:lnTo>
                  <a:pt x="184315" y="107639"/>
                </a:lnTo>
                <a:lnTo>
                  <a:pt x="183884" y="107608"/>
                </a:lnTo>
                <a:lnTo>
                  <a:pt x="183460" y="107571"/>
                </a:lnTo>
                <a:lnTo>
                  <a:pt x="183042" y="107526"/>
                </a:lnTo>
                <a:lnTo>
                  <a:pt x="182630" y="107475"/>
                </a:lnTo>
                <a:lnTo>
                  <a:pt x="182223" y="107416"/>
                </a:lnTo>
                <a:lnTo>
                  <a:pt x="181823" y="107351"/>
                </a:lnTo>
                <a:lnTo>
                  <a:pt x="181429" y="107279"/>
                </a:lnTo>
                <a:lnTo>
                  <a:pt x="181041" y="107200"/>
                </a:lnTo>
                <a:lnTo>
                  <a:pt x="180659" y="107114"/>
                </a:lnTo>
                <a:lnTo>
                  <a:pt x="180283" y="107021"/>
                </a:lnTo>
                <a:lnTo>
                  <a:pt x="179912" y="106922"/>
                </a:lnTo>
                <a:lnTo>
                  <a:pt x="179548" y="106815"/>
                </a:lnTo>
                <a:lnTo>
                  <a:pt x="179190" y="106702"/>
                </a:lnTo>
                <a:lnTo>
                  <a:pt x="178838" y="106582"/>
                </a:lnTo>
                <a:lnTo>
                  <a:pt x="178492" y="106455"/>
                </a:lnTo>
                <a:lnTo>
                  <a:pt x="178152" y="106321"/>
                </a:lnTo>
                <a:lnTo>
                  <a:pt x="177818" y="106180"/>
                </a:lnTo>
                <a:lnTo>
                  <a:pt x="177491" y="106032"/>
                </a:lnTo>
                <a:lnTo>
                  <a:pt x="177169" y="105878"/>
                </a:lnTo>
                <a:lnTo>
                  <a:pt x="176853" y="105716"/>
                </a:lnTo>
                <a:lnTo>
                  <a:pt x="176543" y="105549"/>
                </a:lnTo>
                <a:lnTo>
                  <a:pt x="176240" y="105377"/>
                </a:lnTo>
                <a:lnTo>
                  <a:pt x="175944" y="105200"/>
                </a:lnTo>
                <a:lnTo>
                  <a:pt x="175654" y="105018"/>
                </a:lnTo>
                <a:lnTo>
                  <a:pt x="175371" y="104831"/>
                </a:lnTo>
                <a:lnTo>
                  <a:pt x="175094" y="104639"/>
                </a:lnTo>
                <a:lnTo>
                  <a:pt x="174824" y="104442"/>
                </a:lnTo>
                <a:lnTo>
                  <a:pt x="174561" y="104241"/>
                </a:lnTo>
                <a:lnTo>
                  <a:pt x="174304" y="104034"/>
                </a:lnTo>
                <a:lnTo>
                  <a:pt x="174054" y="103823"/>
                </a:lnTo>
                <a:lnTo>
                  <a:pt x="173810" y="103607"/>
                </a:lnTo>
                <a:lnTo>
                  <a:pt x="173573" y="103385"/>
                </a:lnTo>
                <a:lnTo>
                  <a:pt x="173343" y="103159"/>
                </a:lnTo>
                <a:lnTo>
                  <a:pt x="173119" y="102928"/>
                </a:lnTo>
                <a:lnTo>
                  <a:pt x="172901" y="102692"/>
                </a:lnTo>
                <a:lnTo>
                  <a:pt x="172691" y="102451"/>
                </a:lnTo>
                <a:lnTo>
                  <a:pt x="172487" y="102206"/>
                </a:lnTo>
                <a:lnTo>
                  <a:pt x="172289" y="101955"/>
                </a:lnTo>
                <a:lnTo>
                  <a:pt x="172098" y="101699"/>
                </a:lnTo>
                <a:lnTo>
                  <a:pt x="171914" y="101439"/>
                </a:lnTo>
                <a:lnTo>
                  <a:pt x="171736" y="101173"/>
                </a:lnTo>
                <a:lnTo>
                  <a:pt x="171565" y="100903"/>
                </a:lnTo>
                <a:lnTo>
                  <a:pt x="171400" y="100628"/>
                </a:lnTo>
                <a:lnTo>
                  <a:pt x="171242" y="100348"/>
                </a:lnTo>
                <a:lnTo>
                  <a:pt x="171091" y="100064"/>
                </a:lnTo>
                <a:lnTo>
                  <a:pt x="170946" y="99778"/>
                </a:lnTo>
                <a:lnTo>
                  <a:pt x="170807" y="99489"/>
                </a:lnTo>
                <a:lnTo>
                  <a:pt x="170675" y="99197"/>
                </a:lnTo>
                <a:lnTo>
                  <a:pt x="170549" y="98904"/>
                </a:lnTo>
                <a:lnTo>
                  <a:pt x="170430" y="98607"/>
                </a:lnTo>
                <a:lnTo>
                  <a:pt x="170317" y="98308"/>
                </a:lnTo>
                <a:lnTo>
                  <a:pt x="170211" y="98007"/>
                </a:lnTo>
                <a:lnTo>
                  <a:pt x="170111" y="97703"/>
                </a:lnTo>
                <a:lnTo>
                  <a:pt x="170017" y="97396"/>
                </a:lnTo>
                <a:lnTo>
                  <a:pt x="169930" y="97087"/>
                </a:lnTo>
                <a:lnTo>
                  <a:pt x="169850" y="96776"/>
                </a:lnTo>
                <a:lnTo>
                  <a:pt x="169775" y="96461"/>
                </a:lnTo>
                <a:lnTo>
                  <a:pt x="169708" y="96145"/>
                </a:lnTo>
                <a:lnTo>
                  <a:pt x="169646" y="95826"/>
                </a:lnTo>
                <a:lnTo>
                  <a:pt x="169592" y="95504"/>
                </a:lnTo>
                <a:lnTo>
                  <a:pt x="169543" y="95180"/>
                </a:lnTo>
                <a:lnTo>
                  <a:pt x="169501" y="94853"/>
                </a:lnTo>
                <a:lnTo>
                  <a:pt x="169466" y="94524"/>
                </a:lnTo>
                <a:lnTo>
                  <a:pt x="169437" y="94192"/>
                </a:lnTo>
                <a:lnTo>
                  <a:pt x="169414" y="93858"/>
                </a:lnTo>
                <a:lnTo>
                  <a:pt x="169398" y="93521"/>
                </a:lnTo>
                <a:lnTo>
                  <a:pt x="169389" y="93182"/>
                </a:lnTo>
                <a:lnTo>
                  <a:pt x="169385" y="92840"/>
                </a:lnTo>
                <a:lnTo>
                  <a:pt x="169388" y="92505"/>
                </a:lnTo>
                <a:lnTo>
                  <a:pt x="169398" y="92174"/>
                </a:lnTo>
                <a:lnTo>
                  <a:pt x="169413" y="91847"/>
                </a:lnTo>
                <a:lnTo>
                  <a:pt x="169435" y="91522"/>
                </a:lnTo>
                <a:lnTo>
                  <a:pt x="169462" y="91202"/>
                </a:lnTo>
                <a:lnTo>
                  <a:pt x="169496" y="90885"/>
                </a:lnTo>
                <a:lnTo>
                  <a:pt x="169536" y="90571"/>
                </a:lnTo>
                <a:lnTo>
                  <a:pt x="169583" y="90261"/>
                </a:lnTo>
                <a:lnTo>
                  <a:pt x="169635" y="89954"/>
                </a:lnTo>
                <a:lnTo>
                  <a:pt x="169694" y="89651"/>
                </a:lnTo>
                <a:lnTo>
                  <a:pt x="169758" y="89352"/>
                </a:lnTo>
                <a:lnTo>
                  <a:pt x="169829" y="89056"/>
                </a:lnTo>
                <a:lnTo>
                  <a:pt x="169906" y="88763"/>
                </a:lnTo>
                <a:lnTo>
                  <a:pt x="169990" y="88474"/>
                </a:lnTo>
                <a:lnTo>
                  <a:pt x="170079" y="88188"/>
                </a:lnTo>
                <a:lnTo>
                  <a:pt x="170175" y="87906"/>
                </a:lnTo>
                <a:lnTo>
                  <a:pt x="170276" y="87628"/>
                </a:lnTo>
                <a:lnTo>
                  <a:pt x="170384" y="87353"/>
                </a:lnTo>
                <a:lnTo>
                  <a:pt x="170498" y="87081"/>
                </a:lnTo>
                <a:lnTo>
                  <a:pt x="170619" y="86813"/>
                </a:lnTo>
                <a:lnTo>
                  <a:pt x="170745" y="86549"/>
                </a:lnTo>
                <a:lnTo>
                  <a:pt x="170878" y="86288"/>
                </a:lnTo>
                <a:lnTo>
                  <a:pt x="171016" y="86030"/>
                </a:lnTo>
                <a:lnTo>
                  <a:pt x="171161" y="85776"/>
                </a:lnTo>
                <a:lnTo>
                  <a:pt x="171312" y="85525"/>
                </a:lnTo>
                <a:lnTo>
                  <a:pt x="171469" y="85278"/>
                </a:lnTo>
                <a:lnTo>
                  <a:pt x="171631" y="85035"/>
                </a:lnTo>
                <a:lnTo>
                  <a:pt x="171798" y="84795"/>
                </a:lnTo>
                <a:lnTo>
                  <a:pt x="171971" y="84558"/>
                </a:lnTo>
                <a:lnTo>
                  <a:pt x="172150" y="84325"/>
                </a:lnTo>
                <a:lnTo>
                  <a:pt x="172335" y="84096"/>
                </a:lnTo>
                <a:lnTo>
                  <a:pt x="172525" y="83870"/>
                </a:lnTo>
                <a:lnTo>
                  <a:pt x="172720" y="83647"/>
                </a:lnTo>
                <a:lnTo>
                  <a:pt x="172922" y="83428"/>
                </a:lnTo>
                <a:lnTo>
                  <a:pt x="173129" y="83213"/>
                </a:lnTo>
                <a:lnTo>
                  <a:pt x="173341" y="83001"/>
                </a:lnTo>
                <a:lnTo>
                  <a:pt x="173559" y="82792"/>
                </a:lnTo>
                <a:lnTo>
                  <a:pt x="173783" y="82587"/>
                </a:lnTo>
                <a:lnTo>
                  <a:pt x="174012" y="82386"/>
                </a:lnTo>
                <a:lnTo>
                  <a:pt x="174247" y="82188"/>
                </a:lnTo>
                <a:lnTo>
                  <a:pt x="174488" y="81994"/>
                </a:lnTo>
                <a:lnTo>
                  <a:pt x="174734" y="81803"/>
                </a:lnTo>
                <a:lnTo>
                  <a:pt x="174985" y="81615"/>
                </a:lnTo>
                <a:lnTo>
                  <a:pt x="175243" y="81431"/>
                </a:lnTo>
                <a:lnTo>
                  <a:pt x="175506" y="81251"/>
                </a:lnTo>
                <a:lnTo>
                  <a:pt x="175774" y="81074"/>
                </a:lnTo>
                <a:lnTo>
                  <a:pt x="176048" y="80900"/>
                </a:lnTo>
                <a:lnTo>
                  <a:pt x="176328" y="80730"/>
                </a:lnTo>
                <a:lnTo>
                  <a:pt x="176613" y="80564"/>
                </a:lnTo>
                <a:lnTo>
                  <a:pt x="176904" y="80401"/>
                </a:lnTo>
                <a:lnTo>
                  <a:pt x="177201" y="80242"/>
                </a:lnTo>
                <a:lnTo>
                  <a:pt x="177503" y="80086"/>
                </a:lnTo>
                <a:lnTo>
                  <a:pt x="177811" y="79933"/>
                </a:lnTo>
                <a:lnTo>
                  <a:pt x="178124" y="79784"/>
                </a:lnTo>
                <a:lnTo>
                  <a:pt x="178443" y="79639"/>
                </a:lnTo>
                <a:lnTo>
                  <a:pt x="178768" y="79497"/>
                </a:lnTo>
                <a:lnTo>
                  <a:pt x="179098" y="79359"/>
                </a:lnTo>
                <a:lnTo>
                  <a:pt x="179434" y="79224"/>
                </a:lnTo>
                <a:lnTo>
                  <a:pt x="179775" y="79092"/>
                </a:lnTo>
                <a:lnTo>
                  <a:pt x="180122" y="78964"/>
                </a:lnTo>
                <a:lnTo>
                  <a:pt x="180475" y="78840"/>
                </a:lnTo>
                <a:lnTo>
                  <a:pt x="180833" y="78719"/>
                </a:lnTo>
                <a:lnTo>
                  <a:pt x="181197" y="78602"/>
                </a:lnTo>
                <a:lnTo>
                  <a:pt x="181567" y="78488"/>
                </a:lnTo>
                <a:lnTo>
                  <a:pt x="181942" y="78377"/>
                </a:lnTo>
                <a:lnTo>
                  <a:pt x="182322" y="78271"/>
                </a:lnTo>
                <a:lnTo>
                  <a:pt x="182709" y="78167"/>
                </a:lnTo>
                <a:lnTo>
                  <a:pt x="183101" y="78067"/>
                </a:lnTo>
                <a:lnTo>
                  <a:pt x="183498" y="77971"/>
                </a:lnTo>
                <a:lnTo>
                  <a:pt x="183901" y="77878"/>
                </a:lnTo>
                <a:lnTo>
                  <a:pt x="184310" y="77789"/>
                </a:lnTo>
                <a:lnTo>
                  <a:pt x="184724" y="77703"/>
                </a:lnTo>
                <a:lnTo>
                  <a:pt x="185144" y="77621"/>
                </a:lnTo>
                <a:lnTo>
                  <a:pt x="185568" y="77542"/>
                </a:lnTo>
                <a:lnTo>
                  <a:pt x="185997" y="77466"/>
                </a:lnTo>
                <a:lnTo>
                  <a:pt x="186431" y="77395"/>
                </a:lnTo>
                <a:lnTo>
                  <a:pt x="186869" y="77326"/>
                </a:lnTo>
                <a:lnTo>
                  <a:pt x="187312" y="77261"/>
                </a:lnTo>
                <a:lnTo>
                  <a:pt x="187761" y="77200"/>
                </a:lnTo>
                <a:lnTo>
                  <a:pt x="188213" y="77142"/>
                </a:lnTo>
                <a:lnTo>
                  <a:pt x="188671" y="77088"/>
                </a:lnTo>
                <a:lnTo>
                  <a:pt x="189133" y="77037"/>
                </a:lnTo>
                <a:lnTo>
                  <a:pt x="189601" y="76990"/>
                </a:lnTo>
                <a:lnTo>
                  <a:pt x="190072" y="76946"/>
                </a:lnTo>
                <a:lnTo>
                  <a:pt x="190549" y="76906"/>
                </a:lnTo>
                <a:lnTo>
                  <a:pt x="191031" y="76869"/>
                </a:lnTo>
                <a:lnTo>
                  <a:pt x="191517" y="76836"/>
                </a:lnTo>
                <a:lnTo>
                  <a:pt x="192008" y="76806"/>
                </a:lnTo>
                <a:lnTo>
                  <a:pt x="192503" y="76780"/>
                </a:lnTo>
                <a:lnTo>
                  <a:pt x="193004" y="76757"/>
                </a:lnTo>
                <a:lnTo>
                  <a:pt x="193509" y="76738"/>
                </a:lnTo>
                <a:lnTo>
                  <a:pt x="194019" y="76722"/>
                </a:lnTo>
                <a:lnTo>
                  <a:pt x="194534" y="76710"/>
                </a:lnTo>
                <a:lnTo>
                  <a:pt x="195054" y="76701"/>
                </a:lnTo>
                <a:lnTo>
                  <a:pt x="195578" y="76696"/>
                </a:lnTo>
                <a:lnTo>
                  <a:pt x="196107" y="76694"/>
                </a:lnTo>
                <a:lnTo>
                  <a:pt x="208459" y="76694"/>
                </a:lnTo>
                <a:lnTo>
                  <a:pt x="208459" y="94630"/>
                </a:lnTo>
                <a:close/>
                <a:moveTo>
                  <a:pt x="516818" y="71916"/>
                </a:moveTo>
                <a:lnTo>
                  <a:pt x="517190" y="71504"/>
                </a:lnTo>
                <a:lnTo>
                  <a:pt x="517561" y="71092"/>
                </a:lnTo>
                <a:lnTo>
                  <a:pt x="517929" y="70679"/>
                </a:lnTo>
                <a:lnTo>
                  <a:pt x="518296" y="70266"/>
                </a:lnTo>
                <a:lnTo>
                  <a:pt x="518661" y="69852"/>
                </a:lnTo>
                <a:lnTo>
                  <a:pt x="519024" y="69437"/>
                </a:lnTo>
                <a:lnTo>
                  <a:pt x="519385" y="69022"/>
                </a:lnTo>
                <a:lnTo>
                  <a:pt x="519745" y="68606"/>
                </a:lnTo>
                <a:lnTo>
                  <a:pt x="520102" y="68190"/>
                </a:lnTo>
                <a:lnTo>
                  <a:pt x="520458" y="67773"/>
                </a:lnTo>
                <a:lnTo>
                  <a:pt x="520812" y="67356"/>
                </a:lnTo>
                <a:lnTo>
                  <a:pt x="521164" y="66938"/>
                </a:lnTo>
                <a:lnTo>
                  <a:pt x="521515" y="66519"/>
                </a:lnTo>
                <a:lnTo>
                  <a:pt x="521863" y="66100"/>
                </a:lnTo>
                <a:lnTo>
                  <a:pt x="522210" y="65681"/>
                </a:lnTo>
                <a:lnTo>
                  <a:pt x="522555" y="65260"/>
                </a:lnTo>
                <a:lnTo>
                  <a:pt x="522898" y="64840"/>
                </a:lnTo>
                <a:lnTo>
                  <a:pt x="523239" y="64418"/>
                </a:lnTo>
                <a:lnTo>
                  <a:pt x="523578" y="63996"/>
                </a:lnTo>
                <a:lnTo>
                  <a:pt x="523916" y="63574"/>
                </a:lnTo>
                <a:lnTo>
                  <a:pt x="524252" y="63151"/>
                </a:lnTo>
                <a:lnTo>
                  <a:pt x="524585" y="62727"/>
                </a:lnTo>
                <a:lnTo>
                  <a:pt x="524917" y="62303"/>
                </a:lnTo>
                <a:lnTo>
                  <a:pt x="525245" y="61879"/>
                </a:lnTo>
                <a:lnTo>
                  <a:pt x="525569" y="61453"/>
                </a:lnTo>
                <a:lnTo>
                  <a:pt x="525891" y="61028"/>
                </a:lnTo>
                <a:lnTo>
                  <a:pt x="526208" y="60601"/>
                </a:lnTo>
                <a:lnTo>
                  <a:pt x="526523" y="60174"/>
                </a:lnTo>
                <a:lnTo>
                  <a:pt x="526834" y="59747"/>
                </a:lnTo>
                <a:lnTo>
                  <a:pt x="527142" y="59319"/>
                </a:lnTo>
                <a:lnTo>
                  <a:pt x="527446" y="58890"/>
                </a:lnTo>
                <a:lnTo>
                  <a:pt x="527747" y="58461"/>
                </a:lnTo>
                <a:lnTo>
                  <a:pt x="528045" y="58031"/>
                </a:lnTo>
                <a:lnTo>
                  <a:pt x="528339" y="57601"/>
                </a:lnTo>
                <a:lnTo>
                  <a:pt x="528630" y="57170"/>
                </a:lnTo>
                <a:lnTo>
                  <a:pt x="528918" y="56739"/>
                </a:lnTo>
                <a:lnTo>
                  <a:pt x="529202" y="56307"/>
                </a:lnTo>
                <a:lnTo>
                  <a:pt x="529483" y="55874"/>
                </a:lnTo>
                <a:lnTo>
                  <a:pt x="529761" y="55441"/>
                </a:lnTo>
                <a:lnTo>
                  <a:pt x="530035" y="55008"/>
                </a:lnTo>
                <a:lnTo>
                  <a:pt x="530306" y="54573"/>
                </a:lnTo>
                <a:lnTo>
                  <a:pt x="530573" y="54139"/>
                </a:lnTo>
                <a:lnTo>
                  <a:pt x="530837" y="53703"/>
                </a:lnTo>
                <a:lnTo>
                  <a:pt x="531098" y="53267"/>
                </a:lnTo>
                <a:lnTo>
                  <a:pt x="531355" y="52831"/>
                </a:lnTo>
                <a:lnTo>
                  <a:pt x="531609" y="52394"/>
                </a:lnTo>
                <a:lnTo>
                  <a:pt x="531859" y="51957"/>
                </a:lnTo>
                <a:lnTo>
                  <a:pt x="532105" y="51519"/>
                </a:lnTo>
                <a:lnTo>
                  <a:pt x="532346" y="51082"/>
                </a:lnTo>
                <a:lnTo>
                  <a:pt x="532582" y="50644"/>
                </a:lnTo>
                <a:lnTo>
                  <a:pt x="532814" y="50206"/>
                </a:lnTo>
                <a:lnTo>
                  <a:pt x="533042" y="49768"/>
                </a:lnTo>
                <a:lnTo>
                  <a:pt x="533265" y="49330"/>
                </a:lnTo>
                <a:lnTo>
                  <a:pt x="533484" y="48891"/>
                </a:lnTo>
                <a:lnTo>
                  <a:pt x="533698" y="48453"/>
                </a:lnTo>
                <a:lnTo>
                  <a:pt x="533908" y="48014"/>
                </a:lnTo>
                <a:lnTo>
                  <a:pt x="534113" y="47575"/>
                </a:lnTo>
                <a:lnTo>
                  <a:pt x="534313" y="47136"/>
                </a:lnTo>
                <a:lnTo>
                  <a:pt x="534510" y="46697"/>
                </a:lnTo>
                <a:lnTo>
                  <a:pt x="534701" y="46258"/>
                </a:lnTo>
                <a:lnTo>
                  <a:pt x="534889" y="45819"/>
                </a:lnTo>
                <a:lnTo>
                  <a:pt x="535071" y="45379"/>
                </a:lnTo>
                <a:lnTo>
                  <a:pt x="535250" y="44940"/>
                </a:lnTo>
                <a:lnTo>
                  <a:pt x="535424" y="44500"/>
                </a:lnTo>
                <a:lnTo>
                  <a:pt x="535593" y="44060"/>
                </a:lnTo>
                <a:lnTo>
                  <a:pt x="535758" y="43620"/>
                </a:lnTo>
                <a:lnTo>
                  <a:pt x="535918" y="43180"/>
                </a:lnTo>
                <a:lnTo>
                  <a:pt x="536074" y="42740"/>
                </a:lnTo>
                <a:lnTo>
                  <a:pt x="536225" y="42299"/>
                </a:lnTo>
                <a:lnTo>
                  <a:pt x="536372" y="41859"/>
                </a:lnTo>
                <a:lnTo>
                  <a:pt x="536514" y="41418"/>
                </a:lnTo>
                <a:lnTo>
                  <a:pt x="536649" y="40978"/>
                </a:lnTo>
                <a:lnTo>
                  <a:pt x="536779" y="40539"/>
                </a:lnTo>
                <a:lnTo>
                  <a:pt x="536902" y="40099"/>
                </a:lnTo>
                <a:lnTo>
                  <a:pt x="537020" y="39661"/>
                </a:lnTo>
                <a:lnTo>
                  <a:pt x="537131" y="39222"/>
                </a:lnTo>
                <a:lnTo>
                  <a:pt x="537237" y="38784"/>
                </a:lnTo>
                <a:lnTo>
                  <a:pt x="537336" y="38347"/>
                </a:lnTo>
                <a:lnTo>
                  <a:pt x="537430" y="37910"/>
                </a:lnTo>
                <a:lnTo>
                  <a:pt x="537517" y="37473"/>
                </a:lnTo>
                <a:lnTo>
                  <a:pt x="537599" y="37037"/>
                </a:lnTo>
                <a:lnTo>
                  <a:pt x="537674" y="36601"/>
                </a:lnTo>
                <a:lnTo>
                  <a:pt x="537743" y="36166"/>
                </a:lnTo>
                <a:lnTo>
                  <a:pt x="537806" y="35731"/>
                </a:lnTo>
                <a:lnTo>
                  <a:pt x="537864" y="35296"/>
                </a:lnTo>
                <a:lnTo>
                  <a:pt x="537915" y="34862"/>
                </a:lnTo>
                <a:lnTo>
                  <a:pt x="537960" y="34428"/>
                </a:lnTo>
                <a:lnTo>
                  <a:pt x="537999" y="33995"/>
                </a:lnTo>
                <a:lnTo>
                  <a:pt x="538032" y="33562"/>
                </a:lnTo>
                <a:lnTo>
                  <a:pt x="538060" y="33130"/>
                </a:lnTo>
                <a:lnTo>
                  <a:pt x="538081" y="32698"/>
                </a:lnTo>
                <a:lnTo>
                  <a:pt x="538096" y="32266"/>
                </a:lnTo>
                <a:lnTo>
                  <a:pt x="538105" y="31835"/>
                </a:lnTo>
                <a:lnTo>
                  <a:pt x="538108" y="31404"/>
                </a:lnTo>
                <a:lnTo>
                  <a:pt x="538100" y="30621"/>
                </a:lnTo>
                <a:lnTo>
                  <a:pt x="538078" y="29846"/>
                </a:lnTo>
                <a:lnTo>
                  <a:pt x="538042" y="29080"/>
                </a:lnTo>
                <a:lnTo>
                  <a:pt x="537990" y="28322"/>
                </a:lnTo>
                <a:lnTo>
                  <a:pt x="537924" y="27572"/>
                </a:lnTo>
                <a:lnTo>
                  <a:pt x="537843" y="26830"/>
                </a:lnTo>
                <a:lnTo>
                  <a:pt x="537747" y="26097"/>
                </a:lnTo>
                <a:lnTo>
                  <a:pt x="537637" y="25372"/>
                </a:lnTo>
                <a:lnTo>
                  <a:pt x="537512" y="24655"/>
                </a:lnTo>
                <a:lnTo>
                  <a:pt x="537372" y="23946"/>
                </a:lnTo>
                <a:lnTo>
                  <a:pt x="537217" y="23246"/>
                </a:lnTo>
                <a:lnTo>
                  <a:pt x="537048" y="22554"/>
                </a:lnTo>
                <a:lnTo>
                  <a:pt x="536864" y="21870"/>
                </a:lnTo>
                <a:lnTo>
                  <a:pt x="536666" y="21195"/>
                </a:lnTo>
                <a:lnTo>
                  <a:pt x="536452" y="20528"/>
                </a:lnTo>
                <a:lnTo>
                  <a:pt x="536224" y="19869"/>
                </a:lnTo>
                <a:lnTo>
                  <a:pt x="535981" y="19218"/>
                </a:lnTo>
                <a:lnTo>
                  <a:pt x="535724" y="18576"/>
                </a:lnTo>
                <a:lnTo>
                  <a:pt x="535451" y="17941"/>
                </a:lnTo>
                <a:lnTo>
                  <a:pt x="535165" y="17316"/>
                </a:lnTo>
                <a:lnTo>
                  <a:pt x="534863" y="16698"/>
                </a:lnTo>
                <a:lnTo>
                  <a:pt x="534546" y="16089"/>
                </a:lnTo>
                <a:lnTo>
                  <a:pt x="534215" y="15488"/>
                </a:lnTo>
                <a:lnTo>
                  <a:pt x="533869" y="14895"/>
                </a:lnTo>
                <a:lnTo>
                  <a:pt x="533510" y="14312"/>
                </a:lnTo>
                <a:lnTo>
                  <a:pt x="533138" y="13739"/>
                </a:lnTo>
                <a:lnTo>
                  <a:pt x="532752" y="13178"/>
                </a:lnTo>
                <a:lnTo>
                  <a:pt x="532355" y="12628"/>
                </a:lnTo>
                <a:lnTo>
                  <a:pt x="531944" y="12088"/>
                </a:lnTo>
                <a:lnTo>
                  <a:pt x="531521" y="11560"/>
                </a:lnTo>
                <a:lnTo>
                  <a:pt x="531085" y="11042"/>
                </a:lnTo>
                <a:lnTo>
                  <a:pt x="530636" y="10535"/>
                </a:lnTo>
                <a:lnTo>
                  <a:pt x="530174" y="10040"/>
                </a:lnTo>
                <a:lnTo>
                  <a:pt x="529700" y="9555"/>
                </a:lnTo>
                <a:lnTo>
                  <a:pt x="529213" y="9081"/>
                </a:lnTo>
                <a:lnTo>
                  <a:pt x="528713" y="8618"/>
                </a:lnTo>
                <a:lnTo>
                  <a:pt x="528200" y="8166"/>
                </a:lnTo>
                <a:lnTo>
                  <a:pt x="527675" y="7725"/>
                </a:lnTo>
                <a:lnTo>
                  <a:pt x="527137" y="7295"/>
                </a:lnTo>
                <a:lnTo>
                  <a:pt x="526586" y="6876"/>
                </a:lnTo>
                <a:lnTo>
                  <a:pt x="526022" y="6467"/>
                </a:lnTo>
                <a:lnTo>
                  <a:pt x="525446" y="6070"/>
                </a:lnTo>
                <a:lnTo>
                  <a:pt x="524857" y="5683"/>
                </a:lnTo>
                <a:lnTo>
                  <a:pt x="524255" y="5308"/>
                </a:lnTo>
                <a:lnTo>
                  <a:pt x="523640" y="4943"/>
                </a:lnTo>
                <a:lnTo>
                  <a:pt x="523013" y="4590"/>
                </a:lnTo>
                <a:lnTo>
                  <a:pt x="522372" y="4247"/>
                </a:lnTo>
                <a:lnTo>
                  <a:pt x="521720" y="3915"/>
                </a:lnTo>
                <a:lnTo>
                  <a:pt x="521055" y="3596"/>
                </a:lnTo>
                <a:lnTo>
                  <a:pt x="520379" y="3290"/>
                </a:lnTo>
                <a:lnTo>
                  <a:pt x="519691" y="2998"/>
                </a:lnTo>
                <a:lnTo>
                  <a:pt x="518993" y="2719"/>
                </a:lnTo>
                <a:lnTo>
                  <a:pt x="518283" y="2454"/>
                </a:lnTo>
                <a:lnTo>
                  <a:pt x="517562" y="2202"/>
                </a:lnTo>
                <a:lnTo>
                  <a:pt x="516830" y="1965"/>
                </a:lnTo>
                <a:lnTo>
                  <a:pt x="516086" y="1740"/>
                </a:lnTo>
                <a:lnTo>
                  <a:pt x="515332" y="1529"/>
                </a:lnTo>
                <a:lnTo>
                  <a:pt x="514566" y="1332"/>
                </a:lnTo>
                <a:lnTo>
                  <a:pt x="513789" y="1149"/>
                </a:lnTo>
                <a:lnTo>
                  <a:pt x="513001" y="979"/>
                </a:lnTo>
                <a:lnTo>
                  <a:pt x="512201" y="823"/>
                </a:lnTo>
                <a:lnTo>
                  <a:pt x="511391" y="680"/>
                </a:lnTo>
                <a:lnTo>
                  <a:pt x="510569" y="551"/>
                </a:lnTo>
                <a:lnTo>
                  <a:pt x="509736" y="435"/>
                </a:lnTo>
                <a:lnTo>
                  <a:pt x="508891" y="333"/>
                </a:lnTo>
                <a:lnTo>
                  <a:pt x="508036" y="245"/>
                </a:lnTo>
                <a:lnTo>
                  <a:pt x="507169" y="170"/>
                </a:lnTo>
                <a:lnTo>
                  <a:pt x="506291" y="109"/>
                </a:lnTo>
                <a:lnTo>
                  <a:pt x="505402" y="61"/>
                </a:lnTo>
                <a:lnTo>
                  <a:pt x="504502" y="27"/>
                </a:lnTo>
                <a:lnTo>
                  <a:pt x="503590" y="7"/>
                </a:lnTo>
                <a:lnTo>
                  <a:pt x="502667" y="0"/>
                </a:lnTo>
                <a:lnTo>
                  <a:pt x="501631" y="8"/>
                </a:lnTo>
                <a:lnTo>
                  <a:pt x="500609" y="34"/>
                </a:lnTo>
                <a:lnTo>
                  <a:pt x="499601" y="76"/>
                </a:lnTo>
                <a:lnTo>
                  <a:pt x="498606" y="136"/>
                </a:lnTo>
                <a:lnTo>
                  <a:pt x="497625" y="212"/>
                </a:lnTo>
                <a:lnTo>
                  <a:pt x="496658" y="305"/>
                </a:lnTo>
                <a:lnTo>
                  <a:pt x="495704" y="415"/>
                </a:lnTo>
                <a:lnTo>
                  <a:pt x="494765" y="543"/>
                </a:lnTo>
                <a:lnTo>
                  <a:pt x="493839" y="687"/>
                </a:lnTo>
                <a:lnTo>
                  <a:pt x="492926" y="848"/>
                </a:lnTo>
                <a:lnTo>
                  <a:pt x="492028" y="1026"/>
                </a:lnTo>
                <a:lnTo>
                  <a:pt x="491143" y="1221"/>
                </a:lnTo>
                <a:lnTo>
                  <a:pt x="490272" y="1433"/>
                </a:lnTo>
                <a:lnTo>
                  <a:pt x="489415" y="1662"/>
                </a:lnTo>
                <a:lnTo>
                  <a:pt x="488571" y="1908"/>
                </a:lnTo>
                <a:lnTo>
                  <a:pt x="487741" y="2171"/>
                </a:lnTo>
                <a:lnTo>
                  <a:pt x="486925" y="2451"/>
                </a:lnTo>
                <a:lnTo>
                  <a:pt x="486122" y="2747"/>
                </a:lnTo>
                <a:lnTo>
                  <a:pt x="485334" y="3061"/>
                </a:lnTo>
                <a:lnTo>
                  <a:pt x="484559" y="3392"/>
                </a:lnTo>
                <a:lnTo>
                  <a:pt x="483798" y="3739"/>
                </a:lnTo>
                <a:lnTo>
                  <a:pt x="483050" y="4104"/>
                </a:lnTo>
                <a:lnTo>
                  <a:pt x="482317" y="4486"/>
                </a:lnTo>
                <a:lnTo>
                  <a:pt x="481597" y="4884"/>
                </a:lnTo>
                <a:lnTo>
                  <a:pt x="480891" y="5297"/>
                </a:lnTo>
                <a:lnTo>
                  <a:pt x="480199" y="5721"/>
                </a:lnTo>
                <a:lnTo>
                  <a:pt x="479523" y="6158"/>
                </a:lnTo>
                <a:lnTo>
                  <a:pt x="478861" y="6605"/>
                </a:lnTo>
                <a:lnTo>
                  <a:pt x="478213" y="7065"/>
                </a:lnTo>
                <a:lnTo>
                  <a:pt x="477580" y="7536"/>
                </a:lnTo>
                <a:lnTo>
                  <a:pt x="476962" y="8018"/>
                </a:lnTo>
                <a:lnTo>
                  <a:pt x="476358" y="8513"/>
                </a:lnTo>
                <a:lnTo>
                  <a:pt x="475769" y="9018"/>
                </a:lnTo>
                <a:lnTo>
                  <a:pt x="475194" y="9536"/>
                </a:lnTo>
                <a:lnTo>
                  <a:pt x="474634" y="10065"/>
                </a:lnTo>
                <a:lnTo>
                  <a:pt x="474089" y="10606"/>
                </a:lnTo>
                <a:lnTo>
                  <a:pt x="473558" y="11158"/>
                </a:lnTo>
                <a:lnTo>
                  <a:pt x="473041" y="11722"/>
                </a:lnTo>
                <a:lnTo>
                  <a:pt x="472540" y="12298"/>
                </a:lnTo>
                <a:lnTo>
                  <a:pt x="472052" y="12885"/>
                </a:lnTo>
                <a:lnTo>
                  <a:pt x="471580" y="13484"/>
                </a:lnTo>
                <a:lnTo>
                  <a:pt x="471122" y="14095"/>
                </a:lnTo>
                <a:lnTo>
                  <a:pt x="470678" y="14717"/>
                </a:lnTo>
                <a:lnTo>
                  <a:pt x="470249" y="15351"/>
                </a:lnTo>
                <a:lnTo>
                  <a:pt x="469835" y="15997"/>
                </a:lnTo>
                <a:lnTo>
                  <a:pt x="469435" y="16654"/>
                </a:lnTo>
                <a:lnTo>
                  <a:pt x="469050" y="17322"/>
                </a:lnTo>
                <a:lnTo>
                  <a:pt x="468680" y="18003"/>
                </a:lnTo>
                <a:lnTo>
                  <a:pt x="468324" y="18692"/>
                </a:lnTo>
                <a:lnTo>
                  <a:pt x="467983" y="19387"/>
                </a:lnTo>
                <a:lnTo>
                  <a:pt x="467658" y="20088"/>
                </a:lnTo>
                <a:lnTo>
                  <a:pt x="467348" y="20795"/>
                </a:lnTo>
                <a:lnTo>
                  <a:pt x="467052" y="21507"/>
                </a:lnTo>
                <a:lnTo>
                  <a:pt x="466772" y="22226"/>
                </a:lnTo>
                <a:lnTo>
                  <a:pt x="466508" y="22951"/>
                </a:lnTo>
                <a:lnTo>
                  <a:pt x="466258" y="23681"/>
                </a:lnTo>
                <a:lnTo>
                  <a:pt x="466023" y="24417"/>
                </a:lnTo>
                <a:lnTo>
                  <a:pt x="465804" y="25159"/>
                </a:lnTo>
                <a:lnTo>
                  <a:pt x="465599" y="25907"/>
                </a:lnTo>
                <a:lnTo>
                  <a:pt x="465410" y="26661"/>
                </a:lnTo>
                <a:lnTo>
                  <a:pt x="465236" y="27421"/>
                </a:lnTo>
                <a:lnTo>
                  <a:pt x="465077" y="28187"/>
                </a:lnTo>
                <a:lnTo>
                  <a:pt x="464933" y="28958"/>
                </a:lnTo>
                <a:lnTo>
                  <a:pt x="464805" y="29736"/>
                </a:lnTo>
                <a:lnTo>
                  <a:pt x="464691" y="30519"/>
                </a:lnTo>
                <a:lnTo>
                  <a:pt x="464593" y="31308"/>
                </a:lnTo>
                <a:lnTo>
                  <a:pt x="464509" y="32103"/>
                </a:lnTo>
                <a:lnTo>
                  <a:pt x="464441" y="32904"/>
                </a:lnTo>
                <a:lnTo>
                  <a:pt x="464388" y="33711"/>
                </a:lnTo>
                <a:lnTo>
                  <a:pt x="464351" y="34524"/>
                </a:lnTo>
                <a:lnTo>
                  <a:pt x="464328" y="35343"/>
                </a:lnTo>
                <a:lnTo>
                  <a:pt x="464320" y="36167"/>
                </a:lnTo>
                <a:lnTo>
                  <a:pt x="479255" y="36167"/>
                </a:lnTo>
                <a:lnTo>
                  <a:pt x="479260" y="35585"/>
                </a:lnTo>
                <a:lnTo>
                  <a:pt x="479273" y="35008"/>
                </a:lnTo>
                <a:lnTo>
                  <a:pt x="479296" y="34437"/>
                </a:lnTo>
                <a:lnTo>
                  <a:pt x="479327" y="33871"/>
                </a:lnTo>
                <a:lnTo>
                  <a:pt x="479367" y="33311"/>
                </a:lnTo>
                <a:lnTo>
                  <a:pt x="479417" y="32756"/>
                </a:lnTo>
                <a:lnTo>
                  <a:pt x="479475" y="32207"/>
                </a:lnTo>
                <a:lnTo>
                  <a:pt x="479542" y="31664"/>
                </a:lnTo>
                <a:lnTo>
                  <a:pt x="479619" y="31127"/>
                </a:lnTo>
                <a:lnTo>
                  <a:pt x="479704" y="30595"/>
                </a:lnTo>
                <a:lnTo>
                  <a:pt x="479798" y="30068"/>
                </a:lnTo>
                <a:lnTo>
                  <a:pt x="479901" y="29547"/>
                </a:lnTo>
                <a:lnTo>
                  <a:pt x="480013" y="29032"/>
                </a:lnTo>
                <a:lnTo>
                  <a:pt x="480134" y="28522"/>
                </a:lnTo>
                <a:lnTo>
                  <a:pt x="480265" y="28018"/>
                </a:lnTo>
                <a:lnTo>
                  <a:pt x="480404" y="27520"/>
                </a:lnTo>
                <a:lnTo>
                  <a:pt x="480552" y="27027"/>
                </a:lnTo>
                <a:lnTo>
                  <a:pt x="480709" y="26540"/>
                </a:lnTo>
                <a:lnTo>
                  <a:pt x="480874" y="26059"/>
                </a:lnTo>
                <a:lnTo>
                  <a:pt x="481049" y="25583"/>
                </a:lnTo>
                <a:lnTo>
                  <a:pt x="481233" y="25112"/>
                </a:lnTo>
                <a:lnTo>
                  <a:pt x="481426" y="24647"/>
                </a:lnTo>
                <a:lnTo>
                  <a:pt x="481628" y="24188"/>
                </a:lnTo>
                <a:lnTo>
                  <a:pt x="481839" y="23735"/>
                </a:lnTo>
                <a:lnTo>
                  <a:pt x="482059" y="23288"/>
                </a:lnTo>
                <a:lnTo>
                  <a:pt x="482288" y="22850"/>
                </a:lnTo>
                <a:lnTo>
                  <a:pt x="482526" y="22420"/>
                </a:lnTo>
                <a:lnTo>
                  <a:pt x="482773" y="21998"/>
                </a:lnTo>
                <a:lnTo>
                  <a:pt x="483029" y="21584"/>
                </a:lnTo>
                <a:lnTo>
                  <a:pt x="483294" y="21179"/>
                </a:lnTo>
                <a:lnTo>
                  <a:pt x="483569" y="20782"/>
                </a:lnTo>
                <a:lnTo>
                  <a:pt x="483853" y="20393"/>
                </a:lnTo>
                <a:lnTo>
                  <a:pt x="484145" y="20013"/>
                </a:lnTo>
                <a:lnTo>
                  <a:pt x="484447" y="19641"/>
                </a:lnTo>
                <a:lnTo>
                  <a:pt x="484758" y="19277"/>
                </a:lnTo>
                <a:lnTo>
                  <a:pt x="485078" y="18921"/>
                </a:lnTo>
                <a:lnTo>
                  <a:pt x="485407" y="18574"/>
                </a:lnTo>
                <a:lnTo>
                  <a:pt x="485745" y="18235"/>
                </a:lnTo>
                <a:lnTo>
                  <a:pt x="486093" y="17904"/>
                </a:lnTo>
                <a:lnTo>
                  <a:pt x="486449" y="17581"/>
                </a:lnTo>
                <a:lnTo>
                  <a:pt x="486815" y="17267"/>
                </a:lnTo>
                <a:lnTo>
                  <a:pt x="487190" y="16961"/>
                </a:lnTo>
                <a:lnTo>
                  <a:pt x="487573" y="16663"/>
                </a:lnTo>
                <a:lnTo>
                  <a:pt x="487966" y="16374"/>
                </a:lnTo>
                <a:lnTo>
                  <a:pt x="488368" y="16092"/>
                </a:lnTo>
                <a:lnTo>
                  <a:pt x="488780" y="15820"/>
                </a:lnTo>
                <a:lnTo>
                  <a:pt x="489200" y="15555"/>
                </a:lnTo>
                <a:lnTo>
                  <a:pt x="489629" y="15298"/>
                </a:lnTo>
                <a:lnTo>
                  <a:pt x="490068" y="15051"/>
                </a:lnTo>
                <a:lnTo>
                  <a:pt x="490515" y="14815"/>
                </a:lnTo>
                <a:lnTo>
                  <a:pt x="490972" y="14589"/>
                </a:lnTo>
                <a:lnTo>
                  <a:pt x="491438" y="14373"/>
                </a:lnTo>
                <a:lnTo>
                  <a:pt x="491913" y="14168"/>
                </a:lnTo>
                <a:lnTo>
                  <a:pt x="492397" y="13974"/>
                </a:lnTo>
                <a:lnTo>
                  <a:pt x="492890" y="13790"/>
                </a:lnTo>
                <a:lnTo>
                  <a:pt x="493392" y="13617"/>
                </a:lnTo>
                <a:lnTo>
                  <a:pt x="493904" y="13454"/>
                </a:lnTo>
                <a:lnTo>
                  <a:pt x="494424" y="13301"/>
                </a:lnTo>
                <a:lnTo>
                  <a:pt x="494954" y="13159"/>
                </a:lnTo>
                <a:lnTo>
                  <a:pt x="495492" y="13028"/>
                </a:lnTo>
                <a:lnTo>
                  <a:pt x="496040" y="12907"/>
                </a:lnTo>
                <a:lnTo>
                  <a:pt x="496597" y="12797"/>
                </a:lnTo>
                <a:lnTo>
                  <a:pt x="497163" y="12697"/>
                </a:lnTo>
                <a:lnTo>
                  <a:pt x="497738" y="12607"/>
                </a:lnTo>
                <a:lnTo>
                  <a:pt x="498322" y="12529"/>
                </a:lnTo>
                <a:lnTo>
                  <a:pt x="498916" y="12460"/>
                </a:lnTo>
                <a:lnTo>
                  <a:pt x="499518" y="12402"/>
                </a:lnTo>
                <a:lnTo>
                  <a:pt x="500130" y="12355"/>
                </a:lnTo>
                <a:lnTo>
                  <a:pt x="500750" y="12318"/>
                </a:lnTo>
                <a:lnTo>
                  <a:pt x="501380" y="12292"/>
                </a:lnTo>
                <a:lnTo>
                  <a:pt x="502019" y="12276"/>
                </a:lnTo>
                <a:lnTo>
                  <a:pt x="502667" y="12271"/>
                </a:lnTo>
                <a:lnTo>
                  <a:pt x="503209" y="12276"/>
                </a:lnTo>
                <a:lnTo>
                  <a:pt x="503744" y="12291"/>
                </a:lnTo>
                <a:lnTo>
                  <a:pt x="504272" y="12315"/>
                </a:lnTo>
                <a:lnTo>
                  <a:pt x="504793" y="12349"/>
                </a:lnTo>
                <a:lnTo>
                  <a:pt x="505308" y="12394"/>
                </a:lnTo>
                <a:lnTo>
                  <a:pt x="505816" y="12448"/>
                </a:lnTo>
                <a:lnTo>
                  <a:pt x="506317" y="12511"/>
                </a:lnTo>
                <a:lnTo>
                  <a:pt x="506811" y="12585"/>
                </a:lnTo>
                <a:lnTo>
                  <a:pt x="507299" y="12668"/>
                </a:lnTo>
                <a:lnTo>
                  <a:pt x="507780" y="12762"/>
                </a:lnTo>
                <a:lnTo>
                  <a:pt x="508254" y="12865"/>
                </a:lnTo>
                <a:lnTo>
                  <a:pt x="508722" y="12977"/>
                </a:lnTo>
                <a:lnTo>
                  <a:pt x="509183" y="13100"/>
                </a:lnTo>
                <a:lnTo>
                  <a:pt x="509637" y="13232"/>
                </a:lnTo>
                <a:lnTo>
                  <a:pt x="510084" y="13375"/>
                </a:lnTo>
                <a:lnTo>
                  <a:pt x="510525" y="13527"/>
                </a:lnTo>
                <a:lnTo>
                  <a:pt x="510959" y="13689"/>
                </a:lnTo>
                <a:lnTo>
                  <a:pt x="511386" y="13860"/>
                </a:lnTo>
                <a:lnTo>
                  <a:pt x="511807" y="14042"/>
                </a:lnTo>
                <a:lnTo>
                  <a:pt x="512220" y="14233"/>
                </a:lnTo>
                <a:lnTo>
                  <a:pt x="512627" y="14434"/>
                </a:lnTo>
                <a:lnTo>
                  <a:pt x="513028" y="14645"/>
                </a:lnTo>
                <a:lnTo>
                  <a:pt x="513421" y="14866"/>
                </a:lnTo>
                <a:lnTo>
                  <a:pt x="513808" y="15097"/>
                </a:lnTo>
                <a:lnTo>
                  <a:pt x="514188" y="15335"/>
                </a:lnTo>
                <a:lnTo>
                  <a:pt x="514559" y="15581"/>
                </a:lnTo>
                <a:lnTo>
                  <a:pt x="514924" y="15833"/>
                </a:lnTo>
                <a:lnTo>
                  <a:pt x="515280" y="16091"/>
                </a:lnTo>
                <a:lnTo>
                  <a:pt x="515629" y="16356"/>
                </a:lnTo>
                <a:lnTo>
                  <a:pt x="515970" y="16628"/>
                </a:lnTo>
                <a:lnTo>
                  <a:pt x="516303" y="16906"/>
                </a:lnTo>
                <a:lnTo>
                  <a:pt x="516629" y="17191"/>
                </a:lnTo>
                <a:lnTo>
                  <a:pt x="516947" y="17483"/>
                </a:lnTo>
                <a:lnTo>
                  <a:pt x="517257" y="17781"/>
                </a:lnTo>
                <a:lnTo>
                  <a:pt x="517560" y="18085"/>
                </a:lnTo>
                <a:lnTo>
                  <a:pt x="517855" y="18396"/>
                </a:lnTo>
                <a:lnTo>
                  <a:pt x="518142" y="18714"/>
                </a:lnTo>
                <a:lnTo>
                  <a:pt x="518421" y="19039"/>
                </a:lnTo>
                <a:lnTo>
                  <a:pt x="518693" y="19370"/>
                </a:lnTo>
                <a:lnTo>
                  <a:pt x="518957" y="19707"/>
                </a:lnTo>
                <a:lnTo>
                  <a:pt x="519213" y="20051"/>
                </a:lnTo>
                <a:lnTo>
                  <a:pt x="519462" y="20402"/>
                </a:lnTo>
                <a:lnTo>
                  <a:pt x="519702" y="20759"/>
                </a:lnTo>
                <a:lnTo>
                  <a:pt x="519936" y="21123"/>
                </a:lnTo>
                <a:lnTo>
                  <a:pt x="520161" y="21494"/>
                </a:lnTo>
                <a:lnTo>
                  <a:pt x="520379" y="21871"/>
                </a:lnTo>
                <a:lnTo>
                  <a:pt x="520589" y="22255"/>
                </a:lnTo>
                <a:lnTo>
                  <a:pt x="520791" y="22645"/>
                </a:lnTo>
                <a:lnTo>
                  <a:pt x="520985" y="23040"/>
                </a:lnTo>
                <a:lnTo>
                  <a:pt x="521172" y="23440"/>
                </a:lnTo>
                <a:lnTo>
                  <a:pt x="521349" y="23843"/>
                </a:lnTo>
                <a:lnTo>
                  <a:pt x="521519" y="24249"/>
                </a:lnTo>
                <a:lnTo>
                  <a:pt x="521680" y="24660"/>
                </a:lnTo>
                <a:lnTo>
                  <a:pt x="521833" y="25074"/>
                </a:lnTo>
                <a:lnTo>
                  <a:pt x="521978" y="25492"/>
                </a:lnTo>
                <a:lnTo>
                  <a:pt x="522114" y="25914"/>
                </a:lnTo>
                <a:lnTo>
                  <a:pt x="522242" y="26340"/>
                </a:lnTo>
                <a:lnTo>
                  <a:pt x="522362" y="26770"/>
                </a:lnTo>
                <a:lnTo>
                  <a:pt x="522474" y="27203"/>
                </a:lnTo>
                <a:lnTo>
                  <a:pt x="522577" y="27640"/>
                </a:lnTo>
                <a:lnTo>
                  <a:pt x="522672" y="28081"/>
                </a:lnTo>
                <a:lnTo>
                  <a:pt x="522759" y="28526"/>
                </a:lnTo>
                <a:lnTo>
                  <a:pt x="522838" y="28974"/>
                </a:lnTo>
                <a:lnTo>
                  <a:pt x="522908" y="29426"/>
                </a:lnTo>
                <a:lnTo>
                  <a:pt x="522970" y="29882"/>
                </a:lnTo>
                <a:lnTo>
                  <a:pt x="523024" y="30342"/>
                </a:lnTo>
                <a:lnTo>
                  <a:pt x="523069" y="30806"/>
                </a:lnTo>
                <a:lnTo>
                  <a:pt x="523107" y="31273"/>
                </a:lnTo>
                <a:lnTo>
                  <a:pt x="523135" y="31744"/>
                </a:lnTo>
                <a:lnTo>
                  <a:pt x="523156" y="32219"/>
                </a:lnTo>
                <a:lnTo>
                  <a:pt x="523169" y="32698"/>
                </a:lnTo>
                <a:lnTo>
                  <a:pt x="523173" y="33180"/>
                </a:lnTo>
                <a:lnTo>
                  <a:pt x="523170" y="33563"/>
                </a:lnTo>
                <a:lnTo>
                  <a:pt x="523162" y="33946"/>
                </a:lnTo>
                <a:lnTo>
                  <a:pt x="523148" y="34327"/>
                </a:lnTo>
                <a:lnTo>
                  <a:pt x="523129" y="34708"/>
                </a:lnTo>
                <a:lnTo>
                  <a:pt x="523104" y="35089"/>
                </a:lnTo>
                <a:lnTo>
                  <a:pt x="523074" y="35468"/>
                </a:lnTo>
                <a:lnTo>
                  <a:pt x="523039" y="35847"/>
                </a:lnTo>
                <a:lnTo>
                  <a:pt x="522998" y="36226"/>
                </a:lnTo>
                <a:lnTo>
                  <a:pt x="522951" y="36603"/>
                </a:lnTo>
                <a:lnTo>
                  <a:pt x="522899" y="36980"/>
                </a:lnTo>
                <a:lnTo>
                  <a:pt x="522842" y="37356"/>
                </a:lnTo>
                <a:lnTo>
                  <a:pt x="522779" y="37731"/>
                </a:lnTo>
                <a:lnTo>
                  <a:pt x="522711" y="38106"/>
                </a:lnTo>
                <a:lnTo>
                  <a:pt x="522637" y="38480"/>
                </a:lnTo>
                <a:lnTo>
                  <a:pt x="522558" y="38853"/>
                </a:lnTo>
                <a:lnTo>
                  <a:pt x="522473" y="39226"/>
                </a:lnTo>
                <a:lnTo>
                  <a:pt x="522383" y="39598"/>
                </a:lnTo>
                <a:lnTo>
                  <a:pt x="522287" y="39969"/>
                </a:lnTo>
                <a:lnTo>
                  <a:pt x="522186" y="40340"/>
                </a:lnTo>
                <a:lnTo>
                  <a:pt x="522079" y="40709"/>
                </a:lnTo>
                <a:lnTo>
                  <a:pt x="521967" y="41079"/>
                </a:lnTo>
                <a:lnTo>
                  <a:pt x="521850" y="41447"/>
                </a:lnTo>
                <a:lnTo>
                  <a:pt x="521727" y="41815"/>
                </a:lnTo>
                <a:lnTo>
                  <a:pt x="521598" y="42182"/>
                </a:lnTo>
                <a:lnTo>
                  <a:pt x="521463" y="42550"/>
                </a:lnTo>
                <a:lnTo>
                  <a:pt x="521320" y="42923"/>
                </a:lnTo>
                <a:lnTo>
                  <a:pt x="521168" y="43299"/>
                </a:lnTo>
                <a:lnTo>
                  <a:pt x="521009" y="43680"/>
                </a:lnTo>
                <a:lnTo>
                  <a:pt x="520841" y="44064"/>
                </a:lnTo>
                <a:lnTo>
                  <a:pt x="520665" y="44452"/>
                </a:lnTo>
                <a:lnTo>
                  <a:pt x="520481" y="44844"/>
                </a:lnTo>
                <a:lnTo>
                  <a:pt x="520289" y="45240"/>
                </a:lnTo>
                <a:lnTo>
                  <a:pt x="520089" y="45640"/>
                </a:lnTo>
                <a:lnTo>
                  <a:pt x="519880" y="46044"/>
                </a:lnTo>
                <a:lnTo>
                  <a:pt x="519664" y="46452"/>
                </a:lnTo>
                <a:lnTo>
                  <a:pt x="519439" y="46864"/>
                </a:lnTo>
                <a:lnTo>
                  <a:pt x="519206" y="47280"/>
                </a:lnTo>
                <a:lnTo>
                  <a:pt x="518965" y="47699"/>
                </a:lnTo>
                <a:lnTo>
                  <a:pt x="518716" y="48123"/>
                </a:lnTo>
                <a:lnTo>
                  <a:pt x="518459" y="48550"/>
                </a:lnTo>
                <a:lnTo>
                  <a:pt x="518194" y="48982"/>
                </a:lnTo>
                <a:lnTo>
                  <a:pt x="517920" y="49417"/>
                </a:lnTo>
                <a:lnTo>
                  <a:pt x="517639" y="49856"/>
                </a:lnTo>
                <a:lnTo>
                  <a:pt x="517349" y="50299"/>
                </a:lnTo>
                <a:lnTo>
                  <a:pt x="517051" y="50747"/>
                </a:lnTo>
                <a:lnTo>
                  <a:pt x="516745" y="51198"/>
                </a:lnTo>
                <a:lnTo>
                  <a:pt x="516431" y="51653"/>
                </a:lnTo>
                <a:lnTo>
                  <a:pt x="516109" y="52111"/>
                </a:lnTo>
                <a:lnTo>
                  <a:pt x="515777" y="52576"/>
                </a:lnTo>
                <a:lnTo>
                  <a:pt x="515434" y="53050"/>
                </a:lnTo>
                <a:lnTo>
                  <a:pt x="515080" y="53531"/>
                </a:lnTo>
                <a:lnTo>
                  <a:pt x="514715" y="54021"/>
                </a:lnTo>
                <a:lnTo>
                  <a:pt x="514339" y="54519"/>
                </a:lnTo>
                <a:lnTo>
                  <a:pt x="513952" y="55025"/>
                </a:lnTo>
                <a:lnTo>
                  <a:pt x="513554" y="55540"/>
                </a:lnTo>
                <a:lnTo>
                  <a:pt x="513144" y="56063"/>
                </a:lnTo>
                <a:lnTo>
                  <a:pt x="512724" y="56594"/>
                </a:lnTo>
                <a:lnTo>
                  <a:pt x="512292" y="57133"/>
                </a:lnTo>
                <a:lnTo>
                  <a:pt x="511850" y="57681"/>
                </a:lnTo>
                <a:lnTo>
                  <a:pt x="511396" y="58237"/>
                </a:lnTo>
                <a:lnTo>
                  <a:pt x="510931" y="58801"/>
                </a:lnTo>
                <a:lnTo>
                  <a:pt x="510456" y="59374"/>
                </a:lnTo>
                <a:lnTo>
                  <a:pt x="509969" y="59954"/>
                </a:lnTo>
                <a:lnTo>
                  <a:pt x="509471" y="60543"/>
                </a:lnTo>
                <a:lnTo>
                  <a:pt x="508962" y="61141"/>
                </a:lnTo>
                <a:lnTo>
                  <a:pt x="508442" y="61746"/>
                </a:lnTo>
                <a:lnTo>
                  <a:pt x="507911" y="62360"/>
                </a:lnTo>
                <a:lnTo>
                  <a:pt x="507369" y="62982"/>
                </a:lnTo>
                <a:lnTo>
                  <a:pt x="506815" y="63612"/>
                </a:lnTo>
                <a:lnTo>
                  <a:pt x="506251" y="64251"/>
                </a:lnTo>
                <a:lnTo>
                  <a:pt x="505676" y="64898"/>
                </a:lnTo>
                <a:lnTo>
                  <a:pt x="505089" y="65553"/>
                </a:lnTo>
                <a:lnTo>
                  <a:pt x="466581" y="108421"/>
                </a:lnTo>
                <a:lnTo>
                  <a:pt x="466581" y="119158"/>
                </a:lnTo>
                <a:lnTo>
                  <a:pt x="543517" y="119158"/>
                </a:lnTo>
                <a:lnTo>
                  <a:pt x="543517" y="106887"/>
                </a:lnTo>
                <a:lnTo>
                  <a:pt x="484584" y="106887"/>
                </a:lnTo>
                <a:lnTo>
                  <a:pt x="516068" y="72738"/>
                </a:lnTo>
                <a:lnTo>
                  <a:pt x="516444" y="72327"/>
                </a:lnTo>
                <a:lnTo>
                  <a:pt x="516818" y="71916"/>
                </a:lnTo>
                <a:close/>
                <a:moveTo>
                  <a:pt x="301822" y="40484"/>
                </a:moveTo>
                <a:lnTo>
                  <a:pt x="301446" y="40052"/>
                </a:lnTo>
                <a:lnTo>
                  <a:pt x="301064" y="39630"/>
                </a:lnTo>
                <a:lnTo>
                  <a:pt x="300675" y="39216"/>
                </a:lnTo>
                <a:lnTo>
                  <a:pt x="300279" y="38811"/>
                </a:lnTo>
                <a:lnTo>
                  <a:pt x="299877" y="38415"/>
                </a:lnTo>
                <a:lnTo>
                  <a:pt x="299469" y="38028"/>
                </a:lnTo>
                <a:lnTo>
                  <a:pt x="299054" y="37651"/>
                </a:lnTo>
                <a:lnTo>
                  <a:pt x="298633" y="37282"/>
                </a:lnTo>
                <a:lnTo>
                  <a:pt x="298206" y="36922"/>
                </a:lnTo>
                <a:lnTo>
                  <a:pt x="297772" y="36571"/>
                </a:lnTo>
                <a:lnTo>
                  <a:pt x="297331" y="36229"/>
                </a:lnTo>
                <a:lnTo>
                  <a:pt x="296884" y="35896"/>
                </a:lnTo>
                <a:lnTo>
                  <a:pt x="296431" y="35572"/>
                </a:lnTo>
                <a:lnTo>
                  <a:pt x="295971" y="35257"/>
                </a:lnTo>
                <a:lnTo>
                  <a:pt x="295505" y="34951"/>
                </a:lnTo>
                <a:lnTo>
                  <a:pt x="295032" y="34654"/>
                </a:lnTo>
                <a:lnTo>
                  <a:pt x="294553" y="34365"/>
                </a:lnTo>
                <a:lnTo>
                  <a:pt x="294067" y="34086"/>
                </a:lnTo>
                <a:lnTo>
                  <a:pt x="293575" y="33816"/>
                </a:lnTo>
                <a:lnTo>
                  <a:pt x="293076" y="33555"/>
                </a:lnTo>
                <a:lnTo>
                  <a:pt x="292571" y="33302"/>
                </a:lnTo>
                <a:lnTo>
                  <a:pt x="292060" y="33059"/>
                </a:lnTo>
                <a:lnTo>
                  <a:pt x="291542" y="32825"/>
                </a:lnTo>
                <a:lnTo>
                  <a:pt x="291016" y="32601"/>
                </a:lnTo>
                <a:lnTo>
                  <a:pt x="290484" y="32387"/>
                </a:lnTo>
                <a:lnTo>
                  <a:pt x="289944" y="32183"/>
                </a:lnTo>
                <a:lnTo>
                  <a:pt x="289397" y="31989"/>
                </a:lnTo>
                <a:lnTo>
                  <a:pt x="288843" y="31805"/>
                </a:lnTo>
                <a:lnTo>
                  <a:pt x="288282" y="31631"/>
                </a:lnTo>
                <a:lnTo>
                  <a:pt x="287714" y="31467"/>
                </a:lnTo>
                <a:lnTo>
                  <a:pt x="287138" y="31313"/>
                </a:lnTo>
                <a:lnTo>
                  <a:pt x="286556" y="31168"/>
                </a:lnTo>
                <a:lnTo>
                  <a:pt x="285966" y="31034"/>
                </a:lnTo>
                <a:lnTo>
                  <a:pt x="285369" y="30910"/>
                </a:lnTo>
                <a:lnTo>
                  <a:pt x="284765" y="30795"/>
                </a:lnTo>
                <a:lnTo>
                  <a:pt x="284154" y="30691"/>
                </a:lnTo>
                <a:lnTo>
                  <a:pt x="283536" y="30596"/>
                </a:lnTo>
                <a:lnTo>
                  <a:pt x="282910" y="30512"/>
                </a:lnTo>
                <a:lnTo>
                  <a:pt x="282278" y="30437"/>
                </a:lnTo>
                <a:lnTo>
                  <a:pt x="281638" y="30372"/>
                </a:lnTo>
                <a:lnTo>
                  <a:pt x="280991" y="30318"/>
                </a:lnTo>
                <a:lnTo>
                  <a:pt x="280337" y="30273"/>
                </a:lnTo>
                <a:lnTo>
                  <a:pt x="279676" y="30238"/>
                </a:lnTo>
                <a:lnTo>
                  <a:pt x="279008" y="30213"/>
                </a:lnTo>
                <a:lnTo>
                  <a:pt x="278332" y="30198"/>
                </a:lnTo>
                <a:lnTo>
                  <a:pt x="277650" y="30193"/>
                </a:lnTo>
                <a:lnTo>
                  <a:pt x="276986" y="30199"/>
                </a:lnTo>
                <a:lnTo>
                  <a:pt x="276329" y="30215"/>
                </a:lnTo>
                <a:lnTo>
                  <a:pt x="275677" y="30243"/>
                </a:lnTo>
                <a:lnTo>
                  <a:pt x="275030" y="30282"/>
                </a:lnTo>
                <a:lnTo>
                  <a:pt x="274389" y="30332"/>
                </a:lnTo>
                <a:lnTo>
                  <a:pt x="273754" y="30392"/>
                </a:lnTo>
                <a:lnTo>
                  <a:pt x="273125" y="30464"/>
                </a:lnTo>
                <a:lnTo>
                  <a:pt x="272501" y="30547"/>
                </a:lnTo>
                <a:lnTo>
                  <a:pt x="271882" y="30642"/>
                </a:lnTo>
                <a:lnTo>
                  <a:pt x="271270" y="30747"/>
                </a:lnTo>
                <a:lnTo>
                  <a:pt x="270662" y="30863"/>
                </a:lnTo>
                <a:lnTo>
                  <a:pt x="270061" y="30990"/>
                </a:lnTo>
                <a:lnTo>
                  <a:pt x="269465" y="31129"/>
                </a:lnTo>
                <a:lnTo>
                  <a:pt x="268875" y="31278"/>
                </a:lnTo>
                <a:lnTo>
                  <a:pt x="268290" y="31439"/>
                </a:lnTo>
                <a:lnTo>
                  <a:pt x="267711" y="31610"/>
                </a:lnTo>
                <a:lnTo>
                  <a:pt x="267137" y="31793"/>
                </a:lnTo>
                <a:lnTo>
                  <a:pt x="266569" y="31987"/>
                </a:lnTo>
                <a:lnTo>
                  <a:pt x="266007" y="32192"/>
                </a:lnTo>
                <a:lnTo>
                  <a:pt x="265450" y="32408"/>
                </a:lnTo>
                <a:lnTo>
                  <a:pt x="264899" y="32635"/>
                </a:lnTo>
                <a:lnTo>
                  <a:pt x="264354" y="32873"/>
                </a:lnTo>
                <a:lnTo>
                  <a:pt x="263814" y="33122"/>
                </a:lnTo>
                <a:lnTo>
                  <a:pt x="263279" y="33382"/>
                </a:lnTo>
                <a:lnTo>
                  <a:pt x="262751" y="33652"/>
                </a:lnTo>
                <a:lnTo>
                  <a:pt x="262230" y="33932"/>
                </a:lnTo>
                <a:lnTo>
                  <a:pt x="261715" y="34221"/>
                </a:lnTo>
                <a:lnTo>
                  <a:pt x="261206" y="34520"/>
                </a:lnTo>
                <a:lnTo>
                  <a:pt x="260704" y="34828"/>
                </a:lnTo>
                <a:lnTo>
                  <a:pt x="260209" y="35145"/>
                </a:lnTo>
                <a:lnTo>
                  <a:pt x="259721" y="35472"/>
                </a:lnTo>
                <a:lnTo>
                  <a:pt x="259238" y="35808"/>
                </a:lnTo>
                <a:lnTo>
                  <a:pt x="258763" y="36154"/>
                </a:lnTo>
                <a:lnTo>
                  <a:pt x="258294" y="36509"/>
                </a:lnTo>
                <a:lnTo>
                  <a:pt x="257832" y="36873"/>
                </a:lnTo>
                <a:lnTo>
                  <a:pt x="257376" y="37247"/>
                </a:lnTo>
                <a:lnTo>
                  <a:pt x="256927" y="37630"/>
                </a:lnTo>
                <a:lnTo>
                  <a:pt x="256484" y="38023"/>
                </a:lnTo>
                <a:lnTo>
                  <a:pt x="256048" y="38424"/>
                </a:lnTo>
                <a:lnTo>
                  <a:pt x="255619" y="38836"/>
                </a:lnTo>
                <a:lnTo>
                  <a:pt x="255196" y="39256"/>
                </a:lnTo>
                <a:lnTo>
                  <a:pt x="254780" y="39687"/>
                </a:lnTo>
                <a:lnTo>
                  <a:pt x="254370" y="40126"/>
                </a:lnTo>
                <a:lnTo>
                  <a:pt x="253967" y="40575"/>
                </a:lnTo>
                <a:lnTo>
                  <a:pt x="253571" y="41033"/>
                </a:lnTo>
                <a:lnTo>
                  <a:pt x="253181" y="41501"/>
                </a:lnTo>
                <a:lnTo>
                  <a:pt x="252798" y="41978"/>
                </a:lnTo>
                <a:lnTo>
                  <a:pt x="252421" y="42464"/>
                </a:lnTo>
                <a:lnTo>
                  <a:pt x="252052" y="42959"/>
                </a:lnTo>
                <a:lnTo>
                  <a:pt x="251689" y="43462"/>
                </a:lnTo>
                <a:lnTo>
                  <a:pt x="251334" y="43973"/>
                </a:lnTo>
                <a:lnTo>
                  <a:pt x="250986" y="44493"/>
                </a:lnTo>
                <a:lnTo>
                  <a:pt x="250645" y="45020"/>
                </a:lnTo>
                <a:lnTo>
                  <a:pt x="250312" y="45555"/>
                </a:lnTo>
                <a:lnTo>
                  <a:pt x="249986" y="46098"/>
                </a:lnTo>
                <a:lnTo>
                  <a:pt x="249667" y="46649"/>
                </a:lnTo>
                <a:lnTo>
                  <a:pt x="249356" y="47208"/>
                </a:lnTo>
                <a:lnTo>
                  <a:pt x="249052" y="47775"/>
                </a:lnTo>
                <a:lnTo>
                  <a:pt x="248755" y="48350"/>
                </a:lnTo>
                <a:lnTo>
                  <a:pt x="248465" y="48933"/>
                </a:lnTo>
                <a:lnTo>
                  <a:pt x="248183" y="49524"/>
                </a:lnTo>
                <a:lnTo>
                  <a:pt x="247908" y="50123"/>
                </a:lnTo>
                <a:lnTo>
                  <a:pt x="247641" y="50730"/>
                </a:lnTo>
                <a:lnTo>
                  <a:pt x="247380" y="51345"/>
                </a:lnTo>
                <a:lnTo>
                  <a:pt x="247127" y="51967"/>
                </a:lnTo>
                <a:lnTo>
                  <a:pt x="246881" y="52598"/>
                </a:lnTo>
                <a:lnTo>
                  <a:pt x="246643" y="53237"/>
                </a:lnTo>
                <a:lnTo>
                  <a:pt x="246411" y="53884"/>
                </a:lnTo>
                <a:lnTo>
                  <a:pt x="246187" y="54539"/>
                </a:lnTo>
                <a:lnTo>
                  <a:pt x="245971" y="55202"/>
                </a:lnTo>
                <a:lnTo>
                  <a:pt x="245761" y="55873"/>
                </a:lnTo>
                <a:lnTo>
                  <a:pt x="245559" y="56552"/>
                </a:lnTo>
                <a:lnTo>
                  <a:pt x="245365" y="57238"/>
                </a:lnTo>
                <a:lnTo>
                  <a:pt x="245179" y="57930"/>
                </a:lnTo>
                <a:lnTo>
                  <a:pt x="245001" y="58629"/>
                </a:lnTo>
                <a:lnTo>
                  <a:pt x="244831" y="59333"/>
                </a:lnTo>
                <a:lnTo>
                  <a:pt x="244670" y="60045"/>
                </a:lnTo>
                <a:lnTo>
                  <a:pt x="244517" y="60762"/>
                </a:lnTo>
                <a:lnTo>
                  <a:pt x="244373" y="61486"/>
                </a:lnTo>
                <a:lnTo>
                  <a:pt x="244236" y="62216"/>
                </a:lnTo>
                <a:lnTo>
                  <a:pt x="244108" y="62953"/>
                </a:lnTo>
                <a:lnTo>
                  <a:pt x="243988" y="63695"/>
                </a:lnTo>
                <a:lnTo>
                  <a:pt x="243876" y="64444"/>
                </a:lnTo>
                <a:lnTo>
                  <a:pt x="243773" y="65200"/>
                </a:lnTo>
                <a:lnTo>
                  <a:pt x="243678" y="65962"/>
                </a:lnTo>
                <a:lnTo>
                  <a:pt x="243591" y="66730"/>
                </a:lnTo>
                <a:lnTo>
                  <a:pt x="243513" y="67504"/>
                </a:lnTo>
                <a:lnTo>
                  <a:pt x="243442" y="68284"/>
                </a:lnTo>
                <a:lnTo>
                  <a:pt x="243380" y="69071"/>
                </a:lnTo>
                <a:lnTo>
                  <a:pt x="243326" y="69865"/>
                </a:lnTo>
                <a:lnTo>
                  <a:pt x="243281" y="70664"/>
                </a:lnTo>
                <a:lnTo>
                  <a:pt x="243244" y="71470"/>
                </a:lnTo>
                <a:lnTo>
                  <a:pt x="243215" y="72282"/>
                </a:lnTo>
                <a:lnTo>
                  <a:pt x="243194" y="73101"/>
                </a:lnTo>
                <a:lnTo>
                  <a:pt x="243182" y="73925"/>
                </a:lnTo>
                <a:lnTo>
                  <a:pt x="243178" y="74756"/>
                </a:lnTo>
                <a:lnTo>
                  <a:pt x="243178" y="76452"/>
                </a:lnTo>
                <a:lnTo>
                  <a:pt x="243182" y="77243"/>
                </a:lnTo>
                <a:lnTo>
                  <a:pt x="243194" y="78030"/>
                </a:lnTo>
                <a:lnTo>
                  <a:pt x="243215" y="78811"/>
                </a:lnTo>
                <a:lnTo>
                  <a:pt x="243244" y="79588"/>
                </a:lnTo>
                <a:lnTo>
                  <a:pt x="243281" y="80360"/>
                </a:lnTo>
                <a:lnTo>
                  <a:pt x="243326" y="81126"/>
                </a:lnTo>
                <a:lnTo>
                  <a:pt x="243380" y="81888"/>
                </a:lnTo>
                <a:lnTo>
                  <a:pt x="243442" y="82645"/>
                </a:lnTo>
                <a:lnTo>
                  <a:pt x="243513" y="83398"/>
                </a:lnTo>
                <a:lnTo>
                  <a:pt x="243591" y="84145"/>
                </a:lnTo>
                <a:lnTo>
                  <a:pt x="243678" y="84887"/>
                </a:lnTo>
                <a:lnTo>
                  <a:pt x="243773" y="85625"/>
                </a:lnTo>
                <a:lnTo>
                  <a:pt x="243876" y="86357"/>
                </a:lnTo>
                <a:lnTo>
                  <a:pt x="243988" y="87085"/>
                </a:lnTo>
                <a:lnTo>
                  <a:pt x="244108" y="87808"/>
                </a:lnTo>
                <a:lnTo>
                  <a:pt x="244236" y="88525"/>
                </a:lnTo>
                <a:lnTo>
                  <a:pt x="244373" y="89238"/>
                </a:lnTo>
                <a:lnTo>
                  <a:pt x="244517" y="89946"/>
                </a:lnTo>
                <a:lnTo>
                  <a:pt x="244670" y="90649"/>
                </a:lnTo>
                <a:lnTo>
                  <a:pt x="244831" y="91348"/>
                </a:lnTo>
                <a:lnTo>
                  <a:pt x="245001" y="92041"/>
                </a:lnTo>
                <a:lnTo>
                  <a:pt x="245179" y="92729"/>
                </a:lnTo>
                <a:lnTo>
                  <a:pt x="245365" y="93413"/>
                </a:lnTo>
                <a:lnTo>
                  <a:pt x="245559" y="94091"/>
                </a:lnTo>
                <a:lnTo>
                  <a:pt x="245761" y="94764"/>
                </a:lnTo>
                <a:lnTo>
                  <a:pt x="245971" y="95429"/>
                </a:lnTo>
                <a:lnTo>
                  <a:pt x="246188" y="96086"/>
                </a:lnTo>
                <a:lnTo>
                  <a:pt x="246412" y="96736"/>
                </a:lnTo>
                <a:lnTo>
                  <a:pt x="246644" y="97379"/>
                </a:lnTo>
                <a:lnTo>
                  <a:pt x="246884" y="98014"/>
                </a:lnTo>
                <a:lnTo>
                  <a:pt x="247130" y="98642"/>
                </a:lnTo>
                <a:lnTo>
                  <a:pt x="247385" y="99262"/>
                </a:lnTo>
                <a:lnTo>
                  <a:pt x="247646" y="99875"/>
                </a:lnTo>
                <a:lnTo>
                  <a:pt x="247915" y="100481"/>
                </a:lnTo>
                <a:lnTo>
                  <a:pt x="248192" y="101079"/>
                </a:lnTo>
                <a:lnTo>
                  <a:pt x="248476" y="101670"/>
                </a:lnTo>
                <a:lnTo>
                  <a:pt x="248767" y="102253"/>
                </a:lnTo>
                <a:lnTo>
                  <a:pt x="249066" y="102829"/>
                </a:lnTo>
                <a:lnTo>
                  <a:pt x="249372" y="103397"/>
                </a:lnTo>
                <a:lnTo>
                  <a:pt x="249685" y="103958"/>
                </a:lnTo>
                <a:lnTo>
                  <a:pt x="250006" y="104512"/>
                </a:lnTo>
                <a:lnTo>
                  <a:pt x="250335" y="105058"/>
                </a:lnTo>
                <a:lnTo>
                  <a:pt x="250671" y="105597"/>
                </a:lnTo>
                <a:lnTo>
                  <a:pt x="251014" y="106128"/>
                </a:lnTo>
                <a:lnTo>
                  <a:pt x="251365" y="106652"/>
                </a:lnTo>
                <a:lnTo>
                  <a:pt x="251723" y="107168"/>
                </a:lnTo>
                <a:lnTo>
                  <a:pt x="252089" y="107677"/>
                </a:lnTo>
                <a:lnTo>
                  <a:pt x="252462" y="108179"/>
                </a:lnTo>
                <a:lnTo>
                  <a:pt x="252842" y="108672"/>
                </a:lnTo>
                <a:lnTo>
                  <a:pt x="253228" y="109156"/>
                </a:lnTo>
                <a:lnTo>
                  <a:pt x="253620" y="109631"/>
                </a:lnTo>
                <a:lnTo>
                  <a:pt x="254019" y="110096"/>
                </a:lnTo>
                <a:lnTo>
                  <a:pt x="254424" y="110552"/>
                </a:lnTo>
                <a:lnTo>
                  <a:pt x="254836" y="110999"/>
                </a:lnTo>
                <a:lnTo>
                  <a:pt x="255253" y="111437"/>
                </a:lnTo>
                <a:lnTo>
                  <a:pt x="255677" y="111865"/>
                </a:lnTo>
                <a:lnTo>
                  <a:pt x="256108" y="112285"/>
                </a:lnTo>
                <a:lnTo>
                  <a:pt x="256544" y="112695"/>
                </a:lnTo>
                <a:lnTo>
                  <a:pt x="256987" y="113095"/>
                </a:lnTo>
                <a:lnTo>
                  <a:pt x="257437" y="113487"/>
                </a:lnTo>
                <a:lnTo>
                  <a:pt x="257892" y="113869"/>
                </a:lnTo>
                <a:lnTo>
                  <a:pt x="258354" y="114242"/>
                </a:lnTo>
                <a:lnTo>
                  <a:pt x="258822" y="114606"/>
                </a:lnTo>
                <a:lnTo>
                  <a:pt x="259297" y="114960"/>
                </a:lnTo>
                <a:lnTo>
                  <a:pt x="259778" y="115305"/>
                </a:lnTo>
                <a:lnTo>
                  <a:pt x="260265" y="115641"/>
                </a:lnTo>
                <a:lnTo>
                  <a:pt x="260758" y="115968"/>
                </a:lnTo>
                <a:lnTo>
                  <a:pt x="261258" y="116285"/>
                </a:lnTo>
                <a:lnTo>
                  <a:pt x="261764" y="116594"/>
                </a:lnTo>
                <a:lnTo>
                  <a:pt x="262276" y="116893"/>
                </a:lnTo>
                <a:lnTo>
                  <a:pt x="262795" y="117182"/>
                </a:lnTo>
                <a:lnTo>
                  <a:pt x="263320" y="117463"/>
                </a:lnTo>
                <a:lnTo>
                  <a:pt x="263851" y="117733"/>
                </a:lnTo>
                <a:lnTo>
                  <a:pt x="264386" y="117991"/>
                </a:lnTo>
                <a:lnTo>
                  <a:pt x="264928" y="118238"/>
                </a:lnTo>
                <a:lnTo>
                  <a:pt x="265474" y="118474"/>
                </a:lnTo>
                <a:lnTo>
                  <a:pt x="266025" y="118698"/>
                </a:lnTo>
                <a:lnTo>
                  <a:pt x="266582" y="118911"/>
                </a:lnTo>
                <a:lnTo>
                  <a:pt x="267144" y="119112"/>
                </a:lnTo>
                <a:lnTo>
                  <a:pt x="267711" y="119302"/>
                </a:lnTo>
                <a:lnTo>
                  <a:pt x="268283" y="119480"/>
                </a:lnTo>
                <a:lnTo>
                  <a:pt x="268860" y="119646"/>
                </a:lnTo>
                <a:lnTo>
                  <a:pt x="269443" y="119801"/>
                </a:lnTo>
                <a:lnTo>
                  <a:pt x="270031" y="119945"/>
                </a:lnTo>
                <a:lnTo>
                  <a:pt x="270624" y="120077"/>
                </a:lnTo>
                <a:lnTo>
                  <a:pt x="271222" y="120198"/>
                </a:lnTo>
                <a:lnTo>
                  <a:pt x="271825" y="120307"/>
                </a:lnTo>
                <a:lnTo>
                  <a:pt x="272433" y="120405"/>
                </a:lnTo>
                <a:lnTo>
                  <a:pt x="273047" y="120491"/>
                </a:lnTo>
                <a:lnTo>
                  <a:pt x="273666" y="120566"/>
                </a:lnTo>
                <a:lnTo>
                  <a:pt x="274290" y="120629"/>
                </a:lnTo>
                <a:lnTo>
                  <a:pt x="274919" y="120681"/>
                </a:lnTo>
                <a:lnTo>
                  <a:pt x="275554" y="120721"/>
                </a:lnTo>
                <a:lnTo>
                  <a:pt x="276193" y="120750"/>
                </a:lnTo>
                <a:lnTo>
                  <a:pt x="276838" y="120767"/>
                </a:lnTo>
                <a:lnTo>
                  <a:pt x="277488" y="120773"/>
                </a:lnTo>
                <a:lnTo>
                  <a:pt x="278177" y="120768"/>
                </a:lnTo>
                <a:lnTo>
                  <a:pt x="278859" y="120753"/>
                </a:lnTo>
                <a:lnTo>
                  <a:pt x="279534" y="120728"/>
                </a:lnTo>
                <a:lnTo>
                  <a:pt x="280201" y="120693"/>
                </a:lnTo>
                <a:lnTo>
                  <a:pt x="280862" y="120648"/>
                </a:lnTo>
                <a:lnTo>
                  <a:pt x="281514" y="120594"/>
                </a:lnTo>
                <a:lnTo>
                  <a:pt x="282160" y="120529"/>
                </a:lnTo>
                <a:lnTo>
                  <a:pt x="282798" y="120454"/>
                </a:lnTo>
                <a:lnTo>
                  <a:pt x="283429" y="120370"/>
                </a:lnTo>
                <a:lnTo>
                  <a:pt x="284053" y="120275"/>
                </a:lnTo>
                <a:lnTo>
                  <a:pt x="284669" y="120171"/>
                </a:lnTo>
                <a:lnTo>
                  <a:pt x="285279" y="120056"/>
                </a:lnTo>
                <a:lnTo>
                  <a:pt x="285880" y="119932"/>
                </a:lnTo>
                <a:lnTo>
                  <a:pt x="286475" y="119797"/>
                </a:lnTo>
                <a:lnTo>
                  <a:pt x="287062" y="119653"/>
                </a:lnTo>
                <a:lnTo>
                  <a:pt x="287642" y="119499"/>
                </a:lnTo>
                <a:lnTo>
                  <a:pt x="288215" y="119335"/>
                </a:lnTo>
                <a:lnTo>
                  <a:pt x="288780" y="119161"/>
                </a:lnTo>
                <a:lnTo>
                  <a:pt x="289338" y="118976"/>
                </a:lnTo>
                <a:lnTo>
                  <a:pt x="289889" y="118782"/>
                </a:lnTo>
                <a:lnTo>
                  <a:pt x="290433" y="118578"/>
                </a:lnTo>
                <a:lnTo>
                  <a:pt x="290969" y="118364"/>
                </a:lnTo>
                <a:lnTo>
                  <a:pt x="291498" y="118141"/>
                </a:lnTo>
                <a:lnTo>
                  <a:pt x="292020" y="117907"/>
                </a:lnTo>
                <a:lnTo>
                  <a:pt x="292534" y="117663"/>
                </a:lnTo>
                <a:lnTo>
                  <a:pt x="293042" y="117411"/>
                </a:lnTo>
                <a:lnTo>
                  <a:pt x="293544" y="117150"/>
                </a:lnTo>
                <a:lnTo>
                  <a:pt x="294039" y="116881"/>
                </a:lnTo>
                <a:lnTo>
                  <a:pt x="294527" y="116602"/>
                </a:lnTo>
                <a:lnTo>
                  <a:pt x="295009" y="116315"/>
                </a:lnTo>
                <a:lnTo>
                  <a:pt x="295484" y="116019"/>
                </a:lnTo>
                <a:lnTo>
                  <a:pt x="295953" y="115714"/>
                </a:lnTo>
                <a:lnTo>
                  <a:pt x="296415" y="115400"/>
                </a:lnTo>
                <a:lnTo>
                  <a:pt x="296870" y="115077"/>
                </a:lnTo>
                <a:lnTo>
                  <a:pt x="297319" y="114745"/>
                </a:lnTo>
                <a:lnTo>
                  <a:pt x="297761" y="114405"/>
                </a:lnTo>
                <a:lnTo>
                  <a:pt x="298197" y="114056"/>
                </a:lnTo>
                <a:lnTo>
                  <a:pt x="298626" y="113698"/>
                </a:lnTo>
                <a:lnTo>
                  <a:pt x="299049" y="113331"/>
                </a:lnTo>
                <a:lnTo>
                  <a:pt x="299465" y="112955"/>
                </a:lnTo>
                <a:lnTo>
                  <a:pt x="299874" y="112571"/>
                </a:lnTo>
                <a:lnTo>
                  <a:pt x="300277" y="112177"/>
                </a:lnTo>
                <a:lnTo>
                  <a:pt x="300673" y="111775"/>
                </a:lnTo>
                <a:lnTo>
                  <a:pt x="301062" y="111364"/>
                </a:lnTo>
                <a:lnTo>
                  <a:pt x="301445" y="110944"/>
                </a:lnTo>
                <a:lnTo>
                  <a:pt x="301822" y="110516"/>
                </a:lnTo>
                <a:lnTo>
                  <a:pt x="301949" y="110365"/>
                </a:lnTo>
                <a:lnTo>
                  <a:pt x="301949" y="118028"/>
                </a:lnTo>
                <a:lnTo>
                  <a:pt x="301944" y="118656"/>
                </a:lnTo>
                <a:lnTo>
                  <a:pt x="301929" y="119276"/>
                </a:lnTo>
                <a:lnTo>
                  <a:pt x="301905" y="119888"/>
                </a:lnTo>
                <a:lnTo>
                  <a:pt x="301870" y="120491"/>
                </a:lnTo>
                <a:lnTo>
                  <a:pt x="301825" y="121086"/>
                </a:lnTo>
                <a:lnTo>
                  <a:pt x="301770" y="121673"/>
                </a:lnTo>
                <a:lnTo>
                  <a:pt x="301706" y="122252"/>
                </a:lnTo>
                <a:lnTo>
                  <a:pt x="301631" y="122822"/>
                </a:lnTo>
                <a:lnTo>
                  <a:pt x="301546" y="123384"/>
                </a:lnTo>
                <a:lnTo>
                  <a:pt x="301452" y="123938"/>
                </a:lnTo>
                <a:lnTo>
                  <a:pt x="301347" y="124484"/>
                </a:lnTo>
                <a:lnTo>
                  <a:pt x="301233" y="125021"/>
                </a:lnTo>
                <a:lnTo>
                  <a:pt x="301108" y="125550"/>
                </a:lnTo>
                <a:lnTo>
                  <a:pt x="300974" y="126071"/>
                </a:lnTo>
                <a:lnTo>
                  <a:pt x="300830" y="126583"/>
                </a:lnTo>
                <a:lnTo>
                  <a:pt x="300676" y="127088"/>
                </a:lnTo>
                <a:lnTo>
                  <a:pt x="300511" y="127583"/>
                </a:lnTo>
                <a:lnTo>
                  <a:pt x="300337" y="128071"/>
                </a:lnTo>
                <a:lnTo>
                  <a:pt x="300153" y="128551"/>
                </a:lnTo>
                <a:lnTo>
                  <a:pt x="299959" y="129022"/>
                </a:lnTo>
                <a:lnTo>
                  <a:pt x="299755" y="129485"/>
                </a:lnTo>
                <a:lnTo>
                  <a:pt x="299541" y="129939"/>
                </a:lnTo>
                <a:lnTo>
                  <a:pt x="299317" y="130385"/>
                </a:lnTo>
                <a:lnTo>
                  <a:pt x="299083" y="130824"/>
                </a:lnTo>
                <a:lnTo>
                  <a:pt x="298841" y="131253"/>
                </a:lnTo>
                <a:lnTo>
                  <a:pt x="298590" y="131674"/>
                </a:lnTo>
                <a:lnTo>
                  <a:pt x="298331" y="132086"/>
                </a:lnTo>
                <a:lnTo>
                  <a:pt x="298064" y="132489"/>
                </a:lnTo>
                <a:lnTo>
                  <a:pt x="297789" y="132883"/>
                </a:lnTo>
                <a:lnTo>
                  <a:pt x="297507" y="133268"/>
                </a:lnTo>
                <a:lnTo>
                  <a:pt x="297216" y="133645"/>
                </a:lnTo>
                <a:lnTo>
                  <a:pt x="296917" y="134012"/>
                </a:lnTo>
                <a:lnTo>
                  <a:pt x="296610" y="134371"/>
                </a:lnTo>
                <a:lnTo>
                  <a:pt x="296296" y="134721"/>
                </a:lnTo>
                <a:lnTo>
                  <a:pt x="295973" y="135063"/>
                </a:lnTo>
                <a:lnTo>
                  <a:pt x="295642" y="135395"/>
                </a:lnTo>
                <a:lnTo>
                  <a:pt x="295304" y="135718"/>
                </a:lnTo>
                <a:lnTo>
                  <a:pt x="294957" y="136033"/>
                </a:lnTo>
                <a:lnTo>
                  <a:pt x="294602" y="136339"/>
                </a:lnTo>
                <a:lnTo>
                  <a:pt x="294240" y="136636"/>
                </a:lnTo>
                <a:lnTo>
                  <a:pt x="293869" y="136924"/>
                </a:lnTo>
                <a:lnTo>
                  <a:pt x="293490" y="137204"/>
                </a:lnTo>
                <a:lnTo>
                  <a:pt x="293104" y="137474"/>
                </a:lnTo>
                <a:lnTo>
                  <a:pt x="292709" y="137736"/>
                </a:lnTo>
                <a:lnTo>
                  <a:pt x="292306" y="137989"/>
                </a:lnTo>
                <a:lnTo>
                  <a:pt x="291896" y="138233"/>
                </a:lnTo>
                <a:lnTo>
                  <a:pt x="291477" y="138468"/>
                </a:lnTo>
                <a:lnTo>
                  <a:pt x="291051" y="138695"/>
                </a:lnTo>
                <a:lnTo>
                  <a:pt x="290617" y="138912"/>
                </a:lnTo>
                <a:lnTo>
                  <a:pt x="290176" y="139120"/>
                </a:lnTo>
                <a:lnTo>
                  <a:pt x="289729" y="139319"/>
                </a:lnTo>
                <a:lnTo>
                  <a:pt x="289275" y="139509"/>
                </a:lnTo>
                <a:lnTo>
                  <a:pt x="288814" y="139689"/>
                </a:lnTo>
                <a:lnTo>
                  <a:pt x="288346" y="139860"/>
                </a:lnTo>
                <a:lnTo>
                  <a:pt x="287872" y="140022"/>
                </a:lnTo>
                <a:lnTo>
                  <a:pt x="287391" y="140175"/>
                </a:lnTo>
                <a:lnTo>
                  <a:pt x="286903" y="140318"/>
                </a:lnTo>
                <a:lnTo>
                  <a:pt x="286409" y="140452"/>
                </a:lnTo>
                <a:lnTo>
                  <a:pt x="285908" y="140577"/>
                </a:lnTo>
                <a:lnTo>
                  <a:pt x="285400" y="140693"/>
                </a:lnTo>
                <a:lnTo>
                  <a:pt x="284885" y="140799"/>
                </a:lnTo>
                <a:lnTo>
                  <a:pt x="284364" y="140896"/>
                </a:lnTo>
                <a:lnTo>
                  <a:pt x="283835" y="140984"/>
                </a:lnTo>
                <a:lnTo>
                  <a:pt x="283301" y="141063"/>
                </a:lnTo>
                <a:lnTo>
                  <a:pt x="282759" y="141132"/>
                </a:lnTo>
                <a:lnTo>
                  <a:pt x="282211" y="141192"/>
                </a:lnTo>
                <a:lnTo>
                  <a:pt x="281656" y="141243"/>
                </a:lnTo>
                <a:lnTo>
                  <a:pt x="281094" y="141285"/>
                </a:lnTo>
                <a:lnTo>
                  <a:pt x="280526" y="141317"/>
                </a:lnTo>
                <a:lnTo>
                  <a:pt x="279950" y="141340"/>
                </a:lnTo>
                <a:lnTo>
                  <a:pt x="279368" y="141354"/>
                </a:lnTo>
                <a:lnTo>
                  <a:pt x="278780" y="141359"/>
                </a:lnTo>
                <a:lnTo>
                  <a:pt x="278288" y="141354"/>
                </a:lnTo>
                <a:lnTo>
                  <a:pt x="277797" y="141341"/>
                </a:lnTo>
                <a:lnTo>
                  <a:pt x="277305" y="141319"/>
                </a:lnTo>
                <a:lnTo>
                  <a:pt x="276812" y="141287"/>
                </a:lnTo>
                <a:lnTo>
                  <a:pt x="276319" y="141247"/>
                </a:lnTo>
                <a:lnTo>
                  <a:pt x="275825" y="141197"/>
                </a:lnTo>
                <a:lnTo>
                  <a:pt x="275332" y="141139"/>
                </a:lnTo>
                <a:lnTo>
                  <a:pt x="274837" y="141072"/>
                </a:lnTo>
                <a:lnTo>
                  <a:pt x="274343" y="140996"/>
                </a:lnTo>
                <a:lnTo>
                  <a:pt x="273848" y="140910"/>
                </a:lnTo>
                <a:lnTo>
                  <a:pt x="273352" y="140816"/>
                </a:lnTo>
                <a:lnTo>
                  <a:pt x="272856" y="140713"/>
                </a:lnTo>
                <a:lnTo>
                  <a:pt x="272360" y="140601"/>
                </a:lnTo>
                <a:lnTo>
                  <a:pt x="271863" y="140480"/>
                </a:lnTo>
                <a:lnTo>
                  <a:pt x="271366" y="140350"/>
                </a:lnTo>
                <a:lnTo>
                  <a:pt x="270868" y="140211"/>
                </a:lnTo>
                <a:lnTo>
                  <a:pt x="270370" y="140063"/>
                </a:lnTo>
                <a:lnTo>
                  <a:pt x="269872" y="139906"/>
                </a:lnTo>
                <a:lnTo>
                  <a:pt x="269373" y="139740"/>
                </a:lnTo>
                <a:lnTo>
                  <a:pt x="268873" y="139565"/>
                </a:lnTo>
                <a:lnTo>
                  <a:pt x="268374" y="139381"/>
                </a:lnTo>
                <a:lnTo>
                  <a:pt x="267874" y="139188"/>
                </a:lnTo>
                <a:lnTo>
                  <a:pt x="267373" y="138986"/>
                </a:lnTo>
                <a:lnTo>
                  <a:pt x="266872" y="138775"/>
                </a:lnTo>
                <a:lnTo>
                  <a:pt x="266372" y="138553"/>
                </a:lnTo>
                <a:lnTo>
                  <a:pt x="265873" y="138317"/>
                </a:lnTo>
                <a:lnTo>
                  <a:pt x="265377" y="138067"/>
                </a:lnTo>
                <a:lnTo>
                  <a:pt x="264882" y="137802"/>
                </a:lnTo>
                <a:lnTo>
                  <a:pt x="264389" y="137524"/>
                </a:lnTo>
                <a:lnTo>
                  <a:pt x="263898" y="137232"/>
                </a:lnTo>
                <a:lnTo>
                  <a:pt x="263408" y="136925"/>
                </a:lnTo>
                <a:lnTo>
                  <a:pt x="262921" y="136605"/>
                </a:lnTo>
                <a:lnTo>
                  <a:pt x="262435" y="136270"/>
                </a:lnTo>
                <a:lnTo>
                  <a:pt x="261951" y="135922"/>
                </a:lnTo>
                <a:lnTo>
                  <a:pt x="261469" y="135559"/>
                </a:lnTo>
                <a:lnTo>
                  <a:pt x="260989" y="135183"/>
                </a:lnTo>
                <a:lnTo>
                  <a:pt x="260510" y="134793"/>
                </a:lnTo>
                <a:lnTo>
                  <a:pt x="260034" y="134388"/>
                </a:lnTo>
                <a:lnTo>
                  <a:pt x="259559" y="133970"/>
                </a:lnTo>
                <a:lnTo>
                  <a:pt x="259086" y="133537"/>
                </a:lnTo>
                <a:lnTo>
                  <a:pt x="258615" y="133090"/>
                </a:lnTo>
                <a:lnTo>
                  <a:pt x="258146" y="132630"/>
                </a:lnTo>
                <a:lnTo>
                  <a:pt x="257678" y="132155"/>
                </a:lnTo>
                <a:lnTo>
                  <a:pt x="257212" y="131667"/>
                </a:lnTo>
                <a:lnTo>
                  <a:pt x="256749" y="131164"/>
                </a:lnTo>
                <a:lnTo>
                  <a:pt x="256287" y="130648"/>
                </a:lnTo>
                <a:lnTo>
                  <a:pt x="255826" y="130117"/>
                </a:lnTo>
                <a:lnTo>
                  <a:pt x="255368" y="129572"/>
                </a:lnTo>
                <a:lnTo>
                  <a:pt x="247537" y="138453"/>
                </a:lnTo>
                <a:lnTo>
                  <a:pt x="247870" y="138920"/>
                </a:lnTo>
                <a:lnTo>
                  <a:pt x="248210" y="139378"/>
                </a:lnTo>
                <a:lnTo>
                  <a:pt x="248556" y="139829"/>
                </a:lnTo>
                <a:lnTo>
                  <a:pt x="248908" y="140272"/>
                </a:lnTo>
                <a:lnTo>
                  <a:pt x="249268" y="140707"/>
                </a:lnTo>
                <a:lnTo>
                  <a:pt x="249634" y="141134"/>
                </a:lnTo>
                <a:lnTo>
                  <a:pt x="250006" y="141553"/>
                </a:lnTo>
                <a:lnTo>
                  <a:pt x="250385" y="141964"/>
                </a:lnTo>
                <a:lnTo>
                  <a:pt x="250771" y="142367"/>
                </a:lnTo>
                <a:lnTo>
                  <a:pt x="251163" y="142762"/>
                </a:lnTo>
                <a:lnTo>
                  <a:pt x="251562" y="143149"/>
                </a:lnTo>
                <a:lnTo>
                  <a:pt x="251967" y="143528"/>
                </a:lnTo>
                <a:lnTo>
                  <a:pt x="252379" y="143900"/>
                </a:lnTo>
                <a:lnTo>
                  <a:pt x="252798" y="144263"/>
                </a:lnTo>
                <a:lnTo>
                  <a:pt x="253223" y="144618"/>
                </a:lnTo>
                <a:lnTo>
                  <a:pt x="253655" y="144965"/>
                </a:lnTo>
                <a:lnTo>
                  <a:pt x="254093" y="145304"/>
                </a:lnTo>
                <a:lnTo>
                  <a:pt x="254538" y="145635"/>
                </a:lnTo>
                <a:lnTo>
                  <a:pt x="254989" y="145958"/>
                </a:lnTo>
                <a:lnTo>
                  <a:pt x="255448" y="146273"/>
                </a:lnTo>
                <a:lnTo>
                  <a:pt x="255912" y="146580"/>
                </a:lnTo>
                <a:lnTo>
                  <a:pt x="256383" y="146880"/>
                </a:lnTo>
                <a:lnTo>
                  <a:pt x="256861" y="147171"/>
                </a:lnTo>
                <a:lnTo>
                  <a:pt x="257346" y="147454"/>
                </a:lnTo>
                <a:lnTo>
                  <a:pt x="257834" y="147730"/>
                </a:lnTo>
                <a:lnTo>
                  <a:pt x="258323" y="147999"/>
                </a:lnTo>
                <a:lnTo>
                  <a:pt x="258813" y="148261"/>
                </a:lnTo>
                <a:lnTo>
                  <a:pt x="259304" y="148517"/>
                </a:lnTo>
                <a:lnTo>
                  <a:pt x="259795" y="148766"/>
                </a:lnTo>
                <a:lnTo>
                  <a:pt x="260287" y="149008"/>
                </a:lnTo>
                <a:lnTo>
                  <a:pt x="260781" y="149244"/>
                </a:lnTo>
                <a:lnTo>
                  <a:pt x="261275" y="149472"/>
                </a:lnTo>
                <a:lnTo>
                  <a:pt x="261770" y="149694"/>
                </a:lnTo>
                <a:lnTo>
                  <a:pt x="262265" y="149910"/>
                </a:lnTo>
                <a:lnTo>
                  <a:pt x="262762" y="150118"/>
                </a:lnTo>
                <a:lnTo>
                  <a:pt x="263259" y="150320"/>
                </a:lnTo>
                <a:lnTo>
                  <a:pt x="263758" y="150515"/>
                </a:lnTo>
                <a:lnTo>
                  <a:pt x="264257" y="150703"/>
                </a:lnTo>
                <a:lnTo>
                  <a:pt x="264757" y="150885"/>
                </a:lnTo>
                <a:lnTo>
                  <a:pt x="265257" y="151060"/>
                </a:lnTo>
                <a:lnTo>
                  <a:pt x="265759" y="151228"/>
                </a:lnTo>
                <a:lnTo>
                  <a:pt x="266261" y="151390"/>
                </a:lnTo>
                <a:lnTo>
                  <a:pt x="266765" y="151544"/>
                </a:lnTo>
                <a:lnTo>
                  <a:pt x="267269" y="151692"/>
                </a:lnTo>
                <a:lnTo>
                  <a:pt x="267774" y="151834"/>
                </a:lnTo>
                <a:lnTo>
                  <a:pt x="268280" y="151968"/>
                </a:lnTo>
                <a:lnTo>
                  <a:pt x="268786" y="152096"/>
                </a:lnTo>
                <a:lnTo>
                  <a:pt x="269294" y="152217"/>
                </a:lnTo>
                <a:lnTo>
                  <a:pt x="269799" y="152332"/>
                </a:lnTo>
                <a:lnTo>
                  <a:pt x="270299" y="152443"/>
                </a:lnTo>
                <a:lnTo>
                  <a:pt x="270793" y="152548"/>
                </a:lnTo>
                <a:lnTo>
                  <a:pt x="271282" y="152649"/>
                </a:lnTo>
                <a:lnTo>
                  <a:pt x="271765" y="152744"/>
                </a:lnTo>
                <a:lnTo>
                  <a:pt x="272243" y="152835"/>
                </a:lnTo>
                <a:lnTo>
                  <a:pt x="272715" y="152921"/>
                </a:lnTo>
                <a:lnTo>
                  <a:pt x="273182" y="153002"/>
                </a:lnTo>
                <a:lnTo>
                  <a:pt x="273644" y="153078"/>
                </a:lnTo>
                <a:lnTo>
                  <a:pt x="274100" y="153149"/>
                </a:lnTo>
                <a:lnTo>
                  <a:pt x="274550" y="153215"/>
                </a:lnTo>
                <a:lnTo>
                  <a:pt x="274995" y="153277"/>
                </a:lnTo>
                <a:lnTo>
                  <a:pt x="275435" y="153333"/>
                </a:lnTo>
                <a:lnTo>
                  <a:pt x="275869" y="153385"/>
                </a:lnTo>
                <a:lnTo>
                  <a:pt x="276298" y="153431"/>
                </a:lnTo>
                <a:lnTo>
                  <a:pt x="276721" y="153473"/>
                </a:lnTo>
                <a:lnTo>
                  <a:pt x="277139" y="153510"/>
                </a:lnTo>
                <a:lnTo>
                  <a:pt x="277551" y="153542"/>
                </a:lnTo>
                <a:lnTo>
                  <a:pt x="277958" y="153569"/>
                </a:lnTo>
                <a:lnTo>
                  <a:pt x="278359" y="153591"/>
                </a:lnTo>
                <a:lnTo>
                  <a:pt x="278755" y="153608"/>
                </a:lnTo>
                <a:lnTo>
                  <a:pt x="279146" y="153620"/>
                </a:lnTo>
                <a:lnTo>
                  <a:pt x="279530" y="153627"/>
                </a:lnTo>
                <a:lnTo>
                  <a:pt x="279910" y="153630"/>
                </a:lnTo>
                <a:lnTo>
                  <a:pt x="280814" y="153623"/>
                </a:lnTo>
                <a:lnTo>
                  <a:pt x="281709" y="153600"/>
                </a:lnTo>
                <a:lnTo>
                  <a:pt x="282595" y="153564"/>
                </a:lnTo>
                <a:lnTo>
                  <a:pt x="283472" y="153512"/>
                </a:lnTo>
                <a:lnTo>
                  <a:pt x="284341" y="153446"/>
                </a:lnTo>
                <a:lnTo>
                  <a:pt x="285200" y="153365"/>
                </a:lnTo>
                <a:lnTo>
                  <a:pt x="286051" y="153269"/>
                </a:lnTo>
                <a:lnTo>
                  <a:pt x="286893" y="153159"/>
                </a:lnTo>
                <a:lnTo>
                  <a:pt x="287726" y="153034"/>
                </a:lnTo>
                <a:lnTo>
                  <a:pt x="288551" y="152894"/>
                </a:lnTo>
                <a:lnTo>
                  <a:pt x="289366" y="152740"/>
                </a:lnTo>
                <a:lnTo>
                  <a:pt x="290173" y="152570"/>
                </a:lnTo>
                <a:lnTo>
                  <a:pt x="290971" y="152386"/>
                </a:lnTo>
                <a:lnTo>
                  <a:pt x="291760" y="152188"/>
                </a:lnTo>
                <a:lnTo>
                  <a:pt x="292540" y="151974"/>
                </a:lnTo>
                <a:lnTo>
                  <a:pt x="293311" y="151746"/>
                </a:lnTo>
                <a:lnTo>
                  <a:pt x="294074" y="151503"/>
                </a:lnTo>
                <a:lnTo>
                  <a:pt x="294827" y="151246"/>
                </a:lnTo>
                <a:lnTo>
                  <a:pt x="295572" y="150974"/>
                </a:lnTo>
                <a:lnTo>
                  <a:pt x="296308" y="150687"/>
                </a:lnTo>
                <a:lnTo>
                  <a:pt x="297036" y="150385"/>
                </a:lnTo>
                <a:lnTo>
                  <a:pt x="297754" y="150068"/>
                </a:lnTo>
                <a:lnTo>
                  <a:pt x="298463" y="149737"/>
                </a:lnTo>
                <a:lnTo>
                  <a:pt x="299164" y="149392"/>
                </a:lnTo>
                <a:lnTo>
                  <a:pt x="299854" y="149032"/>
                </a:lnTo>
                <a:lnTo>
                  <a:pt x="300531" y="148658"/>
                </a:lnTo>
                <a:lnTo>
                  <a:pt x="301196" y="148271"/>
                </a:lnTo>
                <a:lnTo>
                  <a:pt x="301847" y="147870"/>
                </a:lnTo>
                <a:lnTo>
                  <a:pt x="302486" y="147456"/>
                </a:lnTo>
                <a:lnTo>
                  <a:pt x="303112" y="147028"/>
                </a:lnTo>
                <a:lnTo>
                  <a:pt x="303726" y="146586"/>
                </a:lnTo>
                <a:lnTo>
                  <a:pt x="304326" y="146131"/>
                </a:lnTo>
                <a:lnTo>
                  <a:pt x="304914" y="145662"/>
                </a:lnTo>
                <a:lnTo>
                  <a:pt x="305489" y="145180"/>
                </a:lnTo>
                <a:lnTo>
                  <a:pt x="306052" y="144684"/>
                </a:lnTo>
                <a:lnTo>
                  <a:pt x="306601" y="144174"/>
                </a:lnTo>
                <a:lnTo>
                  <a:pt x="307138" y="143651"/>
                </a:lnTo>
                <a:lnTo>
                  <a:pt x="307662" y="143114"/>
                </a:lnTo>
                <a:lnTo>
                  <a:pt x="308174" y="142564"/>
                </a:lnTo>
                <a:lnTo>
                  <a:pt x="308672" y="142000"/>
                </a:lnTo>
                <a:lnTo>
                  <a:pt x="309158" y="141423"/>
                </a:lnTo>
                <a:lnTo>
                  <a:pt x="309631" y="140832"/>
                </a:lnTo>
                <a:lnTo>
                  <a:pt x="310092" y="140227"/>
                </a:lnTo>
                <a:lnTo>
                  <a:pt x="310539" y="139609"/>
                </a:lnTo>
                <a:lnTo>
                  <a:pt x="310974" y="138977"/>
                </a:lnTo>
                <a:lnTo>
                  <a:pt x="311396" y="138331"/>
                </a:lnTo>
                <a:lnTo>
                  <a:pt x="311806" y="137672"/>
                </a:lnTo>
                <a:lnTo>
                  <a:pt x="312202" y="136999"/>
                </a:lnTo>
                <a:lnTo>
                  <a:pt x="312584" y="136314"/>
                </a:lnTo>
                <a:lnTo>
                  <a:pt x="312950" y="135617"/>
                </a:lnTo>
                <a:lnTo>
                  <a:pt x="313300" y="134908"/>
                </a:lnTo>
                <a:lnTo>
                  <a:pt x="313633" y="134187"/>
                </a:lnTo>
                <a:lnTo>
                  <a:pt x="313950" y="133455"/>
                </a:lnTo>
                <a:lnTo>
                  <a:pt x="314251" y="132711"/>
                </a:lnTo>
                <a:lnTo>
                  <a:pt x="314535" y="131955"/>
                </a:lnTo>
                <a:lnTo>
                  <a:pt x="314803" y="131187"/>
                </a:lnTo>
                <a:lnTo>
                  <a:pt x="315055" y="130407"/>
                </a:lnTo>
                <a:lnTo>
                  <a:pt x="315291" y="129616"/>
                </a:lnTo>
                <a:lnTo>
                  <a:pt x="315511" y="128813"/>
                </a:lnTo>
                <a:lnTo>
                  <a:pt x="315714" y="127998"/>
                </a:lnTo>
                <a:lnTo>
                  <a:pt x="315901" y="127171"/>
                </a:lnTo>
                <a:lnTo>
                  <a:pt x="316072" y="126333"/>
                </a:lnTo>
                <a:lnTo>
                  <a:pt x="316226" y="125483"/>
                </a:lnTo>
                <a:lnTo>
                  <a:pt x="316364" y="124621"/>
                </a:lnTo>
                <a:lnTo>
                  <a:pt x="316486" y="123747"/>
                </a:lnTo>
                <a:lnTo>
                  <a:pt x="316592" y="122862"/>
                </a:lnTo>
                <a:lnTo>
                  <a:pt x="316681" y="121964"/>
                </a:lnTo>
                <a:lnTo>
                  <a:pt x="316754" y="121055"/>
                </a:lnTo>
                <a:lnTo>
                  <a:pt x="316811" y="120134"/>
                </a:lnTo>
                <a:lnTo>
                  <a:pt x="316852" y="119202"/>
                </a:lnTo>
                <a:lnTo>
                  <a:pt x="316876" y="118257"/>
                </a:lnTo>
                <a:lnTo>
                  <a:pt x="316884" y="117301"/>
                </a:lnTo>
                <a:lnTo>
                  <a:pt x="316884" y="31808"/>
                </a:lnTo>
                <a:lnTo>
                  <a:pt x="303322" y="31808"/>
                </a:lnTo>
                <a:lnTo>
                  <a:pt x="302631" y="41473"/>
                </a:lnTo>
                <a:lnTo>
                  <a:pt x="302555" y="41374"/>
                </a:lnTo>
                <a:lnTo>
                  <a:pt x="302192" y="40925"/>
                </a:lnTo>
                <a:lnTo>
                  <a:pt x="301822" y="40484"/>
                </a:lnTo>
                <a:close/>
                <a:moveTo>
                  <a:pt x="301799" y="95329"/>
                </a:moveTo>
                <a:lnTo>
                  <a:pt x="301571" y="95767"/>
                </a:lnTo>
                <a:lnTo>
                  <a:pt x="301338" y="96202"/>
                </a:lnTo>
                <a:lnTo>
                  <a:pt x="301102" y="96634"/>
                </a:lnTo>
                <a:lnTo>
                  <a:pt x="300859" y="97061"/>
                </a:lnTo>
                <a:lnTo>
                  <a:pt x="300610" y="97481"/>
                </a:lnTo>
                <a:lnTo>
                  <a:pt x="300354" y="97894"/>
                </a:lnTo>
                <a:lnTo>
                  <a:pt x="300091" y="98300"/>
                </a:lnTo>
                <a:lnTo>
                  <a:pt x="299822" y="98699"/>
                </a:lnTo>
                <a:lnTo>
                  <a:pt x="299545" y="99091"/>
                </a:lnTo>
                <a:lnTo>
                  <a:pt x="299262" y="99476"/>
                </a:lnTo>
                <a:lnTo>
                  <a:pt x="298971" y="99854"/>
                </a:lnTo>
                <a:lnTo>
                  <a:pt x="298674" y="100225"/>
                </a:lnTo>
                <a:lnTo>
                  <a:pt x="298370" y="100589"/>
                </a:lnTo>
                <a:lnTo>
                  <a:pt x="298059" y="100946"/>
                </a:lnTo>
                <a:lnTo>
                  <a:pt x="297741" y="101296"/>
                </a:lnTo>
                <a:lnTo>
                  <a:pt x="297417" y="101639"/>
                </a:lnTo>
                <a:lnTo>
                  <a:pt x="297085" y="101975"/>
                </a:lnTo>
                <a:lnTo>
                  <a:pt x="296747" y="102304"/>
                </a:lnTo>
                <a:lnTo>
                  <a:pt x="296401" y="102626"/>
                </a:lnTo>
                <a:lnTo>
                  <a:pt x="296049" y="102941"/>
                </a:lnTo>
                <a:lnTo>
                  <a:pt x="295690" y="103249"/>
                </a:lnTo>
                <a:lnTo>
                  <a:pt x="295324" y="103550"/>
                </a:lnTo>
                <a:lnTo>
                  <a:pt x="294952" y="103844"/>
                </a:lnTo>
                <a:lnTo>
                  <a:pt x="294572" y="104131"/>
                </a:lnTo>
                <a:lnTo>
                  <a:pt x="294185" y="104411"/>
                </a:lnTo>
                <a:lnTo>
                  <a:pt x="293792" y="104684"/>
                </a:lnTo>
                <a:lnTo>
                  <a:pt x="293392" y="104949"/>
                </a:lnTo>
                <a:lnTo>
                  <a:pt x="292984" y="105206"/>
                </a:lnTo>
                <a:lnTo>
                  <a:pt x="292567" y="105452"/>
                </a:lnTo>
                <a:lnTo>
                  <a:pt x="292141" y="105687"/>
                </a:lnTo>
                <a:lnTo>
                  <a:pt x="291706" y="105912"/>
                </a:lnTo>
                <a:lnTo>
                  <a:pt x="291262" y="106125"/>
                </a:lnTo>
                <a:lnTo>
                  <a:pt x="290809" y="106327"/>
                </a:lnTo>
                <a:lnTo>
                  <a:pt x="290347" y="106518"/>
                </a:lnTo>
                <a:lnTo>
                  <a:pt x="289876" y="106699"/>
                </a:lnTo>
                <a:lnTo>
                  <a:pt x="289396" y="106868"/>
                </a:lnTo>
                <a:lnTo>
                  <a:pt x="288907" y="107027"/>
                </a:lnTo>
                <a:lnTo>
                  <a:pt x="288409" y="107174"/>
                </a:lnTo>
                <a:lnTo>
                  <a:pt x="287902" y="107311"/>
                </a:lnTo>
                <a:lnTo>
                  <a:pt x="287386" y="107437"/>
                </a:lnTo>
                <a:lnTo>
                  <a:pt x="286862" y="107551"/>
                </a:lnTo>
                <a:lnTo>
                  <a:pt x="286328" y="107655"/>
                </a:lnTo>
                <a:lnTo>
                  <a:pt x="285785" y="107748"/>
                </a:lnTo>
                <a:lnTo>
                  <a:pt x="285234" y="107830"/>
                </a:lnTo>
                <a:lnTo>
                  <a:pt x="284673" y="107901"/>
                </a:lnTo>
                <a:lnTo>
                  <a:pt x="284103" y="107961"/>
                </a:lnTo>
                <a:lnTo>
                  <a:pt x="283525" y="108011"/>
                </a:lnTo>
                <a:lnTo>
                  <a:pt x="282937" y="108049"/>
                </a:lnTo>
                <a:lnTo>
                  <a:pt x="282341" y="108076"/>
                </a:lnTo>
                <a:lnTo>
                  <a:pt x="281735" y="108092"/>
                </a:lnTo>
                <a:lnTo>
                  <a:pt x="281121" y="108098"/>
                </a:lnTo>
                <a:lnTo>
                  <a:pt x="280619" y="108094"/>
                </a:lnTo>
                <a:lnTo>
                  <a:pt x="280124" y="108081"/>
                </a:lnTo>
                <a:lnTo>
                  <a:pt x="279634" y="108059"/>
                </a:lnTo>
                <a:lnTo>
                  <a:pt x="279150" y="108030"/>
                </a:lnTo>
                <a:lnTo>
                  <a:pt x="278672" y="107991"/>
                </a:lnTo>
                <a:lnTo>
                  <a:pt x="278199" y="107944"/>
                </a:lnTo>
                <a:lnTo>
                  <a:pt x="277733" y="107888"/>
                </a:lnTo>
                <a:lnTo>
                  <a:pt x="277273" y="107824"/>
                </a:lnTo>
                <a:lnTo>
                  <a:pt x="276818" y="107752"/>
                </a:lnTo>
                <a:lnTo>
                  <a:pt x="276370" y="107670"/>
                </a:lnTo>
                <a:lnTo>
                  <a:pt x="275927" y="107581"/>
                </a:lnTo>
                <a:lnTo>
                  <a:pt x="275490" y="107482"/>
                </a:lnTo>
                <a:lnTo>
                  <a:pt x="275059" y="107376"/>
                </a:lnTo>
                <a:lnTo>
                  <a:pt x="274634" y="107260"/>
                </a:lnTo>
                <a:lnTo>
                  <a:pt x="274215" y="107136"/>
                </a:lnTo>
                <a:lnTo>
                  <a:pt x="273801" y="107004"/>
                </a:lnTo>
                <a:lnTo>
                  <a:pt x="273394" y="106863"/>
                </a:lnTo>
                <a:lnTo>
                  <a:pt x="272992" y="106713"/>
                </a:lnTo>
                <a:lnTo>
                  <a:pt x="272597" y="106555"/>
                </a:lnTo>
                <a:lnTo>
                  <a:pt x="272207" y="106388"/>
                </a:lnTo>
                <a:lnTo>
                  <a:pt x="271823" y="106213"/>
                </a:lnTo>
                <a:lnTo>
                  <a:pt x="271445" y="106029"/>
                </a:lnTo>
                <a:lnTo>
                  <a:pt x="271073" y="105837"/>
                </a:lnTo>
                <a:lnTo>
                  <a:pt x="270707" y="105636"/>
                </a:lnTo>
                <a:lnTo>
                  <a:pt x="270346" y="105427"/>
                </a:lnTo>
                <a:lnTo>
                  <a:pt x="269991" y="105212"/>
                </a:lnTo>
                <a:lnTo>
                  <a:pt x="269641" y="104990"/>
                </a:lnTo>
                <a:lnTo>
                  <a:pt x="269297" y="104762"/>
                </a:lnTo>
                <a:lnTo>
                  <a:pt x="268959" y="104527"/>
                </a:lnTo>
                <a:lnTo>
                  <a:pt x="268625" y="104286"/>
                </a:lnTo>
                <a:lnTo>
                  <a:pt x="268298" y="104038"/>
                </a:lnTo>
                <a:lnTo>
                  <a:pt x="267975" y="103783"/>
                </a:lnTo>
                <a:lnTo>
                  <a:pt x="267658" y="103522"/>
                </a:lnTo>
                <a:lnTo>
                  <a:pt x="267347" y="103254"/>
                </a:lnTo>
                <a:lnTo>
                  <a:pt x="267041" y="102980"/>
                </a:lnTo>
                <a:lnTo>
                  <a:pt x="266741" y="102699"/>
                </a:lnTo>
                <a:lnTo>
                  <a:pt x="266446" y="102412"/>
                </a:lnTo>
                <a:lnTo>
                  <a:pt x="266156" y="102117"/>
                </a:lnTo>
                <a:lnTo>
                  <a:pt x="265872" y="101817"/>
                </a:lnTo>
                <a:lnTo>
                  <a:pt x="265594" y="101509"/>
                </a:lnTo>
                <a:lnTo>
                  <a:pt x="265321" y="101196"/>
                </a:lnTo>
                <a:lnTo>
                  <a:pt x="265053" y="100875"/>
                </a:lnTo>
                <a:lnTo>
                  <a:pt x="264791" y="100548"/>
                </a:lnTo>
                <a:lnTo>
                  <a:pt x="264534" y="100214"/>
                </a:lnTo>
                <a:lnTo>
                  <a:pt x="264283" y="99874"/>
                </a:lnTo>
                <a:lnTo>
                  <a:pt x="264037" y="99527"/>
                </a:lnTo>
                <a:lnTo>
                  <a:pt x="263797" y="99174"/>
                </a:lnTo>
                <a:lnTo>
                  <a:pt x="263562" y="98814"/>
                </a:lnTo>
                <a:lnTo>
                  <a:pt x="263332" y="98448"/>
                </a:lnTo>
                <a:lnTo>
                  <a:pt x="263108" y="98078"/>
                </a:lnTo>
                <a:lnTo>
                  <a:pt x="262888" y="97703"/>
                </a:lnTo>
                <a:lnTo>
                  <a:pt x="262674" y="97323"/>
                </a:lnTo>
                <a:lnTo>
                  <a:pt x="262465" y="96938"/>
                </a:lnTo>
                <a:lnTo>
                  <a:pt x="262260" y="96548"/>
                </a:lnTo>
                <a:lnTo>
                  <a:pt x="262061" y="96154"/>
                </a:lnTo>
                <a:lnTo>
                  <a:pt x="261867" y="95755"/>
                </a:lnTo>
                <a:lnTo>
                  <a:pt x="261678" y="95351"/>
                </a:lnTo>
                <a:lnTo>
                  <a:pt x="261493" y="94943"/>
                </a:lnTo>
                <a:lnTo>
                  <a:pt x="261314" y="94530"/>
                </a:lnTo>
                <a:lnTo>
                  <a:pt x="261140" y="94111"/>
                </a:lnTo>
                <a:lnTo>
                  <a:pt x="260971" y="93689"/>
                </a:lnTo>
                <a:lnTo>
                  <a:pt x="260807" y="93261"/>
                </a:lnTo>
                <a:lnTo>
                  <a:pt x="260648" y="92829"/>
                </a:lnTo>
                <a:lnTo>
                  <a:pt x="260494" y="92391"/>
                </a:lnTo>
                <a:lnTo>
                  <a:pt x="260345" y="91950"/>
                </a:lnTo>
                <a:lnTo>
                  <a:pt x="260202" y="91503"/>
                </a:lnTo>
                <a:lnTo>
                  <a:pt x="260063" y="91051"/>
                </a:lnTo>
                <a:lnTo>
                  <a:pt x="259929" y="90595"/>
                </a:lnTo>
                <a:lnTo>
                  <a:pt x="259801" y="90134"/>
                </a:lnTo>
                <a:lnTo>
                  <a:pt x="259677" y="89668"/>
                </a:lnTo>
                <a:lnTo>
                  <a:pt x="259558" y="89198"/>
                </a:lnTo>
                <a:lnTo>
                  <a:pt x="259445" y="88723"/>
                </a:lnTo>
                <a:lnTo>
                  <a:pt x="259336" y="88244"/>
                </a:lnTo>
                <a:lnTo>
                  <a:pt x="259232" y="87762"/>
                </a:lnTo>
                <a:lnTo>
                  <a:pt x="259133" y="87277"/>
                </a:lnTo>
                <a:lnTo>
                  <a:pt x="259038" y="86790"/>
                </a:lnTo>
                <a:lnTo>
                  <a:pt x="258948" y="86299"/>
                </a:lnTo>
                <a:lnTo>
                  <a:pt x="258862" y="85806"/>
                </a:lnTo>
                <a:lnTo>
                  <a:pt x="258781" y="85310"/>
                </a:lnTo>
                <a:lnTo>
                  <a:pt x="258705" y="84812"/>
                </a:lnTo>
                <a:lnTo>
                  <a:pt x="258633" y="84310"/>
                </a:lnTo>
                <a:lnTo>
                  <a:pt x="258566" y="83806"/>
                </a:lnTo>
                <a:lnTo>
                  <a:pt x="258504" y="83299"/>
                </a:lnTo>
                <a:lnTo>
                  <a:pt x="258446" y="82789"/>
                </a:lnTo>
                <a:lnTo>
                  <a:pt x="258393" y="82276"/>
                </a:lnTo>
                <a:lnTo>
                  <a:pt x="258344" y="81761"/>
                </a:lnTo>
                <a:lnTo>
                  <a:pt x="258300" y="81242"/>
                </a:lnTo>
                <a:lnTo>
                  <a:pt x="258261" y="80721"/>
                </a:lnTo>
                <a:lnTo>
                  <a:pt x="258226" y="80197"/>
                </a:lnTo>
                <a:lnTo>
                  <a:pt x="258196" y="79671"/>
                </a:lnTo>
                <a:lnTo>
                  <a:pt x="258171" y="79141"/>
                </a:lnTo>
                <a:lnTo>
                  <a:pt x="258150" y="78609"/>
                </a:lnTo>
                <a:lnTo>
                  <a:pt x="258134" y="78074"/>
                </a:lnTo>
                <a:lnTo>
                  <a:pt x="258122" y="77536"/>
                </a:lnTo>
                <a:lnTo>
                  <a:pt x="258115" y="76995"/>
                </a:lnTo>
                <a:lnTo>
                  <a:pt x="258113" y="76452"/>
                </a:lnTo>
                <a:lnTo>
                  <a:pt x="258113" y="74756"/>
                </a:lnTo>
                <a:lnTo>
                  <a:pt x="258115" y="74213"/>
                </a:lnTo>
                <a:lnTo>
                  <a:pt x="258122" y="73672"/>
                </a:lnTo>
                <a:lnTo>
                  <a:pt x="258134" y="73134"/>
                </a:lnTo>
                <a:lnTo>
                  <a:pt x="258150" y="72598"/>
                </a:lnTo>
                <a:lnTo>
                  <a:pt x="258171" y="72065"/>
                </a:lnTo>
                <a:lnTo>
                  <a:pt x="258196" y="71535"/>
                </a:lnTo>
                <a:lnTo>
                  <a:pt x="258226" y="71007"/>
                </a:lnTo>
                <a:lnTo>
                  <a:pt x="258261" y="70482"/>
                </a:lnTo>
                <a:lnTo>
                  <a:pt x="258300" y="69960"/>
                </a:lnTo>
                <a:lnTo>
                  <a:pt x="258344" y="69440"/>
                </a:lnTo>
                <a:lnTo>
                  <a:pt x="258393" y="68923"/>
                </a:lnTo>
                <a:lnTo>
                  <a:pt x="258446" y="68409"/>
                </a:lnTo>
                <a:lnTo>
                  <a:pt x="258504" y="67897"/>
                </a:lnTo>
                <a:lnTo>
                  <a:pt x="258566" y="67388"/>
                </a:lnTo>
                <a:lnTo>
                  <a:pt x="258633" y="66882"/>
                </a:lnTo>
                <a:lnTo>
                  <a:pt x="258705" y="66378"/>
                </a:lnTo>
                <a:lnTo>
                  <a:pt x="258781" y="65877"/>
                </a:lnTo>
                <a:lnTo>
                  <a:pt x="258862" y="65379"/>
                </a:lnTo>
                <a:lnTo>
                  <a:pt x="258948" y="64883"/>
                </a:lnTo>
                <a:lnTo>
                  <a:pt x="259038" y="64390"/>
                </a:lnTo>
                <a:lnTo>
                  <a:pt x="259133" y="63900"/>
                </a:lnTo>
                <a:lnTo>
                  <a:pt x="259232" y="63412"/>
                </a:lnTo>
                <a:lnTo>
                  <a:pt x="259336" y="62927"/>
                </a:lnTo>
                <a:lnTo>
                  <a:pt x="259445" y="62445"/>
                </a:lnTo>
                <a:lnTo>
                  <a:pt x="259558" y="61966"/>
                </a:lnTo>
                <a:lnTo>
                  <a:pt x="259677" y="61492"/>
                </a:lnTo>
                <a:lnTo>
                  <a:pt x="259801" y="61023"/>
                </a:lnTo>
                <a:lnTo>
                  <a:pt x="259929" y="60559"/>
                </a:lnTo>
                <a:lnTo>
                  <a:pt x="260063" y="60099"/>
                </a:lnTo>
                <a:lnTo>
                  <a:pt x="260202" y="59645"/>
                </a:lnTo>
                <a:lnTo>
                  <a:pt x="260345" y="59195"/>
                </a:lnTo>
                <a:lnTo>
                  <a:pt x="260494" y="58749"/>
                </a:lnTo>
                <a:lnTo>
                  <a:pt x="260648" y="58309"/>
                </a:lnTo>
                <a:lnTo>
                  <a:pt x="260807" y="57873"/>
                </a:lnTo>
                <a:lnTo>
                  <a:pt x="260971" y="57442"/>
                </a:lnTo>
                <a:lnTo>
                  <a:pt x="261140" y="57016"/>
                </a:lnTo>
                <a:lnTo>
                  <a:pt x="261314" y="56594"/>
                </a:lnTo>
                <a:lnTo>
                  <a:pt x="261493" y="56178"/>
                </a:lnTo>
                <a:lnTo>
                  <a:pt x="261678" y="55766"/>
                </a:lnTo>
                <a:lnTo>
                  <a:pt x="261867" y="55359"/>
                </a:lnTo>
                <a:lnTo>
                  <a:pt x="262061" y="54956"/>
                </a:lnTo>
                <a:lnTo>
                  <a:pt x="262260" y="54559"/>
                </a:lnTo>
                <a:lnTo>
                  <a:pt x="262465" y="54166"/>
                </a:lnTo>
                <a:lnTo>
                  <a:pt x="262674" y="53778"/>
                </a:lnTo>
                <a:lnTo>
                  <a:pt x="262888" y="53394"/>
                </a:lnTo>
                <a:lnTo>
                  <a:pt x="263108" y="53016"/>
                </a:lnTo>
                <a:lnTo>
                  <a:pt x="263332" y="52642"/>
                </a:lnTo>
                <a:lnTo>
                  <a:pt x="263562" y="52273"/>
                </a:lnTo>
                <a:lnTo>
                  <a:pt x="263797" y="51909"/>
                </a:lnTo>
                <a:lnTo>
                  <a:pt x="264037" y="51553"/>
                </a:lnTo>
                <a:lnTo>
                  <a:pt x="264284" y="51202"/>
                </a:lnTo>
                <a:lnTo>
                  <a:pt x="264535" y="50858"/>
                </a:lnTo>
                <a:lnTo>
                  <a:pt x="264793" y="50520"/>
                </a:lnTo>
                <a:lnTo>
                  <a:pt x="265056" y="50189"/>
                </a:lnTo>
                <a:lnTo>
                  <a:pt x="265324" y="49864"/>
                </a:lnTo>
                <a:lnTo>
                  <a:pt x="265598" y="49546"/>
                </a:lnTo>
                <a:lnTo>
                  <a:pt x="265878" y="49234"/>
                </a:lnTo>
                <a:lnTo>
                  <a:pt x="266163" y="48929"/>
                </a:lnTo>
                <a:lnTo>
                  <a:pt x="266454" y="48630"/>
                </a:lnTo>
                <a:lnTo>
                  <a:pt x="266751" y="48337"/>
                </a:lnTo>
                <a:lnTo>
                  <a:pt x="267053" y="48051"/>
                </a:lnTo>
                <a:lnTo>
                  <a:pt x="267361" y="47772"/>
                </a:lnTo>
                <a:lnTo>
                  <a:pt x="267674" y="47498"/>
                </a:lnTo>
                <a:lnTo>
                  <a:pt x="267993" y="47232"/>
                </a:lnTo>
                <a:lnTo>
                  <a:pt x="268318" y="46971"/>
                </a:lnTo>
                <a:lnTo>
                  <a:pt x="268648" y="46718"/>
                </a:lnTo>
                <a:lnTo>
                  <a:pt x="268984" y="46470"/>
                </a:lnTo>
                <a:lnTo>
                  <a:pt x="269325" y="46229"/>
                </a:lnTo>
                <a:lnTo>
                  <a:pt x="269672" y="45995"/>
                </a:lnTo>
                <a:lnTo>
                  <a:pt x="270025" y="45767"/>
                </a:lnTo>
                <a:lnTo>
                  <a:pt x="270383" y="45545"/>
                </a:lnTo>
                <a:lnTo>
                  <a:pt x="270747" y="45330"/>
                </a:lnTo>
                <a:lnTo>
                  <a:pt x="271117" y="45123"/>
                </a:lnTo>
                <a:lnTo>
                  <a:pt x="271492" y="44924"/>
                </a:lnTo>
                <a:lnTo>
                  <a:pt x="271874" y="44734"/>
                </a:lnTo>
                <a:lnTo>
                  <a:pt x="272262" y="44553"/>
                </a:lnTo>
                <a:lnTo>
                  <a:pt x="272656" y="44381"/>
                </a:lnTo>
                <a:lnTo>
                  <a:pt x="273055" y="44218"/>
                </a:lnTo>
                <a:lnTo>
                  <a:pt x="273461" y="44063"/>
                </a:lnTo>
                <a:lnTo>
                  <a:pt x="273873" y="43917"/>
                </a:lnTo>
                <a:lnTo>
                  <a:pt x="274291" y="43780"/>
                </a:lnTo>
                <a:lnTo>
                  <a:pt x="274715" y="43652"/>
                </a:lnTo>
                <a:lnTo>
                  <a:pt x="275145" y="43533"/>
                </a:lnTo>
                <a:lnTo>
                  <a:pt x="275581" y="43423"/>
                </a:lnTo>
                <a:lnTo>
                  <a:pt x="276023" y="43321"/>
                </a:lnTo>
                <a:lnTo>
                  <a:pt x="276471" y="43229"/>
                </a:lnTo>
                <a:lnTo>
                  <a:pt x="276925" y="43145"/>
                </a:lnTo>
                <a:lnTo>
                  <a:pt x="277385" y="43070"/>
                </a:lnTo>
                <a:lnTo>
                  <a:pt x="277851" y="43003"/>
                </a:lnTo>
                <a:lnTo>
                  <a:pt x="278323" y="42946"/>
                </a:lnTo>
                <a:lnTo>
                  <a:pt x="278801" y="42897"/>
                </a:lnTo>
                <a:lnTo>
                  <a:pt x="279285" y="42858"/>
                </a:lnTo>
                <a:lnTo>
                  <a:pt x="279776" y="42827"/>
                </a:lnTo>
                <a:lnTo>
                  <a:pt x="280272" y="42805"/>
                </a:lnTo>
                <a:lnTo>
                  <a:pt x="280774" y="42792"/>
                </a:lnTo>
                <a:lnTo>
                  <a:pt x="281282" y="42787"/>
                </a:lnTo>
                <a:lnTo>
                  <a:pt x="281751" y="42790"/>
                </a:lnTo>
                <a:lnTo>
                  <a:pt x="282214" y="42801"/>
                </a:lnTo>
                <a:lnTo>
                  <a:pt x="282672" y="42817"/>
                </a:lnTo>
                <a:lnTo>
                  <a:pt x="283126" y="42841"/>
                </a:lnTo>
                <a:lnTo>
                  <a:pt x="283574" y="42871"/>
                </a:lnTo>
                <a:lnTo>
                  <a:pt x="284017" y="42908"/>
                </a:lnTo>
                <a:lnTo>
                  <a:pt x="284455" y="42952"/>
                </a:lnTo>
                <a:lnTo>
                  <a:pt x="284888" y="43002"/>
                </a:lnTo>
                <a:lnTo>
                  <a:pt x="285316" y="43060"/>
                </a:lnTo>
                <a:lnTo>
                  <a:pt x="285739" y="43123"/>
                </a:lnTo>
                <a:lnTo>
                  <a:pt x="286157" y="43194"/>
                </a:lnTo>
                <a:lnTo>
                  <a:pt x="286570" y="43271"/>
                </a:lnTo>
                <a:lnTo>
                  <a:pt x="286978" y="43356"/>
                </a:lnTo>
                <a:lnTo>
                  <a:pt x="287381" y="43446"/>
                </a:lnTo>
                <a:lnTo>
                  <a:pt x="287779" y="43544"/>
                </a:lnTo>
                <a:lnTo>
                  <a:pt x="288171" y="43648"/>
                </a:lnTo>
                <a:lnTo>
                  <a:pt x="288559" y="43759"/>
                </a:lnTo>
                <a:lnTo>
                  <a:pt x="288942" y="43877"/>
                </a:lnTo>
                <a:lnTo>
                  <a:pt x="289319" y="44001"/>
                </a:lnTo>
                <a:lnTo>
                  <a:pt x="289692" y="44133"/>
                </a:lnTo>
                <a:lnTo>
                  <a:pt x="290059" y="44271"/>
                </a:lnTo>
                <a:lnTo>
                  <a:pt x="290422" y="44415"/>
                </a:lnTo>
                <a:lnTo>
                  <a:pt x="290779" y="44567"/>
                </a:lnTo>
                <a:lnTo>
                  <a:pt x="291131" y="44725"/>
                </a:lnTo>
                <a:lnTo>
                  <a:pt x="291479" y="44888"/>
                </a:lnTo>
                <a:lnTo>
                  <a:pt x="291822" y="45057"/>
                </a:lnTo>
                <a:lnTo>
                  <a:pt x="292160" y="45230"/>
                </a:lnTo>
                <a:lnTo>
                  <a:pt x="292494" y="45407"/>
                </a:lnTo>
                <a:lnTo>
                  <a:pt x="292823" y="45590"/>
                </a:lnTo>
                <a:lnTo>
                  <a:pt x="293147" y="45777"/>
                </a:lnTo>
                <a:lnTo>
                  <a:pt x="293467" y="45968"/>
                </a:lnTo>
                <a:lnTo>
                  <a:pt x="293782" y="46164"/>
                </a:lnTo>
                <a:lnTo>
                  <a:pt x="294093" y="46365"/>
                </a:lnTo>
                <a:lnTo>
                  <a:pt x="294399" y="46570"/>
                </a:lnTo>
                <a:lnTo>
                  <a:pt x="294700" y="46781"/>
                </a:lnTo>
                <a:lnTo>
                  <a:pt x="294996" y="46995"/>
                </a:lnTo>
                <a:lnTo>
                  <a:pt x="295288" y="47214"/>
                </a:lnTo>
                <a:lnTo>
                  <a:pt x="295576" y="47438"/>
                </a:lnTo>
                <a:lnTo>
                  <a:pt x="295859" y="47667"/>
                </a:lnTo>
                <a:lnTo>
                  <a:pt x="296137" y="47900"/>
                </a:lnTo>
                <a:lnTo>
                  <a:pt x="296410" y="48138"/>
                </a:lnTo>
                <a:lnTo>
                  <a:pt x="296679" y="48380"/>
                </a:lnTo>
                <a:lnTo>
                  <a:pt x="296943" y="48627"/>
                </a:lnTo>
                <a:lnTo>
                  <a:pt x="297203" y="48879"/>
                </a:lnTo>
                <a:lnTo>
                  <a:pt x="297458" y="49135"/>
                </a:lnTo>
                <a:lnTo>
                  <a:pt x="297708" y="49396"/>
                </a:lnTo>
                <a:lnTo>
                  <a:pt x="297954" y="49662"/>
                </a:lnTo>
                <a:lnTo>
                  <a:pt x="298195" y="49932"/>
                </a:lnTo>
                <a:lnTo>
                  <a:pt x="298432" y="50206"/>
                </a:lnTo>
                <a:lnTo>
                  <a:pt x="298666" y="50483"/>
                </a:lnTo>
                <a:lnTo>
                  <a:pt x="298895" y="50763"/>
                </a:lnTo>
                <a:lnTo>
                  <a:pt x="299122" y="51046"/>
                </a:lnTo>
                <a:lnTo>
                  <a:pt x="299344" y="51333"/>
                </a:lnTo>
                <a:lnTo>
                  <a:pt x="299563" y="51622"/>
                </a:lnTo>
                <a:lnTo>
                  <a:pt x="299778" y="51915"/>
                </a:lnTo>
                <a:lnTo>
                  <a:pt x="299989" y="52210"/>
                </a:lnTo>
                <a:lnTo>
                  <a:pt x="300197" y="52509"/>
                </a:lnTo>
                <a:lnTo>
                  <a:pt x="300401" y="52811"/>
                </a:lnTo>
                <a:lnTo>
                  <a:pt x="300602" y="53115"/>
                </a:lnTo>
                <a:lnTo>
                  <a:pt x="300799" y="53423"/>
                </a:lnTo>
                <a:lnTo>
                  <a:pt x="300992" y="53734"/>
                </a:lnTo>
                <a:lnTo>
                  <a:pt x="301182" y="54048"/>
                </a:lnTo>
                <a:lnTo>
                  <a:pt x="301368" y="54366"/>
                </a:lnTo>
                <a:lnTo>
                  <a:pt x="301550" y="54686"/>
                </a:lnTo>
                <a:lnTo>
                  <a:pt x="301729" y="55009"/>
                </a:lnTo>
                <a:lnTo>
                  <a:pt x="301904" y="55336"/>
                </a:lnTo>
                <a:lnTo>
                  <a:pt x="301949" y="55423"/>
                </a:lnTo>
                <a:lnTo>
                  <a:pt x="301949" y="95031"/>
                </a:lnTo>
                <a:lnTo>
                  <a:pt x="301799" y="95329"/>
                </a:lnTo>
                <a:close/>
                <a:moveTo>
                  <a:pt x="409704" y="71388"/>
                </a:moveTo>
                <a:lnTo>
                  <a:pt x="409686" y="70635"/>
                </a:lnTo>
                <a:lnTo>
                  <a:pt x="409660" y="69886"/>
                </a:lnTo>
                <a:lnTo>
                  <a:pt x="409628" y="69142"/>
                </a:lnTo>
                <a:lnTo>
                  <a:pt x="409588" y="68404"/>
                </a:lnTo>
                <a:lnTo>
                  <a:pt x="409540" y="67670"/>
                </a:lnTo>
                <a:lnTo>
                  <a:pt x="409486" y="66941"/>
                </a:lnTo>
                <a:lnTo>
                  <a:pt x="409424" y="66217"/>
                </a:lnTo>
                <a:lnTo>
                  <a:pt x="409354" y="65498"/>
                </a:lnTo>
                <a:lnTo>
                  <a:pt x="409278" y="64783"/>
                </a:lnTo>
                <a:lnTo>
                  <a:pt x="409194" y="64074"/>
                </a:lnTo>
                <a:lnTo>
                  <a:pt x="409103" y="63370"/>
                </a:lnTo>
                <a:lnTo>
                  <a:pt x="409005" y="62670"/>
                </a:lnTo>
                <a:lnTo>
                  <a:pt x="408899" y="61975"/>
                </a:lnTo>
                <a:lnTo>
                  <a:pt x="408786" y="61286"/>
                </a:lnTo>
                <a:lnTo>
                  <a:pt x="408666" y="60601"/>
                </a:lnTo>
                <a:lnTo>
                  <a:pt x="408538" y="59921"/>
                </a:lnTo>
                <a:lnTo>
                  <a:pt x="408403" y="59246"/>
                </a:lnTo>
                <a:lnTo>
                  <a:pt x="408261" y="58575"/>
                </a:lnTo>
                <a:lnTo>
                  <a:pt x="408112" y="57910"/>
                </a:lnTo>
                <a:lnTo>
                  <a:pt x="407955" y="57250"/>
                </a:lnTo>
                <a:lnTo>
                  <a:pt x="407791" y="56594"/>
                </a:lnTo>
                <a:lnTo>
                  <a:pt x="407620" y="55944"/>
                </a:lnTo>
                <a:lnTo>
                  <a:pt x="407441" y="55299"/>
                </a:lnTo>
                <a:lnTo>
                  <a:pt x="407254" y="54661"/>
                </a:lnTo>
                <a:lnTo>
                  <a:pt x="407060" y="54031"/>
                </a:lnTo>
                <a:lnTo>
                  <a:pt x="406857" y="53407"/>
                </a:lnTo>
                <a:lnTo>
                  <a:pt x="406647" y="52790"/>
                </a:lnTo>
                <a:lnTo>
                  <a:pt x="406429" y="52181"/>
                </a:lnTo>
                <a:lnTo>
                  <a:pt x="406203" y="51578"/>
                </a:lnTo>
                <a:lnTo>
                  <a:pt x="405969" y="50982"/>
                </a:lnTo>
                <a:lnTo>
                  <a:pt x="405728" y="50394"/>
                </a:lnTo>
                <a:lnTo>
                  <a:pt x="405478" y="49812"/>
                </a:lnTo>
                <a:lnTo>
                  <a:pt x="405221" y="49237"/>
                </a:lnTo>
                <a:lnTo>
                  <a:pt x="404956" y="48670"/>
                </a:lnTo>
                <a:lnTo>
                  <a:pt x="404683" y="48109"/>
                </a:lnTo>
                <a:lnTo>
                  <a:pt x="404402" y="47555"/>
                </a:lnTo>
                <a:lnTo>
                  <a:pt x="404113" y="47009"/>
                </a:lnTo>
                <a:lnTo>
                  <a:pt x="403816" y="46469"/>
                </a:lnTo>
                <a:lnTo>
                  <a:pt x="403512" y="45936"/>
                </a:lnTo>
                <a:lnTo>
                  <a:pt x="403200" y="45411"/>
                </a:lnTo>
                <a:lnTo>
                  <a:pt x="402880" y="44892"/>
                </a:lnTo>
                <a:lnTo>
                  <a:pt x="402552" y="44380"/>
                </a:lnTo>
                <a:lnTo>
                  <a:pt x="402216" y="43876"/>
                </a:lnTo>
                <a:lnTo>
                  <a:pt x="401872" y="43378"/>
                </a:lnTo>
                <a:lnTo>
                  <a:pt x="401521" y="42887"/>
                </a:lnTo>
                <a:lnTo>
                  <a:pt x="401161" y="42404"/>
                </a:lnTo>
                <a:lnTo>
                  <a:pt x="400794" y="41928"/>
                </a:lnTo>
                <a:lnTo>
                  <a:pt x="400418" y="41461"/>
                </a:lnTo>
                <a:lnTo>
                  <a:pt x="400033" y="41003"/>
                </a:lnTo>
                <a:lnTo>
                  <a:pt x="399640" y="40553"/>
                </a:lnTo>
                <a:lnTo>
                  <a:pt x="399238" y="40113"/>
                </a:lnTo>
                <a:lnTo>
                  <a:pt x="398828" y="39681"/>
                </a:lnTo>
                <a:lnTo>
                  <a:pt x="398409" y="39258"/>
                </a:lnTo>
                <a:lnTo>
                  <a:pt x="397981" y="38844"/>
                </a:lnTo>
                <a:lnTo>
                  <a:pt x="397546" y="38439"/>
                </a:lnTo>
                <a:lnTo>
                  <a:pt x="397101" y="38042"/>
                </a:lnTo>
                <a:lnTo>
                  <a:pt x="396648" y="37655"/>
                </a:lnTo>
                <a:lnTo>
                  <a:pt x="396186" y="37276"/>
                </a:lnTo>
                <a:lnTo>
                  <a:pt x="395716" y="36906"/>
                </a:lnTo>
                <a:lnTo>
                  <a:pt x="395237" y="36545"/>
                </a:lnTo>
                <a:lnTo>
                  <a:pt x="394750" y="36192"/>
                </a:lnTo>
                <a:lnTo>
                  <a:pt x="394254" y="35849"/>
                </a:lnTo>
                <a:lnTo>
                  <a:pt x="393750" y="35514"/>
                </a:lnTo>
                <a:lnTo>
                  <a:pt x="393237" y="35188"/>
                </a:lnTo>
                <a:lnTo>
                  <a:pt x="392716" y="34871"/>
                </a:lnTo>
                <a:lnTo>
                  <a:pt x="392186" y="34563"/>
                </a:lnTo>
                <a:lnTo>
                  <a:pt x="391647" y="34263"/>
                </a:lnTo>
                <a:lnTo>
                  <a:pt x="391100" y="33972"/>
                </a:lnTo>
                <a:lnTo>
                  <a:pt x="390544" y="33690"/>
                </a:lnTo>
                <a:lnTo>
                  <a:pt x="389980" y="33417"/>
                </a:lnTo>
                <a:lnTo>
                  <a:pt x="389407" y="33154"/>
                </a:lnTo>
                <a:lnTo>
                  <a:pt x="388826" y="32902"/>
                </a:lnTo>
                <a:lnTo>
                  <a:pt x="388235" y="32662"/>
                </a:lnTo>
                <a:lnTo>
                  <a:pt x="387636" y="32432"/>
                </a:lnTo>
                <a:lnTo>
                  <a:pt x="387027" y="32214"/>
                </a:lnTo>
                <a:lnTo>
                  <a:pt x="386410" y="32007"/>
                </a:lnTo>
                <a:lnTo>
                  <a:pt x="385785" y="31811"/>
                </a:lnTo>
                <a:lnTo>
                  <a:pt x="385150" y="31626"/>
                </a:lnTo>
                <a:lnTo>
                  <a:pt x="384506" y="31453"/>
                </a:lnTo>
                <a:lnTo>
                  <a:pt x="383854" y="31290"/>
                </a:lnTo>
                <a:lnTo>
                  <a:pt x="383193" y="31139"/>
                </a:lnTo>
                <a:lnTo>
                  <a:pt x="382523" y="30999"/>
                </a:lnTo>
                <a:lnTo>
                  <a:pt x="381844" y="30870"/>
                </a:lnTo>
                <a:lnTo>
                  <a:pt x="381156" y="30753"/>
                </a:lnTo>
                <a:lnTo>
                  <a:pt x="380460" y="30647"/>
                </a:lnTo>
                <a:lnTo>
                  <a:pt x="379754" y="30551"/>
                </a:lnTo>
                <a:lnTo>
                  <a:pt x="379040" y="30467"/>
                </a:lnTo>
                <a:lnTo>
                  <a:pt x="378317" y="30395"/>
                </a:lnTo>
                <a:lnTo>
                  <a:pt x="377585" y="30333"/>
                </a:lnTo>
                <a:lnTo>
                  <a:pt x="376845" y="30283"/>
                </a:lnTo>
                <a:lnTo>
                  <a:pt x="376095" y="30244"/>
                </a:lnTo>
                <a:lnTo>
                  <a:pt x="375337" y="30216"/>
                </a:lnTo>
                <a:lnTo>
                  <a:pt x="374570" y="30199"/>
                </a:lnTo>
                <a:lnTo>
                  <a:pt x="373794" y="30193"/>
                </a:lnTo>
                <a:lnTo>
                  <a:pt x="373182" y="30198"/>
                </a:lnTo>
                <a:lnTo>
                  <a:pt x="372573" y="30214"/>
                </a:lnTo>
                <a:lnTo>
                  <a:pt x="371965" y="30240"/>
                </a:lnTo>
                <a:lnTo>
                  <a:pt x="371358" y="30276"/>
                </a:lnTo>
                <a:lnTo>
                  <a:pt x="370754" y="30323"/>
                </a:lnTo>
                <a:lnTo>
                  <a:pt x="370151" y="30380"/>
                </a:lnTo>
                <a:lnTo>
                  <a:pt x="369550" y="30447"/>
                </a:lnTo>
                <a:lnTo>
                  <a:pt x="368950" y="30525"/>
                </a:lnTo>
                <a:lnTo>
                  <a:pt x="368352" y="30613"/>
                </a:lnTo>
                <a:lnTo>
                  <a:pt x="367756" y="30712"/>
                </a:lnTo>
                <a:lnTo>
                  <a:pt x="367161" y="30821"/>
                </a:lnTo>
                <a:lnTo>
                  <a:pt x="366568" y="30940"/>
                </a:lnTo>
                <a:lnTo>
                  <a:pt x="365977" y="31070"/>
                </a:lnTo>
                <a:lnTo>
                  <a:pt x="365388" y="31210"/>
                </a:lnTo>
                <a:lnTo>
                  <a:pt x="364800" y="31360"/>
                </a:lnTo>
                <a:lnTo>
                  <a:pt x="364214" y="31521"/>
                </a:lnTo>
                <a:lnTo>
                  <a:pt x="363629" y="31692"/>
                </a:lnTo>
                <a:lnTo>
                  <a:pt x="363047" y="31873"/>
                </a:lnTo>
                <a:lnTo>
                  <a:pt x="362465" y="32065"/>
                </a:lnTo>
                <a:lnTo>
                  <a:pt x="361886" y="32267"/>
                </a:lnTo>
                <a:lnTo>
                  <a:pt x="361308" y="32480"/>
                </a:lnTo>
                <a:lnTo>
                  <a:pt x="360732" y="32703"/>
                </a:lnTo>
                <a:lnTo>
                  <a:pt x="360158" y="32936"/>
                </a:lnTo>
                <a:lnTo>
                  <a:pt x="359585" y="33180"/>
                </a:lnTo>
                <a:lnTo>
                  <a:pt x="359016" y="33434"/>
                </a:lnTo>
                <a:lnTo>
                  <a:pt x="358452" y="33698"/>
                </a:lnTo>
                <a:lnTo>
                  <a:pt x="357892" y="33971"/>
                </a:lnTo>
                <a:lnTo>
                  <a:pt x="357338" y="34254"/>
                </a:lnTo>
                <a:lnTo>
                  <a:pt x="356789" y="34547"/>
                </a:lnTo>
                <a:lnTo>
                  <a:pt x="356245" y="34850"/>
                </a:lnTo>
                <a:lnTo>
                  <a:pt x="355706" y="35163"/>
                </a:lnTo>
                <a:lnTo>
                  <a:pt x="355172" y="35485"/>
                </a:lnTo>
                <a:lnTo>
                  <a:pt x="354643" y="35818"/>
                </a:lnTo>
                <a:lnTo>
                  <a:pt x="354119" y="36160"/>
                </a:lnTo>
                <a:lnTo>
                  <a:pt x="353600" y="36512"/>
                </a:lnTo>
                <a:lnTo>
                  <a:pt x="353086" y="36874"/>
                </a:lnTo>
                <a:lnTo>
                  <a:pt x="352578" y="37245"/>
                </a:lnTo>
                <a:lnTo>
                  <a:pt x="352074" y="37627"/>
                </a:lnTo>
                <a:lnTo>
                  <a:pt x="351575" y="38018"/>
                </a:lnTo>
                <a:lnTo>
                  <a:pt x="351082" y="38419"/>
                </a:lnTo>
                <a:lnTo>
                  <a:pt x="350593" y="38829"/>
                </a:lnTo>
                <a:lnTo>
                  <a:pt x="350109" y="39250"/>
                </a:lnTo>
                <a:lnTo>
                  <a:pt x="349631" y="39681"/>
                </a:lnTo>
                <a:lnTo>
                  <a:pt x="349158" y="40121"/>
                </a:lnTo>
                <a:lnTo>
                  <a:pt x="348689" y="40571"/>
                </a:lnTo>
                <a:lnTo>
                  <a:pt x="348226" y="41031"/>
                </a:lnTo>
                <a:lnTo>
                  <a:pt x="347767" y="41500"/>
                </a:lnTo>
                <a:lnTo>
                  <a:pt x="347314" y="41980"/>
                </a:lnTo>
                <a:lnTo>
                  <a:pt x="346867" y="42469"/>
                </a:lnTo>
                <a:lnTo>
                  <a:pt x="346428" y="42966"/>
                </a:lnTo>
                <a:lnTo>
                  <a:pt x="345997" y="43473"/>
                </a:lnTo>
                <a:lnTo>
                  <a:pt x="345574" y="43988"/>
                </a:lnTo>
                <a:lnTo>
                  <a:pt x="345159" y="44512"/>
                </a:lnTo>
                <a:lnTo>
                  <a:pt x="344751" y="45045"/>
                </a:lnTo>
                <a:lnTo>
                  <a:pt x="344351" y="45587"/>
                </a:lnTo>
                <a:lnTo>
                  <a:pt x="343959" y="46137"/>
                </a:lnTo>
                <a:lnTo>
                  <a:pt x="343575" y="46697"/>
                </a:lnTo>
                <a:lnTo>
                  <a:pt x="343199" y="47265"/>
                </a:lnTo>
                <a:lnTo>
                  <a:pt x="342831" y="47842"/>
                </a:lnTo>
                <a:lnTo>
                  <a:pt x="342470" y="48428"/>
                </a:lnTo>
                <a:lnTo>
                  <a:pt x="342118" y="49023"/>
                </a:lnTo>
                <a:lnTo>
                  <a:pt x="341773" y="49626"/>
                </a:lnTo>
                <a:lnTo>
                  <a:pt x="341436" y="50239"/>
                </a:lnTo>
                <a:lnTo>
                  <a:pt x="341107" y="50860"/>
                </a:lnTo>
                <a:lnTo>
                  <a:pt x="340786" y="51490"/>
                </a:lnTo>
                <a:lnTo>
                  <a:pt x="340472" y="52129"/>
                </a:lnTo>
                <a:lnTo>
                  <a:pt x="340167" y="52777"/>
                </a:lnTo>
                <a:lnTo>
                  <a:pt x="339869" y="53433"/>
                </a:lnTo>
                <a:lnTo>
                  <a:pt x="339579" y="54099"/>
                </a:lnTo>
                <a:lnTo>
                  <a:pt x="339297" y="54773"/>
                </a:lnTo>
                <a:lnTo>
                  <a:pt x="339023" y="55456"/>
                </a:lnTo>
                <a:lnTo>
                  <a:pt x="338757" y="56148"/>
                </a:lnTo>
                <a:lnTo>
                  <a:pt x="338500" y="56848"/>
                </a:lnTo>
                <a:lnTo>
                  <a:pt x="338254" y="57557"/>
                </a:lnTo>
                <a:lnTo>
                  <a:pt x="338019" y="58273"/>
                </a:lnTo>
                <a:lnTo>
                  <a:pt x="337795" y="58997"/>
                </a:lnTo>
                <a:lnTo>
                  <a:pt x="337582" y="59729"/>
                </a:lnTo>
                <a:lnTo>
                  <a:pt x="337379" y="60470"/>
                </a:lnTo>
                <a:lnTo>
                  <a:pt x="337188" y="61218"/>
                </a:lnTo>
                <a:lnTo>
                  <a:pt x="337008" y="61974"/>
                </a:lnTo>
                <a:lnTo>
                  <a:pt x="336838" y="62738"/>
                </a:lnTo>
                <a:lnTo>
                  <a:pt x="336680" y="63510"/>
                </a:lnTo>
                <a:lnTo>
                  <a:pt x="336532" y="64291"/>
                </a:lnTo>
                <a:lnTo>
                  <a:pt x="336395" y="65079"/>
                </a:lnTo>
                <a:lnTo>
                  <a:pt x="336270" y="65875"/>
                </a:lnTo>
                <a:lnTo>
                  <a:pt x="336155" y="66679"/>
                </a:lnTo>
                <a:lnTo>
                  <a:pt x="336051" y="67491"/>
                </a:lnTo>
                <a:lnTo>
                  <a:pt x="335958" y="68311"/>
                </a:lnTo>
                <a:lnTo>
                  <a:pt x="335876" y="69139"/>
                </a:lnTo>
                <a:lnTo>
                  <a:pt x="335805" y="69976"/>
                </a:lnTo>
                <a:lnTo>
                  <a:pt x="335745" y="70820"/>
                </a:lnTo>
                <a:lnTo>
                  <a:pt x="335696" y="71672"/>
                </a:lnTo>
                <a:lnTo>
                  <a:pt x="335657" y="72532"/>
                </a:lnTo>
                <a:lnTo>
                  <a:pt x="335630" y="73400"/>
                </a:lnTo>
                <a:lnTo>
                  <a:pt x="335614" y="74276"/>
                </a:lnTo>
                <a:lnTo>
                  <a:pt x="335608" y="75160"/>
                </a:lnTo>
                <a:lnTo>
                  <a:pt x="335608" y="78551"/>
                </a:lnTo>
                <a:lnTo>
                  <a:pt x="335613" y="79315"/>
                </a:lnTo>
                <a:lnTo>
                  <a:pt x="335628" y="80074"/>
                </a:lnTo>
                <a:lnTo>
                  <a:pt x="335652" y="80829"/>
                </a:lnTo>
                <a:lnTo>
                  <a:pt x="335687" y="81578"/>
                </a:lnTo>
                <a:lnTo>
                  <a:pt x="335731" y="82322"/>
                </a:lnTo>
                <a:lnTo>
                  <a:pt x="335785" y="83061"/>
                </a:lnTo>
                <a:lnTo>
                  <a:pt x="335849" y="83796"/>
                </a:lnTo>
                <a:lnTo>
                  <a:pt x="335922" y="84525"/>
                </a:lnTo>
                <a:lnTo>
                  <a:pt x="336006" y="85249"/>
                </a:lnTo>
                <a:lnTo>
                  <a:pt x="336099" y="85968"/>
                </a:lnTo>
                <a:lnTo>
                  <a:pt x="336202" y="86682"/>
                </a:lnTo>
                <a:lnTo>
                  <a:pt x="336315" y="87391"/>
                </a:lnTo>
                <a:lnTo>
                  <a:pt x="336437" y="88094"/>
                </a:lnTo>
                <a:lnTo>
                  <a:pt x="336570" y="88793"/>
                </a:lnTo>
                <a:lnTo>
                  <a:pt x="336712" y="89487"/>
                </a:lnTo>
                <a:lnTo>
                  <a:pt x="336864" y="90176"/>
                </a:lnTo>
                <a:lnTo>
                  <a:pt x="337026" y="90860"/>
                </a:lnTo>
                <a:lnTo>
                  <a:pt x="337198" y="91538"/>
                </a:lnTo>
                <a:lnTo>
                  <a:pt x="337379" y="92212"/>
                </a:lnTo>
                <a:lnTo>
                  <a:pt x="337571" y="92880"/>
                </a:lnTo>
                <a:lnTo>
                  <a:pt x="337772" y="93544"/>
                </a:lnTo>
                <a:lnTo>
                  <a:pt x="337983" y="94202"/>
                </a:lnTo>
                <a:lnTo>
                  <a:pt x="338203" y="94856"/>
                </a:lnTo>
                <a:lnTo>
                  <a:pt x="338434" y="95504"/>
                </a:lnTo>
                <a:lnTo>
                  <a:pt x="338674" y="96146"/>
                </a:lnTo>
                <a:lnTo>
                  <a:pt x="338922" y="96781"/>
                </a:lnTo>
                <a:lnTo>
                  <a:pt x="339179" y="97409"/>
                </a:lnTo>
                <a:lnTo>
                  <a:pt x="339444" y="98029"/>
                </a:lnTo>
                <a:lnTo>
                  <a:pt x="339718" y="98642"/>
                </a:lnTo>
                <a:lnTo>
                  <a:pt x="340001" y="99248"/>
                </a:lnTo>
                <a:lnTo>
                  <a:pt x="340292" y="99846"/>
                </a:lnTo>
                <a:lnTo>
                  <a:pt x="340591" y="100438"/>
                </a:lnTo>
                <a:lnTo>
                  <a:pt x="340899" y="101021"/>
                </a:lnTo>
                <a:lnTo>
                  <a:pt x="341216" y="101598"/>
                </a:lnTo>
                <a:lnTo>
                  <a:pt x="341541" y="102167"/>
                </a:lnTo>
                <a:lnTo>
                  <a:pt x="341875" y="102729"/>
                </a:lnTo>
                <a:lnTo>
                  <a:pt x="342217" y="103284"/>
                </a:lnTo>
                <a:lnTo>
                  <a:pt x="342568" y="103832"/>
                </a:lnTo>
                <a:lnTo>
                  <a:pt x="342928" y="104372"/>
                </a:lnTo>
                <a:lnTo>
                  <a:pt x="343296" y="104905"/>
                </a:lnTo>
                <a:lnTo>
                  <a:pt x="343672" y="105430"/>
                </a:lnTo>
                <a:lnTo>
                  <a:pt x="344057" y="105949"/>
                </a:lnTo>
                <a:lnTo>
                  <a:pt x="344451" y="106460"/>
                </a:lnTo>
                <a:lnTo>
                  <a:pt x="344853" y="106963"/>
                </a:lnTo>
                <a:lnTo>
                  <a:pt x="345264" y="107460"/>
                </a:lnTo>
                <a:lnTo>
                  <a:pt x="345683" y="107949"/>
                </a:lnTo>
                <a:lnTo>
                  <a:pt x="346111" y="108431"/>
                </a:lnTo>
                <a:lnTo>
                  <a:pt x="346547" y="108905"/>
                </a:lnTo>
                <a:lnTo>
                  <a:pt x="346992" y="109372"/>
                </a:lnTo>
                <a:lnTo>
                  <a:pt x="347443" y="109829"/>
                </a:lnTo>
                <a:lnTo>
                  <a:pt x="347902" y="110278"/>
                </a:lnTo>
                <a:lnTo>
                  <a:pt x="348368" y="110718"/>
                </a:lnTo>
                <a:lnTo>
                  <a:pt x="348842" y="111150"/>
                </a:lnTo>
                <a:lnTo>
                  <a:pt x="349322" y="111572"/>
                </a:lnTo>
                <a:lnTo>
                  <a:pt x="349810" y="111985"/>
                </a:lnTo>
                <a:lnTo>
                  <a:pt x="350306" y="112390"/>
                </a:lnTo>
                <a:lnTo>
                  <a:pt x="350808" y="112786"/>
                </a:lnTo>
                <a:lnTo>
                  <a:pt x="351318" y="113173"/>
                </a:lnTo>
                <a:lnTo>
                  <a:pt x="351835" y="113551"/>
                </a:lnTo>
                <a:lnTo>
                  <a:pt x="352360" y="113921"/>
                </a:lnTo>
                <a:lnTo>
                  <a:pt x="352892" y="114281"/>
                </a:lnTo>
                <a:lnTo>
                  <a:pt x="353431" y="114633"/>
                </a:lnTo>
                <a:lnTo>
                  <a:pt x="353977" y="114976"/>
                </a:lnTo>
                <a:lnTo>
                  <a:pt x="354531" y="115310"/>
                </a:lnTo>
                <a:lnTo>
                  <a:pt x="355092" y="115635"/>
                </a:lnTo>
                <a:lnTo>
                  <a:pt x="355660" y="115952"/>
                </a:lnTo>
                <a:lnTo>
                  <a:pt x="356235" y="116259"/>
                </a:lnTo>
                <a:lnTo>
                  <a:pt x="356818" y="116558"/>
                </a:lnTo>
                <a:lnTo>
                  <a:pt x="357408" y="116848"/>
                </a:lnTo>
                <a:lnTo>
                  <a:pt x="358005" y="117129"/>
                </a:lnTo>
                <a:lnTo>
                  <a:pt x="358610" y="117401"/>
                </a:lnTo>
                <a:lnTo>
                  <a:pt x="359222" y="117665"/>
                </a:lnTo>
                <a:lnTo>
                  <a:pt x="359841" y="117918"/>
                </a:lnTo>
                <a:lnTo>
                  <a:pt x="360465" y="118161"/>
                </a:lnTo>
                <a:lnTo>
                  <a:pt x="361096" y="118393"/>
                </a:lnTo>
                <a:lnTo>
                  <a:pt x="361732" y="118614"/>
                </a:lnTo>
                <a:lnTo>
                  <a:pt x="362375" y="118825"/>
                </a:lnTo>
                <a:lnTo>
                  <a:pt x="363024" y="119024"/>
                </a:lnTo>
                <a:lnTo>
                  <a:pt x="363679" y="119213"/>
                </a:lnTo>
                <a:lnTo>
                  <a:pt x="364339" y="119391"/>
                </a:lnTo>
                <a:lnTo>
                  <a:pt x="365006" y="119559"/>
                </a:lnTo>
                <a:lnTo>
                  <a:pt x="365679" y="119715"/>
                </a:lnTo>
                <a:lnTo>
                  <a:pt x="366358" y="119861"/>
                </a:lnTo>
                <a:lnTo>
                  <a:pt x="367043" y="119996"/>
                </a:lnTo>
                <a:lnTo>
                  <a:pt x="367734" y="120120"/>
                </a:lnTo>
                <a:lnTo>
                  <a:pt x="368431" y="120233"/>
                </a:lnTo>
                <a:lnTo>
                  <a:pt x="369133" y="120336"/>
                </a:lnTo>
                <a:lnTo>
                  <a:pt x="369842" y="120427"/>
                </a:lnTo>
                <a:lnTo>
                  <a:pt x="370557" y="120508"/>
                </a:lnTo>
                <a:lnTo>
                  <a:pt x="371279" y="120578"/>
                </a:lnTo>
                <a:lnTo>
                  <a:pt x="372006" y="120638"/>
                </a:lnTo>
                <a:lnTo>
                  <a:pt x="372739" y="120686"/>
                </a:lnTo>
                <a:lnTo>
                  <a:pt x="373478" y="120724"/>
                </a:lnTo>
                <a:lnTo>
                  <a:pt x="374223" y="120751"/>
                </a:lnTo>
                <a:lnTo>
                  <a:pt x="374974" y="120767"/>
                </a:lnTo>
                <a:lnTo>
                  <a:pt x="375731" y="120773"/>
                </a:lnTo>
                <a:lnTo>
                  <a:pt x="376447" y="120768"/>
                </a:lnTo>
                <a:lnTo>
                  <a:pt x="377155" y="120756"/>
                </a:lnTo>
                <a:lnTo>
                  <a:pt x="377855" y="120735"/>
                </a:lnTo>
                <a:lnTo>
                  <a:pt x="378547" y="120705"/>
                </a:lnTo>
                <a:lnTo>
                  <a:pt x="379231" y="120668"/>
                </a:lnTo>
                <a:lnTo>
                  <a:pt x="379907" y="120621"/>
                </a:lnTo>
                <a:lnTo>
                  <a:pt x="380574" y="120567"/>
                </a:lnTo>
                <a:lnTo>
                  <a:pt x="381234" y="120504"/>
                </a:lnTo>
                <a:lnTo>
                  <a:pt x="381886" y="120432"/>
                </a:lnTo>
                <a:lnTo>
                  <a:pt x="382530" y="120352"/>
                </a:lnTo>
                <a:lnTo>
                  <a:pt x="383166" y="120264"/>
                </a:lnTo>
                <a:lnTo>
                  <a:pt x="383794" y="120167"/>
                </a:lnTo>
                <a:lnTo>
                  <a:pt x="384414" y="120062"/>
                </a:lnTo>
                <a:lnTo>
                  <a:pt x="385026" y="119949"/>
                </a:lnTo>
                <a:lnTo>
                  <a:pt x="385630" y="119827"/>
                </a:lnTo>
                <a:lnTo>
                  <a:pt x="386226" y="119696"/>
                </a:lnTo>
                <a:lnTo>
                  <a:pt x="386814" y="119557"/>
                </a:lnTo>
                <a:lnTo>
                  <a:pt x="387394" y="119410"/>
                </a:lnTo>
                <a:lnTo>
                  <a:pt x="387966" y="119255"/>
                </a:lnTo>
                <a:lnTo>
                  <a:pt x="388530" y="119091"/>
                </a:lnTo>
                <a:lnTo>
                  <a:pt x="389086" y="118918"/>
                </a:lnTo>
                <a:lnTo>
                  <a:pt x="389635" y="118738"/>
                </a:lnTo>
                <a:lnTo>
                  <a:pt x="390175" y="118548"/>
                </a:lnTo>
                <a:lnTo>
                  <a:pt x="390707" y="118351"/>
                </a:lnTo>
                <a:lnTo>
                  <a:pt x="391231" y="118146"/>
                </a:lnTo>
                <a:lnTo>
                  <a:pt x="391749" y="117937"/>
                </a:lnTo>
                <a:lnTo>
                  <a:pt x="392260" y="117723"/>
                </a:lnTo>
                <a:lnTo>
                  <a:pt x="392764" y="117503"/>
                </a:lnTo>
                <a:lnTo>
                  <a:pt x="393261" y="117279"/>
                </a:lnTo>
                <a:lnTo>
                  <a:pt x="393752" y="117049"/>
                </a:lnTo>
                <a:lnTo>
                  <a:pt x="394235" y="116814"/>
                </a:lnTo>
                <a:lnTo>
                  <a:pt x="394712" y="116575"/>
                </a:lnTo>
                <a:lnTo>
                  <a:pt x="395182" y="116330"/>
                </a:lnTo>
                <a:lnTo>
                  <a:pt x="395645" y="116080"/>
                </a:lnTo>
                <a:lnTo>
                  <a:pt x="396101" y="115825"/>
                </a:lnTo>
                <a:lnTo>
                  <a:pt x="396550" y="115566"/>
                </a:lnTo>
                <a:lnTo>
                  <a:pt x="396992" y="115301"/>
                </a:lnTo>
                <a:lnTo>
                  <a:pt x="397427" y="115031"/>
                </a:lnTo>
                <a:lnTo>
                  <a:pt x="397856" y="114756"/>
                </a:lnTo>
                <a:lnTo>
                  <a:pt x="398277" y="114476"/>
                </a:lnTo>
                <a:lnTo>
                  <a:pt x="398692" y="114191"/>
                </a:lnTo>
                <a:lnTo>
                  <a:pt x="399100" y="113900"/>
                </a:lnTo>
                <a:lnTo>
                  <a:pt x="399501" y="113605"/>
                </a:lnTo>
                <a:lnTo>
                  <a:pt x="399895" y="113305"/>
                </a:lnTo>
                <a:lnTo>
                  <a:pt x="400283" y="113000"/>
                </a:lnTo>
                <a:lnTo>
                  <a:pt x="400663" y="112689"/>
                </a:lnTo>
                <a:lnTo>
                  <a:pt x="401037" y="112374"/>
                </a:lnTo>
                <a:lnTo>
                  <a:pt x="401404" y="112054"/>
                </a:lnTo>
                <a:lnTo>
                  <a:pt x="401764" y="111730"/>
                </a:lnTo>
                <a:lnTo>
                  <a:pt x="402119" y="111405"/>
                </a:lnTo>
                <a:lnTo>
                  <a:pt x="402469" y="111079"/>
                </a:lnTo>
                <a:lnTo>
                  <a:pt x="402814" y="110751"/>
                </a:lnTo>
                <a:lnTo>
                  <a:pt x="403153" y="110422"/>
                </a:lnTo>
                <a:lnTo>
                  <a:pt x="403487" y="110091"/>
                </a:lnTo>
                <a:lnTo>
                  <a:pt x="403816" y="109759"/>
                </a:lnTo>
                <a:lnTo>
                  <a:pt x="404139" y="109426"/>
                </a:lnTo>
                <a:lnTo>
                  <a:pt x="404457" y="109091"/>
                </a:lnTo>
                <a:lnTo>
                  <a:pt x="404770" y="108754"/>
                </a:lnTo>
                <a:lnTo>
                  <a:pt x="405077" y="108417"/>
                </a:lnTo>
                <a:lnTo>
                  <a:pt x="405380" y="108078"/>
                </a:lnTo>
                <a:lnTo>
                  <a:pt x="405676" y="107737"/>
                </a:lnTo>
                <a:lnTo>
                  <a:pt x="405968" y="107395"/>
                </a:lnTo>
                <a:lnTo>
                  <a:pt x="406254" y="107052"/>
                </a:lnTo>
                <a:lnTo>
                  <a:pt x="406534" y="106708"/>
                </a:lnTo>
                <a:lnTo>
                  <a:pt x="406810" y="106362"/>
                </a:lnTo>
                <a:lnTo>
                  <a:pt x="407080" y="106014"/>
                </a:lnTo>
                <a:lnTo>
                  <a:pt x="407345" y="105665"/>
                </a:lnTo>
                <a:lnTo>
                  <a:pt x="407604" y="105315"/>
                </a:lnTo>
                <a:lnTo>
                  <a:pt x="407858" y="104963"/>
                </a:lnTo>
                <a:lnTo>
                  <a:pt x="408107" y="104610"/>
                </a:lnTo>
                <a:lnTo>
                  <a:pt x="408350" y="104256"/>
                </a:lnTo>
                <a:lnTo>
                  <a:pt x="408589" y="103900"/>
                </a:lnTo>
                <a:lnTo>
                  <a:pt x="399547" y="96715"/>
                </a:lnTo>
                <a:lnTo>
                  <a:pt x="399201" y="97162"/>
                </a:lnTo>
                <a:lnTo>
                  <a:pt x="398851" y="97601"/>
                </a:lnTo>
                <a:lnTo>
                  <a:pt x="398496" y="98033"/>
                </a:lnTo>
                <a:lnTo>
                  <a:pt x="398136" y="98457"/>
                </a:lnTo>
                <a:lnTo>
                  <a:pt x="397772" y="98874"/>
                </a:lnTo>
                <a:lnTo>
                  <a:pt x="397402" y="99283"/>
                </a:lnTo>
                <a:lnTo>
                  <a:pt x="397028" y="99685"/>
                </a:lnTo>
                <a:lnTo>
                  <a:pt x="396649" y="100079"/>
                </a:lnTo>
                <a:lnTo>
                  <a:pt x="396266" y="100465"/>
                </a:lnTo>
                <a:lnTo>
                  <a:pt x="395877" y="100844"/>
                </a:lnTo>
                <a:lnTo>
                  <a:pt x="395484" y="101215"/>
                </a:lnTo>
                <a:lnTo>
                  <a:pt x="395086" y="101579"/>
                </a:lnTo>
                <a:lnTo>
                  <a:pt x="394684" y="101935"/>
                </a:lnTo>
                <a:lnTo>
                  <a:pt x="394276" y="102284"/>
                </a:lnTo>
                <a:lnTo>
                  <a:pt x="393864" y="102625"/>
                </a:lnTo>
                <a:lnTo>
                  <a:pt x="393447" y="102958"/>
                </a:lnTo>
                <a:lnTo>
                  <a:pt x="393025" y="103284"/>
                </a:lnTo>
                <a:lnTo>
                  <a:pt x="392599" y="103602"/>
                </a:lnTo>
                <a:lnTo>
                  <a:pt x="392168" y="103913"/>
                </a:lnTo>
                <a:lnTo>
                  <a:pt x="391732" y="104216"/>
                </a:lnTo>
                <a:lnTo>
                  <a:pt x="391291" y="104512"/>
                </a:lnTo>
                <a:lnTo>
                  <a:pt x="390845" y="104800"/>
                </a:lnTo>
                <a:lnTo>
                  <a:pt x="390395" y="105080"/>
                </a:lnTo>
                <a:lnTo>
                  <a:pt x="389940" y="105353"/>
                </a:lnTo>
                <a:lnTo>
                  <a:pt x="389478" y="105617"/>
                </a:lnTo>
                <a:lnTo>
                  <a:pt x="389008" y="105869"/>
                </a:lnTo>
                <a:lnTo>
                  <a:pt x="388530" y="106110"/>
                </a:lnTo>
                <a:lnTo>
                  <a:pt x="388043" y="106340"/>
                </a:lnTo>
                <a:lnTo>
                  <a:pt x="387547" y="106558"/>
                </a:lnTo>
                <a:lnTo>
                  <a:pt x="387044" y="106766"/>
                </a:lnTo>
                <a:lnTo>
                  <a:pt x="386532" y="106962"/>
                </a:lnTo>
                <a:lnTo>
                  <a:pt x="386011" y="107147"/>
                </a:lnTo>
                <a:lnTo>
                  <a:pt x="385482" y="107321"/>
                </a:lnTo>
                <a:lnTo>
                  <a:pt x="384945" y="107484"/>
                </a:lnTo>
                <a:lnTo>
                  <a:pt x="384399" y="107635"/>
                </a:lnTo>
                <a:lnTo>
                  <a:pt x="383845" y="107775"/>
                </a:lnTo>
                <a:lnTo>
                  <a:pt x="383282" y="107904"/>
                </a:lnTo>
                <a:lnTo>
                  <a:pt x="382711" y="108022"/>
                </a:lnTo>
                <a:lnTo>
                  <a:pt x="382132" y="108128"/>
                </a:lnTo>
                <a:lnTo>
                  <a:pt x="381544" y="108224"/>
                </a:lnTo>
                <a:lnTo>
                  <a:pt x="380948" y="108308"/>
                </a:lnTo>
                <a:lnTo>
                  <a:pt x="380343" y="108381"/>
                </a:lnTo>
                <a:lnTo>
                  <a:pt x="379730" y="108442"/>
                </a:lnTo>
                <a:lnTo>
                  <a:pt x="379109" y="108493"/>
                </a:lnTo>
                <a:lnTo>
                  <a:pt x="378479" y="108532"/>
                </a:lnTo>
                <a:lnTo>
                  <a:pt x="377840" y="108560"/>
                </a:lnTo>
                <a:lnTo>
                  <a:pt x="377194" y="108577"/>
                </a:lnTo>
                <a:lnTo>
                  <a:pt x="376539" y="108582"/>
                </a:lnTo>
                <a:lnTo>
                  <a:pt x="376030" y="108578"/>
                </a:lnTo>
                <a:lnTo>
                  <a:pt x="375525" y="108566"/>
                </a:lnTo>
                <a:lnTo>
                  <a:pt x="375026" y="108546"/>
                </a:lnTo>
                <a:lnTo>
                  <a:pt x="374530" y="108517"/>
                </a:lnTo>
                <a:lnTo>
                  <a:pt x="374040" y="108481"/>
                </a:lnTo>
                <a:lnTo>
                  <a:pt x="373554" y="108436"/>
                </a:lnTo>
                <a:lnTo>
                  <a:pt x="373073" y="108383"/>
                </a:lnTo>
                <a:lnTo>
                  <a:pt x="372596" y="108322"/>
                </a:lnTo>
                <a:lnTo>
                  <a:pt x="372124" y="108253"/>
                </a:lnTo>
                <a:lnTo>
                  <a:pt x="371657" y="108176"/>
                </a:lnTo>
                <a:lnTo>
                  <a:pt x="371194" y="108091"/>
                </a:lnTo>
                <a:lnTo>
                  <a:pt x="370736" y="107997"/>
                </a:lnTo>
                <a:lnTo>
                  <a:pt x="370283" y="107895"/>
                </a:lnTo>
                <a:lnTo>
                  <a:pt x="369834" y="107786"/>
                </a:lnTo>
                <a:lnTo>
                  <a:pt x="369390" y="107668"/>
                </a:lnTo>
                <a:lnTo>
                  <a:pt x="368950" y="107542"/>
                </a:lnTo>
                <a:lnTo>
                  <a:pt x="368515" y="107408"/>
                </a:lnTo>
                <a:lnTo>
                  <a:pt x="368085" y="107265"/>
                </a:lnTo>
                <a:lnTo>
                  <a:pt x="367659" y="107115"/>
                </a:lnTo>
                <a:lnTo>
                  <a:pt x="367238" y="106957"/>
                </a:lnTo>
                <a:lnTo>
                  <a:pt x="366821" y="106790"/>
                </a:lnTo>
                <a:lnTo>
                  <a:pt x="366409" y="106615"/>
                </a:lnTo>
                <a:lnTo>
                  <a:pt x="366002" y="106432"/>
                </a:lnTo>
                <a:lnTo>
                  <a:pt x="365600" y="106241"/>
                </a:lnTo>
                <a:lnTo>
                  <a:pt x="365202" y="106043"/>
                </a:lnTo>
                <a:lnTo>
                  <a:pt x="364809" y="105839"/>
                </a:lnTo>
                <a:lnTo>
                  <a:pt x="364421" y="105628"/>
                </a:lnTo>
                <a:lnTo>
                  <a:pt x="364039" y="105411"/>
                </a:lnTo>
                <a:lnTo>
                  <a:pt x="363661" y="105189"/>
                </a:lnTo>
                <a:lnTo>
                  <a:pt x="363289" y="104960"/>
                </a:lnTo>
                <a:lnTo>
                  <a:pt x="362921" y="104724"/>
                </a:lnTo>
                <a:lnTo>
                  <a:pt x="362559" y="104483"/>
                </a:lnTo>
                <a:lnTo>
                  <a:pt x="362201" y="104236"/>
                </a:lnTo>
                <a:lnTo>
                  <a:pt x="361849" y="103982"/>
                </a:lnTo>
                <a:lnTo>
                  <a:pt x="361502" y="103722"/>
                </a:lnTo>
                <a:lnTo>
                  <a:pt x="361159" y="103456"/>
                </a:lnTo>
                <a:lnTo>
                  <a:pt x="360822" y="103184"/>
                </a:lnTo>
                <a:lnTo>
                  <a:pt x="360490" y="102905"/>
                </a:lnTo>
                <a:lnTo>
                  <a:pt x="360163" y="102621"/>
                </a:lnTo>
                <a:lnTo>
                  <a:pt x="359841" y="102330"/>
                </a:lnTo>
                <a:lnTo>
                  <a:pt x="359524" y="102033"/>
                </a:lnTo>
                <a:lnTo>
                  <a:pt x="359212" y="101730"/>
                </a:lnTo>
                <a:lnTo>
                  <a:pt x="358905" y="101421"/>
                </a:lnTo>
                <a:lnTo>
                  <a:pt x="358603" y="101106"/>
                </a:lnTo>
                <a:lnTo>
                  <a:pt x="358306" y="100784"/>
                </a:lnTo>
                <a:lnTo>
                  <a:pt x="358014" y="100457"/>
                </a:lnTo>
                <a:lnTo>
                  <a:pt x="357728" y="100123"/>
                </a:lnTo>
                <a:lnTo>
                  <a:pt x="357446" y="99783"/>
                </a:lnTo>
                <a:lnTo>
                  <a:pt x="357169" y="99437"/>
                </a:lnTo>
                <a:lnTo>
                  <a:pt x="356899" y="99087"/>
                </a:lnTo>
                <a:lnTo>
                  <a:pt x="356634" y="98733"/>
                </a:lnTo>
                <a:lnTo>
                  <a:pt x="356374" y="98373"/>
                </a:lnTo>
                <a:lnTo>
                  <a:pt x="356120" y="98009"/>
                </a:lnTo>
                <a:lnTo>
                  <a:pt x="355872" y="97641"/>
                </a:lnTo>
                <a:lnTo>
                  <a:pt x="355629" y="97268"/>
                </a:lnTo>
                <a:lnTo>
                  <a:pt x="355392" y="96890"/>
                </a:lnTo>
                <a:lnTo>
                  <a:pt x="355160" y="96507"/>
                </a:lnTo>
                <a:lnTo>
                  <a:pt x="354934" y="96120"/>
                </a:lnTo>
                <a:lnTo>
                  <a:pt x="354714" y="95729"/>
                </a:lnTo>
                <a:lnTo>
                  <a:pt x="354499" y="95332"/>
                </a:lnTo>
                <a:lnTo>
                  <a:pt x="354290" y="94932"/>
                </a:lnTo>
                <a:lnTo>
                  <a:pt x="354087" y="94526"/>
                </a:lnTo>
                <a:lnTo>
                  <a:pt x="353889" y="94116"/>
                </a:lnTo>
                <a:lnTo>
                  <a:pt x="353696" y="93701"/>
                </a:lnTo>
                <a:lnTo>
                  <a:pt x="353510" y="93282"/>
                </a:lnTo>
                <a:lnTo>
                  <a:pt x="353329" y="92858"/>
                </a:lnTo>
                <a:lnTo>
                  <a:pt x="353153" y="92429"/>
                </a:lnTo>
                <a:lnTo>
                  <a:pt x="352983" y="91996"/>
                </a:lnTo>
                <a:lnTo>
                  <a:pt x="352819" y="91558"/>
                </a:lnTo>
                <a:lnTo>
                  <a:pt x="352660" y="91115"/>
                </a:lnTo>
                <a:lnTo>
                  <a:pt x="352507" y="90668"/>
                </a:lnTo>
                <a:lnTo>
                  <a:pt x="352360" y="90216"/>
                </a:lnTo>
                <a:lnTo>
                  <a:pt x="352218" y="89761"/>
                </a:lnTo>
                <a:lnTo>
                  <a:pt x="352083" y="89303"/>
                </a:lnTo>
                <a:lnTo>
                  <a:pt x="351953" y="88842"/>
                </a:lnTo>
                <a:lnTo>
                  <a:pt x="351830" y="88378"/>
                </a:lnTo>
                <a:lnTo>
                  <a:pt x="351712" y="87912"/>
                </a:lnTo>
                <a:lnTo>
                  <a:pt x="351600" y="87444"/>
                </a:lnTo>
                <a:lnTo>
                  <a:pt x="351495" y="86972"/>
                </a:lnTo>
                <a:lnTo>
                  <a:pt x="351396" y="86498"/>
                </a:lnTo>
                <a:lnTo>
                  <a:pt x="351302" y="86021"/>
                </a:lnTo>
                <a:lnTo>
                  <a:pt x="351215" y="85542"/>
                </a:lnTo>
                <a:lnTo>
                  <a:pt x="351133" y="85060"/>
                </a:lnTo>
                <a:lnTo>
                  <a:pt x="351058" y="84575"/>
                </a:lnTo>
                <a:lnTo>
                  <a:pt x="350989" y="84088"/>
                </a:lnTo>
                <a:lnTo>
                  <a:pt x="350925" y="83598"/>
                </a:lnTo>
                <a:lnTo>
                  <a:pt x="350868" y="83105"/>
                </a:lnTo>
                <a:lnTo>
                  <a:pt x="350817" y="82610"/>
                </a:lnTo>
                <a:lnTo>
                  <a:pt x="350772" y="82112"/>
                </a:lnTo>
                <a:lnTo>
                  <a:pt x="350733" y="81611"/>
                </a:lnTo>
                <a:lnTo>
                  <a:pt x="350699" y="81107"/>
                </a:lnTo>
                <a:lnTo>
                  <a:pt x="350672" y="80601"/>
                </a:lnTo>
                <a:lnTo>
                  <a:pt x="350651" y="80093"/>
                </a:lnTo>
                <a:lnTo>
                  <a:pt x="350637" y="79600"/>
                </a:lnTo>
                <a:lnTo>
                  <a:pt x="409719" y="79600"/>
                </a:lnTo>
                <a:lnTo>
                  <a:pt x="409719" y="72910"/>
                </a:lnTo>
                <a:lnTo>
                  <a:pt x="409715" y="72146"/>
                </a:lnTo>
                <a:lnTo>
                  <a:pt x="409704" y="71388"/>
                </a:lnTo>
                <a:close/>
                <a:moveTo>
                  <a:pt x="351286" y="65996"/>
                </a:moveTo>
                <a:lnTo>
                  <a:pt x="351378" y="65436"/>
                </a:lnTo>
                <a:lnTo>
                  <a:pt x="351475" y="64884"/>
                </a:lnTo>
                <a:lnTo>
                  <a:pt x="351578" y="64337"/>
                </a:lnTo>
                <a:lnTo>
                  <a:pt x="351687" y="63797"/>
                </a:lnTo>
                <a:lnTo>
                  <a:pt x="351801" y="63263"/>
                </a:lnTo>
                <a:lnTo>
                  <a:pt x="351922" y="62736"/>
                </a:lnTo>
                <a:lnTo>
                  <a:pt x="352049" y="62216"/>
                </a:lnTo>
                <a:lnTo>
                  <a:pt x="352181" y="61701"/>
                </a:lnTo>
                <a:lnTo>
                  <a:pt x="352319" y="61194"/>
                </a:lnTo>
                <a:lnTo>
                  <a:pt x="352463" y="60692"/>
                </a:lnTo>
                <a:lnTo>
                  <a:pt x="352612" y="60197"/>
                </a:lnTo>
                <a:lnTo>
                  <a:pt x="352765" y="59709"/>
                </a:lnTo>
                <a:lnTo>
                  <a:pt x="352923" y="59227"/>
                </a:lnTo>
                <a:lnTo>
                  <a:pt x="353085" y="58751"/>
                </a:lnTo>
                <a:lnTo>
                  <a:pt x="353253" y="58282"/>
                </a:lnTo>
                <a:lnTo>
                  <a:pt x="353425" y="57820"/>
                </a:lnTo>
                <a:lnTo>
                  <a:pt x="353602" y="57363"/>
                </a:lnTo>
                <a:lnTo>
                  <a:pt x="353784" y="56914"/>
                </a:lnTo>
                <a:lnTo>
                  <a:pt x="353971" y="56470"/>
                </a:lnTo>
                <a:lnTo>
                  <a:pt x="354162" y="56033"/>
                </a:lnTo>
                <a:lnTo>
                  <a:pt x="354358" y="55603"/>
                </a:lnTo>
                <a:lnTo>
                  <a:pt x="354559" y="55179"/>
                </a:lnTo>
                <a:lnTo>
                  <a:pt x="354764" y="54762"/>
                </a:lnTo>
                <a:lnTo>
                  <a:pt x="354975" y="54350"/>
                </a:lnTo>
                <a:lnTo>
                  <a:pt x="355190" y="53946"/>
                </a:lnTo>
                <a:lnTo>
                  <a:pt x="355410" y="53548"/>
                </a:lnTo>
                <a:lnTo>
                  <a:pt x="355634" y="53156"/>
                </a:lnTo>
                <a:lnTo>
                  <a:pt x="355864" y="52771"/>
                </a:lnTo>
                <a:lnTo>
                  <a:pt x="356098" y="52392"/>
                </a:lnTo>
                <a:lnTo>
                  <a:pt x="356337" y="52019"/>
                </a:lnTo>
                <a:lnTo>
                  <a:pt x="356581" y="51653"/>
                </a:lnTo>
                <a:lnTo>
                  <a:pt x="356829" y="51294"/>
                </a:lnTo>
                <a:lnTo>
                  <a:pt x="357083" y="50941"/>
                </a:lnTo>
                <a:lnTo>
                  <a:pt x="357340" y="50595"/>
                </a:lnTo>
                <a:lnTo>
                  <a:pt x="357602" y="50255"/>
                </a:lnTo>
                <a:lnTo>
                  <a:pt x="357868" y="49924"/>
                </a:lnTo>
                <a:lnTo>
                  <a:pt x="358139" y="49599"/>
                </a:lnTo>
                <a:lnTo>
                  <a:pt x="358413" y="49281"/>
                </a:lnTo>
                <a:lnTo>
                  <a:pt x="358692" y="48971"/>
                </a:lnTo>
                <a:lnTo>
                  <a:pt x="358975" y="48667"/>
                </a:lnTo>
                <a:lnTo>
                  <a:pt x="359262" y="48371"/>
                </a:lnTo>
                <a:lnTo>
                  <a:pt x="359554" y="48082"/>
                </a:lnTo>
                <a:lnTo>
                  <a:pt x="359849" y="47800"/>
                </a:lnTo>
                <a:lnTo>
                  <a:pt x="360149" y="47525"/>
                </a:lnTo>
                <a:lnTo>
                  <a:pt x="360453" y="47258"/>
                </a:lnTo>
                <a:lnTo>
                  <a:pt x="360761" y="46997"/>
                </a:lnTo>
                <a:lnTo>
                  <a:pt x="361074" y="46744"/>
                </a:lnTo>
                <a:lnTo>
                  <a:pt x="361390" y="46498"/>
                </a:lnTo>
                <a:lnTo>
                  <a:pt x="361711" y="46258"/>
                </a:lnTo>
                <a:lnTo>
                  <a:pt x="362036" y="46027"/>
                </a:lnTo>
                <a:lnTo>
                  <a:pt x="362365" y="45802"/>
                </a:lnTo>
                <a:lnTo>
                  <a:pt x="362699" y="45584"/>
                </a:lnTo>
                <a:lnTo>
                  <a:pt x="363036" y="45374"/>
                </a:lnTo>
                <a:lnTo>
                  <a:pt x="363378" y="45171"/>
                </a:lnTo>
                <a:lnTo>
                  <a:pt x="363724" y="44974"/>
                </a:lnTo>
                <a:lnTo>
                  <a:pt x="364075" y="44785"/>
                </a:lnTo>
                <a:lnTo>
                  <a:pt x="364429" y="44604"/>
                </a:lnTo>
                <a:lnTo>
                  <a:pt x="364787" y="44429"/>
                </a:lnTo>
                <a:lnTo>
                  <a:pt x="365148" y="44262"/>
                </a:lnTo>
                <a:lnTo>
                  <a:pt x="365511" y="44102"/>
                </a:lnTo>
                <a:lnTo>
                  <a:pt x="365878" y="43950"/>
                </a:lnTo>
                <a:lnTo>
                  <a:pt x="366247" y="43805"/>
                </a:lnTo>
                <a:lnTo>
                  <a:pt x="366619" y="43668"/>
                </a:lnTo>
                <a:lnTo>
                  <a:pt x="366994" y="43538"/>
                </a:lnTo>
                <a:lnTo>
                  <a:pt x="367371" y="43415"/>
                </a:lnTo>
                <a:lnTo>
                  <a:pt x="367752" y="43300"/>
                </a:lnTo>
                <a:lnTo>
                  <a:pt x="368135" y="43192"/>
                </a:lnTo>
                <a:lnTo>
                  <a:pt x="368521" y="43092"/>
                </a:lnTo>
                <a:lnTo>
                  <a:pt x="368910" y="42999"/>
                </a:lnTo>
                <a:lnTo>
                  <a:pt x="369301" y="42914"/>
                </a:lnTo>
                <a:lnTo>
                  <a:pt x="369696" y="42836"/>
                </a:lnTo>
                <a:lnTo>
                  <a:pt x="370093" y="42765"/>
                </a:lnTo>
                <a:lnTo>
                  <a:pt x="370493" y="42702"/>
                </a:lnTo>
                <a:lnTo>
                  <a:pt x="370896" y="42646"/>
                </a:lnTo>
                <a:lnTo>
                  <a:pt x="371301" y="42598"/>
                </a:lnTo>
                <a:lnTo>
                  <a:pt x="371710" y="42557"/>
                </a:lnTo>
                <a:lnTo>
                  <a:pt x="372121" y="42524"/>
                </a:lnTo>
                <a:lnTo>
                  <a:pt x="372535" y="42498"/>
                </a:lnTo>
                <a:lnTo>
                  <a:pt x="372952" y="42479"/>
                </a:lnTo>
                <a:lnTo>
                  <a:pt x="373371" y="42468"/>
                </a:lnTo>
                <a:lnTo>
                  <a:pt x="373794" y="42464"/>
                </a:lnTo>
                <a:lnTo>
                  <a:pt x="374427" y="42470"/>
                </a:lnTo>
                <a:lnTo>
                  <a:pt x="375050" y="42489"/>
                </a:lnTo>
                <a:lnTo>
                  <a:pt x="375661" y="42520"/>
                </a:lnTo>
                <a:lnTo>
                  <a:pt x="376261" y="42563"/>
                </a:lnTo>
                <a:lnTo>
                  <a:pt x="376849" y="42618"/>
                </a:lnTo>
                <a:lnTo>
                  <a:pt x="377427" y="42686"/>
                </a:lnTo>
                <a:lnTo>
                  <a:pt x="377993" y="42765"/>
                </a:lnTo>
                <a:lnTo>
                  <a:pt x="378548" y="42858"/>
                </a:lnTo>
                <a:lnTo>
                  <a:pt x="379092" y="42962"/>
                </a:lnTo>
                <a:lnTo>
                  <a:pt x="379624" y="43079"/>
                </a:lnTo>
                <a:lnTo>
                  <a:pt x="380146" y="43208"/>
                </a:lnTo>
                <a:lnTo>
                  <a:pt x="380656" y="43350"/>
                </a:lnTo>
                <a:lnTo>
                  <a:pt x="381155" y="43503"/>
                </a:lnTo>
                <a:lnTo>
                  <a:pt x="381643" y="43669"/>
                </a:lnTo>
                <a:lnTo>
                  <a:pt x="382119" y="43848"/>
                </a:lnTo>
                <a:lnTo>
                  <a:pt x="382584" y="44038"/>
                </a:lnTo>
                <a:lnTo>
                  <a:pt x="383039" y="44241"/>
                </a:lnTo>
                <a:lnTo>
                  <a:pt x="383481" y="44457"/>
                </a:lnTo>
                <a:lnTo>
                  <a:pt x="383913" y="44684"/>
                </a:lnTo>
                <a:lnTo>
                  <a:pt x="384334" y="44924"/>
                </a:lnTo>
                <a:lnTo>
                  <a:pt x="384743" y="45176"/>
                </a:lnTo>
                <a:lnTo>
                  <a:pt x="385141" y="45440"/>
                </a:lnTo>
                <a:lnTo>
                  <a:pt x="385528" y="45717"/>
                </a:lnTo>
                <a:lnTo>
                  <a:pt x="385903" y="46006"/>
                </a:lnTo>
                <a:lnTo>
                  <a:pt x="386269" y="46305"/>
                </a:lnTo>
                <a:lnTo>
                  <a:pt x="386627" y="46610"/>
                </a:lnTo>
                <a:lnTo>
                  <a:pt x="386976" y="46921"/>
                </a:lnTo>
                <a:lnTo>
                  <a:pt x="387317" y="47240"/>
                </a:lnTo>
                <a:lnTo>
                  <a:pt x="387650" y="47565"/>
                </a:lnTo>
                <a:lnTo>
                  <a:pt x="387975" y="47897"/>
                </a:lnTo>
                <a:lnTo>
                  <a:pt x="388291" y="48235"/>
                </a:lnTo>
                <a:lnTo>
                  <a:pt x="388599" y="48581"/>
                </a:lnTo>
                <a:lnTo>
                  <a:pt x="388899" y="48933"/>
                </a:lnTo>
                <a:lnTo>
                  <a:pt x="389190" y="49291"/>
                </a:lnTo>
                <a:lnTo>
                  <a:pt x="389473" y="49657"/>
                </a:lnTo>
                <a:lnTo>
                  <a:pt x="389748" y="50029"/>
                </a:lnTo>
                <a:lnTo>
                  <a:pt x="390015" y="50408"/>
                </a:lnTo>
                <a:lnTo>
                  <a:pt x="390273" y="50793"/>
                </a:lnTo>
                <a:lnTo>
                  <a:pt x="390523" y="51185"/>
                </a:lnTo>
                <a:lnTo>
                  <a:pt x="390765" y="51584"/>
                </a:lnTo>
                <a:lnTo>
                  <a:pt x="390999" y="51990"/>
                </a:lnTo>
                <a:lnTo>
                  <a:pt x="391224" y="52403"/>
                </a:lnTo>
                <a:lnTo>
                  <a:pt x="391441" y="52822"/>
                </a:lnTo>
                <a:lnTo>
                  <a:pt x="391650" y="53247"/>
                </a:lnTo>
                <a:lnTo>
                  <a:pt x="391850" y="53680"/>
                </a:lnTo>
                <a:lnTo>
                  <a:pt x="392042" y="54119"/>
                </a:lnTo>
                <a:lnTo>
                  <a:pt x="392226" y="54565"/>
                </a:lnTo>
                <a:lnTo>
                  <a:pt x="392402" y="55018"/>
                </a:lnTo>
                <a:lnTo>
                  <a:pt x="392571" y="55474"/>
                </a:lnTo>
                <a:lnTo>
                  <a:pt x="392733" y="55932"/>
                </a:lnTo>
                <a:lnTo>
                  <a:pt x="392890" y="56391"/>
                </a:lnTo>
                <a:lnTo>
                  <a:pt x="393040" y="56851"/>
                </a:lnTo>
                <a:lnTo>
                  <a:pt x="393185" y="57312"/>
                </a:lnTo>
                <a:lnTo>
                  <a:pt x="393323" y="57774"/>
                </a:lnTo>
                <a:lnTo>
                  <a:pt x="393455" y="58237"/>
                </a:lnTo>
                <a:lnTo>
                  <a:pt x="393582" y="58701"/>
                </a:lnTo>
                <a:lnTo>
                  <a:pt x="393702" y="59167"/>
                </a:lnTo>
                <a:lnTo>
                  <a:pt x="393816" y="59633"/>
                </a:lnTo>
                <a:lnTo>
                  <a:pt x="393925" y="60101"/>
                </a:lnTo>
                <a:lnTo>
                  <a:pt x="394027" y="60570"/>
                </a:lnTo>
                <a:lnTo>
                  <a:pt x="394123" y="61040"/>
                </a:lnTo>
                <a:lnTo>
                  <a:pt x="394213" y="61511"/>
                </a:lnTo>
                <a:lnTo>
                  <a:pt x="394297" y="61983"/>
                </a:lnTo>
                <a:lnTo>
                  <a:pt x="394376" y="62456"/>
                </a:lnTo>
                <a:lnTo>
                  <a:pt x="394448" y="62931"/>
                </a:lnTo>
                <a:lnTo>
                  <a:pt x="394514" y="63406"/>
                </a:lnTo>
                <a:lnTo>
                  <a:pt x="394574" y="63883"/>
                </a:lnTo>
                <a:lnTo>
                  <a:pt x="394628" y="64360"/>
                </a:lnTo>
                <a:lnTo>
                  <a:pt x="394676" y="64839"/>
                </a:lnTo>
                <a:lnTo>
                  <a:pt x="394718" y="65319"/>
                </a:lnTo>
                <a:lnTo>
                  <a:pt x="394754" y="65800"/>
                </a:lnTo>
                <a:lnTo>
                  <a:pt x="394784" y="66282"/>
                </a:lnTo>
                <a:lnTo>
                  <a:pt x="394784" y="67410"/>
                </a:lnTo>
                <a:lnTo>
                  <a:pt x="351086" y="67410"/>
                </a:lnTo>
                <a:lnTo>
                  <a:pt x="351122" y="67134"/>
                </a:lnTo>
                <a:lnTo>
                  <a:pt x="351201" y="66562"/>
                </a:lnTo>
                <a:lnTo>
                  <a:pt x="351286" y="6599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Text (§3.4)">
            <a:extLst xmlns:a="http://schemas.openxmlformats.org/drawingml/2006/main">
              <a:ext uri="{FF2B5EF4-FFF2-40B4-BE49-F238E27FC236}">
                <a16:creationId xmlns:a16="http://schemas.microsoft.com/office/drawing/2014/main" id="{BE03DD3B-D8E8-4AE0-A331-16836089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68" y="200700"/>
            <a:ext cx="411712" cy="153567"/>
          </a:xfrm>
          <a:custGeom xmlns:a="http://schemas.openxmlformats.org/drawingml/2006/main">
            <a:pathLst>
              <a:path w="411712" h="153567">
                <a:moveTo>
                  <a:pt x="224127" y="63372"/>
                </a:moveTo>
                <a:lnTo>
                  <a:pt x="224584" y="63135"/>
                </a:lnTo>
                <a:lnTo>
                  <a:pt x="225034" y="62892"/>
                </a:lnTo>
                <a:lnTo>
                  <a:pt x="225475" y="62645"/>
                </a:lnTo>
                <a:lnTo>
                  <a:pt x="225909" y="62393"/>
                </a:lnTo>
                <a:lnTo>
                  <a:pt x="226335" y="62136"/>
                </a:lnTo>
                <a:lnTo>
                  <a:pt x="226753" y="61874"/>
                </a:lnTo>
                <a:lnTo>
                  <a:pt x="227163" y="61607"/>
                </a:lnTo>
                <a:lnTo>
                  <a:pt x="227566" y="61335"/>
                </a:lnTo>
                <a:lnTo>
                  <a:pt x="227960" y="61059"/>
                </a:lnTo>
                <a:lnTo>
                  <a:pt x="228347" y="60778"/>
                </a:lnTo>
                <a:lnTo>
                  <a:pt x="228726" y="60491"/>
                </a:lnTo>
                <a:lnTo>
                  <a:pt x="229097" y="60200"/>
                </a:lnTo>
                <a:lnTo>
                  <a:pt x="229460" y="59904"/>
                </a:lnTo>
                <a:lnTo>
                  <a:pt x="229815" y="59604"/>
                </a:lnTo>
                <a:lnTo>
                  <a:pt x="230162" y="59298"/>
                </a:lnTo>
                <a:lnTo>
                  <a:pt x="230502" y="58988"/>
                </a:lnTo>
                <a:lnTo>
                  <a:pt x="230834" y="58672"/>
                </a:lnTo>
                <a:lnTo>
                  <a:pt x="231157" y="58352"/>
                </a:lnTo>
                <a:lnTo>
                  <a:pt x="231474" y="58029"/>
                </a:lnTo>
                <a:lnTo>
                  <a:pt x="231783" y="57703"/>
                </a:lnTo>
                <a:lnTo>
                  <a:pt x="232086" y="57375"/>
                </a:lnTo>
                <a:lnTo>
                  <a:pt x="232381" y="57045"/>
                </a:lnTo>
                <a:lnTo>
                  <a:pt x="232670" y="56713"/>
                </a:lnTo>
                <a:lnTo>
                  <a:pt x="232951" y="56379"/>
                </a:lnTo>
                <a:lnTo>
                  <a:pt x="233226" y="56043"/>
                </a:lnTo>
                <a:lnTo>
                  <a:pt x="233494" y="55704"/>
                </a:lnTo>
                <a:lnTo>
                  <a:pt x="233754" y="55364"/>
                </a:lnTo>
                <a:lnTo>
                  <a:pt x="234008" y="55021"/>
                </a:lnTo>
                <a:lnTo>
                  <a:pt x="234255" y="54677"/>
                </a:lnTo>
                <a:lnTo>
                  <a:pt x="234494" y="54330"/>
                </a:lnTo>
                <a:lnTo>
                  <a:pt x="234727" y="53981"/>
                </a:lnTo>
                <a:lnTo>
                  <a:pt x="234953" y="53630"/>
                </a:lnTo>
                <a:lnTo>
                  <a:pt x="235171" y="53277"/>
                </a:lnTo>
                <a:lnTo>
                  <a:pt x="235383" y="52922"/>
                </a:lnTo>
                <a:lnTo>
                  <a:pt x="235588" y="52564"/>
                </a:lnTo>
                <a:lnTo>
                  <a:pt x="235786" y="52205"/>
                </a:lnTo>
                <a:lnTo>
                  <a:pt x="235977" y="51843"/>
                </a:lnTo>
                <a:lnTo>
                  <a:pt x="236161" y="51479"/>
                </a:lnTo>
                <a:lnTo>
                  <a:pt x="236338" y="51114"/>
                </a:lnTo>
                <a:lnTo>
                  <a:pt x="236508" y="50746"/>
                </a:lnTo>
                <a:lnTo>
                  <a:pt x="236670" y="50376"/>
                </a:lnTo>
                <a:lnTo>
                  <a:pt x="236826" y="50003"/>
                </a:lnTo>
                <a:lnTo>
                  <a:pt x="236976" y="49631"/>
                </a:lnTo>
                <a:lnTo>
                  <a:pt x="237119" y="49261"/>
                </a:lnTo>
                <a:lnTo>
                  <a:pt x="237255" y="48892"/>
                </a:lnTo>
                <a:lnTo>
                  <a:pt x="237386" y="48526"/>
                </a:lnTo>
                <a:lnTo>
                  <a:pt x="237510" y="48161"/>
                </a:lnTo>
                <a:lnTo>
                  <a:pt x="237627" y="47798"/>
                </a:lnTo>
                <a:lnTo>
                  <a:pt x="237738" y="47437"/>
                </a:lnTo>
                <a:lnTo>
                  <a:pt x="237843" y="47078"/>
                </a:lnTo>
                <a:lnTo>
                  <a:pt x="237942" y="46720"/>
                </a:lnTo>
                <a:lnTo>
                  <a:pt x="238034" y="46365"/>
                </a:lnTo>
                <a:lnTo>
                  <a:pt x="238119" y="46011"/>
                </a:lnTo>
                <a:lnTo>
                  <a:pt x="238199" y="45659"/>
                </a:lnTo>
                <a:lnTo>
                  <a:pt x="238272" y="45309"/>
                </a:lnTo>
                <a:lnTo>
                  <a:pt x="238339" y="44961"/>
                </a:lnTo>
                <a:lnTo>
                  <a:pt x="238399" y="44615"/>
                </a:lnTo>
                <a:lnTo>
                  <a:pt x="238453" y="44271"/>
                </a:lnTo>
                <a:lnTo>
                  <a:pt x="238501" y="43928"/>
                </a:lnTo>
                <a:lnTo>
                  <a:pt x="238542" y="43588"/>
                </a:lnTo>
                <a:lnTo>
                  <a:pt x="238577" y="43249"/>
                </a:lnTo>
                <a:lnTo>
                  <a:pt x="238606" y="42912"/>
                </a:lnTo>
                <a:lnTo>
                  <a:pt x="238628" y="42577"/>
                </a:lnTo>
                <a:lnTo>
                  <a:pt x="238644" y="42244"/>
                </a:lnTo>
                <a:lnTo>
                  <a:pt x="238653" y="41912"/>
                </a:lnTo>
                <a:lnTo>
                  <a:pt x="238656" y="41583"/>
                </a:lnTo>
                <a:lnTo>
                  <a:pt x="238650" y="40776"/>
                </a:lnTo>
                <a:lnTo>
                  <a:pt x="238629" y="39981"/>
                </a:lnTo>
                <a:lnTo>
                  <a:pt x="238595" y="39196"/>
                </a:lnTo>
                <a:lnTo>
                  <a:pt x="238547" y="38423"/>
                </a:lnTo>
                <a:lnTo>
                  <a:pt x="238485" y="37660"/>
                </a:lnTo>
                <a:lnTo>
                  <a:pt x="238410" y="36909"/>
                </a:lnTo>
                <a:lnTo>
                  <a:pt x="238321" y="36169"/>
                </a:lnTo>
                <a:lnTo>
                  <a:pt x="238218" y="35440"/>
                </a:lnTo>
                <a:lnTo>
                  <a:pt x="238101" y="34722"/>
                </a:lnTo>
                <a:lnTo>
                  <a:pt x="237971" y="34015"/>
                </a:lnTo>
                <a:lnTo>
                  <a:pt x="237827" y="33319"/>
                </a:lnTo>
                <a:lnTo>
                  <a:pt x="237670" y="32634"/>
                </a:lnTo>
                <a:lnTo>
                  <a:pt x="237498" y="31960"/>
                </a:lnTo>
                <a:lnTo>
                  <a:pt x="237313" y="31298"/>
                </a:lnTo>
                <a:lnTo>
                  <a:pt x="237115" y="30646"/>
                </a:lnTo>
                <a:lnTo>
                  <a:pt x="236902" y="30006"/>
                </a:lnTo>
                <a:lnTo>
                  <a:pt x="236676" y="29376"/>
                </a:lnTo>
                <a:lnTo>
                  <a:pt x="236436" y="28758"/>
                </a:lnTo>
                <a:lnTo>
                  <a:pt x="236183" y="28150"/>
                </a:lnTo>
                <a:lnTo>
                  <a:pt x="235916" y="27554"/>
                </a:lnTo>
                <a:lnTo>
                  <a:pt x="235635" y="26969"/>
                </a:lnTo>
                <a:lnTo>
                  <a:pt x="235340" y="26395"/>
                </a:lnTo>
                <a:lnTo>
                  <a:pt x="235032" y="25832"/>
                </a:lnTo>
                <a:lnTo>
                  <a:pt x="234710" y="25280"/>
                </a:lnTo>
                <a:lnTo>
                  <a:pt x="234375" y="24739"/>
                </a:lnTo>
                <a:lnTo>
                  <a:pt x="234030" y="24209"/>
                </a:lnTo>
                <a:lnTo>
                  <a:pt x="233674" y="23690"/>
                </a:lnTo>
                <a:lnTo>
                  <a:pt x="233306" y="23183"/>
                </a:lnTo>
                <a:lnTo>
                  <a:pt x="232928" y="22687"/>
                </a:lnTo>
                <a:lnTo>
                  <a:pt x="232539" y="22202"/>
                </a:lnTo>
                <a:lnTo>
                  <a:pt x="232139" y="21728"/>
                </a:lnTo>
                <a:lnTo>
                  <a:pt x="231727" y="21265"/>
                </a:lnTo>
                <a:lnTo>
                  <a:pt x="231305" y="20814"/>
                </a:lnTo>
                <a:lnTo>
                  <a:pt x="230872" y="20374"/>
                </a:lnTo>
                <a:lnTo>
                  <a:pt x="230428" y="19945"/>
                </a:lnTo>
                <a:lnTo>
                  <a:pt x="229973" y="19527"/>
                </a:lnTo>
                <a:lnTo>
                  <a:pt x="229507" y="19121"/>
                </a:lnTo>
                <a:lnTo>
                  <a:pt x="229031" y="18725"/>
                </a:lnTo>
                <a:lnTo>
                  <a:pt x="228543" y="18341"/>
                </a:lnTo>
                <a:lnTo>
                  <a:pt x="228044" y="17968"/>
                </a:lnTo>
                <a:lnTo>
                  <a:pt x="227534" y="17607"/>
                </a:lnTo>
                <a:lnTo>
                  <a:pt x="227013" y="17256"/>
                </a:lnTo>
                <a:lnTo>
                  <a:pt x="226482" y="16917"/>
                </a:lnTo>
                <a:lnTo>
                  <a:pt x="225939" y="16589"/>
                </a:lnTo>
                <a:lnTo>
                  <a:pt x="225385" y="16272"/>
                </a:lnTo>
                <a:lnTo>
                  <a:pt x="224821" y="15966"/>
                </a:lnTo>
                <a:lnTo>
                  <a:pt x="224245" y="15671"/>
                </a:lnTo>
                <a:lnTo>
                  <a:pt x="223658" y="15388"/>
                </a:lnTo>
                <a:lnTo>
                  <a:pt x="223062" y="15116"/>
                </a:lnTo>
                <a:lnTo>
                  <a:pt x="222458" y="14856"/>
                </a:lnTo>
                <a:lnTo>
                  <a:pt x="221845" y="14607"/>
                </a:lnTo>
                <a:lnTo>
                  <a:pt x="221225" y="14370"/>
                </a:lnTo>
                <a:lnTo>
                  <a:pt x="220596" y="14144"/>
                </a:lnTo>
                <a:lnTo>
                  <a:pt x="219958" y="13930"/>
                </a:lnTo>
                <a:lnTo>
                  <a:pt x="219313" y="13728"/>
                </a:lnTo>
                <a:lnTo>
                  <a:pt x="218659" y="13537"/>
                </a:lnTo>
                <a:lnTo>
                  <a:pt x="217997" y="13357"/>
                </a:lnTo>
                <a:lnTo>
                  <a:pt x="217327" y="13190"/>
                </a:lnTo>
                <a:lnTo>
                  <a:pt x="216649" y="13033"/>
                </a:lnTo>
                <a:lnTo>
                  <a:pt x="215962" y="12889"/>
                </a:lnTo>
                <a:lnTo>
                  <a:pt x="215267" y="12756"/>
                </a:lnTo>
                <a:lnTo>
                  <a:pt x="214564" y="12634"/>
                </a:lnTo>
                <a:lnTo>
                  <a:pt x="213853" y="12524"/>
                </a:lnTo>
                <a:lnTo>
                  <a:pt x="213134" y="12426"/>
                </a:lnTo>
                <a:lnTo>
                  <a:pt x="212406" y="12339"/>
                </a:lnTo>
                <a:lnTo>
                  <a:pt x="211670" y="12264"/>
                </a:lnTo>
                <a:lnTo>
                  <a:pt x="210926" y="12200"/>
                </a:lnTo>
                <a:lnTo>
                  <a:pt x="210173" y="12148"/>
                </a:lnTo>
                <a:lnTo>
                  <a:pt x="209413" y="12108"/>
                </a:lnTo>
                <a:lnTo>
                  <a:pt x="208644" y="12079"/>
                </a:lnTo>
                <a:lnTo>
                  <a:pt x="207867" y="12062"/>
                </a:lnTo>
                <a:lnTo>
                  <a:pt x="207082" y="12056"/>
                </a:lnTo>
                <a:lnTo>
                  <a:pt x="206285" y="12062"/>
                </a:lnTo>
                <a:lnTo>
                  <a:pt x="205495" y="12083"/>
                </a:lnTo>
                <a:lnTo>
                  <a:pt x="204714" y="12116"/>
                </a:lnTo>
                <a:lnTo>
                  <a:pt x="203941" y="12163"/>
                </a:lnTo>
                <a:lnTo>
                  <a:pt x="203176" y="12224"/>
                </a:lnTo>
                <a:lnTo>
                  <a:pt x="202420" y="12297"/>
                </a:lnTo>
                <a:lnTo>
                  <a:pt x="201671" y="12385"/>
                </a:lnTo>
                <a:lnTo>
                  <a:pt x="200930" y="12485"/>
                </a:lnTo>
                <a:lnTo>
                  <a:pt x="200198" y="12599"/>
                </a:lnTo>
                <a:lnTo>
                  <a:pt x="199473" y="12727"/>
                </a:lnTo>
                <a:lnTo>
                  <a:pt x="198757" y="12868"/>
                </a:lnTo>
                <a:lnTo>
                  <a:pt x="198049" y="13022"/>
                </a:lnTo>
                <a:lnTo>
                  <a:pt x="197349" y="13190"/>
                </a:lnTo>
                <a:lnTo>
                  <a:pt x="196657" y="13371"/>
                </a:lnTo>
                <a:lnTo>
                  <a:pt x="195973" y="13566"/>
                </a:lnTo>
                <a:lnTo>
                  <a:pt x="195297" y="13774"/>
                </a:lnTo>
                <a:lnTo>
                  <a:pt x="194629" y="13995"/>
                </a:lnTo>
                <a:lnTo>
                  <a:pt x="193970" y="14230"/>
                </a:lnTo>
                <a:lnTo>
                  <a:pt x="193318" y="14479"/>
                </a:lnTo>
                <a:lnTo>
                  <a:pt x="192675" y="14741"/>
                </a:lnTo>
                <a:lnTo>
                  <a:pt x="192040" y="15016"/>
                </a:lnTo>
                <a:lnTo>
                  <a:pt x="191412" y="15304"/>
                </a:lnTo>
                <a:lnTo>
                  <a:pt x="190793" y="15606"/>
                </a:lnTo>
                <a:lnTo>
                  <a:pt x="190182" y="15922"/>
                </a:lnTo>
                <a:lnTo>
                  <a:pt x="189581" y="16248"/>
                </a:lnTo>
                <a:lnTo>
                  <a:pt x="188991" y="16584"/>
                </a:lnTo>
                <a:lnTo>
                  <a:pt x="188412" y="16929"/>
                </a:lnTo>
                <a:lnTo>
                  <a:pt x="187845" y="17283"/>
                </a:lnTo>
                <a:lnTo>
                  <a:pt x="187289" y="17647"/>
                </a:lnTo>
                <a:lnTo>
                  <a:pt x="186744" y="18019"/>
                </a:lnTo>
                <a:lnTo>
                  <a:pt x="186211" y="18401"/>
                </a:lnTo>
                <a:lnTo>
                  <a:pt x="185689" y="18792"/>
                </a:lnTo>
                <a:lnTo>
                  <a:pt x="185179" y="19192"/>
                </a:lnTo>
                <a:lnTo>
                  <a:pt x="184679" y="19602"/>
                </a:lnTo>
                <a:lnTo>
                  <a:pt x="184191" y="20021"/>
                </a:lnTo>
                <a:lnTo>
                  <a:pt x="183715" y="20448"/>
                </a:lnTo>
                <a:lnTo>
                  <a:pt x="183250" y="20885"/>
                </a:lnTo>
                <a:lnTo>
                  <a:pt x="182796" y="21332"/>
                </a:lnTo>
                <a:lnTo>
                  <a:pt x="182353" y="21787"/>
                </a:lnTo>
                <a:lnTo>
                  <a:pt x="181922" y="22252"/>
                </a:lnTo>
                <a:lnTo>
                  <a:pt x="181502" y="22726"/>
                </a:lnTo>
                <a:lnTo>
                  <a:pt x="181093" y="23209"/>
                </a:lnTo>
                <a:lnTo>
                  <a:pt x="180696" y="23701"/>
                </a:lnTo>
                <a:lnTo>
                  <a:pt x="180310" y="24202"/>
                </a:lnTo>
                <a:lnTo>
                  <a:pt x="179936" y="24713"/>
                </a:lnTo>
                <a:lnTo>
                  <a:pt x="179572" y="25233"/>
                </a:lnTo>
                <a:lnTo>
                  <a:pt x="179221" y="25762"/>
                </a:lnTo>
                <a:lnTo>
                  <a:pt x="178880" y="26300"/>
                </a:lnTo>
                <a:lnTo>
                  <a:pt x="178552" y="26846"/>
                </a:lnTo>
                <a:lnTo>
                  <a:pt x="178238" y="27396"/>
                </a:lnTo>
                <a:lnTo>
                  <a:pt x="177938" y="27951"/>
                </a:lnTo>
                <a:lnTo>
                  <a:pt x="177652" y="28511"/>
                </a:lnTo>
                <a:lnTo>
                  <a:pt x="177380" y="29077"/>
                </a:lnTo>
                <a:lnTo>
                  <a:pt x="177122" y="29647"/>
                </a:lnTo>
                <a:lnTo>
                  <a:pt x="176878" y="30222"/>
                </a:lnTo>
                <a:lnTo>
                  <a:pt x="176647" y="30802"/>
                </a:lnTo>
                <a:lnTo>
                  <a:pt x="176431" y="31387"/>
                </a:lnTo>
                <a:lnTo>
                  <a:pt x="176229" y="31977"/>
                </a:lnTo>
                <a:lnTo>
                  <a:pt x="176040" y="32572"/>
                </a:lnTo>
                <a:lnTo>
                  <a:pt x="175866" y="33172"/>
                </a:lnTo>
                <a:lnTo>
                  <a:pt x="175706" y="33777"/>
                </a:lnTo>
                <a:lnTo>
                  <a:pt x="175559" y="34387"/>
                </a:lnTo>
                <a:lnTo>
                  <a:pt x="175427" y="35002"/>
                </a:lnTo>
                <a:lnTo>
                  <a:pt x="175308" y="35622"/>
                </a:lnTo>
                <a:lnTo>
                  <a:pt x="175203" y="36247"/>
                </a:lnTo>
                <a:lnTo>
                  <a:pt x="175113" y="36877"/>
                </a:lnTo>
                <a:lnTo>
                  <a:pt x="175036" y="37511"/>
                </a:lnTo>
                <a:lnTo>
                  <a:pt x="174973" y="38151"/>
                </a:lnTo>
                <a:lnTo>
                  <a:pt x="174924" y="38796"/>
                </a:lnTo>
                <a:lnTo>
                  <a:pt x="174889" y="39446"/>
                </a:lnTo>
                <a:lnTo>
                  <a:pt x="174868" y="40100"/>
                </a:lnTo>
                <a:lnTo>
                  <a:pt x="174861" y="40760"/>
                </a:lnTo>
                <a:lnTo>
                  <a:pt x="188137" y="40760"/>
                </a:lnTo>
                <a:lnTo>
                  <a:pt x="188141" y="40310"/>
                </a:lnTo>
                <a:lnTo>
                  <a:pt x="188154" y="39865"/>
                </a:lnTo>
                <a:lnTo>
                  <a:pt x="188175" y="39424"/>
                </a:lnTo>
                <a:lnTo>
                  <a:pt x="188204" y="38989"/>
                </a:lnTo>
                <a:lnTo>
                  <a:pt x="188241" y="38559"/>
                </a:lnTo>
                <a:lnTo>
                  <a:pt x="188287" y="38133"/>
                </a:lnTo>
                <a:lnTo>
                  <a:pt x="188342" y="37713"/>
                </a:lnTo>
                <a:lnTo>
                  <a:pt x="188404" y="37298"/>
                </a:lnTo>
                <a:lnTo>
                  <a:pt x="188475" y="36887"/>
                </a:lnTo>
                <a:lnTo>
                  <a:pt x="188554" y="36482"/>
                </a:lnTo>
                <a:lnTo>
                  <a:pt x="188642" y="36081"/>
                </a:lnTo>
                <a:lnTo>
                  <a:pt x="188738" y="35686"/>
                </a:lnTo>
                <a:lnTo>
                  <a:pt x="188842" y="35295"/>
                </a:lnTo>
                <a:lnTo>
                  <a:pt x="188955" y="34909"/>
                </a:lnTo>
                <a:lnTo>
                  <a:pt x="189076" y="34529"/>
                </a:lnTo>
                <a:lnTo>
                  <a:pt x="189206" y="34153"/>
                </a:lnTo>
                <a:lnTo>
                  <a:pt x="189343" y="33782"/>
                </a:lnTo>
                <a:lnTo>
                  <a:pt x="189489" y="33416"/>
                </a:lnTo>
                <a:lnTo>
                  <a:pt x="189644" y="33055"/>
                </a:lnTo>
                <a:lnTo>
                  <a:pt x="189807" y="32700"/>
                </a:lnTo>
                <a:lnTo>
                  <a:pt x="189978" y="32349"/>
                </a:lnTo>
                <a:lnTo>
                  <a:pt x="190157" y="32003"/>
                </a:lnTo>
                <a:lnTo>
                  <a:pt x="190345" y="31662"/>
                </a:lnTo>
                <a:lnTo>
                  <a:pt x="190541" y="31326"/>
                </a:lnTo>
                <a:lnTo>
                  <a:pt x="190745" y="30995"/>
                </a:lnTo>
                <a:lnTo>
                  <a:pt x="190955" y="30671"/>
                </a:lnTo>
                <a:lnTo>
                  <a:pt x="191171" y="30353"/>
                </a:lnTo>
                <a:lnTo>
                  <a:pt x="191394" y="30042"/>
                </a:lnTo>
                <a:lnTo>
                  <a:pt x="191624" y="29737"/>
                </a:lnTo>
                <a:lnTo>
                  <a:pt x="191860" y="29438"/>
                </a:lnTo>
                <a:lnTo>
                  <a:pt x="192102" y="29146"/>
                </a:lnTo>
                <a:lnTo>
                  <a:pt x="192351" y="28860"/>
                </a:lnTo>
                <a:lnTo>
                  <a:pt x="192606" y="28580"/>
                </a:lnTo>
                <a:lnTo>
                  <a:pt x="192868" y="28306"/>
                </a:lnTo>
                <a:lnTo>
                  <a:pt x="193137" y="28039"/>
                </a:lnTo>
                <a:lnTo>
                  <a:pt x="193411" y="27779"/>
                </a:lnTo>
                <a:lnTo>
                  <a:pt x="193693" y="27524"/>
                </a:lnTo>
                <a:lnTo>
                  <a:pt x="193981" y="27276"/>
                </a:lnTo>
                <a:lnTo>
                  <a:pt x="194275" y="27034"/>
                </a:lnTo>
                <a:lnTo>
                  <a:pt x="194576" y="26799"/>
                </a:lnTo>
                <a:lnTo>
                  <a:pt x="194883" y="26570"/>
                </a:lnTo>
                <a:lnTo>
                  <a:pt x="195197" y="26347"/>
                </a:lnTo>
                <a:lnTo>
                  <a:pt x="195517" y="26130"/>
                </a:lnTo>
                <a:lnTo>
                  <a:pt x="195843" y="25920"/>
                </a:lnTo>
                <a:lnTo>
                  <a:pt x="196176" y="25716"/>
                </a:lnTo>
                <a:lnTo>
                  <a:pt x="196516" y="25519"/>
                </a:lnTo>
                <a:lnTo>
                  <a:pt x="196862" y="25328"/>
                </a:lnTo>
                <a:lnTo>
                  <a:pt x="197215" y="25143"/>
                </a:lnTo>
                <a:lnTo>
                  <a:pt x="197573" y="24965"/>
                </a:lnTo>
                <a:lnTo>
                  <a:pt x="197936" y="24795"/>
                </a:lnTo>
                <a:lnTo>
                  <a:pt x="198303" y="24632"/>
                </a:lnTo>
                <a:lnTo>
                  <a:pt x="198675" y="24477"/>
                </a:lnTo>
                <a:lnTo>
                  <a:pt x="199051" y="24329"/>
                </a:lnTo>
                <a:lnTo>
                  <a:pt x="199433" y="24189"/>
                </a:lnTo>
                <a:lnTo>
                  <a:pt x="199818" y="24057"/>
                </a:lnTo>
                <a:lnTo>
                  <a:pt x="200209" y="23932"/>
                </a:lnTo>
                <a:lnTo>
                  <a:pt x="200604" y="23815"/>
                </a:lnTo>
                <a:lnTo>
                  <a:pt x="201003" y="23705"/>
                </a:lnTo>
                <a:lnTo>
                  <a:pt x="201408" y="23603"/>
                </a:lnTo>
                <a:lnTo>
                  <a:pt x="201816" y="23508"/>
                </a:lnTo>
                <a:lnTo>
                  <a:pt x="202230" y="23421"/>
                </a:lnTo>
                <a:lnTo>
                  <a:pt x="202648" y="23342"/>
                </a:lnTo>
                <a:lnTo>
                  <a:pt x="203071" y="23270"/>
                </a:lnTo>
                <a:lnTo>
                  <a:pt x="203498" y="23205"/>
                </a:lnTo>
                <a:lnTo>
                  <a:pt x="203930" y="23149"/>
                </a:lnTo>
                <a:lnTo>
                  <a:pt x="204366" y="23100"/>
                </a:lnTo>
                <a:lnTo>
                  <a:pt x="204807" y="23058"/>
                </a:lnTo>
                <a:lnTo>
                  <a:pt x="205253" y="23024"/>
                </a:lnTo>
                <a:lnTo>
                  <a:pt x="205703" y="22997"/>
                </a:lnTo>
                <a:lnTo>
                  <a:pt x="206158" y="22978"/>
                </a:lnTo>
                <a:lnTo>
                  <a:pt x="206618" y="22967"/>
                </a:lnTo>
                <a:lnTo>
                  <a:pt x="207082" y="22963"/>
                </a:lnTo>
                <a:lnTo>
                  <a:pt x="207592" y="22967"/>
                </a:lnTo>
                <a:lnTo>
                  <a:pt x="208095" y="22978"/>
                </a:lnTo>
                <a:lnTo>
                  <a:pt x="208591" y="22996"/>
                </a:lnTo>
                <a:lnTo>
                  <a:pt x="209079" y="23021"/>
                </a:lnTo>
                <a:lnTo>
                  <a:pt x="209560" y="23053"/>
                </a:lnTo>
                <a:lnTo>
                  <a:pt x="210033" y="23093"/>
                </a:lnTo>
                <a:lnTo>
                  <a:pt x="210499" y="23140"/>
                </a:lnTo>
                <a:lnTo>
                  <a:pt x="210957" y="23194"/>
                </a:lnTo>
                <a:lnTo>
                  <a:pt x="211408" y="23255"/>
                </a:lnTo>
                <a:lnTo>
                  <a:pt x="211851" y="23324"/>
                </a:lnTo>
                <a:lnTo>
                  <a:pt x="212287" y="23400"/>
                </a:lnTo>
                <a:lnTo>
                  <a:pt x="212715" y="23482"/>
                </a:lnTo>
                <a:lnTo>
                  <a:pt x="213136" y="23573"/>
                </a:lnTo>
                <a:lnTo>
                  <a:pt x="213549" y="23670"/>
                </a:lnTo>
                <a:lnTo>
                  <a:pt x="213955" y="23774"/>
                </a:lnTo>
                <a:lnTo>
                  <a:pt x="214354" y="23886"/>
                </a:lnTo>
                <a:lnTo>
                  <a:pt x="214744" y="24005"/>
                </a:lnTo>
                <a:lnTo>
                  <a:pt x="215128" y="24131"/>
                </a:lnTo>
                <a:lnTo>
                  <a:pt x="215504" y="24265"/>
                </a:lnTo>
                <a:lnTo>
                  <a:pt x="215872" y="24405"/>
                </a:lnTo>
                <a:lnTo>
                  <a:pt x="216233" y="24553"/>
                </a:lnTo>
                <a:lnTo>
                  <a:pt x="216587" y="24708"/>
                </a:lnTo>
                <a:lnTo>
                  <a:pt x="216933" y="24870"/>
                </a:lnTo>
                <a:lnTo>
                  <a:pt x="217272" y="25040"/>
                </a:lnTo>
                <a:lnTo>
                  <a:pt x="217603" y="25216"/>
                </a:lnTo>
                <a:lnTo>
                  <a:pt x="217928" y="25400"/>
                </a:lnTo>
                <a:lnTo>
                  <a:pt x="218245" y="25590"/>
                </a:lnTo>
                <a:lnTo>
                  <a:pt x="218555" y="25788"/>
                </a:lnTo>
                <a:lnTo>
                  <a:pt x="218859" y="25992"/>
                </a:lnTo>
                <a:lnTo>
                  <a:pt x="219155" y="26204"/>
                </a:lnTo>
                <a:lnTo>
                  <a:pt x="219445" y="26422"/>
                </a:lnTo>
                <a:lnTo>
                  <a:pt x="219728" y="26647"/>
                </a:lnTo>
                <a:lnTo>
                  <a:pt x="220003" y="26880"/>
                </a:lnTo>
                <a:lnTo>
                  <a:pt x="220272" y="27119"/>
                </a:lnTo>
                <a:lnTo>
                  <a:pt x="220533" y="27365"/>
                </a:lnTo>
                <a:lnTo>
                  <a:pt x="220788" y="27618"/>
                </a:lnTo>
                <a:lnTo>
                  <a:pt x="221036" y="27878"/>
                </a:lnTo>
                <a:lnTo>
                  <a:pt x="221276" y="28145"/>
                </a:lnTo>
                <a:lnTo>
                  <a:pt x="221510" y="28420"/>
                </a:lnTo>
                <a:lnTo>
                  <a:pt x="221737" y="28701"/>
                </a:lnTo>
                <a:lnTo>
                  <a:pt x="221957" y="28989"/>
                </a:lnTo>
                <a:lnTo>
                  <a:pt x="222169" y="29284"/>
                </a:lnTo>
                <a:lnTo>
                  <a:pt x="222375" y="29586"/>
                </a:lnTo>
                <a:lnTo>
                  <a:pt x="222574" y="29895"/>
                </a:lnTo>
                <a:lnTo>
                  <a:pt x="222766" y="30211"/>
                </a:lnTo>
                <a:lnTo>
                  <a:pt x="222951" y="30533"/>
                </a:lnTo>
                <a:lnTo>
                  <a:pt x="223129" y="30863"/>
                </a:lnTo>
                <a:lnTo>
                  <a:pt x="223300" y="31200"/>
                </a:lnTo>
                <a:lnTo>
                  <a:pt x="223464" y="31544"/>
                </a:lnTo>
                <a:lnTo>
                  <a:pt x="223621" y="31894"/>
                </a:lnTo>
                <a:lnTo>
                  <a:pt x="223771" y="32251"/>
                </a:lnTo>
                <a:lnTo>
                  <a:pt x="223914" y="32614"/>
                </a:lnTo>
                <a:lnTo>
                  <a:pt x="224050" y="32985"/>
                </a:lnTo>
                <a:lnTo>
                  <a:pt x="224179" y="33362"/>
                </a:lnTo>
                <a:lnTo>
                  <a:pt x="224301" y="33745"/>
                </a:lnTo>
                <a:lnTo>
                  <a:pt x="224416" y="34136"/>
                </a:lnTo>
                <a:lnTo>
                  <a:pt x="224524" y="34533"/>
                </a:lnTo>
                <a:lnTo>
                  <a:pt x="224625" y="34937"/>
                </a:lnTo>
                <a:lnTo>
                  <a:pt x="224719" y="35348"/>
                </a:lnTo>
                <a:lnTo>
                  <a:pt x="224807" y="35765"/>
                </a:lnTo>
                <a:lnTo>
                  <a:pt x="224887" y="36189"/>
                </a:lnTo>
                <a:lnTo>
                  <a:pt x="224960" y="36620"/>
                </a:lnTo>
                <a:lnTo>
                  <a:pt x="225026" y="37058"/>
                </a:lnTo>
                <a:lnTo>
                  <a:pt x="225086" y="37502"/>
                </a:lnTo>
                <a:lnTo>
                  <a:pt x="225138" y="37953"/>
                </a:lnTo>
                <a:lnTo>
                  <a:pt x="225183" y="38411"/>
                </a:lnTo>
                <a:lnTo>
                  <a:pt x="225222" y="38875"/>
                </a:lnTo>
                <a:lnTo>
                  <a:pt x="225253" y="39346"/>
                </a:lnTo>
                <a:lnTo>
                  <a:pt x="225278" y="39824"/>
                </a:lnTo>
                <a:lnTo>
                  <a:pt x="225295" y="40309"/>
                </a:lnTo>
                <a:lnTo>
                  <a:pt x="225305" y="40800"/>
                </a:lnTo>
                <a:lnTo>
                  <a:pt x="225309" y="41298"/>
                </a:lnTo>
                <a:lnTo>
                  <a:pt x="225305" y="41720"/>
                </a:lnTo>
                <a:lnTo>
                  <a:pt x="225293" y="42138"/>
                </a:lnTo>
                <a:lnTo>
                  <a:pt x="225274" y="42553"/>
                </a:lnTo>
                <a:lnTo>
                  <a:pt x="225246" y="42964"/>
                </a:lnTo>
                <a:lnTo>
                  <a:pt x="225211" y="43371"/>
                </a:lnTo>
                <a:lnTo>
                  <a:pt x="225168" y="43775"/>
                </a:lnTo>
                <a:lnTo>
                  <a:pt x="225117" y="44175"/>
                </a:lnTo>
                <a:lnTo>
                  <a:pt x="225058" y="44572"/>
                </a:lnTo>
                <a:lnTo>
                  <a:pt x="224991" y="44965"/>
                </a:lnTo>
                <a:lnTo>
                  <a:pt x="224916" y="45355"/>
                </a:lnTo>
                <a:lnTo>
                  <a:pt x="224834" y="45741"/>
                </a:lnTo>
                <a:lnTo>
                  <a:pt x="224744" y="46123"/>
                </a:lnTo>
                <a:lnTo>
                  <a:pt x="224646" y="46502"/>
                </a:lnTo>
                <a:lnTo>
                  <a:pt x="224540" y="46877"/>
                </a:lnTo>
                <a:lnTo>
                  <a:pt x="224426" y="47248"/>
                </a:lnTo>
                <a:lnTo>
                  <a:pt x="224304" y="47616"/>
                </a:lnTo>
                <a:lnTo>
                  <a:pt x="224175" y="47980"/>
                </a:lnTo>
                <a:lnTo>
                  <a:pt x="224037" y="48341"/>
                </a:lnTo>
                <a:lnTo>
                  <a:pt x="223892" y="48698"/>
                </a:lnTo>
                <a:lnTo>
                  <a:pt x="223739" y="49052"/>
                </a:lnTo>
                <a:lnTo>
                  <a:pt x="223578" y="49401"/>
                </a:lnTo>
                <a:lnTo>
                  <a:pt x="223410" y="49748"/>
                </a:lnTo>
                <a:lnTo>
                  <a:pt x="223233" y="50090"/>
                </a:lnTo>
                <a:lnTo>
                  <a:pt x="223048" y="50430"/>
                </a:lnTo>
                <a:lnTo>
                  <a:pt x="222856" y="50764"/>
                </a:lnTo>
                <a:lnTo>
                  <a:pt x="222656" y="51092"/>
                </a:lnTo>
                <a:lnTo>
                  <a:pt x="222447" y="51414"/>
                </a:lnTo>
                <a:lnTo>
                  <a:pt x="222231" y="51730"/>
                </a:lnTo>
                <a:lnTo>
                  <a:pt x="222007" y="52041"/>
                </a:lnTo>
                <a:lnTo>
                  <a:pt x="221775" y="52345"/>
                </a:lnTo>
                <a:lnTo>
                  <a:pt x="221535" y="52643"/>
                </a:lnTo>
                <a:lnTo>
                  <a:pt x="221286" y="52936"/>
                </a:lnTo>
                <a:lnTo>
                  <a:pt x="221030" y="53222"/>
                </a:lnTo>
                <a:lnTo>
                  <a:pt x="220766" y="53503"/>
                </a:lnTo>
                <a:lnTo>
                  <a:pt x="220494" y="53777"/>
                </a:lnTo>
                <a:lnTo>
                  <a:pt x="220214" y="54046"/>
                </a:lnTo>
                <a:lnTo>
                  <a:pt x="219926" y="54308"/>
                </a:lnTo>
                <a:lnTo>
                  <a:pt x="219630" y="54565"/>
                </a:lnTo>
                <a:lnTo>
                  <a:pt x="219326" y="54815"/>
                </a:lnTo>
                <a:lnTo>
                  <a:pt x="219014" y="55060"/>
                </a:lnTo>
                <a:lnTo>
                  <a:pt x="218694" y="55299"/>
                </a:lnTo>
                <a:lnTo>
                  <a:pt x="218366" y="55532"/>
                </a:lnTo>
                <a:lnTo>
                  <a:pt x="218030" y="55758"/>
                </a:lnTo>
                <a:lnTo>
                  <a:pt x="217686" y="55979"/>
                </a:lnTo>
                <a:lnTo>
                  <a:pt x="217335" y="56194"/>
                </a:lnTo>
                <a:lnTo>
                  <a:pt x="216975" y="56403"/>
                </a:lnTo>
                <a:lnTo>
                  <a:pt x="216607" y="56606"/>
                </a:lnTo>
                <a:lnTo>
                  <a:pt x="216231" y="56803"/>
                </a:lnTo>
                <a:lnTo>
                  <a:pt x="215847" y="56993"/>
                </a:lnTo>
                <a:lnTo>
                  <a:pt x="215455" y="57175"/>
                </a:lnTo>
                <a:lnTo>
                  <a:pt x="215054" y="57348"/>
                </a:lnTo>
                <a:lnTo>
                  <a:pt x="214646" y="57514"/>
                </a:lnTo>
                <a:lnTo>
                  <a:pt x="214228" y="57672"/>
                </a:lnTo>
                <a:lnTo>
                  <a:pt x="213803" y="57821"/>
                </a:lnTo>
                <a:lnTo>
                  <a:pt x="213369" y="57963"/>
                </a:lnTo>
                <a:lnTo>
                  <a:pt x="212926" y="58096"/>
                </a:lnTo>
                <a:lnTo>
                  <a:pt x="212476" y="58221"/>
                </a:lnTo>
                <a:lnTo>
                  <a:pt x="212017" y="58338"/>
                </a:lnTo>
                <a:lnTo>
                  <a:pt x="211549" y="58448"/>
                </a:lnTo>
                <a:lnTo>
                  <a:pt x="211073" y="58549"/>
                </a:lnTo>
                <a:lnTo>
                  <a:pt x="210589" y="58642"/>
                </a:lnTo>
                <a:lnTo>
                  <a:pt x="210097" y="58726"/>
                </a:lnTo>
                <a:lnTo>
                  <a:pt x="209596" y="58803"/>
                </a:lnTo>
                <a:lnTo>
                  <a:pt x="209087" y="58872"/>
                </a:lnTo>
                <a:lnTo>
                  <a:pt x="208570" y="58932"/>
                </a:lnTo>
                <a:lnTo>
                  <a:pt x="208044" y="58985"/>
                </a:lnTo>
                <a:lnTo>
                  <a:pt x="207510" y="59029"/>
                </a:lnTo>
                <a:lnTo>
                  <a:pt x="206967" y="59066"/>
                </a:lnTo>
                <a:lnTo>
                  <a:pt x="206416" y="59094"/>
                </a:lnTo>
                <a:lnTo>
                  <a:pt x="205857" y="59114"/>
                </a:lnTo>
                <a:lnTo>
                  <a:pt x="205290" y="59126"/>
                </a:lnTo>
                <a:lnTo>
                  <a:pt x="204714" y="59131"/>
                </a:lnTo>
                <a:lnTo>
                  <a:pt x="195241" y="59131"/>
                </a:lnTo>
                <a:lnTo>
                  <a:pt x="195241" y="62073"/>
                </a:lnTo>
                <a:lnTo>
                  <a:pt x="195241" y="67168"/>
                </a:lnTo>
                <a:lnTo>
                  <a:pt x="195241" y="70038"/>
                </a:lnTo>
                <a:lnTo>
                  <a:pt x="204714" y="70038"/>
                </a:lnTo>
                <a:lnTo>
                  <a:pt x="205273" y="70042"/>
                </a:lnTo>
                <a:lnTo>
                  <a:pt x="205826" y="70052"/>
                </a:lnTo>
                <a:lnTo>
                  <a:pt x="206373" y="70070"/>
                </a:lnTo>
                <a:lnTo>
                  <a:pt x="206913" y="70095"/>
                </a:lnTo>
                <a:lnTo>
                  <a:pt x="207448" y="70127"/>
                </a:lnTo>
                <a:lnTo>
                  <a:pt x="207977" y="70166"/>
                </a:lnTo>
                <a:lnTo>
                  <a:pt x="208499" y="70212"/>
                </a:lnTo>
                <a:lnTo>
                  <a:pt x="209015" y="70266"/>
                </a:lnTo>
                <a:lnTo>
                  <a:pt x="209526" y="70326"/>
                </a:lnTo>
                <a:lnTo>
                  <a:pt x="210030" y="70394"/>
                </a:lnTo>
                <a:lnTo>
                  <a:pt x="210528" y="70469"/>
                </a:lnTo>
                <a:lnTo>
                  <a:pt x="211020" y="70550"/>
                </a:lnTo>
                <a:lnTo>
                  <a:pt x="211505" y="70639"/>
                </a:lnTo>
                <a:lnTo>
                  <a:pt x="211985" y="70736"/>
                </a:lnTo>
                <a:lnTo>
                  <a:pt x="212459" y="70839"/>
                </a:lnTo>
                <a:lnTo>
                  <a:pt x="212926" y="70949"/>
                </a:lnTo>
                <a:lnTo>
                  <a:pt x="213388" y="71066"/>
                </a:lnTo>
                <a:lnTo>
                  <a:pt x="213843" y="71191"/>
                </a:lnTo>
                <a:lnTo>
                  <a:pt x="214292" y="71323"/>
                </a:lnTo>
                <a:lnTo>
                  <a:pt x="214735" y="71461"/>
                </a:lnTo>
                <a:lnTo>
                  <a:pt x="215172" y="71607"/>
                </a:lnTo>
                <a:lnTo>
                  <a:pt x="215603" y="71760"/>
                </a:lnTo>
                <a:lnTo>
                  <a:pt x="216028" y="71920"/>
                </a:lnTo>
                <a:lnTo>
                  <a:pt x="216447" y="72088"/>
                </a:lnTo>
                <a:lnTo>
                  <a:pt x="216858" y="72262"/>
                </a:lnTo>
                <a:lnTo>
                  <a:pt x="217262" y="72444"/>
                </a:lnTo>
                <a:lnTo>
                  <a:pt x="217658" y="72633"/>
                </a:lnTo>
                <a:lnTo>
                  <a:pt x="218046" y="72830"/>
                </a:lnTo>
                <a:lnTo>
                  <a:pt x="218426" y="73035"/>
                </a:lnTo>
                <a:lnTo>
                  <a:pt x="218799" y="73246"/>
                </a:lnTo>
                <a:lnTo>
                  <a:pt x="219164" y="73466"/>
                </a:lnTo>
                <a:lnTo>
                  <a:pt x="219520" y="73693"/>
                </a:lnTo>
                <a:lnTo>
                  <a:pt x="219869" y="73927"/>
                </a:lnTo>
                <a:lnTo>
                  <a:pt x="220210" y="74169"/>
                </a:lnTo>
                <a:lnTo>
                  <a:pt x="220543" y="74418"/>
                </a:lnTo>
                <a:lnTo>
                  <a:pt x="220869" y="74675"/>
                </a:lnTo>
                <a:lnTo>
                  <a:pt x="221186" y="74939"/>
                </a:lnTo>
                <a:lnTo>
                  <a:pt x="221496" y="75211"/>
                </a:lnTo>
                <a:lnTo>
                  <a:pt x="221798" y="75491"/>
                </a:lnTo>
                <a:lnTo>
                  <a:pt x="222092" y="75777"/>
                </a:lnTo>
                <a:lnTo>
                  <a:pt x="222378" y="76072"/>
                </a:lnTo>
                <a:lnTo>
                  <a:pt x="222656" y="76374"/>
                </a:lnTo>
                <a:lnTo>
                  <a:pt x="222926" y="76683"/>
                </a:lnTo>
                <a:lnTo>
                  <a:pt x="223189" y="77000"/>
                </a:lnTo>
                <a:lnTo>
                  <a:pt x="223444" y="77324"/>
                </a:lnTo>
                <a:lnTo>
                  <a:pt x="223691" y="77656"/>
                </a:lnTo>
                <a:lnTo>
                  <a:pt x="223930" y="77995"/>
                </a:lnTo>
                <a:lnTo>
                  <a:pt x="224161" y="78342"/>
                </a:lnTo>
                <a:lnTo>
                  <a:pt x="224383" y="78697"/>
                </a:lnTo>
                <a:lnTo>
                  <a:pt x="224596" y="79059"/>
                </a:lnTo>
                <a:lnTo>
                  <a:pt x="224800" y="79430"/>
                </a:lnTo>
                <a:lnTo>
                  <a:pt x="224994" y="79809"/>
                </a:lnTo>
                <a:lnTo>
                  <a:pt x="225179" y="80196"/>
                </a:lnTo>
                <a:lnTo>
                  <a:pt x="225354" y="80591"/>
                </a:lnTo>
                <a:lnTo>
                  <a:pt x="225519" y="80994"/>
                </a:lnTo>
                <a:lnTo>
                  <a:pt x="225676" y="81405"/>
                </a:lnTo>
                <a:lnTo>
                  <a:pt x="225822" y="81825"/>
                </a:lnTo>
                <a:lnTo>
                  <a:pt x="225960" y="82252"/>
                </a:lnTo>
                <a:lnTo>
                  <a:pt x="226088" y="82688"/>
                </a:lnTo>
                <a:lnTo>
                  <a:pt x="226206" y="83132"/>
                </a:lnTo>
                <a:lnTo>
                  <a:pt x="226315" y="83583"/>
                </a:lnTo>
                <a:lnTo>
                  <a:pt x="226414" y="84043"/>
                </a:lnTo>
                <a:lnTo>
                  <a:pt x="226504" y="84512"/>
                </a:lnTo>
                <a:lnTo>
                  <a:pt x="226585" y="84988"/>
                </a:lnTo>
                <a:lnTo>
                  <a:pt x="226656" y="85472"/>
                </a:lnTo>
                <a:lnTo>
                  <a:pt x="226717" y="85965"/>
                </a:lnTo>
                <a:lnTo>
                  <a:pt x="226769" y="86465"/>
                </a:lnTo>
                <a:lnTo>
                  <a:pt x="226812" y="86974"/>
                </a:lnTo>
                <a:lnTo>
                  <a:pt x="226845" y="87491"/>
                </a:lnTo>
                <a:lnTo>
                  <a:pt x="226869" y="88016"/>
                </a:lnTo>
                <a:lnTo>
                  <a:pt x="226883" y="88549"/>
                </a:lnTo>
                <a:lnTo>
                  <a:pt x="226888" y="89090"/>
                </a:lnTo>
                <a:lnTo>
                  <a:pt x="226883" y="89632"/>
                </a:lnTo>
                <a:lnTo>
                  <a:pt x="226871" y="90165"/>
                </a:lnTo>
                <a:lnTo>
                  <a:pt x="226850" y="90691"/>
                </a:lnTo>
                <a:lnTo>
                  <a:pt x="226821" y="91209"/>
                </a:lnTo>
                <a:lnTo>
                  <a:pt x="226783" y="91719"/>
                </a:lnTo>
                <a:lnTo>
                  <a:pt x="226737" y="92222"/>
                </a:lnTo>
                <a:lnTo>
                  <a:pt x="226683" y="92717"/>
                </a:lnTo>
                <a:lnTo>
                  <a:pt x="226621" y="93204"/>
                </a:lnTo>
                <a:lnTo>
                  <a:pt x="226550" y="93683"/>
                </a:lnTo>
                <a:lnTo>
                  <a:pt x="226470" y="94155"/>
                </a:lnTo>
                <a:lnTo>
                  <a:pt x="226383" y="94619"/>
                </a:lnTo>
                <a:lnTo>
                  <a:pt x="226287" y="95075"/>
                </a:lnTo>
                <a:lnTo>
                  <a:pt x="226182" y="95524"/>
                </a:lnTo>
                <a:lnTo>
                  <a:pt x="226070" y="95964"/>
                </a:lnTo>
                <a:lnTo>
                  <a:pt x="225949" y="96397"/>
                </a:lnTo>
                <a:lnTo>
                  <a:pt x="225819" y="96823"/>
                </a:lnTo>
                <a:lnTo>
                  <a:pt x="225682" y="97240"/>
                </a:lnTo>
                <a:lnTo>
                  <a:pt x="225535" y="97650"/>
                </a:lnTo>
                <a:lnTo>
                  <a:pt x="225381" y="98052"/>
                </a:lnTo>
                <a:lnTo>
                  <a:pt x="225218" y="98446"/>
                </a:lnTo>
                <a:lnTo>
                  <a:pt x="225047" y="98833"/>
                </a:lnTo>
                <a:lnTo>
                  <a:pt x="224868" y="99212"/>
                </a:lnTo>
                <a:lnTo>
                  <a:pt x="224680" y="99583"/>
                </a:lnTo>
                <a:lnTo>
                  <a:pt x="224484" y="99946"/>
                </a:lnTo>
                <a:lnTo>
                  <a:pt x="224280" y="100302"/>
                </a:lnTo>
                <a:lnTo>
                  <a:pt x="224069" y="100650"/>
                </a:lnTo>
                <a:lnTo>
                  <a:pt x="223851" y="100990"/>
                </a:lnTo>
                <a:lnTo>
                  <a:pt x="223627" y="101323"/>
                </a:lnTo>
                <a:lnTo>
                  <a:pt x="223395" y="101648"/>
                </a:lnTo>
                <a:lnTo>
                  <a:pt x="223156" y="101966"/>
                </a:lnTo>
                <a:lnTo>
                  <a:pt x="222910" y="102276"/>
                </a:lnTo>
                <a:lnTo>
                  <a:pt x="222658" y="102578"/>
                </a:lnTo>
                <a:lnTo>
                  <a:pt x="222398" y="102873"/>
                </a:lnTo>
                <a:lnTo>
                  <a:pt x="222132" y="103160"/>
                </a:lnTo>
                <a:lnTo>
                  <a:pt x="221858" y="103439"/>
                </a:lnTo>
                <a:lnTo>
                  <a:pt x="221577" y="103711"/>
                </a:lnTo>
                <a:lnTo>
                  <a:pt x="221290" y="103975"/>
                </a:lnTo>
                <a:lnTo>
                  <a:pt x="220995" y="104232"/>
                </a:lnTo>
                <a:lnTo>
                  <a:pt x="220694" y="104481"/>
                </a:lnTo>
                <a:lnTo>
                  <a:pt x="220385" y="104722"/>
                </a:lnTo>
                <a:lnTo>
                  <a:pt x="220070" y="104956"/>
                </a:lnTo>
                <a:lnTo>
                  <a:pt x="219748" y="105183"/>
                </a:lnTo>
                <a:lnTo>
                  <a:pt x="219418" y="105401"/>
                </a:lnTo>
                <a:lnTo>
                  <a:pt x="219082" y="105612"/>
                </a:lnTo>
                <a:lnTo>
                  <a:pt x="218738" y="105816"/>
                </a:lnTo>
                <a:lnTo>
                  <a:pt x="218388" y="106011"/>
                </a:lnTo>
                <a:lnTo>
                  <a:pt x="218031" y="106200"/>
                </a:lnTo>
                <a:lnTo>
                  <a:pt x="217666" y="106380"/>
                </a:lnTo>
                <a:lnTo>
                  <a:pt x="217296" y="106553"/>
                </a:lnTo>
                <a:lnTo>
                  <a:pt x="216919" y="106719"/>
                </a:lnTo>
                <a:lnTo>
                  <a:pt x="216537" y="106877"/>
                </a:lnTo>
                <a:lnTo>
                  <a:pt x="216149" y="107028"/>
                </a:lnTo>
                <a:lnTo>
                  <a:pt x="215754" y="107172"/>
                </a:lnTo>
                <a:lnTo>
                  <a:pt x="215354" y="107308"/>
                </a:lnTo>
                <a:lnTo>
                  <a:pt x="214949" y="107437"/>
                </a:lnTo>
                <a:lnTo>
                  <a:pt x="214537" y="107559"/>
                </a:lnTo>
                <a:lnTo>
                  <a:pt x="214119" y="107673"/>
                </a:lnTo>
                <a:lnTo>
                  <a:pt x="213696" y="107780"/>
                </a:lnTo>
                <a:lnTo>
                  <a:pt x="213267" y="107879"/>
                </a:lnTo>
                <a:lnTo>
                  <a:pt x="212832" y="107971"/>
                </a:lnTo>
                <a:lnTo>
                  <a:pt x="212391" y="108056"/>
                </a:lnTo>
                <a:lnTo>
                  <a:pt x="211944" y="108133"/>
                </a:lnTo>
                <a:lnTo>
                  <a:pt x="211491" y="108203"/>
                </a:lnTo>
                <a:lnTo>
                  <a:pt x="211033" y="108266"/>
                </a:lnTo>
                <a:lnTo>
                  <a:pt x="210568" y="108321"/>
                </a:lnTo>
                <a:lnTo>
                  <a:pt x="210098" y="108369"/>
                </a:lnTo>
                <a:lnTo>
                  <a:pt x="209622" y="108410"/>
                </a:lnTo>
                <a:lnTo>
                  <a:pt x="209140" y="108443"/>
                </a:lnTo>
                <a:lnTo>
                  <a:pt x="208652" y="108468"/>
                </a:lnTo>
                <a:lnTo>
                  <a:pt x="208158" y="108487"/>
                </a:lnTo>
                <a:lnTo>
                  <a:pt x="207659" y="108498"/>
                </a:lnTo>
                <a:lnTo>
                  <a:pt x="207154" y="108502"/>
                </a:lnTo>
                <a:lnTo>
                  <a:pt x="206648" y="108498"/>
                </a:lnTo>
                <a:lnTo>
                  <a:pt x="206148" y="108486"/>
                </a:lnTo>
                <a:lnTo>
                  <a:pt x="205654" y="108466"/>
                </a:lnTo>
                <a:lnTo>
                  <a:pt x="205165" y="108439"/>
                </a:lnTo>
                <a:lnTo>
                  <a:pt x="204682" y="108403"/>
                </a:lnTo>
                <a:lnTo>
                  <a:pt x="204205" y="108360"/>
                </a:lnTo>
                <a:lnTo>
                  <a:pt x="203733" y="108309"/>
                </a:lnTo>
                <a:lnTo>
                  <a:pt x="203267" y="108249"/>
                </a:lnTo>
                <a:lnTo>
                  <a:pt x="202806" y="108182"/>
                </a:lnTo>
                <a:lnTo>
                  <a:pt x="202351" y="108108"/>
                </a:lnTo>
                <a:lnTo>
                  <a:pt x="201901" y="108025"/>
                </a:lnTo>
                <a:lnTo>
                  <a:pt x="201458" y="107934"/>
                </a:lnTo>
                <a:lnTo>
                  <a:pt x="201019" y="107836"/>
                </a:lnTo>
                <a:lnTo>
                  <a:pt x="200587" y="107729"/>
                </a:lnTo>
                <a:lnTo>
                  <a:pt x="200160" y="107615"/>
                </a:lnTo>
                <a:lnTo>
                  <a:pt x="199738" y="107493"/>
                </a:lnTo>
                <a:lnTo>
                  <a:pt x="199323" y="107363"/>
                </a:lnTo>
                <a:lnTo>
                  <a:pt x="198912" y="107225"/>
                </a:lnTo>
                <a:lnTo>
                  <a:pt x="198508" y="107079"/>
                </a:lnTo>
                <a:lnTo>
                  <a:pt x="198109" y="106926"/>
                </a:lnTo>
                <a:lnTo>
                  <a:pt x="197715" y="106764"/>
                </a:lnTo>
                <a:lnTo>
                  <a:pt x="197328" y="106595"/>
                </a:lnTo>
                <a:lnTo>
                  <a:pt x="196945" y="106417"/>
                </a:lnTo>
                <a:lnTo>
                  <a:pt x="196569" y="106232"/>
                </a:lnTo>
                <a:lnTo>
                  <a:pt x="196199" y="106040"/>
                </a:lnTo>
                <a:lnTo>
                  <a:pt x="195836" y="105841"/>
                </a:lnTo>
                <a:lnTo>
                  <a:pt x="195480" y="105636"/>
                </a:lnTo>
                <a:lnTo>
                  <a:pt x="195132" y="105425"/>
                </a:lnTo>
                <a:lnTo>
                  <a:pt x="194790" y="105207"/>
                </a:lnTo>
                <a:lnTo>
                  <a:pt x="194456" y="104983"/>
                </a:lnTo>
                <a:lnTo>
                  <a:pt x="194130" y="104752"/>
                </a:lnTo>
                <a:lnTo>
                  <a:pt x="193810" y="104515"/>
                </a:lnTo>
                <a:lnTo>
                  <a:pt x="193498" y="104272"/>
                </a:lnTo>
                <a:lnTo>
                  <a:pt x="193193" y="104022"/>
                </a:lnTo>
                <a:lnTo>
                  <a:pt x="192895" y="103766"/>
                </a:lnTo>
                <a:lnTo>
                  <a:pt x="192604" y="103504"/>
                </a:lnTo>
                <a:lnTo>
                  <a:pt x="192321" y="103235"/>
                </a:lnTo>
                <a:lnTo>
                  <a:pt x="192045" y="102960"/>
                </a:lnTo>
                <a:lnTo>
                  <a:pt x="191776" y="102678"/>
                </a:lnTo>
                <a:lnTo>
                  <a:pt x="191514" y="102390"/>
                </a:lnTo>
                <a:lnTo>
                  <a:pt x="191259" y="102096"/>
                </a:lnTo>
                <a:lnTo>
                  <a:pt x="191012" y="101795"/>
                </a:lnTo>
                <a:lnTo>
                  <a:pt x="190772" y="101488"/>
                </a:lnTo>
                <a:lnTo>
                  <a:pt x="190539" y="101174"/>
                </a:lnTo>
                <a:lnTo>
                  <a:pt x="190313" y="100855"/>
                </a:lnTo>
                <a:lnTo>
                  <a:pt x="190095" y="100528"/>
                </a:lnTo>
                <a:lnTo>
                  <a:pt x="189884" y="100196"/>
                </a:lnTo>
                <a:lnTo>
                  <a:pt x="189680" y="99857"/>
                </a:lnTo>
                <a:lnTo>
                  <a:pt x="189484" y="99512"/>
                </a:lnTo>
                <a:lnTo>
                  <a:pt x="189296" y="99163"/>
                </a:lnTo>
                <a:lnTo>
                  <a:pt x="189117" y="98809"/>
                </a:lnTo>
                <a:lnTo>
                  <a:pt x="188945" y="98450"/>
                </a:lnTo>
                <a:lnTo>
                  <a:pt x="188783" y="98086"/>
                </a:lnTo>
                <a:lnTo>
                  <a:pt x="188628" y="97718"/>
                </a:lnTo>
                <a:lnTo>
                  <a:pt x="188482" y="97345"/>
                </a:lnTo>
                <a:lnTo>
                  <a:pt x="188344" y="96967"/>
                </a:lnTo>
                <a:lnTo>
                  <a:pt x="188215" y="96585"/>
                </a:lnTo>
                <a:lnTo>
                  <a:pt x="188094" y="96197"/>
                </a:lnTo>
                <a:lnTo>
                  <a:pt x="187981" y="95805"/>
                </a:lnTo>
                <a:lnTo>
                  <a:pt x="187877" y="95408"/>
                </a:lnTo>
                <a:lnTo>
                  <a:pt x="187781" y="95007"/>
                </a:lnTo>
                <a:lnTo>
                  <a:pt x="187693" y="94600"/>
                </a:lnTo>
                <a:lnTo>
                  <a:pt x="187614" y="94189"/>
                </a:lnTo>
                <a:lnTo>
                  <a:pt x="187543" y="93773"/>
                </a:lnTo>
                <a:lnTo>
                  <a:pt x="187480" y="93352"/>
                </a:lnTo>
                <a:lnTo>
                  <a:pt x="187426" y="92927"/>
                </a:lnTo>
                <a:lnTo>
                  <a:pt x="187380" y="92497"/>
                </a:lnTo>
                <a:lnTo>
                  <a:pt x="187343" y="92062"/>
                </a:lnTo>
                <a:lnTo>
                  <a:pt x="187314" y="91622"/>
                </a:lnTo>
                <a:lnTo>
                  <a:pt x="187293" y="91178"/>
                </a:lnTo>
                <a:lnTo>
                  <a:pt x="187280" y="90728"/>
                </a:lnTo>
                <a:lnTo>
                  <a:pt x="187276" y="90274"/>
                </a:lnTo>
                <a:lnTo>
                  <a:pt x="174000" y="90274"/>
                </a:lnTo>
                <a:lnTo>
                  <a:pt x="174005" y="90853"/>
                </a:lnTo>
                <a:lnTo>
                  <a:pt x="174018" y="91427"/>
                </a:lnTo>
                <a:lnTo>
                  <a:pt x="174041" y="91995"/>
                </a:lnTo>
                <a:lnTo>
                  <a:pt x="174072" y="92558"/>
                </a:lnTo>
                <a:lnTo>
                  <a:pt x="174112" y="93115"/>
                </a:lnTo>
                <a:lnTo>
                  <a:pt x="174162" y="93667"/>
                </a:lnTo>
                <a:lnTo>
                  <a:pt x="174220" y="94214"/>
                </a:lnTo>
                <a:lnTo>
                  <a:pt x="174287" y="94755"/>
                </a:lnTo>
                <a:lnTo>
                  <a:pt x="174364" y="95291"/>
                </a:lnTo>
                <a:lnTo>
                  <a:pt x="174449" y="95821"/>
                </a:lnTo>
                <a:lnTo>
                  <a:pt x="174543" y="96347"/>
                </a:lnTo>
                <a:lnTo>
                  <a:pt x="174646" y="96866"/>
                </a:lnTo>
                <a:lnTo>
                  <a:pt x="174758" y="97381"/>
                </a:lnTo>
                <a:lnTo>
                  <a:pt x="174879" y="97890"/>
                </a:lnTo>
                <a:lnTo>
                  <a:pt x="175009" y="98393"/>
                </a:lnTo>
                <a:lnTo>
                  <a:pt x="175148" y="98892"/>
                </a:lnTo>
                <a:lnTo>
                  <a:pt x="175296" y="99385"/>
                </a:lnTo>
                <a:lnTo>
                  <a:pt x="175453" y="99872"/>
                </a:lnTo>
                <a:lnTo>
                  <a:pt x="175619" y="100354"/>
                </a:lnTo>
                <a:lnTo>
                  <a:pt x="175794" y="100831"/>
                </a:lnTo>
                <a:lnTo>
                  <a:pt x="175978" y="101303"/>
                </a:lnTo>
                <a:lnTo>
                  <a:pt x="176171" y="101769"/>
                </a:lnTo>
                <a:lnTo>
                  <a:pt x="176373" y="102229"/>
                </a:lnTo>
                <a:lnTo>
                  <a:pt x="176584" y="102685"/>
                </a:lnTo>
                <a:lnTo>
                  <a:pt x="176802" y="103134"/>
                </a:lnTo>
                <a:lnTo>
                  <a:pt x="177028" y="103578"/>
                </a:lnTo>
                <a:lnTo>
                  <a:pt x="177261" y="104015"/>
                </a:lnTo>
                <a:lnTo>
                  <a:pt x="177501" y="104447"/>
                </a:lnTo>
                <a:lnTo>
                  <a:pt x="177747" y="104873"/>
                </a:lnTo>
                <a:lnTo>
                  <a:pt x="178001" y="105292"/>
                </a:lnTo>
                <a:lnTo>
                  <a:pt x="178262" y="105706"/>
                </a:lnTo>
                <a:lnTo>
                  <a:pt x="178529" y="106114"/>
                </a:lnTo>
                <a:lnTo>
                  <a:pt x="178804" y="106515"/>
                </a:lnTo>
                <a:lnTo>
                  <a:pt x="179085" y="106911"/>
                </a:lnTo>
                <a:lnTo>
                  <a:pt x="179374" y="107301"/>
                </a:lnTo>
                <a:lnTo>
                  <a:pt x="179669" y="107684"/>
                </a:lnTo>
                <a:lnTo>
                  <a:pt x="179972" y="108062"/>
                </a:lnTo>
                <a:lnTo>
                  <a:pt x="180281" y="108434"/>
                </a:lnTo>
                <a:lnTo>
                  <a:pt x="180598" y="108799"/>
                </a:lnTo>
                <a:lnTo>
                  <a:pt x="180921" y="109159"/>
                </a:lnTo>
                <a:lnTo>
                  <a:pt x="181252" y="109513"/>
                </a:lnTo>
                <a:lnTo>
                  <a:pt x="181589" y="109860"/>
                </a:lnTo>
                <a:lnTo>
                  <a:pt x="181933" y="110202"/>
                </a:lnTo>
                <a:lnTo>
                  <a:pt x="182285" y="110538"/>
                </a:lnTo>
                <a:lnTo>
                  <a:pt x="182643" y="110867"/>
                </a:lnTo>
                <a:lnTo>
                  <a:pt x="183008" y="111191"/>
                </a:lnTo>
                <a:lnTo>
                  <a:pt x="183380" y="111509"/>
                </a:lnTo>
                <a:lnTo>
                  <a:pt x="183760" y="111821"/>
                </a:lnTo>
                <a:lnTo>
                  <a:pt x="184145" y="112126"/>
                </a:lnTo>
                <a:lnTo>
                  <a:pt x="184535" y="112426"/>
                </a:lnTo>
                <a:lnTo>
                  <a:pt x="184930" y="112719"/>
                </a:lnTo>
                <a:lnTo>
                  <a:pt x="185329" y="113006"/>
                </a:lnTo>
                <a:lnTo>
                  <a:pt x="185734" y="113288"/>
                </a:lnTo>
                <a:lnTo>
                  <a:pt x="186143" y="113563"/>
                </a:lnTo>
                <a:lnTo>
                  <a:pt x="186558" y="113832"/>
                </a:lnTo>
                <a:lnTo>
                  <a:pt x="186977" y="114094"/>
                </a:lnTo>
                <a:lnTo>
                  <a:pt x="187401" y="114351"/>
                </a:lnTo>
                <a:lnTo>
                  <a:pt x="187830" y="114602"/>
                </a:lnTo>
                <a:lnTo>
                  <a:pt x="188264" y="114846"/>
                </a:lnTo>
                <a:lnTo>
                  <a:pt x="188702" y="115085"/>
                </a:lnTo>
                <a:lnTo>
                  <a:pt x="189146" y="115317"/>
                </a:lnTo>
                <a:lnTo>
                  <a:pt x="189594" y="115543"/>
                </a:lnTo>
                <a:lnTo>
                  <a:pt x="190047" y="115763"/>
                </a:lnTo>
                <a:lnTo>
                  <a:pt x="190505" y="115977"/>
                </a:lnTo>
                <a:lnTo>
                  <a:pt x="190968" y="116184"/>
                </a:lnTo>
                <a:lnTo>
                  <a:pt x="191436" y="116386"/>
                </a:lnTo>
                <a:lnTo>
                  <a:pt x="191908" y="116582"/>
                </a:lnTo>
                <a:lnTo>
                  <a:pt x="192386" y="116771"/>
                </a:lnTo>
                <a:lnTo>
                  <a:pt x="192868" y="116954"/>
                </a:lnTo>
                <a:lnTo>
                  <a:pt x="193355" y="117131"/>
                </a:lnTo>
                <a:lnTo>
                  <a:pt x="193847" y="117302"/>
                </a:lnTo>
                <a:lnTo>
                  <a:pt x="194344" y="117467"/>
                </a:lnTo>
                <a:lnTo>
                  <a:pt x="194845" y="117626"/>
                </a:lnTo>
                <a:lnTo>
                  <a:pt x="195349" y="117777"/>
                </a:lnTo>
                <a:lnTo>
                  <a:pt x="195855" y="117922"/>
                </a:lnTo>
                <a:lnTo>
                  <a:pt x="196365" y="118061"/>
                </a:lnTo>
                <a:lnTo>
                  <a:pt x="196877" y="118192"/>
                </a:lnTo>
                <a:lnTo>
                  <a:pt x="197392" y="118317"/>
                </a:lnTo>
                <a:lnTo>
                  <a:pt x="197910" y="118435"/>
                </a:lnTo>
                <a:lnTo>
                  <a:pt x="198431" y="118546"/>
                </a:lnTo>
                <a:lnTo>
                  <a:pt x="198954" y="118651"/>
                </a:lnTo>
                <a:lnTo>
                  <a:pt x="199481" y="118748"/>
                </a:lnTo>
                <a:lnTo>
                  <a:pt x="200010" y="118839"/>
                </a:lnTo>
                <a:lnTo>
                  <a:pt x="200543" y="118924"/>
                </a:lnTo>
                <a:lnTo>
                  <a:pt x="201078" y="119001"/>
                </a:lnTo>
                <a:lnTo>
                  <a:pt x="201616" y="119072"/>
                </a:lnTo>
                <a:lnTo>
                  <a:pt x="202157" y="119136"/>
                </a:lnTo>
                <a:lnTo>
                  <a:pt x="202700" y="119193"/>
                </a:lnTo>
                <a:lnTo>
                  <a:pt x="203247" y="119244"/>
                </a:lnTo>
                <a:lnTo>
                  <a:pt x="203797" y="119288"/>
                </a:lnTo>
                <a:lnTo>
                  <a:pt x="204349" y="119325"/>
                </a:lnTo>
                <a:lnTo>
                  <a:pt x="204904" y="119355"/>
                </a:lnTo>
                <a:lnTo>
                  <a:pt x="205462" y="119379"/>
                </a:lnTo>
                <a:lnTo>
                  <a:pt x="206023" y="119396"/>
                </a:lnTo>
                <a:lnTo>
                  <a:pt x="206587" y="119406"/>
                </a:lnTo>
                <a:lnTo>
                  <a:pt x="207154" y="119409"/>
                </a:lnTo>
                <a:lnTo>
                  <a:pt x="207744" y="119406"/>
                </a:lnTo>
                <a:lnTo>
                  <a:pt x="208330" y="119395"/>
                </a:lnTo>
                <a:lnTo>
                  <a:pt x="208913" y="119378"/>
                </a:lnTo>
                <a:lnTo>
                  <a:pt x="209492" y="119353"/>
                </a:lnTo>
                <a:lnTo>
                  <a:pt x="210067" y="119322"/>
                </a:lnTo>
                <a:lnTo>
                  <a:pt x="210638" y="119283"/>
                </a:lnTo>
                <a:lnTo>
                  <a:pt x="211206" y="119238"/>
                </a:lnTo>
                <a:lnTo>
                  <a:pt x="211770" y="119186"/>
                </a:lnTo>
                <a:lnTo>
                  <a:pt x="212330" y="119126"/>
                </a:lnTo>
                <a:lnTo>
                  <a:pt x="212887" y="119060"/>
                </a:lnTo>
                <a:lnTo>
                  <a:pt x="213440" y="118987"/>
                </a:lnTo>
                <a:lnTo>
                  <a:pt x="213989" y="118906"/>
                </a:lnTo>
                <a:lnTo>
                  <a:pt x="214534" y="118819"/>
                </a:lnTo>
                <a:lnTo>
                  <a:pt x="215076" y="118725"/>
                </a:lnTo>
                <a:lnTo>
                  <a:pt x="215613" y="118623"/>
                </a:lnTo>
                <a:lnTo>
                  <a:pt x="216148" y="118515"/>
                </a:lnTo>
                <a:lnTo>
                  <a:pt x="216678" y="118400"/>
                </a:lnTo>
                <a:lnTo>
                  <a:pt x="217205" y="118278"/>
                </a:lnTo>
                <a:lnTo>
                  <a:pt x="217727" y="118148"/>
                </a:lnTo>
                <a:lnTo>
                  <a:pt x="218247" y="118012"/>
                </a:lnTo>
                <a:lnTo>
                  <a:pt x="218762" y="117869"/>
                </a:lnTo>
                <a:lnTo>
                  <a:pt x="219274" y="117719"/>
                </a:lnTo>
                <a:lnTo>
                  <a:pt x="219782" y="117562"/>
                </a:lnTo>
                <a:lnTo>
                  <a:pt x="220286" y="117398"/>
                </a:lnTo>
                <a:lnTo>
                  <a:pt x="220785" y="117227"/>
                </a:lnTo>
                <a:lnTo>
                  <a:pt x="221280" y="117049"/>
                </a:lnTo>
                <a:lnTo>
                  <a:pt x="221769" y="116864"/>
                </a:lnTo>
                <a:lnTo>
                  <a:pt x="222252" y="116673"/>
                </a:lnTo>
                <a:lnTo>
                  <a:pt x="222730" y="116475"/>
                </a:lnTo>
                <a:lnTo>
                  <a:pt x="223203" y="116271"/>
                </a:lnTo>
                <a:lnTo>
                  <a:pt x="223671" y="116059"/>
                </a:lnTo>
                <a:lnTo>
                  <a:pt x="224133" y="115841"/>
                </a:lnTo>
                <a:lnTo>
                  <a:pt x="224590" y="115616"/>
                </a:lnTo>
                <a:lnTo>
                  <a:pt x="225041" y="115385"/>
                </a:lnTo>
                <a:lnTo>
                  <a:pt x="225487" y="115146"/>
                </a:lnTo>
                <a:lnTo>
                  <a:pt x="225928" y="114901"/>
                </a:lnTo>
                <a:lnTo>
                  <a:pt x="226363" y="114649"/>
                </a:lnTo>
                <a:lnTo>
                  <a:pt x="226793" y="114391"/>
                </a:lnTo>
                <a:lnTo>
                  <a:pt x="227218" y="114126"/>
                </a:lnTo>
                <a:lnTo>
                  <a:pt x="227637" y="113853"/>
                </a:lnTo>
                <a:lnTo>
                  <a:pt x="228051" y="113575"/>
                </a:lnTo>
                <a:lnTo>
                  <a:pt x="228460" y="113289"/>
                </a:lnTo>
                <a:lnTo>
                  <a:pt x="228863" y="112997"/>
                </a:lnTo>
                <a:lnTo>
                  <a:pt x="229261" y="112698"/>
                </a:lnTo>
                <a:lnTo>
                  <a:pt x="229653" y="112392"/>
                </a:lnTo>
                <a:lnTo>
                  <a:pt x="230040" y="112080"/>
                </a:lnTo>
                <a:lnTo>
                  <a:pt x="230422" y="111761"/>
                </a:lnTo>
                <a:lnTo>
                  <a:pt x="230799" y="111435"/>
                </a:lnTo>
                <a:lnTo>
                  <a:pt x="231169" y="111102"/>
                </a:lnTo>
                <a:lnTo>
                  <a:pt x="231532" y="110764"/>
                </a:lnTo>
                <a:lnTo>
                  <a:pt x="231888" y="110420"/>
                </a:lnTo>
                <a:lnTo>
                  <a:pt x="232238" y="110069"/>
                </a:lnTo>
                <a:lnTo>
                  <a:pt x="232580" y="109713"/>
                </a:lnTo>
                <a:lnTo>
                  <a:pt x="232916" y="109350"/>
                </a:lnTo>
                <a:lnTo>
                  <a:pt x="233244" y="108982"/>
                </a:lnTo>
                <a:lnTo>
                  <a:pt x="233565" y="108608"/>
                </a:lnTo>
                <a:lnTo>
                  <a:pt x="233880" y="108227"/>
                </a:lnTo>
                <a:lnTo>
                  <a:pt x="234187" y="107841"/>
                </a:lnTo>
                <a:lnTo>
                  <a:pt x="234488" y="107449"/>
                </a:lnTo>
                <a:lnTo>
                  <a:pt x="234781" y="107051"/>
                </a:lnTo>
                <a:lnTo>
                  <a:pt x="235068" y="106647"/>
                </a:lnTo>
                <a:lnTo>
                  <a:pt x="235347" y="106236"/>
                </a:lnTo>
                <a:lnTo>
                  <a:pt x="235620" y="105820"/>
                </a:lnTo>
                <a:lnTo>
                  <a:pt x="235886" y="105398"/>
                </a:lnTo>
                <a:lnTo>
                  <a:pt x="236144" y="104970"/>
                </a:lnTo>
                <a:lnTo>
                  <a:pt x="236396" y="104536"/>
                </a:lnTo>
                <a:lnTo>
                  <a:pt x="236641" y="104096"/>
                </a:lnTo>
                <a:lnTo>
                  <a:pt x="236878" y="103650"/>
                </a:lnTo>
                <a:lnTo>
                  <a:pt x="237109" y="103198"/>
                </a:lnTo>
                <a:lnTo>
                  <a:pt x="237333" y="102739"/>
                </a:lnTo>
                <a:lnTo>
                  <a:pt x="237550" y="102275"/>
                </a:lnTo>
                <a:lnTo>
                  <a:pt x="237759" y="101805"/>
                </a:lnTo>
                <a:lnTo>
                  <a:pt x="237961" y="101330"/>
                </a:lnTo>
                <a:lnTo>
                  <a:pt x="238155" y="100848"/>
                </a:lnTo>
                <a:lnTo>
                  <a:pt x="238340" y="100361"/>
                </a:lnTo>
                <a:lnTo>
                  <a:pt x="238516" y="99868"/>
                </a:lnTo>
                <a:lnTo>
                  <a:pt x="238683" y="99369"/>
                </a:lnTo>
                <a:lnTo>
                  <a:pt x="238842" y="98864"/>
                </a:lnTo>
                <a:lnTo>
                  <a:pt x="238993" y="98354"/>
                </a:lnTo>
                <a:lnTo>
                  <a:pt x="239135" y="97838"/>
                </a:lnTo>
                <a:lnTo>
                  <a:pt x="239268" y="97316"/>
                </a:lnTo>
                <a:lnTo>
                  <a:pt x="239393" y="96789"/>
                </a:lnTo>
                <a:lnTo>
                  <a:pt x="239509" y="96255"/>
                </a:lnTo>
                <a:lnTo>
                  <a:pt x="239616" y="95717"/>
                </a:lnTo>
                <a:lnTo>
                  <a:pt x="239715" y="95172"/>
                </a:lnTo>
                <a:lnTo>
                  <a:pt x="239805" y="94621"/>
                </a:lnTo>
                <a:lnTo>
                  <a:pt x="239887" y="94065"/>
                </a:lnTo>
                <a:lnTo>
                  <a:pt x="239960" y="93503"/>
                </a:lnTo>
                <a:lnTo>
                  <a:pt x="240024" y="92936"/>
                </a:lnTo>
                <a:lnTo>
                  <a:pt x="240080" y="92362"/>
                </a:lnTo>
                <a:lnTo>
                  <a:pt x="240128" y="91783"/>
                </a:lnTo>
                <a:lnTo>
                  <a:pt x="240166" y="91198"/>
                </a:lnTo>
                <a:lnTo>
                  <a:pt x="240196" y="90607"/>
                </a:lnTo>
                <a:lnTo>
                  <a:pt x="240218" y="90011"/>
                </a:lnTo>
                <a:lnTo>
                  <a:pt x="240231" y="89409"/>
                </a:lnTo>
                <a:lnTo>
                  <a:pt x="240235" y="88801"/>
                </a:lnTo>
                <a:lnTo>
                  <a:pt x="240232" y="88412"/>
                </a:lnTo>
                <a:lnTo>
                  <a:pt x="240224" y="88022"/>
                </a:lnTo>
                <a:lnTo>
                  <a:pt x="240211" y="87633"/>
                </a:lnTo>
                <a:lnTo>
                  <a:pt x="240192" y="87243"/>
                </a:lnTo>
                <a:lnTo>
                  <a:pt x="240168" y="86853"/>
                </a:lnTo>
                <a:lnTo>
                  <a:pt x="240139" y="86463"/>
                </a:lnTo>
                <a:lnTo>
                  <a:pt x="240104" y="86073"/>
                </a:lnTo>
                <a:lnTo>
                  <a:pt x="240064" y="85683"/>
                </a:lnTo>
                <a:lnTo>
                  <a:pt x="240018" y="85293"/>
                </a:lnTo>
                <a:lnTo>
                  <a:pt x="239967" y="84903"/>
                </a:lnTo>
                <a:lnTo>
                  <a:pt x="239911" y="84512"/>
                </a:lnTo>
                <a:lnTo>
                  <a:pt x="239849" y="84122"/>
                </a:lnTo>
                <a:lnTo>
                  <a:pt x="239782" y="83731"/>
                </a:lnTo>
                <a:lnTo>
                  <a:pt x="239710" y="83340"/>
                </a:lnTo>
                <a:lnTo>
                  <a:pt x="239632" y="82949"/>
                </a:lnTo>
                <a:lnTo>
                  <a:pt x="239549" y="82558"/>
                </a:lnTo>
                <a:lnTo>
                  <a:pt x="239461" y="82167"/>
                </a:lnTo>
                <a:lnTo>
                  <a:pt x="239367" y="81776"/>
                </a:lnTo>
                <a:lnTo>
                  <a:pt x="239268" y="81384"/>
                </a:lnTo>
                <a:lnTo>
                  <a:pt x="239164" y="80993"/>
                </a:lnTo>
                <a:lnTo>
                  <a:pt x="239054" y="80601"/>
                </a:lnTo>
                <a:lnTo>
                  <a:pt x="238939" y="80209"/>
                </a:lnTo>
                <a:lnTo>
                  <a:pt x="238818" y="79817"/>
                </a:lnTo>
                <a:lnTo>
                  <a:pt x="238692" y="79425"/>
                </a:lnTo>
                <a:lnTo>
                  <a:pt x="238560" y="79034"/>
                </a:lnTo>
                <a:lnTo>
                  <a:pt x="238420" y="78646"/>
                </a:lnTo>
                <a:lnTo>
                  <a:pt x="238272" y="78260"/>
                </a:lnTo>
                <a:lnTo>
                  <a:pt x="238116" y="77877"/>
                </a:lnTo>
                <a:lnTo>
                  <a:pt x="237953" y="77497"/>
                </a:lnTo>
                <a:lnTo>
                  <a:pt x="237782" y="77119"/>
                </a:lnTo>
                <a:lnTo>
                  <a:pt x="237603" y="76744"/>
                </a:lnTo>
                <a:lnTo>
                  <a:pt x="237417" y="76371"/>
                </a:lnTo>
                <a:lnTo>
                  <a:pt x="237222" y="76001"/>
                </a:lnTo>
                <a:lnTo>
                  <a:pt x="237020" y="75634"/>
                </a:lnTo>
                <a:lnTo>
                  <a:pt x="236811" y="75269"/>
                </a:lnTo>
                <a:lnTo>
                  <a:pt x="236593" y="74907"/>
                </a:lnTo>
                <a:lnTo>
                  <a:pt x="236368" y="74548"/>
                </a:lnTo>
                <a:lnTo>
                  <a:pt x="236135" y="74191"/>
                </a:lnTo>
                <a:lnTo>
                  <a:pt x="235895" y="73837"/>
                </a:lnTo>
                <a:lnTo>
                  <a:pt x="235646" y="73485"/>
                </a:lnTo>
                <a:lnTo>
                  <a:pt x="235390" y="73136"/>
                </a:lnTo>
                <a:lnTo>
                  <a:pt x="235127" y="72790"/>
                </a:lnTo>
                <a:lnTo>
                  <a:pt x="234855" y="72446"/>
                </a:lnTo>
                <a:lnTo>
                  <a:pt x="234576" y="72105"/>
                </a:lnTo>
                <a:lnTo>
                  <a:pt x="234289" y="71767"/>
                </a:lnTo>
                <a:lnTo>
                  <a:pt x="233994" y="71431"/>
                </a:lnTo>
                <a:lnTo>
                  <a:pt x="233692" y="71097"/>
                </a:lnTo>
                <a:lnTo>
                  <a:pt x="233382" y="70767"/>
                </a:lnTo>
                <a:lnTo>
                  <a:pt x="233063" y="70440"/>
                </a:lnTo>
                <a:lnTo>
                  <a:pt x="232735" y="70119"/>
                </a:lnTo>
                <a:lnTo>
                  <a:pt x="232397" y="69804"/>
                </a:lnTo>
                <a:lnTo>
                  <a:pt x="232049" y="69494"/>
                </a:lnTo>
                <a:lnTo>
                  <a:pt x="231692" y="69189"/>
                </a:lnTo>
                <a:lnTo>
                  <a:pt x="231326" y="68890"/>
                </a:lnTo>
                <a:lnTo>
                  <a:pt x="230949" y="68596"/>
                </a:lnTo>
                <a:lnTo>
                  <a:pt x="230563" y="68308"/>
                </a:lnTo>
                <a:lnTo>
                  <a:pt x="230168" y="68026"/>
                </a:lnTo>
                <a:lnTo>
                  <a:pt x="229763" y="67749"/>
                </a:lnTo>
                <a:lnTo>
                  <a:pt x="229348" y="67477"/>
                </a:lnTo>
                <a:lnTo>
                  <a:pt x="228924" y="67211"/>
                </a:lnTo>
                <a:lnTo>
                  <a:pt x="228490" y="66950"/>
                </a:lnTo>
                <a:lnTo>
                  <a:pt x="228047" y="66695"/>
                </a:lnTo>
                <a:lnTo>
                  <a:pt x="227593" y="66445"/>
                </a:lnTo>
                <a:lnTo>
                  <a:pt x="227131" y="66201"/>
                </a:lnTo>
                <a:lnTo>
                  <a:pt x="226659" y="65962"/>
                </a:lnTo>
                <a:lnTo>
                  <a:pt x="226177" y="65729"/>
                </a:lnTo>
                <a:lnTo>
                  <a:pt x="225685" y="65502"/>
                </a:lnTo>
                <a:lnTo>
                  <a:pt x="225184" y="65279"/>
                </a:lnTo>
                <a:lnTo>
                  <a:pt x="224674" y="65063"/>
                </a:lnTo>
                <a:lnTo>
                  <a:pt x="224154" y="64851"/>
                </a:lnTo>
                <a:lnTo>
                  <a:pt x="223624" y="64646"/>
                </a:lnTo>
                <a:lnTo>
                  <a:pt x="223084" y="64445"/>
                </a:lnTo>
                <a:lnTo>
                  <a:pt x="222534" y="64252"/>
                </a:lnTo>
                <a:lnTo>
                  <a:pt x="222383" y="64202"/>
                </a:lnTo>
                <a:lnTo>
                  <a:pt x="222708" y="64056"/>
                </a:lnTo>
                <a:lnTo>
                  <a:pt x="223189" y="63833"/>
                </a:lnTo>
                <a:lnTo>
                  <a:pt x="223662" y="63605"/>
                </a:lnTo>
                <a:lnTo>
                  <a:pt x="224127" y="63372"/>
                </a:lnTo>
                <a:close/>
                <a:moveTo>
                  <a:pt x="110296" y="106375"/>
                </a:moveTo>
                <a:lnTo>
                  <a:pt x="110702" y="106173"/>
                </a:lnTo>
                <a:lnTo>
                  <a:pt x="111103" y="105966"/>
                </a:lnTo>
                <a:lnTo>
                  <a:pt x="111498" y="105754"/>
                </a:lnTo>
                <a:lnTo>
                  <a:pt x="111886" y="105537"/>
                </a:lnTo>
                <a:lnTo>
                  <a:pt x="112269" y="105316"/>
                </a:lnTo>
                <a:lnTo>
                  <a:pt x="112646" y="105089"/>
                </a:lnTo>
                <a:lnTo>
                  <a:pt x="113017" y="104858"/>
                </a:lnTo>
                <a:lnTo>
                  <a:pt x="113381" y="104622"/>
                </a:lnTo>
                <a:lnTo>
                  <a:pt x="113740" y="104381"/>
                </a:lnTo>
                <a:lnTo>
                  <a:pt x="114093" y="104135"/>
                </a:lnTo>
                <a:lnTo>
                  <a:pt x="114440" y="103885"/>
                </a:lnTo>
                <a:lnTo>
                  <a:pt x="114779" y="103630"/>
                </a:lnTo>
                <a:lnTo>
                  <a:pt x="115112" y="103370"/>
                </a:lnTo>
                <a:lnTo>
                  <a:pt x="115439" y="103105"/>
                </a:lnTo>
                <a:lnTo>
                  <a:pt x="115758" y="102836"/>
                </a:lnTo>
                <a:lnTo>
                  <a:pt x="116071" y="102562"/>
                </a:lnTo>
                <a:lnTo>
                  <a:pt x="116377" y="102284"/>
                </a:lnTo>
                <a:lnTo>
                  <a:pt x="116676" y="102001"/>
                </a:lnTo>
                <a:lnTo>
                  <a:pt x="116969" y="101714"/>
                </a:lnTo>
                <a:lnTo>
                  <a:pt x="117255" y="101421"/>
                </a:lnTo>
                <a:lnTo>
                  <a:pt x="117534" y="101125"/>
                </a:lnTo>
                <a:lnTo>
                  <a:pt x="117807" y="100823"/>
                </a:lnTo>
                <a:lnTo>
                  <a:pt x="118072" y="100517"/>
                </a:lnTo>
                <a:lnTo>
                  <a:pt x="118331" y="100207"/>
                </a:lnTo>
                <a:lnTo>
                  <a:pt x="118584" y="99892"/>
                </a:lnTo>
                <a:lnTo>
                  <a:pt x="118829" y="99572"/>
                </a:lnTo>
                <a:lnTo>
                  <a:pt x="119068" y="99247"/>
                </a:lnTo>
                <a:lnTo>
                  <a:pt x="119300" y="98918"/>
                </a:lnTo>
                <a:lnTo>
                  <a:pt x="119526" y="98585"/>
                </a:lnTo>
                <a:lnTo>
                  <a:pt x="119744" y="98246"/>
                </a:lnTo>
                <a:lnTo>
                  <a:pt x="119956" y="97904"/>
                </a:lnTo>
                <a:lnTo>
                  <a:pt x="120161" y="97556"/>
                </a:lnTo>
                <a:lnTo>
                  <a:pt x="120360" y="97204"/>
                </a:lnTo>
                <a:lnTo>
                  <a:pt x="120552" y="96847"/>
                </a:lnTo>
                <a:lnTo>
                  <a:pt x="120736" y="96486"/>
                </a:lnTo>
                <a:lnTo>
                  <a:pt x="120913" y="96121"/>
                </a:lnTo>
                <a:lnTo>
                  <a:pt x="121081" y="95752"/>
                </a:lnTo>
                <a:lnTo>
                  <a:pt x="121242" y="95379"/>
                </a:lnTo>
                <a:lnTo>
                  <a:pt x="121395" y="95003"/>
                </a:lnTo>
                <a:lnTo>
                  <a:pt x="121540" y="94622"/>
                </a:lnTo>
                <a:lnTo>
                  <a:pt x="121678" y="94237"/>
                </a:lnTo>
                <a:lnTo>
                  <a:pt x="121807" y="93848"/>
                </a:lnTo>
                <a:lnTo>
                  <a:pt x="121929" y="93455"/>
                </a:lnTo>
                <a:lnTo>
                  <a:pt x="122043" y="93058"/>
                </a:lnTo>
                <a:lnTo>
                  <a:pt x="122149" y="92657"/>
                </a:lnTo>
                <a:lnTo>
                  <a:pt x="122247" y="92252"/>
                </a:lnTo>
                <a:lnTo>
                  <a:pt x="122337" y="91844"/>
                </a:lnTo>
                <a:lnTo>
                  <a:pt x="122420" y="91431"/>
                </a:lnTo>
                <a:lnTo>
                  <a:pt x="122494" y="91014"/>
                </a:lnTo>
                <a:lnTo>
                  <a:pt x="122561" y="90593"/>
                </a:lnTo>
                <a:lnTo>
                  <a:pt x="122620" y="90168"/>
                </a:lnTo>
                <a:lnTo>
                  <a:pt x="122671" y="89740"/>
                </a:lnTo>
                <a:lnTo>
                  <a:pt x="122714" y="89307"/>
                </a:lnTo>
                <a:lnTo>
                  <a:pt x="122749" y="88870"/>
                </a:lnTo>
                <a:lnTo>
                  <a:pt x="122777" y="88429"/>
                </a:lnTo>
                <a:lnTo>
                  <a:pt x="122796" y="87985"/>
                </a:lnTo>
                <a:lnTo>
                  <a:pt x="122808" y="87536"/>
                </a:lnTo>
                <a:lnTo>
                  <a:pt x="122812" y="87083"/>
                </a:lnTo>
                <a:lnTo>
                  <a:pt x="122808" y="86530"/>
                </a:lnTo>
                <a:lnTo>
                  <a:pt x="122796" y="85984"/>
                </a:lnTo>
                <a:lnTo>
                  <a:pt x="122777" y="85444"/>
                </a:lnTo>
                <a:lnTo>
                  <a:pt x="122749" y="84910"/>
                </a:lnTo>
                <a:lnTo>
                  <a:pt x="122714" y="84383"/>
                </a:lnTo>
                <a:lnTo>
                  <a:pt x="122671" y="83862"/>
                </a:lnTo>
                <a:lnTo>
                  <a:pt x="122620" y="83348"/>
                </a:lnTo>
                <a:lnTo>
                  <a:pt x="122561" y="82840"/>
                </a:lnTo>
                <a:lnTo>
                  <a:pt x="122494" y="82339"/>
                </a:lnTo>
                <a:lnTo>
                  <a:pt x="122420" y="81844"/>
                </a:lnTo>
                <a:lnTo>
                  <a:pt x="122337" y="81356"/>
                </a:lnTo>
                <a:lnTo>
                  <a:pt x="122247" y="80874"/>
                </a:lnTo>
                <a:lnTo>
                  <a:pt x="122149" y="80399"/>
                </a:lnTo>
                <a:lnTo>
                  <a:pt x="122043" y="79930"/>
                </a:lnTo>
                <a:lnTo>
                  <a:pt x="121929" y="79467"/>
                </a:lnTo>
                <a:lnTo>
                  <a:pt x="121807" y="79011"/>
                </a:lnTo>
                <a:lnTo>
                  <a:pt x="121678" y="78562"/>
                </a:lnTo>
                <a:lnTo>
                  <a:pt x="121540" y="78119"/>
                </a:lnTo>
                <a:lnTo>
                  <a:pt x="121395" y="77682"/>
                </a:lnTo>
                <a:lnTo>
                  <a:pt x="121242" y="77252"/>
                </a:lnTo>
                <a:lnTo>
                  <a:pt x="121081" y="76829"/>
                </a:lnTo>
                <a:lnTo>
                  <a:pt x="120913" y="76412"/>
                </a:lnTo>
                <a:lnTo>
                  <a:pt x="120736" y="76001"/>
                </a:lnTo>
                <a:lnTo>
                  <a:pt x="120552" y="75597"/>
                </a:lnTo>
                <a:lnTo>
                  <a:pt x="120360" y="75199"/>
                </a:lnTo>
                <a:lnTo>
                  <a:pt x="120161" y="74805"/>
                </a:lnTo>
                <a:lnTo>
                  <a:pt x="119954" y="74416"/>
                </a:lnTo>
                <a:lnTo>
                  <a:pt x="119741" y="74032"/>
                </a:lnTo>
                <a:lnTo>
                  <a:pt x="119521" y="73653"/>
                </a:lnTo>
                <a:lnTo>
                  <a:pt x="119293" y="73279"/>
                </a:lnTo>
                <a:lnTo>
                  <a:pt x="119059" y="72909"/>
                </a:lnTo>
                <a:lnTo>
                  <a:pt x="118817" y="72545"/>
                </a:lnTo>
                <a:lnTo>
                  <a:pt x="118569" y="72185"/>
                </a:lnTo>
                <a:lnTo>
                  <a:pt x="118313" y="71831"/>
                </a:lnTo>
                <a:lnTo>
                  <a:pt x="118050" y="71481"/>
                </a:lnTo>
                <a:lnTo>
                  <a:pt x="117780" y="71136"/>
                </a:lnTo>
                <a:lnTo>
                  <a:pt x="117503" y="70796"/>
                </a:lnTo>
                <a:lnTo>
                  <a:pt x="117218" y="70460"/>
                </a:lnTo>
                <a:lnTo>
                  <a:pt x="116927" y="70130"/>
                </a:lnTo>
                <a:lnTo>
                  <a:pt x="116629" y="69805"/>
                </a:lnTo>
                <a:lnTo>
                  <a:pt x="116323" y="69484"/>
                </a:lnTo>
                <a:lnTo>
                  <a:pt x="116010" y="69168"/>
                </a:lnTo>
                <a:lnTo>
                  <a:pt x="115691" y="68857"/>
                </a:lnTo>
                <a:lnTo>
                  <a:pt x="115364" y="68551"/>
                </a:lnTo>
                <a:lnTo>
                  <a:pt x="115030" y="68250"/>
                </a:lnTo>
                <a:lnTo>
                  <a:pt x="114689" y="67954"/>
                </a:lnTo>
                <a:lnTo>
                  <a:pt x="114341" y="67663"/>
                </a:lnTo>
                <a:lnTo>
                  <a:pt x="113985" y="67376"/>
                </a:lnTo>
                <a:lnTo>
                  <a:pt x="113623" y="67093"/>
                </a:lnTo>
                <a:lnTo>
                  <a:pt x="113254" y="66814"/>
                </a:lnTo>
                <a:lnTo>
                  <a:pt x="112879" y="66537"/>
                </a:lnTo>
                <a:lnTo>
                  <a:pt x="112496" y="66263"/>
                </a:lnTo>
                <a:lnTo>
                  <a:pt x="112107" y="65993"/>
                </a:lnTo>
                <a:lnTo>
                  <a:pt x="111712" y="65725"/>
                </a:lnTo>
                <a:lnTo>
                  <a:pt x="111309" y="65460"/>
                </a:lnTo>
                <a:lnTo>
                  <a:pt x="110900" y="65198"/>
                </a:lnTo>
                <a:lnTo>
                  <a:pt x="110484" y="64939"/>
                </a:lnTo>
                <a:lnTo>
                  <a:pt x="110061" y="64684"/>
                </a:lnTo>
                <a:lnTo>
                  <a:pt x="109632" y="64431"/>
                </a:lnTo>
                <a:lnTo>
                  <a:pt x="109195" y="64181"/>
                </a:lnTo>
                <a:lnTo>
                  <a:pt x="108753" y="63934"/>
                </a:lnTo>
                <a:lnTo>
                  <a:pt x="108303" y="63691"/>
                </a:lnTo>
                <a:lnTo>
                  <a:pt x="107847" y="63450"/>
                </a:lnTo>
                <a:lnTo>
                  <a:pt x="107384" y="63212"/>
                </a:lnTo>
                <a:lnTo>
                  <a:pt x="106914" y="62977"/>
                </a:lnTo>
                <a:lnTo>
                  <a:pt x="106437" y="62746"/>
                </a:lnTo>
                <a:lnTo>
                  <a:pt x="105954" y="62517"/>
                </a:lnTo>
                <a:lnTo>
                  <a:pt x="105464" y="62291"/>
                </a:lnTo>
                <a:lnTo>
                  <a:pt x="104967" y="62068"/>
                </a:lnTo>
                <a:lnTo>
                  <a:pt x="104464" y="61848"/>
                </a:lnTo>
                <a:lnTo>
                  <a:pt x="103954" y="61632"/>
                </a:lnTo>
                <a:lnTo>
                  <a:pt x="103437" y="61418"/>
                </a:lnTo>
                <a:lnTo>
                  <a:pt x="102913" y="61206"/>
                </a:lnTo>
                <a:lnTo>
                  <a:pt x="102384" y="60995"/>
                </a:lnTo>
                <a:lnTo>
                  <a:pt x="101848" y="60785"/>
                </a:lnTo>
                <a:lnTo>
                  <a:pt x="101306" y="60577"/>
                </a:lnTo>
                <a:lnTo>
                  <a:pt x="100758" y="60370"/>
                </a:lnTo>
                <a:lnTo>
                  <a:pt x="100203" y="60163"/>
                </a:lnTo>
                <a:lnTo>
                  <a:pt x="99642" y="59958"/>
                </a:lnTo>
                <a:lnTo>
                  <a:pt x="99075" y="59754"/>
                </a:lnTo>
                <a:lnTo>
                  <a:pt x="98502" y="59551"/>
                </a:lnTo>
                <a:lnTo>
                  <a:pt x="97923" y="59349"/>
                </a:lnTo>
                <a:lnTo>
                  <a:pt x="97337" y="59148"/>
                </a:lnTo>
                <a:lnTo>
                  <a:pt x="96745" y="58949"/>
                </a:lnTo>
                <a:lnTo>
                  <a:pt x="96147" y="58750"/>
                </a:lnTo>
                <a:lnTo>
                  <a:pt x="95543" y="58553"/>
                </a:lnTo>
                <a:lnTo>
                  <a:pt x="94932" y="58357"/>
                </a:lnTo>
                <a:lnTo>
                  <a:pt x="94315" y="58162"/>
                </a:lnTo>
                <a:lnTo>
                  <a:pt x="93692" y="57968"/>
                </a:lnTo>
                <a:lnTo>
                  <a:pt x="93063" y="57775"/>
                </a:lnTo>
                <a:lnTo>
                  <a:pt x="92427" y="57583"/>
                </a:lnTo>
                <a:lnTo>
                  <a:pt x="91786" y="57393"/>
                </a:lnTo>
                <a:lnTo>
                  <a:pt x="91138" y="57203"/>
                </a:lnTo>
                <a:lnTo>
                  <a:pt x="90483" y="57015"/>
                </a:lnTo>
                <a:lnTo>
                  <a:pt x="89823" y="56827"/>
                </a:lnTo>
                <a:lnTo>
                  <a:pt x="89156" y="56641"/>
                </a:lnTo>
                <a:lnTo>
                  <a:pt x="88533" y="56468"/>
                </a:lnTo>
                <a:lnTo>
                  <a:pt x="87919" y="56296"/>
                </a:lnTo>
                <a:lnTo>
                  <a:pt x="87314" y="56125"/>
                </a:lnTo>
                <a:lnTo>
                  <a:pt x="86718" y="55955"/>
                </a:lnTo>
                <a:lnTo>
                  <a:pt x="86131" y="55785"/>
                </a:lnTo>
                <a:lnTo>
                  <a:pt x="85553" y="55617"/>
                </a:lnTo>
                <a:lnTo>
                  <a:pt x="84984" y="55449"/>
                </a:lnTo>
                <a:lnTo>
                  <a:pt x="84424" y="55282"/>
                </a:lnTo>
                <a:lnTo>
                  <a:pt x="83874" y="55116"/>
                </a:lnTo>
                <a:lnTo>
                  <a:pt x="83332" y="54951"/>
                </a:lnTo>
                <a:lnTo>
                  <a:pt x="82800" y="54786"/>
                </a:lnTo>
                <a:lnTo>
                  <a:pt x="82276" y="54623"/>
                </a:lnTo>
                <a:lnTo>
                  <a:pt x="81762" y="54461"/>
                </a:lnTo>
                <a:lnTo>
                  <a:pt x="81257" y="54299"/>
                </a:lnTo>
                <a:lnTo>
                  <a:pt x="80761" y="54138"/>
                </a:lnTo>
                <a:lnTo>
                  <a:pt x="80274" y="53978"/>
                </a:lnTo>
                <a:lnTo>
                  <a:pt x="79796" y="53819"/>
                </a:lnTo>
                <a:lnTo>
                  <a:pt x="79327" y="53661"/>
                </a:lnTo>
                <a:lnTo>
                  <a:pt x="78868" y="53504"/>
                </a:lnTo>
                <a:lnTo>
                  <a:pt x="78417" y="53347"/>
                </a:lnTo>
                <a:lnTo>
                  <a:pt x="77976" y="53192"/>
                </a:lnTo>
                <a:lnTo>
                  <a:pt x="77543" y="53037"/>
                </a:lnTo>
                <a:lnTo>
                  <a:pt x="77120" y="52883"/>
                </a:lnTo>
                <a:lnTo>
                  <a:pt x="76706" y="52730"/>
                </a:lnTo>
                <a:lnTo>
                  <a:pt x="76300" y="52577"/>
                </a:lnTo>
                <a:lnTo>
                  <a:pt x="75902" y="52424"/>
                </a:lnTo>
                <a:lnTo>
                  <a:pt x="75511" y="52270"/>
                </a:lnTo>
                <a:lnTo>
                  <a:pt x="75128" y="52115"/>
                </a:lnTo>
                <a:lnTo>
                  <a:pt x="74753" y="51959"/>
                </a:lnTo>
                <a:lnTo>
                  <a:pt x="74385" y="51803"/>
                </a:lnTo>
                <a:lnTo>
                  <a:pt x="74025" y="51647"/>
                </a:lnTo>
                <a:lnTo>
                  <a:pt x="73672" y="51489"/>
                </a:lnTo>
                <a:lnTo>
                  <a:pt x="73327" y="51331"/>
                </a:lnTo>
                <a:lnTo>
                  <a:pt x="72990" y="51173"/>
                </a:lnTo>
                <a:lnTo>
                  <a:pt x="72660" y="51014"/>
                </a:lnTo>
                <a:lnTo>
                  <a:pt x="72338" y="50854"/>
                </a:lnTo>
                <a:lnTo>
                  <a:pt x="72023" y="50694"/>
                </a:lnTo>
                <a:lnTo>
                  <a:pt x="71716" y="50533"/>
                </a:lnTo>
                <a:lnTo>
                  <a:pt x="71416" y="50371"/>
                </a:lnTo>
                <a:lnTo>
                  <a:pt x="71125" y="50209"/>
                </a:lnTo>
                <a:lnTo>
                  <a:pt x="70840" y="50046"/>
                </a:lnTo>
                <a:lnTo>
                  <a:pt x="70564" y="49883"/>
                </a:lnTo>
                <a:lnTo>
                  <a:pt x="70295" y="49718"/>
                </a:lnTo>
                <a:lnTo>
                  <a:pt x="70033" y="49554"/>
                </a:lnTo>
                <a:lnTo>
                  <a:pt x="69779" y="49389"/>
                </a:lnTo>
                <a:lnTo>
                  <a:pt x="69533" y="49223"/>
                </a:lnTo>
                <a:lnTo>
                  <a:pt x="69295" y="49056"/>
                </a:lnTo>
                <a:lnTo>
                  <a:pt x="69063" y="48889"/>
                </a:lnTo>
                <a:lnTo>
                  <a:pt x="68839" y="48720"/>
                </a:lnTo>
                <a:lnTo>
                  <a:pt x="68620" y="48550"/>
                </a:lnTo>
                <a:lnTo>
                  <a:pt x="68407" y="48377"/>
                </a:lnTo>
                <a:lnTo>
                  <a:pt x="68199" y="48203"/>
                </a:lnTo>
                <a:lnTo>
                  <a:pt x="67997" y="48026"/>
                </a:lnTo>
                <a:lnTo>
                  <a:pt x="67801" y="47847"/>
                </a:lnTo>
                <a:lnTo>
                  <a:pt x="67610" y="47667"/>
                </a:lnTo>
                <a:lnTo>
                  <a:pt x="67425" y="47484"/>
                </a:lnTo>
                <a:lnTo>
                  <a:pt x="67245" y="47300"/>
                </a:lnTo>
                <a:lnTo>
                  <a:pt x="67071" y="47113"/>
                </a:lnTo>
                <a:lnTo>
                  <a:pt x="66903" y="46925"/>
                </a:lnTo>
                <a:lnTo>
                  <a:pt x="66740" y="46734"/>
                </a:lnTo>
                <a:lnTo>
                  <a:pt x="66583" y="46542"/>
                </a:lnTo>
                <a:lnTo>
                  <a:pt x="66432" y="46348"/>
                </a:lnTo>
                <a:lnTo>
                  <a:pt x="66286" y="46151"/>
                </a:lnTo>
                <a:lnTo>
                  <a:pt x="66145" y="45953"/>
                </a:lnTo>
                <a:lnTo>
                  <a:pt x="66010" y="45752"/>
                </a:lnTo>
                <a:lnTo>
                  <a:pt x="65881" y="45550"/>
                </a:lnTo>
                <a:lnTo>
                  <a:pt x="65758" y="45346"/>
                </a:lnTo>
                <a:lnTo>
                  <a:pt x="65640" y="45139"/>
                </a:lnTo>
                <a:lnTo>
                  <a:pt x="65528" y="44931"/>
                </a:lnTo>
                <a:lnTo>
                  <a:pt x="65421" y="44721"/>
                </a:lnTo>
                <a:lnTo>
                  <a:pt x="65320" y="44508"/>
                </a:lnTo>
                <a:lnTo>
                  <a:pt x="65224" y="44294"/>
                </a:lnTo>
                <a:lnTo>
                  <a:pt x="65134" y="44077"/>
                </a:lnTo>
                <a:lnTo>
                  <a:pt x="65047" y="43856"/>
                </a:lnTo>
                <a:lnTo>
                  <a:pt x="64964" y="43632"/>
                </a:lnTo>
                <a:lnTo>
                  <a:pt x="64884" y="43404"/>
                </a:lnTo>
                <a:lnTo>
                  <a:pt x="64809" y="43173"/>
                </a:lnTo>
                <a:lnTo>
                  <a:pt x="64738" y="42938"/>
                </a:lnTo>
                <a:lnTo>
                  <a:pt x="64670" y="42700"/>
                </a:lnTo>
                <a:lnTo>
                  <a:pt x="64606" y="42459"/>
                </a:lnTo>
                <a:lnTo>
                  <a:pt x="64547" y="42214"/>
                </a:lnTo>
                <a:lnTo>
                  <a:pt x="64491" y="41965"/>
                </a:lnTo>
                <a:lnTo>
                  <a:pt x="64438" y="41713"/>
                </a:lnTo>
                <a:lnTo>
                  <a:pt x="64390" y="41457"/>
                </a:lnTo>
                <a:lnTo>
                  <a:pt x="64346" y="41198"/>
                </a:lnTo>
                <a:lnTo>
                  <a:pt x="64305" y="40936"/>
                </a:lnTo>
                <a:lnTo>
                  <a:pt x="64268" y="40670"/>
                </a:lnTo>
                <a:lnTo>
                  <a:pt x="64236" y="40400"/>
                </a:lnTo>
                <a:lnTo>
                  <a:pt x="64207" y="40127"/>
                </a:lnTo>
                <a:lnTo>
                  <a:pt x="64182" y="39851"/>
                </a:lnTo>
                <a:lnTo>
                  <a:pt x="64160" y="39571"/>
                </a:lnTo>
                <a:lnTo>
                  <a:pt x="64143" y="39287"/>
                </a:lnTo>
                <a:lnTo>
                  <a:pt x="64129" y="39000"/>
                </a:lnTo>
                <a:lnTo>
                  <a:pt x="64120" y="38710"/>
                </a:lnTo>
                <a:lnTo>
                  <a:pt x="64114" y="38416"/>
                </a:lnTo>
                <a:lnTo>
                  <a:pt x="64112" y="38118"/>
                </a:lnTo>
                <a:lnTo>
                  <a:pt x="64116" y="37772"/>
                </a:lnTo>
                <a:lnTo>
                  <a:pt x="64128" y="37429"/>
                </a:lnTo>
                <a:lnTo>
                  <a:pt x="64148" y="37088"/>
                </a:lnTo>
                <a:lnTo>
                  <a:pt x="64177" y="36749"/>
                </a:lnTo>
                <a:lnTo>
                  <a:pt x="64213" y="36413"/>
                </a:lnTo>
                <a:lnTo>
                  <a:pt x="64258" y="36080"/>
                </a:lnTo>
                <a:lnTo>
                  <a:pt x="64310" y="35749"/>
                </a:lnTo>
                <a:lnTo>
                  <a:pt x="64371" y="35420"/>
                </a:lnTo>
                <a:lnTo>
                  <a:pt x="64440" y="35094"/>
                </a:lnTo>
                <a:lnTo>
                  <a:pt x="64517" y="34771"/>
                </a:lnTo>
                <a:lnTo>
                  <a:pt x="64602" y="34450"/>
                </a:lnTo>
                <a:lnTo>
                  <a:pt x="64695" y="34132"/>
                </a:lnTo>
                <a:lnTo>
                  <a:pt x="64796" y="33816"/>
                </a:lnTo>
                <a:lnTo>
                  <a:pt x="64906" y="33502"/>
                </a:lnTo>
                <a:lnTo>
                  <a:pt x="65023" y="33191"/>
                </a:lnTo>
                <a:lnTo>
                  <a:pt x="65149" y="32883"/>
                </a:lnTo>
                <a:lnTo>
                  <a:pt x="65282" y="32577"/>
                </a:lnTo>
                <a:lnTo>
                  <a:pt x="65424" y="32273"/>
                </a:lnTo>
                <a:lnTo>
                  <a:pt x="65574" y="31972"/>
                </a:lnTo>
                <a:lnTo>
                  <a:pt x="65732" y="31674"/>
                </a:lnTo>
                <a:lnTo>
                  <a:pt x="65898" y="31378"/>
                </a:lnTo>
                <a:lnTo>
                  <a:pt x="66072" y="31084"/>
                </a:lnTo>
                <a:lnTo>
                  <a:pt x="66254" y="30793"/>
                </a:lnTo>
                <a:lnTo>
                  <a:pt x="66444" y="30505"/>
                </a:lnTo>
                <a:lnTo>
                  <a:pt x="66643" y="30220"/>
                </a:lnTo>
                <a:lnTo>
                  <a:pt x="66850" y="29940"/>
                </a:lnTo>
                <a:lnTo>
                  <a:pt x="67066" y="29664"/>
                </a:lnTo>
                <a:lnTo>
                  <a:pt x="67290" y="29394"/>
                </a:lnTo>
                <a:lnTo>
                  <a:pt x="67523" y="29128"/>
                </a:lnTo>
                <a:lnTo>
                  <a:pt x="67765" y="28867"/>
                </a:lnTo>
                <a:lnTo>
                  <a:pt x="68015" y="28610"/>
                </a:lnTo>
                <a:lnTo>
                  <a:pt x="68274" y="28359"/>
                </a:lnTo>
                <a:lnTo>
                  <a:pt x="68542" y="28112"/>
                </a:lnTo>
                <a:lnTo>
                  <a:pt x="68818" y="27869"/>
                </a:lnTo>
                <a:lnTo>
                  <a:pt x="69102" y="27632"/>
                </a:lnTo>
                <a:lnTo>
                  <a:pt x="69395" y="27399"/>
                </a:lnTo>
                <a:lnTo>
                  <a:pt x="69697" y="27171"/>
                </a:lnTo>
                <a:lnTo>
                  <a:pt x="70008" y="26948"/>
                </a:lnTo>
                <a:lnTo>
                  <a:pt x="70327" y="26729"/>
                </a:lnTo>
                <a:lnTo>
                  <a:pt x="70654" y="26515"/>
                </a:lnTo>
                <a:lnTo>
                  <a:pt x="70990" y="26306"/>
                </a:lnTo>
                <a:lnTo>
                  <a:pt x="71335" y="26102"/>
                </a:lnTo>
                <a:lnTo>
                  <a:pt x="71689" y="25902"/>
                </a:lnTo>
                <a:lnTo>
                  <a:pt x="72051" y="25707"/>
                </a:lnTo>
                <a:lnTo>
                  <a:pt x="72421" y="25517"/>
                </a:lnTo>
                <a:lnTo>
                  <a:pt x="72800" y="25332"/>
                </a:lnTo>
                <a:lnTo>
                  <a:pt x="73188" y="25151"/>
                </a:lnTo>
                <a:lnTo>
                  <a:pt x="73584" y="24975"/>
                </a:lnTo>
                <a:lnTo>
                  <a:pt x="73990" y="24805"/>
                </a:lnTo>
                <a:lnTo>
                  <a:pt x="74405" y="24642"/>
                </a:lnTo>
                <a:lnTo>
                  <a:pt x="74829" y="24487"/>
                </a:lnTo>
                <a:lnTo>
                  <a:pt x="75263" y="24338"/>
                </a:lnTo>
                <a:lnTo>
                  <a:pt x="75706" y="24197"/>
                </a:lnTo>
                <a:lnTo>
                  <a:pt x="76159" y="24063"/>
                </a:lnTo>
                <a:lnTo>
                  <a:pt x="76621" y="23937"/>
                </a:lnTo>
                <a:lnTo>
                  <a:pt x="77093" y="23817"/>
                </a:lnTo>
                <a:lnTo>
                  <a:pt x="77574" y="23705"/>
                </a:lnTo>
                <a:lnTo>
                  <a:pt x="78064" y="23600"/>
                </a:lnTo>
                <a:lnTo>
                  <a:pt x="78565" y="23503"/>
                </a:lnTo>
                <a:lnTo>
                  <a:pt x="79074" y="23412"/>
                </a:lnTo>
                <a:lnTo>
                  <a:pt x="79593" y="23329"/>
                </a:lnTo>
                <a:lnTo>
                  <a:pt x="80122" y="23253"/>
                </a:lnTo>
                <a:lnTo>
                  <a:pt x="80660" y="23185"/>
                </a:lnTo>
                <a:lnTo>
                  <a:pt x="81207" y="23123"/>
                </a:lnTo>
                <a:lnTo>
                  <a:pt x="81764" y="23069"/>
                </a:lnTo>
                <a:lnTo>
                  <a:pt x="82330" y="23022"/>
                </a:lnTo>
                <a:lnTo>
                  <a:pt x="82906" y="22982"/>
                </a:lnTo>
                <a:lnTo>
                  <a:pt x="83491" y="22949"/>
                </a:lnTo>
                <a:lnTo>
                  <a:pt x="84086" y="22924"/>
                </a:lnTo>
                <a:lnTo>
                  <a:pt x="84690" y="22906"/>
                </a:lnTo>
                <a:lnTo>
                  <a:pt x="85304" y="22895"/>
                </a:lnTo>
                <a:lnTo>
                  <a:pt x="85927" y="22892"/>
                </a:lnTo>
                <a:lnTo>
                  <a:pt x="86515" y="22896"/>
                </a:lnTo>
                <a:lnTo>
                  <a:pt x="87096" y="22910"/>
                </a:lnTo>
                <a:lnTo>
                  <a:pt x="87668" y="22934"/>
                </a:lnTo>
                <a:lnTo>
                  <a:pt x="88233" y="22966"/>
                </a:lnTo>
                <a:lnTo>
                  <a:pt x="88791" y="23008"/>
                </a:lnTo>
                <a:lnTo>
                  <a:pt x="89340" y="23060"/>
                </a:lnTo>
                <a:lnTo>
                  <a:pt x="89882" y="23120"/>
                </a:lnTo>
                <a:lnTo>
                  <a:pt x="90416" y="23191"/>
                </a:lnTo>
                <a:lnTo>
                  <a:pt x="90943" y="23270"/>
                </a:lnTo>
                <a:lnTo>
                  <a:pt x="91461" y="23359"/>
                </a:lnTo>
                <a:lnTo>
                  <a:pt x="91972" y="23457"/>
                </a:lnTo>
                <a:lnTo>
                  <a:pt x="92475" y="23564"/>
                </a:lnTo>
                <a:lnTo>
                  <a:pt x="92971" y="23681"/>
                </a:lnTo>
                <a:lnTo>
                  <a:pt x="93459" y="23807"/>
                </a:lnTo>
                <a:lnTo>
                  <a:pt x="93939" y="23943"/>
                </a:lnTo>
                <a:lnTo>
                  <a:pt x="94411" y="24088"/>
                </a:lnTo>
                <a:lnTo>
                  <a:pt x="94875" y="24242"/>
                </a:lnTo>
                <a:lnTo>
                  <a:pt x="95332" y="24405"/>
                </a:lnTo>
                <a:lnTo>
                  <a:pt x="95781" y="24578"/>
                </a:lnTo>
                <a:lnTo>
                  <a:pt x="96223" y="24760"/>
                </a:lnTo>
                <a:lnTo>
                  <a:pt x="96656" y="24952"/>
                </a:lnTo>
                <a:lnTo>
                  <a:pt x="97082" y="25153"/>
                </a:lnTo>
                <a:lnTo>
                  <a:pt x="97501" y="25363"/>
                </a:lnTo>
                <a:lnTo>
                  <a:pt x="97911" y="25583"/>
                </a:lnTo>
                <a:lnTo>
                  <a:pt x="98314" y="25810"/>
                </a:lnTo>
                <a:lnTo>
                  <a:pt x="98708" y="26044"/>
                </a:lnTo>
                <a:lnTo>
                  <a:pt x="99095" y="26284"/>
                </a:lnTo>
                <a:lnTo>
                  <a:pt x="99473" y="26531"/>
                </a:lnTo>
                <a:lnTo>
                  <a:pt x="99843" y="26785"/>
                </a:lnTo>
                <a:lnTo>
                  <a:pt x="100205" y="27045"/>
                </a:lnTo>
                <a:lnTo>
                  <a:pt x="100559" y="27311"/>
                </a:lnTo>
                <a:lnTo>
                  <a:pt x="100905" y="27584"/>
                </a:lnTo>
                <a:lnTo>
                  <a:pt x="101243" y="27863"/>
                </a:lnTo>
                <a:lnTo>
                  <a:pt x="101573" y="28149"/>
                </a:lnTo>
                <a:lnTo>
                  <a:pt x="101894" y="28441"/>
                </a:lnTo>
                <a:lnTo>
                  <a:pt x="102208" y="28740"/>
                </a:lnTo>
                <a:lnTo>
                  <a:pt x="102513" y="29045"/>
                </a:lnTo>
                <a:lnTo>
                  <a:pt x="102811" y="29357"/>
                </a:lnTo>
                <a:lnTo>
                  <a:pt x="103100" y="29675"/>
                </a:lnTo>
                <a:lnTo>
                  <a:pt x="103381" y="30000"/>
                </a:lnTo>
                <a:lnTo>
                  <a:pt x="103654" y="30331"/>
                </a:lnTo>
                <a:lnTo>
                  <a:pt x="103919" y="30669"/>
                </a:lnTo>
                <a:lnTo>
                  <a:pt x="104176" y="31013"/>
                </a:lnTo>
                <a:lnTo>
                  <a:pt x="104424" y="31363"/>
                </a:lnTo>
                <a:lnTo>
                  <a:pt x="104665" y="31720"/>
                </a:lnTo>
                <a:lnTo>
                  <a:pt x="104898" y="32084"/>
                </a:lnTo>
                <a:lnTo>
                  <a:pt x="105122" y="32454"/>
                </a:lnTo>
                <a:lnTo>
                  <a:pt x="105338" y="32830"/>
                </a:lnTo>
                <a:lnTo>
                  <a:pt x="105546" y="33212"/>
                </a:lnTo>
                <a:lnTo>
                  <a:pt x="105745" y="33597"/>
                </a:lnTo>
                <a:lnTo>
                  <a:pt x="105935" y="33985"/>
                </a:lnTo>
                <a:lnTo>
                  <a:pt x="106117" y="34376"/>
                </a:lnTo>
                <a:lnTo>
                  <a:pt x="106289" y="34771"/>
                </a:lnTo>
                <a:lnTo>
                  <a:pt x="106453" y="35169"/>
                </a:lnTo>
                <a:lnTo>
                  <a:pt x="106608" y="35571"/>
                </a:lnTo>
                <a:lnTo>
                  <a:pt x="106754" y="35976"/>
                </a:lnTo>
                <a:lnTo>
                  <a:pt x="106891" y="36384"/>
                </a:lnTo>
                <a:lnTo>
                  <a:pt x="107019" y="36796"/>
                </a:lnTo>
                <a:lnTo>
                  <a:pt x="107138" y="37211"/>
                </a:lnTo>
                <a:lnTo>
                  <a:pt x="107249" y="37629"/>
                </a:lnTo>
                <a:lnTo>
                  <a:pt x="107351" y="38051"/>
                </a:lnTo>
                <a:lnTo>
                  <a:pt x="107444" y="38476"/>
                </a:lnTo>
                <a:lnTo>
                  <a:pt x="107528" y="38905"/>
                </a:lnTo>
                <a:lnTo>
                  <a:pt x="107603" y="39337"/>
                </a:lnTo>
                <a:lnTo>
                  <a:pt x="107669" y="39772"/>
                </a:lnTo>
                <a:lnTo>
                  <a:pt x="107727" y="40210"/>
                </a:lnTo>
                <a:lnTo>
                  <a:pt x="107775" y="40652"/>
                </a:lnTo>
                <a:lnTo>
                  <a:pt x="107815" y="41098"/>
                </a:lnTo>
                <a:lnTo>
                  <a:pt x="107846" y="41546"/>
                </a:lnTo>
                <a:lnTo>
                  <a:pt x="107868" y="41998"/>
                </a:lnTo>
                <a:lnTo>
                  <a:pt x="107881" y="42454"/>
                </a:lnTo>
                <a:lnTo>
                  <a:pt x="107886" y="42913"/>
                </a:lnTo>
                <a:lnTo>
                  <a:pt x="121161" y="42913"/>
                </a:lnTo>
                <a:lnTo>
                  <a:pt x="121154" y="42087"/>
                </a:lnTo>
                <a:lnTo>
                  <a:pt x="121132" y="41272"/>
                </a:lnTo>
                <a:lnTo>
                  <a:pt x="121095" y="40467"/>
                </a:lnTo>
                <a:lnTo>
                  <a:pt x="121044" y="39673"/>
                </a:lnTo>
                <a:lnTo>
                  <a:pt x="120978" y="38890"/>
                </a:lnTo>
                <a:lnTo>
                  <a:pt x="120897" y="38118"/>
                </a:lnTo>
                <a:lnTo>
                  <a:pt x="120801" y="37357"/>
                </a:lnTo>
                <a:lnTo>
                  <a:pt x="120691" y="36606"/>
                </a:lnTo>
                <a:lnTo>
                  <a:pt x="120566" y="35866"/>
                </a:lnTo>
                <a:lnTo>
                  <a:pt x="120426" y="35136"/>
                </a:lnTo>
                <a:lnTo>
                  <a:pt x="120272" y="34417"/>
                </a:lnTo>
                <a:lnTo>
                  <a:pt x="120103" y="33709"/>
                </a:lnTo>
                <a:lnTo>
                  <a:pt x="119919" y="33012"/>
                </a:lnTo>
                <a:lnTo>
                  <a:pt x="119721" y="32326"/>
                </a:lnTo>
                <a:lnTo>
                  <a:pt x="119508" y="31650"/>
                </a:lnTo>
                <a:lnTo>
                  <a:pt x="119280" y="30985"/>
                </a:lnTo>
                <a:lnTo>
                  <a:pt x="119037" y="30330"/>
                </a:lnTo>
                <a:lnTo>
                  <a:pt x="118780" y="29686"/>
                </a:lnTo>
                <a:lnTo>
                  <a:pt x="118508" y="29053"/>
                </a:lnTo>
                <a:lnTo>
                  <a:pt x="118221" y="28431"/>
                </a:lnTo>
                <a:lnTo>
                  <a:pt x="117920" y="27819"/>
                </a:lnTo>
                <a:lnTo>
                  <a:pt x="117604" y="27219"/>
                </a:lnTo>
                <a:lnTo>
                  <a:pt x="117273" y="26628"/>
                </a:lnTo>
                <a:lnTo>
                  <a:pt x="116928" y="26049"/>
                </a:lnTo>
                <a:lnTo>
                  <a:pt x="116568" y="25481"/>
                </a:lnTo>
                <a:lnTo>
                  <a:pt x="116197" y="24924"/>
                </a:lnTo>
                <a:lnTo>
                  <a:pt x="115812" y="24378"/>
                </a:lnTo>
                <a:lnTo>
                  <a:pt x="115415" y="23844"/>
                </a:lnTo>
                <a:lnTo>
                  <a:pt x="115005" y="23322"/>
                </a:lnTo>
                <a:lnTo>
                  <a:pt x="114582" y="22811"/>
                </a:lnTo>
                <a:lnTo>
                  <a:pt x="114147" y="22311"/>
                </a:lnTo>
                <a:lnTo>
                  <a:pt x="113698" y="21823"/>
                </a:lnTo>
                <a:lnTo>
                  <a:pt x="113238" y="21346"/>
                </a:lnTo>
                <a:lnTo>
                  <a:pt x="112764" y="20881"/>
                </a:lnTo>
                <a:lnTo>
                  <a:pt x="112278" y="20428"/>
                </a:lnTo>
                <a:lnTo>
                  <a:pt x="111779" y="19985"/>
                </a:lnTo>
                <a:lnTo>
                  <a:pt x="111267" y="19554"/>
                </a:lnTo>
                <a:lnTo>
                  <a:pt x="110743" y="19135"/>
                </a:lnTo>
                <a:lnTo>
                  <a:pt x="110206" y="18727"/>
                </a:lnTo>
                <a:lnTo>
                  <a:pt x="109656" y="18331"/>
                </a:lnTo>
                <a:lnTo>
                  <a:pt x="109093" y="17946"/>
                </a:lnTo>
                <a:lnTo>
                  <a:pt x="108518" y="17572"/>
                </a:lnTo>
                <a:lnTo>
                  <a:pt x="107930" y="17210"/>
                </a:lnTo>
                <a:lnTo>
                  <a:pt x="107330" y="16860"/>
                </a:lnTo>
                <a:lnTo>
                  <a:pt x="106716" y="16521"/>
                </a:lnTo>
                <a:lnTo>
                  <a:pt x="106090" y="16193"/>
                </a:lnTo>
                <a:lnTo>
                  <a:pt x="105452" y="15877"/>
                </a:lnTo>
                <a:lnTo>
                  <a:pt x="104800" y="15572"/>
                </a:lnTo>
                <a:lnTo>
                  <a:pt x="104137" y="15279"/>
                </a:lnTo>
                <a:lnTo>
                  <a:pt x="103463" y="14999"/>
                </a:lnTo>
                <a:lnTo>
                  <a:pt x="102779" y="14731"/>
                </a:lnTo>
                <a:lnTo>
                  <a:pt x="102083" y="14476"/>
                </a:lnTo>
                <a:lnTo>
                  <a:pt x="101377" y="14233"/>
                </a:lnTo>
                <a:lnTo>
                  <a:pt x="100660" y="14002"/>
                </a:lnTo>
                <a:lnTo>
                  <a:pt x="99933" y="13784"/>
                </a:lnTo>
                <a:lnTo>
                  <a:pt x="99195" y="13579"/>
                </a:lnTo>
                <a:lnTo>
                  <a:pt x="98446" y="13386"/>
                </a:lnTo>
                <a:lnTo>
                  <a:pt x="97686" y="13205"/>
                </a:lnTo>
                <a:lnTo>
                  <a:pt x="96916" y="13037"/>
                </a:lnTo>
                <a:lnTo>
                  <a:pt x="96135" y="12881"/>
                </a:lnTo>
                <a:lnTo>
                  <a:pt x="95343" y="12738"/>
                </a:lnTo>
                <a:lnTo>
                  <a:pt x="94541" y="12607"/>
                </a:lnTo>
                <a:lnTo>
                  <a:pt x="93728" y="12489"/>
                </a:lnTo>
                <a:lnTo>
                  <a:pt x="92904" y="12383"/>
                </a:lnTo>
                <a:lnTo>
                  <a:pt x="92069" y="12289"/>
                </a:lnTo>
                <a:lnTo>
                  <a:pt x="91224" y="12208"/>
                </a:lnTo>
                <a:lnTo>
                  <a:pt x="90368" y="12140"/>
                </a:lnTo>
                <a:lnTo>
                  <a:pt x="89501" y="12084"/>
                </a:lnTo>
                <a:lnTo>
                  <a:pt x="88624" y="12040"/>
                </a:lnTo>
                <a:lnTo>
                  <a:pt x="87736" y="12009"/>
                </a:lnTo>
                <a:lnTo>
                  <a:pt x="86837" y="11990"/>
                </a:lnTo>
                <a:lnTo>
                  <a:pt x="85927" y="11984"/>
                </a:lnTo>
                <a:lnTo>
                  <a:pt x="85260" y="11987"/>
                </a:lnTo>
                <a:lnTo>
                  <a:pt x="84599" y="11997"/>
                </a:lnTo>
                <a:lnTo>
                  <a:pt x="83943" y="12013"/>
                </a:lnTo>
                <a:lnTo>
                  <a:pt x="83292" y="12036"/>
                </a:lnTo>
                <a:lnTo>
                  <a:pt x="82647" y="12065"/>
                </a:lnTo>
                <a:lnTo>
                  <a:pt x="82007" y="12101"/>
                </a:lnTo>
                <a:lnTo>
                  <a:pt x="81373" y="12143"/>
                </a:lnTo>
                <a:lnTo>
                  <a:pt x="80744" y="12192"/>
                </a:lnTo>
                <a:lnTo>
                  <a:pt x="80121" y="12247"/>
                </a:lnTo>
                <a:lnTo>
                  <a:pt x="79504" y="12308"/>
                </a:lnTo>
                <a:lnTo>
                  <a:pt x="78891" y="12376"/>
                </a:lnTo>
                <a:lnTo>
                  <a:pt x="78285" y="12451"/>
                </a:lnTo>
                <a:lnTo>
                  <a:pt x="77683" y="12532"/>
                </a:lnTo>
                <a:lnTo>
                  <a:pt x="77088" y="12620"/>
                </a:lnTo>
                <a:lnTo>
                  <a:pt x="76497" y="12714"/>
                </a:lnTo>
                <a:lnTo>
                  <a:pt x="75913" y="12814"/>
                </a:lnTo>
                <a:lnTo>
                  <a:pt x="75333" y="12921"/>
                </a:lnTo>
                <a:lnTo>
                  <a:pt x="74759" y="13035"/>
                </a:lnTo>
                <a:lnTo>
                  <a:pt x="74191" y="13155"/>
                </a:lnTo>
                <a:lnTo>
                  <a:pt x="73628" y="13281"/>
                </a:lnTo>
                <a:lnTo>
                  <a:pt x="73071" y="13414"/>
                </a:lnTo>
                <a:lnTo>
                  <a:pt x="72519" y="13554"/>
                </a:lnTo>
                <a:lnTo>
                  <a:pt x="71973" y="13700"/>
                </a:lnTo>
                <a:lnTo>
                  <a:pt x="71432" y="13852"/>
                </a:lnTo>
                <a:lnTo>
                  <a:pt x="70897" y="14010"/>
                </a:lnTo>
                <a:lnTo>
                  <a:pt x="70368" y="14174"/>
                </a:lnTo>
                <a:lnTo>
                  <a:pt x="69846" y="14343"/>
                </a:lnTo>
                <a:lnTo>
                  <a:pt x="69331" y="14518"/>
                </a:lnTo>
                <a:lnTo>
                  <a:pt x="68822" y="14698"/>
                </a:lnTo>
                <a:lnTo>
                  <a:pt x="68319" y="14884"/>
                </a:lnTo>
                <a:lnTo>
                  <a:pt x="67823" y="15075"/>
                </a:lnTo>
                <a:lnTo>
                  <a:pt x="67333" y="15271"/>
                </a:lnTo>
                <a:lnTo>
                  <a:pt x="66850" y="15474"/>
                </a:lnTo>
                <a:lnTo>
                  <a:pt x="66373" y="15681"/>
                </a:lnTo>
                <a:lnTo>
                  <a:pt x="65903" y="15894"/>
                </a:lnTo>
                <a:lnTo>
                  <a:pt x="65440" y="16113"/>
                </a:lnTo>
                <a:lnTo>
                  <a:pt x="64982" y="16337"/>
                </a:lnTo>
                <a:lnTo>
                  <a:pt x="64532" y="16567"/>
                </a:lnTo>
                <a:lnTo>
                  <a:pt x="64087" y="16802"/>
                </a:lnTo>
                <a:lnTo>
                  <a:pt x="63650" y="17042"/>
                </a:lnTo>
                <a:lnTo>
                  <a:pt x="63218" y="17288"/>
                </a:lnTo>
                <a:lnTo>
                  <a:pt x="62793" y="17540"/>
                </a:lnTo>
                <a:lnTo>
                  <a:pt x="62375" y="17797"/>
                </a:lnTo>
                <a:lnTo>
                  <a:pt x="61963" y="18059"/>
                </a:lnTo>
                <a:lnTo>
                  <a:pt x="61558" y="18328"/>
                </a:lnTo>
                <a:lnTo>
                  <a:pt x="61159" y="18601"/>
                </a:lnTo>
                <a:lnTo>
                  <a:pt x="60766" y="18880"/>
                </a:lnTo>
                <a:lnTo>
                  <a:pt x="60380" y="19164"/>
                </a:lnTo>
                <a:lnTo>
                  <a:pt x="60001" y="19454"/>
                </a:lnTo>
                <a:lnTo>
                  <a:pt x="59630" y="19748"/>
                </a:lnTo>
                <a:lnTo>
                  <a:pt x="59265" y="20048"/>
                </a:lnTo>
                <a:lnTo>
                  <a:pt x="58908" y="20352"/>
                </a:lnTo>
                <a:lnTo>
                  <a:pt x="58559" y="20661"/>
                </a:lnTo>
                <a:lnTo>
                  <a:pt x="58216" y="20974"/>
                </a:lnTo>
                <a:lnTo>
                  <a:pt x="57882" y="21293"/>
                </a:lnTo>
                <a:lnTo>
                  <a:pt x="57554" y="21617"/>
                </a:lnTo>
                <a:lnTo>
                  <a:pt x="57234" y="21945"/>
                </a:lnTo>
                <a:lnTo>
                  <a:pt x="56921" y="22279"/>
                </a:lnTo>
                <a:lnTo>
                  <a:pt x="56615" y="22617"/>
                </a:lnTo>
                <a:lnTo>
                  <a:pt x="56317" y="22960"/>
                </a:lnTo>
                <a:lnTo>
                  <a:pt x="56026" y="23308"/>
                </a:lnTo>
                <a:lnTo>
                  <a:pt x="55743" y="23661"/>
                </a:lnTo>
                <a:lnTo>
                  <a:pt x="55467" y="24018"/>
                </a:lnTo>
                <a:lnTo>
                  <a:pt x="55198" y="24381"/>
                </a:lnTo>
                <a:lnTo>
                  <a:pt x="54936" y="24749"/>
                </a:lnTo>
                <a:lnTo>
                  <a:pt x="54682" y="25121"/>
                </a:lnTo>
                <a:lnTo>
                  <a:pt x="54436" y="25498"/>
                </a:lnTo>
                <a:lnTo>
                  <a:pt x="54196" y="25880"/>
                </a:lnTo>
                <a:lnTo>
                  <a:pt x="53964" y="26267"/>
                </a:lnTo>
                <a:lnTo>
                  <a:pt x="53739" y="26659"/>
                </a:lnTo>
                <a:lnTo>
                  <a:pt x="53522" y="27056"/>
                </a:lnTo>
                <a:lnTo>
                  <a:pt x="53312" y="27457"/>
                </a:lnTo>
                <a:lnTo>
                  <a:pt x="53110" y="27863"/>
                </a:lnTo>
                <a:lnTo>
                  <a:pt x="52917" y="28273"/>
                </a:lnTo>
                <a:lnTo>
                  <a:pt x="52732" y="28686"/>
                </a:lnTo>
                <a:lnTo>
                  <a:pt x="52556" y="29104"/>
                </a:lnTo>
                <a:lnTo>
                  <a:pt x="52388" y="29525"/>
                </a:lnTo>
                <a:lnTo>
                  <a:pt x="52229" y="29950"/>
                </a:lnTo>
                <a:lnTo>
                  <a:pt x="52079" y="30379"/>
                </a:lnTo>
                <a:lnTo>
                  <a:pt x="51937" y="30812"/>
                </a:lnTo>
                <a:lnTo>
                  <a:pt x="51803" y="31248"/>
                </a:lnTo>
                <a:lnTo>
                  <a:pt x="51679" y="31689"/>
                </a:lnTo>
                <a:lnTo>
                  <a:pt x="51563" y="32133"/>
                </a:lnTo>
                <a:lnTo>
                  <a:pt x="51455" y="32581"/>
                </a:lnTo>
                <a:lnTo>
                  <a:pt x="51356" y="33034"/>
                </a:lnTo>
                <a:lnTo>
                  <a:pt x="51266" y="33490"/>
                </a:lnTo>
                <a:lnTo>
                  <a:pt x="51185" y="33949"/>
                </a:lnTo>
                <a:lnTo>
                  <a:pt x="51111" y="34413"/>
                </a:lnTo>
                <a:lnTo>
                  <a:pt x="51047" y="34881"/>
                </a:lnTo>
                <a:lnTo>
                  <a:pt x="50991" y="35352"/>
                </a:lnTo>
                <a:lnTo>
                  <a:pt x="50944" y="35827"/>
                </a:lnTo>
                <a:lnTo>
                  <a:pt x="50905" y="36306"/>
                </a:lnTo>
                <a:lnTo>
                  <a:pt x="50875" y="36790"/>
                </a:lnTo>
                <a:lnTo>
                  <a:pt x="50854" y="37276"/>
                </a:lnTo>
                <a:lnTo>
                  <a:pt x="50841" y="37767"/>
                </a:lnTo>
                <a:lnTo>
                  <a:pt x="50836" y="38262"/>
                </a:lnTo>
                <a:lnTo>
                  <a:pt x="50840" y="38815"/>
                </a:lnTo>
                <a:lnTo>
                  <a:pt x="50852" y="39362"/>
                </a:lnTo>
                <a:lnTo>
                  <a:pt x="50871" y="39902"/>
                </a:lnTo>
                <a:lnTo>
                  <a:pt x="50898" y="40435"/>
                </a:lnTo>
                <a:lnTo>
                  <a:pt x="50933" y="40962"/>
                </a:lnTo>
                <a:lnTo>
                  <a:pt x="50975" y="41482"/>
                </a:lnTo>
                <a:lnTo>
                  <a:pt x="51026" y="41995"/>
                </a:lnTo>
                <a:lnTo>
                  <a:pt x="51084" y="42502"/>
                </a:lnTo>
                <a:lnTo>
                  <a:pt x="51149" y="43003"/>
                </a:lnTo>
                <a:lnTo>
                  <a:pt x="51223" y="43496"/>
                </a:lnTo>
                <a:lnTo>
                  <a:pt x="51304" y="43983"/>
                </a:lnTo>
                <a:lnTo>
                  <a:pt x="51393" y="44464"/>
                </a:lnTo>
                <a:lnTo>
                  <a:pt x="51489" y="44938"/>
                </a:lnTo>
                <a:lnTo>
                  <a:pt x="51593" y="45405"/>
                </a:lnTo>
                <a:lnTo>
                  <a:pt x="51705" y="45866"/>
                </a:lnTo>
                <a:lnTo>
                  <a:pt x="51825" y="46320"/>
                </a:lnTo>
                <a:lnTo>
                  <a:pt x="51953" y="46767"/>
                </a:lnTo>
                <a:lnTo>
                  <a:pt x="52088" y="47208"/>
                </a:lnTo>
                <a:lnTo>
                  <a:pt x="52231" y="47642"/>
                </a:lnTo>
                <a:lnTo>
                  <a:pt x="52381" y="48070"/>
                </a:lnTo>
                <a:lnTo>
                  <a:pt x="52540" y="48491"/>
                </a:lnTo>
                <a:lnTo>
                  <a:pt x="52706" y="48905"/>
                </a:lnTo>
                <a:lnTo>
                  <a:pt x="52879" y="49313"/>
                </a:lnTo>
                <a:lnTo>
                  <a:pt x="53061" y="49714"/>
                </a:lnTo>
                <a:lnTo>
                  <a:pt x="53250" y="50110"/>
                </a:lnTo>
                <a:lnTo>
                  <a:pt x="53446" y="50500"/>
                </a:lnTo>
                <a:lnTo>
                  <a:pt x="53649" y="50886"/>
                </a:lnTo>
                <a:lnTo>
                  <a:pt x="53859" y="51268"/>
                </a:lnTo>
                <a:lnTo>
                  <a:pt x="54077" y="51644"/>
                </a:lnTo>
                <a:lnTo>
                  <a:pt x="54301" y="52016"/>
                </a:lnTo>
                <a:lnTo>
                  <a:pt x="54533" y="52383"/>
                </a:lnTo>
                <a:lnTo>
                  <a:pt x="54771" y="52746"/>
                </a:lnTo>
                <a:lnTo>
                  <a:pt x="55017" y="53103"/>
                </a:lnTo>
                <a:lnTo>
                  <a:pt x="55270" y="53456"/>
                </a:lnTo>
                <a:lnTo>
                  <a:pt x="55530" y="53804"/>
                </a:lnTo>
                <a:lnTo>
                  <a:pt x="55797" y="54148"/>
                </a:lnTo>
                <a:lnTo>
                  <a:pt x="56071" y="54486"/>
                </a:lnTo>
                <a:lnTo>
                  <a:pt x="56352" y="54820"/>
                </a:lnTo>
                <a:lnTo>
                  <a:pt x="56641" y="55150"/>
                </a:lnTo>
                <a:lnTo>
                  <a:pt x="56936" y="55474"/>
                </a:lnTo>
                <a:lnTo>
                  <a:pt x="57239" y="55794"/>
                </a:lnTo>
                <a:lnTo>
                  <a:pt x="57548" y="56109"/>
                </a:lnTo>
                <a:lnTo>
                  <a:pt x="57865" y="56419"/>
                </a:lnTo>
                <a:lnTo>
                  <a:pt x="58189" y="56725"/>
                </a:lnTo>
                <a:lnTo>
                  <a:pt x="58520" y="57025"/>
                </a:lnTo>
                <a:lnTo>
                  <a:pt x="58858" y="57321"/>
                </a:lnTo>
                <a:lnTo>
                  <a:pt x="59203" y="57613"/>
                </a:lnTo>
                <a:lnTo>
                  <a:pt x="59555" y="57899"/>
                </a:lnTo>
                <a:lnTo>
                  <a:pt x="59914" y="58182"/>
                </a:lnTo>
                <a:lnTo>
                  <a:pt x="60280" y="58461"/>
                </a:lnTo>
                <a:lnTo>
                  <a:pt x="60652" y="58737"/>
                </a:lnTo>
                <a:lnTo>
                  <a:pt x="60693" y="58766"/>
                </a:lnTo>
                <a:lnTo>
                  <a:pt x="60363" y="58923"/>
                </a:lnTo>
                <a:lnTo>
                  <a:pt x="59962" y="59119"/>
                </a:lnTo>
                <a:lnTo>
                  <a:pt x="59567" y="59321"/>
                </a:lnTo>
                <a:lnTo>
                  <a:pt x="59177" y="59527"/>
                </a:lnTo>
                <a:lnTo>
                  <a:pt x="58794" y="59738"/>
                </a:lnTo>
                <a:lnTo>
                  <a:pt x="58416" y="59954"/>
                </a:lnTo>
                <a:lnTo>
                  <a:pt x="58044" y="60175"/>
                </a:lnTo>
                <a:lnTo>
                  <a:pt x="57677" y="60400"/>
                </a:lnTo>
                <a:lnTo>
                  <a:pt x="57317" y="60630"/>
                </a:lnTo>
                <a:lnTo>
                  <a:pt x="56962" y="60865"/>
                </a:lnTo>
                <a:lnTo>
                  <a:pt x="56613" y="61104"/>
                </a:lnTo>
                <a:lnTo>
                  <a:pt x="56269" y="61348"/>
                </a:lnTo>
                <a:lnTo>
                  <a:pt x="55931" y="61597"/>
                </a:lnTo>
                <a:lnTo>
                  <a:pt x="55600" y="61851"/>
                </a:lnTo>
                <a:lnTo>
                  <a:pt x="55275" y="62108"/>
                </a:lnTo>
                <a:lnTo>
                  <a:pt x="54956" y="62370"/>
                </a:lnTo>
                <a:lnTo>
                  <a:pt x="54644" y="62637"/>
                </a:lnTo>
                <a:lnTo>
                  <a:pt x="54338" y="62908"/>
                </a:lnTo>
                <a:lnTo>
                  <a:pt x="54039" y="63183"/>
                </a:lnTo>
                <a:lnTo>
                  <a:pt x="53746" y="63462"/>
                </a:lnTo>
                <a:lnTo>
                  <a:pt x="53460" y="63746"/>
                </a:lnTo>
                <a:lnTo>
                  <a:pt x="53180" y="64035"/>
                </a:lnTo>
                <a:lnTo>
                  <a:pt x="52906" y="64327"/>
                </a:lnTo>
                <a:lnTo>
                  <a:pt x="52640" y="64624"/>
                </a:lnTo>
                <a:lnTo>
                  <a:pt x="52379" y="64926"/>
                </a:lnTo>
                <a:lnTo>
                  <a:pt x="52125" y="65231"/>
                </a:lnTo>
                <a:lnTo>
                  <a:pt x="51878" y="65542"/>
                </a:lnTo>
                <a:lnTo>
                  <a:pt x="51637" y="65856"/>
                </a:lnTo>
                <a:lnTo>
                  <a:pt x="51402" y="66175"/>
                </a:lnTo>
                <a:lnTo>
                  <a:pt x="51174" y="66498"/>
                </a:lnTo>
                <a:lnTo>
                  <a:pt x="50953" y="66826"/>
                </a:lnTo>
                <a:lnTo>
                  <a:pt x="50738" y="67158"/>
                </a:lnTo>
                <a:lnTo>
                  <a:pt x="50529" y="67494"/>
                </a:lnTo>
                <a:lnTo>
                  <a:pt x="50327" y="67835"/>
                </a:lnTo>
                <a:lnTo>
                  <a:pt x="50132" y="68180"/>
                </a:lnTo>
                <a:lnTo>
                  <a:pt x="49943" y="68529"/>
                </a:lnTo>
                <a:lnTo>
                  <a:pt x="49760" y="68883"/>
                </a:lnTo>
                <a:lnTo>
                  <a:pt x="49584" y="69241"/>
                </a:lnTo>
                <a:lnTo>
                  <a:pt x="49416" y="69602"/>
                </a:lnTo>
                <a:lnTo>
                  <a:pt x="49255" y="69967"/>
                </a:lnTo>
                <a:lnTo>
                  <a:pt x="49102" y="70336"/>
                </a:lnTo>
                <a:lnTo>
                  <a:pt x="48956" y="70708"/>
                </a:lnTo>
                <a:lnTo>
                  <a:pt x="48818" y="71084"/>
                </a:lnTo>
                <a:lnTo>
                  <a:pt x="48687" y="71464"/>
                </a:lnTo>
                <a:lnTo>
                  <a:pt x="48564" y="71847"/>
                </a:lnTo>
                <a:lnTo>
                  <a:pt x="48448" y="72234"/>
                </a:lnTo>
                <a:lnTo>
                  <a:pt x="48340" y="72624"/>
                </a:lnTo>
                <a:lnTo>
                  <a:pt x="48239" y="73018"/>
                </a:lnTo>
                <a:lnTo>
                  <a:pt x="48145" y="73415"/>
                </a:lnTo>
                <a:lnTo>
                  <a:pt x="48059" y="73816"/>
                </a:lnTo>
                <a:lnTo>
                  <a:pt x="47981" y="74221"/>
                </a:lnTo>
                <a:lnTo>
                  <a:pt x="47910" y="74630"/>
                </a:lnTo>
                <a:lnTo>
                  <a:pt x="47846" y="75042"/>
                </a:lnTo>
                <a:lnTo>
                  <a:pt x="47790" y="75457"/>
                </a:lnTo>
                <a:lnTo>
                  <a:pt x="47742" y="75876"/>
                </a:lnTo>
                <a:lnTo>
                  <a:pt x="47701" y="76299"/>
                </a:lnTo>
                <a:lnTo>
                  <a:pt x="47667" y="76726"/>
                </a:lnTo>
                <a:lnTo>
                  <a:pt x="47641" y="77156"/>
                </a:lnTo>
                <a:lnTo>
                  <a:pt x="47622" y="77589"/>
                </a:lnTo>
                <a:lnTo>
                  <a:pt x="47611" y="78027"/>
                </a:lnTo>
                <a:lnTo>
                  <a:pt x="47607" y="78468"/>
                </a:lnTo>
                <a:lnTo>
                  <a:pt x="47611" y="79021"/>
                </a:lnTo>
                <a:lnTo>
                  <a:pt x="47623" y="79568"/>
                </a:lnTo>
                <a:lnTo>
                  <a:pt x="47643" y="80109"/>
                </a:lnTo>
                <a:lnTo>
                  <a:pt x="47671" y="80643"/>
                </a:lnTo>
                <a:lnTo>
                  <a:pt x="47707" y="81171"/>
                </a:lnTo>
                <a:lnTo>
                  <a:pt x="47751" y="81692"/>
                </a:lnTo>
                <a:lnTo>
                  <a:pt x="47802" y="82207"/>
                </a:lnTo>
                <a:lnTo>
                  <a:pt x="47862" y="82716"/>
                </a:lnTo>
                <a:lnTo>
                  <a:pt x="47930" y="83219"/>
                </a:lnTo>
                <a:lnTo>
                  <a:pt x="48006" y="83715"/>
                </a:lnTo>
                <a:lnTo>
                  <a:pt x="48090" y="84204"/>
                </a:lnTo>
                <a:lnTo>
                  <a:pt x="48181" y="84688"/>
                </a:lnTo>
                <a:lnTo>
                  <a:pt x="48281" y="85165"/>
                </a:lnTo>
                <a:lnTo>
                  <a:pt x="48389" y="85635"/>
                </a:lnTo>
                <a:lnTo>
                  <a:pt x="48504" y="86100"/>
                </a:lnTo>
                <a:lnTo>
                  <a:pt x="48628" y="86558"/>
                </a:lnTo>
                <a:lnTo>
                  <a:pt x="48759" y="87009"/>
                </a:lnTo>
                <a:lnTo>
                  <a:pt x="48899" y="87454"/>
                </a:lnTo>
                <a:lnTo>
                  <a:pt x="49046" y="87893"/>
                </a:lnTo>
                <a:lnTo>
                  <a:pt x="49202" y="88326"/>
                </a:lnTo>
                <a:lnTo>
                  <a:pt x="49365" y="88752"/>
                </a:lnTo>
                <a:lnTo>
                  <a:pt x="49537" y="89172"/>
                </a:lnTo>
                <a:lnTo>
                  <a:pt x="49716" y="89585"/>
                </a:lnTo>
                <a:lnTo>
                  <a:pt x="49903" y="89992"/>
                </a:lnTo>
                <a:lnTo>
                  <a:pt x="50098" y="90393"/>
                </a:lnTo>
                <a:lnTo>
                  <a:pt x="50300" y="90790"/>
                </a:lnTo>
                <a:lnTo>
                  <a:pt x="50509" y="91182"/>
                </a:lnTo>
                <a:lnTo>
                  <a:pt x="50725" y="91568"/>
                </a:lnTo>
                <a:lnTo>
                  <a:pt x="50947" y="91950"/>
                </a:lnTo>
                <a:lnTo>
                  <a:pt x="51177" y="92328"/>
                </a:lnTo>
                <a:lnTo>
                  <a:pt x="51414" y="92700"/>
                </a:lnTo>
                <a:lnTo>
                  <a:pt x="51658" y="93067"/>
                </a:lnTo>
                <a:lnTo>
                  <a:pt x="51908" y="93430"/>
                </a:lnTo>
                <a:lnTo>
                  <a:pt x="52166" y="93787"/>
                </a:lnTo>
                <a:lnTo>
                  <a:pt x="52431" y="94140"/>
                </a:lnTo>
                <a:lnTo>
                  <a:pt x="52702" y="94488"/>
                </a:lnTo>
                <a:lnTo>
                  <a:pt x="52981" y="94831"/>
                </a:lnTo>
                <a:lnTo>
                  <a:pt x="53266" y="95170"/>
                </a:lnTo>
                <a:lnTo>
                  <a:pt x="53559" y="95503"/>
                </a:lnTo>
                <a:lnTo>
                  <a:pt x="53858" y="95831"/>
                </a:lnTo>
                <a:lnTo>
                  <a:pt x="54165" y="96155"/>
                </a:lnTo>
                <a:lnTo>
                  <a:pt x="54478" y="96474"/>
                </a:lnTo>
                <a:lnTo>
                  <a:pt x="54799" y="96788"/>
                </a:lnTo>
                <a:lnTo>
                  <a:pt x="55126" y="97097"/>
                </a:lnTo>
                <a:lnTo>
                  <a:pt x="55460" y="97401"/>
                </a:lnTo>
                <a:lnTo>
                  <a:pt x="55802" y="97701"/>
                </a:lnTo>
                <a:lnTo>
                  <a:pt x="56150" y="97995"/>
                </a:lnTo>
                <a:lnTo>
                  <a:pt x="56505" y="98285"/>
                </a:lnTo>
                <a:lnTo>
                  <a:pt x="56868" y="98570"/>
                </a:lnTo>
                <a:lnTo>
                  <a:pt x="57236" y="98853"/>
                </a:lnTo>
                <a:lnTo>
                  <a:pt x="57612" y="99132"/>
                </a:lnTo>
                <a:lnTo>
                  <a:pt x="57994" y="99408"/>
                </a:lnTo>
                <a:lnTo>
                  <a:pt x="58384" y="99681"/>
                </a:lnTo>
                <a:lnTo>
                  <a:pt x="58779" y="99951"/>
                </a:lnTo>
                <a:lnTo>
                  <a:pt x="59182" y="100218"/>
                </a:lnTo>
                <a:lnTo>
                  <a:pt x="59591" y="100482"/>
                </a:lnTo>
                <a:lnTo>
                  <a:pt x="60007" y="100742"/>
                </a:lnTo>
                <a:lnTo>
                  <a:pt x="60430" y="101000"/>
                </a:lnTo>
                <a:lnTo>
                  <a:pt x="60859" y="101254"/>
                </a:lnTo>
                <a:lnTo>
                  <a:pt x="61295" y="101506"/>
                </a:lnTo>
                <a:lnTo>
                  <a:pt x="61738" y="101754"/>
                </a:lnTo>
                <a:lnTo>
                  <a:pt x="62188" y="101999"/>
                </a:lnTo>
                <a:lnTo>
                  <a:pt x="62644" y="102241"/>
                </a:lnTo>
                <a:lnTo>
                  <a:pt x="63107" y="102480"/>
                </a:lnTo>
                <a:lnTo>
                  <a:pt x="63577" y="102716"/>
                </a:lnTo>
                <a:lnTo>
                  <a:pt x="64054" y="102948"/>
                </a:lnTo>
                <a:lnTo>
                  <a:pt x="64537" y="103178"/>
                </a:lnTo>
                <a:lnTo>
                  <a:pt x="65027" y="103404"/>
                </a:lnTo>
                <a:lnTo>
                  <a:pt x="65524" y="103628"/>
                </a:lnTo>
                <a:lnTo>
                  <a:pt x="66027" y="103848"/>
                </a:lnTo>
                <a:lnTo>
                  <a:pt x="66537" y="104065"/>
                </a:lnTo>
                <a:lnTo>
                  <a:pt x="67054" y="104279"/>
                </a:lnTo>
                <a:lnTo>
                  <a:pt x="67577" y="104491"/>
                </a:lnTo>
                <a:lnTo>
                  <a:pt x="68106" y="104701"/>
                </a:lnTo>
                <a:lnTo>
                  <a:pt x="68640" y="104910"/>
                </a:lnTo>
                <a:lnTo>
                  <a:pt x="69179" y="105117"/>
                </a:lnTo>
                <a:lnTo>
                  <a:pt x="69724" y="105323"/>
                </a:lnTo>
                <a:lnTo>
                  <a:pt x="70274" y="105528"/>
                </a:lnTo>
                <a:lnTo>
                  <a:pt x="70830" y="105732"/>
                </a:lnTo>
                <a:lnTo>
                  <a:pt x="71392" y="105934"/>
                </a:lnTo>
                <a:lnTo>
                  <a:pt x="71959" y="106134"/>
                </a:lnTo>
                <a:lnTo>
                  <a:pt x="72531" y="106334"/>
                </a:lnTo>
                <a:lnTo>
                  <a:pt x="73109" y="106532"/>
                </a:lnTo>
                <a:lnTo>
                  <a:pt x="73692" y="106728"/>
                </a:lnTo>
                <a:lnTo>
                  <a:pt x="74281" y="106924"/>
                </a:lnTo>
                <a:lnTo>
                  <a:pt x="74875" y="107118"/>
                </a:lnTo>
                <a:lnTo>
                  <a:pt x="75475" y="107310"/>
                </a:lnTo>
                <a:lnTo>
                  <a:pt x="76080" y="107501"/>
                </a:lnTo>
                <a:lnTo>
                  <a:pt x="76691" y="107691"/>
                </a:lnTo>
                <a:lnTo>
                  <a:pt x="77307" y="107879"/>
                </a:lnTo>
                <a:lnTo>
                  <a:pt x="77929" y="108067"/>
                </a:lnTo>
                <a:lnTo>
                  <a:pt x="78556" y="108252"/>
                </a:lnTo>
                <a:lnTo>
                  <a:pt x="79188" y="108437"/>
                </a:lnTo>
                <a:lnTo>
                  <a:pt x="79827" y="108620"/>
                </a:lnTo>
                <a:lnTo>
                  <a:pt x="80470" y="108801"/>
                </a:lnTo>
                <a:lnTo>
                  <a:pt x="81119" y="108982"/>
                </a:lnTo>
                <a:lnTo>
                  <a:pt x="81719" y="109161"/>
                </a:lnTo>
                <a:lnTo>
                  <a:pt x="82311" y="109339"/>
                </a:lnTo>
                <a:lnTo>
                  <a:pt x="82894" y="109516"/>
                </a:lnTo>
                <a:lnTo>
                  <a:pt x="83469" y="109693"/>
                </a:lnTo>
                <a:lnTo>
                  <a:pt x="84036" y="109869"/>
                </a:lnTo>
                <a:lnTo>
                  <a:pt x="84595" y="110045"/>
                </a:lnTo>
                <a:lnTo>
                  <a:pt x="85146" y="110219"/>
                </a:lnTo>
                <a:lnTo>
                  <a:pt x="85688" y="110393"/>
                </a:lnTo>
                <a:lnTo>
                  <a:pt x="86222" y="110566"/>
                </a:lnTo>
                <a:lnTo>
                  <a:pt x="86748" y="110739"/>
                </a:lnTo>
                <a:lnTo>
                  <a:pt x="87266" y="110910"/>
                </a:lnTo>
                <a:lnTo>
                  <a:pt x="87775" y="111081"/>
                </a:lnTo>
                <a:lnTo>
                  <a:pt x="88276" y="111251"/>
                </a:lnTo>
                <a:lnTo>
                  <a:pt x="88769" y="111421"/>
                </a:lnTo>
                <a:lnTo>
                  <a:pt x="89254" y="111589"/>
                </a:lnTo>
                <a:lnTo>
                  <a:pt x="89730" y="111757"/>
                </a:lnTo>
                <a:lnTo>
                  <a:pt x="90199" y="111924"/>
                </a:lnTo>
                <a:lnTo>
                  <a:pt x="90659" y="112091"/>
                </a:lnTo>
                <a:lnTo>
                  <a:pt x="91111" y="112257"/>
                </a:lnTo>
                <a:lnTo>
                  <a:pt x="91554" y="112422"/>
                </a:lnTo>
                <a:lnTo>
                  <a:pt x="91990" y="112586"/>
                </a:lnTo>
                <a:lnTo>
                  <a:pt x="92417" y="112749"/>
                </a:lnTo>
                <a:lnTo>
                  <a:pt x="92836" y="112912"/>
                </a:lnTo>
                <a:lnTo>
                  <a:pt x="93247" y="113074"/>
                </a:lnTo>
                <a:lnTo>
                  <a:pt x="93650" y="113236"/>
                </a:lnTo>
                <a:lnTo>
                  <a:pt x="94046" y="113398"/>
                </a:lnTo>
                <a:lnTo>
                  <a:pt x="94435" y="113560"/>
                </a:lnTo>
                <a:lnTo>
                  <a:pt x="94817" y="113723"/>
                </a:lnTo>
                <a:lnTo>
                  <a:pt x="95193" y="113886"/>
                </a:lnTo>
                <a:lnTo>
                  <a:pt x="95561" y="114050"/>
                </a:lnTo>
                <a:lnTo>
                  <a:pt x="95922" y="114214"/>
                </a:lnTo>
                <a:lnTo>
                  <a:pt x="96277" y="114378"/>
                </a:lnTo>
                <a:lnTo>
                  <a:pt x="96624" y="114543"/>
                </a:lnTo>
                <a:lnTo>
                  <a:pt x="96964" y="114708"/>
                </a:lnTo>
                <a:lnTo>
                  <a:pt x="97298" y="114873"/>
                </a:lnTo>
                <a:lnTo>
                  <a:pt x="97624" y="115039"/>
                </a:lnTo>
                <a:lnTo>
                  <a:pt x="97944" y="115205"/>
                </a:lnTo>
                <a:lnTo>
                  <a:pt x="98256" y="115372"/>
                </a:lnTo>
                <a:lnTo>
                  <a:pt x="98561" y="115539"/>
                </a:lnTo>
                <a:lnTo>
                  <a:pt x="98860" y="115706"/>
                </a:lnTo>
                <a:lnTo>
                  <a:pt x="99151" y="115874"/>
                </a:lnTo>
                <a:lnTo>
                  <a:pt x="99436" y="116042"/>
                </a:lnTo>
                <a:lnTo>
                  <a:pt x="99714" y="116211"/>
                </a:lnTo>
                <a:lnTo>
                  <a:pt x="99984" y="116380"/>
                </a:lnTo>
                <a:lnTo>
                  <a:pt x="100248" y="116549"/>
                </a:lnTo>
                <a:lnTo>
                  <a:pt x="100504" y="116719"/>
                </a:lnTo>
                <a:lnTo>
                  <a:pt x="100754" y="116889"/>
                </a:lnTo>
                <a:lnTo>
                  <a:pt x="100997" y="117059"/>
                </a:lnTo>
                <a:lnTo>
                  <a:pt x="101233" y="117230"/>
                </a:lnTo>
                <a:lnTo>
                  <a:pt x="101464" y="117403"/>
                </a:lnTo>
                <a:lnTo>
                  <a:pt x="101689" y="117577"/>
                </a:lnTo>
                <a:lnTo>
                  <a:pt x="101908" y="117753"/>
                </a:lnTo>
                <a:lnTo>
                  <a:pt x="102121" y="117930"/>
                </a:lnTo>
                <a:lnTo>
                  <a:pt x="102329" y="118109"/>
                </a:lnTo>
                <a:lnTo>
                  <a:pt x="102531" y="118289"/>
                </a:lnTo>
                <a:lnTo>
                  <a:pt x="102727" y="118470"/>
                </a:lnTo>
                <a:lnTo>
                  <a:pt x="102918" y="118653"/>
                </a:lnTo>
                <a:lnTo>
                  <a:pt x="103102" y="118838"/>
                </a:lnTo>
                <a:lnTo>
                  <a:pt x="103281" y="119024"/>
                </a:lnTo>
                <a:lnTo>
                  <a:pt x="103455" y="119212"/>
                </a:lnTo>
                <a:lnTo>
                  <a:pt x="103622" y="119401"/>
                </a:lnTo>
                <a:lnTo>
                  <a:pt x="103784" y="119592"/>
                </a:lnTo>
                <a:lnTo>
                  <a:pt x="103940" y="119784"/>
                </a:lnTo>
                <a:lnTo>
                  <a:pt x="104091" y="119977"/>
                </a:lnTo>
                <a:lnTo>
                  <a:pt x="104235" y="120172"/>
                </a:lnTo>
                <a:lnTo>
                  <a:pt x="104374" y="120369"/>
                </a:lnTo>
                <a:lnTo>
                  <a:pt x="104507" y="120567"/>
                </a:lnTo>
                <a:lnTo>
                  <a:pt x="104635" y="120767"/>
                </a:lnTo>
                <a:lnTo>
                  <a:pt x="104756" y="120968"/>
                </a:lnTo>
                <a:lnTo>
                  <a:pt x="104872" y="121170"/>
                </a:lnTo>
                <a:lnTo>
                  <a:pt x="104983" y="121374"/>
                </a:lnTo>
                <a:lnTo>
                  <a:pt x="105087" y="121580"/>
                </a:lnTo>
                <a:lnTo>
                  <a:pt x="105187" y="121788"/>
                </a:lnTo>
                <a:lnTo>
                  <a:pt x="105282" y="121999"/>
                </a:lnTo>
                <a:lnTo>
                  <a:pt x="105373" y="122213"/>
                </a:lnTo>
                <a:lnTo>
                  <a:pt x="105460" y="122431"/>
                </a:lnTo>
                <a:lnTo>
                  <a:pt x="105543" y="122651"/>
                </a:lnTo>
                <a:lnTo>
                  <a:pt x="105621" y="122875"/>
                </a:lnTo>
                <a:lnTo>
                  <a:pt x="105695" y="123102"/>
                </a:lnTo>
                <a:lnTo>
                  <a:pt x="105765" y="123332"/>
                </a:lnTo>
                <a:lnTo>
                  <a:pt x="105831" y="123565"/>
                </a:lnTo>
                <a:lnTo>
                  <a:pt x="105892" y="123801"/>
                </a:lnTo>
                <a:lnTo>
                  <a:pt x="105949" y="124040"/>
                </a:lnTo>
                <a:lnTo>
                  <a:pt x="106002" y="124282"/>
                </a:lnTo>
                <a:lnTo>
                  <a:pt x="106051" y="124528"/>
                </a:lnTo>
                <a:lnTo>
                  <a:pt x="106095" y="124776"/>
                </a:lnTo>
                <a:lnTo>
                  <a:pt x="106136" y="125028"/>
                </a:lnTo>
                <a:lnTo>
                  <a:pt x="106172" y="125283"/>
                </a:lnTo>
                <a:lnTo>
                  <a:pt x="106203" y="125540"/>
                </a:lnTo>
                <a:lnTo>
                  <a:pt x="106231" y="125801"/>
                </a:lnTo>
                <a:lnTo>
                  <a:pt x="106254" y="126066"/>
                </a:lnTo>
                <a:lnTo>
                  <a:pt x="106273" y="126333"/>
                </a:lnTo>
                <a:lnTo>
                  <a:pt x="106288" y="126603"/>
                </a:lnTo>
                <a:lnTo>
                  <a:pt x="106299" y="126877"/>
                </a:lnTo>
                <a:lnTo>
                  <a:pt x="106305" y="127153"/>
                </a:lnTo>
                <a:lnTo>
                  <a:pt x="106307" y="127433"/>
                </a:lnTo>
                <a:lnTo>
                  <a:pt x="106303" y="127791"/>
                </a:lnTo>
                <a:lnTo>
                  <a:pt x="106289" y="128145"/>
                </a:lnTo>
                <a:lnTo>
                  <a:pt x="106267" y="128497"/>
                </a:lnTo>
                <a:lnTo>
                  <a:pt x="106236" y="128846"/>
                </a:lnTo>
                <a:lnTo>
                  <a:pt x="106197" y="129191"/>
                </a:lnTo>
                <a:lnTo>
                  <a:pt x="106148" y="129534"/>
                </a:lnTo>
                <a:lnTo>
                  <a:pt x="106090" y="129874"/>
                </a:lnTo>
                <a:lnTo>
                  <a:pt x="106024" y="130210"/>
                </a:lnTo>
                <a:lnTo>
                  <a:pt x="105949" y="130544"/>
                </a:lnTo>
                <a:lnTo>
                  <a:pt x="105865" y="130875"/>
                </a:lnTo>
                <a:lnTo>
                  <a:pt x="105772" y="131202"/>
                </a:lnTo>
                <a:lnTo>
                  <a:pt x="105670" y="131527"/>
                </a:lnTo>
                <a:lnTo>
                  <a:pt x="105560" y="131849"/>
                </a:lnTo>
                <a:lnTo>
                  <a:pt x="105440" y="132168"/>
                </a:lnTo>
                <a:lnTo>
                  <a:pt x="105312" y="132483"/>
                </a:lnTo>
                <a:lnTo>
                  <a:pt x="105175" y="132796"/>
                </a:lnTo>
                <a:lnTo>
                  <a:pt x="105029" y="133106"/>
                </a:lnTo>
                <a:lnTo>
                  <a:pt x="104874" y="133412"/>
                </a:lnTo>
                <a:lnTo>
                  <a:pt x="104710" y="133716"/>
                </a:lnTo>
                <a:lnTo>
                  <a:pt x="104538" y="134017"/>
                </a:lnTo>
                <a:lnTo>
                  <a:pt x="104357" y="134315"/>
                </a:lnTo>
                <a:lnTo>
                  <a:pt x="104167" y="134609"/>
                </a:lnTo>
                <a:lnTo>
                  <a:pt x="103967" y="134901"/>
                </a:lnTo>
                <a:lnTo>
                  <a:pt x="103760" y="135190"/>
                </a:lnTo>
                <a:lnTo>
                  <a:pt x="103543" y="135474"/>
                </a:lnTo>
                <a:lnTo>
                  <a:pt x="103319" y="135754"/>
                </a:lnTo>
                <a:lnTo>
                  <a:pt x="103087" y="136029"/>
                </a:lnTo>
                <a:lnTo>
                  <a:pt x="102847" y="136299"/>
                </a:lnTo>
                <a:lnTo>
                  <a:pt x="102598" y="136564"/>
                </a:lnTo>
                <a:lnTo>
                  <a:pt x="102342" y="136823"/>
                </a:lnTo>
                <a:lnTo>
                  <a:pt x="102078" y="137078"/>
                </a:lnTo>
                <a:lnTo>
                  <a:pt x="101806" y="137328"/>
                </a:lnTo>
                <a:lnTo>
                  <a:pt x="101526" y="137573"/>
                </a:lnTo>
                <a:lnTo>
                  <a:pt x="101238" y="137813"/>
                </a:lnTo>
                <a:lnTo>
                  <a:pt x="100942" y="138048"/>
                </a:lnTo>
                <a:lnTo>
                  <a:pt x="100638" y="138278"/>
                </a:lnTo>
                <a:lnTo>
                  <a:pt x="100326" y="138503"/>
                </a:lnTo>
                <a:lnTo>
                  <a:pt x="100006" y="138723"/>
                </a:lnTo>
                <a:lnTo>
                  <a:pt x="99678" y="138938"/>
                </a:lnTo>
                <a:lnTo>
                  <a:pt x="99342" y="139148"/>
                </a:lnTo>
                <a:lnTo>
                  <a:pt x="98999" y="139353"/>
                </a:lnTo>
                <a:lnTo>
                  <a:pt x="98647" y="139553"/>
                </a:lnTo>
                <a:lnTo>
                  <a:pt x="98287" y="139748"/>
                </a:lnTo>
                <a:lnTo>
                  <a:pt x="97919" y="139938"/>
                </a:lnTo>
                <a:lnTo>
                  <a:pt x="97543" y="140123"/>
                </a:lnTo>
                <a:lnTo>
                  <a:pt x="97160" y="140303"/>
                </a:lnTo>
                <a:lnTo>
                  <a:pt x="96768" y="140478"/>
                </a:lnTo>
                <a:lnTo>
                  <a:pt x="96368" y="140648"/>
                </a:lnTo>
                <a:lnTo>
                  <a:pt x="95961" y="140812"/>
                </a:lnTo>
                <a:lnTo>
                  <a:pt x="95547" y="140969"/>
                </a:lnTo>
                <a:lnTo>
                  <a:pt x="95125" y="141119"/>
                </a:lnTo>
                <a:lnTo>
                  <a:pt x="94697" y="141263"/>
                </a:lnTo>
                <a:lnTo>
                  <a:pt x="94261" y="141399"/>
                </a:lnTo>
                <a:lnTo>
                  <a:pt x="93819" y="141528"/>
                </a:lnTo>
                <a:lnTo>
                  <a:pt x="93369" y="141650"/>
                </a:lnTo>
                <a:lnTo>
                  <a:pt x="92912" y="141766"/>
                </a:lnTo>
                <a:lnTo>
                  <a:pt x="92448" y="141874"/>
                </a:lnTo>
                <a:lnTo>
                  <a:pt x="91977" y="141975"/>
                </a:lnTo>
                <a:lnTo>
                  <a:pt x="91498" y="142069"/>
                </a:lnTo>
                <a:lnTo>
                  <a:pt x="91013" y="142157"/>
                </a:lnTo>
                <a:lnTo>
                  <a:pt x="90521" y="142237"/>
                </a:lnTo>
                <a:lnTo>
                  <a:pt x="90021" y="142310"/>
                </a:lnTo>
                <a:lnTo>
                  <a:pt x="89515" y="142377"/>
                </a:lnTo>
                <a:lnTo>
                  <a:pt x="89001" y="142436"/>
                </a:lnTo>
                <a:lnTo>
                  <a:pt x="88480" y="142488"/>
                </a:lnTo>
                <a:lnTo>
                  <a:pt x="87952" y="142534"/>
                </a:lnTo>
                <a:lnTo>
                  <a:pt x="87417" y="142572"/>
                </a:lnTo>
                <a:lnTo>
                  <a:pt x="86875" y="142604"/>
                </a:lnTo>
                <a:lnTo>
                  <a:pt x="86326" y="142628"/>
                </a:lnTo>
                <a:lnTo>
                  <a:pt x="85769" y="142646"/>
                </a:lnTo>
                <a:lnTo>
                  <a:pt x="85206" y="142656"/>
                </a:lnTo>
                <a:lnTo>
                  <a:pt x="84635" y="142660"/>
                </a:lnTo>
                <a:lnTo>
                  <a:pt x="84283" y="142658"/>
                </a:lnTo>
                <a:lnTo>
                  <a:pt x="83930" y="142652"/>
                </a:lnTo>
                <a:lnTo>
                  <a:pt x="83576" y="142643"/>
                </a:lnTo>
                <a:lnTo>
                  <a:pt x="83223" y="142631"/>
                </a:lnTo>
                <a:lnTo>
                  <a:pt x="82870" y="142614"/>
                </a:lnTo>
                <a:lnTo>
                  <a:pt x="82516" y="142595"/>
                </a:lnTo>
                <a:lnTo>
                  <a:pt x="82163" y="142571"/>
                </a:lnTo>
                <a:lnTo>
                  <a:pt x="81809" y="142544"/>
                </a:lnTo>
                <a:lnTo>
                  <a:pt x="81455" y="142513"/>
                </a:lnTo>
                <a:lnTo>
                  <a:pt x="81101" y="142479"/>
                </a:lnTo>
                <a:lnTo>
                  <a:pt x="80747" y="142441"/>
                </a:lnTo>
                <a:lnTo>
                  <a:pt x="80393" y="142399"/>
                </a:lnTo>
                <a:lnTo>
                  <a:pt x="80038" y="142354"/>
                </a:lnTo>
                <a:lnTo>
                  <a:pt x="79684" y="142305"/>
                </a:lnTo>
                <a:lnTo>
                  <a:pt x="79329" y="142253"/>
                </a:lnTo>
                <a:lnTo>
                  <a:pt x="78974" y="142197"/>
                </a:lnTo>
                <a:lnTo>
                  <a:pt x="78620" y="142137"/>
                </a:lnTo>
                <a:lnTo>
                  <a:pt x="78265" y="142074"/>
                </a:lnTo>
                <a:lnTo>
                  <a:pt x="77909" y="142007"/>
                </a:lnTo>
                <a:lnTo>
                  <a:pt x="77554" y="141937"/>
                </a:lnTo>
                <a:lnTo>
                  <a:pt x="77199" y="141863"/>
                </a:lnTo>
                <a:lnTo>
                  <a:pt x="76843" y="141785"/>
                </a:lnTo>
                <a:lnTo>
                  <a:pt x="76488" y="141704"/>
                </a:lnTo>
                <a:lnTo>
                  <a:pt x="76132" y="141619"/>
                </a:lnTo>
                <a:lnTo>
                  <a:pt x="75777" y="141530"/>
                </a:lnTo>
                <a:lnTo>
                  <a:pt x="75425" y="141437"/>
                </a:lnTo>
                <a:lnTo>
                  <a:pt x="75076" y="141339"/>
                </a:lnTo>
                <a:lnTo>
                  <a:pt x="74729" y="141237"/>
                </a:lnTo>
                <a:lnTo>
                  <a:pt x="74384" y="141131"/>
                </a:lnTo>
                <a:lnTo>
                  <a:pt x="74042" y="141020"/>
                </a:lnTo>
                <a:lnTo>
                  <a:pt x="73702" y="140905"/>
                </a:lnTo>
                <a:lnTo>
                  <a:pt x="73365" y="140786"/>
                </a:lnTo>
                <a:lnTo>
                  <a:pt x="73030" y="140662"/>
                </a:lnTo>
                <a:lnTo>
                  <a:pt x="72698" y="140534"/>
                </a:lnTo>
                <a:lnTo>
                  <a:pt x="72369" y="140401"/>
                </a:lnTo>
                <a:lnTo>
                  <a:pt x="72042" y="140265"/>
                </a:lnTo>
                <a:lnTo>
                  <a:pt x="71717" y="140123"/>
                </a:lnTo>
                <a:lnTo>
                  <a:pt x="71395" y="139978"/>
                </a:lnTo>
                <a:lnTo>
                  <a:pt x="71075" y="139828"/>
                </a:lnTo>
                <a:lnTo>
                  <a:pt x="70758" y="139674"/>
                </a:lnTo>
                <a:lnTo>
                  <a:pt x="70443" y="139515"/>
                </a:lnTo>
                <a:lnTo>
                  <a:pt x="70131" y="139352"/>
                </a:lnTo>
                <a:lnTo>
                  <a:pt x="69821" y="139184"/>
                </a:lnTo>
                <a:lnTo>
                  <a:pt x="69514" y="139013"/>
                </a:lnTo>
                <a:lnTo>
                  <a:pt x="69209" y="138837"/>
                </a:lnTo>
                <a:lnTo>
                  <a:pt x="68907" y="138656"/>
                </a:lnTo>
                <a:lnTo>
                  <a:pt x="68607" y="138471"/>
                </a:lnTo>
                <a:lnTo>
                  <a:pt x="68310" y="138282"/>
                </a:lnTo>
                <a:lnTo>
                  <a:pt x="68016" y="138088"/>
                </a:lnTo>
                <a:lnTo>
                  <a:pt x="67728" y="137888"/>
                </a:lnTo>
                <a:lnTo>
                  <a:pt x="67444" y="137683"/>
                </a:lnTo>
                <a:lnTo>
                  <a:pt x="67165" y="137472"/>
                </a:lnTo>
                <a:lnTo>
                  <a:pt x="66891" y="137255"/>
                </a:lnTo>
                <a:lnTo>
                  <a:pt x="66621" y="137033"/>
                </a:lnTo>
                <a:lnTo>
                  <a:pt x="66357" y="136805"/>
                </a:lnTo>
                <a:lnTo>
                  <a:pt x="66097" y="136572"/>
                </a:lnTo>
                <a:lnTo>
                  <a:pt x="65843" y="136333"/>
                </a:lnTo>
                <a:lnTo>
                  <a:pt x="65593" y="136088"/>
                </a:lnTo>
                <a:lnTo>
                  <a:pt x="65348" y="135838"/>
                </a:lnTo>
                <a:lnTo>
                  <a:pt x="65108" y="135582"/>
                </a:lnTo>
                <a:lnTo>
                  <a:pt x="64872" y="135321"/>
                </a:lnTo>
                <a:lnTo>
                  <a:pt x="64642" y="135054"/>
                </a:lnTo>
                <a:lnTo>
                  <a:pt x="64416" y="134781"/>
                </a:lnTo>
                <a:lnTo>
                  <a:pt x="64196" y="134503"/>
                </a:lnTo>
                <a:lnTo>
                  <a:pt x="63980" y="134219"/>
                </a:lnTo>
                <a:lnTo>
                  <a:pt x="63769" y="133929"/>
                </a:lnTo>
                <a:lnTo>
                  <a:pt x="63563" y="133634"/>
                </a:lnTo>
                <a:lnTo>
                  <a:pt x="63362" y="133334"/>
                </a:lnTo>
                <a:lnTo>
                  <a:pt x="63165" y="133027"/>
                </a:lnTo>
                <a:lnTo>
                  <a:pt x="62974" y="132716"/>
                </a:lnTo>
                <a:lnTo>
                  <a:pt x="62787" y="132398"/>
                </a:lnTo>
                <a:lnTo>
                  <a:pt x="62605" y="132075"/>
                </a:lnTo>
                <a:lnTo>
                  <a:pt x="62429" y="131746"/>
                </a:lnTo>
                <a:lnTo>
                  <a:pt x="62261" y="131411"/>
                </a:lnTo>
                <a:lnTo>
                  <a:pt x="62100" y="131070"/>
                </a:lnTo>
                <a:lnTo>
                  <a:pt x="61947" y="130722"/>
                </a:lnTo>
                <a:lnTo>
                  <a:pt x="61801" y="130369"/>
                </a:lnTo>
                <a:lnTo>
                  <a:pt x="61663" y="130010"/>
                </a:lnTo>
                <a:lnTo>
                  <a:pt x="61532" y="129644"/>
                </a:lnTo>
                <a:lnTo>
                  <a:pt x="61409" y="129272"/>
                </a:lnTo>
                <a:lnTo>
                  <a:pt x="61293" y="128894"/>
                </a:lnTo>
                <a:lnTo>
                  <a:pt x="61185" y="128511"/>
                </a:lnTo>
                <a:lnTo>
                  <a:pt x="61084" y="128121"/>
                </a:lnTo>
                <a:lnTo>
                  <a:pt x="60990" y="127724"/>
                </a:lnTo>
                <a:lnTo>
                  <a:pt x="60904" y="127322"/>
                </a:lnTo>
                <a:lnTo>
                  <a:pt x="60826" y="126914"/>
                </a:lnTo>
                <a:lnTo>
                  <a:pt x="60755" y="126499"/>
                </a:lnTo>
                <a:lnTo>
                  <a:pt x="60691" y="126079"/>
                </a:lnTo>
                <a:lnTo>
                  <a:pt x="60635" y="125652"/>
                </a:lnTo>
                <a:lnTo>
                  <a:pt x="60587" y="125220"/>
                </a:lnTo>
                <a:lnTo>
                  <a:pt x="60546" y="124781"/>
                </a:lnTo>
                <a:lnTo>
                  <a:pt x="60512" y="124336"/>
                </a:lnTo>
                <a:lnTo>
                  <a:pt x="60486" y="123885"/>
                </a:lnTo>
                <a:lnTo>
                  <a:pt x="60467" y="123428"/>
                </a:lnTo>
                <a:lnTo>
                  <a:pt x="60456" y="122964"/>
                </a:lnTo>
                <a:lnTo>
                  <a:pt x="60452" y="122495"/>
                </a:lnTo>
                <a:lnTo>
                  <a:pt x="47177" y="122638"/>
                </a:lnTo>
                <a:lnTo>
                  <a:pt x="47182" y="123357"/>
                </a:lnTo>
                <a:lnTo>
                  <a:pt x="47199" y="124067"/>
                </a:lnTo>
                <a:lnTo>
                  <a:pt x="47226" y="124767"/>
                </a:lnTo>
                <a:lnTo>
                  <a:pt x="47265" y="125457"/>
                </a:lnTo>
                <a:lnTo>
                  <a:pt x="47315" y="126138"/>
                </a:lnTo>
                <a:lnTo>
                  <a:pt x="47376" y="126809"/>
                </a:lnTo>
                <a:lnTo>
                  <a:pt x="47448" y="127472"/>
                </a:lnTo>
                <a:lnTo>
                  <a:pt x="47531" y="128124"/>
                </a:lnTo>
                <a:lnTo>
                  <a:pt x="47626" y="128767"/>
                </a:lnTo>
                <a:lnTo>
                  <a:pt x="47731" y="129401"/>
                </a:lnTo>
                <a:lnTo>
                  <a:pt x="47847" y="130025"/>
                </a:lnTo>
                <a:lnTo>
                  <a:pt x="47975" y="130640"/>
                </a:lnTo>
                <a:lnTo>
                  <a:pt x="48114" y="131245"/>
                </a:lnTo>
                <a:lnTo>
                  <a:pt x="48263" y="131841"/>
                </a:lnTo>
                <a:lnTo>
                  <a:pt x="48424" y="132427"/>
                </a:lnTo>
                <a:lnTo>
                  <a:pt x="48596" y="133004"/>
                </a:lnTo>
                <a:lnTo>
                  <a:pt x="48779" y="133571"/>
                </a:lnTo>
                <a:lnTo>
                  <a:pt x="48973" y="134129"/>
                </a:lnTo>
                <a:lnTo>
                  <a:pt x="49178" y="134677"/>
                </a:lnTo>
                <a:lnTo>
                  <a:pt x="49394" y="135216"/>
                </a:lnTo>
                <a:lnTo>
                  <a:pt x="49621" y="135746"/>
                </a:lnTo>
                <a:lnTo>
                  <a:pt x="49860" y="136266"/>
                </a:lnTo>
                <a:lnTo>
                  <a:pt x="50109" y="136776"/>
                </a:lnTo>
                <a:lnTo>
                  <a:pt x="50370" y="137278"/>
                </a:lnTo>
                <a:lnTo>
                  <a:pt x="50640" y="137770"/>
                </a:lnTo>
                <a:lnTo>
                  <a:pt x="50918" y="138254"/>
                </a:lnTo>
                <a:lnTo>
                  <a:pt x="51203" y="138730"/>
                </a:lnTo>
                <a:lnTo>
                  <a:pt x="51496" y="139197"/>
                </a:lnTo>
                <a:lnTo>
                  <a:pt x="51797" y="139656"/>
                </a:lnTo>
                <a:lnTo>
                  <a:pt x="52106" y="140108"/>
                </a:lnTo>
                <a:lnTo>
                  <a:pt x="52422" y="140550"/>
                </a:lnTo>
                <a:lnTo>
                  <a:pt x="52746" y="140985"/>
                </a:lnTo>
                <a:lnTo>
                  <a:pt x="53078" y="141412"/>
                </a:lnTo>
                <a:lnTo>
                  <a:pt x="53417" y="141830"/>
                </a:lnTo>
                <a:lnTo>
                  <a:pt x="53764" y="142240"/>
                </a:lnTo>
                <a:lnTo>
                  <a:pt x="54119" y="142642"/>
                </a:lnTo>
                <a:lnTo>
                  <a:pt x="54482" y="143035"/>
                </a:lnTo>
                <a:lnTo>
                  <a:pt x="54852" y="143420"/>
                </a:lnTo>
                <a:lnTo>
                  <a:pt x="55231" y="143798"/>
                </a:lnTo>
                <a:lnTo>
                  <a:pt x="55616" y="144167"/>
                </a:lnTo>
                <a:lnTo>
                  <a:pt x="56010" y="144527"/>
                </a:lnTo>
                <a:lnTo>
                  <a:pt x="56411" y="144880"/>
                </a:lnTo>
                <a:lnTo>
                  <a:pt x="56820" y="145224"/>
                </a:lnTo>
                <a:lnTo>
                  <a:pt x="57237" y="145560"/>
                </a:lnTo>
                <a:lnTo>
                  <a:pt x="57661" y="145888"/>
                </a:lnTo>
                <a:lnTo>
                  <a:pt x="58094" y="146207"/>
                </a:lnTo>
                <a:lnTo>
                  <a:pt x="58534" y="146519"/>
                </a:lnTo>
                <a:lnTo>
                  <a:pt x="58981" y="146822"/>
                </a:lnTo>
                <a:lnTo>
                  <a:pt x="59435" y="147117"/>
                </a:lnTo>
                <a:lnTo>
                  <a:pt x="59893" y="147406"/>
                </a:lnTo>
                <a:lnTo>
                  <a:pt x="60355" y="147687"/>
                </a:lnTo>
                <a:lnTo>
                  <a:pt x="60822" y="147962"/>
                </a:lnTo>
                <a:lnTo>
                  <a:pt x="61293" y="148229"/>
                </a:lnTo>
                <a:lnTo>
                  <a:pt x="61769" y="148490"/>
                </a:lnTo>
                <a:lnTo>
                  <a:pt x="62248" y="148744"/>
                </a:lnTo>
                <a:lnTo>
                  <a:pt x="62733" y="148990"/>
                </a:lnTo>
                <a:lnTo>
                  <a:pt x="63221" y="149230"/>
                </a:lnTo>
                <a:lnTo>
                  <a:pt x="63714" y="149463"/>
                </a:lnTo>
                <a:lnTo>
                  <a:pt x="64211" y="149689"/>
                </a:lnTo>
                <a:lnTo>
                  <a:pt x="64713" y="149907"/>
                </a:lnTo>
                <a:lnTo>
                  <a:pt x="65219" y="150119"/>
                </a:lnTo>
                <a:lnTo>
                  <a:pt x="65729" y="150324"/>
                </a:lnTo>
                <a:lnTo>
                  <a:pt x="66244" y="150522"/>
                </a:lnTo>
                <a:lnTo>
                  <a:pt x="66763" y="150713"/>
                </a:lnTo>
                <a:lnTo>
                  <a:pt x="67287" y="150897"/>
                </a:lnTo>
                <a:lnTo>
                  <a:pt x="67814" y="151073"/>
                </a:lnTo>
                <a:lnTo>
                  <a:pt x="68347" y="151243"/>
                </a:lnTo>
                <a:lnTo>
                  <a:pt x="68883" y="151406"/>
                </a:lnTo>
                <a:lnTo>
                  <a:pt x="69424" y="151562"/>
                </a:lnTo>
                <a:lnTo>
                  <a:pt x="69969" y="151711"/>
                </a:lnTo>
                <a:lnTo>
                  <a:pt x="70519" y="151853"/>
                </a:lnTo>
                <a:lnTo>
                  <a:pt x="71073" y="151988"/>
                </a:lnTo>
                <a:lnTo>
                  <a:pt x="71629" y="152117"/>
                </a:lnTo>
                <a:lnTo>
                  <a:pt x="72187" y="152241"/>
                </a:lnTo>
                <a:lnTo>
                  <a:pt x="72745" y="152358"/>
                </a:lnTo>
                <a:lnTo>
                  <a:pt x="73303" y="152471"/>
                </a:lnTo>
                <a:lnTo>
                  <a:pt x="73863" y="152578"/>
                </a:lnTo>
                <a:lnTo>
                  <a:pt x="74423" y="152679"/>
                </a:lnTo>
                <a:lnTo>
                  <a:pt x="74984" y="152775"/>
                </a:lnTo>
                <a:lnTo>
                  <a:pt x="75546" y="152865"/>
                </a:lnTo>
                <a:lnTo>
                  <a:pt x="76108" y="152950"/>
                </a:lnTo>
                <a:lnTo>
                  <a:pt x="76672" y="153030"/>
                </a:lnTo>
                <a:lnTo>
                  <a:pt x="77236" y="153104"/>
                </a:lnTo>
                <a:lnTo>
                  <a:pt x="77800" y="153172"/>
                </a:lnTo>
                <a:lnTo>
                  <a:pt x="78366" y="153235"/>
                </a:lnTo>
                <a:lnTo>
                  <a:pt x="78932" y="153293"/>
                </a:lnTo>
                <a:lnTo>
                  <a:pt x="79499" y="153345"/>
                </a:lnTo>
                <a:lnTo>
                  <a:pt x="80067" y="153392"/>
                </a:lnTo>
                <a:lnTo>
                  <a:pt x="80635" y="153433"/>
                </a:lnTo>
                <a:lnTo>
                  <a:pt x="81204" y="153468"/>
                </a:lnTo>
                <a:lnTo>
                  <a:pt x="81774" y="153499"/>
                </a:lnTo>
                <a:lnTo>
                  <a:pt x="82345" y="153523"/>
                </a:lnTo>
                <a:lnTo>
                  <a:pt x="82917" y="153542"/>
                </a:lnTo>
                <a:lnTo>
                  <a:pt x="83489" y="153556"/>
                </a:lnTo>
                <a:lnTo>
                  <a:pt x="84062" y="153564"/>
                </a:lnTo>
                <a:lnTo>
                  <a:pt x="84635" y="153567"/>
                </a:lnTo>
                <a:lnTo>
                  <a:pt x="85297" y="153564"/>
                </a:lnTo>
                <a:lnTo>
                  <a:pt x="85952" y="153555"/>
                </a:lnTo>
                <a:lnTo>
                  <a:pt x="86603" y="153540"/>
                </a:lnTo>
                <a:lnTo>
                  <a:pt x="87248" y="153518"/>
                </a:lnTo>
                <a:lnTo>
                  <a:pt x="87887" y="153491"/>
                </a:lnTo>
                <a:lnTo>
                  <a:pt x="88522" y="153457"/>
                </a:lnTo>
                <a:lnTo>
                  <a:pt x="89151" y="153417"/>
                </a:lnTo>
                <a:lnTo>
                  <a:pt x="89774" y="153372"/>
                </a:lnTo>
                <a:lnTo>
                  <a:pt x="90393" y="153320"/>
                </a:lnTo>
                <a:lnTo>
                  <a:pt x="91005" y="153261"/>
                </a:lnTo>
                <a:lnTo>
                  <a:pt x="91613" y="153197"/>
                </a:lnTo>
                <a:lnTo>
                  <a:pt x="92215" y="153127"/>
                </a:lnTo>
                <a:lnTo>
                  <a:pt x="92812" y="153051"/>
                </a:lnTo>
                <a:lnTo>
                  <a:pt x="93403" y="152968"/>
                </a:lnTo>
                <a:lnTo>
                  <a:pt x="93990" y="152879"/>
                </a:lnTo>
                <a:lnTo>
                  <a:pt x="94570" y="152785"/>
                </a:lnTo>
                <a:lnTo>
                  <a:pt x="95146" y="152684"/>
                </a:lnTo>
                <a:lnTo>
                  <a:pt x="95716" y="152577"/>
                </a:lnTo>
                <a:lnTo>
                  <a:pt x="96280" y="152464"/>
                </a:lnTo>
                <a:lnTo>
                  <a:pt x="96840" y="152345"/>
                </a:lnTo>
                <a:lnTo>
                  <a:pt x="97394" y="152219"/>
                </a:lnTo>
                <a:lnTo>
                  <a:pt x="97942" y="152088"/>
                </a:lnTo>
                <a:lnTo>
                  <a:pt x="98486" y="151950"/>
                </a:lnTo>
                <a:lnTo>
                  <a:pt x="99023" y="151807"/>
                </a:lnTo>
                <a:lnTo>
                  <a:pt x="99555" y="151657"/>
                </a:lnTo>
                <a:lnTo>
                  <a:pt x="100081" y="151502"/>
                </a:lnTo>
                <a:lnTo>
                  <a:pt x="100600" y="151342"/>
                </a:lnTo>
                <a:lnTo>
                  <a:pt x="101113" y="151176"/>
                </a:lnTo>
                <a:lnTo>
                  <a:pt x="101620" y="151004"/>
                </a:lnTo>
                <a:lnTo>
                  <a:pt x="102120" y="150827"/>
                </a:lnTo>
                <a:lnTo>
                  <a:pt x="102614" y="150644"/>
                </a:lnTo>
                <a:lnTo>
                  <a:pt x="103102" y="150455"/>
                </a:lnTo>
                <a:lnTo>
                  <a:pt x="103583" y="150261"/>
                </a:lnTo>
                <a:lnTo>
                  <a:pt x="104058" y="150061"/>
                </a:lnTo>
                <a:lnTo>
                  <a:pt x="104526" y="149855"/>
                </a:lnTo>
                <a:lnTo>
                  <a:pt x="104989" y="149644"/>
                </a:lnTo>
                <a:lnTo>
                  <a:pt x="105444" y="149428"/>
                </a:lnTo>
                <a:lnTo>
                  <a:pt x="105894" y="149205"/>
                </a:lnTo>
                <a:lnTo>
                  <a:pt x="106337" y="148977"/>
                </a:lnTo>
                <a:lnTo>
                  <a:pt x="106774" y="148744"/>
                </a:lnTo>
                <a:lnTo>
                  <a:pt x="107204" y="148505"/>
                </a:lnTo>
                <a:lnTo>
                  <a:pt x="107628" y="148260"/>
                </a:lnTo>
                <a:lnTo>
                  <a:pt x="108046" y="148010"/>
                </a:lnTo>
                <a:lnTo>
                  <a:pt x="108457" y="147754"/>
                </a:lnTo>
                <a:lnTo>
                  <a:pt x="108862" y="147492"/>
                </a:lnTo>
                <a:lnTo>
                  <a:pt x="109260" y="147225"/>
                </a:lnTo>
                <a:lnTo>
                  <a:pt x="109653" y="146952"/>
                </a:lnTo>
                <a:lnTo>
                  <a:pt x="110039" y="146674"/>
                </a:lnTo>
                <a:lnTo>
                  <a:pt x="110418" y="146390"/>
                </a:lnTo>
                <a:lnTo>
                  <a:pt x="110789" y="146101"/>
                </a:lnTo>
                <a:lnTo>
                  <a:pt x="111154" y="145807"/>
                </a:lnTo>
                <a:lnTo>
                  <a:pt x="111511" y="145507"/>
                </a:lnTo>
                <a:lnTo>
                  <a:pt x="111860" y="145203"/>
                </a:lnTo>
                <a:lnTo>
                  <a:pt x="112203" y="144893"/>
                </a:lnTo>
                <a:lnTo>
                  <a:pt x="112538" y="144578"/>
                </a:lnTo>
                <a:lnTo>
                  <a:pt x="112865" y="144257"/>
                </a:lnTo>
                <a:lnTo>
                  <a:pt x="113185" y="143932"/>
                </a:lnTo>
                <a:lnTo>
                  <a:pt x="113498" y="143601"/>
                </a:lnTo>
                <a:lnTo>
                  <a:pt x="113804" y="143264"/>
                </a:lnTo>
                <a:lnTo>
                  <a:pt x="114102" y="142923"/>
                </a:lnTo>
                <a:lnTo>
                  <a:pt x="114393" y="142576"/>
                </a:lnTo>
                <a:lnTo>
                  <a:pt x="114676" y="142224"/>
                </a:lnTo>
                <a:lnTo>
                  <a:pt x="114953" y="141867"/>
                </a:lnTo>
                <a:lnTo>
                  <a:pt x="115221" y="141505"/>
                </a:lnTo>
                <a:lnTo>
                  <a:pt x="115483" y="141137"/>
                </a:lnTo>
                <a:lnTo>
                  <a:pt x="115737" y="140764"/>
                </a:lnTo>
                <a:lnTo>
                  <a:pt x="115984" y="140386"/>
                </a:lnTo>
                <a:lnTo>
                  <a:pt x="116223" y="140003"/>
                </a:lnTo>
                <a:lnTo>
                  <a:pt x="116455" y="139614"/>
                </a:lnTo>
                <a:lnTo>
                  <a:pt x="116680" y="139220"/>
                </a:lnTo>
                <a:lnTo>
                  <a:pt x="116897" y="138821"/>
                </a:lnTo>
                <a:lnTo>
                  <a:pt x="117107" y="138417"/>
                </a:lnTo>
                <a:lnTo>
                  <a:pt x="117309" y="138008"/>
                </a:lnTo>
                <a:lnTo>
                  <a:pt x="117502" y="137594"/>
                </a:lnTo>
                <a:lnTo>
                  <a:pt x="117687" y="137175"/>
                </a:lnTo>
                <a:lnTo>
                  <a:pt x="117864" y="136752"/>
                </a:lnTo>
                <a:lnTo>
                  <a:pt x="118031" y="136323"/>
                </a:lnTo>
                <a:lnTo>
                  <a:pt x="118190" y="135891"/>
                </a:lnTo>
                <a:lnTo>
                  <a:pt x="118341" y="135453"/>
                </a:lnTo>
                <a:lnTo>
                  <a:pt x="118482" y="135011"/>
                </a:lnTo>
                <a:lnTo>
                  <a:pt x="118616" y="134564"/>
                </a:lnTo>
                <a:lnTo>
                  <a:pt x="118740" y="134112"/>
                </a:lnTo>
                <a:lnTo>
                  <a:pt x="118856" y="133655"/>
                </a:lnTo>
                <a:lnTo>
                  <a:pt x="118964" y="133194"/>
                </a:lnTo>
                <a:lnTo>
                  <a:pt x="119063" y="132728"/>
                </a:lnTo>
                <a:lnTo>
                  <a:pt x="119153" y="132257"/>
                </a:lnTo>
                <a:lnTo>
                  <a:pt x="119235" y="131782"/>
                </a:lnTo>
                <a:lnTo>
                  <a:pt x="119308" y="131301"/>
                </a:lnTo>
                <a:lnTo>
                  <a:pt x="119372" y="130817"/>
                </a:lnTo>
                <a:lnTo>
                  <a:pt x="119428" y="130327"/>
                </a:lnTo>
                <a:lnTo>
                  <a:pt x="119475" y="129832"/>
                </a:lnTo>
                <a:lnTo>
                  <a:pt x="119514" y="129333"/>
                </a:lnTo>
                <a:lnTo>
                  <a:pt x="119544" y="128829"/>
                </a:lnTo>
                <a:lnTo>
                  <a:pt x="119566" y="128321"/>
                </a:lnTo>
                <a:lnTo>
                  <a:pt x="119578" y="127807"/>
                </a:lnTo>
                <a:lnTo>
                  <a:pt x="119583" y="127289"/>
                </a:lnTo>
                <a:lnTo>
                  <a:pt x="119579" y="126736"/>
                </a:lnTo>
                <a:lnTo>
                  <a:pt x="119567" y="126190"/>
                </a:lnTo>
                <a:lnTo>
                  <a:pt x="119548" y="125651"/>
                </a:lnTo>
                <a:lnTo>
                  <a:pt x="119521" y="125118"/>
                </a:lnTo>
                <a:lnTo>
                  <a:pt x="119486" y="124592"/>
                </a:lnTo>
                <a:lnTo>
                  <a:pt x="119444" y="124072"/>
                </a:lnTo>
                <a:lnTo>
                  <a:pt x="119394" y="123560"/>
                </a:lnTo>
                <a:lnTo>
                  <a:pt x="119336" y="123054"/>
                </a:lnTo>
                <a:lnTo>
                  <a:pt x="119270" y="122555"/>
                </a:lnTo>
                <a:lnTo>
                  <a:pt x="119197" y="122062"/>
                </a:lnTo>
                <a:lnTo>
                  <a:pt x="119115" y="121577"/>
                </a:lnTo>
                <a:lnTo>
                  <a:pt x="119027" y="121098"/>
                </a:lnTo>
                <a:lnTo>
                  <a:pt x="118930" y="120626"/>
                </a:lnTo>
                <a:lnTo>
                  <a:pt x="118826" y="120160"/>
                </a:lnTo>
                <a:lnTo>
                  <a:pt x="118714" y="119701"/>
                </a:lnTo>
                <a:lnTo>
                  <a:pt x="118594" y="119249"/>
                </a:lnTo>
                <a:lnTo>
                  <a:pt x="118467" y="118804"/>
                </a:lnTo>
                <a:lnTo>
                  <a:pt x="118331" y="118365"/>
                </a:lnTo>
                <a:lnTo>
                  <a:pt x="118189" y="117933"/>
                </a:lnTo>
                <a:lnTo>
                  <a:pt x="118038" y="117508"/>
                </a:lnTo>
                <a:lnTo>
                  <a:pt x="117880" y="117090"/>
                </a:lnTo>
                <a:lnTo>
                  <a:pt x="117714" y="116678"/>
                </a:lnTo>
                <a:lnTo>
                  <a:pt x="117540" y="116273"/>
                </a:lnTo>
                <a:lnTo>
                  <a:pt x="117358" y="115875"/>
                </a:lnTo>
                <a:lnTo>
                  <a:pt x="117169" y="115482"/>
                </a:lnTo>
                <a:lnTo>
                  <a:pt x="116973" y="115095"/>
                </a:lnTo>
                <a:lnTo>
                  <a:pt x="116771" y="114712"/>
                </a:lnTo>
                <a:lnTo>
                  <a:pt x="116561" y="114334"/>
                </a:lnTo>
                <a:lnTo>
                  <a:pt x="116344" y="113961"/>
                </a:lnTo>
                <a:lnTo>
                  <a:pt x="116120" y="113592"/>
                </a:lnTo>
                <a:lnTo>
                  <a:pt x="115890" y="113229"/>
                </a:lnTo>
                <a:lnTo>
                  <a:pt x="115652" y="112871"/>
                </a:lnTo>
                <a:lnTo>
                  <a:pt x="115407" y="112517"/>
                </a:lnTo>
                <a:lnTo>
                  <a:pt x="115156" y="112168"/>
                </a:lnTo>
                <a:lnTo>
                  <a:pt x="114897" y="111824"/>
                </a:lnTo>
                <a:lnTo>
                  <a:pt x="114631" y="111485"/>
                </a:lnTo>
                <a:lnTo>
                  <a:pt x="114359" y="111151"/>
                </a:lnTo>
                <a:lnTo>
                  <a:pt x="114079" y="110822"/>
                </a:lnTo>
                <a:lnTo>
                  <a:pt x="113793" y="110498"/>
                </a:lnTo>
                <a:lnTo>
                  <a:pt x="113499" y="110178"/>
                </a:lnTo>
                <a:lnTo>
                  <a:pt x="113199" y="109863"/>
                </a:lnTo>
                <a:lnTo>
                  <a:pt x="112891" y="109554"/>
                </a:lnTo>
                <a:lnTo>
                  <a:pt x="112577" y="109249"/>
                </a:lnTo>
                <a:lnTo>
                  <a:pt x="112255" y="108949"/>
                </a:lnTo>
                <a:lnTo>
                  <a:pt x="111927" y="108654"/>
                </a:lnTo>
                <a:lnTo>
                  <a:pt x="111591" y="108363"/>
                </a:lnTo>
                <a:lnTo>
                  <a:pt x="111249" y="108078"/>
                </a:lnTo>
                <a:lnTo>
                  <a:pt x="110900" y="107797"/>
                </a:lnTo>
                <a:lnTo>
                  <a:pt x="110544" y="107521"/>
                </a:lnTo>
                <a:lnTo>
                  <a:pt x="110181" y="107247"/>
                </a:lnTo>
                <a:lnTo>
                  <a:pt x="109811" y="106976"/>
                </a:lnTo>
                <a:lnTo>
                  <a:pt x="109495" y="106750"/>
                </a:lnTo>
                <a:lnTo>
                  <a:pt x="109883" y="106572"/>
                </a:lnTo>
                <a:lnTo>
                  <a:pt x="110296" y="106375"/>
                </a:lnTo>
                <a:close/>
                <a:moveTo>
                  <a:pt x="74238" y="65401"/>
                </a:moveTo>
                <a:lnTo>
                  <a:pt x="74799" y="65598"/>
                </a:lnTo>
                <a:lnTo>
                  <a:pt x="75366" y="65793"/>
                </a:lnTo>
                <a:lnTo>
                  <a:pt x="75939" y="65988"/>
                </a:lnTo>
                <a:lnTo>
                  <a:pt x="76518" y="66182"/>
                </a:lnTo>
                <a:lnTo>
                  <a:pt x="77102" y="66374"/>
                </a:lnTo>
                <a:lnTo>
                  <a:pt x="77692" y="66565"/>
                </a:lnTo>
                <a:lnTo>
                  <a:pt x="78289" y="66755"/>
                </a:lnTo>
                <a:lnTo>
                  <a:pt x="78891" y="66944"/>
                </a:lnTo>
                <a:lnTo>
                  <a:pt x="79499" y="67132"/>
                </a:lnTo>
                <a:lnTo>
                  <a:pt x="80112" y="67319"/>
                </a:lnTo>
                <a:lnTo>
                  <a:pt x="80732" y="67505"/>
                </a:lnTo>
                <a:lnTo>
                  <a:pt x="81357" y="67689"/>
                </a:lnTo>
                <a:lnTo>
                  <a:pt x="81989" y="67873"/>
                </a:lnTo>
                <a:lnTo>
                  <a:pt x="82626" y="68055"/>
                </a:lnTo>
                <a:lnTo>
                  <a:pt x="83269" y="68237"/>
                </a:lnTo>
                <a:lnTo>
                  <a:pt x="83918" y="68417"/>
                </a:lnTo>
                <a:lnTo>
                  <a:pt x="84524" y="68602"/>
                </a:lnTo>
                <a:lnTo>
                  <a:pt x="85121" y="68786"/>
                </a:lnTo>
                <a:lnTo>
                  <a:pt x="85711" y="68969"/>
                </a:lnTo>
                <a:lnTo>
                  <a:pt x="86292" y="69151"/>
                </a:lnTo>
                <a:lnTo>
                  <a:pt x="86865" y="69333"/>
                </a:lnTo>
                <a:lnTo>
                  <a:pt x="87430" y="69513"/>
                </a:lnTo>
                <a:lnTo>
                  <a:pt x="87986" y="69693"/>
                </a:lnTo>
                <a:lnTo>
                  <a:pt x="88534" y="69872"/>
                </a:lnTo>
                <a:lnTo>
                  <a:pt x="89075" y="70050"/>
                </a:lnTo>
                <a:lnTo>
                  <a:pt x="89606" y="70227"/>
                </a:lnTo>
                <a:lnTo>
                  <a:pt x="90130" y="70404"/>
                </a:lnTo>
                <a:lnTo>
                  <a:pt x="90645" y="70579"/>
                </a:lnTo>
                <a:lnTo>
                  <a:pt x="91153" y="70754"/>
                </a:lnTo>
                <a:lnTo>
                  <a:pt x="91652" y="70927"/>
                </a:lnTo>
                <a:lnTo>
                  <a:pt x="92142" y="71100"/>
                </a:lnTo>
                <a:lnTo>
                  <a:pt x="92625" y="71272"/>
                </a:lnTo>
                <a:lnTo>
                  <a:pt x="93099" y="71443"/>
                </a:lnTo>
                <a:lnTo>
                  <a:pt x="93565" y="71614"/>
                </a:lnTo>
                <a:lnTo>
                  <a:pt x="94023" y="71783"/>
                </a:lnTo>
                <a:lnTo>
                  <a:pt x="94473" y="71952"/>
                </a:lnTo>
                <a:lnTo>
                  <a:pt x="94914" y="72119"/>
                </a:lnTo>
                <a:lnTo>
                  <a:pt x="95347" y="72286"/>
                </a:lnTo>
                <a:lnTo>
                  <a:pt x="95772" y="72452"/>
                </a:lnTo>
                <a:lnTo>
                  <a:pt x="96189" y="72617"/>
                </a:lnTo>
                <a:lnTo>
                  <a:pt x="96598" y="72782"/>
                </a:lnTo>
                <a:lnTo>
                  <a:pt x="97000" y="72947"/>
                </a:lnTo>
                <a:lnTo>
                  <a:pt x="97395" y="73113"/>
                </a:lnTo>
                <a:lnTo>
                  <a:pt x="97784" y="73279"/>
                </a:lnTo>
                <a:lnTo>
                  <a:pt x="98165" y="73446"/>
                </a:lnTo>
                <a:lnTo>
                  <a:pt x="98539" y="73613"/>
                </a:lnTo>
                <a:lnTo>
                  <a:pt x="98906" y="73781"/>
                </a:lnTo>
                <a:lnTo>
                  <a:pt x="99267" y="73949"/>
                </a:lnTo>
                <a:lnTo>
                  <a:pt x="99620" y="74118"/>
                </a:lnTo>
                <a:lnTo>
                  <a:pt x="99966" y="74287"/>
                </a:lnTo>
                <a:lnTo>
                  <a:pt x="100306" y="74457"/>
                </a:lnTo>
                <a:lnTo>
                  <a:pt x="100638" y="74627"/>
                </a:lnTo>
                <a:lnTo>
                  <a:pt x="100963" y="74798"/>
                </a:lnTo>
                <a:lnTo>
                  <a:pt x="101282" y="74969"/>
                </a:lnTo>
                <a:lnTo>
                  <a:pt x="101593" y="75141"/>
                </a:lnTo>
                <a:lnTo>
                  <a:pt x="101898" y="75313"/>
                </a:lnTo>
                <a:lnTo>
                  <a:pt x="102195" y="75486"/>
                </a:lnTo>
                <a:lnTo>
                  <a:pt x="102486" y="75659"/>
                </a:lnTo>
                <a:lnTo>
                  <a:pt x="102769" y="75833"/>
                </a:lnTo>
                <a:lnTo>
                  <a:pt x="103046" y="76007"/>
                </a:lnTo>
                <a:lnTo>
                  <a:pt x="103316" y="76182"/>
                </a:lnTo>
                <a:lnTo>
                  <a:pt x="103578" y="76357"/>
                </a:lnTo>
                <a:lnTo>
                  <a:pt x="103834" y="76533"/>
                </a:lnTo>
                <a:lnTo>
                  <a:pt x="104083" y="76710"/>
                </a:lnTo>
                <a:lnTo>
                  <a:pt x="104325" y="76887"/>
                </a:lnTo>
                <a:lnTo>
                  <a:pt x="104561" y="77065"/>
                </a:lnTo>
                <a:lnTo>
                  <a:pt x="104792" y="77246"/>
                </a:lnTo>
                <a:lnTo>
                  <a:pt x="105016" y="77427"/>
                </a:lnTo>
                <a:lnTo>
                  <a:pt x="105235" y="77610"/>
                </a:lnTo>
                <a:lnTo>
                  <a:pt x="105448" y="77795"/>
                </a:lnTo>
                <a:lnTo>
                  <a:pt x="105655" y="77981"/>
                </a:lnTo>
                <a:lnTo>
                  <a:pt x="105857" y="78169"/>
                </a:lnTo>
                <a:lnTo>
                  <a:pt x="106052" y="78358"/>
                </a:lnTo>
                <a:lnTo>
                  <a:pt x="106242" y="78549"/>
                </a:lnTo>
                <a:lnTo>
                  <a:pt x="106425" y="78741"/>
                </a:lnTo>
                <a:lnTo>
                  <a:pt x="106603" y="78935"/>
                </a:lnTo>
                <a:lnTo>
                  <a:pt x="106775" y="79130"/>
                </a:lnTo>
                <a:lnTo>
                  <a:pt x="106941" y="79327"/>
                </a:lnTo>
                <a:lnTo>
                  <a:pt x="107102" y="79525"/>
                </a:lnTo>
                <a:lnTo>
                  <a:pt x="107256" y="79724"/>
                </a:lnTo>
                <a:lnTo>
                  <a:pt x="107404" y="79926"/>
                </a:lnTo>
                <a:lnTo>
                  <a:pt x="107547" y="80128"/>
                </a:lnTo>
                <a:lnTo>
                  <a:pt x="107684" y="80333"/>
                </a:lnTo>
                <a:lnTo>
                  <a:pt x="107815" y="80538"/>
                </a:lnTo>
                <a:lnTo>
                  <a:pt x="107940" y="80746"/>
                </a:lnTo>
                <a:lnTo>
                  <a:pt x="108059" y="80954"/>
                </a:lnTo>
                <a:lnTo>
                  <a:pt x="108173" y="81164"/>
                </a:lnTo>
                <a:lnTo>
                  <a:pt x="108281" y="81376"/>
                </a:lnTo>
                <a:lnTo>
                  <a:pt x="108383" y="81590"/>
                </a:lnTo>
                <a:lnTo>
                  <a:pt x="108481" y="81807"/>
                </a:lnTo>
                <a:lnTo>
                  <a:pt x="108575" y="82026"/>
                </a:lnTo>
                <a:lnTo>
                  <a:pt x="108664" y="82248"/>
                </a:lnTo>
                <a:lnTo>
                  <a:pt x="108749" y="82474"/>
                </a:lnTo>
                <a:lnTo>
                  <a:pt x="108830" y="82702"/>
                </a:lnTo>
                <a:lnTo>
                  <a:pt x="108906" y="82933"/>
                </a:lnTo>
                <a:lnTo>
                  <a:pt x="108978" y="83166"/>
                </a:lnTo>
                <a:lnTo>
                  <a:pt x="109046" y="83403"/>
                </a:lnTo>
                <a:lnTo>
                  <a:pt x="109109" y="83643"/>
                </a:lnTo>
                <a:lnTo>
                  <a:pt x="109168" y="83885"/>
                </a:lnTo>
                <a:lnTo>
                  <a:pt x="109222" y="84131"/>
                </a:lnTo>
                <a:lnTo>
                  <a:pt x="109273" y="84379"/>
                </a:lnTo>
                <a:lnTo>
                  <a:pt x="109318" y="84630"/>
                </a:lnTo>
                <a:lnTo>
                  <a:pt x="109360" y="84884"/>
                </a:lnTo>
                <a:lnTo>
                  <a:pt x="109397" y="85141"/>
                </a:lnTo>
                <a:lnTo>
                  <a:pt x="109429" y="85400"/>
                </a:lnTo>
                <a:lnTo>
                  <a:pt x="109458" y="85663"/>
                </a:lnTo>
                <a:lnTo>
                  <a:pt x="109482" y="85928"/>
                </a:lnTo>
                <a:lnTo>
                  <a:pt x="109501" y="86197"/>
                </a:lnTo>
                <a:lnTo>
                  <a:pt x="109517" y="86468"/>
                </a:lnTo>
                <a:lnTo>
                  <a:pt x="109528" y="86742"/>
                </a:lnTo>
                <a:lnTo>
                  <a:pt x="109534" y="87019"/>
                </a:lnTo>
                <a:lnTo>
                  <a:pt x="109536" y="87299"/>
                </a:lnTo>
                <a:lnTo>
                  <a:pt x="109532" y="87644"/>
                </a:lnTo>
                <a:lnTo>
                  <a:pt x="109521" y="87987"/>
                </a:lnTo>
                <a:lnTo>
                  <a:pt x="109502" y="88326"/>
                </a:lnTo>
                <a:lnTo>
                  <a:pt x="109475" y="88663"/>
                </a:lnTo>
                <a:lnTo>
                  <a:pt x="109440" y="88996"/>
                </a:lnTo>
                <a:lnTo>
                  <a:pt x="109397" y="89327"/>
                </a:lnTo>
                <a:lnTo>
                  <a:pt x="109347" y="89655"/>
                </a:lnTo>
                <a:lnTo>
                  <a:pt x="109289" y="89979"/>
                </a:lnTo>
                <a:lnTo>
                  <a:pt x="109223" y="90301"/>
                </a:lnTo>
                <a:lnTo>
                  <a:pt x="109150" y="90619"/>
                </a:lnTo>
                <a:lnTo>
                  <a:pt x="109069" y="90935"/>
                </a:lnTo>
                <a:lnTo>
                  <a:pt x="108980" y="91248"/>
                </a:lnTo>
                <a:lnTo>
                  <a:pt x="108884" y="91557"/>
                </a:lnTo>
                <a:lnTo>
                  <a:pt x="108779" y="91864"/>
                </a:lnTo>
                <a:lnTo>
                  <a:pt x="108667" y="92168"/>
                </a:lnTo>
                <a:lnTo>
                  <a:pt x="108548" y="92468"/>
                </a:lnTo>
                <a:lnTo>
                  <a:pt x="108420" y="92766"/>
                </a:lnTo>
                <a:lnTo>
                  <a:pt x="108285" y="93061"/>
                </a:lnTo>
                <a:lnTo>
                  <a:pt x="108142" y="93353"/>
                </a:lnTo>
                <a:lnTo>
                  <a:pt x="107991" y="93641"/>
                </a:lnTo>
                <a:lnTo>
                  <a:pt x="107833" y="93927"/>
                </a:lnTo>
                <a:lnTo>
                  <a:pt x="107667" y="94210"/>
                </a:lnTo>
                <a:lnTo>
                  <a:pt x="107493" y="94489"/>
                </a:lnTo>
                <a:lnTo>
                  <a:pt x="107312" y="94766"/>
                </a:lnTo>
                <a:lnTo>
                  <a:pt x="107123" y="95039"/>
                </a:lnTo>
                <a:lnTo>
                  <a:pt x="106928" y="95306"/>
                </a:lnTo>
                <a:lnTo>
                  <a:pt x="106725" y="95569"/>
                </a:lnTo>
                <a:lnTo>
                  <a:pt x="106516" y="95827"/>
                </a:lnTo>
                <a:lnTo>
                  <a:pt x="106301" y="96079"/>
                </a:lnTo>
                <a:lnTo>
                  <a:pt x="106078" y="96327"/>
                </a:lnTo>
                <a:lnTo>
                  <a:pt x="105849" y="96570"/>
                </a:lnTo>
                <a:lnTo>
                  <a:pt x="105613" y="96808"/>
                </a:lnTo>
                <a:lnTo>
                  <a:pt x="105371" y="97040"/>
                </a:lnTo>
                <a:lnTo>
                  <a:pt x="105122" y="97268"/>
                </a:lnTo>
                <a:lnTo>
                  <a:pt x="104866" y="97491"/>
                </a:lnTo>
                <a:lnTo>
                  <a:pt x="104603" y="97709"/>
                </a:lnTo>
                <a:lnTo>
                  <a:pt x="104333" y="97922"/>
                </a:lnTo>
                <a:lnTo>
                  <a:pt x="104057" y="98130"/>
                </a:lnTo>
                <a:lnTo>
                  <a:pt x="103774" y="98333"/>
                </a:lnTo>
                <a:lnTo>
                  <a:pt x="103485" y="98531"/>
                </a:lnTo>
                <a:lnTo>
                  <a:pt x="103188" y="98724"/>
                </a:lnTo>
                <a:lnTo>
                  <a:pt x="102885" y="98912"/>
                </a:lnTo>
                <a:lnTo>
                  <a:pt x="102575" y="99095"/>
                </a:lnTo>
                <a:lnTo>
                  <a:pt x="102259" y="99273"/>
                </a:lnTo>
                <a:lnTo>
                  <a:pt x="101935" y="99446"/>
                </a:lnTo>
                <a:lnTo>
                  <a:pt x="101605" y="99614"/>
                </a:lnTo>
                <a:lnTo>
                  <a:pt x="101269" y="99777"/>
                </a:lnTo>
                <a:lnTo>
                  <a:pt x="100925" y="99935"/>
                </a:lnTo>
                <a:lnTo>
                  <a:pt x="100575" y="100087"/>
                </a:lnTo>
                <a:lnTo>
                  <a:pt x="100219" y="100233"/>
                </a:lnTo>
                <a:lnTo>
                  <a:pt x="99857" y="100373"/>
                </a:lnTo>
                <a:lnTo>
                  <a:pt x="99488" y="100505"/>
                </a:lnTo>
                <a:lnTo>
                  <a:pt x="99113" y="100632"/>
                </a:lnTo>
                <a:lnTo>
                  <a:pt x="98732" y="100752"/>
                </a:lnTo>
                <a:lnTo>
                  <a:pt x="98345" y="100865"/>
                </a:lnTo>
                <a:lnTo>
                  <a:pt x="97982" y="100963"/>
                </a:lnTo>
                <a:lnTo>
                  <a:pt x="97845" y="100912"/>
                </a:lnTo>
                <a:lnTo>
                  <a:pt x="97297" y="100708"/>
                </a:lnTo>
                <a:lnTo>
                  <a:pt x="96742" y="100505"/>
                </a:lnTo>
                <a:lnTo>
                  <a:pt x="96181" y="100303"/>
                </a:lnTo>
                <a:lnTo>
                  <a:pt x="95614" y="100102"/>
                </a:lnTo>
                <a:lnTo>
                  <a:pt x="95040" y="99902"/>
                </a:lnTo>
                <a:lnTo>
                  <a:pt x="94461" y="99703"/>
                </a:lnTo>
                <a:lnTo>
                  <a:pt x="93875" y="99505"/>
                </a:lnTo>
                <a:lnTo>
                  <a:pt x="93282" y="99308"/>
                </a:lnTo>
                <a:lnTo>
                  <a:pt x="92684" y="99112"/>
                </a:lnTo>
                <a:lnTo>
                  <a:pt x="92079" y="98917"/>
                </a:lnTo>
                <a:lnTo>
                  <a:pt x="91469" y="98723"/>
                </a:lnTo>
                <a:lnTo>
                  <a:pt x="90852" y="98529"/>
                </a:lnTo>
                <a:lnTo>
                  <a:pt x="90228" y="98337"/>
                </a:lnTo>
                <a:lnTo>
                  <a:pt x="89599" y="98146"/>
                </a:lnTo>
                <a:lnTo>
                  <a:pt x="88963" y="97956"/>
                </a:lnTo>
                <a:lnTo>
                  <a:pt x="88321" y="97767"/>
                </a:lnTo>
                <a:lnTo>
                  <a:pt x="87673" y="97579"/>
                </a:lnTo>
                <a:lnTo>
                  <a:pt x="87018" y="97392"/>
                </a:lnTo>
                <a:lnTo>
                  <a:pt x="86358" y="97206"/>
                </a:lnTo>
                <a:lnTo>
                  <a:pt x="85723" y="97027"/>
                </a:lnTo>
                <a:lnTo>
                  <a:pt x="85097" y="96849"/>
                </a:lnTo>
                <a:lnTo>
                  <a:pt x="84480" y="96672"/>
                </a:lnTo>
                <a:lnTo>
                  <a:pt x="83873" y="96496"/>
                </a:lnTo>
                <a:lnTo>
                  <a:pt x="83275" y="96322"/>
                </a:lnTo>
                <a:lnTo>
                  <a:pt x="82687" y="96148"/>
                </a:lnTo>
                <a:lnTo>
                  <a:pt x="82108" y="95975"/>
                </a:lnTo>
                <a:lnTo>
                  <a:pt x="81538" y="95803"/>
                </a:lnTo>
                <a:lnTo>
                  <a:pt x="80977" y="95632"/>
                </a:lnTo>
                <a:lnTo>
                  <a:pt x="80426" y="95462"/>
                </a:lnTo>
                <a:lnTo>
                  <a:pt x="79885" y="95293"/>
                </a:lnTo>
                <a:lnTo>
                  <a:pt x="79352" y="95125"/>
                </a:lnTo>
                <a:lnTo>
                  <a:pt x="78829" y="94958"/>
                </a:lnTo>
                <a:lnTo>
                  <a:pt x="78315" y="94792"/>
                </a:lnTo>
                <a:lnTo>
                  <a:pt x="77811" y="94627"/>
                </a:lnTo>
                <a:lnTo>
                  <a:pt x="77316" y="94463"/>
                </a:lnTo>
                <a:lnTo>
                  <a:pt x="76830" y="94300"/>
                </a:lnTo>
                <a:lnTo>
                  <a:pt x="76354" y="94138"/>
                </a:lnTo>
                <a:lnTo>
                  <a:pt x="75887" y="93977"/>
                </a:lnTo>
                <a:lnTo>
                  <a:pt x="75429" y="93817"/>
                </a:lnTo>
                <a:lnTo>
                  <a:pt x="74981" y="93658"/>
                </a:lnTo>
                <a:lnTo>
                  <a:pt x="74542" y="93500"/>
                </a:lnTo>
                <a:lnTo>
                  <a:pt x="74112" y="93343"/>
                </a:lnTo>
                <a:lnTo>
                  <a:pt x="73692" y="93188"/>
                </a:lnTo>
                <a:lnTo>
                  <a:pt x="73280" y="93031"/>
                </a:lnTo>
                <a:lnTo>
                  <a:pt x="72876" y="92875"/>
                </a:lnTo>
                <a:lnTo>
                  <a:pt x="72479" y="92717"/>
                </a:lnTo>
                <a:lnTo>
                  <a:pt x="72090" y="92559"/>
                </a:lnTo>
                <a:lnTo>
                  <a:pt x="71709" y="92400"/>
                </a:lnTo>
                <a:lnTo>
                  <a:pt x="71335" y="92240"/>
                </a:lnTo>
                <a:lnTo>
                  <a:pt x="70969" y="92080"/>
                </a:lnTo>
                <a:lnTo>
                  <a:pt x="70610" y="91919"/>
                </a:lnTo>
                <a:lnTo>
                  <a:pt x="70259" y="91757"/>
                </a:lnTo>
                <a:lnTo>
                  <a:pt x="69916" y="91594"/>
                </a:lnTo>
                <a:lnTo>
                  <a:pt x="69580" y="91430"/>
                </a:lnTo>
                <a:lnTo>
                  <a:pt x="69252" y="91266"/>
                </a:lnTo>
                <a:lnTo>
                  <a:pt x="68931" y="91101"/>
                </a:lnTo>
                <a:lnTo>
                  <a:pt x="68618" y="90936"/>
                </a:lnTo>
                <a:lnTo>
                  <a:pt x="68313" y="90769"/>
                </a:lnTo>
                <a:lnTo>
                  <a:pt x="68015" y="90602"/>
                </a:lnTo>
                <a:lnTo>
                  <a:pt x="67725" y="90434"/>
                </a:lnTo>
                <a:lnTo>
                  <a:pt x="67442" y="90266"/>
                </a:lnTo>
                <a:lnTo>
                  <a:pt x="67167" y="90096"/>
                </a:lnTo>
                <a:lnTo>
                  <a:pt x="66900" y="89926"/>
                </a:lnTo>
                <a:lnTo>
                  <a:pt x="66640" y="89755"/>
                </a:lnTo>
                <a:lnTo>
                  <a:pt x="66388" y="89584"/>
                </a:lnTo>
                <a:lnTo>
                  <a:pt x="66143" y="89412"/>
                </a:lnTo>
                <a:lnTo>
                  <a:pt x="65906" y="89238"/>
                </a:lnTo>
                <a:lnTo>
                  <a:pt x="65676" y="89064"/>
                </a:lnTo>
                <a:lnTo>
                  <a:pt x="65451" y="88888"/>
                </a:lnTo>
                <a:lnTo>
                  <a:pt x="65233" y="88709"/>
                </a:lnTo>
                <a:lnTo>
                  <a:pt x="65020" y="88529"/>
                </a:lnTo>
                <a:lnTo>
                  <a:pt x="64813" y="88347"/>
                </a:lnTo>
                <a:lnTo>
                  <a:pt x="64612" y="88163"/>
                </a:lnTo>
                <a:lnTo>
                  <a:pt x="64417" y="87978"/>
                </a:lnTo>
                <a:lnTo>
                  <a:pt x="64228" y="87790"/>
                </a:lnTo>
                <a:lnTo>
                  <a:pt x="64044" y="87601"/>
                </a:lnTo>
                <a:lnTo>
                  <a:pt x="63867" y="87409"/>
                </a:lnTo>
                <a:lnTo>
                  <a:pt x="63695" y="87216"/>
                </a:lnTo>
                <a:lnTo>
                  <a:pt x="63529" y="87021"/>
                </a:lnTo>
                <a:lnTo>
                  <a:pt x="63369" y="86824"/>
                </a:lnTo>
                <a:lnTo>
                  <a:pt x="63215" y="86626"/>
                </a:lnTo>
                <a:lnTo>
                  <a:pt x="63066" y="86425"/>
                </a:lnTo>
                <a:lnTo>
                  <a:pt x="62924" y="86223"/>
                </a:lnTo>
                <a:lnTo>
                  <a:pt x="62787" y="86018"/>
                </a:lnTo>
                <a:lnTo>
                  <a:pt x="62657" y="85812"/>
                </a:lnTo>
                <a:lnTo>
                  <a:pt x="62532" y="85604"/>
                </a:lnTo>
                <a:lnTo>
                  <a:pt x="62413" y="85394"/>
                </a:lnTo>
                <a:lnTo>
                  <a:pt x="62300" y="85182"/>
                </a:lnTo>
                <a:lnTo>
                  <a:pt x="62192" y="84969"/>
                </a:lnTo>
                <a:lnTo>
                  <a:pt x="62091" y="84753"/>
                </a:lnTo>
                <a:lnTo>
                  <a:pt x="61995" y="84536"/>
                </a:lnTo>
                <a:lnTo>
                  <a:pt x="61904" y="84316"/>
                </a:lnTo>
                <a:lnTo>
                  <a:pt x="61817" y="84092"/>
                </a:lnTo>
                <a:lnTo>
                  <a:pt x="61734" y="83865"/>
                </a:lnTo>
                <a:lnTo>
                  <a:pt x="61655" y="83635"/>
                </a:lnTo>
                <a:lnTo>
                  <a:pt x="61580" y="83402"/>
                </a:lnTo>
                <a:lnTo>
                  <a:pt x="61508" y="83165"/>
                </a:lnTo>
                <a:lnTo>
                  <a:pt x="61441" y="82924"/>
                </a:lnTo>
                <a:lnTo>
                  <a:pt x="61377" y="82681"/>
                </a:lnTo>
                <a:lnTo>
                  <a:pt x="61317" y="82434"/>
                </a:lnTo>
                <a:lnTo>
                  <a:pt x="61261" y="82183"/>
                </a:lnTo>
                <a:lnTo>
                  <a:pt x="61209" y="81929"/>
                </a:lnTo>
                <a:lnTo>
                  <a:pt x="61161" y="81672"/>
                </a:lnTo>
                <a:lnTo>
                  <a:pt x="61116" y="81412"/>
                </a:lnTo>
                <a:lnTo>
                  <a:pt x="61076" y="81148"/>
                </a:lnTo>
                <a:lnTo>
                  <a:pt x="61039" y="80881"/>
                </a:lnTo>
                <a:lnTo>
                  <a:pt x="61006" y="80610"/>
                </a:lnTo>
                <a:lnTo>
                  <a:pt x="60977" y="80336"/>
                </a:lnTo>
                <a:lnTo>
                  <a:pt x="60952" y="80059"/>
                </a:lnTo>
                <a:lnTo>
                  <a:pt x="60931" y="79778"/>
                </a:lnTo>
                <a:lnTo>
                  <a:pt x="60914" y="79494"/>
                </a:lnTo>
                <a:lnTo>
                  <a:pt x="60900" y="79207"/>
                </a:lnTo>
                <a:lnTo>
                  <a:pt x="60891" y="78916"/>
                </a:lnTo>
                <a:lnTo>
                  <a:pt x="60885" y="78622"/>
                </a:lnTo>
                <a:lnTo>
                  <a:pt x="60883" y="78324"/>
                </a:lnTo>
                <a:lnTo>
                  <a:pt x="60886" y="77979"/>
                </a:lnTo>
                <a:lnTo>
                  <a:pt x="60896" y="77637"/>
                </a:lnTo>
                <a:lnTo>
                  <a:pt x="60912" y="77298"/>
                </a:lnTo>
                <a:lnTo>
                  <a:pt x="60935" y="76962"/>
                </a:lnTo>
                <a:lnTo>
                  <a:pt x="60964" y="76630"/>
                </a:lnTo>
                <a:lnTo>
                  <a:pt x="60999" y="76300"/>
                </a:lnTo>
                <a:lnTo>
                  <a:pt x="61042" y="75975"/>
                </a:lnTo>
                <a:lnTo>
                  <a:pt x="61090" y="75652"/>
                </a:lnTo>
                <a:lnTo>
                  <a:pt x="61145" y="75332"/>
                </a:lnTo>
                <a:lnTo>
                  <a:pt x="61207" y="75016"/>
                </a:lnTo>
                <a:lnTo>
                  <a:pt x="61275" y="74703"/>
                </a:lnTo>
                <a:lnTo>
                  <a:pt x="61349" y="74394"/>
                </a:lnTo>
                <a:lnTo>
                  <a:pt x="61430" y="74087"/>
                </a:lnTo>
                <a:lnTo>
                  <a:pt x="61518" y="73784"/>
                </a:lnTo>
                <a:lnTo>
                  <a:pt x="61612" y="73484"/>
                </a:lnTo>
                <a:lnTo>
                  <a:pt x="61712" y="73187"/>
                </a:lnTo>
                <a:lnTo>
                  <a:pt x="61819" y="72894"/>
                </a:lnTo>
                <a:lnTo>
                  <a:pt x="61932" y="72604"/>
                </a:lnTo>
                <a:lnTo>
                  <a:pt x="62052" y="72317"/>
                </a:lnTo>
                <a:lnTo>
                  <a:pt x="62178" y="72033"/>
                </a:lnTo>
                <a:lnTo>
                  <a:pt x="62311" y="71753"/>
                </a:lnTo>
                <a:lnTo>
                  <a:pt x="62451" y="71475"/>
                </a:lnTo>
                <a:lnTo>
                  <a:pt x="62596" y="71201"/>
                </a:lnTo>
                <a:lnTo>
                  <a:pt x="62749" y="70931"/>
                </a:lnTo>
                <a:lnTo>
                  <a:pt x="62908" y="70664"/>
                </a:lnTo>
                <a:lnTo>
                  <a:pt x="63073" y="70402"/>
                </a:lnTo>
                <a:lnTo>
                  <a:pt x="63246" y="70144"/>
                </a:lnTo>
                <a:lnTo>
                  <a:pt x="63426" y="69891"/>
                </a:lnTo>
                <a:lnTo>
                  <a:pt x="63613" y="69643"/>
                </a:lnTo>
                <a:lnTo>
                  <a:pt x="63807" y="69400"/>
                </a:lnTo>
                <a:lnTo>
                  <a:pt x="64008" y="69162"/>
                </a:lnTo>
                <a:lnTo>
                  <a:pt x="64216" y="68928"/>
                </a:lnTo>
                <a:lnTo>
                  <a:pt x="64430" y="68699"/>
                </a:lnTo>
                <a:lnTo>
                  <a:pt x="64652" y="68475"/>
                </a:lnTo>
                <a:lnTo>
                  <a:pt x="64881" y="68255"/>
                </a:lnTo>
                <a:lnTo>
                  <a:pt x="65117" y="68041"/>
                </a:lnTo>
                <a:lnTo>
                  <a:pt x="65359" y="67831"/>
                </a:lnTo>
                <a:lnTo>
                  <a:pt x="65609" y="67625"/>
                </a:lnTo>
                <a:lnTo>
                  <a:pt x="65866" y="67425"/>
                </a:lnTo>
                <a:lnTo>
                  <a:pt x="66129" y="67229"/>
                </a:lnTo>
                <a:lnTo>
                  <a:pt x="66400" y="67038"/>
                </a:lnTo>
                <a:lnTo>
                  <a:pt x="66677" y="66852"/>
                </a:lnTo>
                <a:lnTo>
                  <a:pt x="66962" y="66670"/>
                </a:lnTo>
                <a:lnTo>
                  <a:pt x="67254" y="66493"/>
                </a:lnTo>
                <a:lnTo>
                  <a:pt x="67552" y="66321"/>
                </a:lnTo>
                <a:lnTo>
                  <a:pt x="67858" y="66154"/>
                </a:lnTo>
                <a:lnTo>
                  <a:pt x="68170" y="65991"/>
                </a:lnTo>
                <a:lnTo>
                  <a:pt x="68489" y="65833"/>
                </a:lnTo>
                <a:lnTo>
                  <a:pt x="68816" y="65681"/>
                </a:lnTo>
                <a:lnTo>
                  <a:pt x="69150" y="65535"/>
                </a:lnTo>
                <a:lnTo>
                  <a:pt x="69491" y="65396"/>
                </a:lnTo>
                <a:lnTo>
                  <a:pt x="69839" y="65263"/>
                </a:lnTo>
                <a:lnTo>
                  <a:pt x="70194" y="65136"/>
                </a:lnTo>
                <a:lnTo>
                  <a:pt x="70557" y="65016"/>
                </a:lnTo>
                <a:lnTo>
                  <a:pt x="70927" y="64903"/>
                </a:lnTo>
                <a:lnTo>
                  <a:pt x="71304" y="64796"/>
                </a:lnTo>
                <a:lnTo>
                  <a:pt x="71688" y="64695"/>
                </a:lnTo>
                <a:lnTo>
                  <a:pt x="72061" y="64606"/>
                </a:lnTo>
                <a:lnTo>
                  <a:pt x="72590" y="64804"/>
                </a:lnTo>
                <a:lnTo>
                  <a:pt x="73134" y="65004"/>
                </a:lnTo>
                <a:lnTo>
                  <a:pt x="73683" y="65203"/>
                </a:lnTo>
                <a:lnTo>
                  <a:pt x="74238" y="65401"/>
                </a:lnTo>
                <a:close/>
                <a:moveTo>
                  <a:pt x="98" y="81331"/>
                </a:moveTo>
                <a:lnTo>
                  <a:pt x="153" y="82594"/>
                </a:lnTo>
                <a:lnTo>
                  <a:pt x="220" y="83846"/>
                </a:lnTo>
                <a:lnTo>
                  <a:pt x="299" y="85089"/>
                </a:lnTo>
                <a:lnTo>
                  <a:pt x="391" y="86320"/>
                </a:lnTo>
                <a:lnTo>
                  <a:pt x="494" y="87541"/>
                </a:lnTo>
                <a:lnTo>
                  <a:pt x="610" y="88752"/>
                </a:lnTo>
                <a:lnTo>
                  <a:pt x="739" y="89953"/>
                </a:lnTo>
                <a:lnTo>
                  <a:pt x="879" y="91142"/>
                </a:lnTo>
                <a:lnTo>
                  <a:pt x="1032" y="92322"/>
                </a:lnTo>
                <a:lnTo>
                  <a:pt x="1197" y="93491"/>
                </a:lnTo>
                <a:lnTo>
                  <a:pt x="1374" y="94649"/>
                </a:lnTo>
                <a:lnTo>
                  <a:pt x="1563" y="95797"/>
                </a:lnTo>
                <a:lnTo>
                  <a:pt x="1764" y="96935"/>
                </a:lnTo>
                <a:lnTo>
                  <a:pt x="1978" y="98062"/>
                </a:lnTo>
                <a:lnTo>
                  <a:pt x="2204" y="99178"/>
                </a:lnTo>
                <a:lnTo>
                  <a:pt x="2442" y="100284"/>
                </a:lnTo>
                <a:lnTo>
                  <a:pt x="2692" y="101380"/>
                </a:lnTo>
                <a:lnTo>
                  <a:pt x="2955" y="102465"/>
                </a:lnTo>
                <a:lnTo>
                  <a:pt x="3229" y="103540"/>
                </a:lnTo>
                <a:lnTo>
                  <a:pt x="3516" y="104604"/>
                </a:lnTo>
                <a:lnTo>
                  <a:pt x="3813" y="105658"/>
                </a:lnTo>
                <a:lnTo>
                  <a:pt x="4116" y="106700"/>
                </a:lnTo>
                <a:lnTo>
                  <a:pt x="4426" y="107731"/>
                </a:lnTo>
                <a:lnTo>
                  <a:pt x="4742" y="108751"/>
                </a:lnTo>
                <a:lnTo>
                  <a:pt x="5065" y="109761"/>
                </a:lnTo>
                <a:lnTo>
                  <a:pt x="5395" y="110759"/>
                </a:lnTo>
                <a:lnTo>
                  <a:pt x="5732" y="111745"/>
                </a:lnTo>
                <a:lnTo>
                  <a:pt x="6076" y="112721"/>
                </a:lnTo>
                <a:lnTo>
                  <a:pt x="6426" y="113686"/>
                </a:lnTo>
                <a:lnTo>
                  <a:pt x="6783" y="114640"/>
                </a:lnTo>
                <a:lnTo>
                  <a:pt x="7147" y="115582"/>
                </a:lnTo>
                <a:lnTo>
                  <a:pt x="7517" y="116514"/>
                </a:lnTo>
                <a:lnTo>
                  <a:pt x="7894" y="117434"/>
                </a:lnTo>
                <a:lnTo>
                  <a:pt x="8278" y="118343"/>
                </a:lnTo>
                <a:lnTo>
                  <a:pt x="8668" y="119241"/>
                </a:lnTo>
                <a:lnTo>
                  <a:pt x="9066" y="120128"/>
                </a:lnTo>
                <a:lnTo>
                  <a:pt x="9470" y="121004"/>
                </a:lnTo>
                <a:lnTo>
                  <a:pt x="9881" y="121869"/>
                </a:lnTo>
                <a:lnTo>
                  <a:pt x="10298" y="122723"/>
                </a:lnTo>
                <a:lnTo>
                  <a:pt x="10722" y="123565"/>
                </a:lnTo>
                <a:lnTo>
                  <a:pt x="11153" y="124397"/>
                </a:lnTo>
                <a:lnTo>
                  <a:pt x="11591" y="125218"/>
                </a:lnTo>
                <a:lnTo>
                  <a:pt x="12035" y="126027"/>
                </a:lnTo>
                <a:lnTo>
                  <a:pt x="12486" y="126825"/>
                </a:lnTo>
                <a:lnTo>
                  <a:pt x="12942" y="127612"/>
                </a:lnTo>
                <a:lnTo>
                  <a:pt x="13399" y="128388"/>
                </a:lnTo>
                <a:lnTo>
                  <a:pt x="13859" y="129153"/>
                </a:lnTo>
                <a:lnTo>
                  <a:pt x="14320" y="129906"/>
                </a:lnTo>
                <a:lnTo>
                  <a:pt x="14784" y="130649"/>
                </a:lnTo>
                <a:lnTo>
                  <a:pt x="15249" y="131380"/>
                </a:lnTo>
                <a:lnTo>
                  <a:pt x="15717" y="132099"/>
                </a:lnTo>
                <a:lnTo>
                  <a:pt x="16186" y="132808"/>
                </a:lnTo>
                <a:lnTo>
                  <a:pt x="16657" y="133505"/>
                </a:lnTo>
                <a:lnTo>
                  <a:pt x="17131" y="134191"/>
                </a:lnTo>
                <a:lnTo>
                  <a:pt x="17606" y="134866"/>
                </a:lnTo>
                <a:lnTo>
                  <a:pt x="18084" y="135530"/>
                </a:lnTo>
                <a:lnTo>
                  <a:pt x="18563" y="136183"/>
                </a:lnTo>
                <a:lnTo>
                  <a:pt x="19044" y="136824"/>
                </a:lnTo>
                <a:lnTo>
                  <a:pt x="19528" y="137454"/>
                </a:lnTo>
                <a:lnTo>
                  <a:pt x="20013" y="138073"/>
                </a:lnTo>
                <a:lnTo>
                  <a:pt x="20501" y="138680"/>
                </a:lnTo>
                <a:lnTo>
                  <a:pt x="20990" y="139277"/>
                </a:lnTo>
                <a:lnTo>
                  <a:pt x="21481" y="139862"/>
                </a:lnTo>
                <a:lnTo>
                  <a:pt x="21975" y="140436"/>
                </a:lnTo>
                <a:lnTo>
                  <a:pt x="22470" y="140998"/>
                </a:lnTo>
                <a:lnTo>
                  <a:pt x="22967" y="141550"/>
                </a:lnTo>
                <a:lnTo>
                  <a:pt x="23467" y="142090"/>
                </a:lnTo>
                <a:lnTo>
                  <a:pt x="23968" y="142619"/>
                </a:lnTo>
                <a:lnTo>
                  <a:pt x="24469" y="143137"/>
                </a:lnTo>
                <a:lnTo>
                  <a:pt x="24966" y="143642"/>
                </a:lnTo>
                <a:lnTo>
                  <a:pt x="25460" y="144135"/>
                </a:lnTo>
                <a:lnTo>
                  <a:pt x="25951" y="144616"/>
                </a:lnTo>
                <a:lnTo>
                  <a:pt x="26439" y="145085"/>
                </a:lnTo>
                <a:lnTo>
                  <a:pt x="26924" y="145542"/>
                </a:lnTo>
                <a:lnTo>
                  <a:pt x="27405" y="145987"/>
                </a:lnTo>
                <a:lnTo>
                  <a:pt x="27883" y="146420"/>
                </a:lnTo>
                <a:lnTo>
                  <a:pt x="28358" y="146841"/>
                </a:lnTo>
                <a:lnTo>
                  <a:pt x="28829" y="147249"/>
                </a:lnTo>
                <a:lnTo>
                  <a:pt x="29298" y="147646"/>
                </a:lnTo>
                <a:lnTo>
                  <a:pt x="29763" y="148030"/>
                </a:lnTo>
                <a:lnTo>
                  <a:pt x="30224" y="148403"/>
                </a:lnTo>
                <a:lnTo>
                  <a:pt x="30683" y="148763"/>
                </a:lnTo>
                <a:lnTo>
                  <a:pt x="31138" y="149111"/>
                </a:lnTo>
                <a:lnTo>
                  <a:pt x="31590" y="149447"/>
                </a:lnTo>
                <a:lnTo>
                  <a:pt x="32039" y="149771"/>
                </a:lnTo>
                <a:lnTo>
                  <a:pt x="32485" y="150083"/>
                </a:lnTo>
                <a:lnTo>
                  <a:pt x="32927" y="150383"/>
                </a:lnTo>
                <a:lnTo>
                  <a:pt x="33367" y="150671"/>
                </a:lnTo>
                <a:lnTo>
                  <a:pt x="33802" y="150947"/>
                </a:lnTo>
                <a:lnTo>
                  <a:pt x="34235" y="151210"/>
                </a:lnTo>
                <a:lnTo>
                  <a:pt x="34665" y="151462"/>
                </a:lnTo>
                <a:lnTo>
                  <a:pt x="35091" y="151701"/>
                </a:lnTo>
                <a:lnTo>
                  <a:pt x="37889" y="143660"/>
                </a:lnTo>
                <a:lnTo>
                  <a:pt x="37536" y="143368"/>
                </a:lnTo>
                <a:lnTo>
                  <a:pt x="37183" y="143069"/>
                </a:lnTo>
                <a:lnTo>
                  <a:pt x="36829" y="142761"/>
                </a:lnTo>
                <a:lnTo>
                  <a:pt x="36475" y="142445"/>
                </a:lnTo>
                <a:lnTo>
                  <a:pt x="36121" y="142120"/>
                </a:lnTo>
                <a:lnTo>
                  <a:pt x="35766" y="141787"/>
                </a:lnTo>
                <a:lnTo>
                  <a:pt x="35411" y="141446"/>
                </a:lnTo>
                <a:lnTo>
                  <a:pt x="35055" y="141096"/>
                </a:lnTo>
                <a:lnTo>
                  <a:pt x="34699" y="140738"/>
                </a:lnTo>
                <a:lnTo>
                  <a:pt x="34343" y="140371"/>
                </a:lnTo>
                <a:lnTo>
                  <a:pt x="33986" y="139996"/>
                </a:lnTo>
                <a:lnTo>
                  <a:pt x="33629" y="139613"/>
                </a:lnTo>
                <a:lnTo>
                  <a:pt x="33271" y="139222"/>
                </a:lnTo>
                <a:lnTo>
                  <a:pt x="32913" y="138822"/>
                </a:lnTo>
                <a:lnTo>
                  <a:pt x="32555" y="138413"/>
                </a:lnTo>
                <a:lnTo>
                  <a:pt x="32196" y="137997"/>
                </a:lnTo>
                <a:lnTo>
                  <a:pt x="31837" y="137572"/>
                </a:lnTo>
                <a:lnTo>
                  <a:pt x="31478" y="137138"/>
                </a:lnTo>
                <a:lnTo>
                  <a:pt x="31118" y="136696"/>
                </a:lnTo>
                <a:lnTo>
                  <a:pt x="30758" y="136246"/>
                </a:lnTo>
                <a:lnTo>
                  <a:pt x="30398" y="135788"/>
                </a:lnTo>
                <a:lnTo>
                  <a:pt x="30037" y="135321"/>
                </a:lnTo>
                <a:lnTo>
                  <a:pt x="29676" y="134846"/>
                </a:lnTo>
                <a:lnTo>
                  <a:pt x="29314" y="134362"/>
                </a:lnTo>
                <a:lnTo>
                  <a:pt x="28954" y="133870"/>
                </a:lnTo>
                <a:lnTo>
                  <a:pt x="28595" y="133370"/>
                </a:lnTo>
                <a:lnTo>
                  <a:pt x="28240" y="132861"/>
                </a:lnTo>
                <a:lnTo>
                  <a:pt x="27887" y="132343"/>
                </a:lnTo>
                <a:lnTo>
                  <a:pt x="27536" y="131817"/>
                </a:lnTo>
                <a:lnTo>
                  <a:pt x="27188" y="131282"/>
                </a:lnTo>
                <a:lnTo>
                  <a:pt x="26843" y="130739"/>
                </a:lnTo>
                <a:lnTo>
                  <a:pt x="26499" y="130186"/>
                </a:lnTo>
                <a:lnTo>
                  <a:pt x="26159" y="129626"/>
                </a:lnTo>
                <a:lnTo>
                  <a:pt x="25821" y="129056"/>
                </a:lnTo>
                <a:lnTo>
                  <a:pt x="25485" y="128479"/>
                </a:lnTo>
                <a:lnTo>
                  <a:pt x="25152" y="127892"/>
                </a:lnTo>
                <a:lnTo>
                  <a:pt x="24821" y="127297"/>
                </a:lnTo>
                <a:lnTo>
                  <a:pt x="24493" y="126693"/>
                </a:lnTo>
                <a:lnTo>
                  <a:pt x="24168" y="126081"/>
                </a:lnTo>
                <a:lnTo>
                  <a:pt x="23844" y="125460"/>
                </a:lnTo>
                <a:lnTo>
                  <a:pt x="23524" y="124830"/>
                </a:lnTo>
                <a:lnTo>
                  <a:pt x="23205" y="124192"/>
                </a:lnTo>
                <a:lnTo>
                  <a:pt x="22890" y="123546"/>
                </a:lnTo>
                <a:lnTo>
                  <a:pt x="22577" y="122890"/>
                </a:lnTo>
                <a:lnTo>
                  <a:pt x="22266" y="122226"/>
                </a:lnTo>
                <a:lnTo>
                  <a:pt x="21958" y="121554"/>
                </a:lnTo>
                <a:lnTo>
                  <a:pt x="21652" y="120873"/>
                </a:lnTo>
                <a:lnTo>
                  <a:pt x="21349" y="120183"/>
                </a:lnTo>
                <a:lnTo>
                  <a:pt x="21049" y="119484"/>
                </a:lnTo>
                <a:lnTo>
                  <a:pt x="20754" y="118777"/>
                </a:lnTo>
                <a:lnTo>
                  <a:pt x="20465" y="118060"/>
                </a:lnTo>
                <a:lnTo>
                  <a:pt x="20180" y="117335"/>
                </a:lnTo>
                <a:lnTo>
                  <a:pt x="19899" y="116600"/>
                </a:lnTo>
                <a:lnTo>
                  <a:pt x="19624" y="115856"/>
                </a:lnTo>
                <a:lnTo>
                  <a:pt x="19354" y="115103"/>
                </a:lnTo>
                <a:lnTo>
                  <a:pt x="19088" y="114341"/>
                </a:lnTo>
                <a:lnTo>
                  <a:pt x="18828" y="113569"/>
                </a:lnTo>
                <a:lnTo>
                  <a:pt x="18572" y="112789"/>
                </a:lnTo>
                <a:lnTo>
                  <a:pt x="18321" y="112000"/>
                </a:lnTo>
                <a:lnTo>
                  <a:pt x="18075" y="111201"/>
                </a:lnTo>
                <a:lnTo>
                  <a:pt x="17833" y="110393"/>
                </a:lnTo>
                <a:lnTo>
                  <a:pt x="17597" y="109577"/>
                </a:lnTo>
                <a:lnTo>
                  <a:pt x="17365" y="108751"/>
                </a:lnTo>
                <a:lnTo>
                  <a:pt x="17139" y="107916"/>
                </a:lnTo>
                <a:lnTo>
                  <a:pt x="16917" y="107072"/>
                </a:lnTo>
                <a:lnTo>
                  <a:pt x="16700" y="106219"/>
                </a:lnTo>
                <a:lnTo>
                  <a:pt x="16488" y="105356"/>
                </a:lnTo>
                <a:lnTo>
                  <a:pt x="16281" y="104485"/>
                </a:lnTo>
                <a:lnTo>
                  <a:pt x="16078" y="103605"/>
                </a:lnTo>
                <a:lnTo>
                  <a:pt x="15881" y="102715"/>
                </a:lnTo>
                <a:lnTo>
                  <a:pt x="15688" y="101816"/>
                </a:lnTo>
                <a:lnTo>
                  <a:pt x="15500" y="100908"/>
                </a:lnTo>
                <a:lnTo>
                  <a:pt x="15319" y="99991"/>
                </a:lnTo>
                <a:lnTo>
                  <a:pt x="15145" y="99065"/>
                </a:lnTo>
                <a:lnTo>
                  <a:pt x="14979" y="98129"/>
                </a:lnTo>
                <a:lnTo>
                  <a:pt x="14821" y="97184"/>
                </a:lnTo>
                <a:lnTo>
                  <a:pt x="14670" y="96229"/>
                </a:lnTo>
                <a:lnTo>
                  <a:pt x="14527" y="95265"/>
                </a:lnTo>
                <a:lnTo>
                  <a:pt x="14392" y="94292"/>
                </a:lnTo>
                <a:lnTo>
                  <a:pt x="14264" y="93309"/>
                </a:lnTo>
                <a:lnTo>
                  <a:pt x="14145" y="92317"/>
                </a:lnTo>
                <a:lnTo>
                  <a:pt x="14033" y="91316"/>
                </a:lnTo>
                <a:lnTo>
                  <a:pt x="13928" y="90306"/>
                </a:lnTo>
                <a:lnTo>
                  <a:pt x="13832" y="89286"/>
                </a:lnTo>
                <a:lnTo>
                  <a:pt x="13743" y="88256"/>
                </a:lnTo>
                <a:lnTo>
                  <a:pt x="13662" y="87218"/>
                </a:lnTo>
                <a:lnTo>
                  <a:pt x="13588" y="86170"/>
                </a:lnTo>
                <a:lnTo>
                  <a:pt x="13523" y="85112"/>
                </a:lnTo>
                <a:lnTo>
                  <a:pt x="13465" y="84046"/>
                </a:lnTo>
                <a:lnTo>
                  <a:pt x="13415" y="82970"/>
                </a:lnTo>
                <a:lnTo>
                  <a:pt x="13372" y="81884"/>
                </a:lnTo>
                <a:lnTo>
                  <a:pt x="13337" y="80789"/>
                </a:lnTo>
                <a:lnTo>
                  <a:pt x="13310" y="79685"/>
                </a:lnTo>
                <a:lnTo>
                  <a:pt x="13291" y="78572"/>
                </a:lnTo>
                <a:lnTo>
                  <a:pt x="13280" y="77449"/>
                </a:lnTo>
                <a:lnTo>
                  <a:pt x="13276" y="76317"/>
                </a:lnTo>
                <a:lnTo>
                  <a:pt x="13276" y="75312"/>
                </a:lnTo>
                <a:lnTo>
                  <a:pt x="13280" y="74180"/>
                </a:lnTo>
                <a:lnTo>
                  <a:pt x="13291" y="73058"/>
                </a:lnTo>
                <a:lnTo>
                  <a:pt x="13310" y="71945"/>
                </a:lnTo>
                <a:lnTo>
                  <a:pt x="13337" y="70841"/>
                </a:lnTo>
                <a:lnTo>
                  <a:pt x="13372" y="69747"/>
                </a:lnTo>
                <a:lnTo>
                  <a:pt x="13415" y="68662"/>
                </a:lnTo>
                <a:lnTo>
                  <a:pt x="13465" y="67587"/>
                </a:lnTo>
                <a:lnTo>
                  <a:pt x="13523" y="66522"/>
                </a:lnTo>
                <a:lnTo>
                  <a:pt x="13588" y="65465"/>
                </a:lnTo>
                <a:lnTo>
                  <a:pt x="13662" y="64419"/>
                </a:lnTo>
                <a:lnTo>
                  <a:pt x="13743" y="63381"/>
                </a:lnTo>
                <a:lnTo>
                  <a:pt x="13832" y="62354"/>
                </a:lnTo>
                <a:lnTo>
                  <a:pt x="13928" y="61335"/>
                </a:lnTo>
                <a:lnTo>
                  <a:pt x="14033" y="60326"/>
                </a:lnTo>
                <a:lnTo>
                  <a:pt x="14145" y="59327"/>
                </a:lnTo>
                <a:lnTo>
                  <a:pt x="14264" y="58337"/>
                </a:lnTo>
                <a:lnTo>
                  <a:pt x="14392" y="57357"/>
                </a:lnTo>
                <a:lnTo>
                  <a:pt x="14527" y="56386"/>
                </a:lnTo>
                <a:lnTo>
                  <a:pt x="14670" y="55424"/>
                </a:lnTo>
                <a:lnTo>
                  <a:pt x="14821" y="54472"/>
                </a:lnTo>
                <a:lnTo>
                  <a:pt x="14979" y="53530"/>
                </a:lnTo>
                <a:lnTo>
                  <a:pt x="15145" y="52597"/>
                </a:lnTo>
                <a:lnTo>
                  <a:pt x="15319" y="51673"/>
                </a:lnTo>
                <a:lnTo>
                  <a:pt x="15500" y="50759"/>
                </a:lnTo>
                <a:lnTo>
                  <a:pt x="15688" y="49854"/>
                </a:lnTo>
                <a:lnTo>
                  <a:pt x="15881" y="48959"/>
                </a:lnTo>
                <a:lnTo>
                  <a:pt x="16078" y="48072"/>
                </a:lnTo>
                <a:lnTo>
                  <a:pt x="16281" y="47195"/>
                </a:lnTo>
                <a:lnTo>
                  <a:pt x="16488" y="46327"/>
                </a:lnTo>
                <a:lnTo>
                  <a:pt x="16700" y="45468"/>
                </a:lnTo>
                <a:lnTo>
                  <a:pt x="16917" y="44619"/>
                </a:lnTo>
                <a:lnTo>
                  <a:pt x="17139" y="43779"/>
                </a:lnTo>
                <a:lnTo>
                  <a:pt x="17365" y="42948"/>
                </a:lnTo>
                <a:lnTo>
                  <a:pt x="17597" y="42126"/>
                </a:lnTo>
                <a:lnTo>
                  <a:pt x="17833" y="41313"/>
                </a:lnTo>
                <a:lnTo>
                  <a:pt x="18075" y="40510"/>
                </a:lnTo>
                <a:lnTo>
                  <a:pt x="18321" y="39716"/>
                </a:lnTo>
                <a:lnTo>
                  <a:pt x="18572" y="38931"/>
                </a:lnTo>
                <a:lnTo>
                  <a:pt x="18828" y="38155"/>
                </a:lnTo>
                <a:lnTo>
                  <a:pt x="19088" y="37389"/>
                </a:lnTo>
                <a:lnTo>
                  <a:pt x="19354" y="36632"/>
                </a:lnTo>
                <a:lnTo>
                  <a:pt x="19624" y="35884"/>
                </a:lnTo>
                <a:lnTo>
                  <a:pt x="19899" y="35145"/>
                </a:lnTo>
                <a:lnTo>
                  <a:pt x="20180" y="34416"/>
                </a:lnTo>
                <a:lnTo>
                  <a:pt x="20465" y="33695"/>
                </a:lnTo>
                <a:lnTo>
                  <a:pt x="20754" y="32984"/>
                </a:lnTo>
                <a:lnTo>
                  <a:pt x="21049" y="32283"/>
                </a:lnTo>
                <a:lnTo>
                  <a:pt x="21349" y="31590"/>
                </a:lnTo>
                <a:lnTo>
                  <a:pt x="21652" y="30907"/>
                </a:lnTo>
                <a:lnTo>
                  <a:pt x="21958" y="30232"/>
                </a:lnTo>
                <a:lnTo>
                  <a:pt x="22266" y="29566"/>
                </a:lnTo>
                <a:lnTo>
                  <a:pt x="22577" y="28910"/>
                </a:lnTo>
                <a:lnTo>
                  <a:pt x="22890" y="28262"/>
                </a:lnTo>
                <a:lnTo>
                  <a:pt x="23205" y="27623"/>
                </a:lnTo>
                <a:lnTo>
                  <a:pt x="23524" y="26994"/>
                </a:lnTo>
                <a:lnTo>
                  <a:pt x="23844" y="26373"/>
                </a:lnTo>
                <a:lnTo>
                  <a:pt x="24168" y="25761"/>
                </a:lnTo>
                <a:lnTo>
                  <a:pt x="24493" y="25158"/>
                </a:lnTo>
                <a:lnTo>
                  <a:pt x="24821" y="24565"/>
                </a:lnTo>
                <a:lnTo>
                  <a:pt x="25152" y="23980"/>
                </a:lnTo>
                <a:lnTo>
                  <a:pt x="25485" y="23404"/>
                </a:lnTo>
                <a:lnTo>
                  <a:pt x="25821" y="22837"/>
                </a:lnTo>
                <a:lnTo>
                  <a:pt x="26159" y="22279"/>
                </a:lnTo>
                <a:lnTo>
                  <a:pt x="26499" y="21730"/>
                </a:lnTo>
                <a:lnTo>
                  <a:pt x="26843" y="21190"/>
                </a:lnTo>
                <a:lnTo>
                  <a:pt x="27188" y="20659"/>
                </a:lnTo>
                <a:lnTo>
                  <a:pt x="27536" y="20137"/>
                </a:lnTo>
                <a:lnTo>
                  <a:pt x="27887" y="19624"/>
                </a:lnTo>
                <a:lnTo>
                  <a:pt x="28240" y="19120"/>
                </a:lnTo>
                <a:lnTo>
                  <a:pt x="28595" y="18625"/>
                </a:lnTo>
                <a:lnTo>
                  <a:pt x="28954" y="18139"/>
                </a:lnTo>
                <a:lnTo>
                  <a:pt x="29314" y="17662"/>
                </a:lnTo>
                <a:lnTo>
                  <a:pt x="29676" y="17194"/>
                </a:lnTo>
                <a:lnTo>
                  <a:pt x="30037" y="16734"/>
                </a:lnTo>
                <a:lnTo>
                  <a:pt x="30398" y="16282"/>
                </a:lnTo>
                <a:lnTo>
                  <a:pt x="30758" y="15839"/>
                </a:lnTo>
                <a:lnTo>
                  <a:pt x="31118" y="15405"/>
                </a:lnTo>
                <a:lnTo>
                  <a:pt x="31478" y="14979"/>
                </a:lnTo>
                <a:lnTo>
                  <a:pt x="31837" y="14561"/>
                </a:lnTo>
                <a:lnTo>
                  <a:pt x="32196" y="14152"/>
                </a:lnTo>
                <a:lnTo>
                  <a:pt x="32555" y="13752"/>
                </a:lnTo>
                <a:lnTo>
                  <a:pt x="32913" y="13360"/>
                </a:lnTo>
                <a:lnTo>
                  <a:pt x="33271" y="12976"/>
                </a:lnTo>
                <a:lnTo>
                  <a:pt x="33629" y="12601"/>
                </a:lnTo>
                <a:lnTo>
                  <a:pt x="33986" y="12234"/>
                </a:lnTo>
                <a:lnTo>
                  <a:pt x="34343" y="11876"/>
                </a:lnTo>
                <a:lnTo>
                  <a:pt x="34699" y="11526"/>
                </a:lnTo>
                <a:lnTo>
                  <a:pt x="35055" y="11185"/>
                </a:lnTo>
                <a:lnTo>
                  <a:pt x="35411" y="10852"/>
                </a:lnTo>
                <a:lnTo>
                  <a:pt x="35766" y="10527"/>
                </a:lnTo>
                <a:lnTo>
                  <a:pt x="36121" y="10212"/>
                </a:lnTo>
                <a:lnTo>
                  <a:pt x="36475" y="9904"/>
                </a:lnTo>
                <a:lnTo>
                  <a:pt x="36829" y="9605"/>
                </a:lnTo>
                <a:lnTo>
                  <a:pt x="37183" y="9315"/>
                </a:lnTo>
                <a:lnTo>
                  <a:pt x="37536" y="9033"/>
                </a:lnTo>
                <a:lnTo>
                  <a:pt x="37889" y="8759"/>
                </a:lnTo>
                <a:lnTo>
                  <a:pt x="35091" y="0"/>
                </a:lnTo>
                <a:lnTo>
                  <a:pt x="34665" y="239"/>
                </a:lnTo>
                <a:lnTo>
                  <a:pt x="34235" y="491"/>
                </a:lnTo>
                <a:lnTo>
                  <a:pt x="33802" y="755"/>
                </a:lnTo>
                <a:lnTo>
                  <a:pt x="33367" y="1030"/>
                </a:lnTo>
                <a:lnTo>
                  <a:pt x="32927" y="1318"/>
                </a:lnTo>
                <a:lnTo>
                  <a:pt x="32485" y="1618"/>
                </a:lnTo>
                <a:lnTo>
                  <a:pt x="32039" y="1930"/>
                </a:lnTo>
                <a:lnTo>
                  <a:pt x="31590" y="2254"/>
                </a:lnTo>
                <a:lnTo>
                  <a:pt x="31138" y="2590"/>
                </a:lnTo>
                <a:lnTo>
                  <a:pt x="30683" y="2938"/>
                </a:lnTo>
                <a:lnTo>
                  <a:pt x="30224" y="3299"/>
                </a:lnTo>
                <a:lnTo>
                  <a:pt x="29763" y="3671"/>
                </a:lnTo>
                <a:lnTo>
                  <a:pt x="29298" y="4055"/>
                </a:lnTo>
                <a:lnTo>
                  <a:pt x="28829" y="4452"/>
                </a:lnTo>
                <a:lnTo>
                  <a:pt x="28358" y="4861"/>
                </a:lnTo>
                <a:lnTo>
                  <a:pt x="27883" y="5281"/>
                </a:lnTo>
                <a:lnTo>
                  <a:pt x="27405" y="5714"/>
                </a:lnTo>
                <a:lnTo>
                  <a:pt x="26924" y="6159"/>
                </a:lnTo>
                <a:lnTo>
                  <a:pt x="26439" y="6616"/>
                </a:lnTo>
                <a:lnTo>
                  <a:pt x="25951" y="7085"/>
                </a:lnTo>
                <a:lnTo>
                  <a:pt x="25460" y="7566"/>
                </a:lnTo>
                <a:lnTo>
                  <a:pt x="24966" y="8059"/>
                </a:lnTo>
                <a:lnTo>
                  <a:pt x="24469" y="8565"/>
                </a:lnTo>
                <a:lnTo>
                  <a:pt x="23968" y="9082"/>
                </a:lnTo>
                <a:lnTo>
                  <a:pt x="23467" y="9611"/>
                </a:lnTo>
                <a:lnTo>
                  <a:pt x="22967" y="10152"/>
                </a:lnTo>
                <a:lnTo>
                  <a:pt x="22470" y="10704"/>
                </a:lnTo>
                <a:lnTo>
                  <a:pt x="21975" y="11267"/>
                </a:lnTo>
                <a:lnTo>
                  <a:pt x="21481" y="11841"/>
                </a:lnTo>
                <a:lnTo>
                  <a:pt x="20990" y="12427"/>
                </a:lnTo>
                <a:lnTo>
                  <a:pt x="20501" y="13024"/>
                </a:lnTo>
                <a:lnTo>
                  <a:pt x="20013" y="13633"/>
                </a:lnTo>
                <a:lnTo>
                  <a:pt x="19528" y="14253"/>
                </a:lnTo>
                <a:lnTo>
                  <a:pt x="19044" y="14884"/>
                </a:lnTo>
                <a:lnTo>
                  <a:pt x="18563" y="15526"/>
                </a:lnTo>
                <a:lnTo>
                  <a:pt x="18084" y="16180"/>
                </a:lnTo>
                <a:lnTo>
                  <a:pt x="17606" y="16846"/>
                </a:lnTo>
                <a:lnTo>
                  <a:pt x="17131" y="17522"/>
                </a:lnTo>
                <a:lnTo>
                  <a:pt x="16657" y="18210"/>
                </a:lnTo>
                <a:lnTo>
                  <a:pt x="16186" y="18909"/>
                </a:lnTo>
                <a:lnTo>
                  <a:pt x="15717" y="19620"/>
                </a:lnTo>
                <a:lnTo>
                  <a:pt x="15249" y="20342"/>
                </a:lnTo>
                <a:lnTo>
                  <a:pt x="14784" y="21075"/>
                </a:lnTo>
                <a:lnTo>
                  <a:pt x="14320" y="21820"/>
                </a:lnTo>
                <a:lnTo>
                  <a:pt x="13859" y="22576"/>
                </a:lnTo>
                <a:lnTo>
                  <a:pt x="13399" y="23343"/>
                </a:lnTo>
                <a:lnTo>
                  <a:pt x="12942" y="24122"/>
                </a:lnTo>
                <a:lnTo>
                  <a:pt x="12486" y="24912"/>
                </a:lnTo>
                <a:lnTo>
                  <a:pt x="12035" y="25713"/>
                </a:lnTo>
                <a:lnTo>
                  <a:pt x="11591" y="26525"/>
                </a:lnTo>
                <a:lnTo>
                  <a:pt x="11153" y="27348"/>
                </a:lnTo>
                <a:lnTo>
                  <a:pt x="10722" y="28182"/>
                </a:lnTo>
                <a:lnTo>
                  <a:pt x="10298" y="29026"/>
                </a:lnTo>
                <a:lnTo>
                  <a:pt x="9881" y="29882"/>
                </a:lnTo>
                <a:lnTo>
                  <a:pt x="9470" y="30748"/>
                </a:lnTo>
                <a:lnTo>
                  <a:pt x="9066" y="31625"/>
                </a:lnTo>
                <a:lnTo>
                  <a:pt x="8668" y="32513"/>
                </a:lnTo>
                <a:lnTo>
                  <a:pt x="8278" y="33412"/>
                </a:lnTo>
                <a:lnTo>
                  <a:pt x="7894" y="34321"/>
                </a:lnTo>
                <a:lnTo>
                  <a:pt x="7517" y="35242"/>
                </a:lnTo>
                <a:lnTo>
                  <a:pt x="7147" y="36173"/>
                </a:lnTo>
                <a:lnTo>
                  <a:pt x="6783" y="37115"/>
                </a:lnTo>
                <a:lnTo>
                  <a:pt x="6426" y="38068"/>
                </a:lnTo>
                <a:lnTo>
                  <a:pt x="6076" y="39032"/>
                </a:lnTo>
                <a:lnTo>
                  <a:pt x="5732" y="40007"/>
                </a:lnTo>
                <a:lnTo>
                  <a:pt x="5395" y="40992"/>
                </a:lnTo>
                <a:lnTo>
                  <a:pt x="5065" y="41988"/>
                </a:lnTo>
                <a:lnTo>
                  <a:pt x="4742" y="42996"/>
                </a:lnTo>
                <a:lnTo>
                  <a:pt x="4426" y="44014"/>
                </a:lnTo>
                <a:lnTo>
                  <a:pt x="4116" y="45043"/>
                </a:lnTo>
                <a:lnTo>
                  <a:pt x="3813" y="46082"/>
                </a:lnTo>
                <a:lnTo>
                  <a:pt x="3516" y="47133"/>
                </a:lnTo>
                <a:lnTo>
                  <a:pt x="3229" y="48194"/>
                </a:lnTo>
                <a:lnTo>
                  <a:pt x="2955" y="49266"/>
                </a:lnTo>
                <a:lnTo>
                  <a:pt x="2692" y="50348"/>
                </a:lnTo>
                <a:lnTo>
                  <a:pt x="2442" y="51440"/>
                </a:lnTo>
                <a:lnTo>
                  <a:pt x="2204" y="52543"/>
                </a:lnTo>
                <a:lnTo>
                  <a:pt x="1978" y="53655"/>
                </a:lnTo>
                <a:lnTo>
                  <a:pt x="1764" y="54779"/>
                </a:lnTo>
                <a:lnTo>
                  <a:pt x="1563" y="55912"/>
                </a:lnTo>
                <a:lnTo>
                  <a:pt x="1374" y="57056"/>
                </a:lnTo>
                <a:lnTo>
                  <a:pt x="1197" y="58210"/>
                </a:lnTo>
                <a:lnTo>
                  <a:pt x="1032" y="59375"/>
                </a:lnTo>
                <a:lnTo>
                  <a:pt x="879" y="60550"/>
                </a:lnTo>
                <a:lnTo>
                  <a:pt x="739" y="61735"/>
                </a:lnTo>
                <a:lnTo>
                  <a:pt x="610" y="62931"/>
                </a:lnTo>
                <a:lnTo>
                  <a:pt x="494" y="64137"/>
                </a:lnTo>
                <a:lnTo>
                  <a:pt x="391" y="65353"/>
                </a:lnTo>
                <a:lnTo>
                  <a:pt x="299" y="66580"/>
                </a:lnTo>
                <a:lnTo>
                  <a:pt x="220" y="67817"/>
                </a:lnTo>
                <a:lnTo>
                  <a:pt x="153" y="69064"/>
                </a:lnTo>
                <a:lnTo>
                  <a:pt x="98" y="70322"/>
                </a:lnTo>
                <a:lnTo>
                  <a:pt x="55" y="71590"/>
                </a:lnTo>
                <a:lnTo>
                  <a:pt x="24" y="72868"/>
                </a:lnTo>
                <a:lnTo>
                  <a:pt x="6" y="74157"/>
                </a:lnTo>
                <a:lnTo>
                  <a:pt x="0" y="75456"/>
                </a:lnTo>
                <a:lnTo>
                  <a:pt x="0" y="76174"/>
                </a:lnTo>
                <a:lnTo>
                  <a:pt x="6" y="77479"/>
                </a:lnTo>
                <a:lnTo>
                  <a:pt x="24" y="78773"/>
                </a:lnTo>
                <a:lnTo>
                  <a:pt x="55" y="80057"/>
                </a:lnTo>
                <a:lnTo>
                  <a:pt x="98" y="81331"/>
                </a:lnTo>
                <a:close/>
                <a:moveTo>
                  <a:pt x="349856" y="13491"/>
                </a:moveTo>
                <a:lnTo>
                  <a:pt x="339882" y="13491"/>
                </a:lnTo>
                <a:lnTo>
                  <a:pt x="339021" y="13491"/>
                </a:lnTo>
                <a:lnTo>
                  <a:pt x="292233" y="85897"/>
                </a:lnTo>
                <a:lnTo>
                  <a:pt x="292233" y="93719"/>
                </a:lnTo>
                <a:lnTo>
                  <a:pt x="339882" y="93719"/>
                </a:lnTo>
                <a:lnTo>
                  <a:pt x="339882" y="117974"/>
                </a:lnTo>
                <a:lnTo>
                  <a:pt x="353157" y="117974"/>
                </a:lnTo>
                <a:lnTo>
                  <a:pt x="353157" y="93719"/>
                </a:lnTo>
                <a:lnTo>
                  <a:pt x="367725" y="93719"/>
                </a:lnTo>
                <a:lnTo>
                  <a:pt x="367725" y="82811"/>
                </a:lnTo>
                <a:lnTo>
                  <a:pt x="353157" y="82811"/>
                </a:lnTo>
                <a:lnTo>
                  <a:pt x="353157" y="13491"/>
                </a:lnTo>
                <a:lnTo>
                  <a:pt x="349856" y="13491"/>
                </a:lnTo>
                <a:close/>
                <a:moveTo>
                  <a:pt x="338231" y="34445"/>
                </a:moveTo>
                <a:lnTo>
                  <a:pt x="339882" y="31470"/>
                </a:lnTo>
                <a:lnTo>
                  <a:pt x="339882" y="82811"/>
                </a:lnTo>
                <a:lnTo>
                  <a:pt x="307303" y="82811"/>
                </a:lnTo>
                <a:lnTo>
                  <a:pt x="338231" y="34445"/>
                </a:lnTo>
                <a:close/>
                <a:moveTo>
                  <a:pt x="411614" y="70322"/>
                </a:moveTo>
                <a:lnTo>
                  <a:pt x="411559" y="69064"/>
                </a:lnTo>
                <a:lnTo>
                  <a:pt x="411492" y="67817"/>
                </a:lnTo>
                <a:lnTo>
                  <a:pt x="411413" y="66580"/>
                </a:lnTo>
                <a:lnTo>
                  <a:pt x="411321" y="65353"/>
                </a:lnTo>
                <a:lnTo>
                  <a:pt x="411218" y="64137"/>
                </a:lnTo>
                <a:lnTo>
                  <a:pt x="411102" y="62931"/>
                </a:lnTo>
                <a:lnTo>
                  <a:pt x="410973" y="61735"/>
                </a:lnTo>
                <a:lnTo>
                  <a:pt x="410833" y="60550"/>
                </a:lnTo>
                <a:lnTo>
                  <a:pt x="410680" y="59375"/>
                </a:lnTo>
                <a:lnTo>
                  <a:pt x="410516" y="58210"/>
                </a:lnTo>
                <a:lnTo>
                  <a:pt x="410339" y="57056"/>
                </a:lnTo>
                <a:lnTo>
                  <a:pt x="410149" y="55912"/>
                </a:lnTo>
                <a:lnTo>
                  <a:pt x="409948" y="54779"/>
                </a:lnTo>
                <a:lnTo>
                  <a:pt x="409734" y="53655"/>
                </a:lnTo>
                <a:lnTo>
                  <a:pt x="409508" y="52543"/>
                </a:lnTo>
                <a:lnTo>
                  <a:pt x="409270" y="51440"/>
                </a:lnTo>
                <a:lnTo>
                  <a:pt x="409020" y="50348"/>
                </a:lnTo>
                <a:lnTo>
                  <a:pt x="408757" y="49266"/>
                </a:lnTo>
                <a:lnTo>
                  <a:pt x="408483" y="48194"/>
                </a:lnTo>
                <a:lnTo>
                  <a:pt x="408196" y="47133"/>
                </a:lnTo>
                <a:lnTo>
                  <a:pt x="407899" y="46082"/>
                </a:lnTo>
                <a:lnTo>
                  <a:pt x="407596" y="45043"/>
                </a:lnTo>
                <a:lnTo>
                  <a:pt x="407286" y="44014"/>
                </a:lnTo>
                <a:lnTo>
                  <a:pt x="406970" y="42996"/>
                </a:lnTo>
                <a:lnTo>
                  <a:pt x="406647" y="41988"/>
                </a:lnTo>
                <a:lnTo>
                  <a:pt x="406317" y="40992"/>
                </a:lnTo>
                <a:lnTo>
                  <a:pt x="405980" y="40007"/>
                </a:lnTo>
                <a:lnTo>
                  <a:pt x="405636" y="39032"/>
                </a:lnTo>
                <a:lnTo>
                  <a:pt x="405286" y="38068"/>
                </a:lnTo>
                <a:lnTo>
                  <a:pt x="404929" y="37115"/>
                </a:lnTo>
                <a:lnTo>
                  <a:pt x="404566" y="36173"/>
                </a:lnTo>
                <a:lnTo>
                  <a:pt x="404195" y="35242"/>
                </a:lnTo>
                <a:lnTo>
                  <a:pt x="403818" y="34321"/>
                </a:lnTo>
                <a:lnTo>
                  <a:pt x="403434" y="33412"/>
                </a:lnTo>
                <a:lnTo>
                  <a:pt x="403044" y="32513"/>
                </a:lnTo>
                <a:lnTo>
                  <a:pt x="402646" y="31625"/>
                </a:lnTo>
                <a:lnTo>
                  <a:pt x="402242" y="30748"/>
                </a:lnTo>
                <a:lnTo>
                  <a:pt x="401832" y="29882"/>
                </a:lnTo>
                <a:lnTo>
                  <a:pt x="401414" y="29026"/>
                </a:lnTo>
                <a:lnTo>
                  <a:pt x="400990" y="28182"/>
                </a:lnTo>
                <a:lnTo>
                  <a:pt x="400559" y="27348"/>
                </a:lnTo>
                <a:lnTo>
                  <a:pt x="400121" y="26525"/>
                </a:lnTo>
                <a:lnTo>
                  <a:pt x="399677" y="25713"/>
                </a:lnTo>
                <a:lnTo>
                  <a:pt x="399226" y="24912"/>
                </a:lnTo>
                <a:lnTo>
                  <a:pt x="398770" y="24122"/>
                </a:lnTo>
                <a:lnTo>
                  <a:pt x="398313" y="23343"/>
                </a:lnTo>
                <a:lnTo>
                  <a:pt x="397853" y="22576"/>
                </a:lnTo>
                <a:lnTo>
                  <a:pt x="397392" y="21820"/>
                </a:lnTo>
                <a:lnTo>
                  <a:pt x="396928" y="21075"/>
                </a:lnTo>
                <a:lnTo>
                  <a:pt x="396463" y="20342"/>
                </a:lnTo>
                <a:lnTo>
                  <a:pt x="395996" y="19620"/>
                </a:lnTo>
                <a:lnTo>
                  <a:pt x="395526" y="18909"/>
                </a:lnTo>
                <a:lnTo>
                  <a:pt x="395055" y="18210"/>
                </a:lnTo>
                <a:lnTo>
                  <a:pt x="394581" y="17522"/>
                </a:lnTo>
                <a:lnTo>
                  <a:pt x="394106" y="16846"/>
                </a:lnTo>
                <a:lnTo>
                  <a:pt x="393628" y="16180"/>
                </a:lnTo>
                <a:lnTo>
                  <a:pt x="393149" y="15526"/>
                </a:lnTo>
                <a:lnTo>
                  <a:pt x="392668" y="14884"/>
                </a:lnTo>
                <a:lnTo>
                  <a:pt x="392184" y="14253"/>
                </a:lnTo>
                <a:lnTo>
                  <a:pt x="391699" y="13633"/>
                </a:lnTo>
                <a:lnTo>
                  <a:pt x="391212" y="13024"/>
                </a:lnTo>
                <a:lnTo>
                  <a:pt x="390722" y="12427"/>
                </a:lnTo>
                <a:lnTo>
                  <a:pt x="390231" y="11841"/>
                </a:lnTo>
                <a:lnTo>
                  <a:pt x="389737" y="11267"/>
                </a:lnTo>
                <a:lnTo>
                  <a:pt x="389242" y="10704"/>
                </a:lnTo>
                <a:lnTo>
                  <a:pt x="388745" y="10152"/>
                </a:lnTo>
                <a:lnTo>
                  <a:pt x="388245" y="9611"/>
                </a:lnTo>
                <a:lnTo>
                  <a:pt x="387744" y="9082"/>
                </a:lnTo>
                <a:lnTo>
                  <a:pt x="387243" y="8565"/>
                </a:lnTo>
                <a:lnTo>
                  <a:pt x="386746" y="8059"/>
                </a:lnTo>
                <a:lnTo>
                  <a:pt x="386252" y="7566"/>
                </a:lnTo>
                <a:lnTo>
                  <a:pt x="385761" y="7085"/>
                </a:lnTo>
                <a:lnTo>
                  <a:pt x="385273" y="6616"/>
                </a:lnTo>
                <a:lnTo>
                  <a:pt x="384789" y="6159"/>
                </a:lnTo>
                <a:lnTo>
                  <a:pt x="384307" y="5714"/>
                </a:lnTo>
                <a:lnTo>
                  <a:pt x="383829" y="5281"/>
                </a:lnTo>
                <a:lnTo>
                  <a:pt x="383354" y="4861"/>
                </a:lnTo>
                <a:lnTo>
                  <a:pt x="382883" y="4452"/>
                </a:lnTo>
                <a:lnTo>
                  <a:pt x="382415" y="4055"/>
                </a:lnTo>
                <a:lnTo>
                  <a:pt x="381949" y="3671"/>
                </a:lnTo>
                <a:lnTo>
                  <a:pt x="381488" y="3299"/>
                </a:lnTo>
                <a:lnTo>
                  <a:pt x="381029" y="2938"/>
                </a:lnTo>
                <a:lnTo>
                  <a:pt x="380574" y="2590"/>
                </a:lnTo>
                <a:lnTo>
                  <a:pt x="380122" y="2254"/>
                </a:lnTo>
                <a:lnTo>
                  <a:pt x="379673" y="1930"/>
                </a:lnTo>
                <a:lnTo>
                  <a:pt x="379227" y="1618"/>
                </a:lnTo>
                <a:lnTo>
                  <a:pt x="378785" y="1318"/>
                </a:lnTo>
                <a:lnTo>
                  <a:pt x="378346" y="1030"/>
                </a:lnTo>
                <a:lnTo>
                  <a:pt x="377910" y="755"/>
                </a:lnTo>
                <a:lnTo>
                  <a:pt x="377477" y="491"/>
                </a:lnTo>
                <a:lnTo>
                  <a:pt x="377047" y="239"/>
                </a:lnTo>
                <a:lnTo>
                  <a:pt x="376621" y="0"/>
                </a:lnTo>
                <a:lnTo>
                  <a:pt x="373823" y="8113"/>
                </a:lnTo>
                <a:lnTo>
                  <a:pt x="374140" y="8381"/>
                </a:lnTo>
                <a:lnTo>
                  <a:pt x="374460" y="8658"/>
                </a:lnTo>
                <a:lnTo>
                  <a:pt x="374781" y="8944"/>
                </a:lnTo>
                <a:lnTo>
                  <a:pt x="375103" y="9239"/>
                </a:lnTo>
                <a:lnTo>
                  <a:pt x="375428" y="9543"/>
                </a:lnTo>
                <a:lnTo>
                  <a:pt x="375753" y="9856"/>
                </a:lnTo>
                <a:lnTo>
                  <a:pt x="376081" y="10178"/>
                </a:lnTo>
                <a:lnTo>
                  <a:pt x="376410" y="10510"/>
                </a:lnTo>
                <a:lnTo>
                  <a:pt x="376741" y="10850"/>
                </a:lnTo>
                <a:lnTo>
                  <a:pt x="377073" y="11200"/>
                </a:lnTo>
                <a:lnTo>
                  <a:pt x="377407" y="11559"/>
                </a:lnTo>
                <a:lnTo>
                  <a:pt x="377743" y="11927"/>
                </a:lnTo>
                <a:lnTo>
                  <a:pt x="378080" y="12304"/>
                </a:lnTo>
                <a:lnTo>
                  <a:pt x="378419" y="12690"/>
                </a:lnTo>
                <a:lnTo>
                  <a:pt x="378759" y="13085"/>
                </a:lnTo>
                <a:lnTo>
                  <a:pt x="379101" y="13489"/>
                </a:lnTo>
                <a:lnTo>
                  <a:pt x="379445" y="13903"/>
                </a:lnTo>
                <a:lnTo>
                  <a:pt x="379790" y="14325"/>
                </a:lnTo>
                <a:lnTo>
                  <a:pt x="380137" y="14757"/>
                </a:lnTo>
                <a:lnTo>
                  <a:pt x="380485" y="15198"/>
                </a:lnTo>
                <a:lnTo>
                  <a:pt x="380836" y="15648"/>
                </a:lnTo>
                <a:lnTo>
                  <a:pt x="381187" y="16107"/>
                </a:lnTo>
                <a:lnTo>
                  <a:pt x="381541" y="16575"/>
                </a:lnTo>
                <a:lnTo>
                  <a:pt x="381896" y="17052"/>
                </a:lnTo>
                <a:lnTo>
                  <a:pt x="382251" y="17538"/>
                </a:lnTo>
                <a:lnTo>
                  <a:pt x="382604" y="18033"/>
                </a:lnTo>
                <a:lnTo>
                  <a:pt x="382955" y="18538"/>
                </a:lnTo>
                <a:lnTo>
                  <a:pt x="383305" y="19051"/>
                </a:lnTo>
                <a:lnTo>
                  <a:pt x="383653" y="19574"/>
                </a:lnTo>
                <a:lnTo>
                  <a:pt x="383999" y="20105"/>
                </a:lnTo>
                <a:lnTo>
                  <a:pt x="384344" y="20646"/>
                </a:lnTo>
                <a:lnTo>
                  <a:pt x="384686" y="21196"/>
                </a:lnTo>
                <a:lnTo>
                  <a:pt x="385027" y="21755"/>
                </a:lnTo>
                <a:lnTo>
                  <a:pt x="385367" y="22323"/>
                </a:lnTo>
                <a:lnTo>
                  <a:pt x="385704" y="22900"/>
                </a:lnTo>
                <a:lnTo>
                  <a:pt x="386040" y="23486"/>
                </a:lnTo>
                <a:lnTo>
                  <a:pt x="386374" y="24082"/>
                </a:lnTo>
                <a:lnTo>
                  <a:pt x="386706" y="24686"/>
                </a:lnTo>
                <a:lnTo>
                  <a:pt x="387037" y="25300"/>
                </a:lnTo>
                <a:lnTo>
                  <a:pt x="387365" y="25922"/>
                </a:lnTo>
                <a:lnTo>
                  <a:pt x="387692" y="26554"/>
                </a:lnTo>
                <a:lnTo>
                  <a:pt x="388018" y="27195"/>
                </a:lnTo>
                <a:lnTo>
                  <a:pt x="388341" y="27845"/>
                </a:lnTo>
                <a:lnTo>
                  <a:pt x="388663" y="28504"/>
                </a:lnTo>
                <a:lnTo>
                  <a:pt x="388983" y="29172"/>
                </a:lnTo>
                <a:lnTo>
                  <a:pt x="389301" y="29850"/>
                </a:lnTo>
                <a:lnTo>
                  <a:pt x="389618" y="30536"/>
                </a:lnTo>
                <a:lnTo>
                  <a:pt x="389933" y="31231"/>
                </a:lnTo>
                <a:lnTo>
                  <a:pt x="390244" y="31936"/>
                </a:lnTo>
                <a:lnTo>
                  <a:pt x="390551" y="32649"/>
                </a:lnTo>
                <a:lnTo>
                  <a:pt x="390853" y="33372"/>
                </a:lnTo>
                <a:lnTo>
                  <a:pt x="391150" y="34104"/>
                </a:lnTo>
                <a:lnTo>
                  <a:pt x="391442" y="34845"/>
                </a:lnTo>
                <a:lnTo>
                  <a:pt x="391729" y="35595"/>
                </a:lnTo>
                <a:lnTo>
                  <a:pt x="392011" y="36354"/>
                </a:lnTo>
                <a:lnTo>
                  <a:pt x="392289" y="37122"/>
                </a:lnTo>
                <a:lnTo>
                  <a:pt x="392562" y="37899"/>
                </a:lnTo>
                <a:lnTo>
                  <a:pt x="392829" y="38685"/>
                </a:lnTo>
                <a:lnTo>
                  <a:pt x="393092" y="39481"/>
                </a:lnTo>
                <a:lnTo>
                  <a:pt x="393350" y="40286"/>
                </a:lnTo>
                <a:lnTo>
                  <a:pt x="393604" y="41099"/>
                </a:lnTo>
                <a:lnTo>
                  <a:pt x="393852" y="41922"/>
                </a:lnTo>
                <a:lnTo>
                  <a:pt x="394095" y="42754"/>
                </a:lnTo>
                <a:lnTo>
                  <a:pt x="394334" y="43595"/>
                </a:lnTo>
                <a:lnTo>
                  <a:pt x="394568" y="44445"/>
                </a:lnTo>
                <a:lnTo>
                  <a:pt x="394797" y="45305"/>
                </a:lnTo>
                <a:lnTo>
                  <a:pt x="395021" y="46173"/>
                </a:lnTo>
                <a:lnTo>
                  <a:pt x="395240" y="47050"/>
                </a:lnTo>
                <a:lnTo>
                  <a:pt x="395454" y="47937"/>
                </a:lnTo>
                <a:lnTo>
                  <a:pt x="395664" y="48833"/>
                </a:lnTo>
                <a:lnTo>
                  <a:pt x="395869" y="49738"/>
                </a:lnTo>
                <a:lnTo>
                  <a:pt x="396068" y="50652"/>
                </a:lnTo>
                <a:lnTo>
                  <a:pt x="396262" y="51574"/>
                </a:lnTo>
                <a:lnTo>
                  <a:pt x="396447" y="52506"/>
                </a:lnTo>
                <a:lnTo>
                  <a:pt x="396623" y="53447"/>
                </a:lnTo>
                <a:lnTo>
                  <a:pt x="396792" y="54398"/>
                </a:lnTo>
                <a:lnTo>
                  <a:pt x="396952" y="55357"/>
                </a:lnTo>
                <a:lnTo>
                  <a:pt x="397104" y="56325"/>
                </a:lnTo>
                <a:lnTo>
                  <a:pt x="397248" y="57303"/>
                </a:lnTo>
                <a:lnTo>
                  <a:pt x="397384" y="58289"/>
                </a:lnTo>
                <a:lnTo>
                  <a:pt x="397511" y="59285"/>
                </a:lnTo>
                <a:lnTo>
                  <a:pt x="397631" y="60290"/>
                </a:lnTo>
                <a:lnTo>
                  <a:pt x="397742" y="61304"/>
                </a:lnTo>
                <a:lnTo>
                  <a:pt x="397844" y="62327"/>
                </a:lnTo>
                <a:lnTo>
                  <a:pt x="397939" y="63359"/>
                </a:lnTo>
                <a:lnTo>
                  <a:pt x="398025" y="64400"/>
                </a:lnTo>
                <a:lnTo>
                  <a:pt x="398103" y="65450"/>
                </a:lnTo>
                <a:lnTo>
                  <a:pt x="398173" y="66510"/>
                </a:lnTo>
                <a:lnTo>
                  <a:pt x="398235" y="67578"/>
                </a:lnTo>
                <a:lnTo>
                  <a:pt x="398288" y="68656"/>
                </a:lnTo>
                <a:lnTo>
                  <a:pt x="398334" y="69742"/>
                </a:lnTo>
                <a:lnTo>
                  <a:pt x="398371" y="70838"/>
                </a:lnTo>
                <a:lnTo>
                  <a:pt x="398399" y="71943"/>
                </a:lnTo>
                <a:lnTo>
                  <a:pt x="398420" y="73057"/>
                </a:lnTo>
                <a:lnTo>
                  <a:pt x="398432" y="74180"/>
                </a:lnTo>
                <a:lnTo>
                  <a:pt x="398436" y="75312"/>
                </a:lnTo>
                <a:lnTo>
                  <a:pt x="398436" y="76317"/>
                </a:lnTo>
                <a:lnTo>
                  <a:pt x="398433" y="77449"/>
                </a:lnTo>
                <a:lnTo>
                  <a:pt x="398421" y="78572"/>
                </a:lnTo>
                <a:lnTo>
                  <a:pt x="398402" y="79686"/>
                </a:lnTo>
                <a:lnTo>
                  <a:pt x="398375" y="80791"/>
                </a:lnTo>
                <a:lnTo>
                  <a:pt x="398340" y="81887"/>
                </a:lnTo>
                <a:lnTo>
                  <a:pt x="398297" y="82974"/>
                </a:lnTo>
                <a:lnTo>
                  <a:pt x="398247" y="84052"/>
                </a:lnTo>
                <a:lnTo>
                  <a:pt x="398189" y="85120"/>
                </a:lnTo>
                <a:lnTo>
                  <a:pt x="398124" y="86180"/>
                </a:lnTo>
                <a:lnTo>
                  <a:pt x="398050" y="87230"/>
                </a:lnTo>
                <a:lnTo>
                  <a:pt x="397969" y="88271"/>
                </a:lnTo>
                <a:lnTo>
                  <a:pt x="397880" y="89303"/>
                </a:lnTo>
                <a:lnTo>
                  <a:pt x="397784" y="90327"/>
                </a:lnTo>
                <a:lnTo>
                  <a:pt x="397679" y="91341"/>
                </a:lnTo>
                <a:lnTo>
                  <a:pt x="397567" y="92345"/>
                </a:lnTo>
                <a:lnTo>
                  <a:pt x="397448" y="93341"/>
                </a:lnTo>
                <a:lnTo>
                  <a:pt x="397320" y="94328"/>
                </a:lnTo>
                <a:lnTo>
                  <a:pt x="397185" y="95306"/>
                </a:lnTo>
                <a:lnTo>
                  <a:pt x="397042" y="96274"/>
                </a:lnTo>
                <a:lnTo>
                  <a:pt x="396892" y="97234"/>
                </a:lnTo>
                <a:lnTo>
                  <a:pt x="396733" y="98184"/>
                </a:lnTo>
                <a:lnTo>
                  <a:pt x="396567" y="99125"/>
                </a:lnTo>
                <a:lnTo>
                  <a:pt x="396393" y="100057"/>
                </a:lnTo>
                <a:lnTo>
                  <a:pt x="396212" y="100980"/>
                </a:lnTo>
                <a:lnTo>
                  <a:pt x="396024" y="101894"/>
                </a:lnTo>
                <a:lnTo>
                  <a:pt x="395831" y="102799"/>
                </a:lnTo>
                <a:lnTo>
                  <a:pt x="395633" y="103695"/>
                </a:lnTo>
                <a:lnTo>
                  <a:pt x="395430" y="104582"/>
                </a:lnTo>
                <a:lnTo>
                  <a:pt x="395223" y="105460"/>
                </a:lnTo>
                <a:lnTo>
                  <a:pt x="395010" y="106328"/>
                </a:lnTo>
                <a:lnTo>
                  <a:pt x="394792" y="107188"/>
                </a:lnTo>
                <a:lnTo>
                  <a:pt x="394569" y="108039"/>
                </a:lnTo>
                <a:lnTo>
                  <a:pt x="394342" y="108881"/>
                </a:lnTo>
                <a:lnTo>
                  <a:pt x="394109" y="109714"/>
                </a:lnTo>
                <a:lnTo>
                  <a:pt x="393871" y="110538"/>
                </a:lnTo>
                <a:lnTo>
                  <a:pt x="393628" y="111354"/>
                </a:lnTo>
                <a:lnTo>
                  <a:pt x="393381" y="112160"/>
                </a:lnTo>
                <a:lnTo>
                  <a:pt x="393128" y="112957"/>
                </a:lnTo>
                <a:lnTo>
                  <a:pt x="392871" y="113745"/>
                </a:lnTo>
                <a:lnTo>
                  <a:pt x="392608" y="114524"/>
                </a:lnTo>
                <a:lnTo>
                  <a:pt x="392340" y="115294"/>
                </a:lnTo>
                <a:lnTo>
                  <a:pt x="392068" y="116055"/>
                </a:lnTo>
                <a:lnTo>
                  <a:pt x="391790" y="116808"/>
                </a:lnTo>
                <a:lnTo>
                  <a:pt x="391508" y="117551"/>
                </a:lnTo>
                <a:lnTo>
                  <a:pt x="391220" y="118285"/>
                </a:lnTo>
                <a:lnTo>
                  <a:pt x="390928" y="119010"/>
                </a:lnTo>
                <a:lnTo>
                  <a:pt x="390630" y="119727"/>
                </a:lnTo>
                <a:lnTo>
                  <a:pt x="390328" y="120434"/>
                </a:lnTo>
                <a:lnTo>
                  <a:pt x="390021" y="121132"/>
                </a:lnTo>
                <a:lnTo>
                  <a:pt x="389713" y="121822"/>
                </a:lnTo>
                <a:lnTo>
                  <a:pt x="389402" y="122502"/>
                </a:lnTo>
                <a:lnTo>
                  <a:pt x="389090" y="123172"/>
                </a:lnTo>
                <a:lnTo>
                  <a:pt x="388775" y="123834"/>
                </a:lnTo>
                <a:lnTo>
                  <a:pt x="388457" y="124486"/>
                </a:lnTo>
                <a:lnTo>
                  <a:pt x="388138" y="125129"/>
                </a:lnTo>
                <a:lnTo>
                  <a:pt x="387816" y="125763"/>
                </a:lnTo>
                <a:lnTo>
                  <a:pt x="387492" y="126388"/>
                </a:lnTo>
                <a:lnTo>
                  <a:pt x="387166" y="127003"/>
                </a:lnTo>
                <a:lnTo>
                  <a:pt x="386837" y="127609"/>
                </a:lnTo>
                <a:lnTo>
                  <a:pt x="386506" y="128206"/>
                </a:lnTo>
                <a:lnTo>
                  <a:pt x="386173" y="128794"/>
                </a:lnTo>
                <a:lnTo>
                  <a:pt x="385838" y="129372"/>
                </a:lnTo>
                <a:lnTo>
                  <a:pt x="385501" y="129941"/>
                </a:lnTo>
                <a:lnTo>
                  <a:pt x="385161" y="130501"/>
                </a:lnTo>
                <a:lnTo>
                  <a:pt x="384819" y="131052"/>
                </a:lnTo>
                <a:lnTo>
                  <a:pt x="384475" y="131594"/>
                </a:lnTo>
                <a:lnTo>
                  <a:pt x="384128" y="132126"/>
                </a:lnTo>
                <a:lnTo>
                  <a:pt x="383779" y="132649"/>
                </a:lnTo>
                <a:lnTo>
                  <a:pt x="383428" y="133163"/>
                </a:lnTo>
                <a:lnTo>
                  <a:pt x="383075" y="133668"/>
                </a:lnTo>
                <a:lnTo>
                  <a:pt x="382720" y="134163"/>
                </a:lnTo>
                <a:lnTo>
                  <a:pt x="382362" y="134649"/>
                </a:lnTo>
                <a:lnTo>
                  <a:pt x="382003" y="135127"/>
                </a:lnTo>
                <a:lnTo>
                  <a:pt x="381645" y="135595"/>
                </a:lnTo>
                <a:lnTo>
                  <a:pt x="381287" y="136055"/>
                </a:lnTo>
                <a:lnTo>
                  <a:pt x="380929" y="136505"/>
                </a:lnTo>
                <a:lnTo>
                  <a:pt x="380571" y="136947"/>
                </a:lnTo>
                <a:lnTo>
                  <a:pt x="380214" y="137380"/>
                </a:lnTo>
                <a:lnTo>
                  <a:pt x="379857" y="137805"/>
                </a:lnTo>
                <a:lnTo>
                  <a:pt x="379500" y="138220"/>
                </a:lnTo>
                <a:lnTo>
                  <a:pt x="379143" y="138626"/>
                </a:lnTo>
                <a:lnTo>
                  <a:pt x="378787" y="139024"/>
                </a:lnTo>
                <a:lnTo>
                  <a:pt x="378430" y="139413"/>
                </a:lnTo>
                <a:lnTo>
                  <a:pt x="378074" y="139792"/>
                </a:lnTo>
                <a:lnTo>
                  <a:pt x="377719" y="140163"/>
                </a:lnTo>
                <a:lnTo>
                  <a:pt x="377363" y="140526"/>
                </a:lnTo>
                <a:lnTo>
                  <a:pt x="377008" y="140879"/>
                </a:lnTo>
                <a:lnTo>
                  <a:pt x="376653" y="141223"/>
                </a:lnTo>
                <a:lnTo>
                  <a:pt x="376298" y="141559"/>
                </a:lnTo>
                <a:lnTo>
                  <a:pt x="375944" y="141886"/>
                </a:lnTo>
                <a:lnTo>
                  <a:pt x="375590" y="142203"/>
                </a:lnTo>
                <a:lnTo>
                  <a:pt x="375236" y="142512"/>
                </a:lnTo>
                <a:lnTo>
                  <a:pt x="374882" y="142813"/>
                </a:lnTo>
                <a:lnTo>
                  <a:pt x="374529" y="143104"/>
                </a:lnTo>
                <a:lnTo>
                  <a:pt x="374176" y="143386"/>
                </a:lnTo>
                <a:lnTo>
                  <a:pt x="373823" y="143660"/>
                </a:lnTo>
                <a:lnTo>
                  <a:pt x="376621" y="151701"/>
                </a:lnTo>
                <a:lnTo>
                  <a:pt x="377047" y="151462"/>
                </a:lnTo>
                <a:lnTo>
                  <a:pt x="377477" y="151210"/>
                </a:lnTo>
                <a:lnTo>
                  <a:pt x="377910" y="150947"/>
                </a:lnTo>
                <a:lnTo>
                  <a:pt x="378346" y="150671"/>
                </a:lnTo>
                <a:lnTo>
                  <a:pt x="378785" y="150383"/>
                </a:lnTo>
                <a:lnTo>
                  <a:pt x="379227" y="150083"/>
                </a:lnTo>
                <a:lnTo>
                  <a:pt x="379673" y="149771"/>
                </a:lnTo>
                <a:lnTo>
                  <a:pt x="380122" y="149447"/>
                </a:lnTo>
                <a:lnTo>
                  <a:pt x="380574" y="149111"/>
                </a:lnTo>
                <a:lnTo>
                  <a:pt x="381029" y="148763"/>
                </a:lnTo>
                <a:lnTo>
                  <a:pt x="381488" y="148403"/>
                </a:lnTo>
                <a:lnTo>
                  <a:pt x="381949" y="148030"/>
                </a:lnTo>
                <a:lnTo>
                  <a:pt x="382415" y="147646"/>
                </a:lnTo>
                <a:lnTo>
                  <a:pt x="382883" y="147249"/>
                </a:lnTo>
                <a:lnTo>
                  <a:pt x="383354" y="146841"/>
                </a:lnTo>
                <a:lnTo>
                  <a:pt x="383829" y="146420"/>
                </a:lnTo>
                <a:lnTo>
                  <a:pt x="384307" y="145987"/>
                </a:lnTo>
                <a:lnTo>
                  <a:pt x="384789" y="145542"/>
                </a:lnTo>
                <a:lnTo>
                  <a:pt x="385273" y="145085"/>
                </a:lnTo>
                <a:lnTo>
                  <a:pt x="385761" y="144616"/>
                </a:lnTo>
                <a:lnTo>
                  <a:pt x="386252" y="144135"/>
                </a:lnTo>
                <a:lnTo>
                  <a:pt x="386746" y="143642"/>
                </a:lnTo>
                <a:lnTo>
                  <a:pt x="387243" y="143137"/>
                </a:lnTo>
                <a:lnTo>
                  <a:pt x="387744" y="142619"/>
                </a:lnTo>
                <a:lnTo>
                  <a:pt x="388245" y="142090"/>
                </a:lnTo>
                <a:lnTo>
                  <a:pt x="388745" y="141550"/>
                </a:lnTo>
                <a:lnTo>
                  <a:pt x="389242" y="140998"/>
                </a:lnTo>
                <a:lnTo>
                  <a:pt x="389737" y="140436"/>
                </a:lnTo>
                <a:lnTo>
                  <a:pt x="390231" y="139862"/>
                </a:lnTo>
                <a:lnTo>
                  <a:pt x="390722" y="139277"/>
                </a:lnTo>
                <a:lnTo>
                  <a:pt x="391212" y="138680"/>
                </a:lnTo>
                <a:lnTo>
                  <a:pt x="391699" y="138073"/>
                </a:lnTo>
                <a:lnTo>
                  <a:pt x="392184" y="137454"/>
                </a:lnTo>
                <a:lnTo>
                  <a:pt x="392668" y="136824"/>
                </a:lnTo>
                <a:lnTo>
                  <a:pt x="393149" y="136183"/>
                </a:lnTo>
                <a:lnTo>
                  <a:pt x="393628" y="135530"/>
                </a:lnTo>
                <a:lnTo>
                  <a:pt x="394106" y="134866"/>
                </a:lnTo>
                <a:lnTo>
                  <a:pt x="394581" y="134191"/>
                </a:lnTo>
                <a:lnTo>
                  <a:pt x="395055" y="133505"/>
                </a:lnTo>
                <a:lnTo>
                  <a:pt x="395526" y="132808"/>
                </a:lnTo>
                <a:lnTo>
                  <a:pt x="395996" y="132099"/>
                </a:lnTo>
                <a:lnTo>
                  <a:pt x="396463" y="131380"/>
                </a:lnTo>
                <a:lnTo>
                  <a:pt x="396928" y="130649"/>
                </a:lnTo>
                <a:lnTo>
                  <a:pt x="397392" y="129906"/>
                </a:lnTo>
                <a:lnTo>
                  <a:pt x="397853" y="129153"/>
                </a:lnTo>
                <a:lnTo>
                  <a:pt x="398313" y="128388"/>
                </a:lnTo>
                <a:lnTo>
                  <a:pt x="398770" y="127612"/>
                </a:lnTo>
                <a:lnTo>
                  <a:pt x="399226" y="126825"/>
                </a:lnTo>
                <a:lnTo>
                  <a:pt x="399677" y="126027"/>
                </a:lnTo>
                <a:lnTo>
                  <a:pt x="400121" y="125218"/>
                </a:lnTo>
                <a:lnTo>
                  <a:pt x="400559" y="124397"/>
                </a:lnTo>
                <a:lnTo>
                  <a:pt x="400990" y="123565"/>
                </a:lnTo>
                <a:lnTo>
                  <a:pt x="401414" y="122723"/>
                </a:lnTo>
                <a:lnTo>
                  <a:pt x="401832" y="121869"/>
                </a:lnTo>
                <a:lnTo>
                  <a:pt x="402242" y="121004"/>
                </a:lnTo>
                <a:lnTo>
                  <a:pt x="402646" y="120128"/>
                </a:lnTo>
                <a:lnTo>
                  <a:pt x="403044" y="119241"/>
                </a:lnTo>
                <a:lnTo>
                  <a:pt x="403434" y="118343"/>
                </a:lnTo>
                <a:lnTo>
                  <a:pt x="403818" y="117434"/>
                </a:lnTo>
                <a:lnTo>
                  <a:pt x="404195" y="116514"/>
                </a:lnTo>
                <a:lnTo>
                  <a:pt x="404566" y="115582"/>
                </a:lnTo>
                <a:lnTo>
                  <a:pt x="404929" y="114640"/>
                </a:lnTo>
                <a:lnTo>
                  <a:pt x="405286" y="113686"/>
                </a:lnTo>
                <a:lnTo>
                  <a:pt x="405636" y="112721"/>
                </a:lnTo>
                <a:lnTo>
                  <a:pt x="405980" y="111745"/>
                </a:lnTo>
                <a:lnTo>
                  <a:pt x="406317" y="110759"/>
                </a:lnTo>
                <a:lnTo>
                  <a:pt x="406647" y="109761"/>
                </a:lnTo>
                <a:lnTo>
                  <a:pt x="406970" y="108751"/>
                </a:lnTo>
                <a:lnTo>
                  <a:pt x="407286" y="107731"/>
                </a:lnTo>
                <a:lnTo>
                  <a:pt x="407596" y="106700"/>
                </a:lnTo>
                <a:lnTo>
                  <a:pt x="407899" y="105658"/>
                </a:lnTo>
                <a:lnTo>
                  <a:pt x="408196" y="104604"/>
                </a:lnTo>
                <a:lnTo>
                  <a:pt x="408483" y="103540"/>
                </a:lnTo>
                <a:lnTo>
                  <a:pt x="408757" y="102465"/>
                </a:lnTo>
                <a:lnTo>
                  <a:pt x="409020" y="101380"/>
                </a:lnTo>
                <a:lnTo>
                  <a:pt x="409270" y="100284"/>
                </a:lnTo>
                <a:lnTo>
                  <a:pt x="409508" y="99178"/>
                </a:lnTo>
                <a:lnTo>
                  <a:pt x="409734" y="98062"/>
                </a:lnTo>
                <a:lnTo>
                  <a:pt x="409948" y="96935"/>
                </a:lnTo>
                <a:lnTo>
                  <a:pt x="410149" y="95797"/>
                </a:lnTo>
                <a:lnTo>
                  <a:pt x="410339" y="94649"/>
                </a:lnTo>
                <a:lnTo>
                  <a:pt x="410516" y="93491"/>
                </a:lnTo>
                <a:lnTo>
                  <a:pt x="410680" y="92322"/>
                </a:lnTo>
                <a:lnTo>
                  <a:pt x="410833" y="91142"/>
                </a:lnTo>
                <a:lnTo>
                  <a:pt x="410973" y="89953"/>
                </a:lnTo>
                <a:lnTo>
                  <a:pt x="411102" y="88752"/>
                </a:lnTo>
                <a:lnTo>
                  <a:pt x="411218" y="87541"/>
                </a:lnTo>
                <a:lnTo>
                  <a:pt x="411321" y="86320"/>
                </a:lnTo>
                <a:lnTo>
                  <a:pt x="411413" y="85089"/>
                </a:lnTo>
                <a:lnTo>
                  <a:pt x="411492" y="83846"/>
                </a:lnTo>
                <a:lnTo>
                  <a:pt x="411559" y="82594"/>
                </a:lnTo>
                <a:lnTo>
                  <a:pt x="411614" y="81331"/>
                </a:lnTo>
                <a:lnTo>
                  <a:pt x="411657" y="80057"/>
                </a:lnTo>
                <a:lnTo>
                  <a:pt x="411688" y="78773"/>
                </a:lnTo>
                <a:lnTo>
                  <a:pt x="411706" y="77479"/>
                </a:lnTo>
                <a:lnTo>
                  <a:pt x="411712" y="76174"/>
                </a:lnTo>
                <a:lnTo>
                  <a:pt x="411712" y="75456"/>
                </a:lnTo>
                <a:lnTo>
                  <a:pt x="411706" y="74157"/>
                </a:lnTo>
                <a:lnTo>
                  <a:pt x="411688" y="72868"/>
                </a:lnTo>
                <a:lnTo>
                  <a:pt x="411657" y="71590"/>
                </a:lnTo>
                <a:lnTo>
                  <a:pt x="411614" y="70322"/>
                </a:lnTo>
                <a:close/>
                <a:moveTo>
                  <a:pt x="260170" y="112588"/>
                </a:moveTo>
                <a:lnTo>
                  <a:pt x="260203" y="112847"/>
                </a:lnTo>
                <a:lnTo>
                  <a:pt x="260243" y="113103"/>
                </a:lnTo>
                <a:lnTo>
                  <a:pt x="260291" y="113356"/>
                </a:lnTo>
                <a:lnTo>
                  <a:pt x="260346" y="113605"/>
                </a:lnTo>
                <a:lnTo>
                  <a:pt x="260409" y="113850"/>
                </a:lnTo>
                <a:lnTo>
                  <a:pt x="260479" y="114092"/>
                </a:lnTo>
                <a:lnTo>
                  <a:pt x="260556" y="114330"/>
                </a:lnTo>
                <a:lnTo>
                  <a:pt x="260640" y="114565"/>
                </a:lnTo>
                <a:lnTo>
                  <a:pt x="260732" y="114797"/>
                </a:lnTo>
                <a:lnTo>
                  <a:pt x="260832" y="115025"/>
                </a:lnTo>
                <a:lnTo>
                  <a:pt x="260938" y="115249"/>
                </a:lnTo>
                <a:lnTo>
                  <a:pt x="261052" y="115470"/>
                </a:lnTo>
                <a:lnTo>
                  <a:pt x="261173" y="115688"/>
                </a:lnTo>
                <a:lnTo>
                  <a:pt x="261302" y="115902"/>
                </a:lnTo>
                <a:lnTo>
                  <a:pt x="261438" y="116112"/>
                </a:lnTo>
                <a:lnTo>
                  <a:pt x="261581" y="116320"/>
                </a:lnTo>
                <a:lnTo>
                  <a:pt x="261732" y="116523"/>
                </a:lnTo>
                <a:lnTo>
                  <a:pt x="261890" y="116723"/>
                </a:lnTo>
                <a:lnTo>
                  <a:pt x="262055" y="116920"/>
                </a:lnTo>
                <a:lnTo>
                  <a:pt x="262228" y="117113"/>
                </a:lnTo>
                <a:lnTo>
                  <a:pt x="262408" y="117300"/>
                </a:lnTo>
                <a:lnTo>
                  <a:pt x="262594" y="117480"/>
                </a:lnTo>
                <a:lnTo>
                  <a:pt x="262787" y="117651"/>
                </a:lnTo>
                <a:lnTo>
                  <a:pt x="262987" y="117815"/>
                </a:lnTo>
                <a:lnTo>
                  <a:pt x="263193" y="117970"/>
                </a:lnTo>
                <a:lnTo>
                  <a:pt x="263405" y="118118"/>
                </a:lnTo>
                <a:lnTo>
                  <a:pt x="263625" y="118257"/>
                </a:lnTo>
                <a:lnTo>
                  <a:pt x="263851" y="118389"/>
                </a:lnTo>
                <a:lnTo>
                  <a:pt x="264083" y="118512"/>
                </a:lnTo>
                <a:lnTo>
                  <a:pt x="264322" y="118628"/>
                </a:lnTo>
                <a:lnTo>
                  <a:pt x="264568" y="118735"/>
                </a:lnTo>
                <a:lnTo>
                  <a:pt x="264820" y="118835"/>
                </a:lnTo>
                <a:lnTo>
                  <a:pt x="265079" y="118927"/>
                </a:lnTo>
                <a:lnTo>
                  <a:pt x="265345" y="119011"/>
                </a:lnTo>
                <a:lnTo>
                  <a:pt x="265617" y="119086"/>
                </a:lnTo>
                <a:lnTo>
                  <a:pt x="265896" y="119154"/>
                </a:lnTo>
                <a:lnTo>
                  <a:pt x="266181" y="119214"/>
                </a:lnTo>
                <a:lnTo>
                  <a:pt x="266473" y="119266"/>
                </a:lnTo>
                <a:lnTo>
                  <a:pt x="266772" y="119310"/>
                </a:lnTo>
                <a:lnTo>
                  <a:pt x="267077" y="119345"/>
                </a:lnTo>
                <a:lnTo>
                  <a:pt x="267389" y="119373"/>
                </a:lnTo>
                <a:lnTo>
                  <a:pt x="267707" y="119393"/>
                </a:lnTo>
                <a:lnTo>
                  <a:pt x="268032" y="119405"/>
                </a:lnTo>
                <a:lnTo>
                  <a:pt x="268364" y="119409"/>
                </a:lnTo>
                <a:lnTo>
                  <a:pt x="268695" y="119405"/>
                </a:lnTo>
                <a:lnTo>
                  <a:pt x="269020" y="119393"/>
                </a:lnTo>
                <a:lnTo>
                  <a:pt x="269339" y="119373"/>
                </a:lnTo>
                <a:lnTo>
                  <a:pt x="269650" y="119345"/>
                </a:lnTo>
                <a:lnTo>
                  <a:pt x="269955" y="119310"/>
                </a:lnTo>
                <a:lnTo>
                  <a:pt x="270254" y="119266"/>
                </a:lnTo>
                <a:lnTo>
                  <a:pt x="270546" y="119214"/>
                </a:lnTo>
                <a:lnTo>
                  <a:pt x="270831" y="119154"/>
                </a:lnTo>
                <a:lnTo>
                  <a:pt x="271110" y="119086"/>
                </a:lnTo>
                <a:lnTo>
                  <a:pt x="271382" y="119011"/>
                </a:lnTo>
                <a:lnTo>
                  <a:pt x="271648" y="118927"/>
                </a:lnTo>
                <a:lnTo>
                  <a:pt x="271907" y="118835"/>
                </a:lnTo>
                <a:lnTo>
                  <a:pt x="272159" y="118735"/>
                </a:lnTo>
                <a:lnTo>
                  <a:pt x="272405" y="118628"/>
                </a:lnTo>
                <a:lnTo>
                  <a:pt x="272644" y="118512"/>
                </a:lnTo>
                <a:lnTo>
                  <a:pt x="272877" y="118389"/>
                </a:lnTo>
                <a:lnTo>
                  <a:pt x="273102" y="118257"/>
                </a:lnTo>
                <a:lnTo>
                  <a:pt x="273322" y="118118"/>
                </a:lnTo>
                <a:lnTo>
                  <a:pt x="273535" y="117970"/>
                </a:lnTo>
                <a:lnTo>
                  <a:pt x="273741" y="117815"/>
                </a:lnTo>
                <a:lnTo>
                  <a:pt x="273940" y="117651"/>
                </a:lnTo>
                <a:lnTo>
                  <a:pt x="274133" y="117480"/>
                </a:lnTo>
                <a:lnTo>
                  <a:pt x="274319" y="117300"/>
                </a:lnTo>
                <a:lnTo>
                  <a:pt x="274499" y="117113"/>
                </a:lnTo>
                <a:lnTo>
                  <a:pt x="274672" y="116920"/>
                </a:lnTo>
                <a:lnTo>
                  <a:pt x="274837" y="116723"/>
                </a:lnTo>
                <a:lnTo>
                  <a:pt x="274995" y="116523"/>
                </a:lnTo>
                <a:lnTo>
                  <a:pt x="275146" y="116320"/>
                </a:lnTo>
                <a:lnTo>
                  <a:pt x="275289" y="116112"/>
                </a:lnTo>
                <a:lnTo>
                  <a:pt x="275425" y="115902"/>
                </a:lnTo>
                <a:lnTo>
                  <a:pt x="275554" y="115688"/>
                </a:lnTo>
                <a:lnTo>
                  <a:pt x="275675" y="115470"/>
                </a:lnTo>
                <a:lnTo>
                  <a:pt x="275789" y="115249"/>
                </a:lnTo>
                <a:lnTo>
                  <a:pt x="275896" y="115025"/>
                </a:lnTo>
                <a:lnTo>
                  <a:pt x="275995" y="114797"/>
                </a:lnTo>
                <a:lnTo>
                  <a:pt x="276087" y="114565"/>
                </a:lnTo>
                <a:lnTo>
                  <a:pt x="276171" y="114330"/>
                </a:lnTo>
                <a:lnTo>
                  <a:pt x="276249" y="114092"/>
                </a:lnTo>
                <a:lnTo>
                  <a:pt x="276318" y="113850"/>
                </a:lnTo>
                <a:lnTo>
                  <a:pt x="276381" y="113605"/>
                </a:lnTo>
                <a:lnTo>
                  <a:pt x="276436" y="113356"/>
                </a:lnTo>
                <a:lnTo>
                  <a:pt x="276484" y="113103"/>
                </a:lnTo>
                <a:lnTo>
                  <a:pt x="276524" y="112847"/>
                </a:lnTo>
                <a:lnTo>
                  <a:pt x="276557" y="112588"/>
                </a:lnTo>
                <a:lnTo>
                  <a:pt x="276583" y="112325"/>
                </a:lnTo>
                <a:lnTo>
                  <a:pt x="276601" y="112059"/>
                </a:lnTo>
                <a:lnTo>
                  <a:pt x="276612" y="111789"/>
                </a:lnTo>
                <a:lnTo>
                  <a:pt x="276616" y="111516"/>
                </a:lnTo>
                <a:lnTo>
                  <a:pt x="276612" y="111236"/>
                </a:lnTo>
                <a:lnTo>
                  <a:pt x="276601" y="110961"/>
                </a:lnTo>
                <a:lnTo>
                  <a:pt x="276583" y="110689"/>
                </a:lnTo>
                <a:lnTo>
                  <a:pt x="276557" y="110420"/>
                </a:lnTo>
                <a:lnTo>
                  <a:pt x="276524" y="110155"/>
                </a:lnTo>
                <a:lnTo>
                  <a:pt x="276484" y="109894"/>
                </a:lnTo>
                <a:lnTo>
                  <a:pt x="276436" y="109637"/>
                </a:lnTo>
                <a:lnTo>
                  <a:pt x="276381" y="109383"/>
                </a:lnTo>
                <a:lnTo>
                  <a:pt x="276318" y="109132"/>
                </a:lnTo>
                <a:lnTo>
                  <a:pt x="276249" y="108886"/>
                </a:lnTo>
                <a:lnTo>
                  <a:pt x="276171" y="108642"/>
                </a:lnTo>
                <a:lnTo>
                  <a:pt x="276087" y="108403"/>
                </a:lnTo>
                <a:lnTo>
                  <a:pt x="275995" y="108167"/>
                </a:lnTo>
                <a:lnTo>
                  <a:pt x="275896" y="107935"/>
                </a:lnTo>
                <a:lnTo>
                  <a:pt x="275789" y="107706"/>
                </a:lnTo>
                <a:lnTo>
                  <a:pt x="275675" y="107481"/>
                </a:lnTo>
                <a:lnTo>
                  <a:pt x="275554" y="107260"/>
                </a:lnTo>
                <a:lnTo>
                  <a:pt x="275425" y="107042"/>
                </a:lnTo>
                <a:lnTo>
                  <a:pt x="275289" y="106828"/>
                </a:lnTo>
                <a:lnTo>
                  <a:pt x="275146" y="106617"/>
                </a:lnTo>
                <a:lnTo>
                  <a:pt x="274995" y="106410"/>
                </a:lnTo>
                <a:lnTo>
                  <a:pt x="274837" y="106207"/>
                </a:lnTo>
                <a:lnTo>
                  <a:pt x="274672" y="106007"/>
                </a:lnTo>
                <a:lnTo>
                  <a:pt x="274499" y="105811"/>
                </a:lnTo>
                <a:lnTo>
                  <a:pt x="274319" y="105620"/>
                </a:lnTo>
                <a:lnTo>
                  <a:pt x="274133" y="105438"/>
                </a:lnTo>
                <a:lnTo>
                  <a:pt x="273940" y="105264"/>
                </a:lnTo>
                <a:lnTo>
                  <a:pt x="273741" y="105098"/>
                </a:lnTo>
                <a:lnTo>
                  <a:pt x="273535" y="104940"/>
                </a:lnTo>
                <a:lnTo>
                  <a:pt x="273322" y="104790"/>
                </a:lnTo>
                <a:lnTo>
                  <a:pt x="273102" y="104649"/>
                </a:lnTo>
                <a:lnTo>
                  <a:pt x="272877" y="104515"/>
                </a:lnTo>
                <a:lnTo>
                  <a:pt x="272644" y="104389"/>
                </a:lnTo>
                <a:lnTo>
                  <a:pt x="272405" y="104272"/>
                </a:lnTo>
                <a:lnTo>
                  <a:pt x="272159" y="104163"/>
                </a:lnTo>
                <a:lnTo>
                  <a:pt x="271907" y="104061"/>
                </a:lnTo>
                <a:lnTo>
                  <a:pt x="271648" y="103968"/>
                </a:lnTo>
                <a:lnTo>
                  <a:pt x="271382" y="103883"/>
                </a:lnTo>
                <a:lnTo>
                  <a:pt x="271110" y="103806"/>
                </a:lnTo>
                <a:lnTo>
                  <a:pt x="270831" y="103738"/>
                </a:lnTo>
                <a:lnTo>
                  <a:pt x="270546" y="103677"/>
                </a:lnTo>
                <a:lnTo>
                  <a:pt x="270254" y="103624"/>
                </a:lnTo>
                <a:lnTo>
                  <a:pt x="269955" y="103580"/>
                </a:lnTo>
                <a:lnTo>
                  <a:pt x="269650" y="103543"/>
                </a:lnTo>
                <a:lnTo>
                  <a:pt x="269339" y="103515"/>
                </a:lnTo>
                <a:lnTo>
                  <a:pt x="269020" y="103495"/>
                </a:lnTo>
                <a:lnTo>
                  <a:pt x="268695" y="103482"/>
                </a:lnTo>
                <a:lnTo>
                  <a:pt x="268364" y="103478"/>
                </a:lnTo>
                <a:lnTo>
                  <a:pt x="268032" y="103482"/>
                </a:lnTo>
                <a:lnTo>
                  <a:pt x="267707" y="103495"/>
                </a:lnTo>
                <a:lnTo>
                  <a:pt x="267389" y="103515"/>
                </a:lnTo>
                <a:lnTo>
                  <a:pt x="267077" y="103543"/>
                </a:lnTo>
                <a:lnTo>
                  <a:pt x="266772" y="103580"/>
                </a:lnTo>
                <a:lnTo>
                  <a:pt x="266473" y="103624"/>
                </a:lnTo>
                <a:lnTo>
                  <a:pt x="266181" y="103677"/>
                </a:lnTo>
                <a:lnTo>
                  <a:pt x="265896" y="103738"/>
                </a:lnTo>
                <a:lnTo>
                  <a:pt x="265617" y="103806"/>
                </a:lnTo>
                <a:lnTo>
                  <a:pt x="265345" y="103883"/>
                </a:lnTo>
                <a:lnTo>
                  <a:pt x="265079" y="103968"/>
                </a:lnTo>
                <a:lnTo>
                  <a:pt x="264820" y="104061"/>
                </a:lnTo>
                <a:lnTo>
                  <a:pt x="264568" y="104163"/>
                </a:lnTo>
                <a:lnTo>
                  <a:pt x="264322" y="104272"/>
                </a:lnTo>
                <a:lnTo>
                  <a:pt x="264083" y="104389"/>
                </a:lnTo>
                <a:lnTo>
                  <a:pt x="263851" y="104515"/>
                </a:lnTo>
                <a:lnTo>
                  <a:pt x="263625" y="104649"/>
                </a:lnTo>
                <a:lnTo>
                  <a:pt x="263405" y="104790"/>
                </a:lnTo>
                <a:lnTo>
                  <a:pt x="263193" y="104940"/>
                </a:lnTo>
                <a:lnTo>
                  <a:pt x="262987" y="105098"/>
                </a:lnTo>
                <a:lnTo>
                  <a:pt x="262787" y="105264"/>
                </a:lnTo>
                <a:lnTo>
                  <a:pt x="262594" y="105438"/>
                </a:lnTo>
                <a:lnTo>
                  <a:pt x="262408" y="105620"/>
                </a:lnTo>
                <a:lnTo>
                  <a:pt x="262228" y="105811"/>
                </a:lnTo>
                <a:lnTo>
                  <a:pt x="262055" y="106007"/>
                </a:lnTo>
                <a:lnTo>
                  <a:pt x="261890" y="106207"/>
                </a:lnTo>
                <a:lnTo>
                  <a:pt x="261732" y="106410"/>
                </a:lnTo>
                <a:lnTo>
                  <a:pt x="261581" y="106617"/>
                </a:lnTo>
                <a:lnTo>
                  <a:pt x="261438" y="106828"/>
                </a:lnTo>
                <a:lnTo>
                  <a:pt x="261302" y="107042"/>
                </a:lnTo>
                <a:lnTo>
                  <a:pt x="261173" y="107260"/>
                </a:lnTo>
                <a:lnTo>
                  <a:pt x="261052" y="107481"/>
                </a:lnTo>
                <a:lnTo>
                  <a:pt x="260938" y="107706"/>
                </a:lnTo>
                <a:lnTo>
                  <a:pt x="260832" y="107935"/>
                </a:lnTo>
                <a:lnTo>
                  <a:pt x="260732" y="108167"/>
                </a:lnTo>
                <a:lnTo>
                  <a:pt x="260640" y="108403"/>
                </a:lnTo>
                <a:lnTo>
                  <a:pt x="260556" y="108642"/>
                </a:lnTo>
                <a:lnTo>
                  <a:pt x="260479" y="108886"/>
                </a:lnTo>
                <a:lnTo>
                  <a:pt x="260409" y="109132"/>
                </a:lnTo>
                <a:lnTo>
                  <a:pt x="260346" y="109383"/>
                </a:lnTo>
                <a:lnTo>
                  <a:pt x="260291" y="109637"/>
                </a:lnTo>
                <a:lnTo>
                  <a:pt x="260243" y="109894"/>
                </a:lnTo>
                <a:lnTo>
                  <a:pt x="260203" y="110155"/>
                </a:lnTo>
                <a:lnTo>
                  <a:pt x="260170" y="110420"/>
                </a:lnTo>
                <a:lnTo>
                  <a:pt x="260144" y="110689"/>
                </a:lnTo>
                <a:lnTo>
                  <a:pt x="260126" y="110961"/>
                </a:lnTo>
                <a:lnTo>
                  <a:pt x="260115" y="111236"/>
                </a:lnTo>
                <a:lnTo>
                  <a:pt x="260111" y="111516"/>
                </a:lnTo>
                <a:lnTo>
                  <a:pt x="260115" y="111789"/>
                </a:lnTo>
                <a:lnTo>
                  <a:pt x="260126" y="112059"/>
                </a:lnTo>
                <a:lnTo>
                  <a:pt x="260144" y="112325"/>
                </a:lnTo>
                <a:lnTo>
                  <a:pt x="260170" y="11258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8FACDD-4067-4C28-9A2A-72E17E79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04" y="419091"/>
            <a:ext cx="2215543" cy="463027"/>
          </a:xfrm>
          <a:custGeom xmlns:a="http://schemas.openxmlformats.org/drawingml/2006/main">
            <a:pathLst>
              <a:path w="2215543" h="463027">
                <a:moveTo>
                  <a:pt x="0" y="0"/>
                </a:moveTo>
                <a:lnTo>
                  <a:pt x="2215543" y="0"/>
                </a:lnTo>
                <a:lnTo>
                  <a:pt x="2215543" y="463027"/>
                </a:lnTo>
                <a:lnTo>
                  <a:pt x="0" y="4630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CE5709-967F-48DF-B27E-690DA432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04" y="419091"/>
            <a:ext cx="2215543" cy="463027"/>
          </a:xfrm>
          <a:custGeom xmlns:a="http://schemas.openxmlformats.org/drawingml/2006/main">
            <a:pathLst>
              <a:path w="2215543" h="463027" fill="none">
                <a:moveTo>
                  <a:pt x="0" y="0"/>
                </a:moveTo>
                <a:lnTo>
                  <a:pt x="2215543" y="0"/>
                </a:lnTo>
                <a:lnTo>
                  <a:pt x="2215543" y="463027"/>
                </a:lnTo>
                <a:lnTo>
                  <a:pt x="0" y="46302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89" cap="flat">
            <a:solidFill>
              <a:srgbClr val="000000"/>
            </a:solidFill>
            <a:round/>
          </a:ln>
        </p:spPr>
      </p:sp>
      <p:sp>
        <p:nvSpPr>
          <p:cNvPr id="385" name="Text (a)Text↔VideoRetrieval">
            <a:extLst xmlns:a="http://schemas.openxmlformats.org/drawingml/2006/main">
              <a:ext uri="{FF2B5EF4-FFF2-40B4-BE49-F238E27FC236}">
                <a16:creationId xmlns:a16="http://schemas.microsoft.com/office/drawing/2014/main" id="{5F17F31E-9956-4F87-BBD5-A2210659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217" y="445092"/>
            <a:ext cx="2004174" cy="170664"/>
          </a:xfrm>
          <a:custGeom xmlns:a="http://schemas.openxmlformats.org/drawingml/2006/main">
            <a:pathLst>
              <a:path w="2004174" h="170664">
                <a:moveTo>
                  <a:pt x="415681" y="132721"/>
                </a:moveTo>
                <a:lnTo>
                  <a:pt x="415681" y="27933"/>
                </a:lnTo>
                <a:lnTo>
                  <a:pt x="453462" y="27933"/>
                </a:lnTo>
                <a:lnTo>
                  <a:pt x="453462" y="15177"/>
                </a:lnTo>
                <a:lnTo>
                  <a:pt x="415681" y="15177"/>
                </a:lnTo>
                <a:lnTo>
                  <a:pt x="400342" y="15177"/>
                </a:lnTo>
                <a:lnTo>
                  <a:pt x="362641" y="15177"/>
                </a:lnTo>
                <a:lnTo>
                  <a:pt x="362641" y="27933"/>
                </a:lnTo>
                <a:lnTo>
                  <a:pt x="400342" y="27933"/>
                </a:lnTo>
                <a:lnTo>
                  <a:pt x="400342" y="132721"/>
                </a:lnTo>
                <a:lnTo>
                  <a:pt x="415681" y="132721"/>
                </a:lnTo>
                <a:close/>
                <a:moveTo>
                  <a:pt x="619569" y="56834"/>
                </a:moveTo>
                <a:lnTo>
                  <a:pt x="635554" y="56834"/>
                </a:lnTo>
                <a:lnTo>
                  <a:pt x="635554" y="110987"/>
                </a:lnTo>
                <a:lnTo>
                  <a:pt x="635559" y="111708"/>
                </a:lnTo>
                <a:lnTo>
                  <a:pt x="635573" y="112416"/>
                </a:lnTo>
                <a:lnTo>
                  <a:pt x="635596" y="113112"/>
                </a:lnTo>
                <a:lnTo>
                  <a:pt x="635629" y="113796"/>
                </a:lnTo>
                <a:lnTo>
                  <a:pt x="635671" y="114467"/>
                </a:lnTo>
                <a:lnTo>
                  <a:pt x="635723" y="115125"/>
                </a:lnTo>
                <a:lnTo>
                  <a:pt x="635784" y="115771"/>
                </a:lnTo>
                <a:lnTo>
                  <a:pt x="635855" y="116405"/>
                </a:lnTo>
                <a:lnTo>
                  <a:pt x="635934" y="117026"/>
                </a:lnTo>
                <a:lnTo>
                  <a:pt x="636024" y="117635"/>
                </a:lnTo>
                <a:lnTo>
                  <a:pt x="636122" y="118231"/>
                </a:lnTo>
                <a:lnTo>
                  <a:pt x="636230" y="118814"/>
                </a:lnTo>
                <a:lnTo>
                  <a:pt x="636348" y="119385"/>
                </a:lnTo>
                <a:lnTo>
                  <a:pt x="636474" y="119944"/>
                </a:lnTo>
                <a:lnTo>
                  <a:pt x="636610" y="120490"/>
                </a:lnTo>
                <a:lnTo>
                  <a:pt x="636756" y="121024"/>
                </a:lnTo>
                <a:lnTo>
                  <a:pt x="636911" y="121545"/>
                </a:lnTo>
                <a:lnTo>
                  <a:pt x="637075" y="122054"/>
                </a:lnTo>
                <a:lnTo>
                  <a:pt x="637249" y="122550"/>
                </a:lnTo>
                <a:lnTo>
                  <a:pt x="637432" y="123034"/>
                </a:lnTo>
                <a:lnTo>
                  <a:pt x="637625" y="123505"/>
                </a:lnTo>
                <a:lnTo>
                  <a:pt x="637827" y="123964"/>
                </a:lnTo>
                <a:lnTo>
                  <a:pt x="638038" y="124411"/>
                </a:lnTo>
                <a:lnTo>
                  <a:pt x="638258" y="124844"/>
                </a:lnTo>
                <a:lnTo>
                  <a:pt x="638487" y="125267"/>
                </a:lnTo>
                <a:lnTo>
                  <a:pt x="638722" y="125679"/>
                </a:lnTo>
                <a:lnTo>
                  <a:pt x="638964" y="126081"/>
                </a:lnTo>
                <a:lnTo>
                  <a:pt x="639213" y="126472"/>
                </a:lnTo>
                <a:lnTo>
                  <a:pt x="639468" y="126854"/>
                </a:lnTo>
                <a:lnTo>
                  <a:pt x="639729" y="127225"/>
                </a:lnTo>
                <a:lnTo>
                  <a:pt x="639997" y="127586"/>
                </a:lnTo>
                <a:lnTo>
                  <a:pt x="640272" y="127936"/>
                </a:lnTo>
                <a:lnTo>
                  <a:pt x="640554" y="128277"/>
                </a:lnTo>
                <a:lnTo>
                  <a:pt x="640842" y="128607"/>
                </a:lnTo>
                <a:lnTo>
                  <a:pt x="641136" y="128927"/>
                </a:lnTo>
                <a:lnTo>
                  <a:pt x="641437" y="129237"/>
                </a:lnTo>
                <a:lnTo>
                  <a:pt x="641745" y="129536"/>
                </a:lnTo>
                <a:lnTo>
                  <a:pt x="642059" y="129826"/>
                </a:lnTo>
                <a:lnTo>
                  <a:pt x="642380" y="130105"/>
                </a:lnTo>
                <a:lnTo>
                  <a:pt x="642708" y="130373"/>
                </a:lnTo>
                <a:lnTo>
                  <a:pt x="643042" y="130632"/>
                </a:lnTo>
                <a:lnTo>
                  <a:pt x="643382" y="130880"/>
                </a:lnTo>
                <a:lnTo>
                  <a:pt x="643730" y="131118"/>
                </a:lnTo>
                <a:lnTo>
                  <a:pt x="644083" y="131346"/>
                </a:lnTo>
                <a:lnTo>
                  <a:pt x="644444" y="131564"/>
                </a:lnTo>
                <a:lnTo>
                  <a:pt x="644811" y="131771"/>
                </a:lnTo>
                <a:lnTo>
                  <a:pt x="645184" y="131969"/>
                </a:lnTo>
                <a:lnTo>
                  <a:pt x="645565" y="132156"/>
                </a:lnTo>
                <a:lnTo>
                  <a:pt x="645950" y="132333"/>
                </a:lnTo>
                <a:lnTo>
                  <a:pt x="646338" y="132504"/>
                </a:lnTo>
                <a:lnTo>
                  <a:pt x="646729" y="132666"/>
                </a:lnTo>
                <a:lnTo>
                  <a:pt x="647123" y="132822"/>
                </a:lnTo>
                <a:lnTo>
                  <a:pt x="647520" y="132969"/>
                </a:lnTo>
                <a:lnTo>
                  <a:pt x="647921" y="133109"/>
                </a:lnTo>
                <a:lnTo>
                  <a:pt x="648324" y="133242"/>
                </a:lnTo>
                <a:lnTo>
                  <a:pt x="648731" y="133367"/>
                </a:lnTo>
                <a:lnTo>
                  <a:pt x="649141" y="133484"/>
                </a:lnTo>
                <a:lnTo>
                  <a:pt x="649553" y="133594"/>
                </a:lnTo>
                <a:lnTo>
                  <a:pt x="649969" y="133696"/>
                </a:lnTo>
                <a:lnTo>
                  <a:pt x="650388" y="133790"/>
                </a:lnTo>
                <a:lnTo>
                  <a:pt x="650810" y="133877"/>
                </a:lnTo>
                <a:lnTo>
                  <a:pt x="651235" y="133957"/>
                </a:lnTo>
                <a:lnTo>
                  <a:pt x="651664" y="134029"/>
                </a:lnTo>
                <a:lnTo>
                  <a:pt x="652095" y="134093"/>
                </a:lnTo>
                <a:lnTo>
                  <a:pt x="652529" y="134150"/>
                </a:lnTo>
                <a:lnTo>
                  <a:pt x="652967" y="134199"/>
                </a:lnTo>
                <a:lnTo>
                  <a:pt x="653407" y="134241"/>
                </a:lnTo>
                <a:lnTo>
                  <a:pt x="653851" y="134275"/>
                </a:lnTo>
                <a:lnTo>
                  <a:pt x="654297" y="134301"/>
                </a:lnTo>
                <a:lnTo>
                  <a:pt x="654747" y="134320"/>
                </a:lnTo>
                <a:lnTo>
                  <a:pt x="655200" y="134332"/>
                </a:lnTo>
                <a:lnTo>
                  <a:pt x="655656" y="134335"/>
                </a:lnTo>
                <a:lnTo>
                  <a:pt x="655990" y="134334"/>
                </a:lnTo>
                <a:lnTo>
                  <a:pt x="656320" y="134332"/>
                </a:lnTo>
                <a:lnTo>
                  <a:pt x="656647" y="134327"/>
                </a:lnTo>
                <a:lnTo>
                  <a:pt x="656969" y="134321"/>
                </a:lnTo>
                <a:lnTo>
                  <a:pt x="657287" y="134313"/>
                </a:lnTo>
                <a:lnTo>
                  <a:pt x="657601" y="134303"/>
                </a:lnTo>
                <a:lnTo>
                  <a:pt x="657911" y="134291"/>
                </a:lnTo>
                <a:lnTo>
                  <a:pt x="658217" y="134277"/>
                </a:lnTo>
                <a:lnTo>
                  <a:pt x="658519" y="134262"/>
                </a:lnTo>
                <a:lnTo>
                  <a:pt x="658816" y="134244"/>
                </a:lnTo>
                <a:lnTo>
                  <a:pt x="659110" y="134225"/>
                </a:lnTo>
                <a:lnTo>
                  <a:pt x="659400" y="134204"/>
                </a:lnTo>
                <a:lnTo>
                  <a:pt x="659685" y="134181"/>
                </a:lnTo>
                <a:lnTo>
                  <a:pt x="659967" y="134157"/>
                </a:lnTo>
                <a:lnTo>
                  <a:pt x="660244" y="134130"/>
                </a:lnTo>
                <a:lnTo>
                  <a:pt x="660518" y="134102"/>
                </a:lnTo>
                <a:lnTo>
                  <a:pt x="660787" y="134072"/>
                </a:lnTo>
                <a:lnTo>
                  <a:pt x="661052" y="134040"/>
                </a:lnTo>
                <a:lnTo>
                  <a:pt x="661313" y="134006"/>
                </a:lnTo>
                <a:lnTo>
                  <a:pt x="661570" y="133971"/>
                </a:lnTo>
                <a:lnTo>
                  <a:pt x="661824" y="133934"/>
                </a:lnTo>
                <a:lnTo>
                  <a:pt x="662073" y="133894"/>
                </a:lnTo>
                <a:lnTo>
                  <a:pt x="662317" y="133853"/>
                </a:lnTo>
                <a:lnTo>
                  <a:pt x="662558" y="133811"/>
                </a:lnTo>
                <a:lnTo>
                  <a:pt x="662795" y="133767"/>
                </a:lnTo>
                <a:lnTo>
                  <a:pt x="663028" y="133723"/>
                </a:lnTo>
                <a:lnTo>
                  <a:pt x="663258" y="133679"/>
                </a:lnTo>
                <a:lnTo>
                  <a:pt x="663483" y="133635"/>
                </a:lnTo>
                <a:lnTo>
                  <a:pt x="663705" y="133590"/>
                </a:lnTo>
                <a:lnTo>
                  <a:pt x="663923" y="133546"/>
                </a:lnTo>
                <a:lnTo>
                  <a:pt x="664137" y="133501"/>
                </a:lnTo>
                <a:lnTo>
                  <a:pt x="664348" y="133456"/>
                </a:lnTo>
                <a:lnTo>
                  <a:pt x="664555" y="133411"/>
                </a:lnTo>
                <a:lnTo>
                  <a:pt x="664757" y="133366"/>
                </a:lnTo>
                <a:lnTo>
                  <a:pt x="664956" y="133321"/>
                </a:lnTo>
                <a:lnTo>
                  <a:pt x="665152" y="133276"/>
                </a:lnTo>
                <a:lnTo>
                  <a:pt x="665343" y="133230"/>
                </a:lnTo>
                <a:lnTo>
                  <a:pt x="665531" y="133185"/>
                </a:lnTo>
                <a:lnTo>
                  <a:pt x="665715" y="133139"/>
                </a:lnTo>
                <a:lnTo>
                  <a:pt x="665895" y="133093"/>
                </a:lnTo>
                <a:lnTo>
                  <a:pt x="666072" y="133047"/>
                </a:lnTo>
                <a:lnTo>
                  <a:pt x="666244" y="133001"/>
                </a:lnTo>
                <a:lnTo>
                  <a:pt x="666413" y="132954"/>
                </a:lnTo>
                <a:lnTo>
                  <a:pt x="666578" y="132908"/>
                </a:lnTo>
                <a:lnTo>
                  <a:pt x="666739" y="132861"/>
                </a:lnTo>
                <a:lnTo>
                  <a:pt x="666897" y="132815"/>
                </a:lnTo>
                <a:lnTo>
                  <a:pt x="667050" y="132768"/>
                </a:lnTo>
                <a:lnTo>
                  <a:pt x="667200" y="132721"/>
                </a:lnTo>
                <a:lnTo>
                  <a:pt x="667120" y="120530"/>
                </a:lnTo>
                <a:lnTo>
                  <a:pt x="667030" y="120551"/>
                </a:lnTo>
                <a:lnTo>
                  <a:pt x="666938" y="120572"/>
                </a:lnTo>
                <a:lnTo>
                  <a:pt x="666841" y="120593"/>
                </a:lnTo>
                <a:lnTo>
                  <a:pt x="666742" y="120615"/>
                </a:lnTo>
                <a:lnTo>
                  <a:pt x="666638" y="120637"/>
                </a:lnTo>
                <a:lnTo>
                  <a:pt x="666532" y="120659"/>
                </a:lnTo>
                <a:lnTo>
                  <a:pt x="666422" y="120682"/>
                </a:lnTo>
                <a:lnTo>
                  <a:pt x="666308" y="120705"/>
                </a:lnTo>
                <a:lnTo>
                  <a:pt x="666191" y="120729"/>
                </a:lnTo>
                <a:lnTo>
                  <a:pt x="666070" y="120753"/>
                </a:lnTo>
                <a:lnTo>
                  <a:pt x="665946" y="120778"/>
                </a:lnTo>
                <a:lnTo>
                  <a:pt x="665818" y="120803"/>
                </a:lnTo>
                <a:lnTo>
                  <a:pt x="665687" y="120828"/>
                </a:lnTo>
                <a:lnTo>
                  <a:pt x="665552" y="120854"/>
                </a:lnTo>
                <a:lnTo>
                  <a:pt x="665414" y="120880"/>
                </a:lnTo>
                <a:lnTo>
                  <a:pt x="665272" y="120907"/>
                </a:lnTo>
                <a:lnTo>
                  <a:pt x="665126" y="120934"/>
                </a:lnTo>
                <a:lnTo>
                  <a:pt x="664978" y="120962"/>
                </a:lnTo>
                <a:lnTo>
                  <a:pt x="664825" y="120990"/>
                </a:lnTo>
                <a:lnTo>
                  <a:pt x="664670" y="121018"/>
                </a:lnTo>
                <a:lnTo>
                  <a:pt x="664510" y="121047"/>
                </a:lnTo>
                <a:lnTo>
                  <a:pt x="664348" y="121076"/>
                </a:lnTo>
                <a:lnTo>
                  <a:pt x="664181" y="121106"/>
                </a:lnTo>
                <a:lnTo>
                  <a:pt x="664011" y="121136"/>
                </a:lnTo>
                <a:lnTo>
                  <a:pt x="663840" y="121166"/>
                </a:lnTo>
                <a:lnTo>
                  <a:pt x="663670" y="121194"/>
                </a:lnTo>
                <a:lnTo>
                  <a:pt x="663500" y="121221"/>
                </a:lnTo>
                <a:lnTo>
                  <a:pt x="663331" y="121247"/>
                </a:lnTo>
                <a:lnTo>
                  <a:pt x="663162" y="121272"/>
                </a:lnTo>
                <a:lnTo>
                  <a:pt x="662995" y="121295"/>
                </a:lnTo>
                <a:lnTo>
                  <a:pt x="662828" y="121317"/>
                </a:lnTo>
                <a:lnTo>
                  <a:pt x="662661" y="121338"/>
                </a:lnTo>
                <a:lnTo>
                  <a:pt x="662496" y="121357"/>
                </a:lnTo>
                <a:lnTo>
                  <a:pt x="662331" y="121376"/>
                </a:lnTo>
                <a:lnTo>
                  <a:pt x="662167" y="121393"/>
                </a:lnTo>
                <a:lnTo>
                  <a:pt x="662003" y="121408"/>
                </a:lnTo>
                <a:lnTo>
                  <a:pt x="661841" y="121423"/>
                </a:lnTo>
                <a:lnTo>
                  <a:pt x="661678" y="121436"/>
                </a:lnTo>
                <a:lnTo>
                  <a:pt x="661517" y="121448"/>
                </a:lnTo>
                <a:lnTo>
                  <a:pt x="661356" y="121459"/>
                </a:lnTo>
                <a:lnTo>
                  <a:pt x="661196" y="121468"/>
                </a:lnTo>
                <a:lnTo>
                  <a:pt x="661037" y="121477"/>
                </a:lnTo>
                <a:lnTo>
                  <a:pt x="660878" y="121483"/>
                </a:lnTo>
                <a:lnTo>
                  <a:pt x="660721" y="121489"/>
                </a:lnTo>
                <a:lnTo>
                  <a:pt x="660563" y="121494"/>
                </a:lnTo>
                <a:lnTo>
                  <a:pt x="660407" y="121497"/>
                </a:lnTo>
                <a:lnTo>
                  <a:pt x="660251" y="121499"/>
                </a:lnTo>
                <a:lnTo>
                  <a:pt x="660096" y="121499"/>
                </a:lnTo>
                <a:lnTo>
                  <a:pt x="659888" y="121498"/>
                </a:lnTo>
                <a:lnTo>
                  <a:pt x="659681" y="121494"/>
                </a:lnTo>
                <a:lnTo>
                  <a:pt x="659475" y="121488"/>
                </a:lnTo>
                <a:lnTo>
                  <a:pt x="659271" y="121479"/>
                </a:lnTo>
                <a:lnTo>
                  <a:pt x="659067" y="121468"/>
                </a:lnTo>
                <a:lnTo>
                  <a:pt x="658865" y="121454"/>
                </a:lnTo>
                <a:lnTo>
                  <a:pt x="658664" y="121437"/>
                </a:lnTo>
                <a:lnTo>
                  <a:pt x="658463" y="121418"/>
                </a:lnTo>
                <a:lnTo>
                  <a:pt x="658264" y="121397"/>
                </a:lnTo>
                <a:lnTo>
                  <a:pt x="658067" y="121373"/>
                </a:lnTo>
                <a:lnTo>
                  <a:pt x="657870" y="121347"/>
                </a:lnTo>
                <a:lnTo>
                  <a:pt x="657674" y="121318"/>
                </a:lnTo>
                <a:lnTo>
                  <a:pt x="657480" y="121286"/>
                </a:lnTo>
                <a:lnTo>
                  <a:pt x="657286" y="121252"/>
                </a:lnTo>
                <a:lnTo>
                  <a:pt x="657094" y="121215"/>
                </a:lnTo>
                <a:lnTo>
                  <a:pt x="656903" y="121176"/>
                </a:lnTo>
                <a:lnTo>
                  <a:pt x="656713" y="121135"/>
                </a:lnTo>
                <a:lnTo>
                  <a:pt x="656524" y="121091"/>
                </a:lnTo>
                <a:lnTo>
                  <a:pt x="656336" y="121044"/>
                </a:lnTo>
                <a:lnTo>
                  <a:pt x="656149" y="120995"/>
                </a:lnTo>
                <a:lnTo>
                  <a:pt x="655964" y="120943"/>
                </a:lnTo>
                <a:lnTo>
                  <a:pt x="655779" y="120889"/>
                </a:lnTo>
                <a:lnTo>
                  <a:pt x="655596" y="120832"/>
                </a:lnTo>
                <a:lnTo>
                  <a:pt x="655414" y="120773"/>
                </a:lnTo>
                <a:lnTo>
                  <a:pt x="655233" y="120709"/>
                </a:lnTo>
                <a:lnTo>
                  <a:pt x="655056" y="120641"/>
                </a:lnTo>
                <a:lnTo>
                  <a:pt x="654881" y="120567"/>
                </a:lnTo>
                <a:lnTo>
                  <a:pt x="654710" y="120488"/>
                </a:lnTo>
                <a:lnTo>
                  <a:pt x="654541" y="120403"/>
                </a:lnTo>
                <a:lnTo>
                  <a:pt x="654374" y="120313"/>
                </a:lnTo>
                <a:lnTo>
                  <a:pt x="654211" y="120218"/>
                </a:lnTo>
                <a:lnTo>
                  <a:pt x="654050" y="120118"/>
                </a:lnTo>
                <a:lnTo>
                  <a:pt x="653892" y="120012"/>
                </a:lnTo>
                <a:lnTo>
                  <a:pt x="653737" y="119900"/>
                </a:lnTo>
                <a:lnTo>
                  <a:pt x="653585" y="119784"/>
                </a:lnTo>
                <a:lnTo>
                  <a:pt x="653436" y="119662"/>
                </a:lnTo>
                <a:lnTo>
                  <a:pt x="653289" y="119535"/>
                </a:lnTo>
                <a:lnTo>
                  <a:pt x="653145" y="119402"/>
                </a:lnTo>
                <a:lnTo>
                  <a:pt x="653004" y="119264"/>
                </a:lnTo>
                <a:lnTo>
                  <a:pt x="652866" y="119121"/>
                </a:lnTo>
                <a:lnTo>
                  <a:pt x="652731" y="118972"/>
                </a:lnTo>
                <a:lnTo>
                  <a:pt x="652598" y="118819"/>
                </a:lnTo>
                <a:lnTo>
                  <a:pt x="652468" y="118659"/>
                </a:lnTo>
                <a:lnTo>
                  <a:pt x="652341" y="118495"/>
                </a:lnTo>
                <a:lnTo>
                  <a:pt x="652217" y="118325"/>
                </a:lnTo>
                <a:lnTo>
                  <a:pt x="652096" y="118150"/>
                </a:lnTo>
                <a:lnTo>
                  <a:pt x="651977" y="117969"/>
                </a:lnTo>
                <a:lnTo>
                  <a:pt x="651862" y="117783"/>
                </a:lnTo>
                <a:lnTo>
                  <a:pt x="651750" y="117591"/>
                </a:lnTo>
                <a:lnTo>
                  <a:pt x="651642" y="117391"/>
                </a:lnTo>
                <a:lnTo>
                  <a:pt x="651540" y="117183"/>
                </a:lnTo>
                <a:lnTo>
                  <a:pt x="651442" y="116968"/>
                </a:lnTo>
                <a:lnTo>
                  <a:pt x="651349" y="116746"/>
                </a:lnTo>
                <a:lnTo>
                  <a:pt x="651261" y="116515"/>
                </a:lnTo>
                <a:lnTo>
                  <a:pt x="651178" y="116278"/>
                </a:lnTo>
                <a:lnTo>
                  <a:pt x="651099" y="116032"/>
                </a:lnTo>
                <a:lnTo>
                  <a:pt x="651025" y="115779"/>
                </a:lnTo>
                <a:lnTo>
                  <a:pt x="650956" y="115519"/>
                </a:lnTo>
                <a:lnTo>
                  <a:pt x="650892" y="115251"/>
                </a:lnTo>
                <a:lnTo>
                  <a:pt x="650832" y="114975"/>
                </a:lnTo>
                <a:lnTo>
                  <a:pt x="650777" y="114692"/>
                </a:lnTo>
                <a:lnTo>
                  <a:pt x="650727" y="114401"/>
                </a:lnTo>
                <a:lnTo>
                  <a:pt x="650682" y="114103"/>
                </a:lnTo>
                <a:lnTo>
                  <a:pt x="650642" y="113797"/>
                </a:lnTo>
                <a:lnTo>
                  <a:pt x="650606" y="113484"/>
                </a:lnTo>
                <a:lnTo>
                  <a:pt x="650575" y="113163"/>
                </a:lnTo>
                <a:lnTo>
                  <a:pt x="650549" y="112834"/>
                </a:lnTo>
                <a:lnTo>
                  <a:pt x="650527" y="112498"/>
                </a:lnTo>
                <a:lnTo>
                  <a:pt x="650511" y="112154"/>
                </a:lnTo>
                <a:lnTo>
                  <a:pt x="650499" y="111803"/>
                </a:lnTo>
                <a:lnTo>
                  <a:pt x="650492" y="111444"/>
                </a:lnTo>
                <a:lnTo>
                  <a:pt x="650489" y="111077"/>
                </a:lnTo>
                <a:lnTo>
                  <a:pt x="650489" y="56834"/>
                </a:lnTo>
                <a:lnTo>
                  <a:pt x="666797" y="56834"/>
                </a:lnTo>
                <a:lnTo>
                  <a:pt x="666797" y="45370"/>
                </a:lnTo>
                <a:lnTo>
                  <a:pt x="650489" y="45370"/>
                </a:lnTo>
                <a:lnTo>
                  <a:pt x="650489" y="24058"/>
                </a:lnTo>
                <a:lnTo>
                  <a:pt x="635554" y="24058"/>
                </a:lnTo>
                <a:lnTo>
                  <a:pt x="635554" y="45370"/>
                </a:lnTo>
                <a:lnTo>
                  <a:pt x="619569" y="45370"/>
                </a:lnTo>
                <a:lnTo>
                  <a:pt x="619569" y="56834"/>
                </a:lnTo>
                <a:close/>
                <a:moveTo>
                  <a:pt x="109021" y="124045"/>
                </a:moveTo>
                <a:lnTo>
                  <a:pt x="109064" y="124395"/>
                </a:lnTo>
                <a:lnTo>
                  <a:pt x="109110" y="124748"/>
                </a:lnTo>
                <a:lnTo>
                  <a:pt x="109159" y="125103"/>
                </a:lnTo>
                <a:lnTo>
                  <a:pt x="109209" y="125459"/>
                </a:lnTo>
                <a:lnTo>
                  <a:pt x="109262" y="125818"/>
                </a:lnTo>
                <a:lnTo>
                  <a:pt x="109316" y="126175"/>
                </a:lnTo>
                <a:lnTo>
                  <a:pt x="109373" y="126526"/>
                </a:lnTo>
                <a:lnTo>
                  <a:pt x="109431" y="126871"/>
                </a:lnTo>
                <a:lnTo>
                  <a:pt x="109490" y="127210"/>
                </a:lnTo>
                <a:lnTo>
                  <a:pt x="109552" y="127543"/>
                </a:lnTo>
                <a:lnTo>
                  <a:pt x="109615" y="127869"/>
                </a:lnTo>
                <a:lnTo>
                  <a:pt x="109680" y="128190"/>
                </a:lnTo>
                <a:lnTo>
                  <a:pt x="109746" y="128505"/>
                </a:lnTo>
                <a:lnTo>
                  <a:pt x="109814" y="128814"/>
                </a:lnTo>
                <a:lnTo>
                  <a:pt x="109884" y="129116"/>
                </a:lnTo>
                <a:lnTo>
                  <a:pt x="109955" y="129413"/>
                </a:lnTo>
                <a:lnTo>
                  <a:pt x="110029" y="129703"/>
                </a:lnTo>
                <a:lnTo>
                  <a:pt x="110103" y="129988"/>
                </a:lnTo>
                <a:lnTo>
                  <a:pt x="110180" y="130267"/>
                </a:lnTo>
                <a:lnTo>
                  <a:pt x="110258" y="130539"/>
                </a:lnTo>
                <a:lnTo>
                  <a:pt x="110338" y="130806"/>
                </a:lnTo>
                <a:lnTo>
                  <a:pt x="110420" y="131066"/>
                </a:lnTo>
                <a:lnTo>
                  <a:pt x="110503" y="131321"/>
                </a:lnTo>
                <a:lnTo>
                  <a:pt x="110588" y="131569"/>
                </a:lnTo>
                <a:lnTo>
                  <a:pt x="110674" y="131811"/>
                </a:lnTo>
                <a:lnTo>
                  <a:pt x="110763" y="132048"/>
                </a:lnTo>
                <a:lnTo>
                  <a:pt x="110853" y="132278"/>
                </a:lnTo>
                <a:lnTo>
                  <a:pt x="110944" y="132502"/>
                </a:lnTo>
                <a:lnTo>
                  <a:pt x="111038" y="132721"/>
                </a:lnTo>
                <a:lnTo>
                  <a:pt x="126619" y="132721"/>
                </a:lnTo>
                <a:lnTo>
                  <a:pt x="126619" y="131429"/>
                </a:lnTo>
                <a:lnTo>
                  <a:pt x="126492" y="131131"/>
                </a:lnTo>
                <a:lnTo>
                  <a:pt x="126368" y="130827"/>
                </a:lnTo>
                <a:lnTo>
                  <a:pt x="126247" y="130520"/>
                </a:lnTo>
                <a:lnTo>
                  <a:pt x="126129" y="130207"/>
                </a:lnTo>
                <a:lnTo>
                  <a:pt x="126013" y="129889"/>
                </a:lnTo>
                <a:lnTo>
                  <a:pt x="125900" y="129567"/>
                </a:lnTo>
                <a:lnTo>
                  <a:pt x="125789" y="129240"/>
                </a:lnTo>
                <a:lnTo>
                  <a:pt x="125681" y="128908"/>
                </a:lnTo>
                <a:lnTo>
                  <a:pt x="125576" y="128572"/>
                </a:lnTo>
                <a:lnTo>
                  <a:pt x="125474" y="128231"/>
                </a:lnTo>
                <a:lnTo>
                  <a:pt x="125374" y="127885"/>
                </a:lnTo>
                <a:lnTo>
                  <a:pt x="125277" y="127534"/>
                </a:lnTo>
                <a:lnTo>
                  <a:pt x="125182" y="127178"/>
                </a:lnTo>
                <a:lnTo>
                  <a:pt x="125090" y="126818"/>
                </a:lnTo>
                <a:lnTo>
                  <a:pt x="125001" y="126453"/>
                </a:lnTo>
                <a:lnTo>
                  <a:pt x="124914" y="126083"/>
                </a:lnTo>
                <a:lnTo>
                  <a:pt x="124831" y="125708"/>
                </a:lnTo>
                <a:lnTo>
                  <a:pt x="124749" y="125329"/>
                </a:lnTo>
                <a:lnTo>
                  <a:pt x="124671" y="124945"/>
                </a:lnTo>
                <a:lnTo>
                  <a:pt x="124595" y="124556"/>
                </a:lnTo>
                <a:lnTo>
                  <a:pt x="124522" y="124162"/>
                </a:lnTo>
                <a:lnTo>
                  <a:pt x="124451" y="123764"/>
                </a:lnTo>
                <a:lnTo>
                  <a:pt x="124383" y="123360"/>
                </a:lnTo>
                <a:lnTo>
                  <a:pt x="124318" y="122952"/>
                </a:lnTo>
                <a:lnTo>
                  <a:pt x="124255" y="122543"/>
                </a:lnTo>
                <a:lnTo>
                  <a:pt x="124195" y="122136"/>
                </a:lnTo>
                <a:lnTo>
                  <a:pt x="124138" y="121730"/>
                </a:lnTo>
                <a:lnTo>
                  <a:pt x="124084" y="121327"/>
                </a:lnTo>
                <a:lnTo>
                  <a:pt x="124032" y="120925"/>
                </a:lnTo>
                <a:lnTo>
                  <a:pt x="123982" y="120525"/>
                </a:lnTo>
                <a:lnTo>
                  <a:pt x="123936" y="120128"/>
                </a:lnTo>
                <a:lnTo>
                  <a:pt x="123892" y="119732"/>
                </a:lnTo>
                <a:lnTo>
                  <a:pt x="123851" y="119338"/>
                </a:lnTo>
                <a:lnTo>
                  <a:pt x="123812" y="118947"/>
                </a:lnTo>
                <a:lnTo>
                  <a:pt x="123776" y="118557"/>
                </a:lnTo>
                <a:lnTo>
                  <a:pt x="123743" y="118169"/>
                </a:lnTo>
                <a:lnTo>
                  <a:pt x="123712" y="117783"/>
                </a:lnTo>
                <a:lnTo>
                  <a:pt x="123684" y="117399"/>
                </a:lnTo>
                <a:lnTo>
                  <a:pt x="123659" y="117017"/>
                </a:lnTo>
                <a:lnTo>
                  <a:pt x="123636" y="116637"/>
                </a:lnTo>
                <a:lnTo>
                  <a:pt x="123616" y="116259"/>
                </a:lnTo>
                <a:lnTo>
                  <a:pt x="123599" y="115883"/>
                </a:lnTo>
                <a:lnTo>
                  <a:pt x="123584" y="115509"/>
                </a:lnTo>
                <a:lnTo>
                  <a:pt x="123572" y="115137"/>
                </a:lnTo>
                <a:lnTo>
                  <a:pt x="123563" y="114767"/>
                </a:lnTo>
                <a:lnTo>
                  <a:pt x="123556" y="114399"/>
                </a:lnTo>
                <a:lnTo>
                  <a:pt x="123552" y="114033"/>
                </a:lnTo>
                <a:lnTo>
                  <a:pt x="123551" y="113668"/>
                </a:lnTo>
                <a:lnTo>
                  <a:pt x="123551" y="72980"/>
                </a:lnTo>
                <a:lnTo>
                  <a:pt x="123544" y="72172"/>
                </a:lnTo>
                <a:lnTo>
                  <a:pt x="123522" y="71375"/>
                </a:lnTo>
                <a:lnTo>
                  <a:pt x="123486" y="70589"/>
                </a:lnTo>
                <a:lnTo>
                  <a:pt x="123435" y="69815"/>
                </a:lnTo>
                <a:lnTo>
                  <a:pt x="123371" y="69052"/>
                </a:lnTo>
                <a:lnTo>
                  <a:pt x="123291" y="68300"/>
                </a:lnTo>
                <a:lnTo>
                  <a:pt x="123197" y="67560"/>
                </a:lnTo>
                <a:lnTo>
                  <a:pt x="123089" y="66831"/>
                </a:lnTo>
                <a:lnTo>
                  <a:pt x="122966" y="66114"/>
                </a:lnTo>
                <a:lnTo>
                  <a:pt x="122829" y="65408"/>
                </a:lnTo>
                <a:lnTo>
                  <a:pt x="122678" y="64713"/>
                </a:lnTo>
                <a:lnTo>
                  <a:pt x="122512" y="64029"/>
                </a:lnTo>
                <a:lnTo>
                  <a:pt x="122331" y="63357"/>
                </a:lnTo>
                <a:lnTo>
                  <a:pt x="122136" y="62696"/>
                </a:lnTo>
                <a:lnTo>
                  <a:pt x="121927" y="62047"/>
                </a:lnTo>
                <a:lnTo>
                  <a:pt x="121703" y="61409"/>
                </a:lnTo>
                <a:lnTo>
                  <a:pt x="121465" y="60782"/>
                </a:lnTo>
                <a:lnTo>
                  <a:pt x="121212" y="60167"/>
                </a:lnTo>
                <a:lnTo>
                  <a:pt x="120945" y="59563"/>
                </a:lnTo>
                <a:lnTo>
                  <a:pt x="120664" y="58970"/>
                </a:lnTo>
                <a:lnTo>
                  <a:pt x="120368" y="58389"/>
                </a:lnTo>
                <a:lnTo>
                  <a:pt x="120057" y="57819"/>
                </a:lnTo>
                <a:lnTo>
                  <a:pt x="119733" y="57260"/>
                </a:lnTo>
                <a:lnTo>
                  <a:pt x="119393" y="56713"/>
                </a:lnTo>
                <a:lnTo>
                  <a:pt x="119041" y="56177"/>
                </a:lnTo>
                <a:lnTo>
                  <a:pt x="118679" y="55653"/>
                </a:lnTo>
                <a:lnTo>
                  <a:pt x="118305" y="55139"/>
                </a:lnTo>
                <a:lnTo>
                  <a:pt x="117920" y="54638"/>
                </a:lnTo>
                <a:lnTo>
                  <a:pt x="117524" y="54147"/>
                </a:lnTo>
                <a:lnTo>
                  <a:pt x="117118" y="53668"/>
                </a:lnTo>
                <a:lnTo>
                  <a:pt x="116700" y="53200"/>
                </a:lnTo>
                <a:lnTo>
                  <a:pt x="116272" y="52744"/>
                </a:lnTo>
                <a:lnTo>
                  <a:pt x="115832" y="52299"/>
                </a:lnTo>
                <a:lnTo>
                  <a:pt x="115382" y="51865"/>
                </a:lnTo>
                <a:lnTo>
                  <a:pt x="114921" y="51443"/>
                </a:lnTo>
                <a:lnTo>
                  <a:pt x="114449" y="51032"/>
                </a:lnTo>
                <a:lnTo>
                  <a:pt x="113966" y="50632"/>
                </a:lnTo>
                <a:lnTo>
                  <a:pt x="113471" y="50244"/>
                </a:lnTo>
                <a:lnTo>
                  <a:pt x="112966" y="49867"/>
                </a:lnTo>
                <a:lnTo>
                  <a:pt x="112451" y="49501"/>
                </a:lnTo>
                <a:lnTo>
                  <a:pt x="111924" y="49147"/>
                </a:lnTo>
                <a:lnTo>
                  <a:pt x="111386" y="48804"/>
                </a:lnTo>
                <a:lnTo>
                  <a:pt x="110837" y="48472"/>
                </a:lnTo>
                <a:lnTo>
                  <a:pt x="110278" y="48152"/>
                </a:lnTo>
                <a:lnTo>
                  <a:pt x="109707" y="47843"/>
                </a:lnTo>
                <a:lnTo>
                  <a:pt x="109125" y="47546"/>
                </a:lnTo>
                <a:lnTo>
                  <a:pt x="108533" y="47260"/>
                </a:lnTo>
                <a:lnTo>
                  <a:pt x="107930" y="46985"/>
                </a:lnTo>
                <a:lnTo>
                  <a:pt x="107317" y="46722"/>
                </a:lnTo>
                <a:lnTo>
                  <a:pt x="106697" y="46469"/>
                </a:lnTo>
                <a:lnTo>
                  <a:pt x="106068" y="46228"/>
                </a:lnTo>
                <a:lnTo>
                  <a:pt x="105433" y="45998"/>
                </a:lnTo>
                <a:lnTo>
                  <a:pt x="104789" y="45780"/>
                </a:lnTo>
                <a:lnTo>
                  <a:pt x="104138" y="45572"/>
                </a:lnTo>
                <a:lnTo>
                  <a:pt x="103479" y="45376"/>
                </a:lnTo>
                <a:lnTo>
                  <a:pt x="102812" y="45191"/>
                </a:lnTo>
                <a:lnTo>
                  <a:pt x="102138" y="45017"/>
                </a:lnTo>
                <a:lnTo>
                  <a:pt x="101456" y="44855"/>
                </a:lnTo>
                <a:lnTo>
                  <a:pt x="100766" y="44703"/>
                </a:lnTo>
                <a:lnTo>
                  <a:pt x="100069" y="44563"/>
                </a:lnTo>
                <a:lnTo>
                  <a:pt x="99363" y="44434"/>
                </a:lnTo>
                <a:lnTo>
                  <a:pt x="98650" y="44316"/>
                </a:lnTo>
                <a:lnTo>
                  <a:pt x="97930" y="44210"/>
                </a:lnTo>
                <a:lnTo>
                  <a:pt x="97201" y="44115"/>
                </a:lnTo>
                <a:lnTo>
                  <a:pt x="96465" y="44031"/>
                </a:lnTo>
                <a:lnTo>
                  <a:pt x="95722" y="43958"/>
                </a:lnTo>
                <a:lnTo>
                  <a:pt x="94970" y="43896"/>
                </a:lnTo>
                <a:lnTo>
                  <a:pt x="94211" y="43846"/>
                </a:lnTo>
                <a:lnTo>
                  <a:pt x="93444" y="43806"/>
                </a:lnTo>
                <a:lnTo>
                  <a:pt x="92670" y="43778"/>
                </a:lnTo>
                <a:lnTo>
                  <a:pt x="91887" y="43761"/>
                </a:lnTo>
                <a:lnTo>
                  <a:pt x="91097" y="43756"/>
                </a:lnTo>
                <a:lnTo>
                  <a:pt x="90441" y="43760"/>
                </a:lnTo>
                <a:lnTo>
                  <a:pt x="89789" y="43771"/>
                </a:lnTo>
                <a:lnTo>
                  <a:pt x="89143" y="43791"/>
                </a:lnTo>
                <a:lnTo>
                  <a:pt x="88502" y="43818"/>
                </a:lnTo>
                <a:lnTo>
                  <a:pt x="87866" y="43852"/>
                </a:lnTo>
                <a:lnTo>
                  <a:pt x="87235" y="43895"/>
                </a:lnTo>
                <a:lnTo>
                  <a:pt x="86609" y="43945"/>
                </a:lnTo>
                <a:lnTo>
                  <a:pt x="85989" y="44003"/>
                </a:lnTo>
                <a:lnTo>
                  <a:pt x="85374" y="44068"/>
                </a:lnTo>
                <a:lnTo>
                  <a:pt x="84764" y="44141"/>
                </a:lnTo>
                <a:lnTo>
                  <a:pt x="84159" y="44222"/>
                </a:lnTo>
                <a:lnTo>
                  <a:pt x="83559" y="44311"/>
                </a:lnTo>
                <a:lnTo>
                  <a:pt x="82965" y="44407"/>
                </a:lnTo>
                <a:lnTo>
                  <a:pt x="82375" y="44511"/>
                </a:lnTo>
                <a:lnTo>
                  <a:pt x="81791" y="44623"/>
                </a:lnTo>
                <a:lnTo>
                  <a:pt x="81212" y="44743"/>
                </a:lnTo>
                <a:lnTo>
                  <a:pt x="80639" y="44870"/>
                </a:lnTo>
                <a:lnTo>
                  <a:pt x="80070" y="45005"/>
                </a:lnTo>
                <a:lnTo>
                  <a:pt x="79507" y="45147"/>
                </a:lnTo>
                <a:lnTo>
                  <a:pt x="78949" y="45298"/>
                </a:lnTo>
                <a:lnTo>
                  <a:pt x="78396" y="45456"/>
                </a:lnTo>
                <a:lnTo>
                  <a:pt x="77848" y="45621"/>
                </a:lnTo>
                <a:lnTo>
                  <a:pt x="77305" y="45795"/>
                </a:lnTo>
                <a:lnTo>
                  <a:pt x="76768" y="45976"/>
                </a:lnTo>
                <a:lnTo>
                  <a:pt x="76236" y="46164"/>
                </a:lnTo>
                <a:lnTo>
                  <a:pt x="75711" y="46357"/>
                </a:lnTo>
                <a:lnTo>
                  <a:pt x="75192" y="46555"/>
                </a:lnTo>
                <a:lnTo>
                  <a:pt x="74680" y="46759"/>
                </a:lnTo>
                <a:lnTo>
                  <a:pt x="74174" y="46968"/>
                </a:lnTo>
                <a:lnTo>
                  <a:pt x="73675" y="47182"/>
                </a:lnTo>
                <a:lnTo>
                  <a:pt x="73182" y="47401"/>
                </a:lnTo>
                <a:lnTo>
                  <a:pt x="72695" y="47626"/>
                </a:lnTo>
                <a:lnTo>
                  <a:pt x="72215" y="47857"/>
                </a:lnTo>
                <a:lnTo>
                  <a:pt x="71742" y="48092"/>
                </a:lnTo>
                <a:lnTo>
                  <a:pt x="71275" y="48333"/>
                </a:lnTo>
                <a:lnTo>
                  <a:pt x="70814" y="48580"/>
                </a:lnTo>
                <a:lnTo>
                  <a:pt x="70360" y="48831"/>
                </a:lnTo>
                <a:lnTo>
                  <a:pt x="69912" y="49088"/>
                </a:lnTo>
                <a:lnTo>
                  <a:pt x="69470" y="49350"/>
                </a:lnTo>
                <a:lnTo>
                  <a:pt x="69036" y="49618"/>
                </a:lnTo>
                <a:lnTo>
                  <a:pt x="68607" y="49891"/>
                </a:lnTo>
                <a:lnTo>
                  <a:pt x="68185" y="50169"/>
                </a:lnTo>
                <a:lnTo>
                  <a:pt x="67770" y="50452"/>
                </a:lnTo>
                <a:lnTo>
                  <a:pt x="67360" y="50741"/>
                </a:lnTo>
                <a:lnTo>
                  <a:pt x="66958" y="51035"/>
                </a:lnTo>
                <a:lnTo>
                  <a:pt x="66562" y="51335"/>
                </a:lnTo>
                <a:lnTo>
                  <a:pt x="66172" y="51640"/>
                </a:lnTo>
                <a:lnTo>
                  <a:pt x="65788" y="51950"/>
                </a:lnTo>
                <a:lnTo>
                  <a:pt x="65412" y="52264"/>
                </a:lnTo>
                <a:lnTo>
                  <a:pt x="65043" y="52582"/>
                </a:lnTo>
                <a:lnTo>
                  <a:pt x="64682" y="52902"/>
                </a:lnTo>
                <a:lnTo>
                  <a:pt x="64327" y="53225"/>
                </a:lnTo>
                <a:lnTo>
                  <a:pt x="63981" y="53551"/>
                </a:lnTo>
                <a:lnTo>
                  <a:pt x="63641" y="53880"/>
                </a:lnTo>
                <a:lnTo>
                  <a:pt x="63310" y="54212"/>
                </a:lnTo>
                <a:lnTo>
                  <a:pt x="62985" y="54547"/>
                </a:lnTo>
                <a:lnTo>
                  <a:pt x="62668" y="54885"/>
                </a:lnTo>
                <a:lnTo>
                  <a:pt x="62359" y="55225"/>
                </a:lnTo>
                <a:lnTo>
                  <a:pt x="62057" y="55569"/>
                </a:lnTo>
                <a:lnTo>
                  <a:pt x="61762" y="55916"/>
                </a:lnTo>
                <a:lnTo>
                  <a:pt x="61475" y="56265"/>
                </a:lnTo>
                <a:lnTo>
                  <a:pt x="61195" y="56618"/>
                </a:lnTo>
                <a:lnTo>
                  <a:pt x="60923" y="56974"/>
                </a:lnTo>
                <a:lnTo>
                  <a:pt x="60658" y="57332"/>
                </a:lnTo>
                <a:lnTo>
                  <a:pt x="60400" y="57693"/>
                </a:lnTo>
                <a:lnTo>
                  <a:pt x="60150" y="58058"/>
                </a:lnTo>
                <a:lnTo>
                  <a:pt x="59907" y="58425"/>
                </a:lnTo>
                <a:lnTo>
                  <a:pt x="59672" y="58795"/>
                </a:lnTo>
                <a:lnTo>
                  <a:pt x="59444" y="59168"/>
                </a:lnTo>
                <a:lnTo>
                  <a:pt x="59224" y="59545"/>
                </a:lnTo>
                <a:lnTo>
                  <a:pt x="59011" y="59924"/>
                </a:lnTo>
                <a:lnTo>
                  <a:pt x="58805" y="60306"/>
                </a:lnTo>
                <a:lnTo>
                  <a:pt x="58608" y="60689"/>
                </a:lnTo>
                <a:lnTo>
                  <a:pt x="58418" y="61073"/>
                </a:lnTo>
                <a:lnTo>
                  <a:pt x="58238" y="61457"/>
                </a:lnTo>
                <a:lnTo>
                  <a:pt x="58065" y="61842"/>
                </a:lnTo>
                <a:lnTo>
                  <a:pt x="57901" y="62226"/>
                </a:lnTo>
                <a:lnTo>
                  <a:pt x="57746" y="62611"/>
                </a:lnTo>
                <a:lnTo>
                  <a:pt x="57598" y="62997"/>
                </a:lnTo>
                <a:lnTo>
                  <a:pt x="57460" y="63382"/>
                </a:lnTo>
                <a:lnTo>
                  <a:pt x="57329" y="63768"/>
                </a:lnTo>
                <a:lnTo>
                  <a:pt x="57207" y="64154"/>
                </a:lnTo>
                <a:lnTo>
                  <a:pt x="57094" y="64541"/>
                </a:lnTo>
                <a:lnTo>
                  <a:pt x="56989" y="64927"/>
                </a:lnTo>
                <a:lnTo>
                  <a:pt x="56892" y="65314"/>
                </a:lnTo>
                <a:lnTo>
                  <a:pt x="56804" y="65702"/>
                </a:lnTo>
                <a:lnTo>
                  <a:pt x="56724" y="66089"/>
                </a:lnTo>
                <a:lnTo>
                  <a:pt x="56652" y="66477"/>
                </a:lnTo>
                <a:lnTo>
                  <a:pt x="56589" y="66865"/>
                </a:lnTo>
                <a:lnTo>
                  <a:pt x="56535" y="67253"/>
                </a:lnTo>
                <a:lnTo>
                  <a:pt x="56488" y="67642"/>
                </a:lnTo>
                <a:lnTo>
                  <a:pt x="56451" y="68031"/>
                </a:lnTo>
                <a:lnTo>
                  <a:pt x="56421" y="68420"/>
                </a:lnTo>
                <a:lnTo>
                  <a:pt x="56400" y="68810"/>
                </a:lnTo>
                <a:lnTo>
                  <a:pt x="56388" y="69200"/>
                </a:lnTo>
                <a:lnTo>
                  <a:pt x="56383" y="69590"/>
                </a:lnTo>
                <a:lnTo>
                  <a:pt x="71318" y="69590"/>
                </a:lnTo>
                <a:lnTo>
                  <a:pt x="71323" y="69288"/>
                </a:lnTo>
                <a:lnTo>
                  <a:pt x="71335" y="68987"/>
                </a:lnTo>
                <a:lnTo>
                  <a:pt x="71356" y="68689"/>
                </a:lnTo>
                <a:lnTo>
                  <a:pt x="71385" y="68392"/>
                </a:lnTo>
                <a:lnTo>
                  <a:pt x="71422" y="68097"/>
                </a:lnTo>
                <a:lnTo>
                  <a:pt x="71467" y="67803"/>
                </a:lnTo>
                <a:lnTo>
                  <a:pt x="71521" y="67512"/>
                </a:lnTo>
                <a:lnTo>
                  <a:pt x="71583" y="67221"/>
                </a:lnTo>
                <a:lnTo>
                  <a:pt x="71653" y="66933"/>
                </a:lnTo>
                <a:lnTo>
                  <a:pt x="71732" y="66646"/>
                </a:lnTo>
                <a:lnTo>
                  <a:pt x="71819" y="66361"/>
                </a:lnTo>
                <a:lnTo>
                  <a:pt x="71914" y="66078"/>
                </a:lnTo>
                <a:lnTo>
                  <a:pt x="72017" y="65796"/>
                </a:lnTo>
                <a:lnTo>
                  <a:pt x="72129" y="65516"/>
                </a:lnTo>
                <a:lnTo>
                  <a:pt x="72249" y="65238"/>
                </a:lnTo>
                <a:lnTo>
                  <a:pt x="72377" y="64961"/>
                </a:lnTo>
                <a:lnTo>
                  <a:pt x="72513" y="64686"/>
                </a:lnTo>
                <a:lnTo>
                  <a:pt x="72658" y="64413"/>
                </a:lnTo>
                <a:lnTo>
                  <a:pt x="72811" y="64141"/>
                </a:lnTo>
                <a:lnTo>
                  <a:pt x="72972" y="63871"/>
                </a:lnTo>
                <a:lnTo>
                  <a:pt x="73142" y="63603"/>
                </a:lnTo>
                <a:lnTo>
                  <a:pt x="73320" y="63336"/>
                </a:lnTo>
                <a:lnTo>
                  <a:pt x="73506" y="63071"/>
                </a:lnTo>
                <a:lnTo>
                  <a:pt x="73700" y="62808"/>
                </a:lnTo>
                <a:lnTo>
                  <a:pt x="73902" y="62548"/>
                </a:lnTo>
                <a:lnTo>
                  <a:pt x="74110" y="62292"/>
                </a:lnTo>
                <a:lnTo>
                  <a:pt x="74324" y="62040"/>
                </a:lnTo>
                <a:lnTo>
                  <a:pt x="74545" y="61792"/>
                </a:lnTo>
                <a:lnTo>
                  <a:pt x="74773" y="61549"/>
                </a:lnTo>
                <a:lnTo>
                  <a:pt x="75007" y="61310"/>
                </a:lnTo>
                <a:lnTo>
                  <a:pt x="75247" y="61075"/>
                </a:lnTo>
                <a:lnTo>
                  <a:pt x="75494" y="60844"/>
                </a:lnTo>
                <a:lnTo>
                  <a:pt x="75747" y="60617"/>
                </a:lnTo>
                <a:lnTo>
                  <a:pt x="76007" y="60395"/>
                </a:lnTo>
                <a:lnTo>
                  <a:pt x="76273" y="60177"/>
                </a:lnTo>
                <a:lnTo>
                  <a:pt x="76546" y="59962"/>
                </a:lnTo>
                <a:lnTo>
                  <a:pt x="76825" y="59753"/>
                </a:lnTo>
                <a:lnTo>
                  <a:pt x="77110" y="59547"/>
                </a:lnTo>
                <a:lnTo>
                  <a:pt x="77402" y="59346"/>
                </a:lnTo>
                <a:lnTo>
                  <a:pt x="77701" y="59148"/>
                </a:lnTo>
                <a:lnTo>
                  <a:pt x="78005" y="58955"/>
                </a:lnTo>
                <a:lnTo>
                  <a:pt x="78317" y="58767"/>
                </a:lnTo>
                <a:lnTo>
                  <a:pt x="78634" y="58582"/>
                </a:lnTo>
                <a:lnTo>
                  <a:pt x="78959" y="58402"/>
                </a:lnTo>
                <a:lnTo>
                  <a:pt x="79289" y="58226"/>
                </a:lnTo>
                <a:lnTo>
                  <a:pt x="79626" y="58054"/>
                </a:lnTo>
                <a:lnTo>
                  <a:pt x="79970" y="57886"/>
                </a:lnTo>
                <a:lnTo>
                  <a:pt x="80320" y="57722"/>
                </a:lnTo>
                <a:lnTo>
                  <a:pt x="80676" y="57564"/>
                </a:lnTo>
                <a:lnTo>
                  <a:pt x="81036" y="57413"/>
                </a:lnTo>
                <a:lnTo>
                  <a:pt x="81402" y="57268"/>
                </a:lnTo>
                <a:lnTo>
                  <a:pt x="81772" y="57130"/>
                </a:lnTo>
                <a:lnTo>
                  <a:pt x="82147" y="56999"/>
                </a:lnTo>
                <a:lnTo>
                  <a:pt x="82527" y="56875"/>
                </a:lnTo>
                <a:lnTo>
                  <a:pt x="82912" y="56757"/>
                </a:lnTo>
                <a:lnTo>
                  <a:pt x="83302" y="56646"/>
                </a:lnTo>
                <a:lnTo>
                  <a:pt x="83697" y="56542"/>
                </a:lnTo>
                <a:lnTo>
                  <a:pt x="84097" y="56444"/>
                </a:lnTo>
                <a:lnTo>
                  <a:pt x="84502" y="56353"/>
                </a:lnTo>
                <a:lnTo>
                  <a:pt x="84911" y="56269"/>
                </a:lnTo>
                <a:lnTo>
                  <a:pt x="85326" y="56192"/>
                </a:lnTo>
                <a:lnTo>
                  <a:pt x="85745" y="56121"/>
                </a:lnTo>
                <a:lnTo>
                  <a:pt x="86170" y="56057"/>
                </a:lnTo>
                <a:lnTo>
                  <a:pt x="86599" y="56000"/>
                </a:lnTo>
                <a:lnTo>
                  <a:pt x="87033" y="55950"/>
                </a:lnTo>
                <a:lnTo>
                  <a:pt x="87472" y="55906"/>
                </a:lnTo>
                <a:lnTo>
                  <a:pt x="87916" y="55869"/>
                </a:lnTo>
                <a:lnTo>
                  <a:pt x="88365" y="55839"/>
                </a:lnTo>
                <a:lnTo>
                  <a:pt x="88819" y="55815"/>
                </a:lnTo>
                <a:lnTo>
                  <a:pt x="89277" y="55798"/>
                </a:lnTo>
                <a:lnTo>
                  <a:pt x="89741" y="55788"/>
                </a:lnTo>
                <a:lnTo>
                  <a:pt x="90209" y="55785"/>
                </a:lnTo>
                <a:lnTo>
                  <a:pt x="90711" y="55788"/>
                </a:lnTo>
                <a:lnTo>
                  <a:pt x="91205" y="55799"/>
                </a:lnTo>
                <a:lnTo>
                  <a:pt x="91693" y="55817"/>
                </a:lnTo>
                <a:lnTo>
                  <a:pt x="92174" y="55843"/>
                </a:lnTo>
                <a:lnTo>
                  <a:pt x="92648" y="55876"/>
                </a:lnTo>
                <a:lnTo>
                  <a:pt x="93116" y="55916"/>
                </a:lnTo>
                <a:lnTo>
                  <a:pt x="93576" y="55963"/>
                </a:lnTo>
                <a:lnTo>
                  <a:pt x="94031" y="56018"/>
                </a:lnTo>
                <a:lnTo>
                  <a:pt x="94478" y="56080"/>
                </a:lnTo>
                <a:lnTo>
                  <a:pt x="94919" y="56149"/>
                </a:lnTo>
                <a:lnTo>
                  <a:pt x="95353" y="56226"/>
                </a:lnTo>
                <a:lnTo>
                  <a:pt x="95780" y="56309"/>
                </a:lnTo>
                <a:lnTo>
                  <a:pt x="96200" y="56401"/>
                </a:lnTo>
                <a:lnTo>
                  <a:pt x="96614" y="56499"/>
                </a:lnTo>
                <a:lnTo>
                  <a:pt x="97021" y="56605"/>
                </a:lnTo>
                <a:lnTo>
                  <a:pt x="97421" y="56718"/>
                </a:lnTo>
                <a:lnTo>
                  <a:pt x="97815" y="56838"/>
                </a:lnTo>
                <a:lnTo>
                  <a:pt x="98202" y="56965"/>
                </a:lnTo>
                <a:lnTo>
                  <a:pt x="98582" y="57100"/>
                </a:lnTo>
                <a:lnTo>
                  <a:pt x="98955" y="57242"/>
                </a:lnTo>
                <a:lnTo>
                  <a:pt x="99322" y="57392"/>
                </a:lnTo>
                <a:lnTo>
                  <a:pt x="99682" y="57548"/>
                </a:lnTo>
                <a:lnTo>
                  <a:pt x="100035" y="57712"/>
                </a:lnTo>
                <a:lnTo>
                  <a:pt x="100381" y="57884"/>
                </a:lnTo>
                <a:lnTo>
                  <a:pt x="100721" y="58062"/>
                </a:lnTo>
                <a:lnTo>
                  <a:pt x="101053" y="58246"/>
                </a:lnTo>
                <a:lnTo>
                  <a:pt x="101379" y="58436"/>
                </a:lnTo>
                <a:lnTo>
                  <a:pt x="101697" y="58632"/>
                </a:lnTo>
                <a:lnTo>
                  <a:pt x="102008" y="58834"/>
                </a:lnTo>
                <a:lnTo>
                  <a:pt x="102311" y="59042"/>
                </a:lnTo>
                <a:lnTo>
                  <a:pt x="102608" y="59256"/>
                </a:lnTo>
                <a:lnTo>
                  <a:pt x="102897" y="59476"/>
                </a:lnTo>
                <a:lnTo>
                  <a:pt x="103180" y="59702"/>
                </a:lnTo>
                <a:lnTo>
                  <a:pt x="103455" y="59934"/>
                </a:lnTo>
                <a:lnTo>
                  <a:pt x="103723" y="60172"/>
                </a:lnTo>
                <a:lnTo>
                  <a:pt x="103984" y="60417"/>
                </a:lnTo>
                <a:lnTo>
                  <a:pt x="104238" y="60667"/>
                </a:lnTo>
                <a:lnTo>
                  <a:pt x="104484" y="60923"/>
                </a:lnTo>
                <a:lnTo>
                  <a:pt x="104724" y="61185"/>
                </a:lnTo>
                <a:lnTo>
                  <a:pt x="104956" y="61454"/>
                </a:lnTo>
                <a:lnTo>
                  <a:pt x="105181" y="61728"/>
                </a:lnTo>
                <a:lnTo>
                  <a:pt x="105399" y="62008"/>
                </a:lnTo>
                <a:lnTo>
                  <a:pt x="105610" y="62295"/>
                </a:lnTo>
                <a:lnTo>
                  <a:pt x="105814" y="62587"/>
                </a:lnTo>
                <a:lnTo>
                  <a:pt x="106010" y="62886"/>
                </a:lnTo>
                <a:lnTo>
                  <a:pt x="106200" y="63190"/>
                </a:lnTo>
                <a:lnTo>
                  <a:pt x="106382" y="63501"/>
                </a:lnTo>
                <a:lnTo>
                  <a:pt x="106557" y="63817"/>
                </a:lnTo>
                <a:lnTo>
                  <a:pt x="106725" y="64139"/>
                </a:lnTo>
                <a:lnTo>
                  <a:pt x="106886" y="64466"/>
                </a:lnTo>
                <a:lnTo>
                  <a:pt x="107040" y="64797"/>
                </a:lnTo>
                <a:lnTo>
                  <a:pt x="107186" y="65133"/>
                </a:lnTo>
                <a:lnTo>
                  <a:pt x="107326" y="65473"/>
                </a:lnTo>
                <a:lnTo>
                  <a:pt x="107458" y="65818"/>
                </a:lnTo>
                <a:lnTo>
                  <a:pt x="107583" y="66168"/>
                </a:lnTo>
                <a:lnTo>
                  <a:pt x="107701" y="66522"/>
                </a:lnTo>
                <a:lnTo>
                  <a:pt x="107812" y="66881"/>
                </a:lnTo>
                <a:lnTo>
                  <a:pt x="107915" y="67244"/>
                </a:lnTo>
                <a:lnTo>
                  <a:pt x="108012" y="67612"/>
                </a:lnTo>
                <a:lnTo>
                  <a:pt x="108101" y="67985"/>
                </a:lnTo>
                <a:lnTo>
                  <a:pt x="108183" y="68362"/>
                </a:lnTo>
                <a:lnTo>
                  <a:pt x="108258" y="68744"/>
                </a:lnTo>
                <a:lnTo>
                  <a:pt x="108326" y="69131"/>
                </a:lnTo>
                <a:lnTo>
                  <a:pt x="108387" y="69522"/>
                </a:lnTo>
                <a:lnTo>
                  <a:pt x="108441" y="69918"/>
                </a:lnTo>
                <a:lnTo>
                  <a:pt x="108487" y="70319"/>
                </a:lnTo>
                <a:lnTo>
                  <a:pt x="108527" y="70724"/>
                </a:lnTo>
                <a:lnTo>
                  <a:pt x="108559" y="71134"/>
                </a:lnTo>
                <a:lnTo>
                  <a:pt x="108584" y="71548"/>
                </a:lnTo>
                <a:lnTo>
                  <a:pt x="108602" y="71967"/>
                </a:lnTo>
                <a:lnTo>
                  <a:pt x="108612" y="72391"/>
                </a:lnTo>
                <a:lnTo>
                  <a:pt x="108616" y="72819"/>
                </a:lnTo>
                <a:lnTo>
                  <a:pt x="108616" y="79762"/>
                </a:lnTo>
                <a:lnTo>
                  <a:pt x="93842" y="79762"/>
                </a:lnTo>
                <a:lnTo>
                  <a:pt x="93098" y="79765"/>
                </a:lnTo>
                <a:lnTo>
                  <a:pt x="92360" y="79775"/>
                </a:lnTo>
                <a:lnTo>
                  <a:pt x="91628" y="79791"/>
                </a:lnTo>
                <a:lnTo>
                  <a:pt x="90902" y="79813"/>
                </a:lnTo>
                <a:lnTo>
                  <a:pt x="90182" y="79842"/>
                </a:lnTo>
                <a:lnTo>
                  <a:pt x="89468" y="79878"/>
                </a:lnTo>
                <a:lnTo>
                  <a:pt x="88759" y="79920"/>
                </a:lnTo>
                <a:lnTo>
                  <a:pt x="88057" y="79968"/>
                </a:lnTo>
                <a:lnTo>
                  <a:pt x="87360" y="80023"/>
                </a:lnTo>
                <a:lnTo>
                  <a:pt x="86669" y="80084"/>
                </a:lnTo>
                <a:lnTo>
                  <a:pt x="85984" y="80152"/>
                </a:lnTo>
                <a:lnTo>
                  <a:pt x="85305" y="80226"/>
                </a:lnTo>
                <a:lnTo>
                  <a:pt x="84632" y="80306"/>
                </a:lnTo>
                <a:lnTo>
                  <a:pt x="83965" y="80393"/>
                </a:lnTo>
                <a:lnTo>
                  <a:pt x="83303" y="80487"/>
                </a:lnTo>
                <a:lnTo>
                  <a:pt x="82648" y="80587"/>
                </a:lnTo>
                <a:lnTo>
                  <a:pt x="81998" y="80693"/>
                </a:lnTo>
                <a:lnTo>
                  <a:pt x="81354" y="80806"/>
                </a:lnTo>
                <a:lnTo>
                  <a:pt x="80716" y="80925"/>
                </a:lnTo>
                <a:lnTo>
                  <a:pt x="80084" y="81051"/>
                </a:lnTo>
                <a:lnTo>
                  <a:pt x="79458" y="81183"/>
                </a:lnTo>
                <a:lnTo>
                  <a:pt x="78838" y="81322"/>
                </a:lnTo>
                <a:lnTo>
                  <a:pt x="78224" y="81467"/>
                </a:lnTo>
                <a:lnTo>
                  <a:pt x="77615" y="81618"/>
                </a:lnTo>
                <a:lnTo>
                  <a:pt x="77014" y="81776"/>
                </a:lnTo>
                <a:lnTo>
                  <a:pt x="76419" y="81940"/>
                </a:lnTo>
                <a:lnTo>
                  <a:pt x="75832" y="82110"/>
                </a:lnTo>
                <a:lnTo>
                  <a:pt x="75252" y="82286"/>
                </a:lnTo>
                <a:lnTo>
                  <a:pt x="74679" y="82467"/>
                </a:lnTo>
                <a:lnTo>
                  <a:pt x="74114" y="82655"/>
                </a:lnTo>
                <a:lnTo>
                  <a:pt x="73556" y="82849"/>
                </a:lnTo>
                <a:lnTo>
                  <a:pt x="73005" y="83049"/>
                </a:lnTo>
                <a:lnTo>
                  <a:pt x="72461" y="83255"/>
                </a:lnTo>
                <a:lnTo>
                  <a:pt x="71925" y="83467"/>
                </a:lnTo>
                <a:lnTo>
                  <a:pt x="71396" y="83685"/>
                </a:lnTo>
                <a:lnTo>
                  <a:pt x="70874" y="83909"/>
                </a:lnTo>
                <a:lnTo>
                  <a:pt x="70360" y="84139"/>
                </a:lnTo>
                <a:lnTo>
                  <a:pt x="69853" y="84375"/>
                </a:lnTo>
                <a:lnTo>
                  <a:pt x="69353" y="84617"/>
                </a:lnTo>
                <a:lnTo>
                  <a:pt x="68861" y="84866"/>
                </a:lnTo>
                <a:lnTo>
                  <a:pt x="68375" y="85120"/>
                </a:lnTo>
                <a:lnTo>
                  <a:pt x="67897" y="85380"/>
                </a:lnTo>
                <a:lnTo>
                  <a:pt x="67427" y="85646"/>
                </a:lnTo>
                <a:lnTo>
                  <a:pt x="66963" y="85918"/>
                </a:lnTo>
                <a:lnTo>
                  <a:pt x="66507" y="86197"/>
                </a:lnTo>
                <a:lnTo>
                  <a:pt x="66059" y="86481"/>
                </a:lnTo>
                <a:lnTo>
                  <a:pt x="65617" y="86771"/>
                </a:lnTo>
                <a:lnTo>
                  <a:pt x="65183" y="87068"/>
                </a:lnTo>
                <a:lnTo>
                  <a:pt x="64757" y="87370"/>
                </a:lnTo>
                <a:lnTo>
                  <a:pt x="64339" y="87679"/>
                </a:lnTo>
                <a:lnTo>
                  <a:pt x="63929" y="87994"/>
                </a:lnTo>
                <a:lnTo>
                  <a:pt x="63528" y="88315"/>
                </a:lnTo>
                <a:lnTo>
                  <a:pt x="63135" y="88642"/>
                </a:lnTo>
                <a:lnTo>
                  <a:pt x="62751" y="88975"/>
                </a:lnTo>
                <a:lnTo>
                  <a:pt x="62375" y="89314"/>
                </a:lnTo>
                <a:lnTo>
                  <a:pt x="62008" y="89660"/>
                </a:lnTo>
                <a:lnTo>
                  <a:pt x="61648" y="90012"/>
                </a:lnTo>
                <a:lnTo>
                  <a:pt x="61298" y="90370"/>
                </a:lnTo>
                <a:lnTo>
                  <a:pt x="60956" y="90734"/>
                </a:lnTo>
                <a:lnTo>
                  <a:pt x="60622" y="91104"/>
                </a:lnTo>
                <a:lnTo>
                  <a:pt x="60296" y="91481"/>
                </a:lnTo>
                <a:lnTo>
                  <a:pt x="59979" y="91863"/>
                </a:lnTo>
                <a:lnTo>
                  <a:pt x="59671" y="92252"/>
                </a:lnTo>
                <a:lnTo>
                  <a:pt x="59370" y="92647"/>
                </a:lnTo>
                <a:lnTo>
                  <a:pt x="59079" y="93048"/>
                </a:lnTo>
                <a:lnTo>
                  <a:pt x="58795" y="93455"/>
                </a:lnTo>
                <a:lnTo>
                  <a:pt x="58520" y="93869"/>
                </a:lnTo>
                <a:lnTo>
                  <a:pt x="58254" y="94289"/>
                </a:lnTo>
                <a:lnTo>
                  <a:pt x="57995" y="94714"/>
                </a:lnTo>
                <a:lnTo>
                  <a:pt x="57746" y="95146"/>
                </a:lnTo>
                <a:lnTo>
                  <a:pt x="57504" y="95584"/>
                </a:lnTo>
                <a:lnTo>
                  <a:pt x="57271" y="96029"/>
                </a:lnTo>
                <a:lnTo>
                  <a:pt x="57047" y="96479"/>
                </a:lnTo>
                <a:lnTo>
                  <a:pt x="56833" y="96935"/>
                </a:lnTo>
                <a:lnTo>
                  <a:pt x="56628" y="97397"/>
                </a:lnTo>
                <a:lnTo>
                  <a:pt x="56433" y="97864"/>
                </a:lnTo>
                <a:lnTo>
                  <a:pt x="56247" y="98338"/>
                </a:lnTo>
                <a:lnTo>
                  <a:pt x="56070" y="98816"/>
                </a:lnTo>
                <a:lnTo>
                  <a:pt x="55904" y="99301"/>
                </a:lnTo>
                <a:lnTo>
                  <a:pt x="55746" y="99792"/>
                </a:lnTo>
                <a:lnTo>
                  <a:pt x="55599" y="100288"/>
                </a:lnTo>
                <a:lnTo>
                  <a:pt x="55461" y="100790"/>
                </a:lnTo>
                <a:lnTo>
                  <a:pt x="55332" y="101298"/>
                </a:lnTo>
                <a:lnTo>
                  <a:pt x="55213" y="101811"/>
                </a:lnTo>
                <a:lnTo>
                  <a:pt x="55103" y="102330"/>
                </a:lnTo>
                <a:lnTo>
                  <a:pt x="55003" y="102855"/>
                </a:lnTo>
                <a:lnTo>
                  <a:pt x="54913" y="103386"/>
                </a:lnTo>
                <a:lnTo>
                  <a:pt x="54832" y="103922"/>
                </a:lnTo>
                <a:lnTo>
                  <a:pt x="54760" y="104465"/>
                </a:lnTo>
                <a:lnTo>
                  <a:pt x="54698" y="105013"/>
                </a:lnTo>
                <a:lnTo>
                  <a:pt x="54646" y="105566"/>
                </a:lnTo>
                <a:lnTo>
                  <a:pt x="54603" y="106126"/>
                </a:lnTo>
                <a:lnTo>
                  <a:pt x="54569" y="106691"/>
                </a:lnTo>
                <a:lnTo>
                  <a:pt x="54546" y="107262"/>
                </a:lnTo>
                <a:lnTo>
                  <a:pt x="54531" y="107838"/>
                </a:lnTo>
                <a:lnTo>
                  <a:pt x="54527" y="108421"/>
                </a:lnTo>
                <a:lnTo>
                  <a:pt x="54533" y="109024"/>
                </a:lnTo>
                <a:lnTo>
                  <a:pt x="54552" y="109622"/>
                </a:lnTo>
                <a:lnTo>
                  <a:pt x="54584" y="110215"/>
                </a:lnTo>
                <a:lnTo>
                  <a:pt x="54629" y="110804"/>
                </a:lnTo>
                <a:lnTo>
                  <a:pt x="54686" y="111387"/>
                </a:lnTo>
                <a:lnTo>
                  <a:pt x="54756" y="111965"/>
                </a:lnTo>
                <a:lnTo>
                  <a:pt x="54839" y="112539"/>
                </a:lnTo>
                <a:lnTo>
                  <a:pt x="54935" y="113108"/>
                </a:lnTo>
                <a:lnTo>
                  <a:pt x="55043" y="113672"/>
                </a:lnTo>
                <a:lnTo>
                  <a:pt x="55164" y="114230"/>
                </a:lnTo>
                <a:lnTo>
                  <a:pt x="55298" y="114784"/>
                </a:lnTo>
                <a:lnTo>
                  <a:pt x="55445" y="115333"/>
                </a:lnTo>
                <a:lnTo>
                  <a:pt x="55604" y="115878"/>
                </a:lnTo>
                <a:lnTo>
                  <a:pt x="55776" y="116417"/>
                </a:lnTo>
                <a:lnTo>
                  <a:pt x="55961" y="116951"/>
                </a:lnTo>
                <a:lnTo>
                  <a:pt x="56159" y="117481"/>
                </a:lnTo>
                <a:lnTo>
                  <a:pt x="56370" y="118005"/>
                </a:lnTo>
                <a:lnTo>
                  <a:pt x="56593" y="118525"/>
                </a:lnTo>
                <a:lnTo>
                  <a:pt x="56829" y="119040"/>
                </a:lnTo>
                <a:lnTo>
                  <a:pt x="57077" y="119549"/>
                </a:lnTo>
                <a:lnTo>
                  <a:pt x="57339" y="120054"/>
                </a:lnTo>
                <a:lnTo>
                  <a:pt x="57613" y="120554"/>
                </a:lnTo>
                <a:lnTo>
                  <a:pt x="57900" y="121049"/>
                </a:lnTo>
                <a:lnTo>
                  <a:pt x="58200" y="121540"/>
                </a:lnTo>
                <a:lnTo>
                  <a:pt x="58511" y="122023"/>
                </a:lnTo>
                <a:lnTo>
                  <a:pt x="58833" y="122499"/>
                </a:lnTo>
                <a:lnTo>
                  <a:pt x="59165" y="122966"/>
                </a:lnTo>
                <a:lnTo>
                  <a:pt x="59507" y="123424"/>
                </a:lnTo>
                <a:lnTo>
                  <a:pt x="59860" y="123875"/>
                </a:lnTo>
                <a:lnTo>
                  <a:pt x="60223" y="124317"/>
                </a:lnTo>
                <a:lnTo>
                  <a:pt x="60597" y="124751"/>
                </a:lnTo>
                <a:lnTo>
                  <a:pt x="60980" y="125177"/>
                </a:lnTo>
                <a:lnTo>
                  <a:pt x="61375" y="125594"/>
                </a:lnTo>
                <a:lnTo>
                  <a:pt x="61779" y="126004"/>
                </a:lnTo>
                <a:lnTo>
                  <a:pt x="62194" y="126404"/>
                </a:lnTo>
                <a:lnTo>
                  <a:pt x="62620" y="126797"/>
                </a:lnTo>
                <a:lnTo>
                  <a:pt x="63055" y="127182"/>
                </a:lnTo>
                <a:lnTo>
                  <a:pt x="63502" y="127558"/>
                </a:lnTo>
                <a:lnTo>
                  <a:pt x="63958" y="127925"/>
                </a:lnTo>
                <a:lnTo>
                  <a:pt x="64425" y="128285"/>
                </a:lnTo>
                <a:lnTo>
                  <a:pt x="64902" y="128636"/>
                </a:lnTo>
                <a:lnTo>
                  <a:pt x="65390" y="128979"/>
                </a:lnTo>
                <a:lnTo>
                  <a:pt x="65888" y="129314"/>
                </a:lnTo>
                <a:lnTo>
                  <a:pt x="66396" y="129641"/>
                </a:lnTo>
                <a:lnTo>
                  <a:pt x="66915" y="129959"/>
                </a:lnTo>
                <a:lnTo>
                  <a:pt x="67444" y="130269"/>
                </a:lnTo>
                <a:lnTo>
                  <a:pt x="67983" y="130571"/>
                </a:lnTo>
                <a:lnTo>
                  <a:pt x="68533" y="130864"/>
                </a:lnTo>
                <a:lnTo>
                  <a:pt x="69092" y="131147"/>
                </a:lnTo>
                <a:lnTo>
                  <a:pt x="69659" y="131418"/>
                </a:lnTo>
                <a:lnTo>
                  <a:pt x="70233" y="131678"/>
                </a:lnTo>
                <a:lnTo>
                  <a:pt x="70815" y="131925"/>
                </a:lnTo>
                <a:lnTo>
                  <a:pt x="71405" y="132160"/>
                </a:lnTo>
                <a:lnTo>
                  <a:pt x="72002" y="132383"/>
                </a:lnTo>
                <a:lnTo>
                  <a:pt x="72607" y="132594"/>
                </a:lnTo>
                <a:lnTo>
                  <a:pt x="73220" y="132792"/>
                </a:lnTo>
                <a:lnTo>
                  <a:pt x="73841" y="132979"/>
                </a:lnTo>
                <a:lnTo>
                  <a:pt x="74469" y="133154"/>
                </a:lnTo>
                <a:lnTo>
                  <a:pt x="75105" y="133317"/>
                </a:lnTo>
                <a:lnTo>
                  <a:pt x="75749" y="133467"/>
                </a:lnTo>
                <a:lnTo>
                  <a:pt x="76400" y="133606"/>
                </a:lnTo>
                <a:lnTo>
                  <a:pt x="77059" y="133733"/>
                </a:lnTo>
                <a:lnTo>
                  <a:pt x="77726" y="133847"/>
                </a:lnTo>
                <a:lnTo>
                  <a:pt x="78400" y="133950"/>
                </a:lnTo>
                <a:lnTo>
                  <a:pt x="79082" y="134040"/>
                </a:lnTo>
                <a:lnTo>
                  <a:pt x="79772" y="134118"/>
                </a:lnTo>
                <a:lnTo>
                  <a:pt x="80470" y="134185"/>
                </a:lnTo>
                <a:lnTo>
                  <a:pt x="81175" y="134239"/>
                </a:lnTo>
                <a:lnTo>
                  <a:pt x="81888" y="134281"/>
                </a:lnTo>
                <a:lnTo>
                  <a:pt x="82609" y="134311"/>
                </a:lnTo>
                <a:lnTo>
                  <a:pt x="83338" y="134329"/>
                </a:lnTo>
                <a:lnTo>
                  <a:pt x="84074" y="134335"/>
                </a:lnTo>
                <a:lnTo>
                  <a:pt x="84663" y="134331"/>
                </a:lnTo>
                <a:lnTo>
                  <a:pt x="85248" y="134318"/>
                </a:lnTo>
                <a:lnTo>
                  <a:pt x="85828" y="134297"/>
                </a:lnTo>
                <a:lnTo>
                  <a:pt x="86403" y="134267"/>
                </a:lnTo>
                <a:lnTo>
                  <a:pt x="86973" y="134228"/>
                </a:lnTo>
                <a:lnTo>
                  <a:pt x="87538" y="134181"/>
                </a:lnTo>
                <a:lnTo>
                  <a:pt x="88098" y="134126"/>
                </a:lnTo>
                <a:lnTo>
                  <a:pt x="88653" y="134062"/>
                </a:lnTo>
                <a:lnTo>
                  <a:pt x="89203" y="133989"/>
                </a:lnTo>
                <a:lnTo>
                  <a:pt x="89749" y="133908"/>
                </a:lnTo>
                <a:lnTo>
                  <a:pt x="90289" y="133818"/>
                </a:lnTo>
                <a:lnTo>
                  <a:pt x="90825" y="133720"/>
                </a:lnTo>
                <a:lnTo>
                  <a:pt x="91356" y="133613"/>
                </a:lnTo>
                <a:lnTo>
                  <a:pt x="91881" y="133497"/>
                </a:lnTo>
                <a:lnTo>
                  <a:pt x="92402" y="133374"/>
                </a:lnTo>
                <a:lnTo>
                  <a:pt x="92918" y="133241"/>
                </a:lnTo>
                <a:lnTo>
                  <a:pt x="93429" y="133100"/>
                </a:lnTo>
                <a:lnTo>
                  <a:pt x="93936" y="132950"/>
                </a:lnTo>
                <a:lnTo>
                  <a:pt x="94437" y="132792"/>
                </a:lnTo>
                <a:lnTo>
                  <a:pt x="94933" y="132625"/>
                </a:lnTo>
                <a:lnTo>
                  <a:pt x="95425" y="132450"/>
                </a:lnTo>
                <a:lnTo>
                  <a:pt x="95911" y="132266"/>
                </a:lnTo>
                <a:lnTo>
                  <a:pt x="96393" y="132074"/>
                </a:lnTo>
                <a:lnTo>
                  <a:pt x="96870" y="131873"/>
                </a:lnTo>
                <a:lnTo>
                  <a:pt x="97341" y="131666"/>
                </a:lnTo>
                <a:lnTo>
                  <a:pt x="97808" y="131454"/>
                </a:lnTo>
                <a:lnTo>
                  <a:pt x="98269" y="131237"/>
                </a:lnTo>
                <a:lnTo>
                  <a:pt x="98724" y="131016"/>
                </a:lnTo>
                <a:lnTo>
                  <a:pt x="99174" y="130791"/>
                </a:lnTo>
                <a:lnTo>
                  <a:pt x="99619" y="130561"/>
                </a:lnTo>
                <a:lnTo>
                  <a:pt x="100059" y="130327"/>
                </a:lnTo>
                <a:lnTo>
                  <a:pt x="100493" y="130088"/>
                </a:lnTo>
                <a:lnTo>
                  <a:pt x="100923" y="129845"/>
                </a:lnTo>
                <a:lnTo>
                  <a:pt x="101346" y="129597"/>
                </a:lnTo>
                <a:lnTo>
                  <a:pt x="101765" y="129345"/>
                </a:lnTo>
                <a:lnTo>
                  <a:pt x="102178" y="129088"/>
                </a:lnTo>
                <a:lnTo>
                  <a:pt x="102585" y="128827"/>
                </a:lnTo>
                <a:lnTo>
                  <a:pt x="102988" y="128561"/>
                </a:lnTo>
                <a:lnTo>
                  <a:pt x="103385" y="128291"/>
                </a:lnTo>
                <a:lnTo>
                  <a:pt x="103777" y="128016"/>
                </a:lnTo>
                <a:lnTo>
                  <a:pt x="104163" y="127737"/>
                </a:lnTo>
                <a:lnTo>
                  <a:pt x="104544" y="127453"/>
                </a:lnTo>
                <a:lnTo>
                  <a:pt x="104920" y="127165"/>
                </a:lnTo>
                <a:lnTo>
                  <a:pt x="105290" y="126872"/>
                </a:lnTo>
                <a:lnTo>
                  <a:pt x="105655" y="126575"/>
                </a:lnTo>
                <a:lnTo>
                  <a:pt x="106015" y="126274"/>
                </a:lnTo>
                <a:lnTo>
                  <a:pt x="106370" y="125967"/>
                </a:lnTo>
                <a:lnTo>
                  <a:pt x="106719" y="125657"/>
                </a:lnTo>
                <a:lnTo>
                  <a:pt x="107062" y="125343"/>
                </a:lnTo>
                <a:lnTo>
                  <a:pt x="107400" y="125029"/>
                </a:lnTo>
                <a:lnTo>
                  <a:pt x="107732" y="124713"/>
                </a:lnTo>
                <a:lnTo>
                  <a:pt x="108059" y="124395"/>
                </a:lnTo>
                <a:lnTo>
                  <a:pt x="108379" y="124077"/>
                </a:lnTo>
                <a:lnTo>
                  <a:pt x="108694" y="123757"/>
                </a:lnTo>
                <a:lnTo>
                  <a:pt x="108955" y="123486"/>
                </a:lnTo>
                <a:lnTo>
                  <a:pt x="108979" y="123697"/>
                </a:lnTo>
                <a:lnTo>
                  <a:pt x="109021" y="124045"/>
                </a:lnTo>
                <a:close/>
                <a:moveTo>
                  <a:pt x="108472" y="108475"/>
                </a:moveTo>
                <a:lnTo>
                  <a:pt x="108288" y="108818"/>
                </a:lnTo>
                <a:lnTo>
                  <a:pt x="108094" y="109163"/>
                </a:lnTo>
                <a:lnTo>
                  <a:pt x="107889" y="109508"/>
                </a:lnTo>
                <a:lnTo>
                  <a:pt x="107675" y="109854"/>
                </a:lnTo>
                <a:lnTo>
                  <a:pt x="107451" y="110201"/>
                </a:lnTo>
                <a:lnTo>
                  <a:pt x="107217" y="110548"/>
                </a:lnTo>
                <a:lnTo>
                  <a:pt x="106973" y="110897"/>
                </a:lnTo>
                <a:lnTo>
                  <a:pt x="106719" y="111246"/>
                </a:lnTo>
                <a:lnTo>
                  <a:pt x="106456" y="111594"/>
                </a:lnTo>
                <a:lnTo>
                  <a:pt x="106186" y="111937"/>
                </a:lnTo>
                <a:lnTo>
                  <a:pt x="105908" y="112276"/>
                </a:lnTo>
                <a:lnTo>
                  <a:pt x="105623" y="112610"/>
                </a:lnTo>
                <a:lnTo>
                  <a:pt x="105331" y="112940"/>
                </a:lnTo>
                <a:lnTo>
                  <a:pt x="105031" y="113265"/>
                </a:lnTo>
                <a:lnTo>
                  <a:pt x="104724" y="113585"/>
                </a:lnTo>
                <a:lnTo>
                  <a:pt x="104409" y="113902"/>
                </a:lnTo>
                <a:lnTo>
                  <a:pt x="104087" y="114213"/>
                </a:lnTo>
                <a:lnTo>
                  <a:pt x="103757" y="114521"/>
                </a:lnTo>
                <a:lnTo>
                  <a:pt x="103420" y="114823"/>
                </a:lnTo>
                <a:lnTo>
                  <a:pt x="103076" y="115122"/>
                </a:lnTo>
                <a:lnTo>
                  <a:pt x="102724" y="115415"/>
                </a:lnTo>
                <a:lnTo>
                  <a:pt x="102365" y="115705"/>
                </a:lnTo>
                <a:lnTo>
                  <a:pt x="101998" y="115989"/>
                </a:lnTo>
                <a:lnTo>
                  <a:pt x="101624" y="116270"/>
                </a:lnTo>
                <a:lnTo>
                  <a:pt x="101242" y="116546"/>
                </a:lnTo>
                <a:lnTo>
                  <a:pt x="100853" y="116817"/>
                </a:lnTo>
                <a:lnTo>
                  <a:pt x="100457" y="117084"/>
                </a:lnTo>
                <a:lnTo>
                  <a:pt x="100053" y="117346"/>
                </a:lnTo>
                <a:lnTo>
                  <a:pt x="99642" y="117604"/>
                </a:lnTo>
                <a:lnTo>
                  <a:pt x="99223" y="117857"/>
                </a:lnTo>
                <a:lnTo>
                  <a:pt x="98797" y="118106"/>
                </a:lnTo>
                <a:lnTo>
                  <a:pt x="98363" y="118351"/>
                </a:lnTo>
                <a:lnTo>
                  <a:pt x="97923" y="118588"/>
                </a:lnTo>
                <a:lnTo>
                  <a:pt x="97477" y="118815"/>
                </a:lnTo>
                <a:lnTo>
                  <a:pt x="97026" y="119032"/>
                </a:lnTo>
                <a:lnTo>
                  <a:pt x="96569" y="119239"/>
                </a:lnTo>
                <a:lnTo>
                  <a:pt x="96107" y="119436"/>
                </a:lnTo>
                <a:lnTo>
                  <a:pt x="95638" y="119622"/>
                </a:lnTo>
                <a:lnTo>
                  <a:pt x="95165" y="119799"/>
                </a:lnTo>
                <a:lnTo>
                  <a:pt x="94685" y="119965"/>
                </a:lnTo>
                <a:lnTo>
                  <a:pt x="94200" y="120122"/>
                </a:lnTo>
                <a:lnTo>
                  <a:pt x="93710" y="120268"/>
                </a:lnTo>
                <a:lnTo>
                  <a:pt x="93214" y="120404"/>
                </a:lnTo>
                <a:lnTo>
                  <a:pt x="92712" y="120530"/>
                </a:lnTo>
                <a:lnTo>
                  <a:pt x="92205" y="120646"/>
                </a:lnTo>
                <a:lnTo>
                  <a:pt x="91692" y="120752"/>
                </a:lnTo>
                <a:lnTo>
                  <a:pt x="91173" y="120848"/>
                </a:lnTo>
                <a:lnTo>
                  <a:pt x="90649" y="120934"/>
                </a:lnTo>
                <a:lnTo>
                  <a:pt x="90119" y="121010"/>
                </a:lnTo>
                <a:lnTo>
                  <a:pt x="89584" y="121075"/>
                </a:lnTo>
                <a:lnTo>
                  <a:pt x="89043" y="121131"/>
                </a:lnTo>
                <a:lnTo>
                  <a:pt x="88496" y="121176"/>
                </a:lnTo>
                <a:lnTo>
                  <a:pt x="87944" y="121212"/>
                </a:lnTo>
                <a:lnTo>
                  <a:pt x="87386" y="121237"/>
                </a:lnTo>
                <a:lnTo>
                  <a:pt x="86823" y="121252"/>
                </a:lnTo>
                <a:lnTo>
                  <a:pt x="86254" y="121257"/>
                </a:lnTo>
                <a:lnTo>
                  <a:pt x="85799" y="121254"/>
                </a:lnTo>
                <a:lnTo>
                  <a:pt x="85351" y="121243"/>
                </a:lnTo>
                <a:lnTo>
                  <a:pt x="84908" y="121226"/>
                </a:lnTo>
                <a:lnTo>
                  <a:pt x="84472" y="121202"/>
                </a:lnTo>
                <a:lnTo>
                  <a:pt x="84042" y="121171"/>
                </a:lnTo>
                <a:lnTo>
                  <a:pt x="83617" y="121133"/>
                </a:lnTo>
                <a:lnTo>
                  <a:pt x="83199" y="121089"/>
                </a:lnTo>
                <a:lnTo>
                  <a:pt x="82787" y="121037"/>
                </a:lnTo>
                <a:lnTo>
                  <a:pt x="82380" y="120979"/>
                </a:lnTo>
                <a:lnTo>
                  <a:pt x="81980" y="120914"/>
                </a:lnTo>
                <a:lnTo>
                  <a:pt x="81586" y="120842"/>
                </a:lnTo>
                <a:lnTo>
                  <a:pt x="81198" y="120763"/>
                </a:lnTo>
                <a:lnTo>
                  <a:pt x="80816" y="120677"/>
                </a:lnTo>
                <a:lnTo>
                  <a:pt x="80440" y="120584"/>
                </a:lnTo>
                <a:lnTo>
                  <a:pt x="80069" y="120484"/>
                </a:lnTo>
                <a:lnTo>
                  <a:pt x="79705" y="120378"/>
                </a:lnTo>
                <a:lnTo>
                  <a:pt x="79347" y="120265"/>
                </a:lnTo>
                <a:lnTo>
                  <a:pt x="78995" y="120144"/>
                </a:lnTo>
                <a:lnTo>
                  <a:pt x="78649" y="120017"/>
                </a:lnTo>
                <a:lnTo>
                  <a:pt x="78309" y="119883"/>
                </a:lnTo>
                <a:lnTo>
                  <a:pt x="77976" y="119743"/>
                </a:lnTo>
                <a:lnTo>
                  <a:pt x="77648" y="119595"/>
                </a:lnTo>
                <a:lnTo>
                  <a:pt x="77326" y="119441"/>
                </a:lnTo>
                <a:lnTo>
                  <a:pt x="77010" y="119279"/>
                </a:lnTo>
                <a:lnTo>
                  <a:pt x="76700" y="119112"/>
                </a:lnTo>
                <a:lnTo>
                  <a:pt x="76397" y="118940"/>
                </a:lnTo>
                <a:lnTo>
                  <a:pt x="76101" y="118763"/>
                </a:lnTo>
                <a:lnTo>
                  <a:pt x="75811" y="118581"/>
                </a:lnTo>
                <a:lnTo>
                  <a:pt x="75528" y="118394"/>
                </a:lnTo>
                <a:lnTo>
                  <a:pt x="75252" y="118202"/>
                </a:lnTo>
                <a:lnTo>
                  <a:pt x="74982" y="118005"/>
                </a:lnTo>
                <a:lnTo>
                  <a:pt x="74718" y="117804"/>
                </a:lnTo>
                <a:lnTo>
                  <a:pt x="74461" y="117597"/>
                </a:lnTo>
                <a:lnTo>
                  <a:pt x="74211" y="117386"/>
                </a:lnTo>
                <a:lnTo>
                  <a:pt x="73967" y="117169"/>
                </a:lnTo>
                <a:lnTo>
                  <a:pt x="73730" y="116948"/>
                </a:lnTo>
                <a:lnTo>
                  <a:pt x="73500" y="116722"/>
                </a:lnTo>
                <a:lnTo>
                  <a:pt x="73276" y="116491"/>
                </a:lnTo>
                <a:lnTo>
                  <a:pt x="73059" y="116255"/>
                </a:lnTo>
                <a:lnTo>
                  <a:pt x="72848" y="116014"/>
                </a:lnTo>
                <a:lnTo>
                  <a:pt x="72644" y="115768"/>
                </a:lnTo>
                <a:lnTo>
                  <a:pt x="72446" y="115518"/>
                </a:lnTo>
                <a:lnTo>
                  <a:pt x="72255" y="115262"/>
                </a:lnTo>
                <a:lnTo>
                  <a:pt x="72071" y="115002"/>
                </a:lnTo>
                <a:lnTo>
                  <a:pt x="71893" y="114736"/>
                </a:lnTo>
                <a:lnTo>
                  <a:pt x="71722" y="114466"/>
                </a:lnTo>
                <a:lnTo>
                  <a:pt x="71557" y="114191"/>
                </a:lnTo>
                <a:lnTo>
                  <a:pt x="71399" y="113911"/>
                </a:lnTo>
                <a:lnTo>
                  <a:pt x="71248" y="113627"/>
                </a:lnTo>
                <a:lnTo>
                  <a:pt x="71103" y="113340"/>
                </a:lnTo>
                <a:lnTo>
                  <a:pt x="70964" y="113052"/>
                </a:lnTo>
                <a:lnTo>
                  <a:pt x="70832" y="112760"/>
                </a:lnTo>
                <a:lnTo>
                  <a:pt x="70706" y="112466"/>
                </a:lnTo>
                <a:lnTo>
                  <a:pt x="70587" y="112170"/>
                </a:lnTo>
                <a:lnTo>
                  <a:pt x="70474" y="111871"/>
                </a:lnTo>
                <a:lnTo>
                  <a:pt x="70368" y="111569"/>
                </a:lnTo>
                <a:lnTo>
                  <a:pt x="70268" y="111265"/>
                </a:lnTo>
                <a:lnTo>
                  <a:pt x="70174" y="110959"/>
                </a:lnTo>
                <a:lnTo>
                  <a:pt x="70087" y="110650"/>
                </a:lnTo>
                <a:lnTo>
                  <a:pt x="70007" y="110338"/>
                </a:lnTo>
                <a:lnTo>
                  <a:pt x="69932" y="110024"/>
                </a:lnTo>
                <a:lnTo>
                  <a:pt x="69865" y="109708"/>
                </a:lnTo>
                <a:lnTo>
                  <a:pt x="69803" y="109388"/>
                </a:lnTo>
                <a:lnTo>
                  <a:pt x="69749" y="109067"/>
                </a:lnTo>
                <a:lnTo>
                  <a:pt x="69700" y="108743"/>
                </a:lnTo>
                <a:lnTo>
                  <a:pt x="69658" y="108416"/>
                </a:lnTo>
                <a:lnTo>
                  <a:pt x="69623" y="108087"/>
                </a:lnTo>
                <a:lnTo>
                  <a:pt x="69594" y="107755"/>
                </a:lnTo>
                <a:lnTo>
                  <a:pt x="69571" y="107421"/>
                </a:lnTo>
                <a:lnTo>
                  <a:pt x="69555" y="107084"/>
                </a:lnTo>
                <a:lnTo>
                  <a:pt x="69546" y="106744"/>
                </a:lnTo>
                <a:lnTo>
                  <a:pt x="69542" y="106403"/>
                </a:lnTo>
                <a:lnTo>
                  <a:pt x="69545" y="106068"/>
                </a:lnTo>
                <a:lnTo>
                  <a:pt x="69555" y="105737"/>
                </a:lnTo>
                <a:lnTo>
                  <a:pt x="69570" y="105409"/>
                </a:lnTo>
                <a:lnTo>
                  <a:pt x="69592" y="105085"/>
                </a:lnTo>
                <a:lnTo>
                  <a:pt x="69619" y="104765"/>
                </a:lnTo>
                <a:lnTo>
                  <a:pt x="69653" y="104447"/>
                </a:lnTo>
                <a:lnTo>
                  <a:pt x="69693" y="104134"/>
                </a:lnTo>
                <a:lnTo>
                  <a:pt x="69740" y="103824"/>
                </a:lnTo>
                <a:lnTo>
                  <a:pt x="69792" y="103517"/>
                </a:lnTo>
                <a:lnTo>
                  <a:pt x="69851" y="103214"/>
                </a:lnTo>
                <a:lnTo>
                  <a:pt x="69915" y="102914"/>
                </a:lnTo>
                <a:lnTo>
                  <a:pt x="69986" y="102618"/>
                </a:lnTo>
                <a:lnTo>
                  <a:pt x="70063" y="102326"/>
                </a:lnTo>
                <a:lnTo>
                  <a:pt x="70147" y="102037"/>
                </a:lnTo>
                <a:lnTo>
                  <a:pt x="70236" y="101751"/>
                </a:lnTo>
                <a:lnTo>
                  <a:pt x="70332" y="101469"/>
                </a:lnTo>
                <a:lnTo>
                  <a:pt x="70433" y="101191"/>
                </a:lnTo>
                <a:lnTo>
                  <a:pt x="70541" y="100915"/>
                </a:lnTo>
                <a:lnTo>
                  <a:pt x="70655" y="100644"/>
                </a:lnTo>
                <a:lnTo>
                  <a:pt x="70776" y="100376"/>
                </a:lnTo>
                <a:lnTo>
                  <a:pt x="70902" y="100111"/>
                </a:lnTo>
                <a:lnTo>
                  <a:pt x="71035" y="99850"/>
                </a:lnTo>
                <a:lnTo>
                  <a:pt x="71174" y="99593"/>
                </a:lnTo>
                <a:lnTo>
                  <a:pt x="71318" y="99339"/>
                </a:lnTo>
                <a:lnTo>
                  <a:pt x="71469" y="99088"/>
                </a:lnTo>
                <a:lnTo>
                  <a:pt x="71626" y="98841"/>
                </a:lnTo>
                <a:lnTo>
                  <a:pt x="71788" y="98598"/>
                </a:lnTo>
                <a:lnTo>
                  <a:pt x="71955" y="98358"/>
                </a:lnTo>
                <a:lnTo>
                  <a:pt x="72129" y="98121"/>
                </a:lnTo>
                <a:lnTo>
                  <a:pt x="72307" y="97888"/>
                </a:lnTo>
                <a:lnTo>
                  <a:pt x="72492" y="97659"/>
                </a:lnTo>
                <a:lnTo>
                  <a:pt x="72682" y="97433"/>
                </a:lnTo>
                <a:lnTo>
                  <a:pt x="72878" y="97210"/>
                </a:lnTo>
                <a:lnTo>
                  <a:pt x="73079" y="96991"/>
                </a:lnTo>
                <a:lnTo>
                  <a:pt x="73286" y="96776"/>
                </a:lnTo>
                <a:lnTo>
                  <a:pt x="73498" y="96564"/>
                </a:lnTo>
                <a:lnTo>
                  <a:pt x="73716" y="96355"/>
                </a:lnTo>
                <a:lnTo>
                  <a:pt x="73940" y="96150"/>
                </a:lnTo>
                <a:lnTo>
                  <a:pt x="74169" y="95949"/>
                </a:lnTo>
                <a:lnTo>
                  <a:pt x="74404" y="95751"/>
                </a:lnTo>
                <a:lnTo>
                  <a:pt x="74645" y="95556"/>
                </a:lnTo>
                <a:lnTo>
                  <a:pt x="74891" y="95365"/>
                </a:lnTo>
                <a:lnTo>
                  <a:pt x="75142" y="95178"/>
                </a:lnTo>
                <a:lnTo>
                  <a:pt x="75400" y="94994"/>
                </a:lnTo>
                <a:lnTo>
                  <a:pt x="75663" y="94813"/>
                </a:lnTo>
                <a:lnTo>
                  <a:pt x="75931" y="94636"/>
                </a:lnTo>
                <a:lnTo>
                  <a:pt x="76205" y="94463"/>
                </a:lnTo>
                <a:lnTo>
                  <a:pt x="76485" y="94293"/>
                </a:lnTo>
                <a:lnTo>
                  <a:pt x="76771" y="94127"/>
                </a:lnTo>
                <a:lnTo>
                  <a:pt x="77062" y="93964"/>
                </a:lnTo>
                <a:lnTo>
                  <a:pt x="77358" y="93804"/>
                </a:lnTo>
                <a:lnTo>
                  <a:pt x="77660" y="93648"/>
                </a:lnTo>
                <a:lnTo>
                  <a:pt x="77968" y="93496"/>
                </a:lnTo>
                <a:lnTo>
                  <a:pt x="78281" y="93347"/>
                </a:lnTo>
                <a:lnTo>
                  <a:pt x="78600" y="93202"/>
                </a:lnTo>
                <a:lnTo>
                  <a:pt x="78925" y="93060"/>
                </a:lnTo>
                <a:lnTo>
                  <a:pt x="79255" y="92921"/>
                </a:lnTo>
                <a:lnTo>
                  <a:pt x="79591" y="92786"/>
                </a:lnTo>
                <a:lnTo>
                  <a:pt x="79932" y="92655"/>
                </a:lnTo>
                <a:lnTo>
                  <a:pt x="80280" y="92527"/>
                </a:lnTo>
                <a:lnTo>
                  <a:pt x="80632" y="92403"/>
                </a:lnTo>
                <a:lnTo>
                  <a:pt x="80990" y="92282"/>
                </a:lnTo>
                <a:lnTo>
                  <a:pt x="81354" y="92164"/>
                </a:lnTo>
                <a:lnTo>
                  <a:pt x="81724" y="92051"/>
                </a:lnTo>
                <a:lnTo>
                  <a:pt x="82099" y="91940"/>
                </a:lnTo>
                <a:lnTo>
                  <a:pt x="82479" y="91833"/>
                </a:lnTo>
                <a:lnTo>
                  <a:pt x="82866" y="91730"/>
                </a:lnTo>
                <a:lnTo>
                  <a:pt x="83258" y="91630"/>
                </a:lnTo>
                <a:lnTo>
                  <a:pt x="83655" y="91534"/>
                </a:lnTo>
                <a:lnTo>
                  <a:pt x="84058" y="91441"/>
                </a:lnTo>
                <a:lnTo>
                  <a:pt x="84467" y="91352"/>
                </a:lnTo>
                <a:lnTo>
                  <a:pt x="84881" y="91266"/>
                </a:lnTo>
                <a:lnTo>
                  <a:pt x="85301" y="91183"/>
                </a:lnTo>
                <a:lnTo>
                  <a:pt x="85725" y="91105"/>
                </a:lnTo>
                <a:lnTo>
                  <a:pt x="86154" y="91029"/>
                </a:lnTo>
                <a:lnTo>
                  <a:pt x="86588" y="90957"/>
                </a:lnTo>
                <a:lnTo>
                  <a:pt x="87026" y="90889"/>
                </a:lnTo>
                <a:lnTo>
                  <a:pt x="87470" y="90824"/>
                </a:lnTo>
                <a:lnTo>
                  <a:pt x="87918" y="90763"/>
                </a:lnTo>
                <a:lnTo>
                  <a:pt x="88370" y="90705"/>
                </a:lnTo>
                <a:lnTo>
                  <a:pt x="88828" y="90651"/>
                </a:lnTo>
                <a:lnTo>
                  <a:pt x="89290" y="90600"/>
                </a:lnTo>
                <a:lnTo>
                  <a:pt x="89758" y="90553"/>
                </a:lnTo>
                <a:lnTo>
                  <a:pt x="90230" y="90509"/>
                </a:lnTo>
                <a:lnTo>
                  <a:pt x="90706" y="90469"/>
                </a:lnTo>
                <a:lnTo>
                  <a:pt x="91188" y="90432"/>
                </a:lnTo>
                <a:lnTo>
                  <a:pt x="91674" y="90398"/>
                </a:lnTo>
                <a:lnTo>
                  <a:pt x="92165" y="90369"/>
                </a:lnTo>
                <a:lnTo>
                  <a:pt x="92661" y="90342"/>
                </a:lnTo>
                <a:lnTo>
                  <a:pt x="93161" y="90320"/>
                </a:lnTo>
                <a:lnTo>
                  <a:pt x="93666" y="90300"/>
                </a:lnTo>
                <a:lnTo>
                  <a:pt x="94176" y="90285"/>
                </a:lnTo>
                <a:lnTo>
                  <a:pt x="94691" y="90272"/>
                </a:lnTo>
                <a:lnTo>
                  <a:pt x="95211" y="90264"/>
                </a:lnTo>
                <a:lnTo>
                  <a:pt x="95735" y="90258"/>
                </a:lnTo>
                <a:lnTo>
                  <a:pt x="96264" y="90257"/>
                </a:lnTo>
                <a:lnTo>
                  <a:pt x="108616" y="90257"/>
                </a:lnTo>
                <a:lnTo>
                  <a:pt x="108616" y="108193"/>
                </a:lnTo>
                <a:lnTo>
                  <a:pt x="108472" y="108475"/>
                </a:lnTo>
                <a:close/>
                <a:moveTo>
                  <a:pt x="247" y="94327"/>
                </a:moveTo>
                <a:lnTo>
                  <a:pt x="337" y="95725"/>
                </a:lnTo>
                <a:lnTo>
                  <a:pt x="440" y="97110"/>
                </a:lnTo>
                <a:lnTo>
                  <a:pt x="556" y="98484"/>
                </a:lnTo>
                <a:lnTo>
                  <a:pt x="687" y="99846"/>
                </a:lnTo>
                <a:lnTo>
                  <a:pt x="831" y="101197"/>
                </a:lnTo>
                <a:lnTo>
                  <a:pt x="989" y="102535"/>
                </a:lnTo>
                <a:lnTo>
                  <a:pt x="1161" y="103862"/>
                </a:lnTo>
                <a:lnTo>
                  <a:pt x="1346" y="105177"/>
                </a:lnTo>
                <a:lnTo>
                  <a:pt x="1545" y="106480"/>
                </a:lnTo>
                <a:lnTo>
                  <a:pt x="1758" y="107772"/>
                </a:lnTo>
                <a:lnTo>
                  <a:pt x="1985" y="109051"/>
                </a:lnTo>
                <a:lnTo>
                  <a:pt x="2225" y="110319"/>
                </a:lnTo>
                <a:lnTo>
                  <a:pt x="2479" y="111575"/>
                </a:lnTo>
                <a:lnTo>
                  <a:pt x="2747" y="112820"/>
                </a:lnTo>
                <a:lnTo>
                  <a:pt x="3029" y="114052"/>
                </a:lnTo>
                <a:lnTo>
                  <a:pt x="3324" y="115273"/>
                </a:lnTo>
                <a:lnTo>
                  <a:pt x="3633" y="116482"/>
                </a:lnTo>
                <a:lnTo>
                  <a:pt x="3956" y="117680"/>
                </a:lnTo>
                <a:lnTo>
                  <a:pt x="4289" y="118865"/>
                </a:lnTo>
                <a:lnTo>
                  <a:pt x="4630" y="120037"/>
                </a:lnTo>
                <a:lnTo>
                  <a:pt x="4979" y="121198"/>
                </a:lnTo>
                <a:lnTo>
                  <a:pt x="5335" y="122345"/>
                </a:lnTo>
                <a:lnTo>
                  <a:pt x="5699" y="123481"/>
                </a:lnTo>
                <a:lnTo>
                  <a:pt x="6070" y="124603"/>
                </a:lnTo>
                <a:lnTo>
                  <a:pt x="6449" y="125714"/>
                </a:lnTo>
                <a:lnTo>
                  <a:pt x="6835" y="126811"/>
                </a:lnTo>
                <a:lnTo>
                  <a:pt x="7229" y="127897"/>
                </a:lnTo>
                <a:lnTo>
                  <a:pt x="7631" y="128970"/>
                </a:lnTo>
                <a:lnTo>
                  <a:pt x="8040" y="130030"/>
                </a:lnTo>
                <a:lnTo>
                  <a:pt x="8457" y="131078"/>
                </a:lnTo>
                <a:lnTo>
                  <a:pt x="8881" y="132113"/>
                </a:lnTo>
                <a:lnTo>
                  <a:pt x="9313" y="133136"/>
                </a:lnTo>
                <a:lnTo>
                  <a:pt x="9752" y="134146"/>
                </a:lnTo>
                <a:lnTo>
                  <a:pt x="10199" y="135144"/>
                </a:lnTo>
                <a:lnTo>
                  <a:pt x="10653" y="136130"/>
                </a:lnTo>
                <a:lnTo>
                  <a:pt x="11116" y="137103"/>
                </a:lnTo>
                <a:lnTo>
                  <a:pt x="11585" y="138063"/>
                </a:lnTo>
                <a:lnTo>
                  <a:pt x="12062" y="139011"/>
                </a:lnTo>
                <a:lnTo>
                  <a:pt x="12547" y="139947"/>
                </a:lnTo>
                <a:lnTo>
                  <a:pt x="13040" y="140870"/>
                </a:lnTo>
                <a:lnTo>
                  <a:pt x="13540" y="141780"/>
                </a:lnTo>
                <a:lnTo>
                  <a:pt x="14047" y="142678"/>
                </a:lnTo>
                <a:lnTo>
                  <a:pt x="14559" y="143564"/>
                </a:lnTo>
                <a:lnTo>
                  <a:pt x="15074" y="144437"/>
                </a:lnTo>
                <a:lnTo>
                  <a:pt x="15591" y="145297"/>
                </a:lnTo>
                <a:lnTo>
                  <a:pt x="16110" y="146145"/>
                </a:lnTo>
                <a:lnTo>
                  <a:pt x="16632" y="146980"/>
                </a:lnTo>
                <a:lnTo>
                  <a:pt x="17155" y="147802"/>
                </a:lnTo>
                <a:lnTo>
                  <a:pt x="17681" y="148612"/>
                </a:lnTo>
                <a:lnTo>
                  <a:pt x="18209" y="149409"/>
                </a:lnTo>
                <a:lnTo>
                  <a:pt x="18740" y="150193"/>
                </a:lnTo>
                <a:lnTo>
                  <a:pt x="19272" y="150965"/>
                </a:lnTo>
                <a:lnTo>
                  <a:pt x="19807" y="151725"/>
                </a:lnTo>
                <a:lnTo>
                  <a:pt x="20344" y="152471"/>
                </a:lnTo>
                <a:lnTo>
                  <a:pt x="20883" y="153205"/>
                </a:lnTo>
                <a:lnTo>
                  <a:pt x="21425" y="153927"/>
                </a:lnTo>
                <a:lnTo>
                  <a:pt x="21969" y="154636"/>
                </a:lnTo>
                <a:lnTo>
                  <a:pt x="22515" y="155332"/>
                </a:lnTo>
                <a:lnTo>
                  <a:pt x="23063" y="156015"/>
                </a:lnTo>
                <a:lnTo>
                  <a:pt x="23614" y="156686"/>
                </a:lnTo>
                <a:lnTo>
                  <a:pt x="24166" y="157344"/>
                </a:lnTo>
                <a:lnTo>
                  <a:pt x="24721" y="157990"/>
                </a:lnTo>
                <a:lnTo>
                  <a:pt x="25279" y="158623"/>
                </a:lnTo>
                <a:lnTo>
                  <a:pt x="25838" y="159244"/>
                </a:lnTo>
                <a:lnTo>
                  <a:pt x="26400" y="159851"/>
                </a:lnTo>
                <a:lnTo>
                  <a:pt x="26964" y="160447"/>
                </a:lnTo>
                <a:lnTo>
                  <a:pt x="27527" y="161029"/>
                </a:lnTo>
                <a:lnTo>
                  <a:pt x="28087" y="161597"/>
                </a:lnTo>
                <a:lnTo>
                  <a:pt x="28643" y="162152"/>
                </a:lnTo>
                <a:lnTo>
                  <a:pt x="29195" y="162693"/>
                </a:lnTo>
                <a:lnTo>
                  <a:pt x="29744" y="163221"/>
                </a:lnTo>
                <a:lnTo>
                  <a:pt x="30289" y="163735"/>
                </a:lnTo>
                <a:lnTo>
                  <a:pt x="30830" y="164236"/>
                </a:lnTo>
                <a:lnTo>
                  <a:pt x="31368" y="164722"/>
                </a:lnTo>
                <a:lnTo>
                  <a:pt x="31902" y="165196"/>
                </a:lnTo>
                <a:lnTo>
                  <a:pt x="32433" y="165655"/>
                </a:lnTo>
                <a:lnTo>
                  <a:pt x="32960" y="166102"/>
                </a:lnTo>
                <a:lnTo>
                  <a:pt x="33483" y="166534"/>
                </a:lnTo>
                <a:lnTo>
                  <a:pt x="34002" y="166953"/>
                </a:lnTo>
                <a:lnTo>
                  <a:pt x="34518" y="167358"/>
                </a:lnTo>
                <a:lnTo>
                  <a:pt x="35031" y="167750"/>
                </a:lnTo>
                <a:lnTo>
                  <a:pt x="35539" y="168128"/>
                </a:lnTo>
                <a:lnTo>
                  <a:pt x="36044" y="168493"/>
                </a:lnTo>
                <a:lnTo>
                  <a:pt x="36546" y="168844"/>
                </a:lnTo>
                <a:lnTo>
                  <a:pt x="37043" y="169181"/>
                </a:lnTo>
                <a:lnTo>
                  <a:pt x="37537" y="169505"/>
                </a:lnTo>
                <a:lnTo>
                  <a:pt x="38028" y="169815"/>
                </a:lnTo>
                <a:lnTo>
                  <a:pt x="38515" y="170112"/>
                </a:lnTo>
                <a:lnTo>
                  <a:pt x="38998" y="170395"/>
                </a:lnTo>
                <a:lnTo>
                  <a:pt x="39477" y="170664"/>
                </a:lnTo>
                <a:lnTo>
                  <a:pt x="42626" y="161617"/>
                </a:lnTo>
                <a:lnTo>
                  <a:pt x="42229" y="161290"/>
                </a:lnTo>
                <a:lnTo>
                  <a:pt x="41831" y="160952"/>
                </a:lnTo>
                <a:lnTo>
                  <a:pt x="41433" y="160606"/>
                </a:lnTo>
                <a:lnTo>
                  <a:pt x="41035" y="160250"/>
                </a:lnTo>
                <a:lnTo>
                  <a:pt x="40636" y="159885"/>
                </a:lnTo>
                <a:lnTo>
                  <a:pt x="40237" y="159510"/>
                </a:lnTo>
                <a:lnTo>
                  <a:pt x="39837" y="159126"/>
                </a:lnTo>
                <a:lnTo>
                  <a:pt x="39437" y="158733"/>
                </a:lnTo>
                <a:lnTo>
                  <a:pt x="39036" y="158330"/>
                </a:lnTo>
                <a:lnTo>
                  <a:pt x="38635" y="157918"/>
                </a:lnTo>
                <a:lnTo>
                  <a:pt x="38234" y="157496"/>
                </a:lnTo>
                <a:lnTo>
                  <a:pt x="37832" y="157065"/>
                </a:lnTo>
                <a:lnTo>
                  <a:pt x="37430" y="156624"/>
                </a:lnTo>
                <a:lnTo>
                  <a:pt x="37027" y="156174"/>
                </a:lnTo>
                <a:lnTo>
                  <a:pt x="36624" y="155715"/>
                </a:lnTo>
                <a:lnTo>
                  <a:pt x="36221" y="155246"/>
                </a:lnTo>
                <a:lnTo>
                  <a:pt x="35817" y="154768"/>
                </a:lnTo>
                <a:lnTo>
                  <a:pt x="35413" y="154280"/>
                </a:lnTo>
                <a:lnTo>
                  <a:pt x="35008" y="153783"/>
                </a:lnTo>
                <a:lnTo>
                  <a:pt x="34603" y="153277"/>
                </a:lnTo>
                <a:lnTo>
                  <a:pt x="34198" y="152761"/>
                </a:lnTo>
                <a:lnTo>
                  <a:pt x="33792" y="152236"/>
                </a:lnTo>
                <a:lnTo>
                  <a:pt x="33385" y="151702"/>
                </a:lnTo>
                <a:lnTo>
                  <a:pt x="32978" y="151158"/>
                </a:lnTo>
                <a:lnTo>
                  <a:pt x="32573" y="150604"/>
                </a:lnTo>
                <a:lnTo>
                  <a:pt x="32170" y="150041"/>
                </a:lnTo>
                <a:lnTo>
                  <a:pt x="31770" y="149468"/>
                </a:lnTo>
                <a:lnTo>
                  <a:pt x="31373" y="148886"/>
                </a:lnTo>
                <a:lnTo>
                  <a:pt x="30978" y="148294"/>
                </a:lnTo>
                <a:lnTo>
                  <a:pt x="30587" y="147692"/>
                </a:lnTo>
                <a:lnTo>
                  <a:pt x="30198" y="147081"/>
                </a:lnTo>
                <a:lnTo>
                  <a:pt x="29812" y="146460"/>
                </a:lnTo>
                <a:lnTo>
                  <a:pt x="29429" y="145829"/>
                </a:lnTo>
                <a:lnTo>
                  <a:pt x="29048" y="145189"/>
                </a:lnTo>
                <a:lnTo>
                  <a:pt x="28671" y="144538"/>
                </a:lnTo>
                <a:lnTo>
                  <a:pt x="28296" y="143879"/>
                </a:lnTo>
                <a:lnTo>
                  <a:pt x="27924" y="143209"/>
                </a:lnTo>
                <a:lnTo>
                  <a:pt x="27555" y="142530"/>
                </a:lnTo>
                <a:lnTo>
                  <a:pt x="27188" y="141841"/>
                </a:lnTo>
                <a:lnTo>
                  <a:pt x="26825" y="141142"/>
                </a:lnTo>
                <a:lnTo>
                  <a:pt x="26464" y="140434"/>
                </a:lnTo>
                <a:lnTo>
                  <a:pt x="26106" y="139716"/>
                </a:lnTo>
                <a:lnTo>
                  <a:pt x="25751" y="138989"/>
                </a:lnTo>
                <a:lnTo>
                  <a:pt x="25399" y="138252"/>
                </a:lnTo>
                <a:lnTo>
                  <a:pt x="25049" y="137505"/>
                </a:lnTo>
                <a:lnTo>
                  <a:pt x="24702" y="136748"/>
                </a:lnTo>
                <a:lnTo>
                  <a:pt x="24358" y="135982"/>
                </a:lnTo>
                <a:lnTo>
                  <a:pt x="24017" y="135206"/>
                </a:lnTo>
                <a:lnTo>
                  <a:pt x="23680" y="134420"/>
                </a:lnTo>
                <a:lnTo>
                  <a:pt x="23349" y="133624"/>
                </a:lnTo>
                <a:lnTo>
                  <a:pt x="23023" y="132818"/>
                </a:lnTo>
                <a:lnTo>
                  <a:pt x="22702" y="132001"/>
                </a:lnTo>
                <a:lnTo>
                  <a:pt x="22387" y="131175"/>
                </a:lnTo>
                <a:lnTo>
                  <a:pt x="22077" y="130338"/>
                </a:lnTo>
                <a:lnTo>
                  <a:pt x="21773" y="129491"/>
                </a:lnTo>
                <a:lnTo>
                  <a:pt x="21474" y="128633"/>
                </a:lnTo>
                <a:lnTo>
                  <a:pt x="21181" y="127766"/>
                </a:lnTo>
                <a:lnTo>
                  <a:pt x="20893" y="126888"/>
                </a:lnTo>
                <a:lnTo>
                  <a:pt x="20611" y="126000"/>
                </a:lnTo>
                <a:lnTo>
                  <a:pt x="20334" y="125101"/>
                </a:lnTo>
                <a:lnTo>
                  <a:pt x="20063" y="124193"/>
                </a:lnTo>
                <a:lnTo>
                  <a:pt x="19797" y="123274"/>
                </a:lnTo>
                <a:lnTo>
                  <a:pt x="19536" y="122345"/>
                </a:lnTo>
                <a:lnTo>
                  <a:pt x="19281" y="121405"/>
                </a:lnTo>
                <a:lnTo>
                  <a:pt x="19032" y="120456"/>
                </a:lnTo>
                <a:lnTo>
                  <a:pt x="18787" y="119496"/>
                </a:lnTo>
                <a:lnTo>
                  <a:pt x="18549" y="118526"/>
                </a:lnTo>
                <a:lnTo>
                  <a:pt x="18316" y="117546"/>
                </a:lnTo>
                <a:lnTo>
                  <a:pt x="18088" y="116555"/>
                </a:lnTo>
                <a:lnTo>
                  <a:pt x="17866" y="115554"/>
                </a:lnTo>
                <a:lnTo>
                  <a:pt x="17649" y="114543"/>
                </a:lnTo>
                <a:lnTo>
                  <a:pt x="17438" y="113522"/>
                </a:lnTo>
                <a:lnTo>
                  <a:pt x="17234" y="112490"/>
                </a:lnTo>
                <a:lnTo>
                  <a:pt x="17038" y="111448"/>
                </a:lnTo>
                <a:lnTo>
                  <a:pt x="16851" y="110395"/>
                </a:lnTo>
                <a:lnTo>
                  <a:pt x="16673" y="109332"/>
                </a:lnTo>
                <a:lnTo>
                  <a:pt x="16504" y="108258"/>
                </a:lnTo>
                <a:lnTo>
                  <a:pt x="16343" y="107173"/>
                </a:lnTo>
                <a:lnTo>
                  <a:pt x="16191" y="106078"/>
                </a:lnTo>
                <a:lnTo>
                  <a:pt x="16047" y="104973"/>
                </a:lnTo>
                <a:lnTo>
                  <a:pt x="15913" y="103857"/>
                </a:lnTo>
                <a:lnTo>
                  <a:pt x="15787" y="102731"/>
                </a:lnTo>
                <a:lnTo>
                  <a:pt x="15669" y="101594"/>
                </a:lnTo>
                <a:lnTo>
                  <a:pt x="15561" y="100446"/>
                </a:lnTo>
                <a:lnTo>
                  <a:pt x="15461" y="99288"/>
                </a:lnTo>
                <a:lnTo>
                  <a:pt x="15370" y="98120"/>
                </a:lnTo>
                <a:lnTo>
                  <a:pt x="15287" y="96941"/>
                </a:lnTo>
                <a:lnTo>
                  <a:pt x="15213" y="95751"/>
                </a:lnTo>
                <a:lnTo>
                  <a:pt x="15148" y="94551"/>
                </a:lnTo>
                <a:lnTo>
                  <a:pt x="15092" y="93341"/>
                </a:lnTo>
                <a:lnTo>
                  <a:pt x="15044" y="92120"/>
                </a:lnTo>
                <a:lnTo>
                  <a:pt x="15005" y="90888"/>
                </a:lnTo>
                <a:lnTo>
                  <a:pt x="14974" y="89646"/>
                </a:lnTo>
                <a:lnTo>
                  <a:pt x="14952" y="88393"/>
                </a:lnTo>
                <a:lnTo>
                  <a:pt x="14939" y="87130"/>
                </a:lnTo>
                <a:lnTo>
                  <a:pt x="14935" y="85857"/>
                </a:lnTo>
                <a:lnTo>
                  <a:pt x="14935" y="84727"/>
                </a:lnTo>
                <a:lnTo>
                  <a:pt x="14939" y="83453"/>
                </a:lnTo>
                <a:lnTo>
                  <a:pt x="14952" y="82190"/>
                </a:lnTo>
                <a:lnTo>
                  <a:pt x="14974" y="80938"/>
                </a:lnTo>
                <a:lnTo>
                  <a:pt x="15005" y="79696"/>
                </a:lnTo>
                <a:lnTo>
                  <a:pt x="15044" y="78465"/>
                </a:lnTo>
                <a:lnTo>
                  <a:pt x="15092" y="77245"/>
                </a:lnTo>
                <a:lnTo>
                  <a:pt x="15148" y="76036"/>
                </a:lnTo>
                <a:lnTo>
                  <a:pt x="15213" y="74837"/>
                </a:lnTo>
                <a:lnTo>
                  <a:pt x="15287" y="73649"/>
                </a:lnTo>
                <a:lnTo>
                  <a:pt x="15370" y="72471"/>
                </a:lnTo>
                <a:lnTo>
                  <a:pt x="15461" y="71304"/>
                </a:lnTo>
                <a:lnTo>
                  <a:pt x="15561" y="70148"/>
                </a:lnTo>
                <a:lnTo>
                  <a:pt x="15669" y="69002"/>
                </a:lnTo>
                <a:lnTo>
                  <a:pt x="15787" y="67867"/>
                </a:lnTo>
                <a:lnTo>
                  <a:pt x="15913" y="66743"/>
                </a:lnTo>
                <a:lnTo>
                  <a:pt x="16047" y="65629"/>
                </a:lnTo>
                <a:lnTo>
                  <a:pt x="16191" y="64526"/>
                </a:lnTo>
                <a:lnTo>
                  <a:pt x="16343" y="63434"/>
                </a:lnTo>
                <a:lnTo>
                  <a:pt x="16504" y="62352"/>
                </a:lnTo>
                <a:lnTo>
                  <a:pt x="16673" y="61281"/>
                </a:lnTo>
                <a:lnTo>
                  <a:pt x="16851" y="60221"/>
                </a:lnTo>
                <a:lnTo>
                  <a:pt x="17038" y="59171"/>
                </a:lnTo>
                <a:lnTo>
                  <a:pt x="17234" y="58132"/>
                </a:lnTo>
                <a:lnTo>
                  <a:pt x="17438" y="57104"/>
                </a:lnTo>
                <a:lnTo>
                  <a:pt x="17649" y="56086"/>
                </a:lnTo>
                <a:lnTo>
                  <a:pt x="17866" y="55078"/>
                </a:lnTo>
                <a:lnTo>
                  <a:pt x="18088" y="54081"/>
                </a:lnTo>
                <a:lnTo>
                  <a:pt x="18316" y="53094"/>
                </a:lnTo>
                <a:lnTo>
                  <a:pt x="18549" y="52118"/>
                </a:lnTo>
                <a:lnTo>
                  <a:pt x="18787" y="51152"/>
                </a:lnTo>
                <a:lnTo>
                  <a:pt x="19032" y="50196"/>
                </a:lnTo>
                <a:lnTo>
                  <a:pt x="19281" y="49251"/>
                </a:lnTo>
                <a:lnTo>
                  <a:pt x="19536" y="48316"/>
                </a:lnTo>
                <a:lnTo>
                  <a:pt x="19797" y="47391"/>
                </a:lnTo>
                <a:lnTo>
                  <a:pt x="20063" y="46477"/>
                </a:lnTo>
                <a:lnTo>
                  <a:pt x="20334" y="45574"/>
                </a:lnTo>
                <a:lnTo>
                  <a:pt x="20611" y="44680"/>
                </a:lnTo>
                <a:lnTo>
                  <a:pt x="20893" y="43797"/>
                </a:lnTo>
                <a:lnTo>
                  <a:pt x="21181" y="42925"/>
                </a:lnTo>
                <a:lnTo>
                  <a:pt x="21474" y="42062"/>
                </a:lnTo>
                <a:lnTo>
                  <a:pt x="21773" y="41211"/>
                </a:lnTo>
                <a:lnTo>
                  <a:pt x="22077" y="40369"/>
                </a:lnTo>
                <a:lnTo>
                  <a:pt x="22387" y="39538"/>
                </a:lnTo>
                <a:lnTo>
                  <a:pt x="22702" y="38718"/>
                </a:lnTo>
                <a:lnTo>
                  <a:pt x="23023" y="37907"/>
                </a:lnTo>
                <a:lnTo>
                  <a:pt x="23349" y="37108"/>
                </a:lnTo>
                <a:lnTo>
                  <a:pt x="23680" y="36318"/>
                </a:lnTo>
                <a:lnTo>
                  <a:pt x="24017" y="35539"/>
                </a:lnTo>
                <a:lnTo>
                  <a:pt x="24358" y="34770"/>
                </a:lnTo>
                <a:lnTo>
                  <a:pt x="24702" y="34011"/>
                </a:lnTo>
                <a:lnTo>
                  <a:pt x="25049" y="33262"/>
                </a:lnTo>
                <a:lnTo>
                  <a:pt x="25399" y="32523"/>
                </a:lnTo>
                <a:lnTo>
                  <a:pt x="25751" y="31795"/>
                </a:lnTo>
                <a:lnTo>
                  <a:pt x="26106" y="31076"/>
                </a:lnTo>
                <a:lnTo>
                  <a:pt x="26464" y="30368"/>
                </a:lnTo>
                <a:lnTo>
                  <a:pt x="26825" y="29670"/>
                </a:lnTo>
                <a:lnTo>
                  <a:pt x="27188" y="28981"/>
                </a:lnTo>
                <a:lnTo>
                  <a:pt x="27555" y="28303"/>
                </a:lnTo>
                <a:lnTo>
                  <a:pt x="27924" y="27635"/>
                </a:lnTo>
                <a:lnTo>
                  <a:pt x="28296" y="26977"/>
                </a:lnTo>
                <a:lnTo>
                  <a:pt x="28671" y="26329"/>
                </a:lnTo>
                <a:lnTo>
                  <a:pt x="29048" y="25692"/>
                </a:lnTo>
                <a:lnTo>
                  <a:pt x="29429" y="25064"/>
                </a:lnTo>
                <a:lnTo>
                  <a:pt x="29812" y="24446"/>
                </a:lnTo>
                <a:lnTo>
                  <a:pt x="30198" y="23839"/>
                </a:lnTo>
                <a:lnTo>
                  <a:pt x="30587" y="23242"/>
                </a:lnTo>
                <a:lnTo>
                  <a:pt x="30978" y="22654"/>
                </a:lnTo>
                <a:lnTo>
                  <a:pt x="31373" y="22077"/>
                </a:lnTo>
                <a:lnTo>
                  <a:pt x="31770" y="21510"/>
                </a:lnTo>
                <a:lnTo>
                  <a:pt x="32170" y="20953"/>
                </a:lnTo>
                <a:lnTo>
                  <a:pt x="32573" y="20406"/>
                </a:lnTo>
                <a:lnTo>
                  <a:pt x="32978" y="19870"/>
                </a:lnTo>
                <a:lnTo>
                  <a:pt x="33385" y="19343"/>
                </a:lnTo>
                <a:lnTo>
                  <a:pt x="33792" y="18825"/>
                </a:lnTo>
                <a:lnTo>
                  <a:pt x="34198" y="18318"/>
                </a:lnTo>
                <a:lnTo>
                  <a:pt x="34603" y="17819"/>
                </a:lnTo>
                <a:lnTo>
                  <a:pt x="35008" y="17330"/>
                </a:lnTo>
                <a:lnTo>
                  <a:pt x="35413" y="16851"/>
                </a:lnTo>
                <a:lnTo>
                  <a:pt x="35817" y="16381"/>
                </a:lnTo>
                <a:lnTo>
                  <a:pt x="36221" y="15921"/>
                </a:lnTo>
                <a:lnTo>
                  <a:pt x="36624" y="15471"/>
                </a:lnTo>
                <a:lnTo>
                  <a:pt x="37027" y="15029"/>
                </a:lnTo>
                <a:lnTo>
                  <a:pt x="37430" y="14598"/>
                </a:lnTo>
                <a:lnTo>
                  <a:pt x="37832" y="14176"/>
                </a:lnTo>
                <a:lnTo>
                  <a:pt x="38234" y="13763"/>
                </a:lnTo>
                <a:lnTo>
                  <a:pt x="38635" y="13360"/>
                </a:lnTo>
                <a:lnTo>
                  <a:pt x="39036" y="12967"/>
                </a:lnTo>
                <a:lnTo>
                  <a:pt x="39437" y="12583"/>
                </a:lnTo>
                <a:lnTo>
                  <a:pt x="39837" y="12208"/>
                </a:lnTo>
                <a:lnTo>
                  <a:pt x="40237" y="11843"/>
                </a:lnTo>
                <a:lnTo>
                  <a:pt x="40636" y="11488"/>
                </a:lnTo>
                <a:lnTo>
                  <a:pt x="41035" y="11142"/>
                </a:lnTo>
                <a:lnTo>
                  <a:pt x="41433" y="10806"/>
                </a:lnTo>
                <a:lnTo>
                  <a:pt x="41831" y="10479"/>
                </a:lnTo>
                <a:lnTo>
                  <a:pt x="42229" y="10162"/>
                </a:lnTo>
                <a:lnTo>
                  <a:pt x="42626" y="9854"/>
                </a:lnTo>
                <a:lnTo>
                  <a:pt x="39477" y="0"/>
                </a:lnTo>
                <a:lnTo>
                  <a:pt x="38998" y="269"/>
                </a:lnTo>
                <a:lnTo>
                  <a:pt x="38515" y="552"/>
                </a:lnTo>
                <a:lnTo>
                  <a:pt x="38028" y="849"/>
                </a:lnTo>
                <a:lnTo>
                  <a:pt x="37537" y="1159"/>
                </a:lnTo>
                <a:lnTo>
                  <a:pt x="37043" y="1483"/>
                </a:lnTo>
                <a:lnTo>
                  <a:pt x="36546" y="1820"/>
                </a:lnTo>
                <a:lnTo>
                  <a:pt x="36044" y="2171"/>
                </a:lnTo>
                <a:lnTo>
                  <a:pt x="35539" y="2536"/>
                </a:lnTo>
                <a:lnTo>
                  <a:pt x="35031" y="2914"/>
                </a:lnTo>
                <a:lnTo>
                  <a:pt x="34518" y="3306"/>
                </a:lnTo>
                <a:lnTo>
                  <a:pt x="34002" y="3711"/>
                </a:lnTo>
                <a:lnTo>
                  <a:pt x="33483" y="4130"/>
                </a:lnTo>
                <a:lnTo>
                  <a:pt x="32960" y="4562"/>
                </a:lnTo>
                <a:lnTo>
                  <a:pt x="32433" y="5009"/>
                </a:lnTo>
                <a:lnTo>
                  <a:pt x="31902" y="5468"/>
                </a:lnTo>
                <a:lnTo>
                  <a:pt x="31368" y="5942"/>
                </a:lnTo>
                <a:lnTo>
                  <a:pt x="30830" y="6428"/>
                </a:lnTo>
                <a:lnTo>
                  <a:pt x="30289" y="6929"/>
                </a:lnTo>
                <a:lnTo>
                  <a:pt x="29744" y="7443"/>
                </a:lnTo>
                <a:lnTo>
                  <a:pt x="29195" y="7971"/>
                </a:lnTo>
                <a:lnTo>
                  <a:pt x="28643" y="8512"/>
                </a:lnTo>
                <a:lnTo>
                  <a:pt x="28087" y="9067"/>
                </a:lnTo>
                <a:lnTo>
                  <a:pt x="27527" y="9635"/>
                </a:lnTo>
                <a:lnTo>
                  <a:pt x="26964" y="10217"/>
                </a:lnTo>
                <a:lnTo>
                  <a:pt x="26400" y="10813"/>
                </a:lnTo>
                <a:lnTo>
                  <a:pt x="25838" y="11421"/>
                </a:lnTo>
                <a:lnTo>
                  <a:pt x="25279" y="12041"/>
                </a:lnTo>
                <a:lnTo>
                  <a:pt x="24721" y="12675"/>
                </a:lnTo>
                <a:lnTo>
                  <a:pt x="24166" y="13321"/>
                </a:lnTo>
                <a:lnTo>
                  <a:pt x="23614" y="13980"/>
                </a:lnTo>
                <a:lnTo>
                  <a:pt x="23063" y="14652"/>
                </a:lnTo>
                <a:lnTo>
                  <a:pt x="22515" y="15337"/>
                </a:lnTo>
                <a:lnTo>
                  <a:pt x="21969" y="16034"/>
                </a:lnTo>
                <a:lnTo>
                  <a:pt x="21425" y="16744"/>
                </a:lnTo>
                <a:lnTo>
                  <a:pt x="20883" y="17467"/>
                </a:lnTo>
                <a:lnTo>
                  <a:pt x="20344" y="18203"/>
                </a:lnTo>
                <a:lnTo>
                  <a:pt x="19807" y="18951"/>
                </a:lnTo>
                <a:lnTo>
                  <a:pt x="19272" y="19712"/>
                </a:lnTo>
                <a:lnTo>
                  <a:pt x="18740" y="20486"/>
                </a:lnTo>
                <a:lnTo>
                  <a:pt x="18209" y="21273"/>
                </a:lnTo>
                <a:lnTo>
                  <a:pt x="17681" y="22072"/>
                </a:lnTo>
                <a:lnTo>
                  <a:pt x="17155" y="22885"/>
                </a:lnTo>
                <a:lnTo>
                  <a:pt x="16632" y="23710"/>
                </a:lnTo>
                <a:lnTo>
                  <a:pt x="16110" y="24547"/>
                </a:lnTo>
                <a:lnTo>
                  <a:pt x="15591" y="25398"/>
                </a:lnTo>
                <a:lnTo>
                  <a:pt x="15074" y="26261"/>
                </a:lnTo>
                <a:lnTo>
                  <a:pt x="14559" y="27137"/>
                </a:lnTo>
                <a:lnTo>
                  <a:pt x="14047" y="28026"/>
                </a:lnTo>
                <a:lnTo>
                  <a:pt x="13540" y="28927"/>
                </a:lnTo>
                <a:lnTo>
                  <a:pt x="13040" y="29841"/>
                </a:lnTo>
                <a:lnTo>
                  <a:pt x="12547" y="30767"/>
                </a:lnTo>
                <a:lnTo>
                  <a:pt x="12062" y="31704"/>
                </a:lnTo>
                <a:lnTo>
                  <a:pt x="11585" y="32654"/>
                </a:lnTo>
                <a:lnTo>
                  <a:pt x="11116" y="33617"/>
                </a:lnTo>
                <a:lnTo>
                  <a:pt x="10653" y="34591"/>
                </a:lnTo>
                <a:lnTo>
                  <a:pt x="10199" y="35578"/>
                </a:lnTo>
                <a:lnTo>
                  <a:pt x="9752" y="36577"/>
                </a:lnTo>
                <a:lnTo>
                  <a:pt x="9313" y="37588"/>
                </a:lnTo>
                <a:lnTo>
                  <a:pt x="8881" y="38611"/>
                </a:lnTo>
                <a:lnTo>
                  <a:pt x="8457" y="39647"/>
                </a:lnTo>
                <a:lnTo>
                  <a:pt x="8040" y="40695"/>
                </a:lnTo>
                <a:lnTo>
                  <a:pt x="7631" y="41754"/>
                </a:lnTo>
                <a:lnTo>
                  <a:pt x="7229" y="42827"/>
                </a:lnTo>
                <a:lnTo>
                  <a:pt x="6835" y="43911"/>
                </a:lnTo>
                <a:lnTo>
                  <a:pt x="6449" y="45007"/>
                </a:lnTo>
                <a:lnTo>
                  <a:pt x="6070" y="46116"/>
                </a:lnTo>
                <a:lnTo>
                  <a:pt x="5699" y="47237"/>
                </a:lnTo>
                <a:lnTo>
                  <a:pt x="5335" y="48370"/>
                </a:lnTo>
                <a:lnTo>
                  <a:pt x="4979" y="49516"/>
                </a:lnTo>
                <a:lnTo>
                  <a:pt x="4630" y="50673"/>
                </a:lnTo>
                <a:lnTo>
                  <a:pt x="4289" y="51843"/>
                </a:lnTo>
                <a:lnTo>
                  <a:pt x="3956" y="53025"/>
                </a:lnTo>
                <a:lnTo>
                  <a:pt x="3633" y="54219"/>
                </a:lnTo>
                <a:lnTo>
                  <a:pt x="3324" y="55424"/>
                </a:lnTo>
                <a:lnTo>
                  <a:pt x="3029" y="56641"/>
                </a:lnTo>
                <a:lnTo>
                  <a:pt x="2747" y="57870"/>
                </a:lnTo>
                <a:lnTo>
                  <a:pt x="2479" y="59110"/>
                </a:lnTo>
                <a:lnTo>
                  <a:pt x="2225" y="60362"/>
                </a:lnTo>
                <a:lnTo>
                  <a:pt x="1985" y="61626"/>
                </a:lnTo>
                <a:lnTo>
                  <a:pt x="1758" y="62901"/>
                </a:lnTo>
                <a:lnTo>
                  <a:pt x="1545" y="64188"/>
                </a:lnTo>
                <a:lnTo>
                  <a:pt x="1346" y="65487"/>
                </a:lnTo>
                <a:lnTo>
                  <a:pt x="1161" y="66797"/>
                </a:lnTo>
                <a:lnTo>
                  <a:pt x="989" y="68119"/>
                </a:lnTo>
                <a:lnTo>
                  <a:pt x="831" y="69452"/>
                </a:lnTo>
                <a:lnTo>
                  <a:pt x="687" y="70797"/>
                </a:lnTo>
                <a:lnTo>
                  <a:pt x="556" y="72154"/>
                </a:lnTo>
                <a:lnTo>
                  <a:pt x="440" y="73522"/>
                </a:lnTo>
                <a:lnTo>
                  <a:pt x="337" y="74902"/>
                </a:lnTo>
                <a:lnTo>
                  <a:pt x="247" y="76294"/>
                </a:lnTo>
                <a:lnTo>
                  <a:pt x="172" y="77697"/>
                </a:lnTo>
                <a:lnTo>
                  <a:pt x="110" y="79112"/>
                </a:lnTo>
                <a:lnTo>
                  <a:pt x="62" y="80539"/>
                </a:lnTo>
                <a:lnTo>
                  <a:pt x="27" y="81977"/>
                </a:lnTo>
                <a:lnTo>
                  <a:pt x="7" y="83427"/>
                </a:lnTo>
                <a:lnTo>
                  <a:pt x="0" y="84888"/>
                </a:lnTo>
                <a:lnTo>
                  <a:pt x="0" y="85695"/>
                </a:lnTo>
                <a:lnTo>
                  <a:pt x="7" y="87163"/>
                </a:lnTo>
                <a:lnTo>
                  <a:pt x="27" y="88620"/>
                </a:lnTo>
                <a:lnTo>
                  <a:pt x="62" y="90064"/>
                </a:lnTo>
                <a:lnTo>
                  <a:pt x="110" y="91497"/>
                </a:lnTo>
                <a:lnTo>
                  <a:pt x="172" y="92918"/>
                </a:lnTo>
                <a:lnTo>
                  <a:pt x="247" y="94327"/>
                </a:lnTo>
                <a:close/>
                <a:moveTo>
                  <a:pt x="181031" y="76294"/>
                </a:moveTo>
                <a:lnTo>
                  <a:pt x="180942" y="74902"/>
                </a:lnTo>
                <a:lnTo>
                  <a:pt x="180839" y="73522"/>
                </a:lnTo>
                <a:lnTo>
                  <a:pt x="180722" y="72154"/>
                </a:lnTo>
                <a:lnTo>
                  <a:pt x="180592" y="70797"/>
                </a:lnTo>
                <a:lnTo>
                  <a:pt x="180447" y="69452"/>
                </a:lnTo>
                <a:lnTo>
                  <a:pt x="180290" y="68119"/>
                </a:lnTo>
                <a:lnTo>
                  <a:pt x="180118" y="66797"/>
                </a:lnTo>
                <a:lnTo>
                  <a:pt x="179932" y="65487"/>
                </a:lnTo>
                <a:lnTo>
                  <a:pt x="179733" y="64188"/>
                </a:lnTo>
                <a:lnTo>
                  <a:pt x="179520" y="62901"/>
                </a:lnTo>
                <a:lnTo>
                  <a:pt x="179294" y="61626"/>
                </a:lnTo>
                <a:lnTo>
                  <a:pt x="179053" y="60362"/>
                </a:lnTo>
                <a:lnTo>
                  <a:pt x="178799" y="59110"/>
                </a:lnTo>
                <a:lnTo>
                  <a:pt x="178531" y="57870"/>
                </a:lnTo>
                <a:lnTo>
                  <a:pt x="178250" y="56641"/>
                </a:lnTo>
                <a:lnTo>
                  <a:pt x="177955" y="55424"/>
                </a:lnTo>
                <a:lnTo>
                  <a:pt x="177645" y="54219"/>
                </a:lnTo>
                <a:lnTo>
                  <a:pt x="177323" y="53025"/>
                </a:lnTo>
                <a:lnTo>
                  <a:pt x="176989" y="51843"/>
                </a:lnTo>
                <a:lnTo>
                  <a:pt x="176648" y="50673"/>
                </a:lnTo>
                <a:lnTo>
                  <a:pt x="176300" y="49516"/>
                </a:lnTo>
                <a:lnTo>
                  <a:pt x="175944" y="48370"/>
                </a:lnTo>
                <a:lnTo>
                  <a:pt x="175580" y="47237"/>
                </a:lnTo>
                <a:lnTo>
                  <a:pt x="175209" y="46116"/>
                </a:lnTo>
                <a:lnTo>
                  <a:pt x="174830" y="45007"/>
                </a:lnTo>
                <a:lnTo>
                  <a:pt x="174443" y="43911"/>
                </a:lnTo>
                <a:lnTo>
                  <a:pt x="174049" y="42827"/>
                </a:lnTo>
                <a:lnTo>
                  <a:pt x="173648" y="41754"/>
                </a:lnTo>
                <a:lnTo>
                  <a:pt x="173239" y="40695"/>
                </a:lnTo>
                <a:lnTo>
                  <a:pt x="172822" y="39647"/>
                </a:lnTo>
                <a:lnTo>
                  <a:pt x="172398" y="38611"/>
                </a:lnTo>
                <a:lnTo>
                  <a:pt x="171966" y="37588"/>
                </a:lnTo>
                <a:lnTo>
                  <a:pt x="171527" y="36577"/>
                </a:lnTo>
                <a:lnTo>
                  <a:pt x="171080" y="35578"/>
                </a:lnTo>
                <a:lnTo>
                  <a:pt x="170625" y="34591"/>
                </a:lnTo>
                <a:lnTo>
                  <a:pt x="170163" y="33617"/>
                </a:lnTo>
                <a:lnTo>
                  <a:pt x="169693" y="32654"/>
                </a:lnTo>
                <a:lnTo>
                  <a:pt x="169216" y="31704"/>
                </a:lnTo>
                <a:lnTo>
                  <a:pt x="168731" y="30767"/>
                </a:lnTo>
                <a:lnTo>
                  <a:pt x="168239" y="29841"/>
                </a:lnTo>
                <a:lnTo>
                  <a:pt x="167739" y="28927"/>
                </a:lnTo>
                <a:lnTo>
                  <a:pt x="167231" y="28026"/>
                </a:lnTo>
                <a:lnTo>
                  <a:pt x="166719" y="27137"/>
                </a:lnTo>
                <a:lnTo>
                  <a:pt x="166204" y="26261"/>
                </a:lnTo>
                <a:lnTo>
                  <a:pt x="165687" y="25398"/>
                </a:lnTo>
                <a:lnTo>
                  <a:pt x="165168" y="24547"/>
                </a:lnTo>
                <a:lnTo>
                  <a:pt x="164647" y="23710"/>
                </a:lnTo>
                <a:lnTo>
                  <a:pt x="164123" y="22885"/>
                </a:lnTo>
                <a:lnTo>
                  <a:pt x="163597" y="22072"/>
                </a:lnTo>
                <a:lnTo>
                  <a:pt x="163069" y="21273"/>
                </a:lnTo>
                <a:lnTo>
                  <a:pt x="162539" y="20486"/>
                </a:lnTo>
                <a:lnTo>
                  <a:pt x="162006" y="19712"/>
                </a:lnTo>
                <a:lnTo>
                  <a:pt x="161472" y="18951"/>
                </a:lnTo>
                <a:lnTo>
                  <a:pt x="160934" y="18203"/>
                </a:lnTo>
                <a:lnTo>
                  <a:pt x="160395" y="17467"/>
                </a:lnTo>
                <a:lnTo>
                  <a:pt x="159854" y="16744"/>
                </a:lnTo>
                <a:lnTo>
                  <a:pt x="159310" y="16034"/>
                </a:lnTo>
                <a:lnTo>
                  <a:pt x="158764" y="15337"/>
                </a:lnTo>
                <a:lnTo>
                  <a:pt x="158215" y="14652"/>
                </a:lnTo>
                <a:lnTo>
                  <a:pt x="157665" y="13980"/>
                </a:lnTo>
                <a:lnTo>
                  <a:pt x="157112" y="13321"/>
                </a:lnTo>
                <a:lnTo>
                  <a:pt x="156557" y="12675"/>
                </a:lnTo>
                <a:lnTo>
                  <a:pt x="156000" y="12041"/>
                </a:lnTo>
                <a:lnTo>
                  <a:pt x="155440" y="11421"/>
                </a:lnTo>
                <a:lnTo>
                  <a:pt x="154879" y="10813"/>
                </a:lnTo>
                <a:lnTo>
                  <a:pt x="154315" y="10217"/>
                </a:lnTo>
                <a:lnTo>
                  <a:pt x="153751" y="9635"/>
                </a:lnTo>
                <a:lnTo>
                  <a:pt x="153192" y="9067"/>
                </a:lnTo>
                <a:lnTo>
                  <a:pt x="152636" y="8512"/>
                </a:lnTo>
                <a:lnTo>
                  <a:pt x="152083" y="7971"/>
                </a:lnTo>
                <a:lnTo>
                  <a:pt x="151535" y="7443"/>
                </a:lnTo>
                <a:lnTo>
                  <a:pt x="150989" y="6929"/>
                </a:lnTo>
                <a:lnTo>
                  <a:pt x="150448" y="6428"/>
                </a:lnTo>
                <a:lnTo>
                  <a:pt x="149910" y="5942"/>
                </a:lnTo>
                <a:lnTo>
                  <a:pt x="149376" y="5468"/>
                </a:lnTo>
                <a:lnTo>
                  <a:pt x="148846" y="5009"/>
                </a:lnTo>
                <a:lnTo>
                  <a:pt x="148319" y="4562"/>
                </a:lnTo>
                <a:lnTo>
                  <a:pt x="147796" y="4130"/>
                </a:lnTo>
                <a:lnTo>
                  <a:pt x="147276" y="3711"/>
                </a:lnTo>
                <a:lnTo>
                  <a:pt x="146760" y="3306"/>
                </a:lnTo>
                <a:lnTo>
                  <a:pt x="146248" y="2914"/>
                </a:lnTo>
                <a:lnTo>
                  <a:pt x="145739" y="2536"/>
                </a:lnTo>
                <a:lnTo>
                  <a:pt x="145234" y="2171"/>
                </a:lnTo>
                <a:lnTo>
                  <a:pt x="144733" y="1820"/>
                </a:lnTo>
                <a:lnTo>
                  <a:pt x="144235" y="1483"/>
                </a:lnTo>
                <a:lnTo>
                  <a:pt x="143741" y="1159"/>
                </a:lnTo>
                <a:lnTo>
                  <a:pt x="143251" y="849"/>
                </a:lnTo>
                <a:lnTo>
                  <a:pt x="142764" y="552"/>
                </a:lnTo>
                <a:lnTo>
                  <a:pt x="142281" y="269"/>
                </a:lnTo>
                <a:lnTo>
                  <a:pt x="141801" y="0"/>
                </a:lnTo>
                <a:lnTo>
                  <a:pt x="138653" y="9128"/>
                </a:lnTo>
                <a:lnTo>
                  <a:pt x="139010" y="9429"/>
                </a:lnTo>
                <a:lnTo>
                  <a:pt x="139370" y="9740"/>
                </a:lnTo>
                <a:lnTo>
                  <a:pt x="139731" y="10062"/>
                </a:lnTo>
                <a:lnTo>
                  <a:pt x="140094" y="10394"/>
                </a:lnTo>
                <a:lnTo>
                  <a:pt x="140458" y="10736"/>
                </a:lnTo>
                <a:lnTo>
                  <a:pt x="140825" y="11088"/>
                </a:lnTo>
                <a:lnTo>
                  <a:pt x="141193" y="11451"/>
                </a:lnTo>
                <a:lnTo>
                  <a:pt x="141564" y="11824"/>
                </a:lnTo>
                <a:lnTo>
                  <a:pt x="141936" y="12207"/>
                </a:lnTo>
                <a:lnTo>
                  <a:pt x="142310" y="12600"/>
                </a:lnTo>
                <a:lnTo>
                  <a:pt x="142685" y="13004"/>
                </a:lnTo>
                <a:lnTo>
                  <a:pt x="143063" y="13418"/>
                </a:lnTo>
                <a:lnTo>
                  <a:pt x="143442" y="13842"/>
                </a:lnTo>
                <a:lnTo>
                  <a:pt x="143823" y="14276"/>
                </a:lnTo>
                <a:lnTo>
                  <a:pt x="144206" y="14721"/>
                </a:lnTo>
                <a:lnTo>
                  <a:pt x="144591" y="15176"/>
                </a:lnTo>
                <a:lnTo>
                  <a:pt x="144978" y="15641"/>
                </a:lnTo>
                <a:lnTo>
                  <a:pt x="145366" y="16116"/>
                </a:lnTo>
                <a:lnTo>
                  <a:pt x="145756" y="16602"/>
                </a:lnTo>
                <a:lnTo>
                  <a:pt x="146148" y="17098"/>
                </a:lnTo>
                <a:lnTo>
                  <a:pt x="146542" y="17604"/>
                </a:lnTo>
                <a:lnTo>
                  <a:pt x="146938" y="18120"/>
                </a:lnTo>
                <a:lnTo>
                  <a:pt x="147336" y="18647"/>
                </a:lnTo>
                <a:lnTo>
                  <a:pt x="147735" y="19184"/>
                </a:lnTo>
                <a:lnTo>
                  <a:pt x="148134" y="19730"/>
                </a:lnTo>
                <a:lnTo>
                  <a:pt x="148532" y="20288"/>
                </a:lnTo>
                <a:lnTo>
                  <a:pt x="148927" y="20855"/>
                </a:lnTo>
                <a:lnTo>
                  <a:pt x="149320" y="21433"/>
                </a:lnTo>
                <a:lnTo>
                  <a:pt x="149712" y="22020"/>
                </a:lnTo>
                <a:lnTo>
                  <a:pt x="150101" y="22619"/>
                </a:lnTo>
                <a:lnTo>
                  <a:pt x="150489" y="23227"/>
                </a:lnTo>
                <a:lnTo>
                  <a:pt x="150875" y="23845"/>
                </a:lnTo>
                <a:lnTo>
                  <a:pt x="151258" y="24474"/>
                </a:lnTo>
                <a:lnTo>
                  <a:pt x="151640" y="25113"/>
                </a:lnTo>
                <a:lnTo>
                  <a:pt x="152019" y="25763"/>
                </a:lnTo>
                <a:lnTo>
                  <a:pt x="152397" y="26422"/>
                </a:lnTo>
                <a:lnTo>
                  <a:pt x="152773" y="27092"/>
                </a:lnTo>
                <a:lnTo>
                  <a:pt x="153147" y="27772"/>
                </a:lnTo>
                <a:lnTo>
                  <a:pt x="153519" y="28462"/>
                </a:lnTo>
                <a:lnTo>
                  <a:pt x="153888" y="29163"/>
                </a:lnTo>
                <a:lnTo>
                  <a:pt x="154256" y="29873"/>
                </a:lnTo>
                <a:lnTo>
                  <a:pt x="154622" y="30594"/>
                </a:lnTo>
                <a:lnTo>
                  <a:pt x="154986" y="31326"/>
                </a:lnTo>
                <a:lnTo>
                  <a:pt x="155348" y="32067"/>
                </a:lnTo>
                <a:lnTo>
                  <a:pt x="155708" y="32819"/>
                </a:lnTo>
                <a:lnTo>
                  <a:pt x="156066" y="33581"/>
                </a:lnTo>
                <a:lnTo>
                  <a:pt x="156423" y="34353"/>
                </a:lnTo>
                <a:lnTo>
                  <a:pt x="156777" y="35135"/>
                </a:lnTo>
                <a:lnTo>
                  <a:pt x="157127" y="35928"/>
                </a:lnTo>
                <a:lnTo>
                  <a:pt x="157472" y="36731"/>
                </a:lnTo>
                <a:lnTo>
                  <a:pt x="157812" y="37543"/>
                </a:lnTo>
                <a:lnTo>
                  <a:pt x="158146" y="38367"/>
                </a:lnTo>
                <a:lnTo>
                  <a:pt x="158474" y="39200"/>
                </a:lnTo>
                <a:lnTo>
                  <a:pt x="158798" y="40044"/>
                </a:lnTo>
                <a:lnTo>
                  <a:pt x="159115" y="40898"/>
                </a:lnTo>
                <a:lnTo>
                  <a:pt x="159427" y="41762"/>
                </a:lnTo>
                <a:lnTo>
                  <a:pt x="159734" y="42636"/>
                </a:lnTo>
                <a:lnTo>
                  <a:pt x="160035" y="43521"/>
                </a:lnTo>
                <a:lnTo>
                  <a:pt x="160331" y="44416"/>
                </a:lnTo>
                <a:lnTo>
                  <a:pt x="160622" y="45321"/>
                </a:lnTo>
                <a:lnTo>
                  <a:pt x="160906" y="46237"/>
                </a:lnTo>
                <a:lnTo>
                  <a:pt x="161186" y="47162"/>
                </a:lnTo>
                <a:lnTo>
                  <a:pt x="161460" y="48098"/>
                </a:lnTo>
                <a:lnTo>
                  <a:pt x="161728" y="49045"/>
                </a:lnTo>
                <a:lnTo>
                  <a:pt x="161991" y="50001"/>
                </a:lnTo>
                <a:lnTo>
                  <a:pt x="162249" y="50968"/>
                </a:lnTo>
                <a:lnTo>
                  <a:pt x="162501" y="51945"/>
                </a:lnTo>
                <a:lnTo>
                  <a:pt x="162747" y="52932"/>
                </a:lnTo>
                <a:lnTo>
                  <a:pt x="162989" y="53929"/>
                </a:lnTo>
                <a:lnTo>
                  <a:pt x="163224" y="54937"/>
                </a:lnTo>
                <a:lnTo>
                  <a:pt x="163455" y="55955"/>
                </a:lnTo>
                <a:lnTo>
                  <a:pt x="163679" y="56983"/>
                </a:lnTo>
                <a:lnTo>
                  <a:pt x="163897" y="58021"/>
                </a:lnTo>
                <a:lnTo>
                  <a:pt x="164105" y="59070"/>
                </a:lnTo>
                <a:lnTo>
                  <a:pt x="164304" y="60128"/>
                </a:lnTo>
                <a:lnTo>
                  <a:pt x="164493" y="61197"/>
                </a:lnTo>
                <a:lnTo>
                  <a:pt x="164674" y="62277"/>
                </a:lnTo>
                <a:lnTo>
                  <a:pt x="164845" y="63366"/>
                </a:lnTo>
                <a:lnTo>
                  <a:pt x="165007" y="64466"/>
                </a:lnTo>
                <a:lnTo>
                  <a:pt x="165159" y="65575"/>
                </a:lnTo>
                <a:lnTo>
                  <a:pt x="165303" y="66696"/>
                </a:lnTo>
                <a:lnTo>
                  <a:pt x="165437" y="67826"/>
                </a:lnTo>
                <a:lnTo>
                  <a:pt x="165562" y="68967"/>
                </a:lnTo>
                <a:lnTo>
                  <a:pt x="165677" y="70117"/>
                </a:lnTo>
                <a:lnTo>
                  <a:pt x="165784" y="71279"/>
                </a:lnTo>
                <a:lnTo>
                  <a:pt x="165881" y="72450"/>
                </a:lnTo>
                <a:lnTo>
                  <a:pt x="165969" y="73631"/>
                </a:lnTo>
                <a:lnTo>
                  <a:pt x="166047" y="74823"/>
                </a:lnTo>
                <a:lnTo>
                  <a:pt x="166117" y="76025"/>
                </a:lnTo>
                <a:lnTo>
                  <a:pt x="166177" y="77238"/>
                </a:lnTo>
                <a:lnTo>
                  <a:pt x="166228" y="78460"/>
                </a:lnTo>
                <a:lnTo>
                  <a:pt x="166269" y="79693"/>
                </a:lnTo>
                <a:lnTo>
                  <a:pt x="166302" y="80936"/>
                </a:lnTo>
                <a:lnTo>
                  <a:pt x="166325" y="82189"/>
                </a:lnTo>
                <a:lnTo>
                  <a:pt x="166339" y="83453"/>
                </a:lnTo>
                <a:lnTo>
                  <a:pt x="166343" y="84727"/>
                </a:lnTo>
                <a:lnTo>
                  <a:pt x="166343" y="85857"/>
                </a:lnTo>
                <a:lnTo>
                  <a:pt x="166339" y="87130"/>
                </a:lnTo>
                <a:lnTo>
                  <a:pt x="166326" y="88394"/>
                </a:lnTo>
                <a:lnTo>
                  <a:pt x="166304" y="89647"/>
                </a:lnTo>
                <a:lnTo>
                  <a:pt x="166274" y="90890"/>
                </a:lnTo>
                <a:lnTo>
                  <a:pt x="166235" y="92123"/>
                </a:lnTo>
                <a:lnTo>
                  <a:pt x="166187" y="93346"/>
                </a:lnTo>
                <a:lnTo>
                  <a:pt x="166130" y="94558"/>
                </a:lnTo>
                <a:lnTo>
                  <a:pt x="166065" y="95760"/>
                </a:lnTo>
                <a:lnTo>
                  <a:pt x="165991" y="96952"/>
                </a:lnTo>
                <a:lnTo>
                  <a:pt x="165909" y="98134"/>
                </a:lnTo>
                <a:lnTo>
                  <a:pt x="165818" y="99305"/>
                </a:lnTo>
                <a:lnTo>
                  <a:pt x="165718" y="100466"/>
                </a:lnTo>
                <a:lnTo>
                  <a:pt x="165609" y="101617"/>
                </a:lnTo>
                <a:lnTo>
                  <a:pt x="165492" y="102758"/>
                </a:lnTo>
                <a:lnTo>
                  <a:pt x="165366" y="103889"/>
                </a:lnTo>
                <a:lnTo>
                  <a:pt x="165231" y="105009"/>
                </a:lnTo>
                <a:lnTo>
                  <a:pt x="165088" y="106119"/>
                </a:lnTo>
                <a:lnTo>
                  <a:pt x="164936" y="107219"/>
                </a:lnTo>
                <a:lnTo>
                  <a:pt x="164775" y="108308"/>
                </a:lnTo>
                <a:lnTo>
                  <a:pt x="164605" y="109388"/>
                </a:lnTo>
                <a:lnTo>
                  <a:pt x="164427" y="110457"/>
                </a:lnTo>
                <a:lnTo>
                  <a:pt x="164240" y="111516"/>
                </a:lnTo>
                <a:lnTo>
                  <a:pt x="164045" y="112564"/>
                </a:lnTo>
                <a:lnTo>
                  <a:pt x="163841" y="113603"/>
                </a:lnTo>
                <a:lnTo>
                  <a:pt x="163629" y="114631"/>
                </a:lnTo>
                <a:lnTo>
                  <a:pt x="163412" y="115649"/>
                </a:lnTo>
                <a:lnTo>
                  <a:pt x="163190" y="116657"/>
                </a:lnTo>
                <a:lnTo>
                  <a:pt x="162962" y="117654"/>
                </a:lnTo>
                <a:lnTo>
                  <a:pt x="162728" y="118642"/>
                </a:lnTo>
                <a:lnTo>
                  <a:pt x="162488" y="119620"/>
                </a:lnTo>
                <a:lnTo>
                  <a:pt x="162243" y="120587"/>
                </a:lnTo>
                <a:lnTo>
                  <a:pt x="161993" y="121544"/>
                </a:lnTo>
                <a:lnTo>
                  <a:pt x="161737" y="122492"/>
                </a:lnTo>
                <a:lnTo>
                  <a:pt x="161475" y="123429"/>
                </a:lnTo>
                <a:lnTo>
                  <a:pt x="161207" y="124356"/>
                </a:lnTo>
                <a:lnTo>
                  <a:pt x="160934" y="125273"/>
                </a:lnTo>
                <a:lnTo>
                  <a:pt x="160656" y="126180"/>
                </a:lnTo>
                <a:lnTo>
                  <a:pt x="160372" y="127076"/>
                </a:lnTo>
                <a:lnTo>
                  <a:pt x="160082" y="127963"/>
                </a:lnTo>
                <a:lnTo>
                  <a:pt x="159786" y="128840"/>
                </a:lnTo>
                <a:lnTo>
                  <a:pt x="159485" y="129706"/>
                </a:lnTo>
                <a:lnTo>
                  <a:pt x="159179" y="130562"/>
                </a:lnTo>
                <a:lnTo>
                  <a:pt x="158866" y="131409"/>
                </a:lnTo>
                <a:lnTo>
                  <a:pt x="158548" y="132245"/>
                </a:lnTo>
                <a:lnTo>
                  <a:pt x="158225" y="133071"/>
                </a:lnTo>
                <a:lnTo>
                  <a:pt x="157896" y="133887"/>
                </a:lnTo>
                <a:lnTo>
                  <a:pt x="157561" y="134693"/>
                </a:lnTo>
                <a:lnTo>
                  <a:pt x="157221" y="135488"/>
                </a:lnTo>
                <a:lnTo>
                  <a:pt x="156876" y="136274"/>
                </a:lnTo>
                <a:lnTo>
                  <a:pt x="156530" y="137049"/>
                </a:lnTo>
                <a:lnTo>
                  <a:pt x="156180" y="137814"/>
                </a:lnTo>
                <a:lnTo>
                  <a:pt x="155828" y="138569"/>
                </a:lnTo>
                <a:lnTo>
                  <a:pt x="155474" y="139313"/>
                </a:lnTo>
                <a:lnTo>
                  <a:pt x="155117" y="140047"/>
                </a:lnTo>
                <a:lnTo>
                  <a:pt x="154757" y="140770"/>
                </a:lnTo>
                <a:lnTo>
                  <a:pt x="154395" y="141483"/>
                </a:lnTo>
                <a:lnTo>
                  <a:pt x="154031" y="142186"/>
                </a:lnTo>
                <a:lnTo>
                  <a:pt x="153664" y="142878"/>
                </a:lnTo>
                <a:lnTo>
                  <a:pt x="153294" y="143560"/>
                </a:lnTo>
                <a:lnTo>
                  <a:pt x="152922" y="144232"/>
                </a:lnTo>
                <a:lnTo>
                  <a:pt x="152547" y="144893"/>
                </a:lnTo>
                <a:lnTo>
                  <a:pt x="152170" y="145544"/>
                </a:lnTo>
                <a:lnTo>
                  <a:pt x="151790" y="146184"/>
                </a:lnTo>
                <a:lnTo>
                  <a:pt x="151408" y="146814"/>
                </a:lnTo>
                <a:lnTo>
                  <a:pt x="151024" y="147434"/>
                </a:lnTo>
                <a:lnTo>
                  <a:pt x="150636" y="148043"/>
                </a:lnTo>
                <a:lnTo>
                  <a:pt x="150246" y="148642"/>
                </a:lnTo>
                <a:lnTo>
                  <a:pt x="149854" y="149230"/>
                </a:lnTo>
                <a:lnTo>
                  <a:pt x="149459" y="149808"/>
                </a:lnTo>
                <a:lnTo>
                  <a:pt x="149062" y="150376"/>
                </a:lnTo>
                <a:lnTo>
                  <a:pt x="148662" y="150933"/>
                </a:lnTo>
                <a:lnTo>
                  <a:pt x="148260" y="151480"/>
                </a:lnTo>
                <a:lnTo>
                  <a:pt x="147856" y="152017"/>
                </a:lnTo>
                <a:lnTo>
                  <a:pt x="147453" y="152544"/>
                </a:lnTo>
                <a:lnTo>
                  <a:pt x="147050" y="153062"/>
                </a:lnTo>
                <a:lnTo>
                  <a:pt x="146647" y="153569"/>
                </a:lnTo>
                <a:lnTo>
                  <a:pt x="146245" y="154066"/>
                </a:lnTo>
                <a:lnTo>
                  <a:pt x="145843" y="154553"/>
                </a:lnTo>
                <a:lnTo>
                  <a:pt x="145441" y="155030"/>
                </a:lnTo>
                <a:lnTo>
                  <a:pt x="145040" y="155497"/>
                </a:lnTo>
                <a:lnTo>
                  <a:pt x="144638" y="155955"/>
                </a:lnTo>
                <a:lnTo>
                  <a:pt x="144237" y="156402"/>
                </a:lnTo>
                <a:lnTo>
                  <a:pt x="143837" y="156839"/>
                </a:lnTo>
                <a:lnTo>
                  <a:pt x="143436" y="157267"/>
                </a:lnTo>
                <a:lnTo>
                  <a:pt x="143036" y="157684"/>
                </a:lnTo>
                <a:lnTo>
                  <a:pt x="142636" y="158091"/>
                </a:lnTo>
                <a:lnTo>
                  <a:pt x="142237" y="158489"/>
                </a:lnTo>
                <a:lnTo>
                  <a:pt x="141837" y="158876"/>
                </a:lnTo>
                <a:lnTo>
                  <a:pt x="141438" y="159254"/>
                </a:lnTo>
                <a:lnTo>
                  <a:pt x="141039" y="159621"/>
                </a:lnTo>
                <a:lnTo>
                  <a:pt x="140641" y="159979"/>
                </a:lnTo>
                <a:lnTo>
                  <a:pt x="140243" y="160326"/>
                </a:lnTo>
                <a:lnTo>
                  <a:pt x="139845" y="160664"/>
                </a:lnTo>
                <a:lnTo>
                  <a:pt x="139447" y="160992"/>
                </a:lnTo>
                <a:lnTo>
                  <a:pt x="139050" y="161309"/>
                </a:lnTo>
                <a:lnTo>
                  <a:pt x="138653" y="161617"/>
                </a:lnTo>
                <a:lnTo>
                  <a:pt x="141801" y="170664"/>
                </a:lnTo>
                <a:lnTo>
                  <a:pt x="142281" y="170395"/>
                </a:lnTo>
                <a:lnTo>
                  <a:pt x="142764" y="170112"/>
                </a:lnTo>
                <a:lnTo>
                  <a:pt x="143251" y="169815"/>
                </a:lnTo>
                <a:lnTo>
                  <a:pt x="143741" y="169505"/>
                </a:lnTo>
                <a:lnTo>
                  <a:pt x="144235" y="169181"/>
                </a:lnTo>
                <a:lnTo>
                  <a:pt x="144733" y="168844"/>
                </a:lnTo>
                <a:lnTo>
                  <a:pt x="145234" y="168493"/>
                </a:lnTo>
                <a:lnTo>
                  <a:pt x="145739" y="168128"/>
                </a:lnTo>
                <a:lnTo>
                  <a:pt x="146248" y="167750"/>
                </a:lnTo>
                <a:lnTo>
                  <a:pt x="146760" y="167358"/>
                </a:lnTo>
                <a:lnTo>
                  <a:pt x="147276" y="166953"/>
                </a:lnTo>
                <a:lnTo>
                  <a:pt x="147796" y="166534"/>
                </a:lnTo>
                <a:lnTo>
                  <a:pt x="148319" y="166102"/>
                </a:lnTo>
                <a:lnTo>
                  <a:pt x="148846" y="165655"/>
                </a:lnTo>
                <a:lnTo>
                  <a:pt x="149376" y="165196"/>
                </a:lnTo>
                <a:lnTo>
                  <a:pt x="149910" y="164722"/>
                </a:lnTo>
                <a:lnTo>
                  <a:pt x="150448" y="164236"/>
                </a:lnTo>
                <a:lnTo>
                  <a:pt x="150989" y="163735"/>
                </a:lnTo>
                <a:lnTo>
                  <a:pt x="151535" y="163221"/>
                </a:lnTo>
                <a:lnTo>
                  <a:pt x="152083" y="162693"/>
                </a:lnTo>
                <a:lnTo>
                  <a:pt x="152636" y="162152"/>
                </a:lnTo>
                <a:lnTo>
                  <a:pt x="153192" y="161597"/>
                </a:lnTo>
                <a:lnTo>
                  <a:pt x="153751" y="161029"/>
                </a:lnTo>
                <a:lnTo>
                  <a:pt x="154315" y="160447"/>
                </a:lnTo>
                <a:lnTo>
                  <a:pt x="154879" y="159851"/>
                </a:lnTo>
                <a:lnTo>
                  <a:pt x="155440" y="159244"/>
                </a:lnTo>
                <a:lnTo>
                  <a:pt x="156000" y="158623"/>
                </a:lnTo>
                <a:lnTo>
                  <a:pt x="156557" y="157990"/>
                </a:lnTo>
                <a:lnTo>
                  <a:pt x="157112" y="157344"/>
                </a:lnTo>
                <a:lnTo>
                  <a:pt x="157665" y="156686"/>
                </a:lnTo>
                <a:lnTo>
                  <a:pt x="158215" y="156015"/>
                </a:lnTo>
                <a:lnTo>
                  <a:pt x="158764" y="155332"/>
                </a:lnTo>
                <a:lnTo>
                  <a:pt x="159310" y="154636"/>
                </a:lnTo>
                <a:lnTo>
                  <a:pt x="159854" y="153927"/>
                </a:lnTo>
                <a:lnTo>
                  <a:pt x="160395" y="153205"/>
                </a:lnTo>
                <a:lnTo>
                  <a:pt x="160934" y="152471"/>
                </a:lnTo>
                <a:lnTo>
                  <a:pt x="161472" y="151725"/>
                </a:lnTo>
                <a:lnTo>
                  <a:pt x="162006" y="150965"/>
                </a:lnTo>
                <a:lnTo>
                  <a:pt x="162539" y="150193"/>
                </a:lnTo>
                <a:lnTo>
                  <a:pt x="163069" y="149409"/>
                </a:lnTo>
                <a:lnTo>
                  <a:pt x="163597" y="148612"/>
                </a:lnTo>
                <a:lnTo>
                  <a:pt x="164123" y="147802"/>
                </a:lnTo>
                <a:lnTo>
                  <a:pt x="164647" y="146980"/>
                </a:lnTo>
                <a:lnTo>
                  <a:pt x="165168" y="146145"/>
                </a:lnTo>
                <a:lnTo>
                  <a:pt x="165687" y="145297"/>
                </a:lnTo>
                <a:lnTo>
                  <a:pt x="166204" y="144437"/>
                </a:lnTo>
                <a:lnTo>
                  <a:pt x="166719" y="143564"/>
                </a:lnTo>
                <a:lnTo>
                  <a:pt x="167231" y="142678"/>
                </a:lnTo>
                <a:lnTo>
                  <a:pt x="167739" y="141780"/>
                </a:lnTo>
                <a:lnTo>
                  <a:pt x="168239" y="140870"/>
                </a:lnTo>
                <a:lnTo>
                  <a:pt x="168731" y="139947"/>
                </a:lnTo>
                <a:lnTo>
                  <a:pt x="169216" y="139011"/>
                </a:lnTo>
                <a:lnTo>
                  <a:pt x="169693" y="138063"/>
                </a:lnTo>
                <a:lnTo>
                  <a:pt x="170163" y="137103"/>
                </a:lnTo>
                <a:lnTo>
                  <a:pt x="170625" y="136130"/>
                </a:lnTo>
                <a:lnTo>
                  <a:pt x="171080" y="135144"/>
                </a:lnTo>
                <a:lnTo>
                  <a:pt x="171527" y="134146"/>
                </a:lnTo>
                <a:lnTo>
                  <a:pt x="171966" y="133136"/>
                </a:lnTo>
                <a:lnTo>
                  <a:pt x="172398" y="132113"/>
                </a:lnTo>
                <a:lnTo>
                  <a:pt x="172822" y="131078"/>
                </a:lnTo>
                <a:lnTo>
                  <a:pt x="173239" y="130030"/>
                </a:lnTo>
                <a:lnTo>
                  <a:pt x="173648" y="128970"/>
                </a:lnTo>
                <a:lnTo>
                  <a:pt x="174049" y="127897"/>
                </a:lnTo>
                <a:lnTo>
                  <a:pt x="174443" y="126811"/>
                </a:lnTo>
                <a:lnTo>
                  <a:pt x="174830" y="125714"/>
                </a:lnTo>
                <a:lnTo>
                  <a:pt x="175209" y="124603"/>
                </a:lnTo>
                <a:lnTo>
                  <a:pt x="175580" y="123481"/>
                </a:lnTo>
                <a:lnTo>
                  <a:pt x="175944" y="122345"/>
                </a:lnTo>
                <a:lnTo>
                  <a:pt x="176300" y="121198"/>
                </a:lnTo>
                <a:lnTo>
                  <a:pt x="176648" y="120037"/>
                </a:lnTo>
                <a:lnTo>
                  <a:pt x="176989" y="118865"/>
                </a:lnTo>
                <a:lnTo>
                  <a:pt x="177323" y="117680"/>
                </a:lnTo>
                <a:lnTo>
                  <a:pt x="177645" y="116482"/>
                </a:lnTo>
                <a:lnTo>
                  <a:pt x="177955" y="115273"/>
                </a:lnTo>
                <a:lnTo>
                  <a:pt x="178250" y="114052"/>
                </a:lnTo>
                <a:lnTo>
                  <a:pt x="178531" y="112820"/>
                </a:lnTo>
                <a:lnTo>
                  <a:pt x="178799" y="111575"/>
                </a:lnTo>
                <a:lnTo>
                  <a:pt x="179053" y="110319"/>
                </a:lnTo>
                <a:lnTo>
                  <a:pt x="179294" y="109051"/>
                </a:lnTo>
                <a:lnTo>
                  <a:pt x="179520" y="107772"/>
                </a:lnTo>
                <a:lnTo>
                  <a:pt x="179733" y="106480"/>
                </a:lnTo>
                <a:lnTo>
                  <a:pt x="179932" y="105177"/>
                </a:lnTo>
                <a:lnTo>
                  <a:pt x="180118" y="103862"/>
                </a:lnTo>
                <a:lnTo>
                  <a:pt x="180290" y="102535"/>
                </a:lnTo>
                <a:lnTo>
                  <a:pt x="180447" y="101197"/>
                </a:lnTo>
                <a:lnTo>
                  <a:pt x="180592" y="99846"/>
                </a:lnTo>
                <a:lnTo>
                  <a:pt x="180722" y="98484"/>
                </a:lnTo>
                <a:lnTo>
                  <a:pt x="180839" y="97110"/>
                </a:lnTo>
                <a:lnTo>
                  <a:pt x="180942" y="95725"/>
                </a:lnTo>
                <a:lnTo>
                  <a:pt x="181031" y="94327"/>
                </a:lnTo>
                <a:lnTo>
                  <a:pt x="181107" y="92918"/>
                </a:lnTo>
                <a:lnTo>
                  <a:pt x="181169" y="91497"/>
                </a:lnTo>
                <a:lnTo>
                  <a:pt x="181217" y="90064"/>
                </a:lnTo>
                <a:lnTo>
                  <a:pt x="181251" y="88620"/>
                </a:lnTo>
                <a:lnTo>
                  <a:pt x="181272" y="87163"/>
                </a:lnTo>
                <a:lnTo>
                  <a:pt x="181278" y="85695"/>
                </a:lnTo>
                <a:lnTo>
                  <a:pt x="181278" y="84888"/>
                </a:lnTo>
                <a:lnTo>
                  <a:pt x="181272" y="83427"/>
                </a:lnTo>
                <a:lnTo>
                  <a:pt x="181251" y="81977"/>
                </a:lnTo>
                <a:lnTo>
                  <a:pt x="181217" y="80539"/>
                </a:lnTo>
                <a:lnTo>
                  <a:pt x="181169" y="79112"/>
                </a:lnTo>
                <a:lnTo>
                  <a:pt x="181107" y="77697"/>
                </a:lnTo>
                <a:lnTo>
                  <a:pt x="181031" y="76294"/>
                </a:lnTo>
                <a:close/>
                <a:moveTo>
                  <a:pt x="530769" y="83449"/>
                </a:moveTo>
                <a:lnTo>
                  <a:pt x="530736" y="82705"/>
                </a:lnTo>
                <a:lnTo>
                  <a:pt x="530696" y="81966"/>
                </a:lnTo>
                <a:lnTo>
                  <a:pt x="530648" y="81233"/>
                </a:lnTo>
                <a:lnTo>
                  <a:pt x="530594" y="80504"/>
                </a:lnTo>
                <a:lnTo>
                  <a:pt x="530532" y="79780"/>
                </a:lnTo>
                <a:lnTo>
                  <a:pt x="530462" y="79060"/>
                </a:lnTo>
                <a:lnTo>
                  <a:pt x="530386" y="78346"/>
                </a:lnTo>
                <a:lnTo>
                  <a:pt x="530302" y="77637"/>
                </a:lnTo>
                <a:lnTo>
                  <a:pt x="530211" y="76932"/>
                </a:lnTo>
                <a:lnTo>
                  <a:pt x="530113" y="76233"/>
                </a:lnTo>
                <a:lnTo>
                  <a:pt x="530007" y="75538"/>
                </a:lnTo>
                <a:lnTo>
                  <a:pt x="529894" y="74848"/>
                </a:lnTo>
                <a:lnTo>
                  <a:pt x="529774" y="74163"/>
                </a:lnTo>
                <a:lnTo>
                  <a:pt x="529646" y="73483"/>
                </a:lnTo>
                <a:lnTo>
                  <a:pt x="529511" y="72808"/>
                </a:lnTo>
                <a:lnTo>
                  <a:pt x="529369" y="72138"/>
                </a:lnTo>
                <a:lnTo>
                  <a:pt x="529220" y="71473"/>
                </a:lnTo>
                <a:lnTo>
                  <a:pt x="529063" y="70812"/>
                </a:lnTo>
                <a:lnTo>
                  <a:pt x="528899" y="70157"/>
                </a:lnTo>
                <a:lnTo>
                  <a:pt x="528728" y="69506"/>
                </a:lnTo>
                <a:lnTo>
                  <a:pt x="528549" y="68862"/>
                </a:lnTo>
                <a:lnTo>
                  <a:pt x="528362" y="68224"/>
                </a:lnTo>
                <a:lnTo>
                  <a:pt x="528168" y="67593"/>
                </a:lnTo>
                <a:lnTo>
                  <a:pt x="527965" y="66970"/>
                </a:lnTo>
                <a:lnTo>
                  <a:pt x="527755" y="66353"/>
                </a:lnTo>
                <a:lnTo>
                  <a:pt x="527537" y="65743"/>
                </a:lnTo>
                <a:lnTo>
                  <a:pt x="527311" y="65141"/>
                </a:lnTo>
                <a:lnTo>
                  <a:pt x="527077" y="64545"/>
                </a:lnTo>
                <a:lnTo>
                  <a:pt x="526836" y="63956"/>
                </a:lnTo>
                <a:lnTo>
                  <a:pt x="526586" y="63375"/>
                </a:lnTo>
                <a:lnTo>
                  <a:pt x="526329" y="62800"/>
                </a:lnTo>
                <a:lnTo>
                  <a:pt x="526064" y="62232"/>
                </a:lnTo>
                <a:lnTo>
                  <a:pt x="525791" y="61672"/>
                </a:lnTo>
                <a:lnTo>
                  <a:pt x="525510" y="61118"/>
                </a:lnTo>
                <a:lnTo>
                  <a:pt x="525221" y="60571"/>
                </a:lnTo>
                <a:lnTo>
                  <a:pt x="524925" y="60032"/>
                </a:lnTo>
                <a:lnTo>
                  <a:pt x="524620" y="59499"/>
                </a:lnTo>
                <a:lnTo>
                  <a:pt x="524308" y="58973"/>
                </a:lnTo>
                <a:lnTo>
                  <a:pt x="523988" y="58455"/>
                </a:lnTo>
                <a:lnTo>
                  <a:pt x="523660" y="57943"/>
                </a:lnTo>
                <a:lnTo>
                  <a:pt x="523324" y="57438"/>
                </a:lnTo>
                <a:lnTo>
                  <a:pt x="522980" y="56941"/>
                </a:lnTo>
                <a:lnTo>
                  <a:pt x="522629" y="56450"/>
                </a:lnTo>
                <a:lnTo>
                  <a:pt x="522269" y="55966"/>
                </a:lnTo>
                <a:lnTo>
                  <a:pt x="521902" y="55491"/>
                </a:lnTo>
                <a:lnTo>
                  <a:pt x="521526" y="55024"/>
                </a:lnTo>
                <a:lnTo>
                  <a:pt x="521141" y="54565"/>
                </a:lnTo>
                <a:lnTo>
                  <a:pt x="520748" y="54116"/>
                </a:lnTo>
                <a:lnTo>
                  <a:pt x="520346" y="53676"/>
                </a:lnTo>
                <a:lnTo>
                  <a:pt x="519936" y="53244"/>
                </a:lnTo>
                <a:lnTo>
                  <a:pt x="519517" y="52821"/>
                </a:lnTo>
                <a:lnTo>
                  <a:pt x="519090" y="52407"/>
                </a:lnTo>
                <a:lnTo>
                  <a:pt x="518654" y="52002"/>
                </a:lnTo>
                <a:lnTo>
                  <a:pt x="518209" y="51605"/>
                </a:lnTo>
                <a:lnTo>
                  <a:pt x="517756" y="51218"/>
                </a:lnTo>
                <a:lnTo>
                  <a:pt x="517294" y="50839"/>
                </a:lnTo>
                <a:lnTo>
                  <a:pt x="516824" y="50469"/>
                </a:lnTo>
                <a:lnTo>
                  <a:pt x="516346" y="50107"/>
                </a:lnTo>
                <a:lnTo>
                  <a:pt x="515858" y="49755"/>
                </a:lnTo>
                <a:lnTo>
                  <a:pt x="515363" y="49411"/>
                </a:lnTo>
                <a:lnTo>
                  <a:pt x="514858" y="49077"/>
                </a:lnTo>
                <a:lnTo>
                  <a:pt x="514345" y="48751"/>
                </a:lnTo>
                <a:lnTo>
                  <a:pt x="513824" y="48434"/>
                </a:lnTo>
                <a:lnTo>
                  <a:pt x="513294" y="48125"/>
                </a:lnTo>
                <a:lnTo>
                  <a:pt x="512755" y="47826"/>
                </a:lnTo>
                <a:lnTo>
                  <a:pt x="512208" y="47535"/>
                </a:lnTo>
                <a:lnTo>
                  <a:pt x="511652" y="47253"/>
                </a:lnTo>
                <a:lnTo>
                  <a:pt x="511088" y="46980"/>
                </a:lnTo>
                <a:lnTo>
                  <a:pt x="510515" y="46717"/>
                </a:lnTo>
                <a:lnTo>
                  <a:pt x="509934" y="46465"/>
                </a:lnTo>
                <a:lnTo>
                  <a:pt x="509343" y="46224"/>
                </a:lnTo>
                <a:lnTo>
                  <a:pt x="508744" y="45995"/>
                </a:lnTo>
                <a:lnTo>
                  <a:pt x="508136" y="45777"/>
                </a:lnTo>
                <a:lnTo>
                  <a:pt x="507518" y="45569"/>
                </a:lnTo>
                <a:lnTo>
                  <a:pt x="506893" y="45374"/>
                </a:lnTo>
                <a:lnTo>
                  <a:pt x="506258" y="45189"/>
                </a:lnTo>
                <a:lnTo>
                  <a:pt x="505614" y="45015"/>
                </a:lnTo>
                <a:lnTo>
                  <a:pt x="504962" y="44853"/>
                </a:lnTo>
                <a:lnTo>
                  <a:pt x="504301" y="44702"/>
                </a:lnTo>
                <a:lnTo>
                  <a:pt x="503631" y="44562"/>
                </a:lnTo>
                <a:lnTo>
                  <a:pt x="502952" y="44433"/>
                </a:lnTo>
                <a:lnTo>
                  <a:pt x="502264" y="44316"/>
                </a:lnTo>
                <a:lnTo>
                  <a:pt x="501568" y="44209"/>
                </a:lnTo>
                <a:lnTo>
                  <a:pt x="500862" y="44114"/>
                </a:lnTo>
                <a:lnTo>
                  <a:pt x="500148" y="44030"/>
                </a:lnTo>
                <a:lnTo>
                  <a:pt x="499425" y="43957"/>
                </a:lnTo>
                <a:lnTo>
                  <a:pt x="498693" y="43896"/>
                </a:lnTo>
                <a:lnTo>
                  <a:pt x="497953" y="43845"/>
                </a:lnTo>
                <a:lnTo>
                  <a:pt x="497203" y="43806"/>
                </a:lnTo>
                <a:lnTo>
                  <a:pt x="496445" y="43778"/>
                </a:lnTo>
                <a:lnTo>
                  <a:pt x="495678" y="43761"/>
                </a:lnTo>
                <a:lnTo>
                  <a:pt x="494902" y="43756"/>
                </a:lnTo>
                <a:lnTo>
                  <a:pt x="494290" y="43761"/>
                </a:lnTo>
                <a:lnTo>
                  <a:pt x="493681" y="43777"/>
                </a:lnTo>
                <a:lnTo>
                  <a:pt x="493073" y="43803"/>
                </a:lnTo>
                <a:lnTo>
                  <a:pt x="492466" y="43839"/>
                </a:lnTo>
                <a:lnTo>
                  <a:pt x="491862" y="43886"/>
                </a:lnTo>
                <a:lnTo>
                  <a:pt x="491259" y="43943"/>
                </a:lnTo>
                <a:lnTo>
                  <a:pt x="490658" y="44010"/>
                </a:lnTo>
                <a:lnTo>
                  <a:pt x="490058" y="44088"/>
                </a:lnTo>
                <a:lnTo>
                  <a:pt x="489460" y="44176"/>
                </a:lnTo>
                <a:lnTo>
                  <a:pt x="488864" y="44274"/>
                </a:lnTo>
                <a:lnTo>
                  <a:pt x="488269" y="44383"/>
                </a:lnTo>
                <a:lnTo>
                  <a:pt x="487676" y="44503"/>
                </a:lnTo>
                <a:lnTo>
                  <a:pt x="487085" y="44632"/>
                </a:lnTo>
                <a:lnTo>
                  <a:pt x="486496" y="44772"/>
                </a:lnTo>
                <a:lnTo>
                  <a:pt x="485908" y="44923"/>
                </a:lnTo>
                <a:lnTo>
                  <a:pt x="485322" y="45083"/>
                </a:lnTo>
                <a:lnTo>
                  <a:pt x="484737" y="45255"/>
                </a:lnTo>
                <a:lnTo>
                  <a:pt x="484155" y="45436"/>
                </a:lnTo>
                <a:lnTo>
                  <a:pt x="483574" y="45628"/>
                </a:lnTo>
                <a:lnTo>
                  <a:pt x="482994" y="45830"/>
                </a:lnTo>
                <a:lnTo>
                  <a:pt x="482416" y="46043"/>
                </a:lnTo>
                <a:lnTo>
                  <a:pt x="481840" y="46266"/>
                </a:lnTo>
                <a:lnTo>
                  <a:pt x="481266" y="46499"/>
                </a:lnTo>
                <a:lnTo>
                  <a:pt x="480693" y="46743"/>
                </a:lnTo>
                <a:lnTo>
                  <a:pt x="480124" y="46997"/>
                </a:lnTo>
                <a:lnTo>
                  <a:pt x="479560" y="47260"/>
                </a:lnTo>
                <a:lnTo>
                  <a:pt x="479000" y="47534"/>
                </a:lnTo>
                <a:lnTo>
                  <a:pt x="478446" y="47817"/>
                </a:lnTo>
                <a:lnTo>
                  <a:pt x="477897" y="48110"/>
                </a:lnTo>
                <a:lnTo>
                  <a:pt x="477353" y="48413"/>
                </a:lnTo>
                <a:lnTo>
                  <a:pt x="476814" y="48726"/>
                </a:lnTo>
                <a:lnTo>
                  <a:pt x="476280" y="49048"/>
                </a:lnTo>
                <a:lnTo>
                  <a:pt x="475751" y="49380"/>
                </a:lnTo>
                <a:lnTo>
                  <a:pt x="475227" y="49723"/>
                </a:lnTo>
                <a:lnTo>
                  <a:pt x="474708" y="50075"/>
                </a:lnTo>
                <a:lnTo>
                  <a:pt x="474195" y="50436"/>
                </a:lnTo>
                <a:lnTo>
                  <a:pt x="473686" y="50808"/>
                </a:lnTo>
                <a:lnTo>
                  <a:pt x="473182" y="51189"/>
                </a:lnTo>
                <a:lnTo>
                  <a:pt x="472683" y="51580"/>
                </a:lnTo>
                <a:lnTo>
                  <a:pt x="472190" y="51981"/>
                </a:lnTo>
                <a:lnTo>
                  <a:pt x="471701" y="52392"/>
                </a:lnTo>
                <a:lnTo>
                  <a:pt x="471218" y="52813"/>
                </a:lnTo>
                <a:lnTo>
                  <a:pt x="470739" y="53243"/>
                </a:lnTo>
                <a:lnTo>
                  <a:pt x="470266" y="53683"/>
                </a:lnTo>
                <a:lnTo>
                  <a:pt x="469797" y="54133"/>
                </a:lnTo>
                <a:lnTo>
                  <a:pt x="469334" y="54593"/>
                </a:lnTo>
                <a:lnTo>
                  <a:pt x="468876" y="55063"/>
                </a:lnTo>
                <a:lnTo>
                  <a:pt x="468422" y="55542"/>
                </a:lnTo>
                <a:lnTo>
                  <a:pt x="467975" y="56031"/>
                </a:lnTo>
                <a:lnTo>
                  <a:pt x="467536" y="56529"/>
                </a:lnTo>
                <a:lnTo>
                  <a:pt x="467105" y="57035"/>
                </a:lnTo>
                <a:lnTo>
                  <a:pt x="466682" y="57551"/>
                </a:lnTo>
                <a:lnTo>
                  <a:pt x="466267" y="58075"/>
                </a:lnTo>
                <a:lnTo>
                  <a:pt x="465859" y="58608"/>
                </a:lnTo>
                <a:lnTo>
                  <a:pt x="465459" y="59150"/>
                </a:lnTo>
                <a:lnTo>
                  <a:pt x="465067" y="59700"/>
                </a:lnTo>
                <a:lnTo>
                  <a:pt x="464683" y="60260"/>
                </a:lnTo>
                <a:lnTo>
                  <a:pt x="464307" y="60828"/>
                </a:lnTo>
                <a:lnTo>
                  <a:pt x="463939" y="61405"/>
                </a:lnTo>
                <a:lnTo>
                  <a:pt x="463578" y="61991"/>
                </a:lnTo>
                <a:lnTo>
                  <a:pt x="463226" y="62586"/>
                </a:lnTo>
                <a:lnTo>
                  <a:pt x="462881" y="63189"/>
                </a:lnTo>
                <a:lnTo>
                  <a:pt x="462544" y="63802"/>
                </a:lnTo>
                <a:lnTo>
                  <a:pt x="462215" y="64423"/>
                </a:lnTo>
                <a:lnTo>
                  <a:pt x="461894" y="65053"/>
                </a:lnTo>
                <a:lnTo>
                  <a:pt x="461580" y="65692"/>
                </a:lnTo>
                <a:lnTo>
                  <a:pt x="461275" y="66340"/>
                </a:lnTo>
                <a:lnTo>
                  <a:pt x="460977" y="66996"/>
                </a:lnTo>
                <a:lnTo>
                  <a:pt x="460687" y="67662"/>
                </a:lnTo>
                <a:lnTo>
                  <a:pt x="460405" y="68336"/>
                </a:lnTo>
                <a:lnTo>
                  <a:pt x="460131" y="69019"/>
                </a:lnTo>
                <a:lnTo>
                  <a:pt x="459865" y="69711"/>
                </a:lnTo>
                <a:lnTo>
                  <a:pt x="459608" y="70411"/>
                </a:lnTo>
                <a:lnTo>
                  <a:pt x="459362" y="71119"/>
                </a:lnTo>
                <a:lnTo>
                  <a:pt x="459127" y="71836"/>
                </a:lnTo>
                <a:lnTo>
                  <a:pt x="458903" y="72560"/>
                </a:lnTo>
                <a:lnTo>
                  <a:pt x="458690" y="73292"/>
                </a:lnTo>
                <a:lnTo>
                  <a:pt x="458487" y="74032"/>
                </a:lnTo>
                <a:lnTo>
                  <a:pt x="458296" y="74781"/>
                </a:lnTo>
                <a:lnTo>
                  <a:pt x="458116" y="75537"/>
                </a:lnTo>
                <a:lnTo>
                  <a:pt x="457946" y="76301"/>
                </a:lnTo>
                <a:lnTo>
                  <a:pt x="457788" y="77073"/>
                </a:lnTo>
                <a:lnTo>
                  <a:pt x="457640" y="77853"/>
                </a:lnTo>
                <a:lnTo>
                  <a:pt x="457504" y="78641"/>
                </a:lnTo>
                <a:lnTo>
                  <a:pt x="457378" y="79438"/>
                </a:lnTo>
                <a:lnTo>
                  <a:pt x="457263" y="80242"/>
                </a:lnTo>
                <a:lnTo>
                  <a:pt x="457159" y="81054"/>
                </a:lnTo>
                <a:lnTo>
                  <a:pt x="457066" y="81874"/>
                </a:lnTo>
                <a:lnTo>
                  <a:pt x="456984" y="82702"/>
                </a:lnTo>
                <a:lnTo>
                  <a:pt x="456913" y="83538"/>
                </a:lnTo>
                <a:lnTo>
                  <a:pt x="456853" y="84382"/>
                </a:lnTo>
                <a:lnTo>
                  <a:pt x="456804" y="85234"/>
                </a:lnTo>
                <a:lnTo>
                  <a:pt x="456766" y="86095"/>
                </a:lnTo>
                <a:lnTo>
                  <a:pt x="456738" y="86963"/>
                </a:lnTo>
                <a:lnTo>
                  <a:pt x="456722" y="87839"/>
                </a:lnTo>
                <a:lnTo>
                  <a:pt x="456716" y="88723"/>
                </a:lnTo>
                <a:lnTo>
                  <a:pt x="456716" y="92113"/>
                </a:lnTo>
                <a:lnTo>
                  <a:pt x="456721" y="92878"/>
                </a:lnTo>
                <a:lnTo>
                  <a:pt x="456736" y="93637"/>
                </a:lnTo>
                <a:lnTo>
                  <a:pt x="456761" y="94391"/>
                </a:lnTo>
                <a:lnTo>
                  <a:pt x="456795" y="95141"/>
                </a:lnTo>
                <a:lnTo>
                  <a:pt x="456839" y="95885"/>
                </a:lnTo>
                <a:lnTo>
                  <a:pt x="456893" y="96624"/>
                </a:lnTo>
                <a:lnTo>
                  <a:pt x="456957" y="97358"/>
                </a:lnTo>
                <a:lnTo>
                  <a:pt x="457030" y="98087"/>
                </a:lnTo>
                <a:lnTo>
                  <a:pt x="457114" y="98811"/>
                </a:lnTo>
                <a:lnTo>
                  <a:pt x="457207" y="99530"/>
                </a:lnTo>
                <a:lnTo>
                  <a:pt x="457310" y="100244"/>
                </a:lnTo>
                <a:lnTo>
                  <a:pt x="457423" y="100953"/>
                </a:lnTo>
                <a:lnTo>
                  <a:pt x="457545" y="101657"/>
                </a:lnTo>
                <a:lnTo>
                  <a:pt x="457678" y="102356"/>
                </a:lnTo>
                <a:lnTo>
                  <a:pt x="457820" y="103050"/>
                </a:lnTo>
                <a:lnTo>
                  <a:pt x="457972" y="103739"/>
                </a:lnTo>
                <a:lnTo>
                  <a:pt x="458134" y="104422"/>
                </a:lnTo>
                <a:lnTo>
                  <a:pt x="458306" y="105101"/>
                </a:lnTo>
                <a:lnTo>
                  <a:pt x="458487" y="105774"/>
                </a:lnTo>
                <a:lnTo>
                  <a:pt x="458679" y="106443"/>
                </a:lnTo>
                <a:lnTo>
                  <a:pt x="458880" y="107106"/>
                </a:lnTo>
                <a:lnTo>
                  <a:pt x="459091" y="107765"/>
                </a:lnTo>
                <a:lnTo>
                  <a:pt x="459311" y="108418"/>
                </a:lnTo>
                <a:lnTo>
                  <a:pt x="459542" y="109067"/>
                </a:lnTo>
                <a:lnTo>
                  <a:pt x="459782" y="109709"/>
                </a:lnTo>
                <a:lnTo>
                  <a:pt x="460030" y="110344"/>
                </a:lnTo>
                <a:lnTo>
                  <a:pt x="460287" y="110971"/>
                </a:lnTo>
                <a:lnTo>
                  <a:pt x="460552" y="111592"/>
                </a:lnTo>
                <a:lnTo>
                  <a:pt x="460826" y="112205"/>
                </a:lnTo>
                <a:lnTo>
                  <a:pt x="461109" y="112811"/>
                </a:lnTo>
                <a:lnTo>
                  <a:pt x="461400" y="113409"/>
                </a:lnTo>
                <a:lnTo>
                  <a:pt x="461699" y="114000"/>
                </a:lnTo>
                <a:lnTo>
                  <a:pt x="462007" y="114584"/>
                </a:lnTo>
                <a:lnTo>
                  <a:pt x="462324" y="115161"/>
                </a:lnTo>
                <a:lnTo>
                  <a:pt x="462649" y="115730"/>
                </a:lnTo>
                <a:lnTo>
                  <a:pt x="462983" y="116292"/>
                </a:lnTo>
                <a:lnTo>
                  <a:pt x="463325" y="116847"/>
                </a:lnTo>
                <a:lnTo>
                  <a:pt x="463676" y="117394"/>
                </a:lnTo>
                <a:lnTo>
                  <a:pt x="464036" y="117934"/>
                </a:lnTo>
                <a:lnTo>
                  <a:pt x="464404" y="118467"/>
                </a:lnTo>
                <a:lnTo>
                  <a:pt x="464780" y="118993"/>
                </a:lnTo>
                <a:lnTo>
                  <a:pt x="465165" y="119511"/>
                </a:lnTo>
                <a:lnTo>
                  <a:pt x="465559" y="120022"/>
                </a:lnTo>
                <a:lnTo>
                  <a:pt x="465961" y="120526"/>
                </a:lnTo>
                <a:lnTo>
                  <a:pt x="466372" y="121022"/>
                </a:lnTo>
                <a:lnTo>
                  <a:pt x="466791" y="121512"/>
                </a:lnTo>
                <a:lnTo>
                  <a:pt x="467219" y="121993"/>
                </a:lnTo>
                <a:lnTo>
                  <a:pt x="467655" y="122468"/>
                </a:lnTo>
                <a:lnTo>
                  <a:pt x="468100" y="122934"/>
                </a:lnTo>
                <a:lnTo>
                  <a:pt x="468551" y="123392"/>
                </a:lnTo>
                <a:lnTo>
                  <a:pt x="469010" y="123841"/>
                </a:lnTo>
                <a:lnTo>
                  <a:pt x="469476" y="124281"/>
                </a:lnTo>
                <a:lnTo>
                  <a:pt x="469950" y="124712"/>
                </a:lnTo>
                <a:lnTo>
                  <a:pt x="470430" y="125135"/>
                </a:lnTo>
                <a:lnTo>
                  <a:pt x="470918" y="125548"/>
                </a:lnTo>
                <a:lnTo>
                  <a:pt x="471414" y="125953"/>
                </a:lnTo>
                <a:lnTo>
                  <a:pt x="471916" y="126349"/>
                </a:lnTo>
                <a:lnTo>
                  <a:pt x="472426" y="126736"/>
                </a:lnTo>
                <a:lnTo>
                  <a:pt x="472943" y="127114"/>
                </a:lnTo>
                <a:lnTo>
                  <a:pt x="473468" y="127483"/>
                </a:lnTo>
                <a:lnTo>
                  <a:pt x="474000" y="127844"/>
                </a:lnTo>
                <a:lnTo>
                  <a:pt x="474539" y="128196"/>
                </a:lnTo>
                <a:lnTo>
                  <a:pt x="475085" y="128539"/>
                </a:lnTo>
                <a:lnTo>
                  <a:pt x="475639" y="128873"/>
                </a:lnTo>
                <a:lnTo>
                  <a:pt x="476200" y="129198"/>
                </a:lnTo>
                <a:lnTo>
                  <a:pt x="476768" y="129514"/>
                </a:lnTo>
                <a:lnTo>
                  <a:pt x="477343" y="129822"/>
                </a:lnTo>
                <a:lnTo>
                  <a:pt x="477926" y="130121"/>
                </a:lnTo>
                <a:lnTo>
                  <a:pt x="478516" y="130410"/>
                </a:lnTo>
                <a:lnTo>
                  <a:pt x="479113" y="130692"/>
                </a:lnTo>
                <a:lnTo>
                  <a:pt x="479718" y="130964"/>
                </a:lnTo>
                <a:lnTo>
                  <a:pt x="480330" y="131227"/>
                </a:lnTo>
                <a:lnTo>
                  <a:pt x="480949" y="131481"/>
                </a:lnTo>
                <a:lnTo>
                  <a:pt x="481573" y="131724"/>
                </a:lnTo>
                <a:lnTo>
                  <a:pt x="482204" y="131956"/>
                </a:lnTo>
                <a:lnTo>
                  <a:pt x="482841" y="132177"/>
                </a:lnTo>
                <a:lnTo>
                  <a:pt x="483483" y="132387"/>
                </a:lnTo>
                <a:lnTo>
                  <a:pt x="484132" y="132587"/>
                </a:lnTo>
                <a:lnTo>
                  <a:pt x="484787" y="132776"/>
                </a:lnTo>
                <a:lnTo>
                  <a:pt x="485447" y="132954"/>
                </a:lnTo>
                <a:lnTo>
                  <a:pt x="486114" y="133121"/>
                </a:lnTo>
                <a:lnTo>
                  <a:pt x="486787" y="133278"/>
                </a:lnTo>
                <a:lnTo>
                  <a:pt x="487466" y="133423"/>
                </a:lnTo>
                <a:lnTo>
                  <a:pt x="488151" y="133558"/>
                </a:lnTo>
                <a:lnTo>
                  <a:pt x="488842" y="133682"/>
                </a:lnTo>
                <a:lnTo>
                  <a:pt x="489539" y="133796"/>
                </a:lnTo>
                <a:lnTo>
                  <a:pt x="490242" y="133898"/>
                </a:lnTo>
                <a:lnTo>
                  <a:pt x="490951" y="133990"/>
                </a:lnTo>
                <a:lnTo>
                  <a:pt x="491666" y="134071"/>
                </a:lnTo>
                <a:lnTo>
                  <a:pt x="492387" y="134141"/>
                </a:lnTo>
                <a:lnTo>
                  <a:pt x="493114" y="134200"/>
                </a:lnTo>
                <a:lnTo>
                  <a:pt x="493847" y="134249"/>
                </a:lnTo>
                <a:lnTo>
                  <a:pt x="494586" y="134287"/>
                </a:lnTo>
                <a:lnTo>
                  <a:pt x="495331" y="134314"/>
                </a:lnTo>
                <a:lnTo>
                  <a:pt x="496082" y="134330"/>
                </a:lnTo>
                <a:lnTo>
                  <a:pt x="496839" y="134335"/>
                </a:lnTo>
                <a:lnTo>
                  <a:pt x="497555" y="134331"/>
                </a:lnTo>
                <a:lnTo>
                  <a:pt x="498263" y="134319"/>
                </a:lnTo>
                <a:lnTo>
                  <a:pt x="498963" y="134297"/>
                </a:lnTo>
                <a:lnTo>
                  <a:pt x="499655" y="134268"/>
                </a:lnTo>
                <a:lnTo>
                  <a:pt x="500339" y="134230"/>
                </a:lnTo>
                <a:lnTo>
                  <a:pt x="501015" y="134184"/>
                </a:lnTo>
                <a:lnTo>
                  <a:pt x="501683" y="134129"/>
                </a:lnTo>
                <a:lnTo>
                  <a:pt x="502342" y="134066"/>
                </a:lnTo>
                <a:lnTo>
                  <a:pt x="502994" y="133995"/>
                </a:lnTo>
                <a:lnTo>
                  <a:pt x="503638" y="133915"/>
                </a:lnTo>
                <a:lnTo>
                  <a:pt x="504274" y="133827"/>
                </a:lnTo>
                <a:lnTo>
                  <a:pt x="504902" y="133730"/>
                </a:lnTo>
                <a:lnTo>
                  <a:pt x="505522" y="133625"/>
                </a:lnTo>
                <a:lnTo>
                  <a:pt x="506134" y="133511"/>
                </a:lnTo>
                <a:lnTo>
                  <a:pt x="506738" y="133389"/>
                </a:lnTo>
                <a:lnTo>
                  <a:pt x="507334" y="133259"/>
                </a:lnTo>
                <a:lnTo>
                  <a:pt x="507922" y="133120"/>
                </a:lnTo>
                <a:lnTo>
                  <a:pt x="508502" y="132973"/>
                </a:lnTo>
                <a:lnTo>
                  <a:pt x="509074" y="132817"/>
                </a:lnTo>
                <a:lnTo>
                  <a:pt x="509638" y="132653"/>
                </a:lnTo>
                <a:lnTo>
                  <a:pt x="510195" y="132481"/>
                </a:lnTo>
                <a:lnTo>
                  <a:pt x="510743" y="132300"/>
                </a:lnTo>
                <a:lnTo>
                  <a:pt x="511283" y="132111"/>
                </a:lnTo>
                <a:lnTo>
                  <a:pt x="511815" y="131913"/>
                </a:lnTo>
                <a:lnTo>
                  <a:pt x="512340" y="131709"/>
                </a:lnTo>
                <a:lnTo>
                  <a:pt x="512857" y="131500"/>
                </a:lnTo>
                <a:lnTo>
                  <a:pt x="513368" y="131285"/>
                </a:lnTo>
                <a:lnTo>
                  <a:pt x="513872" y="131066"/>
                </a:lnTo>
                <a:lnTo>
                  <a:pt x="514370" y="130841"/>
                </a:lnTo>
                <a:lnTo>
                  <a:pt x="514860" y="130612"/>
                </a:lnTo>
                <a:lnTo>
                  <a:pt x="515343" y="130377"/>
                </a:lnTo>
                <a:lnTo>
                  <a:pt x="515820" y="130137"/>
                </a:lnTo>
                <a:lnTo>
                  <a:pt x="516290" y="129893"/>
                </a:lnTo>
                <a:lnTo>
                  <a:pt x="516753" y="129643"/>
                </a:lnTo>
                <a:lnTo>
                  <a:pt x="517209" y="129388"/>
                </a:lnTo>
                <a:lnTo>
                  <a:pt x="517658" y="129128"/>
                </a:lnTo>
                <a:lnTo>
                  <a:pt x="518100" y="128863"/>
                </a:lnTo>
                <a:lnTo>
                  <a:pt x="518535" y="128593"/>
                </a:lnTo>
                <a:lnTo>
                  <a:pt x="518964" y="128318"/>
                </a:lnTo>
                <a:lnTo>
                  <a:pt x="519386" y="128038"/>
                </a:lnTo>
                <a:lnTo>
                  <a:pt x="519800" y="127753"/>
                </a:lnTo>
                <a:lnTo>
                  <a:pt x="520208" y="127463"/>
                </a:lnTo>
                <a:lnTo>
                  <a:pt x="520609" y="127168"/>
                </a:lnTo>
                <a:lnTo>
                  <a:pt x="521004" y="126868"/>
                </a:lnTo>
                <a:lnTo>
                  <a:pt x="521391" y="126563"/>
                </a:lnTo>
                <a:lnTo>
                  <a:pt x="521771" y="126252"/>
                </a:lnTo>
                <a:lnTo>
                  <a:pt x="522145" y="125937"/>
                </a:lnTo>
                <a:lnTo>
                  <a:pt x="522512" y="125616"/>
                </a:lnTo>
                <a:lnTo>
                  <a:pt x="522872" y="125293"/>
                </a:lnTo>
                <a:lnTo>
                  <a:pt x="523228" y="124968"/>
                </a:lnTo>
                <a:lnTo>
                  <a:pt x="523578" y="124641"/>
                </a:lnTo>
                <a:lnTo>
                  <a:pt x="523922" y="124314"/>
                </a:lnTo>
                <a:lnTo>
                  <a:pt x="524261" y="123984"/>
                </a:lnTo>
                <a:lnTo>
                  <a:pt x="524595" y="123654"/>
                </a:lnTo>
                <a:lnTo>
                  <a:pt x="524924" y="123322"/>
                </a:lnTo>
                <a:lnTo>
                  <a:pt x="525247" y="122988"/>
                </a:lnTo>
                <a:lnTo>
                  <a:pt x="525566" y="122653"/>
                </a:lnTo>
                <a:lnTo>
                  <a:pt x="525878" y="122317"/>
                </a:lnTo>
                <a:lnTo>
                  <a:pt x="526186" y="121980"/>
                </a:lnTo>
                <a:lnTo>
                  <a:pt x="526488" y="121640"/>
                </a:lnTo>
                <a:lnTo>
                  <a:pt x="526784" y="121300"/>
                </a:lnTo>
                <a:lnTo>
                  <a:pt x="527076" y="120958"/>
                </a:lnTo>
                <a:lnTo>
                  <a:pt x="527362" y="120615"/>
                </a:lnTo>
                <a:lnTo>
                  <a:pt x="527642" y="120270"/>
                </a:lnTo>
                <a:lnTo>
                  <a:pt x="527918" y="119924"/>
                </a:lnTo>
                <a:lnTo>
                  <a:pt x="528188" y="119577"/>
                </a:lnTo>
                <a:lnTo>
                  <a:pt x="528453" y="119228"/>
                </a:lnTo>
                <a:lnTo>
                  <a:pt x="528712" y="118878"/>
                </a:lnTo>
                <a:lnTo>
                  <a:pt x="528966" y="118526"/>
                </a:lnTo>
                <a:lnTo>
                  <a:pt x="529215" y="118173"/>
                </a:lnTo>
                <a:lnTo>
                  <a:pt x="529459" y="117819"/>
                </a:lnTo>
                <a:lnTo>
                  <a:pt x="529697" y="117463"/>
                </a:lnTo>
                <a:lnTo>
                  <a:pt x="520655" y="110278"/>
                </a:lnTo>
                <a:lnTo>
                  <a:pt x="520309" y="110725"/>
                </a:lnTo>
                <a:lnTo>
                  <a:pt x="519959" y="111164"/>
                </a:lnTo>
                <a:lnTo>
                  <a:pt x="519604" y="111596"/>
                </a:lnTo>
                <a:lnTo>
                  <a:pt x="519244" y="112020"/>
                </a:lnTo>
                <a:lnTo>
                  <a:pt x="518880" y="112437"/>
                </a:lnTo>
                <a:lnTo>
                  <a:pt x="518510" y="112846"/>
                </a:lnTo>
                <a:lnTo>
                  <a:pt x="518136" y="113247"/>
                </a:lnTo>
                <a:lnTo>
                  <a:pt x="517758" y="113641"/>
                </a:lnTo>
                <a:lnTo>
                  <a:pt x="517374" y="114028"/>
                </a:lnTo>
                <a:lnTo>
                  <a:pt x="516986" y="114407"/>
                </a:lnTo>
                <a:lnTo>
                  <a:pt x="516592" y="114778"/>
                </a:lnTo>
                <a:lnTo>
                  <a:pt x="516194" y="115142"/>
                </a:lnTo>
                <a:lnTo>
                  <a:pt x="515792" y="115498"/>
                </a:lnTo>
                <a:lnTo>
                  <a:pt x="515384" y="115846"/>
                </a:lnTo>
                <a:lnTo>
                  <a:pt x="514972" y="116187"/>
                </a:lnTo>
                <a:lnTo>
                  <a:pt x="514555" y="116521"/>
                </a:lnTo>
                <a:lnTo>
                  <a:pt x="514133" y="116847"/>
                </a:lnTo>
                <a:lnTo>
                  <a:pt x="513707" y="117165"/>
                </a:lnTo>
                <a:lnTo>
                  <a:pt x="513276" y="117476"/>
                </a:lnTo>
                <a:lnTo>
                  <a:pt x="512840" y="117779"/>
                </a:lnTo>
                <a:lnTo>
                  <a:pt x="512399" y="118074"/>
                </a:lnTo>
                <a:lnTo>
                  <a:pt x="511953" y="118362"/>
                </a:lnTo>
                <a:lnTo>
                  <a:pt x="511503" y="118643"/>
                </a:lnTo>
                <a:lnTo>
                  <a:pt x="511048" y="118916"/>
                </a:lnTo>
                <a:lnTo>
                  <a:pt x="510586" y="119179"/>
                </a:lnTo>
                <a:lnTo>
                  <a:pt x="510116" y="119432"/>
                </a:lnTo>
                <a:lnTo>
                  <a:pt x="509638" y="119673"/>
                </a:lnTo>
                <a:lnTo>
                  <a:pt x="509151" y="119903"/>
                </a:lnTo>
                <a:lnTo>
                  <a:pt x="508655" y="120121"/>
                </a:lnTo>
                <a:lnTo>
                  <a:pt x="508152" y="120329"/>
                </a:lnTo>
                <a:lnTo>
                  <a:pt x="507640" y="120525"/>
                </a:lnTo>
                <a:lnTo>
                  <a:pt x="507119" y="120710"/>
                </a:lnTo>
                <a:lnTo>
                  <a:pt x="506590" y="120884"/>
                </a:lnTo>
                <a:lnTo>
                  <a:pt x="506053" y="121046"/>
                </a:lnTo>
                <a:lnTo>
                  <a:pt x="505507" y="121198"/>
                </a:lnTo>
                <a:lnTo>
                  <a:pt x="504953" y="121338"/>
                </a:lnTo>
                <a:lnTo>
                  <a:pt x="504390" y="121467"/>
                </a:lnTo>
                <a:lnTo>
                  <a:pt x="503819" y="121584"/>
                </a:lnTo>
                <a:lnTo>
                  <a:pt x="503240" y="121691"/>
                </a:lnTo>
                <a:lnTo>
                  <a:pt x="502652" y="121786"/>
                </a:lnTo>
                <a:lnTo>
                  <a:pt x="502056" y="121870"/>
                </a:lnTo>
                <a:lnTo>
                  <a:pt x="501451" y="121943"/>
                </a:lnTo>
                <a:lnTo>
                  <a:pt x="500838" y="122005"/>
                </a:lnTo>
                <a:lnTo>
                  <a:pt x="500217" y="122055"/>
                </a:lnTo>
                <a:lnTo>
                  <a:pt x="499587" y="122095"/>
                </a:lnTo>
                <a:lnTo>
                  <a:pt x="498948" y="122123"/>
                </a:lnTo>
                <a:lnTo>
                  <a:pt x="498302" y="122139"/>
                </a:lnTo>
                <a:lnTo>
                  <a:pt x="497647" y="122145"/>
                </a:lnTo>
                <a:lnTo>
                  <a:pt x="497138" y="122141"/>
                </a:lnTo>
                <a:lnTo>
                  <a:pt x="496633" y="122129"/>
                </a:lnTo>
                <a:lnTo>
                  <a:pt x="496134" y="122108"/>
                </a:lnTo>
                <a:lnTo>
                  <a:pt x="495639" y="122080"/>
                </a:lnTo>
                <a:lnTo>
                  <a:pt x="495148" y="122043"/>
                </a:lnTo>
                <a:lnTo>
                  <a:pt x="494662" y="121999"/>
                </a:lnTo>
                <a:lnTo>
                  <a:pt x="494181" y="121946"/>
                </a:lnTo>
                <a:lnTo>
                  <a:pt x="493704" y="121885"/>
                </a:lnTo>
                <a:lnTo>
                  <a:pt x="493232" y="121816"/>
                </a:lnTo>
                <a:lnTo>
                  <a:pt x="492765" y="121739"/>
                </a:lnTo>
                <a:lnTo>
                  <a:pt x="492302" y="121653"/>
                </a:lnTo>
                <a:lnTo>
                  <a:pt x="491844" y="121560"/>
                </a:lnTo>
                <a:lnTo>
                  <a:pt x="491391" y="121458"/>
                </a:lnTo>
                <a:lnTo>
                  <a:pt x="490942" y="121348"/>
                </a:lnTo>
                <a:lnTo>
                  <a:pt x="490498" y="121231"/>
                </a:lnTo>
                <a:lnTo>
                  <a:pt x="490058" y="121105"/>
                </a:lnTo>
                <a:lnTo>
                  <a:pt x="489623" y="120970"/>
                </a:lnTo>
                <a:lnTo>
                  <a:pt x="489193" y="120828"/>
                </a:lnTo>
                <a:lnTo>
                  <a:pt x="488767" y="120678"/>
                </a:lnTo>
                <a:lnTo>
                  <a:pt x="488346" y="120519"/>
                </a:lnTo>
                <a:lnTo>
                  <a:pt x="487929" y="120353"/>
                </a:lnTo>
                <a:lnTo>
                  <a:pt x="487518" y="120178"/>
                </a:lnTo>
                <a:lnTo>
                  <a:pt x="487110" y="119995"/>
                </a:lnTo>
                <a:lnTo>
                  <a:pt x="486708" y="119804"/>
                </a:lnTo>
                <a:lnTo>
                  <a:pt x="486310" y="119606"/>
                </a:lnTo>
                <a:lnTo>
                  <a:pt x="485917" y="119401"/>
                </a:lnTo>
                <a:lnTo>
                  <a:pt x="485530" y="119191"/>
                </a:lnTo>
                <a:lnTo>
                  <a:pt x="485147" y="118974"/>
                </a:lnTo>
                <a:lnTo>
                  <a:pt x="484769" y="118751"/>
                </a:lnTo>
                <a:lnTo>
                  <a:pt x="484397" y="118522"/>
                </a:lnTo>
                <a:lnTo>
                  <a:pt x="484029" y="118287"/>
                </a:lnTo>
                <a:lnTo>
                  <a:pt x="483667" y="118046"/>
                </a:lnTo>
                <a:lnTo>
                  <a:pt x="483309" y="117798"/>
                </a:lnTo>
                <a:lnTo>
                  <a:pt x="482957" y="117545"/>
                </a:lnTo>
                <a:lnTo>
                  <a:pt x="482610" y="117285"/>
                </a:lnTo>
                <a:lnTo>
                  <a:pt x="482268" y="117019"/>
                </a:lnTo>
                <a:lnTo>
                  <a:pt x="481930" y="116746"/>
                </a:lnTo>
                <a:lnTo>
                  <a:pt x="481598" y="116468"/>
                </a:lnTo>
                <a:lnTo>
                  <a:pt x="481271" y="116184"/>
                </a:lnTo>
                <a:lnTo>
                  <a:pt x="480949" y="115893"/>
                </a:lnTo>
                <a:lnTo>
                  <a:pt x="480632" y="115596"/>
                </a:lnTo>
                <a:lnTo>
                  <a:pt x="480320" y="115293"/>
                </a:lnTo>
                <a:lnTo>
                  <a:pt x="480013" y="114984"/>
                </a:lnTo>
                <a:lnTo>
                  <a:pt x="479711" y="114669"/>
                </a:lnTo>
                <a:lnTo>
                  <a:pt x="479414" y="114347"/>
                </a:lnTo>
                <a:lnTo>
                  <a:pt x="479122" y="114019"/>
                </a:lnTo>
                <a:lnTo>
                  <a:pt x="478836" y="113685"/>
                </a:lnTo>
                <a:lnTo>
                  <a:pt x="478554" y="113345"/>
                </a:lnTo>
                <a:lnTo>
                  <a:pt x="478278" y="113000"/>
                </a:lnTo>
                <a:lnTo>
                  <a:pt x="478007" y="112650"/>
                </a:lnTo>
                <a:lnTo>
                  <a:pt x="477742" y="112295"/>
                </a:lnTo>
                <a:lnTo>
                  <a:pt x="477482" y="111936"/>
                </a:lnTo>
                <a:lnTo>
                  <a:pt x="477228" y="111572"/>
                </a:lnTo>
                <a:lnTo>
                  <a:pt x="476980" y="111204"/>
                </a:lnTo>
                <a:lnTo>
                  <a:pt x="476737" y="110830"/>
                </a:lnTo>
                <a:lnTo>
                  <a:pt x="476500" y="110453"/>
                </a:lnTo>
                <a:lnTo>
                  <a:pt x="476268" y="110070"/>
                </a:lnTo>
                <a:lnTo>
                  <a:pt x="476042" y="109683"/>
                </a:lnTo>
                <a:lnTo>
                  <a:pt x="475822" y="109291"/>
                </a:lnTo>
                <a:lnTo>
                  <a:pt x="475607" y="108895"/>
                </a:lnTo>
                <a:lnTo>
                  <a:pt x="475398" y="108494"/>
                </a:lnTo>
                <a:lnTo>
                  <a:pt x="475195" y="108089"/>
                </a:lnTo>
                <a:lnTo>
                  <a:pt x="474997" y="107679"/>
                </a:lnTo>
                <a:lnTo>
                  <a:pt x="474804" y="107264"/>
                </a:lnTo>
                <a:lnTo>
                  <a:pt x="474618" y="106844"/>
                </a:lnTo>
                <a:lnTo>
                  <a:pt x="474437" y="106420"/>
                </a:lnTo>
                <a:lnTo>
                  <a:pt x="474261" y="105992"/>
                </a:lnTo>
                <a:lnTo>
                  <a:pt x="474091" y="105558"/>
                </a:lnTo>
                <a:lnTo>
                  <a:pt x="473927" y="105120"/>
                </a:lnTo>
                <a:lnTo>
                  <a:pt x="473768" y="104678"/>
                </a:lnTo>
                <a:lnTo>
                  <a:pt x="473615" y="104231"/>
                </a:lnTo>
                <a:lnTo>
                  <a:pt x="473468" y="103779"/>
                </a:lnTo>
                <a:lnTo>
                  <a:pt x="473326" y="103323"/>
                </a:lnTo>
                <a:lnTo>
                  <a:pt x="473191" y="102865"/>
                </a:lnTo>
                <a:lnTo>
                  <a:pt x="473061" y="102405"/>
                </a:lnTo>
                <a:lnTo>
                  <a:pt x="472938" y="101941"/>
                </a:lnTo>
                <a:lnTo>
                  <a:pt x="472820" y="101475"/>
                </a:lnTo>
                <a:lnTo>
                  <a:pt x="472709" y="101006"/>
                </a:lnTo>
                <a:lnTo>
                  <a:pt x="472603" y="100535"/>
                </a:lnTo>
                <a:lnTo>
                  <a:pt x="472504" y="100061"/>
                </a:lnTo>
                <a:lnTo>
                  <a:pt x="472410" y="99584"/>
                </a:lnTo>
                <a:lnTo>
                  <a:pt x="472323" y="99105"/>
                </a:lnTo>
                <a:lnTo>
                  <a:pt x="472241" y="98623"/>
                </a:lnTo>
                <a:lnTo>
                  <a:pt x="472166" y="98138"/>
                </a:lnTo>
                <a:lnTo>
                  <a:pt x="472097" y="97650"/>
                </a:lnTo>
                <a:lnTo>
                  <a:pt x="472034" y="97160"/>
                </a:lnTo>
                <a:lnTo>
                  <a:pt x="471976" y="96668"/>
                </a:lnTo>
                <a:lnTo>
                  <a:pt x="471925" y="96172"/>
                </a:lnTo>
                <a:lnTo>
                  <a:pt x="471880" y="95674"/>
                </a:lnTo>
                <a:lnTo>
                  <a:pt x="471841" y="95174"/>
                </a:lnTo>
                <a:lnTo>
                  <a:pt x="471808" y="94670"/>
                </a:lnTo>
                <a:lnTo>
                  <a:pt x="471780" y="94164"/>
                </a:lnTo>
                <a:lnTo>
                  <a:pt x="471759" y="93655"/>
                </a:lnTo>
                <a:lnTo>
                  <a:pt x="471745" y="93163"/>
                </a:lnTo>
                <a:lnTo>
                  <a:pt x="530827" y="93163"/>
                </a:lnTo>
                <a:lnTo>
                  <a:pt x="530827" y="86472"/>
                </a:lnTo>
                <a:lnTo>
                  <a:pt x="530823" y="85709"/>
                </a:lnTo>
                <a:lnTo>
                  <a:pt x="530812" y="84951"/>
                </a:lnTo>
                <a:lnTo>
                  <a:pt x="530794" y="84197"/>
                </a:lnTo>
                <a:lnTo>
                  <a:pt x="530769" y="83449"/>
                </a:lnTo>
                <a:close/>
                <a:moveTo>
                  <a:pt x="472686" y="77900"/>
                </a:moveTo>
                <a:lnTo>
                  <a:pt x="472795" y="77360"/>
                </a:lnTo>
                <a:lnTo>
                  <a:pt x="472910" y="76826"/>
                </a:lnTo>
                <a:lnTo>
                  <a:pt x="473030" y="76299"/>
                </a:lnTo>
                <a:lnTo>
                  <a:pt x="473157" y="75778"/>
                </a:lnTo>
                <a:lnTo>
                  <a:pt x="473289" y="75264"/>
                </a:lnTo>
                <a:lnTo>
                  <a:pt x="473428" y="74756"/>
                </a:lnTo>
                <a:lnTo>
                  <a:pt x="473571" y="74255"/>
                </a:lnTo>
                <a:lnTo>
                  <a:pt x="473720" y="73760"/>
                </a:lnTo>
                <a:lnTo>
                  <a:pt x="473873" y="73272"/>
                </a:lnTo>
                <a:lnTo>
                  <a:pt x="474031" y="72790"/>
                </a:lnTo>
                <a:lnTo>
                  <a:pt x="474194" y="72314"/>
                </a:lnTo>
                <a:lnTo>
                  <a:pt x="474361" y="71845"/>
                </a:lnTo>
                <a:lnTo>
                  <a:pt x="474533" y="71382"/>
                </a:lnTo>
                <a:lnTo>
                  <a:pt x="474710" y="70926"/>
                </a:lnTo>
                <a:lnTo>
                  <a:pt x="474892" y="70476"/>
                </a:lnTo>
                <a:lnTo>
                  <a:pt x="475079" y="70033"/>
                </a:lnTo>
                <a:lnTo>
                  <a:pt x="475270" y="69596"/>
                </a:lnTo>
                <a:lnTo>
                  <a:pt x="475466" y="69166"/>
                </a:lnTo>
                <a:lnTo>
                  <a:pt x="475667" y="68742"/>
                </a:lnTo>
                <a:lnTo>
                  <a:pt x="475872" y="68324"/>
                </a:lnTo>
                <a:lnTo>
                  <a:pt x="476083" y="67913"/>
                </a:lnTo>
                <a:lnTo>
                  <a:pt x="476298" y="67509"/>
                </a:lnTo>
                <a:lnTo>
                  <a:pt x="476518" y="67110"/>
                </a:lnTo>
                <a:lnTo>
                  <a:pt x="476743" y="66719"/>
                </a:lnTo>
                <a:lnTo>
                  <a:pt x="476972" y="66333"/>
                </a:lnTo>
                <a:lnTo>
                  <a:pt x="477206" y="65954"/>
                </a:lnTo>
                <a:lnTo>
                  <a:pt x="477445" y="65582"/>
                </a:lnTo>
                <a:lnTo>
                  <a:pt x="477689" y="65216"/>
                </a:lnTo>
                <a:lnTo>
                  <a:pt x="477937" y="64857"/>
                </a:lnTo>
                <a:lnTo>
                  <a:pt x="478191" y="64504"/>
                </a:lnTo>
                <a:lnTo>
                  <a:pt x="478448" y="64157"/>
                </a:lnTo>
                <a:lnTo>
                  <a:pt x="478710" y="63818"/>
                </a:lnTo>
                <a:lnTo>
                  <a:pt x="478977" y="63486"/>
                </a:lnTo>
                <a:lnTo>
                  <a:pt x="479247" y="63161"/>
                </a:lnTo>
                <a:lnTo>
                  <a:pt x="479521" y="62844"/>
                </a:lnTo>
                <a:lnTo>
                  <a:pt x="479800" y="62533"/>
                </a:lnTo>
                <a:lnTo>
                  <a:pt x="480083" y="62230"/>
                </a:lnTo>
                <a:lnTo>
                  <a:pt x="480370" y="61934"/>
                </a:lnTo>
                <a:lnTo>
                  <a:pt x="480662" y="61645"/>
                </a:lnTo>
                <a:lnTo>
                  <a:pt x="480957" y="61363"/>
                </a:lnTo>
                <a:lnTo>
                  <a:pt x="481257" y="61088"/>
                </a:lnTo>
                <a:lnTo>
                  <a:pt x="481561" y="60820"/>
                </a:lnTo>
                <a:lnTo>
                  <a:pt x="481869" y="60560"/>
                </a:lnTo>
                <a:lnTo>
                  <a:pt x="482182" y="60306"/>
                </a:lnTo>
                <a:lnTo>
                  <a:pt x="482498" y="60060"/>
                </a:lnTo>
                <a:lnTo>
                  <a:pt x="482819" y="59821"/>
                </a:lnTo>
                <a:lnTo>
                  <a:pt x="483144" y="59589"/>
                </a:lnTo>
                <a:lnTo>
                  <a:pt x="483473" y="59365"/>
                </a:lnTo>
                <a:lnTo>
                  <a:pt x="483807" y="59147"/>
                </a:lnTo>
                <a:lnTo>
                  <a:pt x="484145" y="58937"/>
                </a:lnTo>
                <a:lnTo>
                  <a:pt x="484486" y="58733"/>
                </a:lnTo>
                <a:lnTo>
                  <a:pt x="484832" y="58537"/>
                </a:lnTo>
                <a:lnTo>
                  <a:pt x="485183" y="58348"/>
                </a:lnTo>
                <a:lnTo>
                  <a:pt x="485537" y="58166"/>
                </a:lnTo>
                <a:lnTo>
                  <a:pt x="485895" y="57992"/>
                </a:lnTo>
                <a:lnTo>
                  <a:pt x="486256" y="57825"/>
                </a:lnTo>
                <a:lnTo>
                  <a:pt x="486619" y="57665"/>
                </a:lnTo>
                <a:lnTo>
                  <a:pt x="486986" y="57513"/>
                </a:lnTo>
                <a:lnTo>
                  <a:pt x="487355" y="57368"/>
                </a:lnTo>
                <a:lnTo>
                  <a:pt x="487727" y="57230"/>
                </a:lnTo>
                <a:lnTo>
                  <a:pt x="488102" y="57100"/>
                </a:lnTo>
                <a:lnTo>
                  <a:pt x="488479" y="56978"/>
                </a:lnTo>
                <a:lnTo>
                  <a:pt x="488860" y="56863"/>
                </a:lnTo>
                <a:lnTo>
                  <a:pt x="489243" y="56755"/>
                </a:lnTo>
                <a:lnTo>
                  <a:pt x="489629" y="56655"/>
                </a:lnTo>
                <a:lnTo>
                  <a:pt x="490018" y="56562"/>
                </a:lnTo>
                <a:lnTo>
                  <a:pt x="490409" y="56476"/>
                </a:lnTo>
                <a:lnTo>
                  <a:pt x="490804" y="56398"/>
                </a:lnTo>
                <a:lnTo>
                  <a:pt x="491201" y="56328"/>
                </a:lnTo>
                <a:lnTo>
                  <a:pt x="491601" y="56265"/>
                </a:lnTo>
                <a:lnTo>
                  <a:pt x="492004" y="56209"/>
                </a:lnTo>
                <a:lnTo>
                  <a:pt x="492409" y="56161"/>
                </a:lnTo>
                <a:lnTo>
                  <a:pt x="492818" y="56120"/>
                </a:lnTo>
                <a:lnTo>
                  <a:pt x="493229" y="56086"/>
                </a:lnTo>
                <a:lnTo>
                  <a:pt x="493643" y="56060"/>
                </a:lnTo>
                <a:lnTo>
                  <a:pt x="494060" y="56042"/>
                </a:lnTo>
                <a:lnTo>
                  <a:pt x="494479" y="56031"/>
                </a:lnTo>
                <a:lnTo>
                  <a:pt x="494902" y="56027"/>
                </a:lnTo>
                <a:lnTo>
                  <a:pt x="495535" y="56033"/>
                </a:lnTo>
                <a:lnTo>
                  <a:pt x="496158" y="56051"/>
                </a:lnTo>
                <a:lnTo>
                  <a:pt x="496769" y="56082"/>
                </a:lnTo>
                <a:lnTo>
                  <a:pt x="497369" y="56125"/>
                </a:lnTo>
                <a:lnTo>
                  <a:pt x="497957" y="56181"/>
                </a:lnTo>
                <a:lnTo>
                  <a:pt x="498535" y="56248"/>
                </a:lnTo>
                <a:lnTo>
                  <a:pt x="499101" y="56328"/>
                </a:lnTo>
                <a:lnTo>
                  <a:pt x="499656" y="56420"/>
                </a:lnTo>
                <a:lnTo>
                  <a:pt x="500200" y="56525"/>
                </a:lnTo>
                <a:lnTo>
                  <a:pt x="500732" y="56642"/>
                </a:lnTo>
                <a:lnTo>
                  <a:pt x="501254" y="56771"/>
                </a:lnTo>
                <a:lnTo>
                  <a:pt x="501764" y="56912"/>
                </a:lnTo>
                <a:lnTo>
                  <a:pt x="502263" y="57066"/>
                </a:lnTo>
                <a:lnTo>
                  <a:pt x="502751" y="57232"/>
                </a:lnTo>
                <a:lnTo>
                  <a:pt x="503227" y="57410"/>
                </a:lnTo>
                <a:lnTo>
                  <a:pt x="503692" y="57601"/>
                </a:lnTo>
                <a:lnTo>
                  <a:pt x="504147" y="57804"/>
                </a:lnTo>
                <a:lnTo>
                  <a:pt x="504589" y="58019"/>
                </a:lnTo>
                <a:lnTo>
                  <a:pt x="505021" y="58247"/>
                </a:lnTo>
                <a:lnTo>
                  <a:pt x="505442" y="58487"/>
                </a:lnTo>
                <a:lnTo>
                  <a:pt x="505851" y="58739"/>
                </a:lnTo>
                <a:lnTo>
                  <a:pt x="506249" y="59003"/>
                </a:lnTo>
                <a:lnTo>
                  <a:pt x="506636" y="59280"/>
                </a:lnTo>
                <a:lnTo>
                  <a:pt x="507011" y="59569"/>
                </a:lnTo>
                <a:lnTo>
                  <a:pt x="507377" y="59867"/>
                </a:lnTo>
                <a:lnTo>
                  <a:pt x="507735" y="60172"/>
                </a:lnTo>
                <a:lnTo>
                  <a:pt x="508084" y="60484"/>
                </a:lnTo>
                <a:lnTo>
                  <a:pt x="508425" y="60802"/>
                </a:lnTo>
                <a:lnTo>
                  <a:pt x="508758" y="61128"/>
                </a:lnTo>
                <a:lnTo>
                  <a:pt x="509083" y="61459"/>
                </a:lnTo>
                <a:lnTo>
                  <a:pt x="509399" y="61798"/>
                </a:lnTo>
                <a:lnTo>
                  <a:pt x="509707" y="62143"/>
                </a:lnTo>
                <a:lnTo>
                  <a:pt x="510007" y="62495"/>
                </a:lnTo>
                <a:lnTo>
                  <a:pt x="510298" y="62854"/>
                </a:lnTo>
                <a:lnTo>
                  <a:pt x="510581" y="63219"/>
                </a:lnTo>
                <a:lnTo>
                  <a:pt x="510856" y="63592"/>
                </a:lnTo>
                <a:lnTo>
                  <a:pt x="511123" y="63970"/>
                </a:lnTo>
                <a:lnTo>
                  <a:pt x="511381" y="64356"/>
                </a:lnTo>
                <a:lnTo>
                  <a:pt x="511631" y="64748"/>
                </a:lnTo>
                <a:lnTo>
                  <a:pt x="511873" y="65147"/>
                </a:lnTo>
                <a:lnTo>
                  <a:pt x="512107" y="65553"/>
                </a:lnTo>
                <a:lnTo>
                  <a:pt x="512332" y="65965"/>
                </a:lnTo>
                <a:lnTo>
                  <a:pt x="512549" y="66384"/>
                </a:lnTo>
                <a:lnTo>
                  <a:pt x="512758" y="66810"/>
                </a:lnTo>
                <a:lnTo>
                  <a:pt x="512958" y="67243"/>
                </a:lnTo>
                <a:lnTo>
                  <a:pt x="513151" y="67682"/>
                </a:lnTo>
                <a:lnTo>
                  <a:pt x="513335" y="68128"/>
                </a:lnTo>
                <a:lnTo>
                  <a:pt x="513510" y="68580"/>
                </a:lnTo>
                <a:lnTo>
                  <a:pt x="513679" y="69037"/>
                </a:lnTo>
                <a:lnTo>
                  <a:pt x="513841" y="69495"/>
                </a:lnTo>
                <a:lnTo>
                  <a:pt x="513998" y="69953"/>
                </a:lnTo>
                <a:lnTo>
                  <a:pt x="514148" y="70413"/>
                </a:lnTo>
                <a:lnTo>
                  <a:pt x="514293" y="70874"/>
                </a:lnTo>
                <a:lnTo>
                  <a:pt x="514431" y="71336"/>
                </a:lnTo>
                <a:lnTo>
                  <a:pt x="514563" y="71800"/>
                </a:lnTo>
                <a:lnTo>
                  <a:pt x="514690" y="72264"/>
                </a:lnTo>
                <a:lnTo>
                  <a:pt x="514810" y="72730"/>
                </a:lnTo>
                <a:lnTo>
                  <a:pt x="514924" y="73196"/>
                </a:lnTo>
                <a:lnTo>
                  <a:pt x="515033" y="73664"/>
                </a:lnTo>
                <a:lnTo>
                  <a:pt x="515135" y="74133"/>
                </a:lnTo>
                <a:lnTo>
                  <a:pt x="515231" y="74602"/>
                </a:lnTo>
                <a:lnTo>
                  <a:pt x="515321" y="75073"/>
                </a:lnTo>
                <a:lnTo>
                  <a:pt x="515405" y="75546"/>
                </a:lnTo>
                <a:lnTo>
                  <a:pt x="515484" y="76019"/>
                </a:lnTo>
                <a:lnTo>
                  <a:pt x="515556" y="76493"/>
                </a:lnTo>
                <a:lnTo>
                  <a:pt x="515622" y="76969"/>
                </a:lnTo>
                <a:lnTo>
                  <a:pt x="515682" y="77445"/>
                </a:lnTo>
                <a:lnTo>
                  <a:pt x="515736" y="77923"/>
                </a:lnTo>
                <a:lnTo>
                  <a:pt x="515784" y="78402"/>
                </a:lnTo>
                <a:lnTo>
                  <a:pt x="515826" y="78882"/>
                </a:lnTo>
                <a:lnTo>
                  <a:pt x="515862" y="79363"/>
                </a:lnTo>
                <a:lnTo>
                  <a:pt x="515892" y="79845"/>
                </a:lnTo>
                <a:lnTo>
                  <a:pt x="515892" y="80973"/>
                </a:lnTo>
                <a:lnTo>
                  <a:pt x="472195" y="80973"/>
                </a:lnTo>
                <a:lnTo>
                  <a:pt x="472230" y="80697"/>
                </a:lnTo>
                <a:lnTo>
                  <a:pt x="472309" y="80124"/>
                </a:lnTo>
                <a:lnTo>
                  <a:pt x="472394" y="79559"/>
                </a:lnTo>
                <a:lnTo>
                  <a:pt x="472486" y="78999"/>
                </a:lnTo>
                <a:lnTo>
                  <a:pt x="472583" y="78446"/>
                </a:lnTo>
                <a:lnTo>
                  <a:pt x="472686" y="77900"/>
                </a:lnTo>
                <a:close/>
                <a:moveTo>
                  <a:pt x="577767" y="99944"/>
                </a:moveTo>
                <a:lnTo>
                  <a:pt x="597949" y="132721"/>
                </a:lnTo>
                <a:lnTo>
                  <a:pt x="615225" y="132721"/>
                </a:lnTo>
                <a:lnTo>
                  <a:pt x="585759" y="88480"/>
                </a:lnTo>
                <a:lnTo>
                  <a:pt x="614337" y="45370"/>
                </a:lnTo>
                <a:lnTo>
                  <a:pt x="596819" y="45370"/>
                </a:lnTo>
                <a:lnTo>
                  <a:pt x="577444" y="77178"/>
                </a:lnTo>
                <a:lnTo>
                  <a:pt x="558311" y="45370"/>
                </a:lnTo>
                <a:lnTo>
                  <a:pt x="541115" y="45370"/>
                </a:lnTo>
                <a:lnTo>
                  <a:pt x="569613" y="88480"/>
                </a:lnTo>
                <a:lnTo>
                  <a:pt x="540227" y="132721"/>
                </a:lnTo>
                <a:lnTo>
                  <a:pt x="557584" y="132721"/>
                </a:lnTo>
                <a:lnTo>
                  <a:pt x="577767" y="99944"/>
                </a:lnTo>
                <a:close/>
                <a:moveTo>
                  <a:pt x="869158" y="87206"/>
                </a:moveTo>
                <a:lnTo>
                  <a:pt x="868531" y="86859"/>
                </a:lnTo>
                <a:lnTo>
                  <a:pt x="867905" y="86503"/>
                </a:lnTo>
                <a:lnTo>
                  <a:pt x="867280" y="86139"/>
                </a:lnTo>
                <a:lnTo>
                  <a:pt x="866655" y="85767"/>
                </a:lnTo>
                <a:lnTo>
                  <a:pt x="866032" y="85387"/>
                </a:lnTo>
                <a:lnTo>
                  <a:pt x="865409" y="84999"/>
                </a:lnTo>
                <a:lnTo>
                  <a:pt x="864787" y="84603"/>
                </a:lnTo>
                <a:lnTo>
                  <a:pt x="864166" y="84199"/>
                </a:lnTo>
                <a:lnTo>
                  <a:pt x="863546" y="83787"/>
                </a:lnTo>
                <a:lnTo>
                  <a:pt x="862927" y="83368"/>
                </a:lnTo>
                <a:lnTo>
                  <a:pt x="862308" y="82940"/>
                </a:lnTo>
                <a:lnTo>
                  <a:pt x="861690" y="82504"/>
                </a:lnTo>
                <a:lnTo>
                  <a:pt x="861074" y="82060"/>
                </a:lnTo>
                <a:lnTo>
                  <a:pt x="860458" y="81608"/>
                </a:lnTo>
                <a:lnTo>
                  <a:pt x="859843" y="81149"/>
                </a:lnTo>
                <a:lnTo>
                  <a:pt x="859228" y="80681"/>
                </a:lnTo>
                <a:lnTo>
                  <a:pt x="858615" y="80205"/>
                </a:lnTo>
                <a:lnTo>
                  <a:pt x="858002" y="79721"/>
                </a:lnTo>
                <a:lnTo>
                  <a:pt x="857384" y="79223"/>
                </a:lnTo>
                <a:lnTo>
                  <a:pt x="856756" y="78703"/>
                </a:lnTo>
                <a:lnTo>
                  <a:pt x="856116" y="78162"/>
                </a:lnTo>
                <a:lnTo>
                  <a:pt x="855466" y="77599"/>
                </a:lnTo>
                <a:lnTo>
                  <a:pt x="854804" y="77014"/>
                </a:lnTo>
                <a:lnTo>
                  <a:pt x="854132" y="76409"/>
                </a:lnTo>
                <a:lnTo>
                  <a:pt x="853449" y="75782"/>
                </a:lnTo>
                <a:lnTo>
                  <a:pt x="852755" y="75133"/>
                </a:lnTo>
                <a:lnTo>
                  <a:pt x="852050" y="74463"/>
                </a:lnTo>
                <a:lnTo>
                  <a:pt x="851333" y="73772"/>
                </a:lnTo>
                <a:lnTo>
                  <a:pt x="850606" y="73059"/>
                </a:lnTo>
                <a:lnTo>
                  <a:pt x="849869" y="72324"/>
                </a:lnTo>
                <a:lnTo>
                  <a:pt x="849120" y="71569"/>
                </a:lnTo>
                <a:lnTo>
                  <a:pt x="848360" y="70791"/>
                </a:lnTo>
                <a:lnTo>
                  <a:pt x="847589" y="69993"/>
                </a:lnTo>
                <a:lnTo>
                  <a:pt x="846808" y="69172"/>
                </a:lnTo>
                <a:lnTo>
                  <a:pt x="846015" y="68331"/>
                </a:lnTo>
                <a:lnTo>
                  <a:pt x="845211" y="67468"/>
                </a:lnTo>
                <a:lnTo>
                  <a:pt x="844397" y="66583"/>
                </a:lnTo>
                <a:lnTo>
                  <a:pt x="843572" y="65678"/>
                </a:lnTo>
                <a:lnTo>
                  <a:pt x="842735" y="64750"/>
                </a:lnTo>
                <a:lnTo>
                  <a:pt x="841888" y="63801"/>
                </a:lnTo>
                <a:lnTo>
                  <a:pt x="841030" y="62831"/>
                </a:lnTo>
                <a:lnTo>
                  <a:pt x="840161" y="61839"/>
                </a:lnTo>
                <a:lnTo>
                  <a:pt x="833702" y="61839"/>
                </a:lnTo>
                <a:lnTo>
                  <a:pt x="834174" y="62992"/>
                </a:lnTo>
                <a:lnTo>
                  <a:pt x="834662" y="64135"/>
                </a:lnTo>
                <a:lnTo>
                  <a:pt x="835166" y="65269"/>
                </a:lnTo>
                <a:lnTo>
                  <a:pt x="835685" y="66394"/>
                </a:lnTo>
                <a:lnTo>
                  <a:pt x="836219" y="67510"/>
                </a:lnTo>
                <a:lnTo>
                  <a:pt x="836770" y="68616"/>
                </a:lnTo>
                <a:lnTo>
                  <a:pt x="837336" y="69713"/>
                </a:lnTo>
                <a:lnTo>
                  <a:pt x="837918" y="70801"/>
                </a:lnTo>
                <a:lnTo>
                  <a:pt x="838516" y="71879"/>
                </a:lnTo>
                <a:lnTo>
                  <a:pt x="839129" y="72948"/>
                </a:lnTo>
                <a:lnTo>
                  <a:pt x="839758" y="74008"/>
                </a:lnTo>
                <a:lnTo>
                  <a:pt x="840403" y="75059"/>
                </a:lnTo>
                <a:lnTo>
                  <a:pt x="841063" y="76101"/>
                </a:lnTo>
                <a:lnTo>
                  <a:pt x="841739" y="77133"/>
                </a:lnTo>
                <a:lnTo>
                  <a:pt x="842431" y="78156"/>
                </a:lnTo>
                <a:lnTo>
                  <a:pt x="843139" y="79170"/>
                </a:lnTo>
                <a:lnTo>
                  <a:pt x="843862" y="80174"/>
                </a:lnTo>
                <a:lnTo>
                  <a:pt x="844601" y="81169"/>
                </a:lnTo>
                <a:lnTo>
                  <a:pt x="845355" y="82155"/>
                </a:lnTo>
                <a:lnTo>
                  <a:pt x="846126" y="83132"/>
                </a:lnTo>
                <a:lnTo>
                  <a:pt x="846912" y="84100"/>
                </a:lnTo>
                <a:lnTo>
                  <a:pt x="847713" y="85058"/>
                </a:lnTo>
                <a:lnTo>
                  <a:pt x="848531" y="86007"/>
                </a:lnTo>
                <a:lnTo>
                  <a:pt x="849364" y="86947"/>
                </a:lnTo>
                <a:lnTo>
                  <a:pt x="744011" y="86947"/>
                </a:lnTo>
                <a:lnTo>
                  <a:pt x="744844" y="86007"/>
                </a:lnTo>
                <a:lnTo>
                  <a:pt x="745661" y="85058"/>
                </a:lnTo>
                <a:lnTo>
                  <a:pt x="746463" y="84100"/>
                </a:lnTo>
                <a:lnTo>
                  <a:pt x="747249" y="83132"/>
                </a:lnTo>
                <a:lnTo>
                  <a:pt x="748019" y="82155"/>
                </a:lnTo>
                <a:lnTo>
                  <a:pt x="748774" y="81169"/>
                </a:lnTo>
                <a:lnTo>
                  <a:pt x="749513" y="80174"/>
                </a:lnTo>
                <a:lnTo>
                  <a:pt x="750236" y="79170"/>
                </a:lnTo>
                <a:lnTo>
                  <a:pt x="750944" y="78156"/>
                </a:lnTo>
                <a:lnTo>
                  <a:pt x="751635" y="77133"/>
                </a:lnTo>
                <a:lnTo>
                  <a:pt x="752311" y="76101"/>
                </a:lnTo>
                <a:lnTo>
                  <a:pt x="752972" y="75059"/>
                </a:lnTo>
                <a:lnTo>
                  <a:pt x="753617" y="74008"/>
                </a:lnTo>
                <a:lnTo>
                  <a:pt x="754246" y="72948"/>
                </a:lnTo>
                <a:lnTo>
                  <a:pt x="754859" y="71879"/>
                </a:lnTo>
                <a:lnTo>
                  <a:pt x="755457" y="70801"/>
                </a:lnTo>
                <a:lnTo>
                  <a:pt x="756039" y="69713"/>
                </a:lnTo>
                <a:lnTo>
                  <a:pt x="756605" y="68616"/>
                </a:lnTo>
                <a:lnTo>
                  <a:pt x="757155" y="67510"/>
                </a:lnTo>
                <a:lnTo>
                  <a:pt x="757690" y="66394"/>
                </a:lnTo>
                <a:lnTo>
                  <a:pt x="758209" y="65269"/>
                </a:lnTo>
                <a:lnTo>
                  <a:pt x="758713" y="64135"/>
                </a:lnTo>
                <a:lnTo>
                  <a:pt x="759200" y="62992"/>
                </a:lnTo>
                <a:lnTo>
                  <a:pt x="759673" y="61839"/>
                </a:lnTo>
                <a:lnTo>
                  <a:pt x="753214" y="61839"/>
                </a:lnTo>
                <a:lnTo>
                  <a:pt x="752345" y="62831"/>
                </a:lnTo>
                <a:lnTo>
                  <a:pt x="751487" y="63801"/>
                </a:lnTo>
                <a:lnTo>
                  <a:pt x="750640" y="64750"/>
                </a:lnTo>
                <a:lnTo>
                  <a:pt x="749803" y="65678"/>
                </a:lnTo>
                <a:lnTo>
                  <a:pt x="748978" y="66583"/>
                </a:lnTo>
                <a:lnTo>
                  <a:pt x="748163" y="67468"/>
                </a:lnTo>
                <a:lnTo>
                  <a:pt x="747360" y="68331"/>
                </a:lnTo>
                <a:lnTo>
                  <a:pt x="746567" y="69172"/>
                </a:lnTo>
                <a:lnTo>
                  <a:pt x="745786" y="69993"/>
                </a:lnTo>
                <a:lnTo>
                  <a:pt x="745015" y="70791"/>
                </a:lnTo>
                <a:lnTo>
                  <a:pt x="744255" y="71569"/>
                </a:lnTo>
                <a:lnTo>
                  <a:pt x="743506" y="72324"/>
                </a:lnTo>
                <a:lnTo>
                  <a:pt x="742768" y="73059"/>
                </a:lnTo>
                <a:lnTo>
                  <a:pt x="742041" y="73772"/>
                </a:lnTo>
                <a:lnTo>
                  <a:pt x="741325" y="74463"/>
                </a:lnTo>
                <a:lnTo>
                  <a:pt x="740620" y="75133"/>
                </a:lnTo>
                <a:lnTo>
                  <a:pt x="739926" y="75782"/>
                </a:lnTo>
                <a:lnTo>
                  <a:pt x="739243" y="76409"/>
                </a:lnTo>
                <a:lnTo>
                  <a:pt x="738570" y="77014"/>
                </a:lnTo>
                <a:lnTo>
                  <a:pt x="737909" y="77599"/>
                </a:lnTo>
                <a:lnTo>
                  <a:pt x="737258" y="78162"/>
                </a:lnTo>
                <a:lnTo>
                  <a:pt x="736619" y="78703"/>
                </a:lnTo>
                <a:lnTo>
                  <a:pt x="735990" y="79223"/>
                </a:lnTo>
                <a:lnTo>
                  <a:pt x="735373" y="79721"/>
                </a:lnTo>
                <a:lnTo>
                  <a:pt x="734760" y="80205"/>
                </a:lnTo>
                <a:lnTo>
                  <a:pt x="734147" y="80681"/>
                </a:lnTo>
                <a:lnTo>
                  <a:pt x="733532" y="81149"/>
                </a:lnTo>
                <a:lnTo>
                  <a:pt x="732917" y="81608"/>
                </a:lnTo>
                <a:lnTo>
                  <a:pt x="732301" y="82060"/>
                </a:lnTo>
                <a:lnTo>
                  <a:pt x="731684" y="82504"/>
                </a:lnTo>
                <a:lnTo>
                  <a:pt x="731067" y="82940"/>
                </a:lnTo>
                <a:lnTo>
                  <a:pt x="730448" y="83368"/>
                </a:lnTo>
                <a:lnTo>
                  <a:pt x="729829" y="83787"/>
                </a:lnTo>
                <a:lnTo>
                  <a:pt x="729209" y="84199"/>
                </a:lnTo>
                <a:lnTo>
                  <a:pt x="728588" y="84603"/>
                </a:lnTo>
                <a:lnTo>
                  <a:pt x="727966" y="84999"/>
                </a:lnTo>
                <a:lnTo>
                  <a:pt x="727343" y="85387"/>
                </a:lnTo>
                <a:lnTo>
                  <a:pt x="726719" y="85767"/>
                </a:lnTo>
                <a:lnTo>
                  <a:pt x="726095" y="86139"/>
                </a:lnTo>
                <a:lnTo>
                  <a:pt x="725470" y="86503"/>
                </a:lnTo>
                <a:lnTo>
                  <a:pt x="724844" y="86859"/>
                </a:lnTo>
                <a:lnTo>
                  <a:pt x="724217" y="87206"/>
                </a:lnTo>
                <a:lnTo>
                  <a:pt x="723589" y="87546"/>
                </a:lnTo>
                <a:lnTo>
                  <a:pt x="722960" y="87878"/>
                </a:lnTo>
                <a:lnTo>
                  <a:pt x="722331" y="88202"/>
                </a:lnTo>
                <a:lnTo>
                  <a:pt x="721701" y="88518"/>
                </a:lnTo>
                <a:lnTo>
                  <a:pt x="721070" y="88826"/>
                </a:lnTo>
                <a:lnTo>
                  <a:pt x="720438" y="89126"/>
                </a:lnTo>
                <a:lnTo>
                  <a:pt x="720438" y="92759"/>
                </a:lnTo>
                <a:lnTo>
                  <a:pt x="721070" y="93053"/>
                </a:lnTo>
                <a:lnTo>
                  <a:pt x="721701" y="93355"/>
                </a:lnTo>
                <a:lnTo>
                  <a:pt x="722331" y="93665"/>
                </a:lnTo>
                <a:lnTo>
                  <a:pt x="722960" y="93984"/>
                </a:lnTo>
                <a:lnTo>
                  <a:pt x="723589" y="94311"/>
                </a:lnTo>
                <a:lnTo>
                  <a:pt x="724217" y="94646"/>
                </a:lnTo>
                <a:lnTo>
                  <a:pt x="724844" y="94990"/>
                </a:lnTo>
                <a:lnTo>
                  <a:pt x="725470" y="95343"/>
                </a:lnTo>
                <a:lnTo>
                  <a:pt x="726095" y="95703"/>
                </a:lnTo>
                <a:lnTo>
                  <a:pt x="726719" y="96073"/>
                </a:lnTo>
                <a:lnTo>
                  <a:pt x="727343" y="96450"/>
                </a:lnTo>
                <a:lnTo>
                  <a:pt x="727966" y="96836"/>
                </a:lnTo>
                <a:lnTo>
                  <a:pt x="728588" y="97230"/>
                </a:lnTo>
                <a:lnTo>
                  <a:pt x="729209" y="97633"/>
                </a:lnTo>
                <a:lnTo>
                  <a:pt x="729829" y="98045"/>
                </a:lnTo>
                <a:lnTo>
                  <a:pt x="730448" y="98464"/>
                </a:lnTo>
                <a:lnTo>
                  <a:pt x="731067" y="98892"/>
                </a:lnTo>
                <a:lnTo>
                  <a:pt x="731684" y="99329"/>
                </a:lnTo>
                <a:lnTo>
                  <a:pt x="732301" y="99773"/>
                </a:lnTo>
                <a:lnTo>
                  <a:pt x="732917" y="100227"/>
                </a:lnTo>
                <a:lnTo>
                  <a:pt x="733532" y="100688"/>
                </a:lnTo>
                <a:lnTo>
                  <a:pt x="734147" y="101159"/>
                </a:lnTo>
                <a:lnTo>
                  <a:pt x="734760" y="101637"/>
                </a:lnTo>
                <a:lnTo>
                  <a:pt x="735373" y="102124"/>
                </a:lnTo>
                <a:lnTo>
                  <a:pt x="735990" y="102626"/>
                </a:lnTo>
                <a:lnTo>
                  <a:pt x="736619" y="103148"/>
                </a:lnTo>
                <a:lnTo>
                  <a:pt x="737258" y="103692"/>
                </a:lnTo>
                <a:lnTo>
                  <a:pt x="737909" y="104257"/>
                </a:lnTo>
                <a:lnTo>
                  <a:pt x="738570" y="104842"/>
                </a:lnTo>
                <a:lnTo>
                  <a:pt x="739243" y="105449"/>
                </a:lnTo>
                <a:lnTo>
                  <a:pt x="739926" y="106077"/>
                </a:lnTo>
                <a:lnTo>
                  <a:pt x="740620" y="106726"/>
                </a:lnTo>
                <a:lnTo>
                  <a:pt x="741325" y="107395"/>
                </a:lnTo>
                <a:lnTo>
                  <a:pt x="742041" y="108086"/>
                </a:lnTo>
                <a:lnTo>
                  <a:pt x="742768" y="108798"/>
                </a:lnTo>
                <a:lnTo>
                  <a:pt x="743506" y="109531"/>
                </a:lnTo>
                <a:lnTo>
                  <a:pt x="744255" y="110285"/>
                </a:lnTo>
                <a:lnTo>
                  <a:pt x="745015" y="111060"/>
                </a:lnTo>
                <a:lnTo>
                  <a:pt x="745786" y="111856"/>
                </a:lnTo>
                <a:lnTo>
                  <a:pt x="746567" y="112673"/>
                </a:lnTo>
                <a:lnTo>
                  <a:pt x="747360" y="113511"/>
                </a:lnTo>
                <a:lnTo>
                  <a:pt x="748163" y="114370"/>
                </a:lnTo>
                <a:lnTo>
                  <a:pt x="748978" y="115250"/>
                </a:lnTo>
                <a:lnTo>
                  <a:pt x="749803" y="116151"/>
                </a:lnTo>
                <a:lnTo>
                  <a:pt x="750640" y="117073"/>
                </a:lnTo>
                <a:lnTo>
                  <a:pt x="751487" y="118016"/>
                </a:lnTo>
                <a:lnTo>
                  <a:pt x="752345" y="118980"/>
                </a:lnTo>
                <a:lnTo>
                  <a:pt x="753214" y="119965"/>
                </a:lnTo>
                <a:lnTo>
                  <a:pt x="759673" y="119965"/>
                </a:lnTo>
                <a:lnTo>
                  <a:pt x="759200" y="118813"/>
                </a:lnTo>
                <a:lnTo>
                  <a:pt x="758713" y="117670"/>
                </a:lnTo>
                <a:lnTo>
                  <a:pt x="758209" y="116536"/>
                </a:lnTo>
                <a:lnTo>
                  <a:pt x="757690" y="115411"/>
                </a:lnTo>
                <a:lnTo>
                  <a:pt x="757155" y="114295"/>
                </a:lnTo>
                <a:lnTo>
                  <a:pt x="756605" y="113189"/>
                </a:lnTo>
                <a:lnTo>
                  <a:pt x="756039" y="112092"/>
                </a:lnTo>
                <a:lnTo>
                  <a:pt x="755457" y="111004"/>
                </a:lnTo>
                <a:lnTo>
                  <a:pt x="754859" y="109926"/>
                </a:lnTo>
                <a:lnTo>
                  <a:pt x="754246" y="108856"/>
                </a:lnTo>
                <a:lnTo>
                  <a:pt x="753617" y="107796"/>
                </a:lnTo>
                <a:lnTo>
                  <a:pt x="752972" y="106746"/>
                </a:lnTo>
                <a:lnTo>
                  <a:pt x="752311" y="105704"/>
                </a:lnTo>
                <a:lnTo>
                  <a:pt x="751635" y="104672"/>
                </a:lnTo>
                <a:lnTo>
                  <a:pt x="750944" y="103649"/>
                </a:lnTo>
                <a:lnTo>
                  <a:pt x="750236" y="102635"/>
                </a:lnTo>
                <a:lnTo>
                  <a:pt x="749513" y="101631"/>
                </a:lnTo>
                <a:lnTo>
                  <a:pt x="748774" y="100635"/>
                </a:lnTo>
                <a:lnTo>
                  <a:pt x="748019" y="99649"/>
                </a:lnTo>
                <a:lnTo>
                  <a:pt x="747249" y="98673"/>
                </a:lnTo>
                <a:lnTo>
                  <a:pt x="746463" y="97705"/>
                </a:lnTo>
                <a:lnTo>
                  <a:pt x="745661" y="96747"/>
                </a:lnTo>
                <a:lnTo>
                  <a:pt x="744844" y="95798"/>
                </a:lnTo>
                <a:lnTo>
                  <a:pt x="744011" y="94858"/>
                </a:lnTo>
                <a:lnTo>
                  <a:pt x="849364" y="94858"/>
                </a:lnTo>
                <a:lnTo>
                  <a:pt x="848531" y="95798"/>
                </a:lnTo>
                <a:lnTo>
                  <a:pt x="847713" y="96747"/>
                </a:lnTo>
                <a:lnTo>
                  <a:pt x="846912" y="97705"/>
                </a:lnTo>
                <a:lnTo>
                  <a:pt x="846126" y="98673"/>
                </a:lnTo>
                <a:lnTo>
                  <a:pt x="845355" y="99649"/>
                </a:lnTo>
                <a:lnTo>
                  <a:pt x="844601" y="100635"/>
                </a:lnTo>
                <a:lnTo>
                  <a:pt x="843862" y="101631"/>
                </a:lnTo>
                <a:lnTo>
                  <a:pt x="843139" y="102635"/>
                </a:lnTo>
                <a:lnTo>
                  <a:pt x="842431" y="103649"/>
                </a:lnTo>
                <a:lnTo>
                  <a:pt x="841739" y="104672"/>
                </a:lnTo>
                <a:lnTo>
                  <a:pt x="841063" y="105704"/>
                </a:lnTo>
                <a:lnTo>
                  <a:pt x="840403" y="106746"/>
                </a:lnTo>
                <a:lnTo>
                  <a:pt x="839758" y="107796"/>
                </a:lnTo>
                <a:lnTo>
                  <a:pt x="839129" y="108856"/>
                </a:lnTo>
                <a:lnTo>
                  <a:pt x="838516" y="109926"/>
                </a:lnTo>
                <a:lnTo>
                  <a:pt x="837918" y="111004"/>
                </a:lnTo>
                <a:lnTo>
                  <a:pt x="837336" y="112092"/>
                </a:lnTo>
                <a:lnTo>
                  <a:pt x="836770" y="113189"/>
                </a:lnTo>
                <a:lnTo>
                  <a:pt x="836219" y="114295"/>
                </a:lnTo>
                <a:lnTo>
                  <a:pt x="835685" y="115411"/>
                </a:lnTo>
                <a:lnTo>
                  <a:pt x="835166" y="116536"/>
                </a:lnTo>
                <a:lnTo>
                  <a:pt x="834662" y="117670"/>
                </a:lnTo>
                <a:lnTo>
                  <a:pt x="834174" y="118813"/>
                </a:lnTo>
                <a:lnTo>
                  <a:pt x="833702" y="119965"/>
                </a:lnTo>
                <a:lnTo>
                  <a:pt x="840161" y="119965"/>
                </a:lnTo>
                <a:lnTo>
                  <a:pt x="841030" y="118980"/>
                </a:lnTo>
                <a:lnTo>
                  <a:pt x="841888" y="118016"/>
                </a:lnTo>
                <a:lnTo>
                  <a:pt x="842735" y="117073"/>
                </a:lnTo>
                <a:lnTo>
                  <a:pt x="843572" y="116151"/>
                </a:lnTo>
                <a:lnTo>
                  <a:pt x="844397" y="115250"/>
                </a:lnTo>
                <a:lnTo>
                  <a:pt x="845211" y="114370"/>
                </a:lnTo>
                <a:lnTo>
                  <a:pt x="846015" y="113511"/>
                </a:lnTo>
                <a:lnTo>
                  <a:pt x="846808" y="112673"/>
                </a:lnTo>
                <a:lnTo>
                  <a:pt x="847589" y="111856"/>
                </a:lnTo>
                <a:lnTo>
                  <a:pt x="848360" y="111060"/>
                </a:lnTo>
                <a:lnTo>
                  <a:pt x="849120" y="110285"/>
                </a:lnTo>
                <a:lnTo>
                  <a:pt x="849869" y="109531"/>
                </a:lnTo>
                <a:lnTo>
                  <a:pt x="850606" y="108798"/>
                </a:lnTo>
                <a:lnTo>
                  <a:pt x="851333" y="108086"/>
                </a:lnTo>
                <a:lnTo>
                  <a:pt x="852050" y="107395"/>
                </a:lnTo>
                <a:lnTo>
                  <a:pt x="852755" y="106726"/>
                </a:lnTo>
                <a:lnTo>
                  <a:pt x="853449" y="106077"/>
                </a:lnTo>
                <a:lnTo>
                  <a:pt x="854132" y="105449"/>
                </a:lnTo>
                <a:lnTo>
                  <a:pt x="854804" y="104842"/>
                </a:lnTo>
                <a:lnTo>
                  <a:pt x="855466" y="104257"/>
                </a:lnTo>
                <a:lnTo>
                  <a:pt x="856116" y="103692"/>
                </a:lnTo>
                <a:lnTo>
                  <a:pt x="856756" y="103148"/>
                </a:lnTo>
                <a:lnTo>
                  <a:pt x="857384" y="102626"/>
                </a:lnTo>
                <a:lnTo>
                  <a:pt x="858002" y="102124"/>
                </a:lnTo>
                <a:lnTo>
                  <a:pt x="858615" y="101637"/>
                </a:lnTo>
                <a:lnTo>
                  <a:pt x="859228" y="101159"/>
                </a:lnTo>
                <a:lnTo>
                  <a:pt x="859843" y="100688"/>
                </a:lnTo>
                <a:lnTo>
                  <a:pt x="860458" y="100227"/>
                </a:lnTo>
                <a:lnTo>
                  <a:pt x="861074" y="99773"/>
                </a:lnTo>
                <a:lnTo>
                  <a:pt x="861690" y="99329"/>
                </a:lnTo>
                <a:lnTo>
                  <a:pt x="862308" y="98892"/>
                </a:lnTo>
                <a:lnTo>
                  <a:pt x="862927" y="98464"/>
                </a:lnTo>
                <a:lnTo>
                  <a:pt x="863546" y="98045"/>
                </a:lnTo>
                <a:lnTo>
                  <a:pt x="864166" y="97633"/>
                </a:lnTo>
                <a:lnTo>
                  <a:pt x="864787" y="97230"/>
                </a:lnTo>
                <a:lnTo>
                  <a:pt x="865409" y="96836"/>
                </a:lnTo>
                <a:lnTo>
                  <a:pt x="866032" y="96450"/>
                </a:lnTo>
                <a:lnTo>
                  <a:pt x="866655" y="96073"/>
                </a:lnTo>
                <a:lnTo>
                  <a:pt x="867280" y="95703"/>
                </a:lnTo>
                <a:lnTo>
                  <a:pt x="867905" y="95343"/>
                </a:lnTo>
                <a:lnTo>
                  <a:pt x="868531" y="94990"/>
                </a:lnTo>
                <a:lnTo>
                  <a:pt x="869158" y="94646"/>
                </a:lnTo>
                <a:lnTo>
                  <a:pt x="869786" y="94311"/>
                </a:lnTo>
                <a:lnTo>
                  <a:pt x="870414" y="93984"/>
                </a:lnTo>
                <a:lnTo>
                  <a:pt x="871044" y="93665"/>
                </a:lnTo>
                <a:lnTo>
                  <a:pt x="871674" y="93355"/>
                </a:lnTo>
                <a:lnTo>
                  <a:pt x="872305" y="93053"/>
                </a:lnTo>
                <a:lnTo>
                  <a:pt x="872937" y="92759"/>
                </a:lnTo>
                <a:lnTo>
                  <a:pt x="872937" y="89126"/>
                </a:lnTo>
                <a:lnTo>
                  <a:pt x="872305" y="88826"/>
                </a:lnTo>
                <a:lnTo>
                  <a:pt x="871674" y="88518"/>
                </a:lnTo>
                <a:lnTo>
                  <a:pt x="871044" y="88202"/>
                </a:lnTo>
                <a:lnTo>
                  <a:pt x="870414" y="87878"/>
                </a:lnTo>
                <a:lnTo>
                  <a:pt x="869786" y="87546"/>
                </a:lnTo>
                <a:lnTo>
                  <a:pt x="869158" y="87206"/>
                </a:lnTo>
                <a:close/>
                <a:moveTo>
                  <a:pt x="1037156" y="23793"/>
                </a:moveTo>
                <a:lnTo>
                  <a:pt x="1037206" y="24059"/>
                </a:lnTo>
                <a:lnTo>
                  <a:pt x="1037263" y="24322"/>
                </a:lnTo>
                <a:lnTo>
                  <a:pt x="1037329" y="24582"/>
                </a:lnTo>
                <a:lnTo>
                  <a:pt x="1037402" y="24838"/>
                </a:lnTo>
                <a:lnTo>
                  <a:pt x="1037483" y="25090"/>
                </a:lnTo>
                <a:lnTo>
                  <a:pt x="1037572" y="25339"/>
                </a:lnTo>
                <a:lnTo>
                  <a:pt x="1037668" y="25585"/>
                </a:lnTo>
                <a:lnTo>
                  <a:pt x="1037772" y="25827"/>
                </a:lnTo>
                <a:lnTo>
                  <a:pt x="1037884" y="26065"/>
                </a:lnTo>
                <a:lnTo>
                  <a:pt x="1038004" y="26300"/>
                </a:lnTo>
                <a:lnTo>
                  <a:pt x="1038131" y="26532"/>
                </a:lnTo>
                <a:lnTo>
                  <a:pt x="1038266" y="26760"/>
                </a:lnTo>
                <a:lnTo>
                  <a:pt x="1038408" y="26984"/>
                </a:lnTo>
                <a:lnTo>
                  <a:pt x="1038559" y="27205"/>
                </a:lnTo>
                <a:lnTo>
                  <a:pt x="1038717" y="27422"/>
                </a:lnTo>
                <a:lnTo>
                  <a:pt x="1038882" y="27636"/>
                </a:lnTo>
                <a:lnTo>
                  <a:pt x="1039056" y="27847"/>
                </a:lnTo>
                <a:lnTo>
                  <a:pt x="1039237" y="28054"/>
                </a:lnTo>
                <a:lnTo>
                  <a:pt x="1039426" y="28255"/>
                </a:lnTo>
                <a:lnTo>
                  <a:pt x="1039622" y="28447"/>
                </a:lnTo>
                <a:lnTo>
                  <a:pt x="1039825" y="28631"/>
                </a:lnTo>
                <a:lnTo>
                  <a:pt x="1040036" y="28806"/>
                </a:lnTo>
                <a:lnTo>
                  <a:pt x="1040255" y="28973"/>
                </a:lnTo>
                <a:lnTo>
                  <a:pt x="1040481" y="29131"/>
                </a:lnTo>
                <a:lnTo>
                  <a:pt x="1040714" y="29281"/>
                </a:lnTo>
                <a:lnTo>
                  <a:pt x="1040955" y="29422"/>
                </a:lnTo>
                <a:lnTo>
                  <a:pt x="1041203" y="29554"/>
                </a:lnTo>
                <a:lnTo>
                  <a:pt x="1041458" y="29678"/>
                </a:lnTo>
                <a:lnTo>
                  <a:pt x="1041721" y="29794"/>
                </a:lnTo>
                <a:lnTo>
                  <a:pt x="1041992" y="29901"/>
                </a:lnTo>
                <a:lnTo>
                  <a:pt x="1042270" y="29999"/>
                </a:lnTo>
                <a:lnTo>
                  <a:pt x="1042555" y="30089"/>
                </a:lnTo>
                <a:lnTo>
                  <a:pt x="1042848" y="30170"/>
                </a:lnTo>
                <a:lnTo>
                  <a:pt x="1043148" y="30242"/>
                </a:lnTo>
                <a:lnTo>
                  <a:pt x="1043455" y="30307"/>
                </a:lnTo>
                <a:lnTo>
                  <a:pt x="1043770" y="30362"/>
                </a:lnTo>
                <a:lnTo>
                  <a:pt x="1044093" y="30409"/>
                </a:lnTo>
                <a:lnTo>
                  <a:pt x="1044423" y="30448"/>
                </a:lnTo>
                <a:lnTo>
                  <a:pt x="1044760" y="30478"/>
                </a:lnTo>
                <a:lnTo>
                  <a:pt x="1045105" y="30499"/>
                </a:lnTo>
                <a:lnTo>
                  <a:pt x="1045457" y="30512"/>
                </a:lnTo>
                <a:lnTo>
                  <a:pt x="1045816" y="30516"/>
                </a:lnTo>
                <a:lnTo>
                  <a:pt x="1046170" y="30512"/>
                </a:lnTo>
                <a:lnTo>
                  <a:pt x="1046516" y="30499"/>
                </a:lnTo>
                <a:lnTo>
                  <a:pt x="1046855" y="30478"/>
                </a:lnTo>
                <a:lnTo>
                  <a:pt x="1047188" y="30448"/>
                </a:lnTo>
                <a:lnTo>
                  <a:pt x="1047513" y="30409"/>
                </a:lnTo>
                <a:lnTo>
                  <a:pt x="1047832" y="30362"/>
                </a:lnTo>
                <a:lnTo>
                  <a:pt x="1048144" y="30307"/>
                </a:lnTo>
                <a:lnTo>
                  <a:pt x="1048449" y="30242"/>
                </a:lnTo>
                <a:lnTo>
                  <a:pt x="1048747" y="30170"/>
                </a:lnTo>
                <a:lnTo>
                  <a:pt x="1049039" y="30089"/>
                </a:lnTo>
                <a:lnTo>
                  <a:pt x="1049323" y="29999"/>
                </a:lnTo>
                <a:lnTo>
                  <a:pt x="1049601" y="29901"/>
                </a:lnTo>
                <a:lnTo>
                  <a:pt x="1049871" y="29794"/>
                </a:lnTo>
                <a:lnTo>
                  <a:pt x="1050135" y="29678"/>
                </a:lnTo>
                <a:lnTo>
                  <a:pt x="1050392" y="29554"/>
                </a:lnTo>
                <a:lnTo>
                  <a:pt x="1050642" y="29422"/>
                </a:lnTo>
                <a:lnTo>
                  <a:pt x="1050886" y="29281"/>
                </a:lnTo>
                <a:lnTo>
                  <a:pt x="1051122" y="29131"/>
                </a:lnTo>
                <a:lnTo>
                  <a:pt x="1051351" y="28973"/>
                </a:lnTo>
                <a:lnTo>
                  <a:pt x="1051574" y="28806"/>
                </a:lnTo>
                <a:lnTo>
                  <a:pt x="1051790" y="28631"/>
                </a:lnTo>
                <a:lnTo>
                  <a:pt x="1051999" y="28447"/>
                </a:lnTo>
                <a:lnTo>
                  <a:pt x="1052201" y="28255"/>
                </a:lnTo>
                <a:lnTo>
                  <a:pt x="1052396" y="28054"/>
                </a:lnTo>
                <a:lnTo>
                  <a:pt x="1052584" y="27847"/>
                </a:lnTo>
                <a:lnTo>
                  <a:pt x="1052763" y="27636"/>
                </a:lnTo>
                <a:lnTo>
                  <a:pt x="1052935" y="27422"/>
                </a:lnTo>
                <a:lnTo>
                  <a:pt x="1053099" y="27205"/>
                </a:lnTo>
                <a:lnTo>
                  <a:pt x="1053255" y="26984"/>
                </a:lnTo>
                <a:lnTo>
                  <a:pt x="1053403" y="26760"/>
                </a:lnTo>
                <a:lnTo>
                  <a:pt x="1053542" y="26532"/>
                </a:lnTo>
                <a:lnTo>
                  <a:pt x="1053674" y="26300"/>
                </a:lnTo>
                <a:lnTo>
                  <a:pt x="1053798" y="26065"/>
                </a:lnTo>
                <a:lnTo>
                  <a:pt x="1053914" y="25827"/>
                </a:lnTo>
                <a:lnTo>
                  <a:pt x="1054022" y="25585"/>
                </a:lnTo>
                <a:lnTo>
                  <a:pt x="1054122" y="25339"/>
                </a:lnTo>
                <a:lnTo>
                  <a:pt x="1054213" y="25090"/>
                </a:lnTo>
                <a:lnTo>
                  <a:pt x="1054297" y="24838"/>
                </a:lnTo>
                <a:lnTo>
                  <a:pt x="1054373" y="24582"/>
                </a:lnTo>
                <a:lnTo>
                  <a:pt x="1054441" y="24322"/>
                </a:lnTo>
                <a:lnTo>
                  <a:pt x="1054501" y="24059"/>
                </a:lnTo>
                <a:lnTo>
                  <a:pt x="1054553" y="23793"/>
                </a:lnTo>
                <a:lnTo>
                  <a:pt x="1054597" y="23523"/>
                </a:lnTo>
                <a:lnTo>
                  <a:pt x="1054633" y="23249"/>
                </a:lnTo>
                <a:lnTo>
                  <a:pt x="1054661" y="22972"/>
                </a:lnTo>
                <a:lnTo>
                  <a:pt x="1054681" y="22692"/>
                </a:lnTo>
                <a:lnTo>
                  <a:pt x="1054693" y="22408"/>
                </a:lnTo>
                <a:lnTo>
                  <a:pt x="1054697" y="22120"/>
                </a:lnTo>
                <a:lnTo>
                  <a:pt x="1054693" y="21819"/>
                </a:lnTo>
                <a:lnTo>
                  <a:pt x="1054681" y="21522"/>
                </a:lnTo>
                <a:lnTo>
                  <a:pt x="1054661" y="21230"/>
                </a:lnTo>
                <a:lnTo>
                  <a:pt x="1054633" y="20941"/>
                </a:lnTo>
                <a:lnTo>
                  <a:pt x="1054597" y="20655"/>
                </a:lnTo>
                <a:lnTo>
                  <a:pt x="1054553" y="20374"/>
                </a:lnTo>
                <a:lnTo>
                  <a:pt x="1054501" y="20097"/>
                </a:lnTo>
                <a:lnTo>
                  <a:pt x="1054441" y="19824"/>
                </a:lnTo>
                <a:lnTo>
                  <a:pt x="1054373" y="19554"/>
                </a:lnTo>
                <a:lnTo>
                  <a:pt x="1054297" y="19289"/>
                </a:lnTo>
                <a:lnTo>
                  <a:pt x="1054213" y="19027"/>
                </a:lnTo>
                <a:lnTo>
                  <a:pt x="1054122" y="18770"/>
                </a:lnTo>
                <a:lnTo>
                  <a:pt x="1054022" y="18516"/>
                </a:lnTo>
                <a:lnTo>
                  <a:pt x="1053914" y="18266"/>
                </a:lnTo>
                <a:lnTo>
                  <a:pt x="1053798" y="18021"/>
                </a:lnTo>
                <a:lnTo>
                  <a:pt x="1053674" y="17779"/>
                </a:lnTo>
                <a:lnTo>
                  <a:pt x="1053542" y="17541"/>
                </a:lnTo>
                <a:lnTo>
                  <a:pt x="1053403" y="17307"/>
                </a:lnTo>
                <a:lnTo>
                  <a:pt x="1053255" y="17076"/>
                </a:lnTo>
                <a:lnTo>
                  <a:pt x="1053099" y="16850"/>
                </a:lnTo>
                <a:lnTo>
                  <a:pt x="1052935" y="16628"/>
                </a:lnTo>
                <a:lnTo>
                  <a:pt x="1052763" y="16410"/>
                </a:lnTo>
                <a:lnTo>
                  <a:pt x="1052584" y="16195"/>
                </a:lnTo>
                <a:lnTo>
                  <a:pt x="1052396" y="15985"/>
                </a:lnTo>
                <a:lnTo>
                  <a:pt x="1052201" y="15780"/>
                </a:lnTo>
                <a:lnTo>
                  <a:pt x="1051999" y="15585"/>
                </a:lnTo>
                <a:lnTo>
                  <a:pt x="1051790" y="15398"/>
                </a:lnTo>
                <a:lnTo>
                  <a:pt x="1051574" y="15220"/>
                </a:lnTo>
                <a:lnTo>
                  <a:pt x="1051351" y="15050"/>
                </a:lnTo>
                <a:lnTo>
                  <a:pt x="1051122" y="14890"/>
                </a:lnTo>
                <a:lnTo>
                  <a:pt x="1050886" y="14738"/>
                </a:lnTo>
                <a:lnTo>
                  <a:pt x="1050642" y="14594"/>
                </a:lnTo>
                <a:lnTo>
                  <a:pt x="1050392" y="14460"/>
                </a:lnTo>
                <a:lnTo>
                  <a:pt x="1050135" y="14334"/>
                </a:lnTo>
                <a:lnTo>
                  <a:pt x="1049871" y="14216"/>
                </a:lnTo>
                <a:lnTo>
                  <a:pt x="1049601" y="14108"/>
                </a:lnTo>
                <a:lnTo>
                  <a:pt x="1049323" y="14008"/>
                </a:lnTo>
                <a:lnTo>
                  <a:pt x="1049039" y="13916"/>
                </a:lnTo>
                <a:lnTo>
                  <a:pt x="1048747" y="13834"/>
                </a:lnTo>
                <a:lnTo>
                  <a:pt x="1048449" y="13760"/>
                </a:lnTo>
                <a:lnTo>
                  <a:pt x="1048144" y="13695"/>
                </a:lnTo>
                <a:lnTo>
                  <a:pt x="1047832" y="13638"/>
                </a:lnTo>
                <a:lnTo>
                  <a:pt x="1047513" y="13591"/>
                </a:lnTo>
                <a:lnTo>
                  <a:pt x="1047188" y="13551"/>
                </a:lnTo>
                <a:lnTo>
                  <a:pt x="1046855" y="13521"/>
                </a:lnTo>
                <a:lnTo>
                  <a:pt x="1046516" y="13499"/>
                </a:lnTo>
                <a:lnTo>
                  <a:pt x="1046170" y="13486"/>
                </a:lnTo>
                <a:lnTo>
                  <a:pt x="1045816" y="13482"/>
                </a:lnTo>
                <a:lnTo>
                  <a:pt x="1045457" y="13486"/>
                </a:lnTo>
                <a:lnTo>
                  <a:pt x="1045105" y="13499"/>
                </a:lnTo>
                <a:lnTo>
                  <a:pt x="1044760" y="13521"/>
                </a:lnTo>
                <a:lnTo>
                  <a:pt x="1044423" y="13551"/>
                </a:lnTo>
                <a:lnTo>
                  <a:pt x="1044093" y="13591"/>
                </a:lnTo>
                <a:lnTo>
                  <a:pt x="1043770" y="13638"/>
                </a:lnTo>
                <a:lnTo>
                  <a:pt x="1043455" y="13695"/>
                </a:lnTo>
                <a:lnTo>
                  <a:pt x="1043148" y="13760"/>
                </a:lnTo>
                <a:lnTo>
                  <a:pt x="1042848" y="13834"/>
                </a:lnTo>
                <a:lnTo>
                  <a:pt x="1042555" y="13916"/>
                </a:lnTo>
                <a:lnTo>
                  <a:pt x="1042270" y="14008"/>
                </a:lnTo>
                <a:lnTo>
                  <a:pt x="1041992" y="14108"/>
                </a:lnTo>
                <a:lnTo>
                  <a:pt x="1041721" y="14216"/>
                </a:lnTo>
                <a:lnTo>
                  <a:pt x="1041458" y="14334"/>
                </a:lnTo>
                <a:lnTo>
                  <a:pt x="1041203" y="14460"/>
                </a:lnTo>
                <a:lnTo>
                  <a:pt x="1040955" y="14594"/>
                </a:lnTo>
                <a:lnTo>
                  <a:pt x="1040714" y="14738"/>
                </a:lnTo>
                <a:lnTo>
                  <a:pt x="1040481" y="14890"/>
                </a:lnTo>
                <a:lnTo>
                  <a:pt x="1040255" y="15050"/>
                </a:lnTo>
                <a:lnTo>
                  <a:pt x="1040036" y="15220"/>
                </a:lnTo>
                <a:lnTo>
                  <a:pt x="1039825" y="15398"/>
                </a:lnTo>
                <a:lnTo>
                  <a:pt x="1039622" y="15585"/>
                </a:lnTo>
                <a:lnTo>
                  <a:pt x="1039426" y="15780"/>
                </a:lnTo>
                <a:lnTo>
                  <a:pt x="1039237" y="15985"/>
                </a:lnTo>
                <a:lnTo>
                  <a:pt x="1039056" y="16195"/>
                </a:lnTo>
                <a:lnTo>
                  <a:pt x="1038882" y="16410"/>
                </a:lnTo>
                <a:lnTo>
                  <a:pt x="1038717" y="16628"/>
                </a:lnTo>
                <a:lnTo>
                  <a:pt x="1038559" y="16850"/>
                </a:lnTo>
                <a:lnTo>
                  <a:pt x="1038408" y="17076"/>
                </a:lnTo>
                <a:lnTo>
                  <a:pt x="1038266" y="17307"/>
                </a:lnTo>
                <a:lnTo>
                  <a:pt x="1038131" y="17541"/>
                </a:lnTo>
                <a:lnTo>
                  <a:pt x="1038004" y="17779"/>
                </a:lnTo>
                <a:lnTo>
                  <a:pt x="1037884" y="18021"/>
                </a:lnTo>
                <a:lnTo>
                  <a:pt x="1037772" y="18266"/>
                </a:lnTo>
                <a:lnTo>
                  <a:pt x="1037668" y="18516"/>
                </a:lnTo>
                <a:lnTo>
                  <a:pt x="1037572" y="18770"/>
                </a:lnTo>
                <a:lnTo>
                  <a:pt x="1037483" y="19027"/>
                </a:lnTo>
                <a:lnTo>
                  <a:pt x="1037402" y="19289"/>
                </a:lnTo>
                <a:lnTo>
                  <a:pt x="1037329" y="19554"/>
                </a:lnTo>
                <a:lnTo>
                  <a:pt x="1037263" y="19824"/>
                </a:lnTo>
                <a:lnTo>
                  <a:pt x="1037206" y="20097"/>
                </a:lnTo>
                <a:lnTo>
                  <a:pt x="1037156" y="20374"/>
                </a:lnTo>
                <a:lnTo>
                  <a:pt x="1037113" y="20655"/>
                </a:lnTo>
                <a:lnTo>
                  <a:pt x="1037078" y="20941"/>
                </a:lnTo>
                <a:lnTo>
                  <a:pt x="1037051" y="21230"/>
                </a:lnTo>
                <a:lnTo>
                  <a:pt x="1037032" y="21522"/>
                </a:lnTo>
                <a:lnTo>
                  <a:pt x="1037021" y="21819"/>
                </a:lnTo>
                <a:lnTo>
                  <a:pt x="1037017" y="22120"/>
                </a:lnTo>
                <a:lnTo>
                  <a:pt x="1037021" y="22408"/>
                </a:lnTo>
                <a:lnTo>
                  <a:pt x="1037032" y="22692"/>
                </a:lnTo>
                <a:lnTo>
                  <a:pt x="1037051" y="22972"/>
                </a:lnTo>
                <a:lnTo>
                  <a:pt x="1037078" y="23249"/>
                </a:lnTo>
                <a:lnTo>
                  <a:pt x="1037113" y="23523"/>
                </a:lnTo>
                <a:lnTo>
                  <a:pt x="1037156" y="23793"/>
                </a:lnTo>
                <a:close/>
                <a:moveTo>
                  <a:pt x="1571888" y="56834"/>
                </a:moveTo>
                <a:lnTo>
                  <a:pt x="1587872" y="56834"/>
                </a:lnTo>
                <a:lnTo>
                  <a:pt x="1587872" y="110987"/>
                </a:lnTo>
                <a:lnTo>
                  <a:pt x="1587877" y="111708"/>
                </a:lnTo>
                <a:lnTo>
                  <a:pt x="1587891" y="112416"/>
                </a:lnTo>
                <a:lnTo>
                  <a:pt x="1587914" y="113112"/>
                </a:lnTo>
                <a:lnTo>
                  <a:pt x="1587947" y="113796"/>
                </a:lnTo>
                <a:lnTo>
                  <a:pt x="1587990" y="114467"/>
                </a:lnTo>
                <a:lnTo>
                  <a:pt x="1588041" y="115125"/>
                </a:lnTo>
                <a:lnTo>
                  <a:pt x="1588102" y="115771"/>
                </a:lnTo>
                <a:lnTo>
                  <a:pt x="1588173" y="116405"/>
                </a:lnTo>
                <a:lnTo>
                  <a:pt x="1588252" y="117026"/>
                </a:lnTo>
                <a:lnTo>
                  <a:pt x="1588342" y="117635"/>
                </a:lnTo>
                <a:lnTo>
                  <a:pt x="1588440" y="118231"/>
                </a:lnTo>
                <a:lnTo>
                  <a:pt x="1588548" y="118814"/>
                </a:lnTo>
                <a:lnTo>
                  <a:pt x="1588666" y="119385"/>
                </a:lnTo>
                <a:lnTo>
                  <a:pt x="1588792" y="119944"/>
                </a:lnTo>
                <a:lnTo>
                  <a:pt x="1588929" y="120490"/>
                </a:lnTo>
                <a:lnTo>
                  <a:pt x="1589074" y="121024"/>
                </a:lnTo>
                <a:lnTo>
                  <a:pt x="1589229" y="121545"/>
                </a:lnTo>
                <a:lnTo>
                  <a:pt x="1589393" y="122054"/>
                </a:lnTo>
                <a:lnTo>
                  <a:pt x="1589567" y="122550"/>
                </a:lnTo>
                <a:lnTo>
                  <a:pt x="1589750" y="123034"/>
                </a:lnTo>
                <a:lnTo>
                  <a:pt x="1589943" y="123505"/>
                </a:lnTo>
                <a:lnTo>
                  <a:pt x="1590145" y="123964"/>
                </a:lnTo>
                <a:lnTo>
                  <a:pt x="1590356" y="124411"/>
                </a:lnTo>
                <a:lnTo>
                  <a:pt x="1590577" y="124844"/>
                </a:lnTo>
                <a:lnTo>
                  <a:pt x="1590805" y="125267"/>
                </a:lnTo>
                <a:lnTo>
                  <a:pt x="1591041" y="125679"/>
                </a:lnTo>
                <a:lnTo>
                  <a:pt x="1591282" y="126081"/>
                </a:lnTo>
                <a:lnTo>
                  <a:pt x="1591531" y="126472"/>
                </a:lnTo>
                <a:lnTo>
                  <a:pt x="1591786" y="126854"/>
                </a:lnTo>
                <a:lnTo>
                  <a:pt x="1592047" y="127225"/>
                </a:lnTo>
                <a:lnTo>
                  <a:pt x="1592316" y="127586"/>
                </a:lnTo>
                <a:lnTo>
                  <a:pt x="1592590" y="127936"/>
                </a:lnTo>
                <a:lnTo>
                  <a:pt x="1592872" y="128277"/>
                </a:lnTo>
                <a:lnTo>
                  <a:pt x="1593160" y="128607"/>
                </a:lnTo>
                <a:lnTo>
                  <a:pt x="1593454" y="128927"/>
                </a:lnTo>
                <a:lnTo>
                  <a:pt x="1593755" y="129237"/>
                </a:lnTo>
                <a:lnTo>
                  <a:pt x="1594063" y="129536"/>
                </a:lnTo>
                <a:lnTo>
                  <a:pt x="1594377" y="129826"/>
                </a:lnTo>
                <a:lnTo>
                  <a:pt x="1594698" y="130105"/>
                </a:lnTo>
                <a:lnTo>
                  <a:pt x="1595026" y="130373"/>
                </a:lnTo>
                <a:lnTo>
                  <a:pt x="1595360" y="130632"/>
                </a:lnTo>
                <a:lnTo>
                  <a:pt x="1595701" y="130880"/>
                </a:lnTo>
                <a:lnTo>
                  <a:pt x="1596048" y="131118"/>
                </a:lnTo>
                <a:lnTo>
                  <a:pt x="1596402" y="131346"/>
                </a:lnTo>
                <a:lnTo>
                  <a:pt x="1596762" y="131564"/>
                </a:lnTo>
                <a:lnTo>
                  <a:pt x="1597129" y="131771"/>
                </a:lnTo>
                <a:lnTo>
                  <a:pt x="1597503" y="131969"/>
                </a:lnTo>
                <a:lnTo>
                  <a:pt x="1597883" y="132156"/>
                </a:lnTo>
                <a:lnTo>
                  <a:pt x="1598268" y="132333"/>
                </a:lnTo>
                <a:lnTo>
                  <a:pt x="1598656" y="132504"/>
                </a:lnTo>
                <a:lnTo>
                  <a:pt x="1599047" y="132666"/>
                </a:lnTo>
                <a:lnTo>
                  <a:pt x="1599441" y="132822"/>
                </a:lnTo>
                <a:lnTo>
                  <a:pt x="1599839" y="132969"/>
                </a:lnTo>
                <a:lnTo>
                  <a:pt x="1600239" y="133109"/>
                </a:lnTo>
                <a:lnTo>
                  <a:pt x="1600643" y="133242"/>
                </a:lnTo>
                <a:lnTo>
                  <a:pt x="1601049" y="133367"/>
                </a:lnTo>
                <a:lnTo>
                  <a:pt x="1601459" y="133484"/>
                </a:lnTo>
                <a:lnTo>
                  <a:pt x="1601872" y="133594"/>
                </a:lnTo>
                <a:lnTo>
                  <a:pt x="1602287" y="133696"/>
                </a:lnTo>
                <a:lnTo>
                  <a:pt x="1602706" y="133790"/>
                </a:lnTo>
                <a:lnTo>
                  <a:pt x="1603128" y="133877"/>
                </a:lnTo>
                <a:lnTo>
                  <a:pt x="1603553" y="133957"/>
                </a:lnTo>
                <a:lnTo>
                  <a:pt x="1603982" y="134029"/>
                </a:lnTo>
                <a:lnTo>
                  <a:pt x="1604413" y="134093"/>
                </a:lnTo>
                <a:lnTo>
                  <a:pt x="1604847" y="134150"/>
                </a:lnTo>
                <a:lnTo>
                  <a:pt x="1605285" y="134199"/>
                </a:lnTo>
                <a:lnTo>
                  <a:pt x="1605725" y="134241"/>
                </a:lnTo>
                <a:lnTo>
                  <a:pt x="1606169" y="134275"/>
                </a:lnTo>
                <a:lnTo>
                  <a:pt x="1606616" y="134301"/>
                </a:lnTo>
                <a:lnTo>
                  <a:pt x="1607065" y="134320"/>
                </a:lnTo>
                <a:lnTo>
                  <a:pt x="1607518" y="134332"/>
                </a:lnTo>
                <a:lnTo>
                  <a:pt x="1607974" y="134335"/>
                </a:lnTo>
                <a:lnTo>
                  <a:pt x="1608308" y="134334"/>
                </a:lnTo>
                <a:lnTo>
                  <a:pt x="1608639" y="134332"/>
                </a:lnTo>
                <a:lnTo>
                  <a:pt x="1608965" y="134327"/>
                </a:lnTo>
                <a:lnTo>
                  <a:pt x="1609287" y="134321"/>
                </a:lnTo>
                <a:lnTo>
                  <a:pt x="1609605" y="134313"/>
                </a:lnTo>
                <a:lnTo>
                  <a:pt x="1609919" y="134303"/>
                </a:lnTo>
                <a:lnTo>
                  <a:pt x="1610229" y="134291"/>
                </a:lnTo>
                <a:lnTo>
                  <a:pt x="1610535" y="134277"/>
                </a:lnTo>
                <a:lnTo>
                  <a:pt x="1610837" y="134262"/>
                </a:lnTo>
                <a:lnTo>
                  <a:pt x="1611135" y="134244"/>
                </a:lnTo>
                <a:lnTo>
                  <a:pt x="1611428" y="134225"/>
                </a:lnTo>
                <a:lnTo>
                  <a:pt x="1611718" y="134204"/>
                </a:lnTo>
                <a:lnTo>
                  <a:pt x="1612003" y="134181"/>
                </a:lnTo>
                <a:lnTo>
                  <a:pt x="1612285" y="134157"/>
                </a:lnTo>
                <a:lnTo>
                  <a:pt x="1612562" y="134130"/>
                </a:lnTo>
                <a:lnTo>
                  <a:pt x="1612836" y="134102"/>
                </a:lnTo>
                <a:lnTo>
                  <a:pt x="1613105" y="134072"/>
                </a:lnTo>
                <a:lnTo>
                  <a:pt x="1613370" y="134040"/>
                </a:lnTo>
                <a:lnTo>
                  <a:pt x="1613632" y="134006"/>
                </a:lnTo>
                <a:lnTo>
                  <a:pt x="1613889" y="133971"/>
                </a:lnTo>
                <a:lnTo>
                  <a:pt x="1614142" y="133934"/>
                </a:lnTo>
                <a:lnTo>
                  <a:pt x="1614391" y="133894"/>
                </a:lnTo>
                <a:lnTo>
                  <a:pt x="1614636" y="133853"/>
                </a:lnTo>
                <a:lnTo>
                  <a:pt x="1614876" y="133811"/>
                </a:lnTo>
                <a:lnTo>
                  <a:pt x="1615113" y="133767"/>
                </a:lnTo>
                <a:lnTo>
                  <a:pt x="1615347" y="133723"/>
                </a:lnTo>
                <a:lnTo>
                  <a:pt x="1615576" y="133679"/>
                </a:lnTo>
                <a:lnTo>
                  <a:pt x="1615802" y="133635"/>
                </a:lnTo>
                <a:lnTo>
                  <a:pt x="1616023" y="133590"/>
                </a:lnTo>
                <a:lnTo>
                  <a:pt x="1616241" y="133546"/>
                </a:lnTo>
                <a:lnTo>
                  <a:pt x="1616456" y="133501"/>
                </a:lnTo>
                <a:lnTo>
                  <a:pt x="1616666" y="133456"/>
                </a:lnTo>
                <a:lnTo>
                  <a:pt x="1616873" y="133411"/>
                </a:lnTo>
                <a:lnTo>
                  <a:pt x="1617076" y="133366"/>
                </a:lnTo>
                <a:lnTo>
                  <a:pt x="1617275" y="133321"/>
                </a:lnTo>
                <a:lnTo>
                  <a:pt x="1617470" y="133276"/>
                </a:lnTo>
                <a:lnTo>
                  <a:pt x="1617661" y="133230"/>
                </a:lnTo>
                <a:lnTo>
                  <a:pt x="1617849" y="133185"/>
                </a:lnTo>
                <a:lnTo>
                  <a:pt x="1618033" y="133139"/>
                </a:lnTo>
                <a:lnTo>
                  <a:pt x="1618213" y="133093"/>
                </a:lnTo>
                <a:lnTo>
                  <a:pt x="1618390" y="133047"/>
                </a:lnTo>
                <a:lnTo>
                  <a:pt x="1618562" y="133001"/>
                </a:lnTo>
                <a:lnTo>
                  <a:pt x="1618731" y="132954"/>
                </a:lnTo>
                <a:lnTo>
                  <a:pt x="1618896" y="132908"/>
                </a:lnTo>
                <a:lnTo>
                  <a:pt x="1619057" y="132861"/>
                </a:lnTo>
                <a:lnTo>
                  <a:pt x="1619215" y="132815"/>
                </a:lnTo>
                <a:lnTo>
                  <a:pt x="1619369" y="132768"/>
                </a:lnTo>
                <a:lnTo>
                  <a:pt x="1619518" y="132721"/>
                </a:lnTo>
                <a:lnTo>
                  <a:pt x="1619438" y="120530"/>
                </a:lnTo>
                <a:lnTo>
                  <a:pt x="1619349" y="120551"/>
                </a:lnTo>
                <a:lnTo>
                  <a:pt x="1619256" y="120572"/>
                </a:lnTo>
                <a:lnTo>
                  <a:pt x="1619160" y="120593"/>
                </a:lnTo>
                <a:lnTo>
                  <a:pt x="1619060" y="120615"/>
                </a:lnTo>
                <a:lnTo>
                  <a:pt x="1618957" y="120637"/>
                </a:lnTo>
                <a:lnTo>
                  <a:pt x="1618850" y="120659"/>
                </a:lnTo>
                <a:lnTo>
                  <a:pt x="1618740" y="120682"/>
                </a:lnTo>
                <a:lnTo>
                  <a:pt x="1618626" y="120705"/>
                </a:lnTo>
                <a:lnTo>
                  <a:pt x="1618509" y="120729"/>
                </a:lnTo>
                <a:lnTo>
                  <a:pt x="1618388" y="120753"/>
                </a:lnTo>
                <a:lnTo>
                  <a:pt x="1618264" y="120778"/>
                </a:lnTo>
                <a:lnTo>
                  <a:pt x="1618136" y="120803"/>
                </a:lnTo>
                <a:lnTo>
                  <a:pt x="1618005" y="120828"/>
                </a:lnTo>
                <a:lnTo>
                  <a:pt x="1617870" y="120854"/>
                </a:lnTo>
                <a:lnTo>
                  <a:pt x="1617732" y="120880"/>
                </a:lnTo>
                <a:lnTo>
                  <a:pt x="1617590" y="120907"/>
                </a:lnTo>
                <a:lnTo>
                  <a:pt x="1617445" y="120934"/>
                </a:lnTo>
                <a:lnTo>
                  <a:pt x="1617296" y="120962"/>
                </a:lnTo>
                <a:lnTo>
                  <a:pt x="1617144" y="120990"/>
                </a:lnTo>
                <a:lnTo>
                  <a:pt x="1616988" y="121018"/>
                </a:lnTo>
                <a:lnTo>
                  <a:pt x="1616829" y="121047"/>
                </a:lnTo>
                <a:lnTo>
                  <a:pt x="1616666" y="121076"/>
                </a:lnTo>
                <a:lnTo>
                  <a:pt x="1616499" y="121106"/>
                </a:lnTo>
                <a:lnTo>
                  <a:pt x="1616330" y="121136"/>
                </a:lnTo>
                <a:lnTo>
                  <a:pt x="1616158" y="121166"/>
                </a:lnTo>
                <a:lnTo>
                  <a:pt x="1615988" y="121194"/>
                </a:lnTo>
                <a:lnTo>
                  <a:pt x="1615818" y="121221"/>
                </a:lnTo>
                <a:lnTo>
                  <a:pt x="1615649" y="121247"/>
                </a:lnTo>
                <a:lnTo>
                  <a:pt x="1615481" y="121272"/>
                </a:lnTo>
                <a:lnTo>
                  <a:pt x="1615313" y="121295"/>
                </a:lnTo>
                <a:lnTo>
                  <a:pt x="1615146" y="121317"/>
                </a:lnTo>
                <a:lnTo>
                  <a:pt x="1614980" y="121338"/>
                </a:lnTo>
                <a:lnTo>
                  <a:pt x="1614814" y="121357"/>
                </a:lnTo>
                <a:lnTo>
                  <a:pt x="1614649" y="121376"/>
                </a:lnTo>
                <a:lnTo>
                  <a:pt x="1614485" y="121393"/>
                </a:lnTo>
                <a:lnTo>
                  <a:pt x="1614321" y="121408"/>
                </a:lnTo>
                <a:lnTo>
                  <a:pt x="1614159" y="121423"/>
                </a:lnTo>
                <a:lnTo>
                  <a:pt x="1613997" y="121436"/>
                </a:lnTo>
                <a:lnTo>
                  <a:pt x="1613835" y="121448"/>
                </a:lnTo>
                <a:lnTo>
                  <a:pt x="1613675" y="121459"/>
                </a:lnTo>
                <a:lnTo>
                  <a:pt x="1613515" y="121468"/>
                </a:lnTo>
                <a:lnTo>
                  <a:pt x="1613355" y="121477"/>
                </a:lnTo>
                <a:lnTo>
                  <a:pt x="1613197" y="121483"/>
                </a:lnTo>
                <a:lnTo>
                  <a:pt x="1613039" y="121489"/>
                </a:lnTo>
                <a:lnTo>
                  <a:pt x="1612882" y="121494"/>
                </a:lnTo>
                <a:lnTo>
                  <a:pt x="1612725" y="121497"/>
                </a:lnTo>
                <a:lnTo>
                  <a:pt x="1612569" y="121499"/>
                </a:lnTo>
                <a:lnTo>
                  <a:pt x="1612414" y="121499"/>
                </a:lnTo>
                <a:lnTo>
                  <a:pt x="1612206" y="121498"/>
                </a:lnTo>
                <a:lnTo>
                  <a:pt x="1611999" y="121494"/>
                </a:lnTo>
                <a:lnTo>
                  <a:pt x="1611794" y="121488"/>
                </a:lnTo>
                <a:lnTo>
                  <a:pt x="1611589" y="121479"/>
                </a:lnTo>
                <a:lnTo>
                  <a:pt x="1611385" y="121468"/>
                </a:lnTo>
                <a:lnTo>
                  <a:pt x="1611183" y="121454"/>
                </a:lnTo>
                <a:lnTo>
                  <a:pt x="1610982" y="121437"/>
                </a:lnTo>
                <a:lnTo>
                  <a:pt x="1610782" y="121418"/>
                </a:lnTo>
                <a:lnTo>
                  <a:pt x="1610583" y="121397"/>
                </a:lnTo>
                <a:lnTo>
                  <a:pt x="1610385" y="121373"/>
                </a:lnTo>
                <a:lnTo>
                  <a:pt x="1610188" y="121347"/>
                </a:lnTo>
                <a:lnTo>
                  <a:pt x="1609992" y="121318"/>
                </a:lnTo>
                <a:lnTo>
                  <a:pt x="1609798" y="121286"/>
                </a:lnTo>
                <a:lnTo>
                  <a:pt x="1609604" y="121252"/>
                </a:lnTo>
                <a:lnTo>
                  <a:pt x="1609412" y="121215"/>
                </a:lnTo>
                <a:lnTo>
                  <a:pt x="1609221" y="121176"/>
                </a:lnTo>
                <a:lnTo>
                  <a:pt x="1609031" y="121135"/>
                </a:lnTo>
                <a:lnTo>
                  <a:pt x="1608842" y="121091"/>
                </a:lnTo>
                <a:lnTo>
                  <a:pt x="1608654" y="121044"/>
                </a:lnTo>
                <a:lnTo>
                  <a:pt x="1608467" y="120995"/>
                </a:lnTo>
                <a:lnTo>
                  <a:pt x="1608282" y="120943"/>
                </a:lnTo>
                <a:lnTo>
                  <a:pt x="1608097" y="120889"/>
                </a:lnTo>
                <a:lnTo>
                  <a:pt x="1607914" y="120832"/>
                </a:lnTo>
                <a:lnTo>
                  <a:pt x="1607732" y="120773"/>
                </a:lnTo>
                <a:lnTo>
                  <a:pt x="1607552" y="120709"/>
                </a:lnTo>
                <a:lnTo>
                  <a:pt x="1607374" y="120641"/>
                </a:lnTo>
                <a:lnTo>
                  <a:pt x="1607200" y="120567"/>
                </a:lnTo>
                <a:lnTo>
                  <a:pt x="1607028" y="120488"/>
                </a:lnTo>
                <a:lnTo>
                  <a:pt x="1606859" y="120403"/>
                </a:lnTo>
                <a:lnTo>
                  <a:pt x="1606692" y="120313"/>
                </a:lnTo>
                <a:lnTo>
                  <a:pt x="1606529" y="120218"/>
                </a:lnTo>
                <a:lnTo>
                  <a:pt x="1606368" y="120118"/>
                </a:lnTo>
                <a:lnTo>
                  <a:pt x="1606211" y="120012"/>
                </a:lnTo>
                <a:lnTo>
                  <a:pt x="1606056" y="119900"/>
                </a:lnTo>
                <a:lnTo>
                  <a:pt x="1605903" y="119784"/>
                </a:lnTo>
                <a:lnTo>
                  <a:pt x="1605754" y="119662"/>
                </a:lnTo>
                <a:lnTo>
                  <a:pt x="1605607" y="119535"/>
                </a:lnTo>
                <a:lnTo>
                  <a:pt x="1605464" y="119402"/>
                </a:lnTo>
                <a:lnTo>
                  <a:pt x="1605323" y="119264"/>
                </a:lnTo>
                <a:lnTo>
                  <a:pt x="1605184" y="119121"/>
                </a:lnTo>
                <a:lnTo>
                  <a:pt x="1605049" y="118972"/>
                </a:lnTo>
                <a:lnTo>
                  <a:pt x="1604916" y="118819"/>
                </a:lnTo>
                <a:lnTo>
                  <a:pt x="1604787" y="118659"/>
                </a:lnTo>
                <a:lnTo>
                  <a:pt x="1604660" y="118495"/>
                </a:lnTo>
                <a:lnTo>
                  <a:pt x="1604535" y="118325"/>
                </a:lnTo>
                <a:lnTo>
                  <a:pt x="1604414" y="118150"/>
                </a:lnTo>
                <a:lnTo>
                  <a:pt x="1604295" y="117969"/>
                </a:lnTo>
                <a:lnTo>
                  <a:pt x="1604180" y="117783"/>
                </a:lnTo>
                <a:lnTo>
                  <a:pt x="1604068" y="117591"/>
                </a:lnTo>
                <a:lnTo>
                  <a:pt x="1603961" y="117391"/>
                </a:lnTo>
                <a:lnTo>
                  <a:pt x="1603858" y="117183"/>
                </a:lnTo>
                <a:lnTo>
                  <a:pt x="1603760" y="116968"/>
                </a:lnTo>
                <a:lnTo>
                  <a:pt x="1603667" y="116746"/>
                </a:lnTo>
                <a:lnTo>
                  <a:pt x="1603579" y="116515"/>
                </a:lnTo>
                <a:lnTo>
                  <a:pt x="1603496" y="116278"/>
                </a:lnTo>
                <a:lnTo>
                  <a:pt x="1603417" y="116032"/>
                </a:lnTo>
                <a:lnTo>
                  <a:pt x="1603343" y="115779"/>
                </a:lnTo>
                <a:lnTo>
                  <a:pt x="1603274" y="115519"/>
                </a:lnTo>
                <a:lnTo>
                  <a:pt x="1603210" y="115251"/>
                </a:lnTo>
                <a:lnTo>
                  <a:pt x="1603150" y="114975"/>
                </a:lnTo>
                <a:lnTo>
                  <a:pt x="1603096" y="114692"/>
                </a:lnTo>
                <a:lnTo>
                  <a:pt x="1603046" y="114401"/>
                </a:lnTo>
                <a:lnTo>
                  <a:pt x="1603000" y="114103"/>
                </a:lnTo>
                <a:lnTo>
                  <a:pt x="1602960" y="113797"/>
                </a:lnTo>
                <a:lnTo>
                  <a:pt x="1602924" y="113484"/>
                </a:lnTo>
                <a:lnTo>
                  <a:pt x="1602893" y="113163"/>
                </a:lnTo>
                <a:lnTo>
                  <a:pt x="1602867" y="112834"/>
                </a:lnTo>
                <a:lnTo>
                  <a:pt x="1602845" y="112498"/>
                </a:lnTo>
                <a:lnTo>
                  <a:pt x="1602829" y="112154"/>
                </a:lnTo>
                <a:lnTo>
                  <a:pt x="1602817" y="111803"/>
                </a:lnTo>
                <a:lnTo>
                  <a:pt x="1602810" y="111444"/>
                </a:lnTo>
                <a:lnTo>
                  <a:pt x="1602807" y="111077"/>
                </a:lnTo>
                <a:lnTo>
                  <a:pt x="1602807" y="56834"/>
                </a:lnTo>
                <a:lnTo>
                  <a:pt x="1619115" y="56834"/>
                </a:lnTo>
                <a:lnTo>
                  <a:pt x="1619115" y="45370"/>
                </a:lnTo>
                <a:lnTo>
                  <a:pt x="1602807" y="45370"/>
                </a:lnTo>
                <a:lnTo>
                  <a:pt x="1602807" y="24058"/>
                </a:lnTo>
                <a:lnTo>
                  <a:pt x="1587872" y="24058"/>
                </a:lnTo>
                <a:lnTo>
                  <a:pt x="1587872" y="45370"/>
                </a:lnTo>
                <a:lnTo>
                  <a:pt x="1571888" y="45370"/>
                </a:lnTo>
                <a:lnTo>
                  <a:pt x="1571888" y="56834"/>
                </a:lnTo>
                <a:close/>
                <a:moveTo>
                  <a:pt x="1132171" y="54102"/>
                </a:moveTo>
                <a:lnTo>
                  <a:pt x="1132124" y="54047"/>
                </a:lnTo>
                <a:lnTo>
                  <a:pt x="1131748" y="53615"/>
                </a:lnTo>
                <a:lnTo>
                  <a:pt x="1131366" y="53192"/>
                </a:lnTo>
                <a:lnTo>
                  <a:pt x="1130977" y="52779"/>
                </a:lnTo>
                <a:lnTo>
                  <a:pt x="1130581" y="52374"/>
                </a:lnTo>
                <a:lnTo>
                  <a:pt x="1130179" y="51978"/>
                </a:lnTo>
                <a:lnTo>
                  <a:pt x="1129771" y="51591"/>
                </a:lnTo>
                <a:lnTo>
                  <a:pt x="1129356" y="51213"/>
                </a:lnTo>
                <a:lnTo>
                  <a:pt x="1128935" y="50844"/>
                </a:lnTo>
                <a:lnTo>
                  <a:pt x="1128508" y="50485"/>
                </a:lnTo>
                <a:lnTo>
                  <a:pt x="1128074" y="50134"/>
                </a:lnTo>
                <a:lnTo>
                  <a:pt x="1127633" y="49792"/>
                </a:lnTo>
                <a:lnTo>
                  <a:pt x="1127186" y="49459"/>
                </a:lnTo>
                <a:lnTo>
                  <a:pt x="1126733" y="49135"/>
                </a:lnTo>
                <a:lnTo>
                  <a:pt x="1126273" y="48819"/>
                </a:lnTo>
                <a:lnTo>
                  <a:pt x="1125807" y="48513"/>
                </a:lnTo>
                <a:lnTo>
                  <a:pt x="1125334" y="48216"/>
                </a:lnTo>
                <a:lnTo>
                  <a:pt x="1124855" y="47928"/>
                </a:lnTo>
                <a:lnTo>
                  <a:pt x="1124369" y="47649"/>
                </a:lnTo>
                <a:lnTo>
                  <a:pt x="1123877" y="47379"/>
                </a:lnTo>
                <a:lnTo>
                  <a:pt x="1123378" y="47117"/>
                </a:lnTo>
                <a:lnTo>
                  <a:pt x="1122873" y="46865"/>
                </a:lnTo>
                <a:lnTo>
                  <a:pt x="1122362" y="46622"/>
                </a:lnTo>
                <a:lnTo>
                  <a:pt x="1121844" y="46388"/>
                </a:lnTo>
                <a:lnTo>
                  <a:pt x="1121318" y="46164"/>
                </a:lnTo>
                <a:lnTo>
                  <a:pt x="1120786" y="45950"/>
                </a:lnTo>
                <a:lnTo>
                  <a:pt x="1120246" y="45746"/>
                </a:lnTo>
                <a:lnTo>
                  <a:pt x="1119699" y="45552"/>
                </a:lnTo>
                <a:lnTo>
                  <a:pt x="1119145" y="45368"/>
                </a:lnTo>
                <a:lnTo>
                  <a:pt x="1118584" y="45194"/>
                </a:lnTo>
                <a:lnTo>
                  <a:pt x="1118016" y="45030"/>
                </a:lnTo>
                <a:lnTo>
                  <a:pt x="1117440" y="44875"/>
                </a:lnTo>
                <a:lnTo>
                  <a:pt x="1116858" y="44731"/>
                </a:lnTo>
                <a:lnTo>
                  <a:pt x="1116268" y="44597"/>
                </a:lnTo>
                <a:lnTo>
                  <a:pt x="1115671" y="44472"/>
                </a:lnTo>
                <a:lnTo>
                  <a:pt x="1115067" y="44358"/>
                </a:lnTo>
                <a:lnTo>
                  <a:pt x="1114456" y="44253"/>
                </a:lnTo>
                <a:lnTo>
                  <a:pt x="1113838" y="44159"/>
                </a:lnTo>
                <a:lnTo>
                  <a:pt x="1113212" y="44074"/>
                </a:lnTo>
                <a:lnTo>
                  <a:pt x="1112580" y="44000"/>
                </a:lnTo>
                <a:lnTo>
                  <a:pt x="1111940" y="43935"/>
                </a:lnTo>
                <a:lnTo>
                  <a:pt x="1111293" y="43880"/>
                </a:lnTo>
                <a:lnTo>
                  <a:pt x="1110639" y="43835"/>
                </a:lnTo>
                <a:lnTo>
                  <a:pt x="1109978" y="43801"/>
                </a:lnTo>
                <a:lnTo>
                  <a:pt x="1109310" y="43776"/>
                </a:lnTo>
                <a:lnTo>
                  <a:pt x="1108634" y="43761"/>
                </a:lnTo>
                <a:lnTo>
                  <a:pt x="1107952" y="43756"/>
                </a:lnTo>
                <a:lnTo>
                  <a:pt x="1107302" y="43761"/>
                </a:lnTo>
                <a:lnTo>
                  <a:pt x="1106657" y="43778"/>
                </a:lnTo>
                <a:lnTo>
                  <a:pt x="1106017" y="43806"/>
                </a:lnTo>
                <a:lnTo>
                  <a:pt x="1105383" y="43844"/>
                </a:lnTo>
                <a:lnTo>
                  <a:pt x="1104753" y="43894"/>
                </a:lnTo>
                <a:lnTo>
                  <a:pt x="1104129" y="43955"/>
                </a:lnTo>
                <a:lnTo>
                  <a:pt x="1103511" y="44027"/>
                </a:lnTo>
                <a:lnTo>
                  <a:pt x="1102897" y="44110"/>
                </a:lnTo>
                <a:lnTo>
                  <a:pt x="1102288" y="44204"/>
                </a:lnTo>
                <a:lnTo>
                  <a:pt x="1101685" y="44309"/>
                </a:lnTo>
                <a:lnTo>
                  <a:pt x="1101087" y="44426"/>
                </a:lnTo>
                <a:lnTo>
                  <a:pt x="1100494" y="44553"/>
                </a:lnTo>
                <a:lnTo>
                  <a:pt x="1099906" y="44691"/>
                </a:lnTo>
                <a:lnTo>
                  <a:pt x="1099324" y="44841"/>
                </a:lnTo>
                <a:lnTo>
                  <a:pt x="1098746" y="45002"/>
                </a:lnTo>
                <a:lnTo>
                  <a:pt x="1098174" y="45173"/>
                </a:lnTo>
                <a:lnTo>
                  <a:pt x="1097607" y="45356"/>
                </a:lnTo>
                <a:lnTo>
                  <a:pt x="1097045" y="45550"/>
                </a:lnTo>
                <a:lnTo>
                  <a:pt x="1096489" y="45754"/>
                </a:lnTo>
                <a:lnTo>
                  <a:pt x="1095937" y="45970"/>
                </a:lnTo>
                <a:lnTo>
                  <a:pt x="1095391" y="46197"/>
                </a:lnTo>
                <a:lnTo>
                  <a:pt x="1094850" y="46435"/>
                </a:lnTo>
                <a:lnTo>
                  <a:pt x="1094314" y="46685"/>
                </a:lnTo>
                <a:lnTo>
                  <a:pt x="1093783" y="46945"/>
                </a:lnTo>
                <a:lnTo>
                  <a:pt x="1093258" y="47215"/>
                </a:lnTo>
                <a:lnTo>
                  <a:pt x="1092739" y="47495"/>
                </a:lnTo>
                <a:lnTo>
                  <a:pt x="1092227" y="47784"/>
                </a:lnTo>
                <a:lnTo>
                  <a:pt x="1091720" y="48083"/>
                </a:lnTo>
                <a:lnTo>
                  <a:pt x="1091220" y="48391"/>
                </a:lnTo>
                <a:lnTo>
                  <a:pt x="1090726" y="48708"/>
                </a:lnTo>
                <a:lnTo>
                  <a:pt x="1090238" y="49035"/>
                </a:lnTo>
                <a:lnTo>
                  <a:pt x="1089756" y="49371"/>
                </a:lnTo>
                <a:lnTo>
                  <a:pt x="1089280" y="49717"/>
                </a:lnTo>
                <a:lnTo>
                  <a:pt x="1088811" y="50072"/>
                </a:lnTo>
                <a:lnTo>
                  <a:pt x="1088347" y="50436"/>
                </a:lnTo>
                <a:lnTo>
                  <a:pt x="1087890" y="50810"/>
                </a:lnTo>
                <a:lnTo>
                  <a:pt x="1087439" y="51193"/>
                </a:lnTo>
                <a:lnTo>
                  <a:pt x="1086994" y="51585"/>
                </a:lnTo>
                <a:lnTo>
                  <a:pt x="1086555" y="51987"/>
                </a:lnTo>
                <a:lnTo>
                  <a:pt x="1086123" y="52398"/>
                </a:lnTo>
                <a:lnTo>
                  <a:pt x="1085697" y="52819"/>
                </a:lnTo>
                <a:lnTo>
                  <a:pt x="1085276" y="53249"/>
                </a:lnTo>
                <a:lnTo>
                  <a:pt x="1084862" y="53689"/>
                </a:lnTo>
                <a:lnTo>
                  <a:pt x="1084454" y="54138"/>
                </a:lnTo>
                <a:lnTo>
                  <a:pt x="1084053" y="54596"/>
                </a:lnTo>
                <a:lnTo>
                  <a:pt x="1083657" y="55063"/>
                </a:lnTo>
                <a:lnTo>
                  <a:pt x="1083268" y="55540"/>
                </a:lnTo>
                <a:lnTo>
                  <a:pt x="1082885" y="56027"/>
                </a:lnTo>
                <a:lnTo>
                  <a:pt x="1082508" y="56522"/>
                </a:lnTo>
                <a:lnTo>
                  <a:pt x="1082139" y="57025"/>
                </a:lnTo>
                <a:lnTo>
                  <a:pt x="1081777" y="57536"/>
                </a:lnTo>
                <a:lnTo>
                  <a:pt x="1081423" y="58055"/>
                </a:lnTo>
                <a:lnTo>
                  <a:pt x="1081075" y="58582"/>
                </a:lnTo>
                <a:lnTo>
                  <a:pt x="1080735" y="59117"/>
                </a:lnTo>
                <a:lnTo>
                  <a:pt x="1080403" y="59660"/>
                </a:lnTo>
                <a:lnTo>
                  <a:pt x="1080077" y="60211"/>
                </a:lnTo>
                <a:lnTo>
                  <a:pt x="1079759" y="60770"/>
                </a:lnTo>
                <a:lnTo>
                  <a:pt x="1079448" y="61337"/>
                </a:lnTo>
                <a:lnTo>
                  <a:pt x="1079145" y="61912"/>
                </a:lnTo>
                <a:lnTo>
                  <a:pt x="1078848" y="62495"/>
                </a:lnTo>
                <a:lnTo>
                  <a:pt x="1078559" y="63086"/>
                </a:lnTo>
                <a:lnTo>
                  <a:pt x="1078278" y="63685"/>
                </a:lnTo>
                <a:lnTo>
                  <a:pt x="1078003" y="64292"/>
                </a:lnTo>
                <a:lnTo>
                  <a:pt x="1077736" y="64907"/>
                </a:lnTo>
                <a:lnTo>
                  <a:pt x="1077476" y="65530"/>
                </a:lnTo>
                <a:lnTo>
                  <a:pt x="1077224" y="66161"/>
                </a:lnTo>
                <a:lnTo>
                  <a:pt x="1076978" y="66800"/>
                </a:lnTo>
                <a:lnTo>
                  <a:pt x="1076740" y="67447"/>
                </a:lnTo>
                <a:lnTo>
                  <a:pt x="1076510" y="68102"/>
                </a:lnTo>
                <a:lnTo>
                  <a:pt x="1076286" y="68765"/>
                </a:lnTo>
                <a:lnTo>
                  <a:pt x="1076070" y="69435"/>
                </a:lnTo>
                <a:lnTo>
                  <a:pt x="1075861" y="70114"/>
                </a:lnTo>
                <a:lnTo>
                  <a:pt x="1075660" y="70800"/>
                </a:lnTo>
                <a:lnTo>
                  <a:pt x="1075468" y="71493"/>
                </a:lnTo>
                <a:lnTo>
                  <a:pt x="1075284" y="72191"/>
                </a:lnTo>
                <a:lnTo>
                  <a:pt x="1075109" y="72896"/>
                </a:lnTo>
                <a:lnTo>
                  <a:pt x="1074942" y="73607"/>
                </a:lnTo>
                <a:lnTo>
                  <a:pt x="1074784" y="74325"/>
                </a:lnTo>
                <a:lnTo>
                  <a:pt x="1074634" y="75049"/>
                </a:lnTo>
                <a:lnTo>
                  <a:pt x="1074493" y="75779"/>
                </a:lnTo>
                <a:lnTo>
                  <a:pt x="1074361" y="76515"/>
                </a:lnTo>
                <a:lnTo>
                  <a:pt x="1074237" y="77258"/>
                </a:lnTo>
                <a:lnTo>
                  <a:pt x="1074121" y="78007"/>
                </a:lnTo>
                <a:lnTo>
                  <a:pt x="1074014" y="78763"/>
                </a:lnTo>
                <a:lnTo>
                  <a:pt x="1073916" y="79524"/>
                </a:lnTo>
                <a:lnTo>
                  <a:pt x="1073826" y="80292"/>
                </a:lnTo>
                <a:lnTo>
                  <a:pt x="1073745" y="81067"/>
                </a:lnTo>
                <a:lnTo>
                  <a:pt x="1073673" y="81847"/>
                </a:lnTo>
                <a:lnTo>
                  <a:pt x="1073608" y="82634"/>
                </a:lnTo>
                <a:lnTo>
                  <a:pt x="1073553" y="83427"/>
                </a:lnTo>
                <a:lnTo>
                  <a:pt x="1073506" y="84227"/>
                </a:lnTo>
                <a:lnTo>
                  <a:pt x="1073467" y="85033"/>
                </a:lnTo>
                <a:lnTo>
                  <a:pt x="1073437" y="85845"/>
                </a:lnTo>
                <a:lnTo>
                  <a:pt x="1073416" y="86663"/>
                </a:lnTo>
                <a:lnTo>
                  <a:pt x="1073403" y="87488"/>
                </a:lnTo>
                <a:lnTo>
                  <a:pt x="1073399" y="88319"/>
                </a:lnTo>
                <a:lnTo>
                  <a:pt x="1073399" y="90014"/>
                </a:lnTo>
                <a:lnTo>
                  <a:pt x="1073403" y="90806"/>
                </a:lnTo>
                <a:lnTo>
                  <a:pt x="1073416" y="91592"/>
                </a:lnTo>
                <a:lnTo>
                  <a:pt x="1073437" y="92374"/>
                </a:lnTo>
                <a:lnTo>
                  <a:pt x="1073467" y="93151"/>
                </a:lnTo>
                <a:lnTo>
                  <a:pt x="1073506" y="93922"/>
                </a:lnTo>
                <a:lnTo>
                  <a:pt x="1073553" y="94689"/>
                </a:lnTo>
                <a:lnTo>
                  <a:pt x="1073608" y="95451"/>
                </a:lnTo>
                <a:lnTo>
                  <a:pt x="1073673" y="96208"/>
                </a:lnTo>
                <a:lnTo>
                  <a:pt x="1073745" y="96960"/>
                </a:lnTo>
                <a:lnTo>
                  <a:pt x="1073826" y="97708"/>
                </a:lnTo>
                <a:lnTo>
                  <a:pt x="1073916" y="98450"/>
                </a:lnTo>
                <a:lnTo>
                  <a:pt x="1074014" y="99187"/>
                </a:lnTo>
                <a:lnTo>
                  <a:pt x="1074121" y="99920"/>
                </a:lnTo>
                <a:lnTo>
                  <a:pt x="1074237" y="100648"/>
                </a:lnTo>
                <a:lnTo>
                  <a:pt x="1074361" y="101370"/>
                </a:lnTo>
                <a:lnTo>
                  <a:pt x="1074493" y="102088"/>
                </a:lnTo>
                <a:lnTo>
                  <a:pt x="1074634" y="102801"/>
                </a:lnTo>
                <a:lnTo>
                  <a:pt x="1074784" y="103509"/>
                </a:lnTo>
                <a:lnTo>
                  <a:pt x="1074942" y="104212"/>
                </a:lnTo>
                <a:lnTo>
                  <a:pt x="1075109" y="104910"/>
                </a:lnTo>
                <a:lnTo>
                  <a:pt x="1075284" y="105604"/>
                </a:lnTo>
                <a:lnTo>
                  <a:pt x="1075468" y="106292"/>
                </a:lnTo>
                <a:lnTo>
                  <a:pt x="1075660" y="106975"/>
                </a:lnTo>
                <a:lnTo>
                  <a:pt x="1075861" y="107654"/>
                </a:lnTo>
                <a:lnTo>
                  <a:pt x="1076070" y="108326"/>
                </a:lnTo>
                <a:lnTo>
                  <a:pt x="1076286" y="108991"/>
                </a:lnTo>
                <a:lnTo>
                  <a:pt x="1076510" y="109649"/>
                </a:lnTo>
                <a:lnTo>
                  <a:pt x="1076740" y="110299"/>
                </a:lnTo>
                <a:lnTo>
                  <a:pt x="1076978" y="110942"/>
                </a:lnTo>
                <a:lnTo>
                  <a:pt x="1077224" y="111577"/>
                </a:lnTo>
                <a:lnTo>
                  <a:pt x="1077476" y="112205"/>
                </a:lnTo>
                <a:lnTo>
                  <a:pt x="1077736" y="112825"/>
                </a:lnTo>
                <a:lnTo>
                  <a:pt x="1078003" y="113438"/>
                </a:lnTo>
                <a:lnTo>
                  <a:pt x="1078278" y="114044"/>
                </a:lnTo>
                <a:lnTo>
                  <a:pt x="1078559" y="114642"/>
                </a:lnTo>
                <a:lnTo>
                  <a:pt x="1078848" y="115233"/>
                </a:lnTo>
                <a:lnTo>
                  <a:pt x="1079145" y="115816"/>
                </a:lnTo>
                <a:lnTo>
                  <a:pt x="1079448" y="116392"/>
                </a:lnTo>
                <a:lnTo>
                  <a:pt x="1079759" y="116960"/>
                </a:lnTo>
                <a:lnTo>
                  <a:pt x="1080077" y="117521"/>
                </a:lnTo>
                <a:lnTo>
                  <a:pt x="1080403" y="118075"/>
                </a:lnTo>
                <a:lnTo>
                  <a:pt x="1080735" y="118621"/>
                </a:lnTo>
                <a:lnTo>
                  <a:pt x="1081075" y="119159"/>
                </a:lnTo>
                <a:lnTo>
                  <a:pt x="1081423" y="119691"/>
                </a:lnTo>
                <a:lnTo>
                  <a:pt x="1081777" y="120214"/>
                </a:lnTo>
                <a:lnTo>
                  <a:pt x="1082139" y="120731"/>
                </a:lnTo>
                <a:lnTo>
                  <a:pt x="1082508" y="121240"/>
                </a:lnTo>
                <a:lnTo>
                  <a:pt x="1082885" y="121741"/>
                </a:lnTo>
                <a:lnTo>
                  <a:pt x="1083268" y="122235"/>
                </a:lnTo>
                <a:lnTo>
                  <a:pt x="1083657" y="122719"/>
                </a:lnTo>
                <a:lnTo>
                  <a:pt x="1084053" y="123193"/>
                </a:lnTo>
                <a:lnTo>
                  <a:pt x="1084454" y="123659"/>
                </a:lnTo>
                <a:lnTo>
                  <a:pt x="1084862" y="124115"/>
                </a:lnTo>
                <a:lnTo>
                  <a:pt x="1085276" y="124562"/>
                </a:lnTo>
                <a:lnTo>
                  <a:pt x="1085697" y="125000"/>
                </a:lnTo>
                <a:lnTo>
                  <a:pt x="1086123" y="125428"/>
                </a:lnTo>
                <a:lnTo>
                  <a:pt x="1086555" y="125847"/>
                </a:lnTo>
                <a:lnTo>
                  <a:pt x="1086994" y="126257"/>
                </a:lnTo>
                <a:lnTo>
                  <a:pt x="1087439" y="126658"/>
                </a:lnTo>
                <a:lnTo>
                  <a:pt x="1087890" y="127049"/>
                </a:lnTo>
                <a:lnTo>
                  <a:pt x="1088347" y="127432"/>
                </a:lnTo>
                <a:lnTo>
                  <a:pt x="1088811" y="127805"/>
                </a:lnTo>
                <a:lnTo>
                  <a:pt x="1089280" y="128168"/>
                </a:lnTo>
                <a:lnTo>
                  <a:pt x="1089756" y="128523"/>
                </a:lnTo>
                <a:lnTo>
                  <a:pt x="1090238" y="128868"/>
                </a:lnTo>
                <a:lnTo>
                  <a:pt x="1090726" y="129204"/>
                </a:lnTo>
                <a:lnTo>
                  <a:pt x="1091220" y="129531"/>
                </a:lnTo>
                <a:lnTo>
                  <a:pt x="1091720" y="129848"/>
                </a:lnTo>
                <a:lnTo>
                  <a:pt x="1092227" y="130156"/>
                </a:lnTo>
                <a:lnTo>
                  <a:pt x="1092739" y="130455"/>
                </a:lnTo>
                <a:lnTo>
                  <a:pt x="1093258" y="130745"/>
                </a:lnTo>
                <a:lnTo>
                  <a:pt x="1093783" y="131025"/>
                </a:lnTo>
                <a:lnTo>
                  <a:pt x="1094314" y="131295"/>
                </a:lnTo>
                <a:lnTo>
                  <a:pt x="1094849" y="131554"/>
                </a:lnTo>
                <a:lnTo>
                  <a:pt x="1095388" y="131801"/>
                </a:lnTo>
                <a:lnTo>
                  <a:pt x="1095933" y="132037"/>
                </a:lnTo>
                <a:lnTo>
                  <a:pt x="1096482" y="132261"/>
                </a:lnTo>
                <a:lnTo>
                  <a:pt x="1097035" y="132473"/>
                </a:lnTo>
                <a:lnTo>
                  <a:pt x="1097593" y="132675"/>
                </a:lnTo>
                <a:lnTo>
                  <a:pt x="1098156" y="132864"/>
                </a:lnTo>
                <a:lnTo>
                  <a:pt x="1098724" y="133042"/>
                </a:lnTo>
                <a:lnTo>
                  <a:pt x="1099296" y="133209"/>
                </a:lnTo>
                <a:lnTo>
                  <a:pt x="1099872" y="133364"/>
                </a:lnTo>
                <a:lnTo>
                  <a:pt x="1100454" y="133508"/>
                </a:lnTo>
                <a:lnTo>
                  <a:pt x="1101040" y="133640"/>
                </a:lnTo>
                <a:lnTo>
                  <a:pt x="1101630" y="133761"/>
                </a:lnTo>
                <a:lnTo>
                  <a:pt x="1102225" y="133870"/>
                </a:lnTo>
                <a:lnTo>
                  <a:pt x="1102825" y="133968"/>
                </a:lnTo>
                <a:lnTo>
                  <a:pt x="1103430" y="134054"/>
                </a:lnTo>
                <a:lnTo>
                  <a:pt x="1104039" y="134128"/>
                </a:lnTo>
                <a:lnTo>
                  <a:pt x="1104652" y="134192"/>
                </a:lnTo>
                <a:lnTo>
                  <a:pt x="1105271" y="134243"/>
                </a:lnTo>
                <a:lnTo>
                  <a:pt x="1105894" y="134284"/>
                </a:lnTo>
                <a:lnTo>
                  <a:pt x="1106521" y="134312"/>
                </a:lnTo>
                <a:lnTo>
                  <a:pt x="1107153" y="134330"/>
                </a:lnTo>
                <a:lnTo>
                  <a:pt x="1107790" y="134335"/>
                </a:lnTo>
                <a:lnTo>
                  <a:pt x="1108479" y="134330"/>
                </a:lnTo>
                <a:lnTo>
                  <a:pt x="1109161" y="134315"/>
                </a:lnTo>
                <a:lnTo>
                  <a:pt x="1109836" y="134291"/>
                </a:lnTo>
                <a:lnTo>
                  <a:pt x="1110504" y="134256"/>
                </a:lnTo>
                <a:lnTo>
                  <a:pt x="1111164" y="134211"/>
                </a:lnTo>
                <a:lnTo>
                  <a:pt x="1111816" y="134156"/>
                </a:lnTo>
                <a:lnTo>
                  <a:pt x="1112462" y="134092"/>
                </a:lnTo>
                <a:lnTo>
                  <a:pt x="1113100" y="134017"/>
                </a:lnTo>
                <a:lnTo>
                  <a:pt x="1113731" y="133932"/>
                </a:lnTo>
                <a:lnTo>
                  <a:pt x="1114355" y="133838"/>
                </a:lnTo>
                <a:lnTo>
                  <a:pt x="1114971" y="133733"/>
                </a:lnTo>
                <a:lnTo>
                  <a:pt x="1115581" y="133619"/>
                </a:lnTo>
                <a:lnTo>
                  <a:pt x="1116182" y="133494"/>
                </a:lnTo>
                <a:lnTo>
                  <a:pt x="1116777" y="133360"/>
                </a:lnTo>
                <a:lnTo>
                  <a:pt x="1117364" y="133216"/>
                </a:lnTo>
                <a:lnTo>
                  <a:pt x="1117944" y="133062"/>
                </a:lnTo>
                <a:lnTo>
                  <a:pt x="1118517" y="132897"/>
                </a:lnTo>
                <a:lnTo>
                  <a:pt x="1119082" y="132723"/>
                </a:lnTo>
                <a:lnTo>
                  <a:pt x="1119640" y="132539"/>
                </a:lnTo>
                <a:lnTo>
                  <a:pt x="1120191" y="132345"/>
                </a:lnTo>
                <a:lnTo>
                  <a:pt x="1120735" y="132141"/>
                </a:lnTo>
                <a:lnTo>
                  <a:pt x="1121271" y="131927"/>
                </a:lnTo>
                <a:lnTo>
                  <a:pt x="1121800" y="131703"/>
                </a:lnTo>
                <a:lnTo>
                  <a:pt x="1122322" y="131469"/>
                </a:lnTo>
                <a:lnTo>
                  <a:pt x="1122836" y="131226"/>
                </a:lnTo>
                <a:lnTo>
                  <a:pt x="1123344" y="130974"/>
                </a:lnTo>
                <a:lnTo>
                  <a:pt x="1123846" y="130713"/>
                </a:lnTo>
                <a:lnTo>
                  <a:pt x="1124341" y="130443"/>
                </a:lnTo>
                <a:lnTo>
                  <a:pt x="1124829" y="130165"/>
                </a:lnTo>
                <a:lnTo>
                  <a:pt x="1125311" y="129878"/>
                </a:lnTo>
                <a:lnTo>
                  <a:pt x="1125786" y="129581"/>
                </a:lnTo>
                <a:lnTo>
                  <a:pt x="1126255" y="129276"/>
                </a:lnTo>
                <a:lnTo>
                  <a:pt x="1126717" y="128962"/>
                </a:lnTo>
                <a:lnTo>
                  <a:pt x="1127172" y="128640"/>
                </a:lnTo>
                <a:lnTo>
                  <a:pt x="1127621" y="128308"/>
                </a:lnTo>
                <a:lnTo>
                  <a:pt x="1128063" y="127968"/>
                </a:lnTo>
                <a:lnTo>
                  <a:pt x="1128499" y="127619"/>
                </a:lnTo>
                <a:lnTo>
                  <a:pt x="1128928" y="127260"/>
                </a:lnTo>
                <a:lnTo>
                  <a:pt x="1129351" y="126894"/>
                </a:lnTo>
                <a:lnTo>
                  <a:pt x="1129767" y="126518"/>
                </a:lnTo>
                <a:lnTo>
                  <a:pt x="1130176" y="126133"/>
                </a:lnTo>
                <a:lnTo>
                  <a:pt x="1130579" y="125740"/>
                </a:lnTo>
                <a:lnTo>
                  <a:pt x="1130975" y="125338"/>
                </a:lnTo>
                <a:lnTo>
                  <a:pt x="1131364" y="124927"/>
                </a:lnTo>
                <a:lnTo>
                  <a:pt x="1131747" y="124507"/>
                </a:lnTo>
                <a:lnTo>
                  <a:pt x="1132124" y="124078"/>
                </a:lnTo>
                <a:lnTo>
                  <a:pt x="1132494" y="123641"/>
                </a:lnTo>
                <a:lnTo>
                  <a:pt x="1132747" y="123330"/>
                </a:lnTo>
                <a:lnTo>
                  <a:pt x="1133462" y="132721"/>
                </a:lnTo>
                <a:lnTo>
                  <a:pt x="1147186" y="132721"/>
                </a:lnTo>
                <a:lnTo>
                  <a:pt x="1147186" y="8719"/>
                </a:lnTo>
                <a:lnTo>
                  <a:pt x="1132171" y="8719"/>
                </a:lnTo>
                <a:lnTo>
                  <a:pt x="1132171" y="54102"/>
                </a:lnTo>
                <a:close/>
                <a:moveTo>
                  <a:pt x="1131684" y="109765"/>
                </a:moveTo>
                <a:lnTo>
                  <a:pt x="1131444" y="110197"/>
                </a:lnTo>
                <a:lnTo>
                  <a:pt x="1131199" y="110624"/>
                </a:lnTo>
                <a:lnTo>
                  <a:pt x="1130947" y="111044"/>
                </a:lnTo>
                <a:lnTo>
                  <a:pt x="1130688" y="111457"/>
                </a:lnTo>
                <a:lnTo>
                  <a:pt x="1130423" y="111863"/>
                </a:lnTo>
                <a:lnTo>
                  <a:pt x="1130151" y="112262"/>
                </a:lnTo>
                <a:lnTo>
                  <a:pt x="1129872" y="112654"/>
                </a:lnTo>
                <a:lnTo>
                  <a:pt x="1129587" y="113039"/>
                </a:lnTo>
                <a:lnTo>
                  <a:pt x="1129296" y="113417"/>
                </a:lnTo>
                <a:lnTo>
                  <a:pt x="1128998" y="113788"/>
                </a:lnTo>
                <a:lnTo>
                  <a:pt x="1128693" y="114152"/>
                </a:lnTo>
                <a:lnTo>
                  <a:pt x="1128381" y="114509"/>
                </a:lnTo>
                <a:lnTo>
                  <a:pt x="1128063" y="114859"/>
                </a:lnTo>
                <a:lnTo>
                  <a:pt x="1127739" y="115202"/>
                </a:lnTo>
                <a:lnTo>
                  <a:pt x="1127408" y="115538"/>
                </a:lnTo>
                <a:lnTo>
                  <a:pt x="1127070" y="115867"/>
                </a:lnTo>
                <a:lnTo>
                  <a:pt x="1126726" y="116189"/>
                </a:lnTo>
                <a:lnTo>
                  <a:pt x="1126375" y="116504"/>
                </a:lnTo>
                <a:lnTo>
                  <a:pt x="1126017" y="116812"/>
                </a:lnTo>
                <a:lnTo>
                  <a:pt x="1125653" y="117113"/>
                </a:lnTo>
                <a:lnTo>
                  <a:pt x="1125283" y="117407"/>
                </a:lnTo>
                <a:lnTo>
                  <a:pt x="1124906" y="117694"/>
                </a:lnTo>
                <a:lnTo>
                  <a:pt x="1124522" y="117973"/>
                </a:lnTo>
                <a:lnTo>
                  <a:pt x="1124131" y="118246"/>
                </a:lnTo>
                <a:lnTo>
                  <a:pt x="1123734" y="118512"/>
                </a:lnTo>
                <a:lnTo>
                  <a:pt x="1123329" y="118769"/>
                </a:lnTo>
                <a:lnTo>
                  <a:pt x="1122916" y="119015"/>
                </a:lnTo>
                <a:lnTo>
                  <a:pt x="1122492" y="119250"/>
                </a:lnTo>
                <a:lnTo>
                  <a:pt x="1122060" y="119474"/>
                </a:lnTo>
                <a:lnTo>
                  <a:pt x="1121619" y="119687"/>
                </a:lnTo>
                <a:lnTo>
                  <a:pt x="1121169" y="119890"/>
                </a:lnTo>
                <a:lnTo>
                  <a:pt x="1120709" y="120081"/>
                </a:lnTo>
                <a:lnTo>
                  <a:pt x="1120240" y="120261"/>
                </a:lnTo>
                <a:lnTo>
                  <a:pt x="1119763" y="120431"/>
                </a:lnTo>
                <a:lnTo>
                  <a:pt x="1119276" y="120589"/>
                </a:lnTo>
                <a:lnTo>
                  <a:pt x="1118780" y="120737"/>
                </a:lnTo>
                <a:lnTo>
                  <a:pt x="1118275" y="120874"/>
                </a:lnTo>
                <a:lnTo>
                  <a:pt x="1117761" y="120999"/>
                </a:lnTo>
                <a:lnTo>
                  <a:pt x="1117237" y="121114"/>
                </a:lnTo>
                <a:lnTo>
                  <a:pt x="1116705" y="121218"/>
                </a:lnTo>
                <a:lnTo>
                  <a:pt x="1116164" y="121311"/>
                </a:lnTo>
                <a:lnTo>
                  <a:pt x="1115613" y="121393"/>
                </a:lnTo>
                <a:lnTo>
                  <a:pt x="1115053" y="121464"/>
                </a:lnTo>
                <a:lnTo>
                  <a:pt x="1114484" y="121524"/>
                </a:lnTo>
                <a:lnTo>
                  <a:pt x="1113907" y="121573"/>
                </a:lnTo>
                <a:lnTo>
                  <a:pt x="1113319" y="121611"/>
                </a:lnTo>
                <a:lnTo>
                  <a:pt x="1112723" y="121639"/>
                </a:lnTo>
                <a:lnTo>
                  <a:pt x="1112118" y="121655"/>
                </a:lnTo>
                <a:lnTo>
                  <a:pt x="1111504" y="121661"/>
                </a:lnTo>
                <a:lnTo>
                  <a:pt x="1111002" y="121656"/>
                </a:lnTo>
                <a:lnTo>
                  <a:pt x="1110506" y="121644"/>
                </a:lnTo>
                <a:lnTo>
                  <a:pt x="1110016" y="121622"/>
                </a:lnTo>
                <a:lnTo>
                  <a:pt x="1109532" y="121592"/>
                </a:lnTo>
                <a:lnTo>
                  <a:pt x="1109054" y="121554"/>
                </a:lnTo>
                <a:lnTo>
                  <a:pt x="1108582" y="121507"/>
                </a:lnTo>
                <a:lnTo>
                  <a:pt x="1108116" y="121451"/>
                </a:lnTo>
                <a:lnTo>
                  <a:pt x="1107656" y="121387"/>
                </a:lnTo>
                <a:lnTo>
                  <a:pt x="1107201" y="121314"/>
                </a:lnTo>
                <a:lnTo>
                  <a:pt x="1106752" y="121233"/>
                </a:lnTo>
                <a:lnTo>
                  <a:pt x="1106310" y="121143"/>
                </a:lnTo>
                <a:lnTo>
                  <a:pt x="1105873" y="121045"/>
                </a:lnTo>
                <a:lnTo>
                  <a:pt x="1105442" y="120938"/>
                </a:lnTo>
                <a:lnTo>
                  <a:pt x="1105017" y="120823"/>
                </a:lnTo>
                <a:lnTo>
                  <a:pt x="1104597" y="120699"/>
                </a:lnTo>
                <a:lnTo>
                  <a:pt x="1104184" y="120566"/>
                </a:lnTo>
                <a:lnTo>
                  <a:pt x="1103777" y="120425"/>
                </a:lnTo>
                <a:lnTo>
                  <a:pt x="1103375" y="120276"/>
                </a:lnTo>
                <a:lnTo>
                  <a:pt x="1102979" y="120117"/>
                </a:lnTo>
                <a:lnTo>
                  <a:pt x="1102590" y="119951"/>
                </a:lnTo>
                <a:lnTo>
                  <a:pt x="1102206" y="119775"/>
                </a:lnTo>
                <a:lnTo>
                  <a:pt x="1101828" y="119592"/>
                </a:lnTo>
                <a:lnTo>
                  <a:pt x="1101456" y="119399"/>
                </a:lnTo>
                <a:lnTo>
                  <a:pt x="1101089" y="119198"/>
                </a:lnTo>
                <a:lnTo>
                  <a:pt x="1100729" y="118990"/>
                </a:lnTo>
                <a:lnTo>
                  <a:pt x="1100374" y="118775"/>
                </a:lnTo>
                <a:lnTo>
                  <a:pt x="1100024" y="118553"/>
                </a:lnTo>
                <a:lnTo>
                  <a:pt x="1099679" y="118325"/>
                </a:lnTo>
                <a:lnTo>
                  <a:pt x="1099340" y="118090"/>
                </a:lnTo>
                <a:lnTo>
                  <a:pt x="1099006" y="117849"/>
                </a:lnTo>
                <a:lnTo>
                  <a:pt x="1098677" y="117601"/>
                </a:lnTo>
                <a:lnTo>
                  <a:pt x="1098354" y="117346"/>
                </a:lnTo>
                <a:lnTo>
                  <a:pt x="1098036" y="117085"/>
                </a:lnTo>
                <a:lnTo>
                  <a:pt x="1097723" y="116817"/>
                </a:lnTo>
                <a:lnTo>
                  <a:pt x="1097416" y="116543"/>
                </a:lnTo>
                <a:lnTo>
                  <a:pt x="1097113" y="116262"/>
                </a:lnTo>
                <a:lnTo>
                  <a:pt x="1096817" y="115974"/>
                </a:lnTo>
                <a:lnTo>
                  <a:pt x="1096525" y="115680"/>
                </a:lnTo>
                <a:lnTo>
                  <a:pt x="1096239" y="115379"/>
                </a:lnTo>
                <a:lnTo>
                  <a:pt x="1095959" y="115072"/>
                </a:lnTo>
                <a:lnTo>
                  <a:pt x="1095683" y="114758"/>
                </a:lnTo>
                <a:lnTo>
                  <a:pt x="1095413" y="114438"/>
                </a:lnTo>
                <a:lnTo>
                  <a:pt x="1095148" y="114111"/>
                </a:lnTo>
                <a:lnTo>
                  <a:pt x="1094889" y="113777"/>
                </a:lnTo>
                <a:lnTo>
                  <a:pt x="1094635" y="113437"/>
                </a:lnTo>
                <a:lnTo>
                  <a:pt x="1094386" y="113090"/>
                </a:lnTo>
                <a:lnTo>
                  <a:pt x="1094143" y="112737"/>
                </a:lnTo>
                <a:lnTo>
                  <a:pt x="1093904" y="112377"/>
                </a:lnTo>
                <a:lnTo>
                  <a:pt x="1093672" y="112011"/>
                </a:lnTo>
                <a:lnTo>
                  <a:pt x="1093444" y="111641"/>
                </a:lnTo>
                <a:lnTo>
                  <a:pt x="1093221" y="111265"/>
                </a:lnTo>
                <a:lnTo>
                  <a:pt x="1093004" y="110885"/>
                </a:lnTo>
                <a:lnTo>
                  <a:pt x="1092792" y="110501"/>
                </a:lnTo>
                <a:lnTo>
                  <a:pt x="1092585" y="110111"/>
                </a:lnTo>
                <a:lnTo>
                  <a:pt x="1092383" y="109717"/>
                </a:lnTo>
                <a:lnTo>
                  <a:pt x="1092187" y="109318"/>
                </a:lnTo>
                <a:lnTo>
                  <a:pt x="1091995" y="108914"/>
                </a:lnTo>
                <a:lnTo>
                  <a:pt x="1091809" y="108506"/>
                </a:lnTo>
                <a:lnTo>
                  <a:pt x="1091628" y="108092"/>
                </a:lnTo>
                <a:lnTo>
                  <a:pt x="1091452" y="107674"/>
                </a:lnTo>
                <a:lnTo>
                  <a:pt x="1091282" y="107251"/>
                </a:lnTo>
                <a:lnTo>
                  <a:pt x="1091116" y="106824"/>
                </a:lnTo>
                <a:lnTo>
                  <a:pt x="1090956" y="106391"/>
                </a:lnTo>
                <a:lnTo>
                  <a:pt x="1090801" y="105954"/>
                </a:lnTo>
                <a:lnTo>
                  <a:pt x="1090651" y="105512"/>
                </a:lnTo>
                <a:lnTo>
                  <a:pt x="1090506" y="105066"/>
                </a:lnTo>
                <a:lnTo>
                  <a:pt x="1090367" y="104614"/>
                </a:lnTo>
                <a:lnTo>
                  <a:pt x="1090232" y="104158"/>
                </a:lnTo>
                <a:lnTo>
                  <a:pt x="1090103" y="103697"/>
                </a:lnTo>
                <a:lnTo>
                  <a:pt x="1089979" y="103231"/>
                </a:lnTo>
                <a:lnTo>
                  <a:pt x="1089860" y="102761"/>
                </a:lnTo>
                <a:lnTo>
                  <a:pt x="1089747" y="102285"/>
                </a:lnTo>
                <a:lnTo>
                  <a:pt x="1089638" y="101806"/>
                </a:lnTo>
                <a:lnTo>
                  <a:pt x="1089534" y="101324"/>
                </a:lnTo>
                <a:lnTo>
                  <a:pt x="1089435" y="100840"/>
                </a:lnTo>
                <a:lnTo>
                  <a:pt x="1089340" y="100352"/>
                </a:lnTo>
                <a:lnTo>
                  <a:pt x="1089250" y="99862"/>
                </a:lnTo>
                <a:lnTo>
                  <a:pt x="1089164" y="99369"/>
                </a:lnTo>
                <a:lnTo>
                  <a:pt x="1089083" y="98873"/>
                </a:lnTo>
                <a:lnTo>
                  <a:pt x="1089007" y="98374"/>
                </a:lnTo>
                <a:lnTo>
                  <a:pt x="1088935" y="97873"/>
                </a:lnTo>
                <a:lnTo>
                  <a:pt x="1088868" y="97369"/>
                </a:lnTo>
                <a:lnTo>
                  <a:pt x="1088806" y="96862"/>
                </a:lnTo>
                <a:lnTo>
                  <a:pt x="1088748" y="96352"/>
                </a:lnTo>
                <a:lnTo>
                  <a:pt x="1088695" y="95839"/>
                </a:lnTo>
                <a:lnTo>
                  <a:pt x="1088646" y="95324"/>
                </a:lnTo>
                <a:lnTo>
                  <a:pt x="1088602" y="94805"/>
                </a:lnTo>
                <a:lnTo>
                  <a:pt x="1088563" y="94284"/>
                </a:lnTo>
                <a:lnTo>
                  <a:pt x="1088528" y="93760"/>
                </a:lnTo>
                <a:lnTo>
                  <a:pt x="1088498" y="93233"/>
                </a:lnTo>
                <a:lnTo>
                  <a:pt x="1088473" y="92704"/>
                </a:lnTo>
                <a:lnTo>
                  <a:pt x="1088452" y="92172"/>
                </a:lnTo>
                <a:lnTo>
                  <a:pt x="1088436" y="91637"/>
                </a:lnTo>
                <a:lnTo>
                  <a:pt x="1088424" y="91099"/>
                </a:lnTo>
                <a:lnTo>
                  <a:pt x="1088417" y="90558"/>
                </a:lnTo>
                <a:lnTo>
                  <a:pt x="1088415" y="90014"/>
                </a:lnTo>
                <a:lnTo>
                  <a:pt x="1088415" y="88319"/>
                </a:lnTo>
                <a:lnTo>
                  <a:pt x="1088417" y="87775"/>
                </a:lnTo>
                <a:lnTo>
                  <a:pt x="1088424" y="87234"/>
                </a:lnTo>
                <a:lnTo>
                  <a:pt x="1088436" y="86696"/>
                </a:lnTo>
                <a:lnTo>
                  <a:pt x="1088452" y="86161"/>
                </a:lnTo>
                <a:lnTo>
                  <a:pt x="1088473" y="85628"/>
                </a:lnTo>
                <a:lnTo>
                  <a:pt x="1088498" y="85097"/>
                </a:lnTo>
                <a:lnTo>
                  <a:pt x="1088528" y="84570"/>
                </a:lnTo>
                <a:lnTo>
                  <a:pt x="1088563" y="84045"/>
                </a:lnTo>
                <a:lnTo>
                  <a:pt x="1088602" y="83523"/>
                </a:lnTo>
                <a:lnTo>
                  <a:pt x="1088646" y="83003"/>
                </a:lnTo>
                <a:lnTo>
                  <a:pt x="1088695" y="82486"/>
                </a:lnTo>
                <a:lnTo>
                  <a:pt x="1088748" y="81972"/>
                </a:lnTo>
                <a:lnTo>
                  <a:pt x="1088806" y="81460"/>
                </a:lnTo>
                <a:lnTo>
                  <a:pt x="1088868" y="80951"/>
                </a:lnTo>
                <a:lnTo>
                  <a:pt x="1088935" y="80445"/>
                </a:lnTo>
                <a:lnTo>
                  <a:pt x="1089007" y="79941"/>
                </a:lnTo>
                <a:lnTo>
                  <a:pt x="1089083" y="79440"/>
                </a:lnTo>
                <a:lnTo>
                  <a:pt x="1089164" y="78942"/>
                </a:lnTo>
                <a:lnTo>
                  <a:pt x="1089250" y="78446"/>
                </a:lnTo>
                <a:lnTo>
                  <a:pt x="1089340" y="77953"/>
                </a:lnTo>
                <a:lnTo>
                  <a:pt x="1089435" y="77463"/>
                </a:lnTo>
                <a:lnTo>
                  <a:pt x="1089534" y="76975"/>
                </a:lnTo>
                <a:lnTo>
                  <a:pt x="1089638" y="76490"/>
                </a:lnTo>
                <a:lnTo>
                  <a:pt x="1089747" y="76008"/>
                </a:lnTo>
                <a:lnTo>
                  <a:pt x="1089860" y="75529"/>
                </a:lnTo>
                <a:lnTo>
                  <a:pt x="1089979" y="75055"/>
                </a:lnTo>
                <a:lnTo>
                  <a:pt x="1090103" y="74586"/>
                </a:lnTo>
                <a:lnTo>
                  <a:pt x="1090232" y="74122"/>
                </a:lnTo>
                <a:lnTo>
                  <a:pt x="1090367" y="73662"/>
                </a:lnTo>
                <a:lnTo>
                  <a:pt x="1090506" y="73207"/>
                </a:lnTo>
                <a:lnTo>
                  <a:pt x="1090651" y="72757"/>
                </a:lnTo>
                <a:lnTo>
                  <a:pt x="1090801" y="72312"/>
                </a:lnTo>
                <a:lnTo>
                  <a:pt x="1090956" y="71871"/>
                </a:lnTo>
                <a:lnTo>
                  <a:pt x="1091116" y="71436"/>
                </a:lnTo>
                <a:lnTo>
                  <a:pt x="1091282" y="71005"/>
                </a:lnTo>
                <a:lnTo>
                  <a:pt x="1091452" y="70579"/>
                </a:lnTo>
                <a:lnTo>
                  <a:pt x="1091628" y="70157"/>
                </a:lnTo>
                <a:lnTo>
                  <a:pt x="1091809" y="69740"/>
                </a:lnTo>
                <a:lnTo>
                  <a:pt x="1091995" y="69328"/>
                </a:lnTo>
                <a:lnTo>
                  <a:pt x="1092187" y="68921"/>
                </a:lnTo>
                <a:lnTo>
                  <a:pt x="1092383" y="68519"/>
                </a:lnTo>
                <a:lnTo>
                  <a:pt x="1092585" y="68121"/>
                </a:lnTo>
                <a:lnTo>
                  <a:pt x="1092792" y="67728"/>
                </a:lnTo>
                <a:lnTo>
                  <a:pt x="1093004" y="67340"/>
                </a:lnTo>
                <a:lnTo>
                  <a:pt x="1093221" y="66957"/>
                </a:lnTo>
                <a:lnTo>
                  <a:pt x="1093444" y="66578"/>
                </a:lnTo>
                <a:lnTo>
                  <a:pt x="1093672" y="66205"/>
                </a:lnTo>
                <a:lnTo>
                  <a:pt x="1093904" y="65836"/>
                </a:lnTo>
                <a:lnTo>
                  <a:pt x="1094143" y="65472"/>
                </a:lnTo>
                <a:lnTo>
                  <a:pt x="1094386" y="65115"/>
                </a:lnTo>
                <a:lnTo>
                  <a:pt x="1094635" y="64765"/>
                </a:lnTo>
                <a:lnTo>
                  <a:pt x="1094890" y="64421"/>
                </a:lnTo>
                <a:lnTo>
                  <a:pt x="1095150" y="64083"/>
                </a:lnTo>
                <a:lnTo>
                  <a:pt x="1095416" y="63752"/>
                </a:lnTo>
                <a:lnTo>
                  <a:pt x="1095687" y="63427"/>
                </a:lnTo>
                <a:lnTo>
                  <a:pt x="1095963" y="63109"/>
                </a:lnTo>
                <a:lnTo>
                  <a:pt x="1096245" y="62797"/>
                </a:lnTo>
                <a:lnTo>
                  <a:pt x="1096532" y="62491"/>
                </a:lnTo>
                <a:lnTo>
                  <a:pt x="1096825" y="62193"/>
                </a:lnTo>
                <a:lnTo>
                  <a:pt x="1097124" y="61900"/>
                </a:lnTo>
                <a:lnTo>
                  <a:pt x="1097427" y="61614"/>
                </a:lnTo>
                <a:lnTo>
                  <a:pt x="1097737" y="61334"/>
                </a:lnTo>
                <a:lnTo>
                  <a:pt x="1098051" y="61061"/>
                </a:lnTo>
                <a:lnTo>
                  <a:pt x="1098372" y="60794"/>
                </a:lnTo>
                <a:lnTo>
                  <a:pt x="1098697" y="60534"/>
                </a:lnTo>
                <a:lnTo>
                  <a:pt x="1099028" y="60280"/>
                </a:lnTo>
                <a:lnTo>
                  <a:pt x="1099365" y="60033"/>
                </a:lnTo>
                <a:lnTo>
                  <a:pt x="1099707" y="59792"/>
                </a:lnTo>
                <a:lnTo>
                  <a:pt x="1100054" y="59558"/>
                </a:lnTo>
                <a:lnTo>
                  <a:pt x="1100407" y="59330"/>
                </a:lnTo>
                <a:lnTo>
                  <a:pt x="1100766" y="59108"/>
                </a:lnTo>
                <a:lnTo>
                  <a:pt x="1101130" y="58893"/>
                </a:lnTo>
                <a:lnTo>
                  <a:pt x="1101499" y="58685"/>
                </a:lnTo>
                <a:lnTo>
                  <a:pt x="1101875" y="58487"/>
                </a:lnTo>
                <a:lnTo>
                  <a:pt x="1102257" y="58297"/>
                </a:lnTo>
                <a:lnTo>
                  <a:pt x="1102645" y="58116"/>
                </a:lnTo>
                <a:lnTo>
                  <a:pt x="1103038" y="57944"/>
                </a:lnTo>
                <a:lnTo>
                  <a:pt x="1103438" y="57780"/>
                </a:lnTo>
                <a:lnTo>
                  <a:pt x="1103844" y="57626"/>
                </a:lnTo>
                <a:lnTo>
                  <a:pt x="1104256" y="57480"/>
                </a:lnTo>
                <a:lnTo>
                  <a:pt x="1104674" y="57343"/>
                </a:lnTo>
                <a:lnTo>
                  <a:pt x="1105098" y="57215"/>
                </a:lnTo>
                <a:lnTo>
                  <a:pt x="1105528" y="57096"/>
                </a:lnTo>
                <a:lnTo>
                  <a:pt x="1105964" y="56986"/>
                </a:lnTo>
                <a:lnTo>
                  <a:pt x="1106406" y="56884"/>
                </a:lnTo>
                <a:lnTo>
                  <a:pt x="1106854" y="56791"/>
                </a:lnTo>
                <a:lnTo>
                  <a:pt x="1107308" y="56707"/>
                </a:lnTo>
                <a:lnTo>
                  <a:pt x="1107768" y="56632"/>
                </a:lnTo>
                <a:lnTo>
                  <a:pt x="1108234" y="56566"/>
                </a:lnTo>
                <a:lnTo>
                  <a:pt x="1108706" y="56509"/>
                </a:lnTo>
                <a:lnTo>
                  <a:pt x="1109184" y="56460"/>
                </a:lnTo>
                <a:lnTo>
                  <a:pt x="1109668" y="56420"/>
                </a:lnTo>
                <a:lnTo>
                  <a:pt x="1110158" y="56390"/>
                </a:lnTo>
                <a:lnTo>
                  <a:pt x="1110655" y="56367"/>
                </a:lnTo>
                <a:lnTo>
                  <a:pt x="1111157" y="56354"/>
                </a:lnTo>
                <a:lnTo>
                  <a:pt x="1111665" y="56350"/>
                </a:lnTo>
                <a:lnTo>
                  <a:pt x="1112133" y="56353"/>
                </a:lnTo>
                <a:lnTo>
                  <a:pt x="1112597" y="56363"/>
                </a:lnTo>
                <a:lnTo>
                  <a:pt x="1113055" y="56380"/>
                </a:lnTo>
                <a:lnTo>
                  <a:pt x="1113507" y="56404"/>
                </a:lnTo>
                <a:lnTo>
                  <a:pt x="1113955" y="56434"/>
                </a:lnTo>
                <a:lnTo>
                  <a:pt x="1114397" y="56471"/>
                </a:lnTo>
                <a:lnTo>
                  <a:pt x="1114835" y="56515"/>
                </a:lnTo>
                <a:lnTo>
                  <a:pt x="1115267" y="56565"/>
                </a:lnTo>
                <a:lnTo>
                  <a:pt x="1115693" y="56622"/>
                </a:lnTo>
                <a:lnTo>
                  <a:pt x="1116115" y="56686"/>
                </a:lnTo>
                <a:lnTo>
                  <a:pt x="1116532" y="56757"/>
                </a:lnTo>
                <a:lnTo>
                  <a:pt x="1116943" y="56834"/>
                </a:lnTo>
                <a:lnTo>
                  <a:pt x="1117349" y="56918"/>
                </a:lnTo>
                <a:lnTo>
                  <a:pt x="1117750" y="57009"/>
                </a:lnTo>
                <a:lnTo>
                  <a:pt x="1118146" y="57107"/>
                </a:lnTo>
                <a:lnTo>
                  <a:pt x="1118536" y="57211"/>
                </a:lnTo>
                <a:lnTo>
                  <a:pt x="1118922" y="57322"/>
                </a:lnTo>
                <a:lnTo>
                  <a:pt x="1119302" y="57440"/>
                </a:lnTo>
                <a:lnTo>
                  <a:pt x="1119677" y="57564"/>
                </a:lnTo>
                <a:lnTo>
                  <a:pt x="1120047" y="57695"/>
                </a:lnTo>
                <a:lnTo>
                  <a:pt x="1120411" y="57833"/>
                </a:lnTo>
                <a:lnTo>
                  <a:pt x="1120771" y="57978"/>
                </a:lnTo>
                <a:lnTo>
                  <a:pt x="1121125" y="58129"/>
                </a:lnTo>
                <a:lnTo>
                  <a:pt x="1121474" y="58287"/>
                </a:lnTo>
                <a:lnTo>
                  <a:pt x="1121818" y="58451"/>
                </a:lnTo>
                <a:lnTo>
                  <a:pt x="1122158" y="58620"/>
                </a:lnTo>
                <a:lnTo>
                  <a:pt x="1122493" y="58793"/>
                </a:lnTo>
                <a:lnTo>
                  <a:pt x="1122824" y="58970"/>
                </a:lnTo>
                <a:lnTo>
                  <a:pt x="1123150" y="59152"/>
                </a:lnTo>
                <a:lnTo>
                  <a:pt x="1123472" y="59339"/>
                </a:lnTo>
                <a:lnTo>
                  <a:pt x="1123789" y="59531"/>
                </a:lnTo>
                <a:lnTo>
                  <a:pt x="1124102" y="59727"/>
                </a:lnTo>
                <a:lnTo>
                  <a:pt x="1124410" y="59928"/>
                </a:lnTo>
                <a:lnTo>
                  <a:pt x="1124714" y="60133"/>
                </a:lnTo>
                <a:lnTo>
                  <a:pt x="1125014" y="60343"/>
                </a:lnTo>
                <a:lnTo>
                  <a:pt x="1125309" y="60558"/>
                </a:lnTo>
                <a:lnTo>
                  <a:pt x="1125599" y="60777"/>
                </a:lnTo>
                <a:lnTo>
                  <a:pt x="1125885" y="61001"/>
                </a:lnTo>
                <a:lnTo>
                  <a:pt x="1126166" y="61230"/>
                </a:lnTo>
                <a:lnTo>
                  <a:pt x="1126443" y="61463"/>
                </a:lnTo>
                <a:lnTo>
                  <a:pt x="1126716" y="61700"/>
                </a:lnTo>
                <a:lnTo>
                  <a:pt x="1126984" y="61943"/>
                </a:lnTo>
                <a:lnTo>
                  <a:pt x="1127247" y="62190"/>
                </a:lnTo>
                <a:lnTo>
                  <a:pt x="1127506" y="62442"/>
                </a:lnTo>
                <a:lnTo>
                  <a:pt x="1127761" y="62698"/>
                </a:lnTo>
                <a:lnTo>
                  <a:pt x="1128011" y="62959"/>
                </a:lnTo>
                <a:lnTo>
                  <a:pt x="1128256" y="63224"/>
                </a:lnTo>
                <a:lnTo>
                  <a:pt x="1128497" y="63494"/>
                </a:lnTo>
                <a:lnTo>
                  <a:pt x="1128734" y="63768"/>
                </a:lnTo>
                <a:lnTo>
                  <a:pt x="1128968" y="64046"/>
                </a:lnTo>
                <a:lnTo>
                  <a:pt x="1129197" y="64326"/>
                </a:lnTo>
                <a:lnTo>
                  <a:pt x="1129424" y="64609"/>
                </a:lnTo>
                <a:lnTo>
                  <a:pt x="1129646" y="64895"/>
                </a:lnTo>
                <a:lnTo>
                  <a:pt x="1129865" y="65185"/>
                </a:lnTo>
                <a:lnTo>
                  <a:pt x="1130080" y="65477"/>
                </a:lnTo>
                <a:lnTo>
                  <a:pt x="1130291" y="65773"/>
                </a:lnTo>
                <a:lnTo>
                  <a:pt x="1130499" y="66072"/>
                </a:lnTo>
                <a:lnTo>
                  <a:pt x="1130703" y="66373"/>
                </a:lnTo>
                <a:lnTo>
                  <a:pt x="1130904" y="66678"/>
                </a:lnTo>
                <a:lnTo>
                  <a:pt x="1131101" y="66986"/>
                </a:lnTo>
                <a:lnTo>
                  <a:pt x="1131294" y="67297"/>
                </a:lnTo>
                <a:lnTo>
                  <a:pt x="1131484" y="67611"/>
                </a:lnTo>
                <a:lnTo>
                  <a:pt x="1131670" y="67928"/>
                </a:lnTo>
                <a:lnTo>
                  <a:pt x="1131852" y="68249"/>
                </a:lnTo>
                <a:lnTo>
                  <a:pt x="1132031" y="68572"/>
                </a:lnTo>
                <a:lnTo>
                  <a:pt x="1132171" y="68832"/>
                </a:lnTo>
                <a:lnTo>
                  <a:pt x="1132171" y="108852"/>
                </a:lnTo>
                <a:lnTo>
                  <a:pt x="1132150" y="108891"/>
                </a:lnTo>
                <a:lnTo>
                  <a:pt x="1131919" y="109330"/>
                </a:lnTo>
                <a:lnTo>
                  <a:pt x="1131684" y="109765"/>
                </a:lnTo>
                <a:close/>
                <a:moveTo>
                  <a:pt x="939613" y="15177"/>
                </a:moveTo>
                <a:lnTo>
                  <a:pt x="922740" y="15177"/>
                </a:lnTo>
                <a:lnTo>
                  <a:pt x="966173" y="132721"/>
                </a:lnTo>
                <a:lnTo>
                  <a:pt x="967949" y="132721"/>
                </a:lnTo>
                <a:lnTo>
                  <a:pt x="978202" y="132721"/>
                </a:lnTo>
                <a:lnTo>
                  <a:pt x="979978" y="132721"/>
                </a:lnTo>
                <a:lnTo>
                  <a:pt x="1023491" y="15177"/>
                </a:lnTo>
                <a:lnTo>
                  <a:pt x="1006619" y="15177"/>
                </a:lnTo>
                <a:lnTo>
                  <a:pt x="972959" y="112077"/>
                </a:lnTo>
                <a:lnTo>
                  <a:pt x="939613" y="15177"/>
                </a:lnTo>
                <a:close/>
                <a:moveTo>
                  <a:pt x="1456692" y="80247"/>
                </a:moveTo>
                <a:lnTo>
                  <a:pt x="1457287" y="79947"/>
                </a:lnTo>
                <a:lnTo>
                  <a:pt x="1457874" y="79639"/>
                </a:lnTo>
                <a:lnTo>
                  <a:pt x="1458452" y="79322"/>
                </a:lnTo>
                <a:lnTo>
                  <a:pt x="1459022" y="78997"/>
                </a:lnTo>
                <a:lnTo>
                  <a:pt x="1459583" y="78664"/>
                </a:lnTo>
                <a:lnTo>
                  <a:pt x="1460137" y="78323"/>
                </a:lnTo>
                <a:lnTo>
                  <a:pt x="1460682" y="77973"/>
                </a:lnTo>
                <a:lnTo>
                  <a:pt x="1461219" y="77615"/>
                </a:lnTo>
                <a:lnTo>
                  <a:pt x="1461747" y="77249"/>
                </a:lnTo>
                <a:lnTo>
                  <a:pt x="1462268" y="76875"/>
                </a:lnTo>
                <a:lnTo>
                  <a:pt x="1462780" y="76492"/>
                </a:lnTo>
                <a:lnTo>
                  <a:pt x="1463283" y="76102"/>
                </a:lnTo>
                <a:lnTo>
                  <a:pt x="1463776" y="75704"/>
                </a:lnTo>
                <a:lnTo>
                  <a:pt x="1464259" y="75300"/>
                </a:lnTo>
                <a:lnTo>
                  <a:pt x="1464733" y="74889"/>
                </a:lnTo>
                <a:lnTo>
                  <a:pt x="1465197" y="74470"/>
                </a:lnTo>
                <a:lnTo>
                  <a:pt x="1465651" y="74045"/>
                </a:lnTo>
                <a:lnTo>
                  <a:pt x="1466095" y="73613"/>
                </a:lnTo>
                <a:lnTo>
                  <a:pt x="1466529" y="73173"/>
                </a:lnTo>
                <a:lnTo>
                  <a:pt x="1466954" y="72727"/>
                </a:lnTo>
                <a:lnTo>
                  <a:pt x="1467369" y="72273"/>
                </a:lnTo>
                <a:lnTo>
                  <a:pt x="1467773" y="71813"/>
                </a:lnTo>
                <a:lnTo>
                  <a:pt x="1468169" y="71345"/>
                </a:lnTo>
                <a:lnTo>
                  <a:pt x="1468554" y="70871"/>
                </a:lnTo>
                <a:lnTo>
                  <a:pt x="1468929" y="70390"/>
                </a:lnTo>
                <a:lnTo>
                  <a:pt x="1469295" y="69901"/>
                </a:lnTo>
                <a:lnTo>
                  <a:pt x="1469651" y="69406"/>
                </a:lnTo>
                <a:lnTo>
                  <a:pt x="1469997" y="68903"/>
                </a:lnTo>
                <a:lnTo>
                  <a:pt x="1470333" y="68394"/>
                </a:lnTo>
                <a:lnTo>
                  <a:pt x="1470660" y="67877"/>
                </a:lnTo>
                <a:lnTo>
                  <a:pt x="1470976" y="67354"/>
                </a:lnTo>
                <a:lnTo>
                  <a:pt x="1471283" y="66823"/>
                </a:lnTo>
                <a:lnTo>
                  <a:pt x="1471580" y="66286"/>
                </a:lnTo>
                <a:lnTo>
                  <a:pt x="1471867" y="65741"/>
                </a:lnTo>
                <a:lnTo>
                  <a:pt x="1472145" y="65190"/>
                </a:lnTo>
                <a:lnTo>
                  <a:pt x="1472411" y="64632"/>
                </a:lnTo>
                <a:lnTo>
                  <a:pt x="1472667" y="64070"/>
                </a:lnTo>
                <a:lnTo>
                  <a:pt x="1472911" y="63503"/>
                </a:lnTo>
                <a:lnTo>
                  <a:pt x="1473144" y="62930"/>
                </a:lnTo>
                <a:lnTo>
                  <a:pt x="1473365" y="62353"/>
                </a:lnTo>
                <a:lnTo>
                  <a:pt x="1473575" y="61771"/>
                </a:lnTo>
                <a:lnTo>
                  <a:pt x="1473774" y="61184"/>
                </a:lnTo>
                <a:lnTo>
                  <a:pt x="1473961" y="60593"/>
                </a:lnTo>
                <a:lnTo>
                  <a:pt x="1474137" y="59996"/>
                </a:lnTo>
                <a:lnTo>
                  <a:pt x="1474302" y="59394"/>
                </a:lnTo>
                <a:lnTo>
                  <a:pt x="1474455" y="58788"/>
                </a:lnTo>
                <a:lnTo>
                  <a:pt x="1474597" y="58176"/>
                </a:lnTo>
                <a:lnTo>
                  <a:pt x="1474727" y="57560"/>
                </a:lnTo>
                <a:lnTo>
                  <a:pt x="1474846" y="56939"/>
                </a:lnTo>
                <a:lnTo>
                  <a:pt x="1474954" y="56313"/>
                </a:lnTo>
                <a:lnTo>
                  <a:pt x="1475051" y="55682"/>
                </a:lnTo>
                <a:lnTo>
                  <a:pt x="1475136" y="55046"/>
                </a:lnTo>
                <a:lnTo>
                  <a:pt x="1475210" y="54405"/>
                </a:lnTo>
                <a:lnTo>
                  <a:pt x="1475272" y="53759"/>
                </a:lnTo>
                <a:lnTo>
                  <a:pt x="1475323" y="53108"/>
                </a:lnTo>
                <a:lnTo>
                  <a:pt x="1475363" y="52453"/>
                </a:lnTo>
                <a:lnTo>
                  <a:pt x="1475391" y="51792"/>
                </a:lnTo>
                <a:lnTo>
                  <a:pt x="1475408" y="51127"/>
                </a:lnTo>
                <a:lnTo>
                  <a:pt x="1475414" y="50456"/>
                </a:lnTo>
                <a:lnTo>
                  <a:pt x="1475406" y="49507"/>
                </a:lnTo>
                <a:lnTo>
                  <a:pt x="1475381" y="48571"/>
                </a:lnTo>
                <a:lnTo>
                  <a:pt x="1475339" y="47647"/>
                </a:lnTo>
                <a:lnTo>
                  <a:pt x="1475281" y="46735"/>
                </a:lnTo>
                <a:lnTo>
                  <a:pt x="1475206" y="45836"/>
                </a:lnTo>
                <a:lnTo>
                  <a:pt x="1475114" y="44949"/>
                </a:lnTo>
                <a:lnTo>
                  <a:pt x="1475006" y="44075"/>
                </a:lnTo>
                <a:lnTo>
                  <a:pt x="1474880" y="43213"/>
                </a:lnTo>
                <a:lnTo>
                  <a:pt x="1474739" y="42364"/>
                </a:lnTo>
                <a:lnTo>
                  <a:pt x="1474580" y="41527"/>
                </a:lnTo>
                <a:lnTo>
                  <a:pt x="1474405" y="40703"/>
                </a:lnTo>
                <a:lnTo>
                  <a:pt x="1474213" y="39891"/>
                </a:lnTo>
                <a:lnTo>
                  <a:pt x="1474005" y="39092"/>
                </a:lnTo>
                <a:lnTo>
                  <a:pt x="1473780" y="38305"/>
                </a:lnTo>
                <a:lnTo>
                  <a:pt x="1473538" y="37530"/>
                </a:lnTo>
                <a:lnTo>
                  <a:pt x="1473279" y="36768"/>
                </a:lnTo>
                <a:lnTo>
                  <a:pt x="1473004" y="36019"/>
                </a:lnTo>
                <a:lnTo>
                  <a:pt x="1472712" y="35282"/>
                </a:lnTo>
                <a:lnTo>
                  <a:pt x="1472404" y="34557"/>
                </a:lnTo>
                <a:lnTo>
                  <a:pt x="1472078" y="33845"/>
                </a:lnTo>
                <a:lnTo>
                  <a:pt x="1471736" y="33145"/>
                </a:lnTo>
                <a:lnTo>
                  <a:pt x="1471378" y="32458"/>
                </a:lnTo>
                <a:lnTo>
                  <a:pt x="1471003" y="31784"/>
                </a:lnTo>
                <a:lnTo>
                  <a:pt x="1470611" y="31122"/>
                </a:lnTo>
                <a:lnTo>
                  <a:pt x="1470203" y="30472"/>
                </a:lnTo>
                <a:lnTo>
                  <a:pt x="1469780" y="29836"/>
                </a:lnTo>
                <a:lnTo>
                  <a:pt x="1469342" y="29214"/>
                </a:lnTo>
                <a:lnTo>
                  <a:pt x="1468888" y="28604"/>
                </a:lnTo>
                <a:lnTo>
                  <a:pt x="1468420" y="28008"/>
                </a:lnTo>
                <a:lnTo>
                  <a:pt x="1467936" y="27426"/>
                </a:lnTo>
                <a:lnTo>
                  <a:pt x="1467438" y="26856"/>
                </a:lnTo>
                <a:lnTo>
                  <a:pt x="1466924" y="26300"/>
                </a:lnTo>
                <a:lnTo>
                  <a:pt x="1466395" y="25757"/>
                </a:lnTo>
                <a:lnTo>
                  <a:pt x="1465851" y="25228"/>
                </a:lnTo>
                <a:lnTo>
                  <a:pt x="1465292" y="24712"/>
                </a:lnTo>
                <a:lnTo>
                  <a:pt x="1464717" y="24209"/>
                </a:lnTo>
                <a:lnTo>
                  <a:pt x="1464128" y="23720"/>
                </a:lnTo>
                <a:lnTo>
                  <a:pt x="1463523" y="23243"/>
                </a:lnTo>
                <a:lnTo>
                  <a:pt x="1462903" y="22780"/>
                </a:lnTo>
                <a:lnTo>
                  <a:pt x="1462269" y="22331"/>
                </a:lnTo>
                <a:lnTo>
                  <a:pt x="1461618" y="21895"/>
                </a:lnTo>
                <a:lnTo>
                  <a:pt x="1460953" y="21472"/>
                </a:lnTo>
                <a:lnTo>
                  <a:pt x="1460273" y="21062"/>
                </a:lnTo>
                <a:lnTo>
                  <a:pt x="1459578" y="20666"/>
                </a:lnTo>
                <a:lnTo>
                  <a:pt x="1458867" y="20283"/>
                </a:lnTo>
                <a:lnTo>
                  <a:pt x="1458141" y="19913"/>
                </a:lnTo>
                <a:lnTo>
                  <a:pt x="1457400" y="19557"/>
                </a:lnTo>
                <a:lnTo>
                  <a:pt x="1456644" y="19214"/>
                </a:lnTo>
                <a:lnTo>
                  <a:pt x="1455874" y="18884"/>
                </a:lnTo>
                <a:lnTo>
                  <a:pt x="1455089" y="18569"/>
                </a:lnTo>
                <a:lnTo>
                  <a:pt x="1454290" y="18268"/>
                </a:lnTo>
                <a:lnTo>
                  <a:pt x="1453477" y="17980"/>
                </a:lnTo>
                <a:lnTo>
                  <a:pt x="1452649" y="17707"/>
                </a:lnTo>
                <a:lnTo>
                  <a:pt x="1451808" y="17448"/>
                </a:lnTo>
                <a:lnTo>
                  <a:pt x="1450952" y="17203"/>
                </a:lnTo>
                <a:lnTo>
                  <a:pt x="1450083" y="16971"/>
                </a:lnTo>
                <a:lnTo>
                  <a:pt x="1449199" y="16754"/>
                </a:lnTo>
                <a:lnTo>
                  <a:pt x="1448301" y="16551"/>
                </a:lnTo>
                <a:lnTo>
                  <a:pt x="1447389" y="16362"/>
                </a:lnTo>
                <a:lnTo>
                  <a:pt x="1446462" y="16186"/>
                </a:lnTo>
                <a:lnTo>
                  <a:pt x="1445522" y="16025"/>
                </a:lnTo>
                <a:lnTo>
                  <a:pt x="1444567" y="15878"/>
                </a:lnTo>
                <a:lnTo>
                  <a:pt x="1443598" y="15745"/>
                </a:lnTo>
                <a:lnTo>
                  <a:pt x="1442615" y="15626"/>
                </a:lnTo>
                <a:lnTo>
                  <a:pt x="1441618" y="15521"/>
                </a:lnTo>
                <a:lnTo>
                  <a:pt x="1440607" y="15430"/>
                </a:lnTo>
                <a:lnTo>
                  <a:pt x="1439581" y="15353"/>
                </a:lnTo>
                <a:lnTo>
                  <a:pt x="1438542" y="15289"/>
                </a:lnTo>
                <a:lnTo>
                  <a:pt x="1437488" y="15240"/>
                </a:lnTo>
                <a:lnTo>
                  <a:pt x="1436420" y="15205"/>
                </a:lnTo>
                <a:lnTo>
                  <a:pt x="1435338" y="15184"/>
                </a:lnTo>
                <a:lnTo>
                  <a:pt x="1434242" y="15177"/>
                </a:lnTo>
                <a:lnTo>
                  <a:pt x="1395330" y="15177"/>
                </a:lnTo>
                <a:lnTo>
                  <a:pt x="1395330" y="132721"/>
                </a:lnTo>
                <a:lnTo>
                  <a:pt x="1410911" y="132721"/>
                </a:lnTo>
                <a:lnTo>
                  <a:pt x="1410911" y="85090"/>
                </a:lnTo>
                <a:lnTo>
                  <a:pt x="1438484" y="85090"/>
                </a:lnTo>
                <a:lnTo>
                  <a:pt x="1464031" y="132721"/>
                </a:lnTo>
                <a:lnTo>
                  <a:pt x="1480662" y="132721"/>
                </a:lnTo>
                <a:lnTo>
                  <a:pt x="1480662" y="131752"/>
                </a:lnTo>
                <a:lnTo>
                  <a:pt x="1453049" y="81835"/>
                </a:lnTo>
                <a:lnTo>
                  <a:pt x="1453595" y="81623"/>
                </a:lnTo>
                <a:lnTo>
                  <a:pt x="1454231" y="81364"/>
                </a:lnTo>
                <a:lnTo>
                  <a:pt x="1454858" y="81097"/>
                </a:lnTo>
                <a:lnTo>
                  <a:pt x="1455478" y="80822"/>
                </a:lnTo>
                <a:lnTo>
                  <a:pt x="1456089" y="80539"/>
                </a:lnTo>
                <a:lnTo>
                  <a:pt x="1456692" y="80247"/>
                </a:lnTo>
                <a:close/>
                <a:moveTo>
                  <a:pt x="1437138" y="28010"/>
                </a:moveTo>
                <a:lnTo>
                  <a:pt x="1437834" y="28054"/>
                </a:lnTo>
                <a:lnTo>
                  <a:pt x="1438518" y="28107"/>
                </a:lnTo>
                <a:lnTo>
                  <a:pt x="1439191" y="28170"/>
                </a:lnTo>
                <a:lnTo>
                  <a:pt x="1439852" y="28242"/>
                </a:lnTo>
                <a:lnTo>
                  <a:pt x="1440503" y="28324"/>
                </a:lnTo>
                <a:lnTo>
                  <a:pt x="1441142" y="28416"/>
                </a:lnTo>
                <a:lnTo>
                  <a:pt x="1441769" y="28518"/>
                </a:lnTo>
                <a:lnTo>
                  <a:pt x="1442385" y="28629"/>
                </a:lnTo>
                <a:lnTo>
                  <a:pt x="1442990" y="28750"/>
                </a:lnTo>
                <a:lnTo>
                  <a:pt x="1443584" y="28880"/>
                </a:lnTo>
                <a:lnTo>
                  <a:pt x="1444166" y="29021"/>
                </a:lnTo>
                <a:lnTo>
                  <a:pt x="1444737" y="29171"/>
                </a:lnTo>
                <a:lnTo>
                  <a:pt x="1445296" y="29330"/>
                </a:lnTo>
                <a:lnTo>
                  <a:pt x="1445844" y="29499"/>
                </a:lnTo>
                <a:lnTo>
                  <a:pt x="1446381" y="29678"/>
                </a:lnTo>
                <a:lnTo>
                  <a:pt x="1446906" y="29867"/>
                </a:lnTo>
                <a:lnTo>
                  <a:pt x="1447420" y="30065"/>
                </a:lnTo>
                <a:lnTo>
                  <a:pt x="1447923" y="30273"/>
                </a:lnTo>
                <a:lnTo>
                  <a:pt x="1448414" y="30491"/>
                </a:lnTo>
                <a:lnTo>
                  <a:pt x="1448894" y="30718"/>
                </a:lnTo>
                <a:lnTo>
                  <a:pt x="1449363" y="30954"/>
                </a:lnTo>
                <a:lnTo>
                  <a:pt x="1449822" y="31198"/>
                </a:lnTo>
                <a:lnTo>
                  <a:pt x="1450270" y="31450"/>
                </a:lnTo>
                <a:lnTo>
                  <a:pt x="1450707" y="31710"/>
                </a:lnTo>
                <a:lnTo>
                  <a:pt x="1451134" y="31978"/>
                </a:lnTo>
                <a:lnTo>
                  <a:pt x="1451551" y="32254"/>
                </a:lnTo>
                <a:lnTo>
                  <a:pt x="1451957" y="32538"/>
                </a:lnTo>
                <a:lnTo>
                  <a:pt x="1452352" y="32830"/>
                </a:lnTo>
                <a:lnTo>
                  <a:pt x="1452737" y="33130"/>
                </a:lnTo>
                <a:lnTo>
                  <a:pt x="1453112" y="33438"/>
                </a:lnTo>
                <a:lnTo>
                  <a:pt x="1453475" y="33754"/>
                </a:lnTo>
                <a:lnTo>
                  <a:pt x="1453829" y="34078"/>
                </a:lnTo>
                <a:lnTo>
                  <a:pt x="1454172" y="34410"/>
                </a:lnTo>
                <a:lnTo>
                  <a:pt x="1454504" y="34750"/>
                </a:lnTo>
                <a:lnTo>
                  <a:pt x="1454826" y="35098"/>
                </a:lnTo>
                <a:lnTo>
                  <a:pt x="1455137" y="35454"/>
                </a:lnTo>
                <a:lnTo>
                  <a:pt x="1455438" y="35818"/>
                </a:lnTo>
                <a:lnTo>
                  <a:pt x="1455729" y="36190"/>
                </a:lnTo>
                <a:lnTo>
                  <a:pt x="1456008" y="36570"/>
                </a:lnTo>
                <a:lnTo>
                  <a:pt x="1456278" y="36958"/>
                </a:lnTo>
                <a:lnTo>
                  <a:pt x="1456536" y="37354"/>
                </a:lnTo>
                <a:lnTo>
                  <a:pt x="1456785" y="37757"/>
                </a:lnTo>
                <a:lnTo>
                  <a:pt x="1457023" y="38169"/>
                </a:lnTo>
                <a:lnTo>
                  <a:pt x="1457250" y="38589"/>
                </a:lnTo>
                <a:lnTo>
                  <a:pt x="1457467" y="39016"/>
                </a:lnTo>
                <a:lnTo>
                  <a:pt x="1457675" y="39449"/>
                </a:lnTo>
                <a:lnTo>
                  <a:pt x="1457874" y="39887"/>
                </a:lnTo>
                <a:lnTo>
                  <a:pt x="1458064" y="40332"/>
                </a:lnTo>
                <a:lnTo>
                  <a:pt x="1458244" y="40782"/>
                </a:lnTo>
                <a:lnTo>
                  <a:pt x="1458415" y="41238"/>
                </a:lnTo>
                <a:lnTo>
                  <a:pt x="1458577" y="41700"/>
                </a:lnTo>
                <a:lnTo>
                  <a:pt x="1458730" y="42168"/>
                </a:lnTo>
                <a:lnTo>
                  <a:pt x="1458873" y="42642"/>
                </a:lnTo>
                <a:lnTo>
                  <a:pt x="1459007" y="43122"/>
                </a:lnTo>
                <a:lnTo>
                  <a:pt x="1459132" y="43607"/>
                </a:lnTo>
                <a:lnTo>
                  <a:pt x="1459248" y="44099"/>
                </a:lnTo>
                <a:lnTo>
                  <a:pt x="1459354" y="44596"/>
                </a:lnTo>
                <a:lnTo>
                  <a:pt x="1459451" y="45100"/>
                </a:lnTo>
                <a:lnTo>
                  <a:pt x="1459539" y="45609"/>
                </a:lnTo>
                <a:lnTo>
                  <a:pt x="1459618" y="46124"/>
                </a:lnTo>
                <a:lnTo>
                  <a:pt x="1459687" y="46645"/>
                </a:lnTo>
                <a:lnTo>
                  <a:pt x="1459747" y="47172"/>
                </a:lnTo>
                <a:lnTo>
                  <a:pt x="1459798" y="47705"/>
                </a:lnTo>
                <a:lnTo>
                  <a:pt x="1459840" y="48243"/>
                </a:lnTo>
                <a:lnTo>
                  <a:pt x="1459872" y="48788"/>
                </a:lnTo>
                <a:lnTo>
                  <a:pt x="1459895" y="49338"/>
                </a:lnTo>
                <a:lnTo>
                  <a:pt x="1459909" y="49894"/>
                </a:lnTo>
                <a:lnTo>
                  <a:pt x="1459914" y="50456"/>
                </a:lnTo>
                <a:lnTo>
                  <a:pt x="1459909" y="50959"/>
                </a:lnTo>
                <a:lnTo>
                  <a:pt x="1459894" y="51458"/>
                </a:lnTo>
                <a:lnTo>
                  <a:pt x="1459870" y="51954"/>
                </a:lnTo>
                <a:lnTo>
                  <a:pt x="1459835" y="52446"/>
                </a:lnTo>
                <a:lnTo>
                  <a:pt x="1459791" y="52934"/>
                </a:lnTo>
                <a:lnTo>
                  <a:pt x="1459737" y="53418"/>
                </a:lnTo>
                <a:lnTo>
                  <a:pt x="1459674" y="53899"/>
                </a:lnTo>
                <a:lnTo>
                  <a:pt x="1459600" y="54376"/>
                </a:lnTo>
                <a:lnTo>
                  <a:pt x="1459517" y="54850"/>
                </a:lnTo>
                <a:lnTo>
                  <a:pt x="1459423" y="55320"/>
                </a:lnTo>
                <a:lnTo>
                  <a:pt x="1459320" y="55786"/>
                </a:lnTo>
                <a:lnTo>
                  <a:pt x="1459208" y="56249"/>
                </a:lnTo>
                <a:lnTo>
                  <a:pt x="1459085" y="56708"/>
                </a:lnTo>
                <a:lnTo>
                  <a:pt x="1458952" y="57163"/>
                </a:lnTo>
                <a:lnTo>
                  <a:pt x="1458810" y="57615"/>
                </a:lnTo>
                <a:lnTo>
                  <a:pt x="1458658" y="58063"/>
                </a:lnTo>
                <a:lnTo>
                  <a:pt x="1458496" y="58508"/>
                </a:lnTo>
                <a:lnTo>
                  <a:pt x="1458325" y="58948"/>
                </a:lnTo>
                <a:lnTo>
                  <a:pt x="1458143" y="59385"/>
                </a:lnTo>
                <a:lnTo>
                  <a:pt x="1457952" y="59819"/>
                </a:lnTo>
                <a:lnTo>
                  <a:pt x="1457751" y="60249"/>
                </a:lnTo>
                <a:lnTo>
                  <a:pt x="1457540" y="60675"/>
                </a:lnTo>
                <a:lnTo>
                  <a:pt x="1457319" y="61098"/>
                </a:lnTo>
                <a:lnTo>
                  <a:pt x="1457088" y="61517"/>
                </a:lnTo>
                <a:lnTo>
                  <a:pt x="1456848" y="61930"/>
                </a:lnTo>
                <a:lnTo>
                  <a:pt x="1456598" y="62336"/>
                </a:lnTo>
                <a:lnTo>
                  <a:pt x="1456339" y="62736"/>
                </a:lnTo>
                <a:lnTo>
                  <a:pt x="1456070" y="63128"/>
                </a:lnTo>
                <a:lnTo>
                  <a:pt x="1455792" y="63513"/>
                </a:lnTo>
                <a:lnTo>
                  <a:pt x="1455504" y="63891"/>
                </a:lnTo>
                <a:lnTo>
                  <a:pt x="1455207" y="64261"/>
                </a:lnTo>
                <a:lnTo>
                  <a:pt x="1454900" y="64625"/>
                </a:lnTo>
                <a:lnTo>
                  <a:pt x="1454583" y="64981"/>
                </a:lnTo>
                <a:lnTo>
                  <a:pt x="1454257" y="65330"/>
                </a:lnTo>
                <a:lnTo>
                  <a:pt x="1453922" y="65672"/>
                </a:lnTo>
                <a:lnTo>
                  <a:pt x="1453577" y="66007"/>
                </a:lnTo>
                <a:lnTo>
                  <a:pt x="1453222" y="66335"/>
                </a:lnTo>
                <a:lnTo>
                  <a:pt x="1452858" y="66656"/>
                </a:lnTo>
                <a:lnTo>
                  <a:pt x="1452484" y="66969"/>
                </a:lnTo>
                <a:lnTo>
                  <a:pt x="1452101" y="67275"/>
                </a:lnTo>
                <a:lnTo>
                  <a:pt x="1451708" y="67574"/>
                </a:lnTo>
                <a:lnTo>
                  <a:pt x="1451306" y="67866"/>
                </a:lnTo>
                <a:lnTo>
                  <a:pt x="1450894" y="68151"/>
                </a:lnTo>
                <a:lnTo>
                  <a:pt x="1450473" y="68429"/>
                </a:lnTo>
                <a:lnTo>
                  <a:pt x="1450042" y="68700"/>
                </a:lnTo>
                <a:lnTo>
                  <a:pt x="1449602" y="68963"/>
                </a:lnTo>
                <a:lnTo>
                  <a:pt x="1449152" y="69219"/>
                </a:lnTo>
                <a:lnTo>
                  <a:pt x="1448692" y="69468"/>
                </a:lnTo>
                <a:lnTo>
                  <a:pt x="1448223" y="69709"/>
                </a:lnTo>
                <a:lnTo>
                  <a:pt x="1447744" y="69939"/>
                </a:lnTo>
                <a:lnTo>
                  <a:pt x="1447256" y="70159"/>
                </a:lnTo>
                <a:lnTo>
                  <a:pt x="1446757" y="70369"/>
                </a:lnTo>
                <a:lnTo>
                  <a:pt x="1446249" y="70568"/>
                </a:lnTo>
                <a:lnTo>
                  <a:pt x="1445731" y="70758"/>
                </a:lnTo>
                <a:lnTo>
                  <a:pt x="1445203" y="70937"/>
                </a:lnTo>
                <a:lnTo>
                  <a:pt x="1444665" y="71106"/>
                </a:lnTo>
                <a:lnTo>
                  <a:pt x="1444117" y="71264"/>
                </a:lnTo>
                <a:lnTo>
                  <a:pt x="1443560" y="71412"/>
                </a:lnTo>
                <a:lnTo>
                  <a:pt x="1442993" y="71551"/>
                </a:lnTo>
                <a:lnTo>
                  <a:pt x="1442416" y="71678"/>
                </a:lnTo>
                <a:lnTo>
                  <a:pt x="1441829" y="71796"/>
                </a:lnTo>
                <a:lnTo>
                  <a:pt x="1441232" y="71904"/>
                </a:lnTo>
                <a:lnTo>
                  <a:pt x="1440626" y="72001"/>
                </a:lnTo>
                <a:lnTo>
                  <a:pt x="1440009" y="72088"/>
                </a:lnTo>
                <a:lnTo>
                  <a:pt x="1439383" y="72164"/>
                </a:lnTo>
                <a:lnTo>
                  <a:pt x="1438747" y="72231"/>
                </a:lnTo>
                <a:lnTo>
                  <a:pt x="1438102" y="72287"/>
                </a:lnTo>
                <a:lnTo>
                  <a:pt x="1437446" y="72333"/>
                </a:lnTo>
                <a:lnTo>
                  <a:pt x="1436781" y="72369"/>
                </a:lnTo>
                <a:lnTo>
                  <a:pt x="1436106" y="72395"/>
                </a:lnTo>
                <a:lnTo>
                  <a:pt x="1435421" y="72410"/>
                </a:lnTo>
                <a:lnTo>
                  <a:pt x="1434726" y="72415"/>
                </a:lnTo>
                <a:lnTo>
                  <a:pt x="1410911" y="72415"/>
                </a:lnTo>
                <a:lnTo>
                  <a:pt x="1410911" y="27933"/>
                </a:lnTo>
                <a:lnTo>
                  <a:pt x="1434242" y="27933"/>
                </a:lnTo>
                <a:lnTo>
                  <a:pt x="1434983" y="27938"/>
                </a:lnTo>
                <a:lnTo>
                  <a:pt x="1435712" y="27952"/>
                </a:lnTo>
                <a:lnTo>
                  <a:pt x="1436431" y="27976"/>
                </a:lnTo>
                <a:lnTo>
                  <a:pt x="1437138" y="28010"/>
                </a:lnTo>
                <a:close/>
                <a:moveTo>
                  <a:pt x="1240374" y="83449"/>
                </a:moveTo>
                <a:lnTo>
                  <a:pt x="1240341" y="82705"/>
                </a:lnTo>
                <a:lnTo>
                  <a:pt x="1240301" y="81966"/>
                </a:lnTo>
                <a:lnTo>
                  <a:pt x="1240253" y="81233"/>
                </a:lnTo>
                <a:lnTo>
                  <a:pt x="1240199" y="80504"/>
                </a:lnTo>
                <a:lnTo>
                  <a:pt x="1240137" y="79780"/>
                </a:lnTo>
                <a:lnTo>
                  <a:pt x="1240067" y="79060"/>
                </a:lnTo>
                <a:lnTo>
                  <a:pt x="1239991" y="78346"/>
                </a:lnTo>
                <a:lnTo>
                  <a:pt x="1239907" y="77637"/>
                </a:lnTo>
                <a:lnTo>
                  <a:pt x="1239816" y="76932"/>
                </a:lnTo>
                <a:lnTo>
                  <a:pt x="1239718" y="76233"/>
                </a:lnTo>
                <a:lnTo>
                  <a:pt x="1239612" y="75538"/>
                </a:lnTo>
                <a:lnTo>
                  <a:pt x="1239499" y="74848"/>
                </a:lnTo>
                <a:lnTo>
                  <a:pt x="1239379" y="74163"/>
                </a:lnTo>
                <a:lnTo>
                  <a:pt x="1239251" y="73483"/>
                </a:lnTo>
                <a:lnTo>
                  <a:pt x="1239116" y="72808"/>
                </a:lnTo>
                <a:lnTo>
                  <a:pt x="1238974" y="72138"/>
                </a:lnTo>
                <a:lnTo>
                  <a:pt x="1238825" y="71473"/>
                </a:lnTo>
                <a:lnTo>
                  <a:pt x="1238668" y="70812"/>
                </a:lnTo>
                <a:lnTo>
                  <a:pt x="1238504" y="70157"/>
                </a:lnTo>
                <a:lnTo>
                  <a:pt x="1238333" y="69506"/>
                </a:lnTo>
                <a:lnTo>
                  <a:pt x="1238154" y="68862"/>
                </a:lnTo>
                <a:lnTo>
                  <a:pt x="1237967" y="68224"/>
                </a:lnTo>
                <a:lnTo>
                  <a:pt x="1237773" y="67593"/>
                </a:lnTo>
                <a:lnTo>
                  <a:pt x="1237570" y="66970"/>
                </a:lnTo>
                <a:lnTo>
                  <a:pt x="1237360" y="66353"/>
                </a:lnTo>
                <a:lnTo>
                  <a:pt x="1237142" y="65743"/>
                </a:lnTo>
                <a:lnTo>
                  <a:pt x="1236916" y="65141"/>
                </a:lnTo>
                <a:lnTo>
                  <a:pt x="1236682" y="64545"/>
                </a:lnTo>
                <a:lnTo>
                  <a:pt x="1236441" y="63956"/>
                </a:lnTo>
                <a:lnTo>
                  <a:pt x="1236191" y="63375"/>
                </a:lnTo>
                <a:lnTo>
                  <a:pt x="1235934" y="62800"/>
                </a:lnTo>
                <a:lnTo>
                  <a:pt x="1235669" y="62232"/>
                </a:lnTo>
                <a:lnTo>
                  <a:pt x="1235396" y="61672"/>
                </a:lnTo>
                <a:lnTo>
                  <a:pt x="1235115" y="61118"/>
                </a:lnTo>
                <a:lnTo>
                  <a:pt x="1234826" y="60571"/>
                </a:lnTo>
                <a:lnTo>
                  <a:pt x="1234530" y="60032"/>
                </a:lnTo>
                <a:lnTo>
                  <a:pt x="1234225" y="59499"/>
                </a:lnTo>
                <a:lnTo>
                  <a:pt x="1233913" y="58973"/>
                </a:lnTo>
                <a:lnTo>
                  <a:pt x="1233593" y="58455"/>
                </a:lnTo>
                <a:lnTo>
                  <a:pt x="1233265" y="57943"/>
                </a:lnTo>
                <a:lnTo>
                  <a:pt x="1232929" y="57438"/>
                </a:lnTo>
                <a:lnTo>
                  <a:pt x="1232585" y="56941"/>
                </a:lnTo>
                <a:lnTo>
                  <a:pt x="1232234" y="56450"/>
                </a:lnTo>
                <a:lnTo>
                  <a:pt x="1231874" y="55966"/>
                </a:lnTo>
                <a:lnTo>
                  <a:pt x="1231507" y="55491"/>
                </a:lnTo>
                <a:lnTo>
                  <a:pt x="1231131" y="55024"/>
                </a:lnTo>
                <a:lnTo>
                  <a:pt x="1230746" y="54565"/>
                </a:lnTo>
                <a:lnTo>
                  <a:pt x="1230353" y="54116"/>
                </a:lnTo>
                <a:lnTo>
                  <a:pt x="1229951" y="53676"/>
                </a:lnTo>
                <a:lnTo>
                  <a:pt x="1229541" y="53244"/>
                </a:lnTo>
                <a:lnTo>
                  <a:pt x="1229122" y="52821"/>
                </a:lnTo>
                <a:lnTo>
                  <a:pt x="1228695" y="52407"/>
                </a:lnTo>
                <a:lnTo>
                  <a:pt x="1228259" y="52002"/>
                </a:lnTo>
                <a:lnTo>
                  <a:pt x="1227814" y="51605"/>
                </a:lnTo>
                <a:lnTo>
                  <a:pt x="1227361" y="51218"/>
                </a:lnTo>
                <a:lnTo>
                  <a:pt x="1226899" y="50839"/>
                </a:lnTo>
                <a:lnTo>
                  <a:pt x="1226429" y="50469"/>
                </a:lnTo>
                <a:lnTo>
                  <a:pt x="1225951" y="50107"/>
                </a:lnTo>
                <a:lnTo>
                  <a:pt x="1225463" y="49755"/>
                </a:lnTo>
                <a:lnTo>
                  <a:pt x="1224968" y="49411"/>
                </a:lnTo>
                <a:lnTo>
                  <a:pt x="1224463" y="49077"/>
                </a:lnTo>
                <a:lnTo>
                  <a:pt x="1223950" y="48751"/>
                </a:lnTo>
                <a:lnTo>
                  <a:pt x="1223429" y="48434"/>
                </a:lnTo>
                <a:lnTo>
                  <a:pt x="1222899" y="48125"/>
                </a:lnTo>
                <a:lnTo>
                  <a:pt x="1222360" y="47826"/>
                </a:lnTo>
                <a:lnTo>
                  <a:pt x="1221813" y="47535"/>
                </a:lnTo>
                <a:lnTo>
                  <a:pt x="1221257" y="47253"/>
                </a:lnTo>
                <a:lnTo>
                  <a:pt x="1220693" y="46980"/>
                </a:lnTo>
                <a:lnTo>
                  <a:pt x="1220120" y="46717"/>
                </a:lnTo>
                <a:lnTo>
                  <a:pt x="1219539" y="46465"/>
                </a:lnTo>
                <a:lnTo>
                  <a:pt x="1218948" y="46224"/>
                </a:lnTo>
                <a:lnTo>
                  <a:pt x="1218349" y="45995"/>
                </a:lnTo>
                <a:lnTo>
                  <a:pt x="1217741" y="45777"/>
                </a:lnTo>
                <a:lnTo>
                  <a:pt x="1217123" y="45569"/>
                </a:lnTo>
                <a:lnTo>
                  <a:pt x="1216498" y="45374"/>
                </a:lnTo>
                <a:lnTo>
                  <a:pt x="1215863" y="45189"/>
                </a:lnTo>
                <a:lnTo>
                  <a:pt x="1215219" y="45015"/>
                </a:lnTo>
                <a:lnTo>
                  <a:pt x="1214567" y="44853"/>
                </a:lnTo>
                <a:lnTo>
                  <a:pt x="1213906" y="44702"/>
                </a:lnTo>
                <a:lnTo>
                  <a:pt x="1213236" y="44562"/>
                </a:lnTo>
                <a:lnTo>
                  <a:pt x="1212557" y="44433"/>
                </a:lnTo>
                <a:lnTo>
                  <a:pt x="1211869" y="44316"/>
                </a:lnTo>
                <a:lnTo>
                  <a:pt x="1211173" y="44209"/>
                </a:lnTo>
                <a:lnTo>
                  <a:pt x="1210467" y="44114"/>
                </a:lnTo>
                <a:lnTo>
                  <a:pt x="1209753" y="44030"/>
                </a:lnTo>
                <a:lnTo>
                  <a:pt x="1209030" y="43957"/>
                </a:lnTo>
                <a:lnTo>
                  <a:pt x="1208298" y="43896"/>
                </a:lnTo>
                <a:lnTo>
                  <a:pt x="1207558" y="43845"/>
                </a:lnTo>
                <a:lnTo>
                  <a:pt x="1206808" y="43806"/>
                </a:lnTo>
                <a:lnTo>
                  <a:pt x="1206050" y="43778"/>
                </a:lnTo>
                <a:lnTo>
                  <a:pt x="1205283" y="43761"/>
                </a:lnTo>
                <a:lnTo>
                  <a:pt x="1204507" y="43756"/>
                </a:lnTo>
                <a:lnTo>
                  <a:pt x="1203895" y="43761"/>
                </a:lnTo>
                <a:lnTo>
                  <a:pt x="1203286" y="43777"/>
                </a:lnTo>
                <a:lnTo>
                  <a:pt x="1202678" y="43803"/>
                </a:lnTo>
                <a:lnTo>
                  <a:pt x="1202071" y="43839"/>
                </a:lnTo>
                <a:lnTo>
                  <a:pt x="1201467" y="43886"/>
                </a:lnTo>
                <a:lnTo>
                  <a:pt x="1200864" y="43943"/>
                </a:lnTo>
                <a:lnTo>
                  <a:pt x="1200263" y="44010"/>
                </a:lnTo>
                <a:lnTo>
                  <a:pt x="1199663" y="44088"/>
                </a:lnTo>
                <a:lnTo>
                  <a:pt x="1199065" y="44176"/>
                </a:lnTo>
                <a:lnTo>
                  <a:pt x="1198469" y="44274"/>
                </a:lnTo>
                <a:lnTo>
                  <a:pt x="1197874" y="44383"/>
                </a:lnTo>
                <a:lnTo>
                  <a:pt x="1197281" y="44503"/>
                </a:lnTo>
                <a:lnTo>
                  <a:pt x="1196690" y="44632"/>
                </a:lnTo>
                <a:lnTo>
                  <a:pt x="1196101" y="44772"/>
                </a:lnTo>
                <a:lnTo>
                  <a:pt x="1195513" y="44923"/>
                </a:lnTo>
                <a:lnTo>
                  <a:pt x="1194927" y="45083"/>
                </a:lnTo>
                <a:lnTo>
                  <a:pt x="1194342" y="45255"/>
                </a:lnTo>
                <a:lnTo>
                  <a:pt x="1193760" y="45436"/>
                </a:lnTo>
                <a:lnTo>
                  <a:pt x="1193179" y="45628"/>
                </a:lnTo>
                <a:lnTo>
                  <a:pt x="1192599" y="45830"/>
                </a:lnTo>
                <a:lnTo>
                  <a:pt x="1192021" y="46043"/>
                </a:lnTo>
                <a:lnTo>
                  <a:pt x="1191445" y="46266"/>
                </a:lnTo>
                <a:lnTo>
                  <a:pt x="1190871" y="46499"/>
                </a:lnTo>
                <a:lnTo>
                  <a:pt x="1190298" y="46743"/>
                </a:lnTo>
                <a:lnTo>
                  <a:pt x="1189729" y="46997"/>
                </a:lnTo>
                <a:lnTo>
                  <a:pt x="1189165" y="47260"/>
                </a:lnTo>
                <a:lnTo>
                  <a:pt x="1188605" y="47534"/>
                </a:lnTo>
                <a:lnTo>
                  <a:pt x="1188051" y="47817"/>
                </a:lnTo>
                <a:lnTo>
                  <a:pt x="1187502" y="48110"/>
                </a:lnTo>
                <a:lnTo>
                  <a:pt x="1186958" y="48413"/>
                </a:lnTo>
                <a:lnTo>
                  <a:pt x="1186419" y="48726"/>
                </a:lnTo>
                <a:lnTo>
                  <a:pt x="1185885" y="49048"/>
                </a:lnTo>
                <a:lnTo>
                  <a:pt x="1185356" y="49380"/>
                </a:lnTo>
                <a:lnTo>
                  <a:pt x="1184832" y="49723"/>
                </a:lnTo>
                <a:lnTo>
                  <a:pt x="1184313" y="50075"/>
                </a:lnTo>
                <a:lnTo>
                  <a:pt x="1183800" y="50436"/>
                </a:lnTo>
                <a:lnTo>
                  <a:pt x="1183291" y="50808"/>
                </a:lnTo>
                <a:lnTo>
                  <a:pt x="1182787" y="51189"/>
                </a:lnTo>
                <a:lnTo>
                  <a:pt x="1182288" y="51580"/>
                </a:lnTo>
                <a:lnTo>
                  <a:pt x="1181795" y="51981"/>
                </a:lnTo>
                <a:lnTo>
                  <a:pt x="1181306" y="52392"/>
                </a:lnTo>
                <a:lnTo>
                  <a:pt x="1180823" y="52813"/>
                </a:lnTo>
                <a:lnTo>
                  <a:pt x="1180344" y="53243"/>
                </a:lnTo>
                <a:lnTo>
                  <a:pt x="1179871" y="53683"/>
                </a:lnTo>
                <a:lnTo>
                  <a:pt x="1179402" y="54133"/>
                </a:lnTo>
                <a:lnTo>
                  <a:pt x="1178939" y="54593"/>
                </a:lnTo>
                <a:lnTo>
                  <a:pt x="1178481" y="55063"/>
                </a:lnTo>
                <a:lnTo>
                  <a:pt x="1178027" y="55542"/>
                </a:lnTo>
                <a:lnTo>
                  <a:pt x="1177580" y="56031"/>
                </a:lnTo>
                <a:lnTo>
                  <a:pt x="1177141" y="56529"/>
                </a:lnTo>
                <a:lnTo>
                  <a:pt x="1176710" y="57035"/>
                </a:lnTo>
                <a:lnTo>
                  <a:pt x="1176287" y="57551"/>
                </a:lnTo>
                <a:lnTo>
                  <a:pt x="1175872" y="58075"/>
                </a:lnTo>
                <a:lnTo>
                  <a:pt x="1175464" y="58608"/>
                </a:lnTo>
                <a:lnTo>
                  <a:pt x="1175064" y="59150"/>
                </a:lnTo>
                <a:lnTo>
                  <a:pt x="1174672" y="59700"/>
                </a:lnTo>
                <a:lnTo>
                  <a:pt x="1174288" y="60260"/>
                </a:lnTo>
                <a:lnTo>
                  <a:pt x="1173912" y="60828"/>
                </a:lnTo>
                <a:lnTo>
                  <a:pt x="1173544" y="61405"/>
                </a:lnTo>
                <a:lnTo>
                  <a:pt x="1173183" y="61991"/>
                </a:lnTo>
                <a:lnTo>
                  <a:pt x="1172831" y="62586"/>
                </a:lnTo>
                <a:lnTo>
                  <a:pt x="1172486" y="63189"/>
                </a:lnTo>
                <a:lnTo>
                  <a:pt x="1172149" y="63802"/>
                </a:lnTo>
                <a:lnTo>
                  <a:pt x="1171820" y="64423"/>
                </a:lnTo>
                <a:lnTo>
                  <a:pt x="1171499" y="65053"/>
                </a:lnTo>
                <a:lnTo>
                  <a:pt x="1171185" y="65692"/>
                </a:lnTo>
                <a:lnTo>
                  <a:pt x="1170880" y="66340"/>
                </a:lnTo>
                <a:lnTo>
                  <a:pt x="1170582" y="66996"/>
                </a:lnTo>
                <a:lnTo>
                  <a:pt x="1170292" y="67662"/>
                </a:lnTo>
                <a:lnTo>
                  <a:pt x="1170010" y="68336"/>
                </a:lnTo>
                <a:lnTo>
                  <a:pt x="1169736" y="69019"/>
                </a:lnTo>
                <a:lnTo>
                  <a:pt x="1169470" y="69711"/>
                </a:lnTo>
                <a:lnTo>
                  <a:pt x="1169213" y="70411"/>
                </a:lnTo>
                <a:lnTo>
                  <a:pt x="1168967" y="71119"/>
                </a:lnTo>
                <a:lnTo>
                  <a:pt x="1168732" y="71836"/>
                </a:lnTo>
                <a:lnTo>
                  <a:pt x="1168508" y="72560"/>
                </a:lnTo>
                <a:lnTo>
                  <a:pt x="1168295" y="73292"/>
                </a:lnTo>
                <a:lnTo>
                  <a:pt x="1168092" y="74032"/>
                </a:lnTo>
                <a:lnTo>
                  <a:pt x="1167901" y="74781"/>
                </a:lnTo>
                <a:lnTo>
                  <a:pt x="1167721" y="75537"/>
                </a:lnTo>
                <a:lnTo>
                  <a:pt x="1167551" y="76301"/>
                </a:lnTo>
                <a:lnTo>
                  <a:pt x="1167393" y="77073"/>
                </a:lnTo>
                <a:lnTo>
                  <a:pt x="1167245" y="77853"/>
                </a:lnTo>
                <a:lnTo>
                  <a:pt x="1167109" y="78641"/>
                </a:lnTo>
                <a:lnTo>
                  <a:pt x="1166983" y="79438"/>
                </a:lnTo>
                <a:lnTo>
                  <a:pt x="1166868" y="80242"/>
                </a:lnTo>
                <a:lnTo>
                  <a:pt x="1166764" y="81054"/>
                </a:lnTo>
                <a:lnTo>
                  <a:pt x="1166671" y="81874"/>
                </a:lnTo>
                <a:lnTo>
                  <a:pt x="1166589" y="82702"/>
                </a:lnTo>
                <a:lnTo>
                  <a:pt x="1166518" y="83538"/>
                </a:lnTo>
                <a:lnTo>
                  <a:pt x="1166458" y="84382"/>
                </a:lnTo>
                <a:lnTo>
                  <a:pt x="1166409" y="85234"/>
                </a:lnTo>
                <a:lnTo>
                  <a:pt x="1166371" y="86095"/>
                </a:lnTo>
                <a:lnTo>
                  <a:pt x="1166343" y="86963"/>
                </a:lnTo>
                <a:lnTo>
                  <a:pt x="1166327" y="87839"/>
                </a:lnTo>
                <a:lnTo>
                  <a:pt x="1166321" y="88723"/>
                </a:lnTo>
                <a:lnTo>
                  <a:pt x="1166321" y="92113"/>
                </a:lnTo>
                <a:lnTo>
                  <a:pt x="1166326" y="92878"/>
                </a:lnTo>
                <a:lnTo>
                  <a:pt x="1166341" y="93637"/>
                </a:lnTo>
                <a:lnTo>
                  <a:pt x="1166366" y="94391"/>
                </a:lnTo>
                <a:lnTo>
                  <a:pt x="1166400" y="95141"/>
                </a:lnTo>
                <a:lnTo>
                  <a:pt x="1166444" y="95885"/>
                </a:lnTo>
                <a:lnTo>
                  <a:pt x="1166498" y="96624"/>
                </a:lnTo>
                <a:lnTo>
                  <a:pt x="1166562" y="97358"/>
                </a:lnTo>
                <a:lnTo>
                  <a:pt x="1166635" y="98087"/>
                </a:lnTo>
                <a:lnTo>
                  <a:pt x="1166719" y="98811"/>
                </a:lnTo>
                <a:lnTo>
                  <a:pt x="1166812" y="99530"/>
                </a:lnTo>
                <a:lnTo>
                  <a:pt x="1166915" y="100244"/>
                </a:lnTo>
                <a:lnTo>
                  <a:pt x="1167028" y="100953"/>
                </a:lnTo>
                <a:lnTo>
                  <a:pt x="1167150" y="101657"/>
                </a:lnTo>
                <a:lnTo>
                  <a:pt x="1167283" y="102356"/>
                </a:lnTo>
                <a:lnTo>
                  <a:pt x="1167425" y="103050"/>
                </a:lnTo>
                <a:lnTo>
                  <a:pt x="1167577" y="103739"/>
                </a:lnTo>
                <a:lnTo>
                  <a:pt x="1167739" y="104422"/>
                </a:lnTo>
                <a:lnTo>
                  <a:pt x="1167911" y="105101"/>
                </a:lnTo>
                <a:lnTo>
                  <a:pt x="1168092" y="105774"/>
                </a:lnTo>
                <a:lnTo>
                  <a:pt x="1168284" y="106443"/>
                </a:lnTo>
                <a:lnTo>
                  <a:pt x="1168485" y="107106"/>
                </a:lnTo>
                <a:lnTo>
                  <a:pt x="1168696" y="107765"/>
                </a:lnTo>
                <a:lnTo>
                  <a:pt x="1168916" y="108418"/>
                </a:lnTo>
                <a:lnTo>
                  <a:pt x="1169147" y="109067"/>
                </a:lnTo>
                <a:lnTo>
                  <a:pt x="1169387" y="109709"/>
                </a:lnTo>
                <a:lnTo>
                  <a:pt x="1169635" y="110344"/>
                </a:lnTo>
                <a:lnTo>
                  <a:pt x="1169892" y="110971"/>
                </a:lnTo>
                <a:lnTo>
                  <a:pt x="1170157" y="111592"/>
                </a:lnTo>
                <a:lnTo>
                  <a:pt x="1170431" y="112205"/>
                </a:lnTo>
                <a:lnTo>
                  <a:pt x="1170714" y="112811"/>
                </a:lnTo>
                <a:lnTo>
                  <a:pt x="1171005" y="113409"/>
                </a:lnTo>
                <a:lnTo>
                  <a:pt x="1171304" y="114000"/>
                </a:lnTo>
                <a:lnTo>
                  <a:pt x="1171612" y="114584"/>
                </a:lnTo>
                <a:lnTo>
                  <a:pt x="1171929" y="115161"/>
                </a:lnTo>
                <a:lnTo>
                  <a:pt x="1172254" y="115730"/>
                </a:lnTo>
                <a:lnTo>
                  <a:pt x="1172588" y="116292"/>
                </a:lnTo>
                <a:lnTo>
                  <a:pt x="1172930" y="116847"/>
                </a:lnTo>
                <a:lnTo>
                  <a:pt x="1173281" y="117394"/>
                </a:lnTo>
                <a:lnTo>
                  <a:pt x="1173641" y="117934"/>
                </a:lnTo>
                <a:lnTo>
                  <a:pt x="1174009" y="118467"/>
                </a:lnTo>
                <a:lnTo>
                  <a:pt x="1174385" y="118993"/>
                </a:lnTo>
                <a:lnTo>
                  <a:pt x="1174770" y="119511"/>
                </a:lnTo>
                <a:lnTo>
                  <a:pt x="1175164" y="120022"/>
                </a:lnTo>
                <a:lnTo>
                  <a:pt x="1175566" y="120526"/>
                </a:lnTo>
                <a:lnTo>
                  <a:pt x="1175977" y="121022"/>
                </a:lnTo>
                <a:lnTo>
                  <a:pt x="1176396" y="121512"/>
                </a:lnTo>
                <a:lnTo>
                  <a:pt x="1176824" y="121993"/>
                </a:lnTo>
                <a:lnTo>
                  <a:pt x="1177260" y="122468"/>
                </a:lnTo>
                <a:lnTo>
                  <a:pt x="1177705" y="122934"/>
                </a:lnTo>
                <a:lnTo>
                  <a:pt x="1178156" y="123392"/>
                </a:lnTo>
                <a:lnTo>
                  <a:pt x="1178615" y="123841"/>
                </a:lnTo>
                <a:lnTo>
                  <a:pt x="1179081" y="124281"/>
                </a:lnTo>
                <a:lnTo>
                  <a:pt x="1179555" y="124712"/>
                </a:lnTo>
                <a:lnTo>
                  <a:pt x="1180035" y="125135"/>
                </a:lnTo>
                <a:lnTo>
                  <a:pt x="1180523" y="125548"/>
                </a:lnTo>
                <a:lnTo>
                  <a:pt x="1181019" y="125953"/>
                </a:lnTo>
                <a:lnTo>
                  <a:pt x="1181521" y="126349"/>
                </a:lnTo>
                <a:lnTo>
                  <a:pt x="1182031" y="126736"/>
                </a:lnTo>
                <a:lnTo>
                  <a:pt x="1182548" y="127114"/>
                </a:lnTo>
                <a:lnTo>
                  <a:pt x="1183073" y="127483"/>
                </a:lnTo>
                <a:lnTo>
                  <a:pt x="1183605" y="127844"/>
                </a:lnTo>
                <a:lnTo>
                  <a:pt x="1184144" y="128196"/>
                </a:lnTo>
                <a:lnTo>
                  <a:pt x="1184690" y="128539"/>
                </a:lnTo>
                <a:lnTo>
                  <a:pt x="1185244" y="128873"/>
                </a:lnTo>
                <a:lnTo>
                  <a:pt x="1185805" y="129198"/>
                </a:lnTo>
                <a:lnTo>
                  <a:pt x="1186373" y="129514"/>
                </a:lnTo>
                <a:lnTo>
                  <a:pt x="1186948" y="129822"/>
                </a:lnTo>
                <a:lnTo>
                  <a:pt x="1187531" y="130121"/>
                </a:lnTo>
                <a:lnTo>
                  <a:pt x="1188121" y="130410"/>
                </a:lnTo>
                <a:lnTo>
                  <a:pt x="1188718" y="130692"/>
                </a:lnTo>
                <a:lnTo>
                  <a:pt x="1189323" y="130964"/>
                </a:lnTo>
                <a:lnTo>
                  <a:pt x="1189935" y="131227"/>
                </a:lnTo>
                <a:lnTo>
                  <a:pt x="1190554" y="131481"/>
                </a:lnTo>
                <a:lnTo>
                  <a:pt x="1191178" y="131724"/>
                </a:lnTo>
                <a:lnTo>
                  <a:pt x="1191809" y="131956"/>
                </a:lnTo>
                <a:lnTo>
                  <a:pt x="1192446" y="132177"/>
                </a:lnTo>
                <a:lnTo>
                  <a:pt x="1193088" y="132387"/>
                </a:lnTo>
                <a:lnTo>
                  <a:pt x="1193737" y="132587"/>
                </a:lnTo>
                <a:lnTo>
                  <a:pt x="1194392" y="132776"/>
                </a:lnTo>
                <a:lnTo>
                  <a:pt x="1195052" y="132954"/>
                </a:lnTo>
                <a:lnTo>
                  <a:pt x="1195719" y="133121"/>
                </a:lnTo>
                <a:lnTo>
                  <a:pt x="1196392" y="133278"/>
                </a:lnTo>
                <a:lnTo>
                  <a:pt x="1197071" y="133423"/>
                </a:lnTo>
                <a:lnTo>
                  <a:pt x="1197756" y="133558"/>
                </a:lnTo>
                <a:lnTo>
                  <a:pt x="1198447" y="133682"/>
                </a:lnTo>
                <a:lnTo>
                  <a:pt x="1199144" y="133796"/>
                </a:lnTo>
                <a:lnTo>
                  <a:pt x="1199847" y="133898"/>
                </a:lnTo>
                <a:lnTo>
                  <a:pt x="1200556" y="133990"/>
                </a:lnTo>
                <a:lnTo>
                  <a:pt x="1201271" y="134071"/>
                </a:lnTo>
                <a:lnTo>
                  <a:pt x="1201992" y="134141"/>
                </a:lnTo>
                <a:lnTo>
                  <a:pt x="1202719" y="134200"/>
                </a:lnTo>
                <a:lnTo>
                  <a:pt x="1203452" y="134249"/>
                </a:lnTo>
                <a:lnTo>
                  <a:pt x="1204191" y="134287"/>
                </a:lnTo>
                <a:lnTo>
                  <a:pt x="1204936" y="134314"/>
                </a:lnTo>
                <a:lnTo>
                  <a:pt x="1205687" y="134330"/>
                </a:lnTo>
                <a:lnTo>
                  <a:pt x="1206444" y="134335"/>
                </a:lnTo>
                <a:lnTo>
                  <a:pt x="1207160" y="134331"/>
                </a:lnTo>
                <a:lnTo>
                  <a:pt x="1207868" y="134319"/>
                </a:lnTo>
                <a:lnTo>
                  <a:pt x="1208568" y="134297"/>
                </a:lnTo>
                <a:lnTo>
                  <a:pt x="1209260" y="134268"/>
                </a:lnTo>
                <a:lnTo>
                  <a:pt x="1209944" y="134230"/>
                </a:lnTo>
                <a:lnTo>
                  <a:pt x="1210620" y="134184"/>
                </a:lnTo>
                <a:lnTo>
                  <a:pt x="1211288" y="134129"/>
                </a:lnTo>
                <a:lnTo>
                  <a:pt x="1211947" y="134066"/>
                </a:lnTo>
                <a:lnTo>
                  <a:pt x="1212599" y="133995"/>
                </a:lnTo>
                <a:lnTo>
                  <a:pt x="1213243" y="133915"/>
                </a:lnTo>
                <a:lnTo>
                  <a:pt x="1213879" y="133827"/>
                </a:lnTo>
                <a:lnTo>
                  <a:pt x="1214507" y="133730"/>
                </a:lnTo>
                <a:lnTo>
                  <a:pt x="1215127" y="133625"/>
                </a:lnTo>
                <a:lnTo>
                  <a:pt x="1215739" y="133511"/>
                </a:lnTo>
                <a:lnTo>
                  <a:pt x="1216343" y="133389"/>
                </a:lnTo>
                <a:lnTo>
                  <a:pt x="1216939" y="133259"/>
                </a:lnTo>
                <a:lnTo>
                  <a:pt x="1217527" y="133120"/>
                </a:lnTo>
                <a:lnTo>
                  <a:pt x="1218107" y="132973"/>
                </a:lnTo>
                <a:lnTo>
                  <a:pt x="1218679" y="132817"/>
                </a:lnTo>
                <a:lnTo>
                  <a:pt x="1219244" y="132653"/>
                </a:lnTo>
                <a:lnTo>
                  <a:pt x="1219800" y="132481"/>
                </a:lnTo>
                <a:lnTo>
                  <a:pt x="1220348" y="132300"/>
                </a:lnTo>
                <a:lnTo>
                  <a:pt x="1220888" y="132111"/>
                </a:lnTo>
                <a:lnTo>
                  <a:pt x="1221420" y="131913"/>
                </a:lnTo>
                <a:lnTo>
                  <a:pt x="1221945" y="131709"/>
                </a:lnTo>
                <a:lnTo>
                  <a:pt x="1222462" y="131500"/>
                </a:lnTo>
                <a:lnTo>
                  <a:pt x="1222973" y="131285"/>
                </a:lnTo>
                <a:lnTo>
                  <a:pt x="1223477" y="131066"/>
                </a:lnTo>
                <a:lnTo>
                  <a:pt x="1223975" y="130841"/>
                </a:lnTo>
                <a:lnTo>
                  <a:pt x="1224465" y="130612"/>
                </a:lnTo>
                <a:lnTo>
                  <a:pt x="1224948" y="130377"/>
                </a:lnTo>
                <a:lnTo>
                  <a:pt x="1225425" y="130137"/>
                </a:lnTo>
                <a:lnTo>
                  <a:pt x="1225895" y="129893"/>
                </a:lnTo>
                <a:lnTo>
                  <a:pt x="1226358" y="129643"/>
                </a:lnTo>
                <a:lnTo>
                  <a:pt x="1226814" y="129388"/>
                </a:lnTo>
                <a:lnTo>
                  <a:pt x="1227263" y="129128"/>
                </a:lnTo>
                <a:lnTo>
                  <a:pt x="1227705" y="128863"/>
                </a:lnTo>
                <a:lnTo>
                  <a:pt x="1228140" y="128593"/>
                </a:lnTo>
                <a:lnTo>
                  <a:pt x="1228569" y="128318"/>
                </a:lnTo>
                <a:lnTo>
                  <a:pt x="1228991" y="128038"/>
                </a:lnTo>
                <a:lnTo>
                  <a:pt x="1229405" y="127753"/>
                </a:lnTo>
                <a:lnTo>
                  <a:pt x="1229813" y="127463"/>
                </a:lnTo>
                <a:lnTo>
                  <a:pt x="1230214" y="127168"/>
                </a:lnTo>
                <a:lnTo>
                  <a:pt x="1230609" y="126868"/>
                </a:lnTo>
                <a:lnTo>
                  <a:pt x="1230996" y="126563"/>
                </a:lnTo>
                <a:lnTo>
                  <a:pt x="1231376" y="126252"/>
                </a:lnTo>
                <a:lnTo>
                  <a:pt x="1231750" y="125937"/>
                </a:lnTo>
                <a:lnTo>
                  <a:pt x="1232117" y="125616"/>
                </a:lnTo>
                <a:lnTo>
                  <a:pt x="1232477" y="125293"/>
                </a:lnTo>
                <a:lnTo>
                  <a:pt x="1232833" y="124968"/>
                </a:lnTo>
                <a:lnTo>
                  <a:pt x="1233183" y="124641"/>
                </a:lnTo>
                <a:lnTo>
                  <a:pt x="1233527" y="124314"/>
                </a:lnTo>
                <a:lnTo>
                  <a:pt x="1233866" y="123984"/>
                </a:lnTo>
                <a:lnTo>
                  <a:pt x="1234200" y="123654"/>
                </a:lnTo>
                <a:lnTo>
                  <a:pt x="1234529" y="123322"/>
                </a:lnTo>
                <a:lnTo>
                  <a:pt x="1234852" y="122988"/>
                </a:lnTo>
                <a:lnTo>
                  <a:pt x="1235171" y="122653"/>
                </a:lnTo>
                <a:lnTo>
                  <a:pt x="1235483" y="122317"/>
                </a:lnTo>
                <a:lnTo>
                  <a:pt x="1235791" y="121980"/>
                </a:lnTo>
                <a:lnTo>
                  <a:pt x="1236093" y="121640"/>
                </a:lnTo>
                <a:lnTo>
                  <a:pt x="1236389" y="121300"/>
                </a:lnTo>
                <a:lnTo>
                  <a:pt x="1236681" y="120958"/>
                </a:lnTo>
                <a:lnTo>
                  <a:pt x="1236967" y="120615"/>
                </a:lnTo>
                <a:lnTo>
                  <a:pt x="1237247" y="120270"/>
                </a:lnTo>
                <a:lnTo>
                  <a:pt x="1237523" y="119924"/>
                </a:lnTo>
                <a:lnTo>
                  <a:pt x="1237793" y="119577"/>
                </a:lnTo>
                <a:lnTo>
                  <a:pt x="1238058" y="119228"/>
                </a:lnTo>
                <a:lnTo>
                  <a:pt x="1238317" y="118878"/>
                </a:lnTo>
                <a:lnTo>
                  <a:pt x="1238571" y="118526"/>
                </a:lnTo>
                <a:lnTo>
                  <a:pt x="1238820" y="118173"/>
                </a:lnTo>
                <a:lnTo>
                  <a:pt x="1239064" y="117819"/>
                </a:lnTo>
                <a:lnTo>
                  <a:pt x="1239302" y="117463"/>
                </a:lnTo>
                <a:lnTo>
                  <a:pt x="1230260" y="110278"/>
                </a:lnTo>
                <a:lnTo>
                  <a:pt x="1229914" y="110725"/>
                </a:lnTo>
                <a:lnTo>
                  <a:pt x="1229564" y="111164"/>
                </a:lnTo>
                <a:lnTo>
                  <a:pt x="1229209" y="111596"/>
                </a:lnTo>
                <a:lnTo>
                  <a:pt x="1228849" y="112020"/>
                </a:lnTo>
                <a:lnTo>
                  <a:pt x="1228485" y="112437"/>
                </a:lnTo>
                <a:lnTo>
                  <a:pt x="1228115" y="112846"/>
                </a:lnTo>
                <a:lnTo>
                  <a:pt x="1227741" y="113247"/>
                </a:lnTo>
                <a:lnTo>
                  <a:pt x="1227363" y="113641"/>
                </a:lnTo>
                <a:lnTo>
                  <a:pt x="1226979" y="114028"/>
                </a:lnTo>
                <a:lnTo>
                  <a:pt x="1226591" y="114407"/>
                </a:lnTo>
                <a:lnTo>
                  <a:pt x="1226197" y="114778"/>
                </a:lnTo>
                <a:lnTo>
                  <a:pt x="1225799" y="115142"/>
                </a:lnTo>
                <a:lnTo>
                  <a:pt x="1225397" y="115498"/>
                </a:lnTo>
                <a:lnTo>
                  <a:pt x="1224989" y="115846"/>
                </a:lnTo>
                <a:lnTo>
                  <a:pt x="1224577" y="116187"/>
                </a:lnTo>
                <a:lnTo>
                  <a:pt x="1224160" y="116521"/>
                </a:lnTo>
                <a:lnTo>
                  <a:pt x="1223738" y="116847"/>
                </a:lnTo>
                <a:lnTo>
                  <a:pt x="1223312" y="117165"/>
                </a:lnTo>
                <a:lnTo>
                  <a:pt x="1222881" y="117476"/>
                </a:lnTo>
                <a:lnTo>
                  <a:pt x="1222445" y="117779"/>
                </a:lnTo>
                <a:lnTo>
                  <a:pt x="1222004" y="118074"/>
                </a:lnTo>
                <a:lnTo>
                  <a:pt x="1221558" y="118362"/>
                </a:lnTo>
                <a:lnTo>
                  <a:pt x="1221108" y="118643"/>
                </a:lnTo>
                <a:lnTo>
                  <a:pt x="1220653" y="118916"/>
                </a:lnTo>
                <a:lnTo>
                  <a:pt x="1220191" y="119179"/>
                </a:lnTo>
                <a:lnTo>
                  <a:pt x="1219721" y="119432"/>
                </a:lnTo>
                <a:lnTo>
                  <a:pt x="1219243" y="119673"/>
                </a:lnTo>
                <a:lnTo>
                  <a:pt x="1218756" y="119903"/>
                </a:lnTo>
                <a:lnTo>
                  <a:pt x="1218260" y="120121"/>
                </a:lnTo>
                <a:lnTo>
                  <a:pt x="1217757" y="120329"/>
                </a:lnTo>
                <a:lnTo>
                  <a:pt x="1217245" y="120525"/>
                </a:lnTo>
                <a:lnTo>
                  <a:pt x="1216724" y="120710"/>
                </a:lnTo>
                <a:lnTo>
                  <a:pt x="1216195" y="120884"/>
                </a:lnTo>
                <a:lnTo>
                  <a:pt x="1215658" y="121046"/>
                </a:lnTo>
                <a:lnTo>
                  <a:pt x="1215112" y="121198"/>
                </a:lnTo>
                <a:lnTo>
                  <a:pt x="1214558" y="121338"/>
                </a:lnTo>
                <a:lnTo>
                  <a:pt x="1213995" y="121467"/>
                </a:lnTo>
                <a:lnTo>
                  <a:pt x="1213424" y="121584"/>
                </a:lnTo>
                <a:lnTo>
                  <a:pt x="1212845" y="121691"/>
                </a:lnTo>
                <a:lnTo>
                  <a:pt x="1212257" y="121786"/>
                </a:lnTo>
                <a:lnTo>
                  <a:pt x="1211661" y="121870"/>
                </a:lnTo>
                <a:lnTo>
                  <a:pt x="1211056" y="121943"/>
                </a:lnTo>
                <a:lnTo>
                  <a:pt x="1210443" y="122005"/>
                </a:lnTo>
                <a:lnTo>
                  <a:pt x="1209822" y="122055"/>
                </a:lnTo>
                <a:lnTo>
                  <a:pt x="1209192" y="122095"/>
                </a:lnTo>
                <a:lnTo>
                  <a:pt x="1208553" y="122123"/>
                </a:lnTo>
                <a:lnTo>
                  <a:pt x="1207907" y="122139"/>
                </a:lnTo>
                <a:lnTo>
                  <a:pt x="1207252" y="122145"/>
                </a:lnTo>
                <a:lnTo>
                  <a:pt x="1206743" y="122141"/>
                </a:lnTo>
                <a:lnTo>
                  <a:pt x="1206238" y="122129"/>
                </a:lnTo>
                <a:lnTo>
                  <a:pt x="1205739" y="122108"/>
                </a:lnTo>
                <a:lnTo>
                  <a:pt x="1205244" y="122080"/>
                </a:lnTo>
                <a:lnTo>
                  <a:pt x="1204753" y="122043"/>
                </a:lnTo>
                <a:lnTo>
                  <a:pt x="1204267" y="121999"/>
                </a:lnTo>
                <a:lnTo>
                  <a:pt x="1203786" y="121946"/>
                </a:lnTo>
                <a:lnTo>
                  <a:pt x="1203309" y="121885"/>
                </a:lnTo>
                <a:lnTo>
                  <a:pt x="1202837" y="121816"/>
                </a:lnTo>
                <a:lnTo>
                  <a:pt x="1202370" y="121739"/>
                </a:lnTo>
                <a:lnTo>
                  <a:pt x="1201907" y="121653"/>
                </a:lnTo>
                <a:lnTo>
                  <a:pt x="1201449" y="121560"/>
                </a:lnTo>
                <a:lnTo>
                  <a:pt x="1200996" y="121458"/>
                </a:lnTo>
                <a:lnTo>
                  <a:pt x="1200547" y="121348"/>
                </a:lnTo>
                <a:lnTo>
                  <a:pt x="1200103" y="121231"/>
                </a:lnTo>
                <a:lnTo>
                  <a:pt x="1199663" y="121105"/>
                </a:lnTo>
                <a:lnTo>
                  <a:pt x="1199228" y="120970"/>
                </a:lnTo>
                <a:lnTo>
                  <a:pt x="1198798" y="120828"/>
                </a:lnTo>
                <a:lnTo>
                  <a:pt x="1198372" y="120678"/>
                </a:lnTo>
                <a:lnTo>
                  <a:pt x="1197951" y="120519"/>
                </a:lnTo>
                <a:lnTo>
                  <a:pt x="1197534" y="120353"/>
                </a:lnTo>
                <a:lnTo>
                  <a:pt x="1197123" y="120178"/>
                </a:lnTo>
                <a:lnTo>
                  <a:pt x="1196715" y="119995"/>
                </a:lnTo>
                <a:lnTo>
                  <a:pt x="1196313" y="119804"/>
                </a:lnTo>
                <a:lnTo>
                  <a:pt x="1195915" y="119606"/>
                </a:lnTo>
                <a:lnTo>
                  <a:pt x="1195522" y="119401"/>
                </a:lnTo>
                <a:lnTo>
                  <a:pt x="1195135" y="119191"/>
                </a:lnTo>
                <a:lnTo>
                  <a:pt x="1194752" y="118974"/>
                </a:lnTo>
                <a:lnTo>
                  <a:pt x="1194374" y="118751"/>
                </a:lnTo>
                <a:lnTo>
                  <a:pt x="1194002" y="118522"/>
                </a:lnTo>
                <a:lnTo>
                  <a:pt x="1193634" y="118287"/>
                </a:lnTo>
                <a:lnTo>
                  <a:pt x="1193272" y="118046"/>
                </a:lnTo>
                <a:lnTo>
                  <a:pt x="1192914" y="117798"/>
                </a:lnTo>
                <a:lnTo>
                  <a:pt x="1192562" y="117545"/>
                </a:lnTo>
                <a:lnTo>
                  <a:pt x="1192215" y="117285"/>
                </a:lnTo>
                <a:lnTo>
                  <a:pt x="1191873" y="117019"/>
                </a:lnTo>
                <a:lnTo>
                  <a:pt x="1191535" y="116746"/>
                </a:lnTo>
                <a:lnTo>
                  <a:pt x="1191203" y="116468"/>
                </a:lnTo>
                <a:lnTo>
                  <a:pt x="1190876" y="116184"/>
                </a:lnTo>
                <a:lnTo>
                  <a:pt x="1190554" y="115893"/>
                </a:lnTo>
                <a:lnTo>
                  <a:pt x="1190237" y="115596"/>
                </a:lnTo>
                <a:lnTo>
                  <a:pt x="1189925" y="115293"/>
                </a:lnTo>
                <a:lnTo>
                  <a:pt x="1189618" y="114984"/>
                </a:lnTo>
                <a:lnTo>
                  <a:pt x="1189316" y="114669"/>
                </a:lnTo>
                <a:lnTo>
                  <a:pt x="1189019" y="114347"/>
                </a:lnTo>
                <a:lnTo>
                  <a:pt x="1188727" y="114019"/>
                </a:lnTo>
                <a:lnTo>
                  <a:pt x="1188441" y="113685"/>
                </a:lnTo>
                <a:lnTo>
                  <a:pt x="1188159" y="113345"/>
                </a:lnTo>
                <a:lnTo>
                  <a:pt x="1187883" y="113000"/>
                </a:lnTo>
                <a:lnTo>
                  <a:pt x="1187612" y="112650"/>
                </a:lnTo>
                <a:lnTo>
                  <a:pt x="1187347" y="112295"/>
                </a:lnTo>
                <a:lnTo>
                  <a:pt x="1187087" y="111936"/>
                </a:lnTo>
                <a:lnTo>
                  <a:pt x="1186833" y="111572"/>
                </a:lnTo>
                <a:lnTo>
                  <a:pt x="1186585" y="111204"/>
                </a:lnTo>
                <a:lnTo>
                  <a:pt x="1186342" y="110830"/>
                </a:lnTo>
                <a:lnTo>
                  <a:pt x="1186105" y="110453"/>
                </a:lnTo>
                <a:lnTo>
                  <a:pt x="1185873" y="110070"/>
                </a:lnTo>
                <a:lnTo>
                  <a:pt x="1185647" y="109683"/>
                </a:lnTo>
                <a:lnTo>
                  <a:pt x="1185427" y="109291"/>
                </a:lnTo>
                <a:lnTo>
                  <a:pt x="1185212" y="108895"/>
                </a:lnTo>
                <a:lnTo>
                  <a:pt x="1185003" y="108494"/>
                </a:lnTo>
                <a:lnTo>
                  <a:pt x="1184800" y="108089"/>
                </a:lnTo>
                <a:lnTo>
                  <a:pt x="1184602" y="107679"/>
                </a:lnTo>
                <a:lnTo>
                  <a:pt x="1184409" y="107264"/>
                </a:lnTo>
                <a:lnTo>
                  <a:pt x="1184223" y="106844"/>
                </a:lnTo>
                <a:lnTo>
                  <a:pt x="1184042" y="106420"/>
                </a:lnTo>
                <a:lnTo>
                  <a:pt x="1183866" y="105992"/>
                </a:lnTo>
                <a:lnTo>
                  <a:pt x="1183696" y="105558"/>
                </a:lnTo>
                <a:lnTo>
                  <a:pt x="1183532" y="105120"/>
                </a:lnTo>
                <a:lnTo>
                  <a:pt x="1183373" y="104678"/>
                </a:lnTo>
                <a:lnTo>
                  <a:pt x="1183220" y="104231"/>
                </a:lnTo>
                <a:lnTo>
                  <a:pt x="1183073" y="103779"/>
                </a:lnTo>
                <a:lnTo>
                  <a:pt x="1182931" y="103323"/>
                </a:lnTo>
                <a:lnTo>
                  <a:pt x="1182796" y="102865"/>
                </a:lnTo>
                <a:lnTo>
                  <a:pt x="1182666" y="102405"/>
                </a:lnTo>
                <a:lnTo>
                  <a:pt x="1182543" y="101941"/>
                </a:lnTo>
                <a:lnTo>
                  <a:pt x="1182425" y="101475"/>
                </a:lnTo>
                <a:lnTo>
                  <a:pt x="1182314" y="101006"/>
                </a:lnTo>
                <a:lnTo>
                  <a:pt x="1182208" y="100535"/>
                </a:lnTo>
                <a:lnTo>
                  <a:pt x="1182109" y="100061"/>
                </a:lnTo>
                <a:lnTo>
                  <a:pt x="1182015" y="99584"/>
                </a:lnTo>
                <a:lnTo>
                  <a:pt x="1181928" y="99105"/>
                </a:lnTo>
                <a:lnTo>
                  <a:pt x="1181846" y="98623"/>
                </a:lnTo>
                <a:lnTo>
                  <a:pt x="1181771" y="98138"/>
                </a:lnTo>
                <a:lnTo>
                  <a:pt x="1181702" y="97650"/>
                </a:lnTo>
                <a:lnTo>
                  <a:pt x="1181639" y="97160"/>
                </a:lnTo>
                <a:lnTo>
                  <a:pt x="1181581" y="96668"/>
                </a:lnTo>
                <a:lnTo>
                  <a:pt x="1181530" y="96172"/>
                </a:lnTo>
                <a:lnTo>
                  <a:pt x="1181485" y="95674"/>
                </a:lnTo>
                <a:lnTo>
                  <a:pt x="1181446" y="95174"/>
                </a:lnTo>
                <a:lnTo>
                  <a:pt x="1181413" y="94670"/>
                </a:lnTo>
                <a:lnTo>
                  <a:pt x="1181385" y="94164"/>
                </a:lnTo>
                <a:lnTo>
                  <a:pt x="1181364" y="93655"/>
                </a:lnTo>
                <a:lnTo>
                  <a:pt x="1181350" y="93163"/>
                </a:lnTo>
                <a:lnTo>
                  <a:pt x="1240432" y="93163"/>
                </a:lnTo>
                <a:lnTo>
                  <a:pt x="1240432" y="86472"/>
                </a:lnTo>
                <a:lnTo>
                  <a:pt x="1240428" y="85709"/>
                </a:lnTo>
                <a:lnTo>
                  <a:pt x="1240417" y="84951"/>
                </a:lnTo>
                <a:lnTo>
                  <a:pt x="1240399" y="84197"/>
                </a:lnTo>
                <a:lnTo>
                  <a:pt x="1240374" y="83449"/>
                </a:lnTo>
                <a:close/>
                <a:moveTo>
                  <a:pt x="1181914" y="80124"/>
                </a:moveTo>
                <a:lnTo>
                  <a:pt x="1181999" y="79559"/>
                </a:lnTo>
                <a:lnTo>
                  <a:pt x="1182091" y="78999"/>
                </a:lnTo>
                <a:lnTo>
                  <a:pt x="1182188" y="78446"/>
                </a:lnTo>
                <a:lnTo>
                  <a:pt x="1182291" y="77900"/>
                </a:lnTo>
                <a:lnTo>
                  <a:pt x="1182400" y="77360"/>
                </a:lnTo>
                <a:lnTo>
                  <a:pt x="1182515" y="76826"/>
                </a:lnTo>
                <a:lnTo>
                  <a:pt x="1182635" y="76299"/>
                </a:lnTo>
                <a:lnTo>
                  <a:pt x="1182762" y="75778"/>
                </a:lnTo>
                <a:lnTo>
                  <a:pt x="1182894" y="75264"/>
                </a:lnTo>
                <a:lnTo>
                  <a:pt x="1183033" y="74756"/>
                </a:lnTo>
                <a:lnTo>
                  <a:pt x="1183176" y="74255"/>
                </a:lnTo>
                <a:lnTo>
                  <a:pt x="1183325" y="73760"/>
                </a:lnTo>
                <a:lnTo>
                  <a:pt x="1183478" y="73272"/>
                </a:lnTo>
                <a:lnTo>
                  <a:pt x="1183636" y="72790"/>
                </a:lnTo>
                <a:lnTo>
                  <a:pt x="1183799" y="72314"/>
                </a:lnTo>
                <a:lnTo>
                  <a:pt x="1183966" y="71845"/>
                </a:lnTo>
                <a:lnTo>
                  <a:pt x="1184138" y="71382"/>
                </a:lnTo>
                <a:lnTo>
                  <a:pt x="1184315" y="70926"/>
                </a:lnTo>
                <a:lnTo>
                  <a:pt x="1184497" y="70476"/>
                </a:lnTo>
                <a:lnTo>
                  <a:pt x="1184684" y="70033"/>
                </a:lnTo>
                <a:lnTo>
                  <a:pt x="1184875" y="69596"/>
                </a:lnTo>
                <a:lnTo>
                  <a:pt x="1185071" y="69166"/>
                </a:lnTo>
                <a:lnTo>
                  <a:pt x="1185272" y="68742"/>
                </a:lnTo>
                <a:lnTo>
                  <a:pt x="1185477" y="68324"/>
                </a:lnTo>
                <a:lnTo>
                  <a:pt x="1185688" y="67913"/>
                </a:lnTo>
                <a:lnTo>
                  <a:pt x="1185903" y="67509"/>
                </a:lnTo>
                <a:lnTo>
                  <a:pt x="1186123" y="67110"/>
                </a:lnTo>
                <a:lnTo>
                  <a:pt x="1186348" y="66719"/>
                </a:lnTo>
                <a:lnTo>
                  <a:pt x="1186577" y="66333"/>
                </a:lnTo>
                <a:lnTo>
                  <a:pt x="1186811" y="65954"/>
                </a:lnTo>
                <a:lnTo>
                  <a:pt x="1187050" y="65582"/>
                </a:lnTo>
                <a:lnTo>
                  <a:pt x="1187294" y="65216"/>
                </a:lnTo>
                <a:lnTo>
                  <a:pt x="1187542" y="64857"/>
                </a:lnTo>
                <a:lnTo>
                  <a:pt x="1187796" y="64504"/>
                </a:lnTo>
                <a:lnTo>
                  <a:pt x="1188053" y="64157"/>
                </a:lnTo>
                <a:lnTo>
                  <a:pt x="1188315" y="63818"/>
                </a:lnTo>
                <a:lnTo>
                  <a:pt x="1188582" y="63486"/>
                </a:lnTo>
                <a:lnTo>
                  <a:pt x="1188852" y="63161"/>
                </a:lnTo>
                <a:lnTo>
                  <a:pt x="1189126" y="62844"/>
                </a:lnTo>
                <a:lnTo>
                  <a:pt x="1189405" y="62533"/>
                </a:lnTo>
                <a:lnTo>
                  <a:pt x="1189688" y="62230"/>
                </a:lnTo>
                <a:lnTo>
                  <a:pt x="1189975" y="61934"/>
                </a:lnTo>
                <a:lnTo>
                  <a:pt x="1190267" y="61645"/>
                </a:lnTo>
                <a:lnTo>
                  <a:pt x="1190562" y="61363"/>
                </a:lnTo>
                <a:lnTo>
                  <a:pt x="1190862" y="61088"/>
                </a:lnTo>
                <a:lnTo>
                  <a:pt x="1191166" y="60820"/>
                </a:lnTo>
                <a:lnTo>
                  <a:pt x="1191474" y="60560"/>
                </a:lnTo>
                <a:lnTo>
                  <a:pt x="1191787" y="60306"/>
                </a:lnTo>
                <a:lnTo>
                  <a:pt x="1192103" y="60060"/>
                </a:lnTo>
                <a:lnTo>
                  <a:pt x="1192424" y="59821"/>
                </a:lnTo>
                <a:lnTo>
                  <a:pt x="1192749" y="59589"/>
                </a:lnTo>
                <a:lnTo>
                  <a:pt x="1193078" y="59365"/>
                </a:lnTo>
                <a:lnTo>
                  <a:pt x="1193412" y="59147"/>
                </a:lnTo>
                <a:lnTo>
                  <a:pt x="1193750" y="58937"/>
                </a:lnTo>
                <a:lnTo>
                  <a:pt x="1194091" y="58733"/>
                </a:lnTo>
                <a:lnTo>
                  <a:pt x="1194437" y="58537"/>
                </a:lnTo>
                <a:lnTo>
                  <a:pt x="1194788" y="58348"/>
                </a:lnTo>
                <a:lnTo>
                  <a:pt x="1195142" y="58166"/>
                </a:lnTo>
                <a:lnTo>
                  <a:pt x="1195500" y="57992"/>
                </a:lnTo>
                <a:lnTo>
                  <a:pt x="1195861" y="57825"/>
                </a:lnTo>
                <a:lnTo>
                  <a:pt x="1196224" y="57665"/>
                </a:lnTo>
                <a:lnTo>
                  <a:pt x="1196591" y="57513"/>
                </a:lnTo>
                <a:lnTo>
                  <a:pt x="1196960" y="57368"/>
                </a:lnTo>
                <a:lnTo>
                  <a:pt x="1197332" y="57230"/>
                </a:lnTo>
                <a:lnTo>
                  <a:pt x="1197707" y="57100"/>
                </a:lnTo>
                <a:lnTo>
                  <a:pt x="1198084" y="56978"/>
                </a:lnTo>
                <a:lnTo>
                  <a:pt x="1198465" y="56863"/>
                </a:lnTo>
                <a:lnTo>
                  <a:pt x="1198848" y="56755"/>
                </a:lnTo>
                <a:lnTo>
                  <a:pt x="1199234" y="56655"/>
                </a:lnTo>
                <a:lnTo>
                  <a:pt x="1199623" y="56562"/>
                </a:lnTo>
                <a:lnTo>
                  <a:pt x="1200014" y="56476"/>
                </a:lnTo>
                <a:lnTo>
                  <a:pt x="1200409" y="56398"/>
                </a:lnTo>
                <a:lnTo>
                  <a:pt x="1200806" y="56328"/>
                </a:lnTo>
                <a:lnTo>
                  <a:pt x="1201206" y="56265"/>
                </a:lnTo>
                <a:lnTo>
                  <a:pt x="1201609" y="56209"/>
                </a:lnTo>
                <a:lnTo>
                  <a:pt x="1202014" y="56161"/>
                </a:lnTo>
                <a:lnTo>
                  <a:pt x="1202423" y="56120"/>
                </a:lnTo>
                <a:lnTo>
                  <a:pt x="1202834" y="56086"/>
                </a:lnTo>
                <a:lnTo>
                  <a:pt x="1203248" y="56060"/>
                </a:lnTo>
                <a:lnTo>
                  <a:pt x="1203665" y="56042"/>
                </a:lnTo>
                <a:lnTo>
                  <a:pt x="1204084" y="56031"/>
                </a:lnTo>
                <a:lnTo>
                  <a:pt x="1204507" y="56027"/>
                </a:lnTo>
                <a:lnTo>
                  <a:pt x="1205140" y="56033"/>
                </a:lnTo>
                <a:lnTo>
                  <a:pt x="1205763" y="56051"/>
                </a:lnTo>
                <a:lnTo>
                  <a:pt x="1206374" y="56082"/>
                </a:lnTo>
                <a:lnTo>
                  <a:pt x="1206974" y="56125"/>
                </a:lnTo>
                <a:lnTo>
                  <a:pt x="1207562" y="56181"/>
                </a:lnTo>
                <a:lnTo>
                  <a:pt x="1208140" y="56248"/>
                </a:lnTo>
                <a:lnTo>
                  <a:pt x="1208706" y="56328"/>
                </a:lnTo>
                <a:lnTo>
                  <a:pt x="1209261" y="56420"/>
                </a:lnTo>
                <a:lnTo>
                  <a:pt x="1209805" y="56525"/>
                </a:lnTo>
                <a:lnTo>
                  <a:pt x="1210337" y="56642"/>
                </a:lnTo>
                <a:lnTo>
                  <a:pt x="1210859" y="56771"/>
                </a:lnTo>
                <a:lnTo>
                  <a:pt x="1211369" y="56912"/>
                </a:lnTo>
                <a:lnTo>
                  <a:pt x="1211868" y="57066"/>
                </a:lnTo>
                <a:lnTo>
                  <a:pt x="1212356" y="57232"/>
                </a:lnTo>
                <a:lnTo>
                  <a:pt x="1212832" y="57410"/>
                </a:lnTo>
                <a:lnTo>
                  <a:pt x="1213297" y="57601"/>
                </a:lnTo>
                <a:lnTo>
                  <a:pt x="1213752" y="57804"/>
                </a:lnTo>
                <a:lnTo>
                  <a:pt x="1214194" y="58019"/>
                </a:lnTo>
                <a:lnTo>
                  <a:pt x="1214626" y="58247"/>
                </a:lnTo>
                <a:lnTo>
                  <a:pt x="1215047" y="58487"/>
                </a:lnTo>
                <a:lnTo>
                  <a:pt x="1215456" y="58739"/>
                </a:lnTo>
                <a:lnTo>
                  <a:pt x="1215854" y="59003"/>
                </a:lnTo>
                <a:lnTo>
                  <a:pt x="1216241" y="59280"/>
                </a:lnTo>
                <a:lnTo>
                  <a:pt x="1216616" y="59569"/>
                </a:lnTo>
                <a:lnTo>
                  <a:pt x="1216982" y="59867"/>
                </a:lnTo>
                <a:lnTo>
                  <a:pt x="1217340" y="60172"/>
                </a:lnTo>
                <a:lnTo>
                  <a:pt x="1217689" y="60484"/>
                </a:lnTo>
                <a:lnTo>
                  <a:pt x="1218030" y="60802"/>
                </a:lnTo>
                <a:lnTo>
                  <a:pt x="1218363" y="61128"/>
                </a:lnTo>
                <a:lnTo>
                  <a:pt x="1218688" y="61459"/>
                </a:lnTo>
                <a:lnTo>
                  <a:pt x="1219004" y="61798"/>
                </a:lnTo>
                <a:lnTo>
                  <a:pt x="1219312" y="62143"/>
                </a:lnTo>
                <a:lnTo>
                  <a:pt x="1219612" y="62495"/>
                </a:lnTo>
                <a:lnTo>
                  <a:pt x="1219903" y="62854"/>
                </a:lnTo>
                <a:lnTo>
                  <a:pt x="1220186" y="63219"/>
                </a:lnTo>
                <a:lnTo>
                  <a:pt x="1220461" y="63592"/>
                </a:lnTo>
                <a:lnTo>
                  <a:pt x="1220728" y="63970"/>
                </a:lnTo>
                <a:lnTo>
                  <a:pt x="1220986" y="64356"/>
                </a:lnTo>
                <a:lnTo>
                  <a:pt x="1221236" y="64748"/>
                </a:lnTo>
                <a:lnTo>
                  <a:pt x="1221478" y="65147"/>
                </a:lnTo>
                <a:lnTo>
                  <a:pt x="1221712" y="65553"/>
                </a:lnTo>
                <a:lnTo>
                  <a:pt x="1221937" y="65965"/>
                </a:lnTo>
                <a:lnTo>
                  <a:pt x="1222154" y="66384"/>
                </a:lnTo>
                <a:lnTo>
                  <a:pt x="1222363" y="66810"/>
                </a:lnTo>
                <a:lnTo>
                  <a:pt x="1222563" y="67243"/>
                </a:lnTo>
                <a:lnTo>
                  <a:pt x="1222756" y="67682"/>
                </a:lnTo>
                <a:lnTo>
                  <a:pt x="1222940" y="68128"/>
                </a:lnTo>
                <a:lnTo>
                  <a:pt x="1223115" y="68580"/>
                </a:lnTo>
                <a:lnTo>
                  <a:pt x="1223284" y="69037"/>
                </a:lnTo>
                <a:lnTo>
                  <a:pt x="1223446" y="69495"/>
                </a:lnTo>
                <a:lnTo>
                  <a:pt x="1223603" y="69953"/>
                </a:lnTo>
                <a:lnTo>
                  <a:pt x="1223753" y="70413"/>
                </a:lnTo>
                <a:lnTo>
                  <a:pt x="1223898" y="70874"/>
                </a:lnTo>
                <a:lnTo>
                  <a:pt x="1224036" y="71336"/>
                </a:lnTo>
                <a:lnTo>
                  <a:pt x="1224168" y="71800"/>
                </a:lnTo>
                <a:lnTo>
                  <a:pt x="1224295" y="72264"/>
                </a:lnTo>
                <a:lnTo>
                  <a:pt x="1224415" y="72730"/>
                </a:lnTo>
                <a:lnTo>
                  <a:pt x="1224529" y="73196"/>
                </a:lnTo>
                <a:lnTo>
                  <a:pt x="1224638" y="73664"/>
                </a:lnTo>
                <a:lnTo>
                  <a:pt x="1224740" y="74133"/>
                </a:lnTo>
                <a:lnTo>
                  <a:pt x="1224836" y="74602"/>
                </a:lnTo>
                <a:lnTo>
                  <a:pt x="1224926" y="75073"/>
                </a:lnTo>
                <a:lnTo>
                  <a:pt x="1225010" y="75546"/>
                </a:lnTo>
                <a:lnTo>
                  <a:pt x="1225089" y="76019"/>
                </a:lnTo>
                <a:lnTo>
                  <a:pt x="1225161" y="76493"/>
                </a:lnTo>
                <a:lnTo>
                  <a:pt x="1225227" y="76969"/>
                </a:lnTo>
                <a:lnTo>
                  <a:pt x="1225287" y="77445"/>
                </a:lnTo>
                <a:lnTo>
                  <a:pt x="1225341" y="77923"/>
                </a:lnTo>
                <a:lnTo>
                  <a:pt x="1225389" y="78402"/>
                </a:lnTo>
                <a:lnTo>
                  <a:pt x="1225431" y="78882"/>
                </a:lnTo>
                <a:lnTo>
                  <a:pt x="1225467" y="79363"/>
                </a:lnTo>
                <a:lnTo>
                  <a:pt x="1225497" y="79845"/>
                </a:lnTo>
                <a:lnTo>
                  <a:pt x="1225497" y="80973"/>
                </a:lnTo>
                <a:lnTo>
                  <a:pt x="1181800" y="80973"/>
                </a:lnTo>
                <a:lnTo>
                  <a:pt x="1181835" y="80697"/>
                </a:lnTo>
                <a:lnTo>
                  <a:pt x="1181914" y="80124"/>
                </a:lnTo>
                <a:close/>
                <a:moveTo>
                  <a:pt x="1254040" y="94651"/>
                </a:moveTo>
                <a:lnTo>
                  <a:pt x="1254102" y="95407"/>
                </a:lnTo>
                <a:lnTo>
                  <a:pt x="1254174" y="96159"/>
                </a:lnTo>
                <a:lnTo>
                  <a:pt x="1254255" y="96905"/>
                </a:lnTo>
                <a:lnTo>
                  <a:pt x="1254345" y="97647"/>
                </a:lnTo>
                <a:lnTo>
                  <a:pt x="1254445" y="98384"/>
                </a:lnTo>
                <a:lnTo>
                  <a:pt x="1254555" y="99117"/>
                </a:lnTo>
                <a:lnTo>
                  <a:pt x="1254674" y="99844"/>
                </a:lnTo>
                <a:lnTo>
                  <a:pt x="1254803" y="100567"/>
                </a:lnTo>
                <a:lnTo>
                  <a:pt x="1254941" y="101285"/>
                </a:lnTo>
                <a:lnTo>
                  <a:pt x="1255089" y="101998"/>
                </a:lnTo>
                <a:lnTo>
                  <a:pt x="1255246" y="102707"/>
                </a:lnTo>
                <a:lnTo>
                  <a:pt x="1255413" y="103411"/>
                </a:lnTo>
                <a:lnTo>
                  <a:pt x="1255589" y="104110"/>
                </a:lnTo>
                <a:lnTo>
                  <a:pt x="1255775" y="104804"/>
                </a:lnTo>
                <a:lnTo>
                  <a:pt x="1255970" y="105493"/>
                </a:lnTo>
                <a:lnTo>
                  <a:pt x="1256175" y="106178"/>
                </a:lnTo>
                <a:lnTo>
                  <a:pt x="1256390" y="106858"/>
                </a:lnTo>
                <a:lnTo>
                  <a:pt x="1256614" y="107533"/>
                </a:lnTo>
                <a:lnTo>
                  <a:pt x="1256847" y="108202"/>
                </a:lnTo>
                <a:lnTo>
                  <a:pt x="1257088" y="108864"/>
                </a:lnTo>
                <a:lnTo>
                  <a:pt x="1257338" y="109519"/>
                </a:lnTo>
                <a:lnTo>
                  <a:pt x="1257597" y="110167"/>
                </a:lnTo>
                <a:lnTo>
                  <a:pt x="1257864" y="110807"/>
                </a:lnTo>
                <a:lnTo>
                  <a:pt x="1258140" y="111441"/>
                </a:lnTo>
                <a:lnTo>
                  <a:pt x="1258424" y="112067"/>
                </a:lnTo>
                <a:lnTo>
                  <a:pt x="1258717" y="112686"/>
                </a:lnTo>
                <a:lnTo>
                  <a:pt x="1259018" y="113298"/>
                </a:lnTo>
                <a:lnTo>
                  <a:pt x="1259328" y="113903"/>
                </a:lnTo>
                <a:lnTo>
                  <a:pt x="1259647" y="114501"/>
                </a:lnTo>
                <a:lnTo>
                  <a:pt x="1259974" y="115091"/>
                </a:lnTo>
                <a:lnTo>
                  <a:pt x="1260310" y="115675"/>
                </a:lnTo>
                <a:lnTo>
                  <a:pt x="1260654" y="116251"/>
                </a:lnTo>
                <a:lnTo>
                  <a:pt x="1261006" y="116820"/>
                </a:lnTo>
                <a:lnTo>
                  <a:pt x="1261368" y="117382"/>
                </a:lnTo>
                <a:lnTo>
                  <a:pt x="1261738" y="117937"/>
                </a:lnTo>
                <a:lnTo>
                  <a:pt x="1262116" y="118484"/>
                </a:lnTo>
                <a:lnTo>
                  <a:pt x="1262503" y="119025"/>
                </a:lnTo>
                <a:lnTo>
                  <a:pt x="1262898" y="119558"/>
                </a:lnTo>
                <a:lnTo>
                  <a:pt x="1263302" y="120085"/>
                </a:lnTo>
                <a:lnTo>
                  <a:pt x="1263715" y="120604"/>
                </a:lnTo>
                <a:lnTo>
                  <a:pt x="1264136" y="121116"/>
                </a:lnTo>
                <a:lnTo>
                  <a:pt x="1264566" y="121620"/>
                </a:lnTo>
                <a:lnTo>
                  <a:pt x="1265003" y="122117"/>
                </a:lnTo>
                <a:lnTo>
                  <a:pt x="1265448" y="122604"/>
                </a:lnTo>
                <a:lnTo>
                  <a:pt x="1265901" y="123082"/>
                </a:lnTo>
                <a:lnTo>
                  <a:pt x="1266361" y="123551"/>
                </a:lnTo>
                <a:lnTo>
                  <a:pt x="1266828" y="124011"/>
                </a:lnTo>
                <a:lnTo>
                  <a:pt x="1267303" y="124461"/>
                </a:lnTo>
                <a:lnTo>
                  <a:pt x="1267785" y="124902"/>
                </a:lnTo>
                <a:lnTo>
                  <a:pt x="1268275" y="125334"/>
                </a:lnTo>
                <a:lnTo>
                  <a:pt x="1268772" y="125756"/>
                </a:lnTo>
                <a:lnTo>
                  <a:pt x="1269276" y="126170"/>
                </a:lnTo>
                <a:lnTo>
                  <a:pt x="1269788" y="126574"/>
                </a:lnTo>
                <a:lnTo>
                  <a:pt x="1270307" y="126969"/>
                </a:lnTo>
                <a:lnTo>
                  <a:pt x="1270834" y="127354"/>
                </a:lnTo>
                <a:lnTo>
                  <a:pt x="1271368" y="127731"/>
                </a:lnTo>
                <a:lnTo>
                  <a:pt x="1271910" y="128098"/>
                </a:lnTo>
                <a:lnTo>
                  <a:pt x="1272459" y="128455"/>
                </a:lnTo>
                <a:lnTo>
                  <a:pt x="1273016" y="128804"/>
                </a:lnTo>
                <a:lnTo>
                  <a:pt x="1273580" y="129143"/>
                </a:lnTo>
                <a:lnTo>
                  <a:pt x="1274151" y="129473"/>
                </a:lnTo>
                <a:lnTo>
                  <a:pt x="1274730" y="129794"/>
                </a:lnTo>
                <a:lnTo>
                  <a:pt x="1275316" y="130106"/>
                </a:lnTo>
                <a:lnTo>
                  <a:pt x="1275910" y="130408"/>
                </a:lnTo>
                <a:lnTo>
                  <a:pt x="1276511" y="130701"/>
                </a:lnTo>
                <a:lnTo>
                  <a:pt x="1277119" y="130985"/>
                </a:lnTo>
                <a:lnTo>
                  <a:pt x="1277735" y="131258"/>
                </a:lnTo>
                <a:lnTo>
                  <a:pt x="1278356" y="131520"/>
                </a:lnTo>
                <a:lnTo>
                  <a:pt x="1278985" y="131770"/>
                </a:lnTo>
                <a:lnTo>
                  <a:pt x="1279619" y="132009"/>
                </a:lnTo>
                <a:lnTo>
                  <a:pt x="1280261" y="132236"/>
                </a:lnTo>
                <a:lnTo>
                  <a:pt x="1280908" y="132451"/>
                </a:lnTo>
                <a:lnTo>
                  <a:pt x="1281562" y="132654"/>
                </a:lnTo>
                <a:lnTo>
                  <a:pt x="1282223" y="132846"/>
                </a:lnTo>
                <a:lnTo>
                  <a:pt x="1282890" y="133027"/>
                </a:lnTo>
                <a:lnTo>
                  <a:pt x="1283564" y="133195"/>
                </a:lnTo>
                <a:lnTo>
                  <a:pt x="1284243" y="133352"/>
                </a:lnTo>
                <a:lnTo>
                  <a:pt x="1284930" y="133498"/>
                </a:lnTo>
                <a:lnTo>
                  <a:pt x="1285623" y="133632"/>
                </a:lnTo>
                <a:lnTo>
                  <a:pt x="1286322" y="133754"/>
                </a:lnTo>
                <a:lnTo>
                  <a:pt x="1287027" y="133864"/>
                </a:lnTo>
                <a:lnTo>
                  <a:pt x="1287740" y="133963"/>
                </a:lnTo>
                <a:lnTo>
                  <a:pt x="1288458" y="134050"/>
                </a:lnTo>
                <a:lnTo>
                  <a:pt x="1289183" y="134126"/>
                </a:lnTo>
                <a:lnTo>
                  <a:pt x="1289915" y="134190"/>
                </a:lnTo>
                <a:lnTo>
                  <a:pt x="1290653" y="134242"/>
                </a:lnTo>
                <a:lnTo>
                  <a:pt x="1291397" y="134283"/>
                </a:lnTo>
                <a:lnTo>
                  <a:pt x="1292148" y="134312"/>
                </a:lnTo>
                <a:lnTo>
                  <a:pt x="1292905" y="134330"/>
                </a:lnTo>
                <a:lnTo>
                  <a:pt x="1293669" y="134335"/>
                </a:lnTo>
                <a:lnTo>
                  <a:pt x="1294432" y="134330"/>
                </a:lnTo>
                <a:lnTo>
                  <a:pt x="1295190" y="134312"/>
                </a:lnTo>
                <a:lnTo>
                  <a:pt x="1295940" y="134283"/>
                </a:lnTo>
                <a:lnTo>
                  <a:pt x="1296684" y="134242"/>
                </a:lnTo>
                <a:lnTo>
                  <a:pt x="1297421" y="134190"/>
                </a:lnTo>
                <a:lnTo>
                  <a:pt x="1298152" y="134126"/>
                </a:lnTo>
                <a:lnTo>
                  <a:pt x="1298876" y="134050"/>
                </a:lnTo>
                <a:lnTo>
                  <a:pt x="1299594" y="133963"/>
                </a:lnTo>
                <a:lnTo>
                  <a:pt x="1300304" y="133864"/>
                </a:lnTo>
                <a:lnTo>
                  <a:pt x="1301009" y="133754"/>
                </a:lnTo>
                <a:lnTo>
                  <a:pt x="1301707" y="133632"/>
                </a:lnTo>
                <a:lnTo>
                  <a:pt x="1302398" y="133498"/>
                </a:lnTo>
                <a:lnTo>
                  <a:pt x="1303082" y="133352"/>
                </a:lnTo>
                <a:lnTo>
                  <a:pt x="1303760" y="133195"/>
                </a:lnTo>
                <a:lnTo>
                  <a:pt x="1304432" y="133027"/>
                </a:lnTo>
                <a:lnTo>
                  <a:pt x="1305097" y="132846"/>
                </a:lnTo>
                <a:lnTo>
                  <a:pt x="1305755" y="132654"/>
                </a:lnTo>
                <a:lnTo>
                  <a:pt x="1306407" y="132451"/>
                </a:lnTo>
                <a:lnTo>
                  <a:pt x="1307052" y="132236"/>
                </a:lnTo>
                <a:lnTo>
                  <a:pt x="1307690" y="132009"/>
                </a:lnTo>
                <a:lnTo>
                  <a:pt x="1308322" y="131770"/>
                </a:lnTo>
                <a:lnTo>
                  <a:pt x="1308947" y="131520"/>
                </a:lnTo>
                <a:lnTo>
                  <a:pt x="1309566" y="131258"/>
                </a:lnTo>
                <a:lnTo>
                  <a:pt x="1310178" y="130985"/>
                </a:lnTo>
                <a:lnTo>
                  <a:pt x="1310783" y="130701"/>
                </a:lnTo>
                <a:lnTo>
                  <a:pt x="1311381" y="130408"/>
                </a:lnTo>
                <a:lnTo>
                  <a:pt x="1311972" y="130106"/>
                </a:lnTo>
                <a:lnTo>
                  <a:pt x="1312555" y="129794"/>
                </a:lnTo>
                <a:lnTo>
                  <a:pt x="1313131" y="129473"/>
                </a:lnTo>
                <a:lnTo>
                  <a:pt x="1313700" y="129143"/>
                </a:lnTo>
                <a:lnTo>
                  <a:pt x="1314262" y="128804"/>
                </a:lnTo>
                <a:lnTo>
                  <a:pt x="1314816" y="128455"/>
                </a:lnTo>
                <a:lnTo>
                  <a:pt x="1315363" y="128098"/>
                </a:lnTo>
                <a:lnTo>
                  <a:pt x="1315902" y="127731"/>
                </a:lnTo>
                <a:lnTo>
                  <a:pt x="1316435" y="127354"/>
                </a:lnTo>
                <a:lnTo>
                  <a:pt x="1316960" y="126969"/>
                </a:lnTo>
                <a:lnTo>
                  <a:pt x="1317477" y="126574"/>
                </a:lnTo>
                <a:lnTo>
                  <a:pt x="1317988" y="126170"/>
                </a:lnTo>
                <a:lnTo>
                  <a:pt x="1318491" y="125756"/>
                </a:lnTo>
                <a:lnTo>
                  <a:pt x="1318987" y="125334"/>
                </a:lnTo>
                <a:lnTo>
                  <a:pt x="1319475" y="124902"/>
                </a:lnTo>
                <a:lnTo>
                  <a:pt x="1319957" y="124461"/>
                </a:lnTo>
                <a:lnTo>
                  <a:pt x="1320431" y="124011"/>
                </a:lnTo>
                <a:lnTo>
                  <a:pt x="1320897" y="123551"/>
                </a:lnTo>
                <a:lnTo>
                  <a:pt x="1321357" y="123082"/>
                </a:lnTo>
                <a:lnTo>
                  <a:pt x="1321809" y="122604"/>
                </a:lnTo>
                <a:lnTo>
                  <a:pt x="1322254" y="122117"/>
                </a:lnTo>
                <a:lnTo>
                  <a:pt x="1322691" y="121620"/>
                </a:lnTo>
                <a:lnTo>
                  <a:pt x="1323121" y="121116"/>
                </a:lnTo>
                <a:lnTo>
                  <a:pt x="1323542" y="120604"/>
                </a:lnTo>
                <a:lnTo>
                  <a:pt x="1323955" y="120085"/>
                </a:lnTo>
                <a:lnTo>
                  <a:pt x="1324359" y="119558"/>
                </a:lnTo>
                <a:lnTo>
                  <a:pt x="1324754" y="119025"/>
                </a:lnTo>
                <a:lnTo>
                  <a:pt x="1325141" y="118484"/>
                </a:lnTo>
                <a:lnTo>
                  <a:pt x="1325519" y="117937"/>
                </a:lnTo>
                <a:lnTo>
                  <a:pt x="1325889" y="117382"/>
                </a:lnTo>
                <a:lnTo>
                  <a:pt x="1326250" y="116820"/>
                </a:lnTo>
                <a:lnTo>
                  <a:pt x="1326603" y="116251"/>
                </a:lnTo>
                <a:lnTo>
                  <a:pt x="1326947" y="115675"/>
                </a:lnTo>
                <a:lnTo>
                  <a:pt x="1327283" y="115091"/>
                </a:lnTo>
                <a:lnTo>
                  <a:pt x="1327610" y="114501"/>
                </a:lnTo>
                <a:lnTo>
                  <a:pt x="1327928" y="113903"/>
                </a:lnTo>
                <a:lnTo>
                  <a:pt x="1328238" y="113298"/>
                </a:lnTo>
                <a:lnTo>
                  <a:pt x="1328540" y="112686"/>
                </a:lnTo>
                <a:lnTo>
                  <a:pt x="1328833" y="112067"/>
                </a:lnTo>
                <a:lnTo>
                  <a:pt x="1329117" y="111441"/>
                </a:lnTo>
                <a:lnTo>
                  <a:pt x="1329393" y="110807"/>
                </a:lnTo>
                <a:lnTo>
                  <a:pt x="1329660" y="110167"/>
                </a:lnTo>
                <a:lnTo>
                  <a:pt x="1329919" y="109519"/>
                </a:lnTo>
                <a:lnTo>
                  <a:pt x="1330169" y="108864"/>
                </a:lnTo>
                <a:lnTo>
                  <a:pt x="1330410" y="108202"/>
                </a:lnTo>
                <a:lnTo>
                  <a:pt x="1330643" y="107533"/>
                </a:lnTo>
                <a:lnTo>
                  <a:pt x="1330867" y="106858"/>
                </a:lnTo>
                <a:lnTo>
                  <a:pt x="1331082" y="106178"/>
                </a:lnTo>
                <a:lnTo>
                  <a:pt x="1331287" y="105493"/>
                </a:lnTo>
                <a:lnTo>
                  <a:pt x="1331482" y="104804"/>
                </a:lnTo>
                <a:lnTo>
                  <a:pt x="1331668" y="104110"/>
                </a:lnTo>
                <a:lnTo>
                  <a:pt x="1331844" y="103411"/>
                </a:lnTo>
                <a:lnTo>
                  <a:pt x="1332011" y="102707"/>
                </a:lnTo>
                <a:lnTo>
                  <a:pt x="1332168" y="101998"/>
                </a:lnTo>
                <a:lnTo>
                  <a:pt x="1332316" y="101285"/>
                </a:lnTo>
                <a:lnTo>
                  <a:pt x="1332454" y="100567"/>
                </a:lnTo>
                <a:lnTo>
                  <a:pt x="1332583" y="99844"/>
                </a:lnTo>
                <a:lnTo>
                  <a:pt x="1332702" y="99117"/>
                </a:lnTo>
                <a:lnTo>
                  <a:pt x="1332812" y="98384"/>
                </a:lnTo>
                <a:lnTo>
                  <a:pt x="1332912" y="97647"/>
                </a:lnTo>
                <a:lnTo>
                  <a:pt x="1333002" y="96905"/>
                </a:lnTo>
                <a:lnTo>
                  <a:pt x="1333083" y="96159"/>
                </a:lnTo>
                <a:lnTo>
                  <a:pt x="1333155" y="95407"/>
                </a:lnTo>
                <a:lnTo>
                  <a:pt x="1333217" y="94651"/>
                </a:lnTo>
                <a:lnTo>
                  <a:pt x="1333269" y="93890"/>
                </a:lnTo>
                <a:lnTo>
                  <a:pt x="1333312" y="93125"/>
                </a:lnTo>
                <a:lnTo>
                  <a:pt x="1333345" y="92354"/>
                </a:lnTo>
                <a:lnTo>
                  <a:pt x="1333369" y="91579"/>
                </a:lnTo>
                <a:lnTo>
                  <a:pt x="1333383" y="90799"/>
                </a:lnTo>
                <a:lnTo>
                  <a:pt x="1333388" y="90014"/>
                </a:lnTo>
                <a:lnTo>
                  <a:pt x="1333388" y="88158"/>
                </a:lnTo>
                <a:lnTo>
                  <a:pt x="1333383" y="87373"/>
                </a:lnTo>
                <a:lnTo>
                  <a:pt x="1333369" y="86593"/>
                </a:lnTo>
                <a:lnTo>
                  <a:pt x="1333345" y="85817"/>
                </a:lnTo>
                <a:lnTo>
                  <a:pt x="1333312" y="85046"/>
                </a:lnTo>
                <a:lnTo>
                  <a:pt x="1333269" y="84280"/>
                </a:lnTo>
                <a:lnTo>
                  <a:pt x="1333217" y="83518"/>
                </a:lnTo>
                <a:lnTo>
                  <a:pt x="1333155" y="82761"/>
                </a:lnTo>
                <a:lnTo>
                  <a:pt x="1333083" y="82009"/>
                </a:lnTo>
                <a:lnTo>
                  <a:pt x="1333002" y="81261"/>
                </a:lnTo>
                <a:lnTo>
                  <a:pt x="1332912" y="80518"/>
                </a:lnTo>
                <a:lnTo>
                  <a:pt x="1332812" y="79779"/>
                </a:lnTo>
                <a:lnTo>
                  <a:pt x="1332702" y="79045"/>
                </a:lnTo>
                <a:lnTo>
                  <a:pt x="1332583" y="78316"/>
                </a:lnTo>
                <a:lnTo>
                  <a:pt x="1332454" y="77591"/>
                </a:lnTo>
                <a:lnTo>
                  <a:pt x="1332316" y="76871"/>
                </a:lnTo>
                <a:lnTo>
                  <a:pt x="1332168" y="76156"/>
                </a:lnTo>
                <a:lnTo>
                  <a:pt x="1332011" y="75445"/>
                </a:lnTo>
                <a:lnTo>
                  <a:pt x="1331844" y="74739"/>
                </a:lnTo>
                <a:lnTo>
                  <a:pt x="1331668" y="74037"/>
                </a:lnTo>
                <a:lnTo>
                  <a:pt x="1331482" y="73340"/>
                </a:lnTo>
                <a:lnTo>
                  <a:pt x="1331287" y="72648"/>
                </a:lnTo>
                <a:lnTo>
                  <a:pt x="1331082" y="71960"/>
                </a:lnTo>
                <a:lnTo>
                  <a:pt x="1330867" y="71277"/>
                </a:lnTo>
                <a:lnTo>
                  <a:pt x="1330643" y="70599"/>
                </a:lnTo>
                <a:lnTo>
                  <a:pt x="1330410" y="69926"/>
                </a:lnTo>
                <a:lnTo>
                  <a:pt x="1330169" y="69261"/>
                </a:lnTo>
                <a:lnTo>
                  <a:pt x="1329919" y="68603"/>
                </a:lnTo>
                <a:lnTo>
                  <a:pt x="1329660" y="67953"/>
                </a:lnTo>
                <a:lnTo>
                  <a:pt x="1329393" y="67309"/>
                </a:lnTo>
                <a:lnTo>
                  <a:pt x="1329117" y="66673"/>
                </a:lnTo>
                <a:lnTo>
                  <a:pt x="1328833" y="66044"/>
                </a:lnTo>
                <a:lnTo>
                  <a:pt x="1328540" y="65423"/>
                </a:lnTo>
                <a:lnTo>
                  <a:pt x="1328238" y="64809"/>
                </a:lnTo>
                <a:lnTo>
                  <a:pt x="1327928" y="64202"/>
                </a:lnTo>
                <a:lnTo>
                  <a:pt x="1327610" y="63602"/>
                </a:lnTo>
                <a:lnTo>
                  <a:pt x="1327283" y="63010"/>
                </a:lnTo>
                <a:lnTo>
                  <a:pt x="1326947" y="62425"/>
                </a:lnTo>
                <a:lnTo>
                  <a:pt x="1326603" y="61847"/>
                </a:lnTo>
                <a:lnTo>
                  <a:pt x="1326250" y="61277"/>
                </a:lnTo>
                <a:lnTo>
                  <a:pt x="1325889" y="60714"/>
                </a:lnTo>
                <a:lnTo>
                  <a:pt x="1325519" y="60158"/>
                </a:lnTo>
                <a:lnTo>
                  <a:pt x="1325141" y="59609"/>
                </a:lnTo>
                <a:lnTo>
                  <a:pt x="1324754" y="59068"/>
                </a:lnTo>
                <a:lnTo>
                  <a:pt x="1324359" y="58534"/>
                </a:lnTo>
                <a:lnTo>
                  <a:pt x="1323955" y="58007"/>
                </a:lnTo>
                <a:lnTo>
                  <a:pt x="1323542" y="57488"/>
                </a:lnTo>
                <a:lnTo>
                  <a:pt x="1323121" y="56976"/>
                </a:lnTo>
                <a:lnTo>
                  <a:pt x="1322691" y="56471"/>
                </a:lnTo>
                <a:lnTo>
                  <a:pt x="1322254" y="55974"/>
                </a:lnTo>
                <a:lnTo>
                  <a:pt x="1321808" y="55487"/>
                </a:lnTo>
                <a:lnTo>
                  <a:pt x="1321356" y="55009"/>
                </a:lnTo>
                <a:lnTo>
                  <a:pt x="1320895" y="54540"/>
                </a:lnTo>
                <a:lnTo>
                  <a:pt x="1320427" y="54081"/>
                </a:lnTo>
                <a:lnTo>
                  <a:pt x="1319952" y="53630"/>
                </a:lnTo>
                <a:lnTo>
                  <a:pt x="1319468" y="53189"/>
                </a:lnTo>
                <a:lnTo>
                  <a:pt x="1318978" y="52757"/>
                </a:lnTo>
                <a:lnTo>
                  <a:pt x="1318480" y="52335"/>
                </a:lnTo>
                <a:lnTo>
                  <a:pt x="1317974" y="51921"/>
                </a:lnTo>
                <a:lnTo>
                  <a:pt x="1317460" y="51517"/>
                </a:lnTo>
                <a:lnTo>
                  <a:pt x="1316939" y="51123"/>
                </a:lnTo>
                <a:lnTo>
                  <a:pt x="1316411" y="50737"/>
                </a:lnTo>
                <a:lnTo>
                  <a:pt x="1315875" y="50361"/>
                </a:lnTo>
                <a:lnTo>
                  <a:pt x="1315331" y="49994"/>
                </a:lnTo>
                <a:lnTo>
                  <a:pt x="1314780" y="49636"/>
                </a:lnTo>
                <a:lnTo>
                  <a:pt x="1314221" y="49287"/>
                </a:lnTo>
                <a:lnTo>
                  <a:pt x="1313655" y="48948"/>
                </a:lnTo>
                <a:lnTo>
                  <a:pt x="1313081" y="48618"/>
                </a:lnTo>
                <a:lnTo>
                  <a:pt x="1312499" y="48297"/>
                </a:lnTo>
                <a:lnTo>
                  <a:pt x="1311910" y="47985"/>
                </a:lnTo>
                <a:lnTo>
                  <a:pt x="1311313" y="47683"/>
                </a:lnTo>
                <a:lnTo>
                  <a:pt x="1310709" y="47390"/>
                </a:lnTo>
                <a:lnTo>
                  <a:pt x="1310097" y="47106"/>
                </a:lnTo>
                <a:lnTo>
                  <a:pt x="1309479" y="46833"/>
                </a:lnTo>
                <a:lnTo>
                  <a:pt x="1308854" y="46571"/>
                </a:lnTo>
                <a:lnTo>
                  <a:pt x="1308222" y="46321"/>
                </a:lnTo>
                <a:lnTo>
                  <a:pt x="1307585" y="46082"/>
                </a:lnTo>
                <a:lnTo>
                  <a:pt x="1306941" y="45856"/>
                </a:lnTo>
                <a:lnTo>
                  <a:pt x="1306291" y="45640"/>
                </a:lnTo>
                <a:lnTo>
                  <a:pt x="1305634" y="45437"/>
                </a:lnTo>
                <a:lnTo>
                  <a:pt x="1304971" y="45245"/>
                </a:lnTo>
                <a:lnTo>
                  <a:pt x="1304302" y="45065"/>
                </a:lnTo>
                <a:lnTo>
                  <a:pt x="1303626" y="44896"/>
                </a:lnTo>
                <a:lnTo>
                  <a:pt x="1302945" y="44739"/>
                </a:lnTo>
                <a:lnTo>
                  <a:pt x="1302257" y="44593"/>
                </a:lnTo>
                <a:lnTo>
                  <a:pt x="1301562" y="44460"/>
                </a:lnTo>
                <a:lnTo>
                  <a:pt x="1300861" y="44338"/>
                </a:lnTo>
                <a:lnTo>
                  <a:pt x="1300154" y="44227"/>
                </a:lnTo>
                <a:lnTo>
                  <a:pt x="1299441" y="44128"/>
                </a:lnTo>
                <a:lnTo>
                  <a:pt x="1298721" y="44041"/>
                </a:lnTo>
                <a:lnTo>
                  <a:pt x="1297995" y="43965"/>
                </a:lnTo>
                <a:lnTo>
                  <a:pt x="1297263" y="43901"/>
                </a:lnTo>
                <a:lnTo>
                  <a:pt x="1296525" y="43849"/>
                </a:lnTo>
                <a:lnTo>
                  <a:pt x="1295780" y="43808"/>
                </a:lnTo>
                <a:lnTo>
                  <a:pt x="1295029" y="43779"/>
                </a:lnTo>
                <a:lnTo>
                  <a:pt x="1294271" y="43762"/>
                </a:lnTo>
                <a:lnTo>
                  <a:pt x="1293507" y="43756"/>
                </a:lnTo>
                <a:lnTo>
                  <a:pt x="1292750" y="43762"/>
                </a:lnTo>
                <a:lnTo>
                  <a:pt x="1291999" y="43779"/>
                </a:lnTo>
                <a:lnTo>
                  <a:pt x="1291254" y="43808"/>
                </a:lnTo>
                <a:lnTo>
                  <a:pt x="1290516" y="43849"/>
                </a:lnTo>
                <a:lnTo>
                  <a:pt x="1289783" y="43901"/>
                </a:lnTo>
                <a:lnTo>
                  <a:pt x="1289057" y="43965"/>
                </a:lnTo>
                <a:lnTo>
                  <a:pt x="1288337" y="44041"/>
                </a:lnTo>
                <a:lnTo>
                  <a:pt x="1287623" y="44128"/>
                </a:lnTo>
                <a:lnTo>
                  <a:pt x="1286915" y="44227"/>
                </a:lnTo>
                <a:lnTo>
                  <a:pt x="1286214" y="44338"/>
                </a:lnTo>
                <a:lnTo>
                  <a:pt x="1285518" y="44460"/>
                </a:lnTo>
                <a:lnTo>
                  <a:pt x="1284829" y="44593"/>
                </a:lnTo>
                <a:lnTo>
                  <a:pt x="1284146" y="44739"/>
                </a:lnTo>
                <a:lnTo>
                  <a:pt x="1283469" y="44896"/>
                </a:lnTo>
                <a:lnTo>
                  <a:pt x="1282798" y="45065"/>
                </a:lnTo>
                <a:lnTo>
                  <a:pt x="1282133" y="45245"/>
                </a:lnTo>
                <a:lnTo>
                  <a:pt x="1281475" y="45437"/>
                </a:lnTo>
                <a:lnTo>
                  <a:pt x="1280823" y="45640"/>
                </a:lnTo>
                <a:lnTo>
                  <a:pt x="1280176" y="45856"/>
                </a:lnTo>
                <a:lnTo>
                  <a:pt x="1279537" y="46082"/>
                </a:lnTo>
                <a:lnTo>
                  <a:pt x="1278903" y="46321"/>
                </a:lnTo>
                <a:lnTo>
                  <a:pt x="1278275" y="46571"/>
                </a:lnTo>
                <a:lnTo>
                  <a:pt x="1277654" y="46833"/>
                </a:lnTo>
                <a:lnTo>
                  <a:pt x="1277038" y="47106"/>
                </a:lnTo>
                <a:lnTo>
                  <a:pt x="1276430" y="47390"/>
                </a:lnTo>
                <a:lnTo>
                  <a:pt x="1275829" y="47683"/>
                </a:lnTo>
                <a:lnTo>
                  <a:pt x="1275236" y="47985"/>
                </a:lnTo>
                <a:lnTo>
                  <a:pt x="1274650" y="48297"/>
                </a:lnTo>
                <a:lnTo>
                  <a:pt x="1274072" y="48618"/>
                </a:lnTo>
                <a:lnTo>
                  <a:pt x="1273501" y="48948"/>
                </a:lnTo>
                <a:lnTo>
                  <a:pt x="1272938" y="49287"/>
                </a:lnTo>
                <a:lnTo>
                  <a:pt x="1272383" y="49636"/>
                </a:lnTo>
                <a:lnTo>
                  <a:pt x="1271835" y="49994"/>
                </a:lnTo>
                <a:lnTo>
                  <a:pt x="1271295" y="50361"/>
                </a:lnTo>
                <a:lnTo>
                  <a:pt x="1270762" y="50737"/>
                </a:lnTo>
                <a:lnTo>
                  <a:pt x="1270237" y="51123"/>
                </a:lnTo>
                <a:lnTo>
                  <a:pt x="1269719" y="51517"/>
                </a:lnTo>
                <a:lnTo>
                  <a:pt x="1269209" y="51921"/>
                </a:lnTo>
                <a:lnTo>
                  <a:pt x="1268707" y="52335"/>
                </a:lnTo>
                <a:lnTo>
                  <a:pt x="1268212" y="52757"/>
                </a:lnTo>
                <a:lnTo>
                  <a:pt x="1267725" y="53189"/>
                </a:lnTo>
                <a:lnTo>
                  <a:pt x="1267245" y="53630"/>
                </a:lnTo>
                <a:lnTo>
                  <a:pt x="1266773" y="54081"/>
                </a:lnTo>
                <a:lnTo>
                  <a:pt x="1266308" y="54540"/>
                </a:lnTo>
                <a:lnTo>
                  <a:pt x="1265851" y="55009"/>
                </a:lnTo>
                <a:lnTo>
                  <a:pt x="1265401" y="55487"/>
                </a:lnTo>
                <a:lnTo>
                  <a:pt x="1264960" y="55974"/>
                </a:lnTo>
                <a:lnTo>
                  <a:pt x="1264525" y="56471"/>
                </a:lnTo>
                <a:lnTo>
                  <a:pt x="1264099" y="56976"/>
                </a:lnTo>
                <a:lnTo>
                  <a:pt x="1263681" y="57488"/>
                </a:lnTo>
                <a:lnTo>
                  <a:pt x="1263271" y="58007"/>
                </a:lnTo>
                <a:lnTo>
                  <a:pt x="1262870" y="58534"/>
                </a:lnTo>
                <a:lnTo>
                  <a:pt x="1262477" y="59068"/>
                </a:lnTo>
                <a:lnTo>
                  <a:pt x="1262093" y="59609"/>
                </a:lnTo>
                <a:lnTo>
                  <a:pt x="1261717" y="60158"/>
                </a:lnTo>
                <a:lnTo>
                  <a:pt x="1261350" y="60714"/>
                </a:lnTo>
                <a:lnTo>
                  <a:pt x="1260991" y="61277"/>
                </a:lnTo>
                <a:lnTo>
                  <a:pt x="1260640" y="61847"/>
                </a:lnTo>
                <a:lnTo>
                  <a:pt x="1260298" y="62425"/>
                </a:lnTo>
                <a:lnTo>
                  <a:pt x="1259964" y="63010"/>
                </a:lnTo>
                <a:lnTo>
                  <a:pt x="1259638" y="63602"/>
                </a:lnTo>
                <a:lnTo>
                  <a:pt x="1259321" y="64202"/>
                </a:lnTo>
                <a:lnTo>
                  <a:pt x="1259013" y="64809"/>
                </a:lnTo>
                <a:lnTo>
                  <a:pt x="1258713" y="65423"/>
                </a:lnTo>
                <a:lnTo>
                  <a:pt x="1258421" y="66044"/>
                </a:lnTo>
                <a:lnTo>
                  <a:pt x="1258137" y="66673"/>
                </a:lnTo>
                <a:lnTo>
                  <a:pt x="1257862" y="67309"/>
                </a:lnTo>
                <a:lnTo>
                  <a:pt x="1257596" y="67953"/>
                </a:lnTo>
                <a:lnTo>
                  <a:pt x="1257338" y="68603"/>
                </a:lnTo>
                <a:lnTo>
                  <a:pt x="1257088" y="69261"/>
                </a:lnTo>
                <a:lnTo>
                  <a:pt x="1256847" y="69926"/>
                </a:lnTo>
                <a:lnTo>
                  <a:pt x="1256614" y="70599"/>
                </a:lnTo>
                <a:lnTo>
                  <a:pt x="1256390" y="71277"/>
                </a:lnTo>
                <a:lnTo>
                  <a:pt x="1256175" y="71960"/>
                </a:lnTo>
                <a:lnTo>
                  <a:pt x="1255970" y="72648"/>
                </a:lnTo>
                <a:lnTo>
                  <a:pt x="1255775" y="73340"/>
                </a:lnTo>
                <a:lnTo>
                  <a:pt x="1255589" y="74037"/>
                </a:lnTo>
                <a:lnTo>
                  <a:pt x="1255413" y="74739"/>
                </a:lnTo>
                <a:lnTo>
                  <a:pt x="1255246" y="75445"/>
                </a:lnTo>
                <a:lnTo>
                  <a:pt x="1255089" y="76156"/>
                </a:lnTo>
                <a:lnTo>
                  <a:pt x="1254941" y="76871"/>
                </a:lnTo>
                <a:lnTo>
                  <a:pt x="1254803" y="77591"/>
                </a:lnTo>
                <a:lnTo>
                  <a:pt x="1254674" y="78316"/>
                </a:lnTo>
                <a:lnTo>
                  <a:pt x="1254555" y="79045"/>
                </a:lnTo>
                <a:lnTo>
                  <a:pt x="1254445" y="79779"/>
                </a:lnTo>
                <a:lnTo>
                  <a:pt x="1254345" y="80518"/>
                </a:lnTo>
                <a:lnTo>
                  <a:pt x="1254255" y="81261"/>
                </a:lnTo>
                <a:lnTo>
                  <a:pt x="1254174" y="82009"/>
                </a:lnTo>
                <a:lnTo>
                  <a:pt x="1254102" y="82761"/>
                </a:lnTo>
                <a:lnTo>
                  <a:pt x="1254040" y="83518"/>
                </a:lnTo>
                <a:lnTo>
                  <a:pt x="1253988" y="84280"/>
                </a:lnTo>
                <a:lnTo>
                  <a:pt x="1253945" y="85046"/>
                </a:lnTo>
                <a:lnTo>
                  <a:pt x="1253912" y="85817"/>
                </a:lnTo>
                <a:lnTo>
                  <a:pt x="1253888" y="86593"/>
                </a:lnTo>
                <a:lnTo>
                  <a:pt x="1253874" y="87373"/>
                </a:lnTo>
                <a:lnTo>
                  <a:pt x="1253869" y="88158"/>
                </a:lnTo>
                <a:lnTo>
                  <a:pt x="1253869" y="90014"/>
                </a:lnTo>
                <a:lnTo>
                  <a:pt x="1253874" y="90799"/>
                </a:lnTo>
                <a:lnTo>
                  <a:pt x="1253888" y="91579"/>
                </a:lnTo>
                <a:lnTo>
                  <a:pt x="1253912" y="92354"/>
                </a:lnTo>
                <a:lnTo>
                  <a:pt x="1253945" y="93125"/>
                </a:lnTo>
                <a:lnTo>
                  <a:pt x="1253988" y="93890"/>
                </a:lnTo>
                <a:lnTo>
                  <a:pt x="1254040" y="94651"/>
                </a:lnTo>
                <a:close/>
                <a:moveTo>
                  <a:pt x="1268900" y="84971"/>
                </a:moveTo>
                <a:lnTo>
                  <a:pt x="1268934" y="84449"/>
                </a:lnTo>
                <a:lnTo>
                  <a:pt x="1268974" y="83928"/>
                </a:lnTo>
                <a:lnTo>
                  <a:pt x="1269020" y="83410"/>
                </a:lnTo>
                <a:lnTo>
                  <a:pt x="1269070" y="82895"/>
                </a:lnTo>
                <a:lnTo>
                  <a:pt x="1269126" y="82381"/>
                </a:lnTo>
                <a:lnTo>
                  <a:pt x="1269187" y="81871"/>
                </a:lnTo>
                <a:lnTo>
                  <a:pt x="1269254" y="81362"/>
                </a:lnTo>
                <a:lnTo>
                  <a:pt x="1269326" y="80856"/>
                </a:lnTo>
                <a:lnTo>
                  <a:pt x="1269403" y="80353"/>
                </a:lnTo>
                <a:lnTo>
                  <a:pt x="1269486" y="79851"/>
                </a:lnTo>
                <a:lnTo>
                  <a:pt x="1269573" y="79352"/>
                </a:lnTo>
                <a:lnTo>
                  <a:pt x="1269667" y="78856"/>
                </a:lnTo>
                <a:lnTo>
                  <a:pt x="1269765" y="78362"/>
                </a:lnTo>
                <a:lnTo>
                  <a:pt x="1269869" y="77870"/>
                </a:lnTo>
                <a:lnTo>
                  <a:pt x="1269978" y="77381"/>
                </a:lnTo>
                <a:lnTo>
                  <a:pt x="1270093" y="76894"/>
                </a:lnTo>
                <a:lnTo>
                  <a:pt x="1270213" y="76409"/>
                </a:lnTo>
                <a:lnTo>
                  <a:pt x="1270338" y="75927"/>
                </a:lnTo>
                <a:lnTo>
                  <a:pt x="1270468" y="75448"/>
                </a:lnTo>
                <a:lnTo>
                  <a:pt x="1270604" y="74974"/>
                </a:lnTo>
                <a:lnTo>
                  <a:pt x="1270746" y="74504"/>
                </a:lnTo>
                <a:lnTo>
                  <a:pt x="1270893" y="74039"/>
                </a:lnTo>
                <a:lnTo>
                  <a:pt x="1271045" y="73578"/>
                </a:lnTo>
                <a:lnTo>
                  <a:pt x="1271203" y="73122"/>
                </a:lnTo>
                <a:lnTo>
                  <a:pt x="1271366" y="72670"/>
                </a:lnTo>
                <a:lnTo>
                  <a:pt x="1271535" y="72222"/>
                </a:lnTo>
                <a:lnTo>
                  <a:pt x="1271710" y="71779"/>
                </a:lnTo>
                <a:lnTo>
                  <a:pt x="1271889" y="71341"/>
                </a:lnTo>
                <a:lnTo>
                  <a:pt x="1272074" y="70907"/>
                </a:lnTo>
                <a:lnTo>
                  <a:pt x="1272265" y="70478"/>
                </a:lnTo>
                <a:lnTo>
                  <a:pt x="1272461" y="70053"/>
                </a:lnTo>
                <a:lnTo>
                  <a:pt x="1272663" y="69632"/>
                </a:lnTo>
                <a:lnTo>
                  <a:pt x="1272870" y="69216"/>
                </a:lnTo>
                <a:lnTo>
                  <a:pt x="1273083" y="68805"/>
                </a:lnTo>
                <a:lnTo>
                  <a:pt x="1273301" y="68398"/>
                </a:lnTo>
                <a:lnTo>
                  <a:pt x="1273524" y="67995"/>
                </a:lnTo>
                <a:lnTo>
                  <a:pt x="1273753" y="67597"/>
                </a:lnTo>
                <a:lnTo>
                  <a:pt x="1273987" y="67204"/>
                </a:lnTo>
                <a:lnTo>
                  <a:pt x="1274227" y="66814"/>
                </a:lnTo>
                <a:lnTo>
                  <a:pt x="1274473" y="66430"/>
                </a:lnTo>
                <a:lnTo>
                  <a:pt x="1274723" y="66050"/>
                </a:lnTo>
                <a:lnTo>
                  <a:pt x="1274980" y="65674"/>
                </a:lnTo>
                <a:lnTo>
                  <a:pt x="1275241" y="65304"/>
                </a:lnTo>
                <a:lnTo>
                  <a:pt x="1275508" y="64941"/>
                </a:lnTo>
                <a:lnTo>
                  <a:pt x="1275781" y="64584"/>
                </a:lnTo>
                <a:lnTo>
                  <a:pt x="1276058" y="64233"/>
                </a:lnTo>
                <a:lnTo>
                  <a:pt x="1276341" y="63890"/>
                </a:lnTo>
                <a:lnTo>
                  <a:pt x="1276630" y="63552"/>
                </a:lnTo>
                <a:lnTo>
                  <a:pt x="1276923" y="63222"/>
                </a:lnTo>
                <a:lnTo>
                  <a:pt x="1277222" y="62898"/>
                </a:lnTo>
                <a:lnTo>
                  <a:pt x="1277527" y="62581"/>
                </a:lnTo>
                <a:lnTo>
                  <a:pt x="1277836" y="62270"/>
                </a:lnTo>
                <a:lnTo>
                  <a:pt x="1278151" y="61966"/>
                </a:lnTo>
                <a:lnTo>
                  <a:pt x="1278471" y="61668"/>
                </a:lnTo>
                <a:lnTo>
                  <a:pt x="1278797" y="61377"/>
                </a:lnTo>
                <a:lnTo>
                  <a:pt x="1279128" y="61092"/>
                </a:lnTo>
                <a:lnTo>
                  <a:pt x="1279464" y="60815"/>
                </a:lnTo>
                <a:lnTo>
                  <a:pt x="1279806" y="60543"/>
                </a:lnTo>
                <a:lnTo>
                  <a:pt x="1280153" y="60279"/>
                </a:lnTo>
                <a:lnTo>
                  <a:pt x="1280505" y="60021"/>
                </a:lnTo>
                <a:lnTo>
                  <a:pt x="1280862" y="59769"/>
                </a:lnTo>
                <a:lnTo>
                  <a:pt x="1281225" y="59524"/>
                </a:lnTo>
                <a:lnTo>
                  <a:pt x="1281593" y="59286"/>
                </a:lnTo>
                <a:lnTo>
                  <a:pt x="1281967" y="59054"/>
                </a:lnTo>
                <a:lnTo>
                  <a:pt x="1282346" y="58829"/>
                </a:lnTo>
                <a:lnTo>
                  <a:pt x="1282730" y="58610"/>
                </a:lnTo>
                <a:lnTo>
                  <a:pt x="1283119" y="58399"/>
                </a:lnTo>
                <a:lnTo>
                  <a:pt x="1283514" y="58198"/>
                </a:lnTo>
                <a:lnTo>
                  <a:pt x="1283914" y="58005"/>
                </a:lnTo>
                <a:lnTo>
                  <a:pt x="1284319" y="57821"/>
                </a:lnTo>
                <a:lnTo>
                  <a:pt x="1284729" y="57646"/>
                </a:lnTo>
                <a:lnTo>
                  <a:pt x="1285144" y="57480"/>
                </a:lnTo>
                <a:lnTo>
                  <a:pt x="1285565" y="57323"/>
                </a:lnTo>
                <a:lnTo>
                  <a:pt x="1285990" y="57175"/>
                </a:lnTo>
                <a:lnTo>
                  <a:pt x="1286421" y="57036"/>
                </a:lnTo>
                <a:lnTo>
                  <a:pt x="1286857" y="56906"/>
                </a:lnTo>
                <a:lnTo>
                  <a:pt x="1287299" y="56785"/>
                </a:lnTo>
                <a:lnTo>
                  <a:pt x="1287745" y="56673"/>
                </a:lnTo>
                <a:lnTo>
                  <a:pt x="1288197" y="56570"/>
                </a:lnTo>
                <a:lnTo>
                  <a:pt x="1288654" y="56475"/>
                </a:lnTo>
                <a:lnTo>
                  <a:pt x="1289116" y="56390"/>
                </a:lnTo>
                <a:lnTo>
                  <a:pt x="1289583" y="56314"/>
                </a:lnTo>
                <a:lnTo>
                  <a:pt x="1290055" y="56247"/>
                </a:lnTo>
                <a:lnTo>
                  <a:pt x="1290533" y="56188"/>
                </a:lnTo>
                <a:lnTo>
                  <a:pt x="1291016" y="56139"/>
                </a:lnTo>
                <a:lnTo>
                  <a:pt x="1291504" y="56099"/>
                </a:lnTo>
                <a:lnTo>
                  <a:pt x="1291997" y="56067"/>
                </a:lnTo>
                <a:lnTo>
                  <a:pt x="1292495" y="56045"/>
                </a:lnTo>
                <a:lnTo>
                  <a:pt x="1292999" y="56031"/>
                </a:lnTo>
                <a:lnTo>
                  <a:pt x="1293507" y="56027"/>
                </a:lnTo>
                <a:lnTo>
                  <a:pt x="1294023" y="56031"/>
                </a:lnTo>
                <a:lnTo>
                  <a:pt x="1294532" y="56045"/>
                </a:lnTo>
                <a:lnTo>
                  <a:pt x="1295037" y="56067"/>
                </a:lnTo>
                <a:lnTo>
                  <a:pt x="1295536" y="56099"/>
                </a:lnTo>
                <a:lnTo>
                  <a:pt x="1296029" y="56139"/>
                </a:lnTo>
                <a:lnTo>
                  <a:pt x="1296517" y="56188"/>
                </a:lnTo>
                <a:lnTo>
                  <a:pt x="1297000" y="56247"/>
                </a:lnTo>
                <a:lnTo>
                  <a:pt x="1297477" y="56314"/>
                </a:lnTo>
                <a:lnTo>
                  <a:pt x="1297948" y="56390"/>
                </a:lnTo>
                <a:lnTo>
                  <a:pt x="1298414" y="56475"/>
                </a:lnTo>
                <a:lnTo>
                  <a:pt x="1298875" y="56570"/>
                </a:lnTo>
                <a:lnTo>
                  <a:pt x="1299330" y="56673"/>
                </a:lnTo>
                <a:lnTo>
                  <a:pt x="1299780" y="56785"/>
                </a:lnTo>
                <a:lnTo>
                  <a:pt x="1300224" y="56906"/>
                </a:lnTo>
                <a:lnTo>
                  <a:pt x="1300663" y="57036"/>
                </a:lnTo>
                <a:lnTo>
                  <a:pt x="1301096" y="57175"/>
                </a:lnTo>
                <a:lnTo>
                  <a:pt x="1301524" y="57323"/>
                </a:lnTo>
                <a:lnTo>
                  <a:pt x="1301946" y="57480"/>
                </a:lnTo>
                <a:lnTo>
                  <a:pt x="1302363" y="57646"/>
                </a:lnTo>
                <a:lnTo>
                  <a:pt x="1302775" y="57821"/>
                </a:lnTo>
                <a:lnTo>
                  <a:pt x="1303180" y="58005"/>
                </a:lnTo>
                <a:lnTo>
                  <a:pt x="1303581" y="58198"/>
                </a:lnTo>
                <a:lnTo>
                  <a:pt x="1303976" y="58399"/>
                </a:lnTo>
                <a:lnTo>
                  <a:pt x="1304366" y="58610"/>
                </a:lnTo>
                <a:lnTo>
                  <a:pt x="1304750" y="58829"/>
                </a:lnTo>
                <a:lnTo>
                  <a:pt x="1305129" y="59054"/>
                </a:lnTo>
                <a:lnTo>
                  <a:pt x="1305502" y="59286"/>
                </a:lnTo>
                <a:lnTo>
                  <a:pt x="1305870" y="59524"/>
                </a:lnTo>
                <a:lnTo>
                  <a:pt x="1306233" y="59769"/>
                </a:lnTo>
                <a:lnTo>
                  <a:pt x="1306591" y="60021"/>
                </a:lnTo>
                <a:lnTo>
                  <a:pt x="1306943" y="60279"/>
                </a:lnTo>
                <a:lnTo>
                  <a:pt x="1307290" y="60543"/>
                </a:lnTo>
                <a:lnTo>
                  <a:pt x="1307631" y="60815"/>
                </a:lnTo>
                <a:lnTo>
                  <a:pt x="1307968" y="61092"/>
                </a:lnTo>
                <a:lnTo>
                  <a:pt x="1308299" y="61377"/>
                </a:lnTo>
                <a:lnTo>
                  <a:pt x="1308624" y="61668"/>
                </a:lnTo>
                <a:lnTo>
                  <a:pt x="1308944" y="61966"/>
                </a:lnTo>
                <a:lnTo>
                  <a:pt x="1309259" y="62270"/>
                </a:lnTo>
                <a:lnTo>
                  <a:pt x="1309569" y="62581"/>
                </a:lnTo>
                <a:lnTo>
                  <a:pt x="1309873" y="62898"/>
                </a:lnTo>
                <a:lnTo>
                  <a:pt x="1310172" y="63222"/>
                </a:lnTo>
                <a:lnTo>
                  <a:pt x="1310466" y="63552"/>
                </a:lnTo>
                <a:lnTo>
                  <a:pt x="1310754" y="63890"/>
                </a:lnTo>
                <a:lnTo>
                  <a:pt x="1311037" y="64233"/>
                </a:lnTo>
                <a:lnTo>
                  <a:pt x="1311315" y="64584"/>
                </a:lnTo>
                <a:lnTo>
                  <a:pt x="1311587" y="64941"/>
                </a:lnTo>
                <a:lnTo>
                  <a:pt x="1311854" y="65304"/>
                </a:lnTo>
                <a:lnTo>
                  <a:pt x="1312116" y="65674"/>
                </a:lnTo>
                <a:lnTo>
                  <a:pt x="1312372" y="66050"/>
                </a:lnTo>
                <a:lnTo>
                  <a:pt x="1312623" y="66430"/>
                </a:lnTo>
                <a:lnTo>
                  <a:pt x="1312869" y="66814"/>
                </a:lnTo>
                <a:lnTo>
                  <a:pt x="1313109" y="67204"/>
                </a:lnTo>
                <a:lnTo>
                  <a:pt x="1313344" y="67597"/>
                </a:lnTo>
                <a:lnTo>
                  <a:pt x="1313574" y="67995"/>
                </a:lnTo>
                <a:lnTo>
                  <a:pt x="1313798" y="68398"/>
                </a:lnTo>
                <a:lnTo>
                  <a:pt x="1314017" y="68805"/>
                </a:lnTo>
                <a:lnTo>
                  <a:pt x="1314231" y="69216"/>
                </a:lnTo>
                <a:lnTo>
                  <a:pt x="1314440" y="69632"/>
                </a:lnTo>
                <a:lnTo>
                  <a:pt x="1314643" y="70053"/>
                </a:lnTo>
                <a:lnTo>
                  <a:pt x="1314840" y="70478"/>
                </a:lnTo>
                <a:lnTo>
                  <a:pt x="1315033" y="70907"/>
                </a:lnTo>
                <a:lnTo>
                  <a:pt x="1315220" y="71341"/>
                </a:lnTo>
                <a:lnTo>
                  <a:pt x="1315402" y="71779"/>
                </a:lnTo>
                <a:lnTo>
                  <a:pt x="1315578" y="72222"/>
                </a:lnTo>
                <a:lnTo>
                  <a:pt x="1315749" y="72670"/>
                </a:lnTo>
                <a:lnTo>
                  <a:pt x="1315915" y="73122"/>
                </a:lnTo>
                <a:lnTo>
                  <a:pt x="1316076" y="73578"/>
                </a:lnTo>
                <a:lnTo>
                  <a:pt x="1316231" y="74039"/>
                </a:lnTo>
                <a:lnTo>
                  <a:pt x="1316381" y="74504"/>
                </a:lnTo>
                <a:lnTo>
                  <a:pt x="1316525" y="74974"/>
                </a:lnTo>
                <a:lnTo>
                  <a:pt x="1316664" y="75448"/>
                </a:lnTo>
                <a:lnTo>
                  <a:pt x="1316798" y="75927"/>
                </a:lnTo>
                <a:lnTo>
                  <a:pt x="1316927" y="76409"/>
                </a:lnTo>
                <a:lnTo>
                  <a:pt x="1317050" y="76894"/>
                </a:lnTo>
                <a:lnTo>
                  <a:pt x="1317167" y="77381"/>
                </a:lnTo>
                <a:lnTo>
                  <a:pt x="1317279" y="77870"/>
                </a:lnTo>
                <a:lnTo>
                  <a:pt x="1317386" y="78362"/>
                </a:lnTo>
                <a:lnTo>
                  <a:pt x="1317487" y="78856"/>
                </a:lnTo>
                <a:lnTo>
                  <a:pt x="1317582" y="79352"/>
                </a:lnTo>
                <a:lnTo>
                  <a:pt x="1317673" y="79851"/>
                </a:lnTo>
                <a:lnTo>
                  <a:pt x="1317757" y="80353"/>
                </a:lnTo>
                <a:lnTo>
                  <a:pt x="1317837" y="80856"/>
                </a:lnTo>
                <a:lnTo>
                  <a:pt x="1317910" y="81362"/>
                </a:lnTo>
                <a:lnTo>
                  <a:pt x="1317979" y="81871"/>
                </a:lnTo>
                <a:lnTo>
                  <a:pt x="1318042" y="82381"/>
                </a:lnTo>
                <a:lnTo>
                  <a:pt x="1318099" y="82895"/>
                </a:lnTo>
                <a:lnTo>
                  <a:pt x="1318151" y="83410"/>
                </a:lnTo>
                <a:lnTo>
                  <a:pt x="1318197" y="83928"/>
                </a:lnTo>
                <a:lnTo>
                  <a:pt x="1318238" y="84449"/>
                </a:lnTo>
                <a:lnTo>
                  <a:pt x="1318274" y="84971"/>
                </a:lnTo>
                <a:lnTo>
                  <a:pt x="1318304" y="85496"/>
                </a:lnTo>
                <a:lnTo>
                  <a:pt x="1318329" y="86024"/>
                </a:lnTo>
                <a:lnTo>
                  <a:pt x="1318348" y="86554"/>
                </a:lnTo>
                <a:lnTo>
                  <a:pt x="1318361" y="87086"/>
                </a:lnTo>
                <a:lnTo>
                  <a:pt x="1318370" y="87621"/>
                </a:lnTo>
                <a:lnTo>
                  <a:pt x="1318372" y="88158"/>
                </a:lnTo>
                <a:lnTo>
                  <a:pt x="1318372" y="90014"/>
                </a:lnTo>
                <a:lnTo>
                  <a:pt x="1318370" y="90558"/>
                </a:lnTo>
                <a:lnTo>
                  <a:pt x="1318361" y="91099"/>
                </a:lnTo>
                <a:lnTo>
                  <a:pt x="1318348" y="91637"/>
                </a:lnTo>
                <a:lnTo>
                  <a:pt x="1318329" y="92173"/>
                </a:lnTo>
                <a:lnTo>
                  <a:pt x="1318304" y="92706"/>
                </a:lnTo>
                <a:lnTo>
                  <a:pt x="1318274" y="93236"/>
                </a:lnTo>
                <a:lnTo>
                  <a:pt x="1318238" y="93764"/>
                </a:lnTo>
                <a:lnTo>
                  <a:pt x="1318197" y="94289"/>
                </a:lnTo>
                <a:lnTo>
                  <a:pt x="1318151" y="94811"/>
                </a:lnTo>
                <a:lnTo>
                  <a:pt x="1318099" y="95331"/>
                </a:lnTo>
                <a:lnTo>
                  <a:pt x="1318042" y="95847"/>
                </a:lnTo>
                <a:lnTo>
                  <a:pt x="1317979" y="96362"/>
                </a:lnTo>
                <a:lnTo>
                  <a:pt x="1317910" y="96873"/>
                </a:lnTo>
                <a:lnTo>
                  <a:pt x="1317837" y="97382"/>
                </a:lnTo>
                <a:lnTo>
                  <a:pt x="1317757" y="97889"/>
                </a:lnTo>
                <a:lnTo>
                  <a:pt x="1317673" y="98392"/>
                </a:lnTo>
                <a:lnTo>
                  <a:pt x="1317582" y="98893"/>
                </a:lnTo>
                <a:lnTo>
                  <a:pt x="1317487" y="99392"/>
                </a:lnTo>
                <a:lnTo>
                  <a:pt x="1317386" y="99887"/>
                </a:lnTo>
                <a:lnTo>
                  <a:pt x="1317279" y="100380"/>
                </a:lnTo>
                <a:lnTo>
                  <a:pt x="1317167" y="100871"/>
                </a:lnTo>
                <a:lnTo>
                  <a:pt x="1317050" y="101358"/>
                </a:lnTo>
                <a:lnTo>
                  <a:pt x="1316927" y="101843"/>
                </a:lnTo>
                <a:lnTo>
                  <a:pt x="1316798" y="102326"/>
                </a:lnTo>
                <a:lnTo>
                  <a:pt x="1316664" y="102804"/>
                </a:lnTo>
                <a:lnTo>
                  <a:pt x="1316525" y="103279"/>
                </a:lnTo>
                <a:lnTo>
                  <a:pt x="1316381" y="103748"/>
                </a:lnTo>
                <a:lnTo>
                  <a:pt x="1316232" y="104213"/>
                </a:lnTo>
                <a:lnTo>
                  <a:pt x="1316077" y="104673"/>
                </a:lnTo>
                <a:lnTo>
                  <a:pt x="1315918" y="105129"/>
                </a:lnTo>
                <a:lnTo>
                  <a:pt x="1315753" y="105580"/>
                </a:lnTo>
                <a:lnTo>
                  <a:pt x="1315583" y="106026"/>
                </a:lnTo>
                <a:lnTo>
                  <a:pt x="1315407" y="106468"/>
                </a:lnTo>
                <a:lnTo>
                  <a:pt x="1315227" y="106905"/>
                </a:lnTo>
                <a:lnTo>
                  <a:pt x="1315041" y="107337"/>
                </a:lnTo>
                <a:lnTo>
                  <a:pt x="1314850" y="107765"/>
                </a:lnTo>
                <a:lnTo>
                  <a:pt x="1314654" y="108188"/>
                </a:lnTo>
                <a:lnTo>
                  <a:pt x="1314453" y="108607"/>
                </a:lnTo>
                <a:lnTo>
                  <a:pt x="1314247" y="109021"/>
                </a:lnTo>
                <a:lnTo>
                  <a:pt x="1314035" y="109430"/>
                </a:lnTo>
                <a:lnTo>
                  <a:pt x="1313819" y="109835"/>
                </a:lnTo>
                <a:lnTo>
                  <a:pt x="1313597" y="110235"/>
                </a:lnTo>
                <a:lnTo>
                  <a:pt x="1313369" y="110630"/>
                </a:lnTo>
                <a:lnTo>
                  <a:pt x="1313137" y="111021"/>
                </a:lnTo>
                <a:lnTo>
                  <a:pt x="1312900" y="111407"/>
                </a:lnTo>
                <a:lnTo>
                  <a:pt x="1312657" y="111789"/>
                </a:lnTo>
                <a:lnTo>
                  <a:pt x="1312409" y="112166"/>
                </a:lnTo>
                <a:lnTo>
                  <a:pt x="1312156" y="112538"/>
                </a:lnTo>
                <a:lnTo>
                  <a:pt x="1311898" y="112905"/>
                </a:lnTo>
                <a:lnTo>
                  <a:pt x="1311634" y="113265"/>
                </a:lnTo>
                <a:lnTo>
                  <a:pt x="1311365" y="113619"/>
                </a:lnTo>
                <a:lnTo>
                  <a:pt x="1311090" y="113965"/>
                </a:lnTo>
                <a:lnTo>
                  <a:pt x="1310810" y="114306"/>
                </a:lnTo>
                <a:lnTo>
                  <a:pt x="1310524" y="114640"/>
                </a:lnTo>
                <a:lnTo>
                  <a:pt x="1310233" y="114967"/>
                </a:lnTo>
                <a:lnTo>
                  <a:pt x="1309936" y="115287"/>
                </a:lnTo>
                <a:lnTo>
                  <a:pt x="1309634" y="115601"/>
                </a:lnTo>
                <a:lnTo>
                  <a:pt x="1309326" y="115909"/>
                </a:lnTo>
                <a:lnTo>
                  <a:pt x="1309013" y="116210"/>
                </a:lnTo>
                <a:lnTo>
                  <a:pt x="1308695" y="116504"/>
                </a:lnTo>
                <a:lnTo>
                  <a:pt x="1308371" y="116792"/>
                </a:lnTo>
                <a:lnTo>
                  <a:pt x="1308041" y="117073"/>
                </a:lnTo>
                <a:lnTo>
                  <a:pt x="1307706" y="117347"/>
                </a:lnTo>
                <a:lnTo>
                  <a:pt x="1307366" y="117615"/>
                </a:lnTo>
                <a:lnTo>
                  <a:pt x="1307020" y="117877"/>
                </a:lnTo>
                <a:lnTo>
                  <a:pt x="1306669" y="118131"/>
                </a:lnTo>
                <a:lnTo>
                  <a:pt x="1306312" y="118379"/>
                </a:lnTo>
                <a:lnTo>
                  <a:pt x="1305950" y="118621"/>
                </a:lnTo>
                <a:lnTo>
                  <a:pt x="1305582" y="118856"/>
                </a:lnTo>
                <a:lnTo>
                  <a:pt x="1305209" y="119084"/>
                </a:lnTo>
                <a:lnTo>
                  <a:pt x="1304830" y="119306"/>
                </a:lnTo>
                <a:lnTo>
                  <a:pt x="1304446" y="119521"/>
                </a:lnTo>
                <a:lnTo>
                  <a:pt x="1304057" y="119729"/>
                </a:lnTo>
                <a:lnTo>
                  <a:pt x="1303662" y="119927"/>
                </a:lnTo>
                <a:lnTo>
                  <a:pt x="1303262" y="120117"/>
                </a:lnTo>
                <a:lnTo>
                  <a:pt x="1302858" y="120298"/>
                </a:lnTo>
                <a:lnTo>
                  <a:pt x="1302447" y="120471"/>
                </a:lnTo>
                <a:lnTo>
                  <a:pt x="1302032" y="120634"/>
                </a:lnTo>
                <a:lnTo>
                  <a:pt x="1301611" y="120788"/>
                </a:lnTo>
                <a:lnTo>
                  <a:pt x="1301186" y="120934"/>
                </a:lnTo>
                <a:lnTo>
                  <a:pt x="1300755" y="121071"/>
                </a:lnTo>
                <a:lnTo>
                  <a:pt x="1300319" y="121199"/>
                </a:lnTo>
                <a:lnTo>
                  <a:pt x="1299877" y="121318"/>
                </a:lnTo>
                <a:lnTo>
                  <a:pt x="1299431" y="121429"/>
                </a:lnTo>
                <a:lnTo>
                  <a:pt x="1298979" y="121530"/>
                </a:lnTo>
                <a:lnTo>
                  <a:pt x="1298522" y="121623"/>
                </a:lnTo>
                <a:lnTo>
                  <a:pt x="1298060" y="121707"/>
                </a:lnTo>
                <a:lnTo>
                  <a:pt x="1297593" y="121782"/>
                </a:lnTo>
                <a:lnTo>
                  <a:pt x="1297121" y="121848"/>
                </a:lnTo>
                <a:lnTo>
                  <a:pt x="1296643" y="121905"/>
                </a:lnTo>
                <a:lnTo>
                  <a:pt x="1296160" y="121954"/>
                </a:lnTo>
                <a:lnTo>
                  <a:pt x="1295673" y="121994"/>
                </a:lnTo>
                <a:lnTo>
                  <a:pt x="1295179" y="122025"/>
                </a:lnTo>
                <a:lnTo>
                  <a:pt x="1294681" y="122047"/>
                </a:lnTo>
                <a:lnTo>
                  <a:pt x="1294178" y="122060"/>
                </a:lnTo>
                <a:lnTo>
                  <a:pt x="1293669" y="122064"/>
                </a:lnTo>
                <a:lnTo>
                  <a:pt x="1293153" y="122060"/>
                </a:lnTo>
                <a:lnTo>
                  <a:pt x="1292643" y="122047"/>
                </a:lnTo>
                <a:lnTo>
                  <a:pt x="1292139" y="122025"/>
                </a:lnTo>
                <a:lnTo>
                  <a:pt x="1291639" y="121994"/>
                </a:lnTo>
                <a:lnTo>
                  <a:pt x="1291145" y="121954"/>
                </a:lnTo>
                <a:lnTo>
                  <a:pt x="1290657" y="121905"/>
                </a:lnTo>
                <a:lnTo>
                  <a:pt x="1290173" y="121848"/>
                </a:lnTo>
                <a:lnTo>
                  <a:pt x="1289695" y="121782"/>
                </a:lnTo>
                <a:lnTo>
                  <a:pt x="1289222" y="121707"/>
                </a:lnTo>
                <a:lnTo>
                  <a:pt x="1288755" y="121623"/>
                </a:lnTo>
                <a:lnTo>
                  <a:pt x="1288293" y="121530"/>
                </a:lnTo>
                <a:lnTo>
                  <a:pt x="1287836" y="121429"/>
                </a:lnTo>
                <a:lnTo>
                  <a:pt x="1287385" y="121318"/>
                </a:lnTo>
                <a:lnTo>
                  <a:pt x="1286938" y="121199"/>
                </a:lnTo>
                <a:lnTo>
                  <a:pt x="1286498" y="121071"/>
                </a:lnTo>
                <a:lnTo>
                  <a:pt x="1286062" y="120934"/>
                </a:lnTo>
                <a:lnTo>
                  <a:pt x="1285632" y="120788"/>
                </a:lnTo>
                <a:lnTo>
                  <a:pt x="1285207" y="120634"/>
                </a:lnTo>
                <a:lnTo>
                  <a:pt x="1284788" y="120471"/>
                </a:lnTo>
                <a:lnTo>
                  <a:pt x="1284374" y="120298"/>
                </a:lnTo>
                <a:lnTo>
                  <a:pt x="1283965" y="120117"/>
                </a:lnTo>
                <a:lnTo>
                  <a:pt x="1283561" y="119927"/>
                </a:lnTo>
                <a:lnTo>
                  <a:pt x="1283163" y="119729"/>
                </a:lnTo>
                <a:lnTo>
                  <a:pt x="1282770" y="119521"/>
                </a:lnTo>
                <a:lnTo>
                  <a:pt x="1282383" y="119306"/>
                </a:lnTo>
                <a:lnTo>
                  <a:pt x="1282001" y="119084"/>
                </a:lnTo>
                <a:lnTo>
                  <a:pt x="1281624" y="118856"/>
                </a:lnTo>
                <a:lnTo>
                  <a:pt x="1281253" y="118621"/>
                </a:lnTo>
                <a:lnTo>
                  <a:pt x="1280888" y="118379"/>
                </a:lnTo>
                <a:lnTo>
                  <a:pt x="1280527" y="118131"/>
                </a:lnTo>
                <a:lnTo>
                  <a:pt x="1280173" y="117877"/>
                </a:lnTo>
                <a:lnTo>
                  <a:pt x="1279824" y="117615"/>
                </a:lnTo>
                <a:lnTo>
                  <a:pt x="1279480" y="117347"/>
                </a:lnTo>
                <a:lnTo>
                  <a:pt x="1279142" y="117073"/>
                </a:lnTo>
                <a:lnTo>
                  <a:pt x="1278809" y="116792"/>
                </a:lnTo>
                <a:lnTo>
                  <a:pt x="1278481" y="116504"/>
                </a:lnTo>
                <a:lnTo>
                  <a:pt x="1278160" y="116210"/>
                </a:lnTo>
                <a:lnTo>
                  <a:pt x="1277843" y="115909"/>
                </a:lnTo>
                <a:lnTo>
                  <a:pt x="1277532" y="115601"/>
                </a:lnTo>
                <a:lnTo>
                  <a:pt x="1277227" y="115287"/>
                </a:lnTo>
                <a:lnTo>
                  <a:pt x="1276927" y="114967"/>
                </a:lnTo>
                <a:lnTo>
                  <a:pt x="1276632" y="114640"/>
                </a:lnTo>
                <a:lnTo>
                  <a:pt x="1276343" y="114306"/>
                </a:lnTo>
                <a:lnTo>
                  <a:pt x="1276060" y="113965"/>
                </a:lnTo>
                <a:lnTo>
                  <a:pt x="1275781" y="113619"/>
                </a:lnTo>
                <a:lnTo>
                  <a:pt x="1275509" y="113265"/>
                </a:lnTo>
                <a:lnTo>
                  <a:pt x="1275241" y="112905"/>
                </a:lnTo>
                <a:lnTo>
                  <a:pt x="1274980" y="112538"/>
                </a:lnTo>
                <a:lnTo>
                  <a:pt x="1274723" y="112166"/>
                </a:lnTo>
                <a:lnTo>
                  <a:pt x="1274473" y="111789"/>
                </a:lnTo>
                <a:lnTo>
                  <a:pt x="1274227" y="111407"/>
                </a:lnTo>
                <a:lnTo>
                  <a:pt x="1273987" y="111021"/>
                </a:lnTo>
                <a:lnTo>
                  <a:pt x="1273753" y="110630"/>
                </a:lnTo>
                <a:lnTo>
                  <a:pt x="1273524" y="110235"/>
                </a:lnTo>
                <a:lnTo>
                  <a:pt x="1273301" y="109835"/>
                </a:lnTo>
                <a:lnTo>
                  <a:pt x="1273083" y="109430"/>
                </a:lnTo>
                <a:lnTo>
                  <a:pt x="1272870" y="109021"/>
                </a:lnTo>
                <a:lnTo>
                  <a:pt x="1272663" y="108607"/>
                </a:lnTo>
                <a:lnTo>
                  <a:pt x="1272461" y="108188"/>
                </a:lnTo>
                <a:lnTo>
                  <a:pt x="1272265" y="107765"/>
                </a:lnTo>
                <a:lnTo>
                  <a:pt x="1272074" y="107337"/>
                </a:lnTo>
                <a:lnTo>
                  <a:pt x="1271889" y="106905"/>
                </a:lnTo>
                <a:lnTo>
                  <a:pt x="1271710" y="106468"/>
                </a:lnTo>
                <a:lnTo>
                  <a:pt x="1271535" y="106026"/>
                </a:lnTo>
                <a:lnTo>
                  <a:pt x="1271366" y="105580"/>
                </a:lnTo>
                <a:lnTo>
                  <a:pt x="1271203" y="105129"/>
                </a:lnTo>
                <a:lnTo>
                  <a:pt x="1271045" y="104673"/>
                </a:lnTo>
                <a:lnTo>
                  <a:pt x="1270893" y="104213"/>
                </a:lnTo>
                <a:lnTo>
                  <a:pt x="1270746" y="103748"/>
                </a:lnTo>
                <a:lnTo>
                  <a:pt x="1270604" y="103279"/>
                </a:lnTo>
                <a:lnTo>
                  <a:pt x="1270468" y="102804"/>
                </a:lnTo>
                <a:lnTo>
                  <a:pt x="1270338" y="102326"/>
                </a:lnTo>
                <a:lnTo>
                  <a:pt x="1270213" y="101843"/>
                </a:lnTo>
                <a:lnTo>
                  <a:pt x="1270093" y="101358"/>
                </a:lnTo>
                <a:lnTo>
                  <a:pt x="1269978" y="100871"/>
                </a:lnTo>
                <a:lnTo>
                  <a:pt x="1269869" y="100380"/>
                </a:lnTo>
                <a:lnTo>
                  <a:pt x="1269765" y="99887"/>
                </a:lnTo>
                <a:lnTo>
                  <a:pt x="1269667" y="99392"/>
                </a:lnTo>
                <a:lnTo>
                  <a:pt x="1269573" y="98893"/>
                </a:lnTo>
                <a:lnTo>
                  <a:pt x="1269486" y="98392"/>
                </a:lnTo>
                <a:lnTo>
                  <a:pt x="1269403" y="97889"/>
                </a:lnTo>
                <a:lnTo>
                  <a:pt x="1269326" y="97382"/>
                </a:lnTo>
                <a:lnTo>
                  <a:pt x="1269254" y="96873"/>
                </a:lnTo>
                <a:lnTo>
                  <a:pt x="1269187" y="96362"/>
                </a:lnTo>
                <a:lnTo>
                  <a:pt x="1269126" y="95847"/>
                </a:lnTo>
                <a:lnTo>
                  <a:pt x="1269070" y="95331"/>
                </a:lnTo>
                <a:lnTo>
                  <a:pt x="1269020" y="94811"/>
                </a:lnTo>
                <a:lnTo>
                  <a:pt x="1268974" y="94289"/>
                </a:lnTo>
                <a:lnTo>
                  <a:pt x="1268934" y="93764"/>
                </a:lnTo>
                <a:lnTo>
                  <a:pt x="1268900" y="93236"/>
                </a:lnTo>
                <a:lnTo>
                  <a:pt x="1268870" y="92706"/>
                </a:lnTo>
                <a:lnTo>
                  <a:pt x="1268846" y="92173"/>
                </a:lnTo>
                <a:lnTo>
                  <a:pt x="1268828" y="91637"/>
                </a:lnTo>
                <a:lnTo>
                  <a:pt x="1268815" y="91099"/>
                </a:lnTo>
                <a:lnTo>
                  <a:pt x="1268807" y="90558"/>
                </a:lnTo>
                <a:lnTo>
                  <a:pt x="1268804" y="90014"/>
                </a:lnTo>
                <a:lnTo>
                  <a:pt x="1268804" y="88158"/>
                </a:lnTo>
                <a:lnTo>
                  <a:pt x="1268807" y="87621"/>
                </a:lnTo>
                <a:lnTo>
                  <a:pt x="1268815" y="87086"/>
                </a:lnTo>
                <a:lnTo>
                  <a:pt x="1268828" y="86554"/>
                </a:lnTo>
                <a:lnTo>
                  <a:pt x="1268846" y="86024"/>
                </a:lnTo>
                <a:lnTo>
                  <a:pt x="1268870" y="85496"/>
                </a:lnTo>
                <a:lnTo>
                  <a:pt x="1268900" y="84971"/>
                </a:lnTo>
                <a:close/>
                <a:moveTo>
                  <a:pt x="1565093" y="83449"/>
                </a:moveTo>
                <a:lnTo>
                  <a:pt x="1565060" y="82705"/>
                </a:lnTo>
                <a:lnTo>
                  <a:pt x="1565020" y="81966"/>
                </a:lnTo>
                <a:lnTo>
                  <a:pt x="1564973" y="81233"/>
                </a:lnTo>
                <a:lnTo>
                  <a:pt x="1564918" y="80504"/>
                </a:lnTo>
                <a:lnTo>
                  <a:pt x="1564856" y="79780"/>
                </a:lnTo>
                <a:lnTo>
                  <a:pt x="1564787" y="79060"/>
                </a:lnTo>
                <a:lnTo>
                  <a:pt x="1564711" y="78346"/>
                </a:lnTo>
                <a:lnTo>
                  <a:pt x="1564627" y="77637"/>
                </a:lnTo>
                <a:lnTo>
                  <a:pt x="1564536" y="76932"/>
                </a:lnTo>
                <a:lnTo>
                  <a:pt x="1564437" y="76233"/>
                </a:lnTo>
                <a:lnTo>
                  <a:pt x="1564332" y="75538"/>
                </a:lnTo>
                <a:lnTo>
                  <a:pt x="1564219" y="74848"/>
                </a:lnTo>
                <a:lnTo>
                  <a:pt x="1564098" y="74163"/>
                </a:lnTo>
                <a:lnTo>
                  <a:pt x="1563971" y="73483"/>
                </a:lnTo>
                <a:lnTo>
                  <a:pt x="1563836" y="72808"/>
                </a:lnTo>
                <a:lnTo>
                  <a:pt x="1563694" y="72138"/>
                </a:lnTo>
                <a:lnTo>
                  <a:pt x="1563545" y="71473"/>
                </a:lnTo>
                <a:lnTo>
                  <a:pt x="1563388" y="70812"/>
                </a:lnTo>
                <a:lnTo>
                  <a:pt x="1563224" y="70157"/>
                </a:lnTo>
                <a:lnTo>
                  <a:pt x="1563053" y="69506"/>
                </a:lnTo>
                <a:lnTo>
                  <a:pt x="1562874" y="68862"/>
                </a:lnTo>
                <a:lnTo>
                  <a:pt x="1562687" y="68224"/>
                </a:lnTo>
                <a:lnTo>
                  <a:pt x="1562493" y="67593"/>
                </a:lnTo>
                <a:lnTo>
                  <a:pt x="1562290" y="66970"/>
                </a:lnTo>
                <a:lnTo>
                  <a:pt x="1562080" y="66353"/>
                </a:lnTo>
                <a:lnTo>
                  <a:pt x="1561862" y="65743"/>
                </a:lnTo>
                <a:lnTo>
                  <a:pt x="1561636" y="65141"/>
                </a:lnTo>
                <a:lnTo>
                  <a:pt x="1561402" y="64545"/>
                </a:lnTo>
                <a:lnTo>
                  <a:pt x="1561160" y="63956"/>
                </a:lnTo>
                <a:lnTo>
                  <a:pt x="1560911" y="63375"/>
                </a:lnTo>
                <a:lnTo>
                  <a:pt x="1560654" y="62800"/>
                </a:lnTo>
                <a:lnTo>
                  <a:pt x="1560388" y="62232"/>
                </a:lnTo>
                <a:lnTo>
                  <a:pt x="1560115" y="61672"/>
                </a:lnTo>
                <a:lnTo>
                  <a:pt x="1559835" y="61118"/>
                </a:lnTo>
                <a:lnTo>
                  <a:pt x="1559546" y="60571"/>
                </a:lnTo>
                <a:lnTo>
                  <a:pt x="1559249" y="60032"/>
                </a:lnTo>
                <a:lnTo>
                  <a:pt x="1558945" y="59499"/>
                </a:lnTo>
                <a:lnTo>
                  <a:pt x="1558633" y="58973"/>
                </a:lnTo>
                <a:lnTo>
                  <a:pt x="1558312" y="58455"/>
                </a:lnTo>
                <a:lnTo>
                  <a:pt x="1557985" y="57943"/>
                </a:lnTo>
                <a:lnTo>
                  <a:pt x="1557649" y="57438"/>
                </a:lnTo>
                <a:lnTo>
                  <a:pt x="1557305" y="56941"/>
                </a:lnTo>
                <a:lnTo>
                  <a:pt x="1556954" y="56450"/>
                </a:lnTo>
                <a:lnTo>
                  <a:pt x="1556594" y="55966"/>
                </a:lnTo>
                <a:lnTo>
                  <a:pt x="1556227" y="55491"/>
                </a:lnTo>
                <a:lnTo>
                  <a:pt x="1555850" y="55024"/>
                </a:lnTo>
                <a:lnTo>
                  <a:pt x="1555466" y="54565"/>
                </a:lnTo>
                <a:lnTo>
                  <a:pt x="1555073" y="54116"/>
                </a:lnTo>
                <a:lnTo>
                  <a:pt x="1554671" y="53676"/>
                </a:lnTo>
                <a:lnTo>
                  <a:pt x="1554261" y="53244"/>
                </a:lnTo>
                <a:lnTo>
                  <a:pt x="1553842" y="52821"/>
                </a:lnTo>
                <a:lnTo>
                  <a:pt x="1553414" y="52407"/>
                </a:lnTo>
                <a:lnTo>
                  <a:pt x="1552978" y="52002"/>
                </a:lnTo>
                <a:lnTo>
                  <a:pt x="1552534" y="51605"/>
                </a:lnTo>
                <a:lnTo>
                  <a:pt x="1552081" y="51218"/>
                </a:lnTo>
                <a:lnTo>
                  <a:pt x="1551619" y="50839"/>
                </a:lnTo>
                <a:lnTo>
                  <a:pt x="1551149" y="50469"/>
                </a:lnTo>
                <a:lnTo>
                  <a:pt x="1550670" y="50107"/>
                </a:lnTo>
                <a:lnTo>
                  <a:pt x="1550183" y="49755"/>
                </a:lnTo>
                <a:lnTo>
                  <a:pt x="1549687" y="49411"/>
                </a:lnTo>
                <a:lnTo>
                  <a:pt x="1549183" y="49077"/>
                </a:lnTo>
                <a:lnTo>
                  <a:pt x="1548670" y="48751"/>
                </a:lnTo>
                <a:lnTo>
                  <a:pt x="1548149" y="48434"/>
                </a:lnTo>
                <a:lnTo>
                  <a:pt x="1547619" y="48125"/>
                </a:lnTo>
                <a:lnTo>
                  <a:pt x="1547080" y="47826"/>
                </a:lnTo>
                <a:lnTo>
                  <a:pt x="1546533" y="47535"/>
                </a:lnTo>
                <a:lnTo>
                  <a:pt x="1545977" y="47253"/>
                </a:lnTo>
                <a:lnTo>
                  <a:pt x="1545413" y="46980"/>
                </a:lnTo>
                <a:lnTo>
                  <a:pt x="1544840" y="46717"/>
                </a:lnTo>
                <a:lnTo>
                  <a:pt x="1544258" y="46465"/>
                </a:lnTo>
                <a:lnTo>
                  <a:pt x="1543668" y="46224"/>
                </a:lnTo>
                <a:lnTo>
                  <a:pt x="1543068" y="45995"/>
                </a:lnTo>
                <a:lnTo>
                  <a:pt x="1542460" y="45777"/>
                </a:lnTo>
                <a:lnTo>
                  <a:pt x="1541843" y="45569"/>
                </a:lnTo>
                <a:lnTo>
                  <a:pt x="1541217" y="45374"/>
                </a:lnTo>
                <a:lnTo>
                  <a:pt x="1540583" y="45189"/>
                </a:lnTo>
                <a:lnTo>
                  <a:pt x="1539939" y="45015"/>
                </a:lnTo>
                <a:lnTo>
                  <a:pt x="1539287" y="44853"/>
                </a:lnTo>
                <a:lnTo>
                  <a:pt x="1538626" y="44702"/>
                </a:lnTo>
                <a:lnTo>
                  <a:pt x="1537956" y="44562"/>
                </a:lnTo>
                <a:lnTo>
                  <a:pt x="1537277" y="44433"/>
                </a:lnTo>
                <a:lnTo>
                  <a:pt x="1536589" y="44316"/>
                </a:lnTo>
                <a:lnTo>
                  <a:pt x="1535893" y="44209"/>
                </a:lnTo>
                <a:lnTo>
                  <a:pt x="1535187" y="44114"/>
                </a:lnTo>
                <a:lnTo>
                  <a:pt x="1534473" y="44030"/>
                </a:lnTo>
                <a:lnTo>
                  <a:pt x="1533750" y="43957"/>
                </a:lnTo>
                <a:lnTo>
                  <a:pt x="1533018" y="43896"/>
                </a:lnTo>
                <a:lnTo>
                  <a:pt x="1532278" y="43845"/>
                </a:lnTo>
                <a:lnTo>
                  <a:pt x="1531528" y="43806"/>
                </a:lnTo>
                <a:lnTo>
                  <a:pt x="1530770" y="43778"/>
                </a:lnTo>
                <a:lnTo>
                  <a:pt x="1530003" y="43761"/>
                </a:lnTo>
                <a:lnTo>
                  <a:pt x="1529227" y="43756"/>
                </a:lnTo>
                <a:lnTo>
                  <a:pt x="1528615" y="43761"/>
                </a:lnTo>
                <a:lnTo>
                  <a:pt x="1528006" y="43777"/>
                </a:lnTo>
                <a:lnTo>
                  <a:pt x="1527398" y="43803"/>
                </a:lnTo>
                <a:lnTo>
                  <a:pt x="1526791" y="43839"/>
                </a:lnTo>
                <a:lnTo>
                  <a:pt x="1526187" y="43886"/>
                </a:lnTo>
                <a:lnTo>
                  <a:pt x="1525584" y="43943"/>
                </a:lnTo>
                <a:lnTo>
                  <a:pt x="1524982" y="44010"/>
                </a:lnTo>
                <a:lnTo>
                  <a:pt x="1524383" y="44088"/>
                </a:lnTo>
                <a:lnTo>
                  <a:pt x="1523785" y="44176"/>
                </a:lnTo>
                <a:lnTo>
                  <a:pt x="1523189" y="44274"/>
                </a:lnTo>
                <a:lnTo>
                  <a:pt x="1522594" y="44383"/>
                </a:lnTo>
                <a:lnTo>
                  <a:pt x="1522001" y="44503"/>
                </a:lnTo>
                <a:lnTo>
                  <a:pt x="1521410" y="44632"/>
                </a:lnTo>
                <a:lnTo>
                  <a:pt x="1520821" y="44772"/>
                </a:lnTo>
                <a:lnTo>
                  <a:pt x="1520233" y="44923"/>
                </a:lnTo>
                <a:lnTo>
                  <a:pt x="1519647" y="45083"/>
                </a:lnTo>
                <a:lnTo>
                  <a:pt x="1519062" y="45255"/>
                </a:lnTo>
                <a:lnTo>
                  <a:pt x="1518479" y="45436"/>
                </a:lnTo>
                <a:lnTo>
                  <a:pt x="1517898" y="45628"/>
                </a:lnTo>
                <a:lnTo>
                  <a:pt x="1517319" y="45830"/>
                </a:lnTo>
                <a:lnTo>
                  <a:pt x="1516741" y="46043"/>
                </a:lnTo>
                <a:lnTo>
                  <a:pt x="1516165" y="46266"/>
                </a:lnTo>
                <a:lnTo>
                  <a:pt x="1515591" y="46499"/>
                </a:lnTo>
                <a:lnTo>
                  <a:pt x="1515018" y="46743"/>
                </a:lnTo>
                <a:lnTo>
                  <a:pt x="1514449" y="46997"/>
                </a:lnTo>
                <a:lnTo>
                  <a:pt x="1513884" y="47260"/>
                </a:lnTo>
                <a:lnTo>
                  <a:pt x="1513325" y="47534"/>
                </a:lnTo>
                <a:lnTo>
                  <a:pt x="1512771" y="47817"/>
                </a:lnTo>
                <a:lnTo>
                  <a:pt x="1512222" y="48110"/>
                </a:lnTo>
                <a:lnTo>
                  <a:pt x="1511678" y="48413"/>
                </a:lnTo>
                <a:lnTo>
                  <a:pt x="1511139" y="48726"/>
                </a:lnTo>
                <a:lnTo>
                  <a:pt x="1510605" y="49048"/>
                </a:lnTo>
                <a:lnTo>
                  <a:pt x="1510076" y="49380"/>
                </a:lnTo>
                <a:lnTo>
                  <a:pt x="1509552" y="49723"/>
                </a:lnTo>
                <a:lnTo>
                  <a:pt x="1509033" y="50075"/>
                </a:lnTo>
                <a:lnTo>
                  <a:pt x="1508519" y="50436"/>
                </a:lnTo>
                <a:lnTo>
                  <a:pt x="1508010" y="50808"/>
                </a:lnTo>
                <a:lnTo>
                  <a:pt x="1507507" y="51189"/>
                </a:lnTo>
                <a:lnTo>
                  <a:pt x="1507008" y="51580"/>
                </a:lnTo>
                <a:lnTo>
                  <a:pt x="1506514" y="51981"/>
                </a:lnTo>
                <a:lnTo>
                  <a:pt x="1506026" y="52392"/>
                </a:lnTo>
                <a:lnTo>
                  <a:pt x="1505542" y="52813"/>
                </a:lnTo>
                <a:lnTo>
                  <a:pt x="1505064" y="53243"/>
                </a:lnTo>
                <a:lnTo>
                  <a:pt x="1504590" y="53683"/>
                </a:lnTo>
                <a:lnTo>
                  <a:pt x="1504122" y="54133"/>
                </a:lnTo>
                <a:lnTo>
                  <a:pt x="1503659" y="54593"/>
                </a:lnTo>
                <a:lnTo>
                  <a:pt x="1503200" y="55063"/>
                </a:lnTo>
                <a:lnTo>
                  <a:pt x="1502747" y="55542"/>
                </a:lnTo>
                <a:lnTo>
                  <a:pt x="1502300" y="56031"/>
                </a:lnTo>
                <a:lnTo>
                  <a:pt x="1501861" y="56529"/>
                </a:lnTo>
                <a:lnTo>
                  <a:pt x="1501430" y="57035"/>
                </a:lnTo>
                <a:lnTo>
                  <a:pt x="1501007" y="57551"/>
                </a:lnTo>
                <a:lnTo>
                  <a:pt x="1500591" y="58075"/>
                </a:lnTo>
                <a:lnTo>
                  <a:pt x="1500184" y="58608"/>
                </a:lnTo>
                <a:lnTo>
                  <a:pt x="1499784" y="59150"/>
                </a:lnTo>
                <a:lnTo>
                  <a:pt x="1499392" y="59700"/>
                </a:lnTo>
                <a:lnTo>
                  <a:pt x="1499008" y="60260"/>
                </a:lnTo>
                <a:lnTo>
                  <a:pt x="1498632" y="60828"/>
                </a:lnTo>
                <a:lnTo>
                  <a:pt x="1498264" y="61405"/>
                </a:lnTo>
                <a:lnTo>
                  <a:pt x="1497903" y="61991"/>
                </a:lnTo>
                <a:lnTo>
                  <a:pt x="1497551" y="62586"/>
                </a:lnTo>
                <a:lnTo>
                  <a:pt x="1497206" y="63189"/>
                </a:lnTo>
                <a:lnTo>
                  <a:pt x="1496869" y="63802"/>
                </a:lnTo>
                <a:lnTo>
                  <a:pt x="1496540" y="64423"/>
                </a:lnTo>
                <a:lnTo>
                  <a:pt x="1496219" y="65053"/>
                </a:lnTo>
                <a:lnTo>
                  <a:pt x="1495905" y="65692"/>
                </a:lnTo>
                <a:lnTo>
                  <a:pt x="1495600" y="66340"/>
                </a:lnTo>
                <a:lnTo>
                  <a:pt x="1495302" y="66996"/>
                </a:lnTo>
                <a:lnTo>
                  <a:pt x="1495012" y="67662"/>
                </a:lnTo>
                <a:lnTo>
                  <a:pt x="1494730" y="68336"/>
                </a:lnTo>
                <a:lnTo>
                  <a:pt x="1494456" y="69019"/>
                </a:lnTo>
                <a:lnTo>
                  <a:pt x="1494190" y="69711"/>
                </a:lnTo>
                <a:lnTo>
                  <a:pt x="1493933" y="70411"/>
                </a:lnTo>
                <a:lnTo>
                  <a:pt x="1493687" y="71119"/>
                </a:lnTo>
                <a:lnTo>
                  <a:pt x="1493452" y="71836"/>
                </a:lnTo>
                <a:lnTo>
                  <a:pt x="1493228" y="72560"/>
                </a:lnTo>
                <a:lnTo>
                  <a:pt x="1493014" y="73292"/>
                </a:lnTo>
                <a:lnTo>
                  <a:pt x="1492812" y="74032"/>
                </a:lnTo>
                <a:lnTo>
                  <a:pt x="1492621" y="74781"/>
                </a:lnTo>
                <a:lnTo>
                  <a:pt x="1492440" y="75537"/>
                </a:lnTo>
                <a:lnTo>
                  <a:pt x="1492271" y="76301"/>
                </a:lnTo>
                <a:lnTo>
                  <a:pt x="1492112" y="77073"/>
                </a:lnTo>
                <a:lnTo>
                  <a:pt x="1491965" y="77853"/>
                </a:lnTo>
                <a:lnTo>
                  <a:pt x="1491828" y="78641"/>
                </a:lnTo>
                <a:lnTo>
                  <a:pt x="1491703" y="79438"/>
                </a:lnTo>
                <a:lnTo>
                  <a:pt x="1491588" y="80242"/>
                </a:lnTo>
                <a:lnTo>
                  <a:pt x="1491484" y="81054"/>
                </a:lnTo>
                <a:lnTo>
                  <a:pt x="1491391" y="81874"/>
                </a:lnTo>
                <a:lnTo>
                  <a:pt x="1491309" y="82702"/>
                </a:lnTo>
                <a:lnTo>
                  <a:pt x="1491238" y="83538"/>
                </a:lnTo>
                <a:lnTo>
                  <a:pt x="1491178" y="84382"/>
                </a:lnTo>
                <a:lnTo>
                  <a:pt x="1491129" y="85234"/>
                </a:lnTo>
                <a:lnTo>
                  <a:pt x="1491090" y="86095"/>
                </a:lnTo>
                <a:lnTo>
                  <a:pt x="1491063" y="86963"/>
                </a:lnTo>
                <a:lnTo>
                  <a:pt x="1491047" y="87839"/>
                </a:lnTo>
                <a:lnTo>
                  <a:pt x="1491041" y="88723"/>
                </a:lnTo>
                <a:lnTo>
                  <a:pt x="1491041" y="92113"/>
                </a:lnTo>
                <a:lnTo>
                  <a:pt x="1491046" y="92878"/>
                </a:lnTo>
                <a:lnTo>
                  <a:pt x="1491061" y="93637"/>
                </a:lnTo>
                <a:lnTo>
                  <a:pt x="1491085" y="94391"/>
                </a:lnTo>
                <a:lnTo>
                  <a:pt x="1491120" y="95141"/>
                </a:lnTo>
                <a:lnTo>
                  <a:pt x="1491164" y="95885"/>
                </a:lnTo>
                <a:lnTo>
                  <a:pt x="1491218" y="96624"/>
                </a:lnTo>
                <a:lnTo>
                  <a:pt x="1491281" y="97358"/>
                </a:lnTo>
                <a:lnTo>
                  <a:pt x="1491355" y="98087"/>
                </a:lnTo>
                <a:lnTo>
                  <a:pt x="1491438" y="98811"/>
                </a:lnTo>
                <a:lnTo>
                  <a:pt x="1491532" y="99530"/>
                </a:lnTo>
                <a:lnTo>
                  <a:pt x="1491635" y="100244"/>
                </a:lnTo>
                <a:lnTo>
                  <a:pt x="1491748" y="100953"/>
                </a:lnTo>
                <a:lnTo>
                  <a:pt x="1491870" y="101657"/>
                </a:lnTo>
                <a:lnTo>
                  <a:pt x="1492003" y="102356"/>
                </a:lnTo>
                <a:lnTo>
                  <a:pt x="1492145" y="103050"/>
                </a:lnTo>
                <a:lnTo>
                  <a:pt x="1492297" y="103739"/>
                </a:lnTo>
                <a:lnTo>
                  <a:pt x="1492459" y="104422"/>
                </a:lnTo>
                <a:lnTo>
                  <a:pt x="1492630" y="105101"/>
                </a:lnTo>
                <a:lnTo>
                  <a:pt x="1492812" y="105774"/>
                </a:lnTo>
                <a:lnTo>
                  <a:pt x="1493003" y="106443"/>
                </a:lnTo>
                <a:lnTo>
                  <a:pt x="1493204" y="107106"/>
                </a:lnTo>
                <a:lnTo>
                  <a:pt x="1493415" y="107765"/>
                </a:lnTo>
                <a:lnTo>
                  <a:pt x="1493636" y="108418"/>
                </a:lnTo>
                <a:lnTo>
                  <a:pt x="1493867" y="109067"/>
                </a:lnTo>
                <a:lnTo>
                  <a:pt x="1494106" y="109709"/>
                </a:lnTo>
                <a:lnTo>
                  <a:pt x="1494355" y="110344"/>
                </a:lnTo>
                <a:lnTo>
                  <a:pt x="1494612" y="110971"/>
                </a:lnTo>
                <a:lnTo>
                  <a:pt x="1494877" y="111592"/>
                </a:lnTo>
                <a:lnTo>
                  <a:pt x="1495151" y="112205"/>
                </a:lnTo>
                <a:lnTo>
                  <a:pt x="1495433" y="112811"/>
                </a:lnTo>
                <a:lnTo>
                  <a:pt x="1495724" y="113409"/>
                </a:lnTo>
                <a:lnTo>
                  <a:pt x="1496024" y="114000"/>
                </a:lnTo>
                <a:lnTo>
                  <a:pt x="1496332" y="114584"/>
                </a:lnTo>
                <a:lnTo>
                  <a:pt x="1496649" y="115161"/>
                </a:lnTo>
                <a:lnTo>
                  <a:pt x="1496974" y="115730"/>
                </a:lnTo>
                <a:lnTo>
                  <a:pt x="1497308" y="116292"/>
                </a:lnTo>
                <a:lnTo>
                  <a:pt x="1497650" y="116847"/>
                </a:lnTo>
                <a:lnTo>
                  <a:pt x="1498001" y="117394"/>
                </a:lnTo>
                <a:lnTo>
                  <a:pt x="1498360" y="117934"/>
                </a:lnTo>
                <a:lnTo>
                  <a:pt x="1498728" y="118467"/>
                </a:lnTo>
                <a:lnTo>
                  <a:pt x="1499105" y="118993"/>
                </a:lnTo>
                <a:lnTo>
                  <a:pt x="1499490" y="119511"/>
                </a:lnTo>
                <a:lnTo>
                  <a:pt x="1499884" y="120022"/>
                </a:lnTo>
                <a:lnTo>
                  <a:pt x="1500286" y="120526"/>
                </a:lnTo>
                <a:lnTo>
                  <a:pt x="1500697" y="121022"/>
                </a:lnTo>
                <a:lnTo>
                  <a:pt x="1501116" y="121512"/>
                </a:lnTo>
                <a:lnTo>
                  <a:pt x="1501544" y="121993"/>
                </a:lnTo>
                <a:lnTo>
                  <a:pt x="1501980" y="122468"/>
                </a:lnTo>
                <a:lnTo>
                  <a:pt x="1502424" y="122934"/>
                </a:lnTo>
                <a:lnTo>
                  <a:pt x="1502876" y="123392"/>
                </a:lnTo>
                <a:lnTo>
                  <a:pt x="1503335" y="123841"/>
                </a:lnTo>
                <a:lnTo>
                  <a:pt x="1503801" y="124281"/>
                </a:lnTo>
                <a:lnTo>
                  <a:pt x="1504274" y="124712"/>
                </a:lnTo>
                <a:lnTo>
                  <a:pt x="1504755" y="125135"/>
                </a:lnTo>
                <a:lnTo>
                  <a:pt x="1505243" y="125548"/>
                </a:lnTo>
                <a:lnTo>
                  <a:pt x="1505739" y="125953"/>
                </a:lnTo>
                <a:lnTo>
                  <a:pt x="1506241" y="126349"/>
                </a:lnTo>
                <a:lnTo>
                  <a:pt x="1506751" y="126736"/>
                </a:lnTo>
                <a:lnTo>
                  <a:pt x="1507268" y="127114"/>
                </a:lnTo>
                <a:lnTo>
                  <a:pt x="1507793" y="127483"/>
                </a:lnTo>
                <a:lnTo>
                  <a:pt x="1508324" y="127844"/>
                </a:lnTo>
                <a:lnTo>
                  <a:pt x="1508863" y="128196"/>
                </a:lnTo>
                <a:lnTo>
                  <a:pt x="1509410" y="128539"/>
                </a:lnTo>
                <a:lnTo>
                  <a:pt x="1509963" y="128873"/>
                </a:lnTo>
                <a:lnTo>
                  <a:pt x="1510524" y="129198"/>
                </a:lnTo>
                <a:lnTo>
                  <a:pt x="1511093" y="129514"/>
                </a:lnTo>
                <a:lnTo>
                  <a:pt x="1511668" y="129822"/>
                </a:lnTo>
                <a:lnTo>
                  <a:pt x="1512251" y="130121"/>
                </a:lnTo>
                <a:lnTo>
                  <a:pt x="1512841" y="130410"/>
                </a:lnTo>
                <a:lnTo>
                  <a:pt x="1513438" y="130692"/>
                </a:lnTo>
                <a:lnTo>
                  <a:pt x="1514043" y="130964"/>
                </a:lnTo>
                <a:lnTo>
                  <a:pt x="1514655" y="131227"/>
                </a:lnTo>
                <a:lnTo>
                  <a:pt x="1515273" y="131481"/>
                </a:lnTo>
                <a:lnTo>
                  <a:pt x="1515898" y="131724"/>
                </a:lnTo>
                <a:lnTo>
                  <a:pt x="1516529" y="131956"/>
                </a:lnTo>
                <a:lnTo>
                  <a:pt x="1517165" y="132177"/>
                </a:lnTo>
                <a:lnTo>
                  <a:pt x="1517808" y="132387"/>
                </a:lnTo>
                <a:lnTo>
                  <a:pt x="1518457" y="132587"/>
                </a:lnTo>
                <a:lnTo>
                  <a:pt x="1519111" y="132776"/>
                </a:lnTo>
                <a:lnTo>
                  <a:pt x="1519772" y="132954"/>
                </a:lnTo>
                <a:lnTo>
                  <a:pt x="1520439" y="133121"/>
                </a:lnTo>
                <a:lnTo>
                  <a:pt x="1521112" y="133278"/>
                </a:lnTo>
                <a:lnTo>
                  <a:pt x="1521791" y="133423"/>
                </a:lnTo>
                <a:lnTo>
                  <a:pt x="1522475" y="133558"/>
                </a:lnTo>
                <a:lnTo>
                  <a:pt x="1523166" y="133682"/>
                </a:lnTo>
                <a:lnTo>
                  <a:pt x="1523863" y="133796"/>
                </a:lnTo>
                <a:lnTo>
                  <a:pt x="1524566" y="133898"/>
                </a:lnTo>
                <a:lnTo>
                  <a:pt x="1525275" y="133990"/>
                </a:lnTo>
                <a:lnTo>
                  <a:pt x="1525990" y="134071"/>
                </a:lnTo>
                <a:lnTo>
                  <a:pt x="1526711" y="134141"/>
                </a:lnTo>
                <a:lnTo>
                  <a:pt x="1527438" y="134200"/>
                </a:lnTo>
                <a:lnTo>
                  <a:pt x="1528171" y="134249"/>
                </a:lnTo>
                <a:lnTo>
                  <a:pt x="1528911" y="134287"/>
                </a:lnTo>
                <a:lnTo>
                  <a:pt x="1529656" y="134314"/>
                </a:lnTo>
                <a:lnTo>
                  <a:pt x="1530407" y="134330"/>
                </a:lnTo>
                <a:lnTo>
                  <a:pt x="1531164" y="134335"/>
                </a:lnTo>
                <a:lnTo>
                  <a:pt x="1531880" y="134331"/>
                </a:lnTo>
                <a:lnTo>
                  <a:pt x="1532588" y="134319"/>
                </a:lnTo>
                <a:lnTo>
                  <a:pt x="1533288" y="134297"/>
                </a:lnTo>
                <a:lnTo>
                  <a:pt x="1533980" y="134268"/>
                </a:lnTo>
                <a:lnTo>
                  <a:pt x="1534663" y="134230"/>
                </a:lnTo>
                <a:lnTo>
                  <a:pt x="1535339" y="134184"/>
                </a:lnTo>
                <a:lnTo>
                  <a:pt x="1536007" y="134129"/>
                </a:lnTo>
                <a:lnTo>
                  <a:pt x="1536667" y="134066"/>
                </a:lnTo>
                <a:lnTo>
                  <a:pt x="1537319" y="133995"/>
                </a:lnTo>
                <a:lnTo>
                  <a:pt x="1537963" y="133915"/>
                </a:lnTo>
                <a:lnTo>
                  <a:pt x="1538599" y="133827"/>
                </a:lnTo>
                <a:lnTo>
                  <a:pt x="1539227" y="133730"/>
                </a:lnTo>
                <a:lnTo>
                  <a:pt x="1539847" y="133625"/>
                </a:lnTo>
                <a:lnTo>
                  <a:pt x="1540459" y="133511"/>
                </a:lnTo>
                <a:lnTo>
                  <a:pt x="1541063" y="133389"/>
                </a:lnTo>
                <a:lnTo>
                  <a:pt x="1541659" y="133259"/>
                </a:lnTo>
                <a:lnTo>
                  <a:pt x="1542247" y="133120"/>
                </a:lnTo>
                <a:lnTo>
                  <a:pt x="1542827" y="132973"/>
                </a:lnTo>
                <a:lnTo>
                  <a:pt x="1543399" y="132817"/>
                </a:lnTo>
                <a:lnTo>
                  <a:pt x="1543963" y="132653"/>
                </a:lnTo>
                <a:lnTo>
                  <a:pt x="1544519" y="132481"/>
                </a:lnTo>
                <a:lnTo>
                  <a:pt x="1545067" y="132300"/>
                </a:lnTo>
                <a:lnTo>
                  <a:pt x="1545607" y="132111"/>
                </a:lnTo>
                <a:lnTo>
                  <a:pt x="1546140" y="131913"/>
                </a:lnTo>
                <a:lnTo>
                  <a:pt x="1546664" y="131709"/>
                </a:lnTo>
                <a:lnTo>
                  <a:pt x="1547182" y="131500"/>
                </a:lnTo>
                <a:lnTo>
                  <a:pt x="1547693" y="131285"/>
                </a:lnTo>
                <a:lnTo>
                  <a:pt x="1548197" y="131066"/>
                </a:lnTo>
                <a:lnTo>
                  <a:pt x="1548694" y="130841"/>
                </a:lnTo>
                <a:lnTo>
                  <a:pt x="1549185" y="130612"/>
                </a:lnTo>
                <a:lnTo>
                  <a:pt x="1549668" y="130377"/>
                </a:lnTo>
                <a:lnTo>
                  <a:pt x="1550145" y="130137"/>
                </a:lnTo>
                <a:lnTo>
                  <a:pt x="1550614" y="129893"/>
                </a:lnTo>
                <a:lnTo>
                  <a:pt x="1551077" y="129643"/>
                </a:lnTo>
                <a:lnTo>
                  <a:pt x="1551533" y="129388"/>
                </a:lnTo>
                <a:lnTo>
                  <a:pt x="1551982" y="129128"/>
                </a:lnTo>
                <a:lnTo>
                  <a:pt x="1552425" y="128863"/>
                </a:lnTo>
                <a:lnTo>
                  <a:pt x="1552860" y="128593"/>
                </a:lnTo>
                <a:lnTo>
                  <a:pt x="1553289" y="128318"/>
                </a:lnTo>
                <a:lnTo>
                  <a:pt x="1553710" y="128038"/>
                </a:lnTo>
                <a:lnTo>
                  <a:pt x="1554125" y="127753"/>
                </a:lnTo>
                <a:lnTo>
                  <a:pt x="1554533" y="127463"/>
                </a:lnTo>
                <a:lnTo>
                  <a:pt x="1554934" y="127168"/>
                </a:lnTo>
                <a:lnTo>
                  <a:pt x="1555328" y="126868"/>
                </a:lnTo>
                <a:lnTo>
                  <a:pt x="1555716" y="126563"/>
                </a:lnTo>
                <a:lnTo>
                  <a:pt x="1556096" y="126252"/>
                </a:lnTo>
                <a:lnTo>
                  <a:pt x="1556470" y="125937"/>
                </a:lnTo>
                <a:lnTo>
                  <a:pt x="1556836" y="125616"/>
                </a:lnTo>
                <a:lnTo>
                  <a:pt x="1557197" y="125293"/>
                </a:lnTo>
                <a:lnTo>
                  <a:pt x="1557552" y="124968"/>
                </a:lnTo>
                <a:lnTo>
                  <a:pt x="1557902" y="124641"/>
                </a:lnTo>
                <a:lnTo>
                  <a:pt x="1558247" y="124314"/>
                </a:lnTo>
                <a:lnTo>
                  <a:pt x="1558586" y="123984"/>
                </a:lnTo>
                <a:lnTo>
                  <a:pt x="1558920" y="123654"/>
                </a:lnTo>
                <a:lnTo>
                  <a:pt x="1559249" y="123322"/>
                </a:lnTo>
                <a:lnTo>
                  <a:pt x="1559572" y="122988"/>
                </a:lnTo>
                <a:lnTo>
                  <a:pt x="1559890" y="122653"/>
                </a:lnTo>
                <a:lnTo>
                  <a:pt x="1560203" y="122317"/>
                </a:lnTo>
                <a:lnTo>
                  <a:pt x="1560510" y="121980"/>
                </a:lnTo>
                <a:lnTo>
                  <a:pt x="1560812" y="121640"/>
                </a:lnTo>
                <a:lnTo>
                  <a:pt x="1561109" y="121300"/>
                </a:lnTo>
                <a:lnTo>
                  <a:pt x="1561400" y="120958"/>
                </a:lnTo>
                <a:lnTo>
                  <a:pt x="1561686" y="120615"/>
                </a:lnTo>
                <a:lnTo>
                  <a:pt x="1561967" y="120270"/>
                </a:lnTo>
                <a:lnTo>
                  <a:pt x="1562243" y="119924"/>
                </a:lnTo>
                <a:lnTo>
                  <a:pt x="1562513" y="119577"/>
                </a:lnTo>
                <a:lnTo>
                  <a:pt x="1562777" y="119228"/>
                </a:lnTo>
                <a:lnTo>
                  <a:pt x="1563037" y="118878"/>
                </a:lnTo>
                <a:lnTo>
                  <a:pt x="1563291" y="118526"/>
                </a:lnTo>
                <a:lnTo>
                  <a:pt x="1563540" y="118173"/>
                </a:lnTo>
                <a:lnTo>
                  <a:pt x="1563783" y="117819"/>
                </a:lnTo>
                <a:lnTo>
                  <a:pt x="1564021" y="117463"/>
                </a:lnTo>
                <a:lnTo>
                  <a:pt x="1554980" y="110278"/>
                </a:lnTo>
                <a:lnTo>
                  <a:pt x="1554634" y="110725"/>
                </a:lnTo>
                <a:lnTo>
                  <a:pt x="1554284" y="111164"/>
                </a:lnTo>
                <a:lnTo>
                  <a:pt x="1553929" y="111596"/>
                </a:lnTo>
                <a:lnTo>
                  <a:pt x="1553569" y="112020"/>
                </a:lnTo>
                <a:lnTo>
                  <a:pt x="1553204" y="112437"/>
                </a:lnTo>
                <a:lnTo>
                  <a:pt x="1552835" y="112846"/>
                </a:lnTo>
                <a:lnTo>
                  <a:pt x="1552461" y="113247"/>
                </a:lnTo>
                <a:lnTo>
                  <a:pt x="1552082" y="113641"/>
                </a:lnTo>
                <a:lnTo>
                  <a:pt x="1551699" y="114028"/>
                </a:lnTo>
                <a:lnTo>
                  <a:pt x="1551310" y="114407"/>
                </a:lnTo>
                <a:lnTo>
                  <a:pt x="1550917" y="114778"/>
                </a:lnTo>
                <a:lnTo>
                  <a:pt x="1550519" y="115142"/>
                </a:lnTo>
                <a:lnTo>
                  <a:pt x="1550117" y="115498"/>
                </a:lnTo>
                <a:lnTo>
                  <a:pt x="1549709" y="115846"/>
                </a:lnTo>
                <a:lnTo>
                  <a:pt x="1549297" y="116187"/>
                </a:lnTo>
                <a:lnTo>
                  <a:pt x="1548880" y="116521"/>
                </a:lnTo>
                <a:lnTo>
                  <a:pt x="1548458" y="116847"/>
                </a:lnTo>
                <a:lnTo>
                  <a:pt x="1548032" y="117165"/>
                </a:lnTo>
                <a:lnTo>
                  <a:pt x="1547600" y="117476"/>
                </a:lnTo>
                <a:lnTo>
                  <a:pt x="1547164" y="117779"/>
                </a:lnTo>
                <a:lnTo>
                  <a:pt x="1546724" y="118074"/>
                </a:lnTo>
                <a:lnTo>
                  <a:pt x="1546278" y="118362"/>
                </a:lnTo>
                <a:lnTo>
                  <a:pt x="1545828" y="118643"/>
                </a:lnTo>
                <a:lnTo>
                  <a:pt x="1545373" y="118916"/>
                </a:lnTo>
                <a:lnTo>
                  <a:pt x="1544911" y="119179"/>
                </a:lnTo>
                <a:lnTo>
                  <a:pt x="1544441" y="119432"/>
                </a:lnTo>
                <a:lnTo>
                  <a:pt x="1543962" y="119673"/>
                </a:lnTo>
                <a:lnTo>
                  <a:pt x="1543475" y="119903"/>
                </a:lnTo>
                <a:lnTo>
                  <a:pt x="1542980" y="120121"/>
                </a:lnTo>
                <a:lnTo>
                  <a:pt x="1542476" y="120329"/>
                </a:lnTo>
                <a:lnTo>
                  <a:pt x="1541964" y="120525"/>
                </a:lnTo>
                <a:lnTo>
                  <a:pt x="1541444" y="120710"/>
                </a:lnTo>
                <a:lnTo>
                  <a:pt x="1540915" y="120884"/>
                </a:lnTo>
                <a:lnTo>
                  <a:pt x="1540377" y="121046"/>
                </a:lnTo>
                <a:lnTo>
                  <a:pt x="1539832" y="121198"/>
                </a:lnTo>
                <a:lnTo>
                  <a:pt x="1539278" y="121338"/>
                </a:lnTo>
                <a:lnTo>
                  <a:pt x="1538715" y="121467"/>
                </a:lnTo>
                <a:lnTo>
                  <a:pt x="1538144" y="121584"/>
                </a:lnTo>
                <a:lnTo>
                  <a:pt x="1537565" y="121691"/>
                </a:lnTo>
                <a:lnTo>
                  <a:pt x="1536977" y="121786"/>
                </a:lnTo>
                <a:lnTo>
                  <a:pt x="1536380" y="121870"/>
                </a:lnTo>
                <a:lnTo>
                  <a:pt x="1535776" y="121943"/>
                </a:lnTo>
                <a:lnTo>
                  <a:pt x="1535163" y="122005"/>
                </a:lnTo>
                <a:lnTo>
                  <a:pt x="1534541" y="122055"/>
                </a:lnTo>
                <a:lnTo>
                  <a:pt x="1533911" y="122095"/>
                </a:lnTo>
                <a:lnTo>
                  <a:pt x="1533273" y="122123"/>
                </a:lnTo>
                <a:lnTo>
                  <a:pt x="1532627" y="122139"/>
                </a:lnTo>
                <a:lnTo>
                  <a:pt x="1531971" y="122145"/>
                </a:lnTo>
                <a:lnTo>
                  <a:pt x="1531462" y="122141"/>
                </a:lnTo>
                <a:lnTo>
                  <a:pt x="1530958" y="122129"/>
                </a:lnTo>
                <a:lnTo>
                  <a:pt x="1530458" y="122108"/>
                </a:lnTo>
                <a:lnTo>
                  <a:pt x="1529963" y="122080"/>
                </a:lnTo>
                <a:lnTo>
                  <a:pt x="1529473" y="122043"/>
                </a:lnTo>
                <a:lnTo>
                  <a:pt x="1528987" y="121999"/>
                </a:lnTo>
                <a:lnTo>
                  <a:pt x="1528506" y="121946"/>
                </a:lnTo>
                <a:lnTo>
                  <a:pt x="1528029" y="121885"/>
                </a:lnTo>
                <a:lnTo>
                  <a:pt x="1527557" y="121816"/>
                </a:lnTo>
                <a:lnTo>
                  <a:pt x="1527090" y="121739"/>
                </a:lnTo>
                <a:lnTo>
                  <a:pt x="1526627" y="121653"/>
                </a:lnTo>
                <a:lnTo>
                  <a:pt x="1526169" y="121560"/>
                </a:lnTo>
                <a:lnTo>
                  <a:pt x="1525715" y="121458"/>
                </a:lnTo>
                <a:lnTo>
                  <a:pt x="1525267" y="121348"/>
                </a:lnTo>
                <a:lnTo>
                  <a:pt x="1524822" y="121231"/>
                </a:lnTo>
                <a:lnTo>
                  <a:pt x="1524383" y="121105"/>
                </a:lnTo>
                <a:lnTo>
                  <a:pt x="1523948" y="120970"/>
                </a:lnTo>
                <a:lnTo>
                  <a:pt x="1523517" y="120828"/>
                </a:lnTo>
                <a:lnTo>
                  <a:pt x="1523092" y="120678"/>
                </a:lnTo>
                <a:lnTo>
                  <a:pt x="1522671" y="120519"/>
                </a:lnTo>
                <a:lnTo>
                  <a:pt x="1522254" y="120353"/>
                </a:lnTo>
                <a:lnTo>
                  <a:pt x="1521842" y="120178"/>
                </a:lnTo>
                <a:lnTo>
                  <a:pt x="1521435" y="119995"/>
                </a:lnTo>
                <a:lnTo>
                  <a:pt x="1521032" y="119804"/>
                </a:lnTo>
                <a:lnTo>
                  <a:pt x="1520635" y="119606"/>
                </a:lnTo>
                <a:lnTo>
                  <a:pt x="1520242" y="119401"/>
                </a:lnTo>
                <a:lnTo>
                  <a:pt x="1519854" y="119191"/>
                </a:lnTo>
                <a:lnTo>
                  <a:pt x="1519472" y="118974"/>
                </a:lnTo>
                <a:lnTo>
                  <a:pt x="1519094" y="118751"/>
                </a:lnTo>
                <a:lnTo>
                  <a:pt x="1518722" y="118522"/>
                </a:lnTo>
                <a:lnTo>
                  <a:pt x="1518354" y="118287"/>
                </a:lnTo>
                <a:lnTo>
                  <a:pt x="1517992" y="118046"/>
                </a:lnTo>
                <a:lnTo>
                  <a:pt x="1517634" y="117798"/>
                </a:lnTo>
                <a:lnTo>
                  <a:pt x="1517282" y="117545"/>
                </a:lnTo>
                <a:lnTo>
                  <a:pt x="1516935" y="117285"/>
                </a:lnTo>
                <a:lnTo>
                  <a:pt x="1516592" y="117019"/>
                </a:lnTo>
                <a:lnTo>
                  <a:pt x="1516255" y="116746"/>
                </a:lnTo>
                <a:lnTo>
                  <a:pt x="1515923" y="116468"/>
                </a:lnTo>
                <a:lnTo>
                  <a:pt x="1515596" y="116184"/>
                </a:lnTo>
                <a:lnTo>
                  <a:pt x="1515274" y="115893"/>
                </a:lnTo>
                <a:lnTo>
                  <a:pt x="1514957" y="115596"/>
                </a:lnTo>
                <a:lnTo>
                  <a:pt x="1514645" y="115293"/>
                </a:lnTo>
                <a:lnTo>
                  <a:pt x="1514338" y="114984"/>
                </a:lnTo>
                <a:lnTo>
                  <a:pt x="1514036" y="114669"/>
                </a:lnTo>
                <a:lnTo>
                  <a:pt x="1513739" y="114347"/>
                </a:lnTo>
                <a:lnTo>
                  <a:pt x="1513447" y="114019"/>
                </a:lnTo>
                <a:lnTo>
                  <a:pt x="1513160" y="113685"/>
                </a:lnTo>
                <a:lnTo>
                  <a:pt x="1512879" y="113345"/>
                </a:lnTo>
                <a:lnTo>
                  <a:pt x="1512602" y="113000"/>
                </a:lnTo>
                <a:lnTo>
                  <a:pt x="1512332" y="112650"/>
                </a:lnTo>
                <a:lnTo>
                  <a:pt x="1512066" y="112295"/>
                </a:lnTo>
                <a:lnTo>
                  <a:pt x="1511807" y="111936"/>
                </a:lnTo>
                <a:lnTo>
                  <a:pt x="1511553" y="111572"/>
                </a:lnTo>
                <a:lnTo>
                  <a:pt x="1511304" y="111204"/>
                </a:lnTo>
                <a:lnTo>
                  <a:pt x="1511062" y="110830"/>
                </a:lnTo>
                <a:lnTo>
                  <a:pt x="1510825" y="110453"/>
                </a:lnTo>
                <a:lnTo>
                  <a:pt x="1510593" y="110070"/>
                </a:lnTo>
                <a:lnTo>
                  <a:pt x="1510367" y="109683"/>
                </a:lnTo>
                <a:lnTo>
                  <a:pt x="1510147" y="109291"/>
                </a:lnTo>
                <a:lnTo>
                  <a:pt x="1509932" y="108895"/>
                </a:lnTo>
                <a:lnTo>
                  <a:pt x="1509723" y="108494"/>
                </a:lnTo>
                <a:lnTo>
                  <a:pt x="1509519" y="108089"/>
                </a:lnTo>
                <a:lnTo>
                  <a:pt x="1509321" y="107679"/>
                </a:lnTo>
                <a:lnTo>
                  <a:pt x="1509129" y="107264"/>
                </a:lnTo>
                <a:lnTo>
                  <a:pt x="1508943" y="106844"/>
                </a:lnTo>
                <a:lnTo>
                  <a:pt x="1508761" y="106420"/>
                </a:lnTo>
                <a:lnTo>
                  <a:pt x="1508586" y="105992"/>
                </a:lnTo>
                <a:lnTo>
                  <a:pt x="1508416" y="105558"/>
                </a:lnTo>
                <a:lnTo>
                  <a:pt x="1508252" y="105120"/>
                </a:lnTo>
                <a:lnTo>
                  <a:pt x="1508093" y="104678"/>
                </a:lnTo>
                <a:lnTo>
                  <a:pt x="1507940" y="104231"/>
                </a:lnTo>
                <a:lnTo>
                  <a:pt x="1507793" y="103779"/>
                </a:lnTo>
                <a:lnTo>
                  <a:pt x="1507651" y="103323"/>
                </a:lnTo>
                <a:lnTo>
                  <a:pt x="1507515" y="102865"/>
                </a:lnTo>
                <a:lnTo>
                  <a:pt x="1507386" y="102405"/>
                </a:lnTo>
                <a:lnTo>
                  <a:pt x="1507262" y="101941"/>
                </a:lnTo>
                <a:lnTo>
                  <a:pt x="1507145" y="101475"/>
                </a:lnTo>
                <a:lnTo>
                  <a:pt x="1507033" y="101006"/>
                </a:lnTo>
                <a:lnTo>
                  <a:pt x="1506928" y="100535"/>
                </a:lnTo>
                <a:lnTo>
                  <a:pt x="1506828" y="100061"/>
                </a:lnTo>
                <a:lnTo>
                  <a:pt x="1506735" y="99584"/>
                </a:lnTo>
                <a:lnTo>
                  <a:pt x="1506648" y="99105"/>
                </a:lnTo>
                <a:lnTo>
                  <a:pt x="1506566" y="98623"/>
                </a:lnTo>
                <a:lnTo>
                  <a:pt x="1506491" y="98138"/>
                </a:lnTo>
                <a:lnTo>
                  <a:pt x="1506422" y="97650"/>
                </a:lnTo>
                <a:lnTo>
                  <a:pt x="1506358" y="97160"/>
                </a:lnTo>
                <a:lnTo>
                  <a:pt x="1506301" y="96668"/>
                </a:lnTo>
                <a:lnTo>
                  <a:pt x="1506250" y="96172"/>
                </a:lnTo>
                <a:lnTo>
                  <a:pt x="1506205" y="95674"/>
                </a:lnTo>
                <a:lnTo>
                  <a:pt x="1506165" y="95174"/>
                </a:lnTo>
                <a:lnTo>
                  <a:pt x="1506132" y="94670"/>
                </a:lnTo>
                <a:lnTo>
                  <a:pt x="1506105" y="94164"/>
                </a:lnTo>
                <a:lnTo>
                  <a:pt x="1506084" y="93655"/>
                </a:lnTo>
                <a:lnTo>
                  <a:pt x="1506070" y="93163"/>
                </a:lnTo>
                <a:lnTo>
                  <a:pt x="1565152" y="93163"/>
                </a:lnTo>
                <a:lnTo>
                  <a:pt x="1565152" y="86472"/>
                </a:lnTo>
                <a:lnTo>
                  <a:pt x="1565148" y="85709"/>
                </a:lnTo>
                <a:lnTo>
                  <a:pt x="1565137" y="84951"/>
                </a:lnTo>
                <a:lnTo>
                  <a:pt x="1565119" y="84197"/>
                </a:lnTo>
                <a:lnTo>
                  <a:pt x="1565093" y="83449"/>
                </a:lnTo>
                <a:close/>
                <a:moveTo>
                  <a:pt x="1506908" y="78446"/>
                </a:moveTo>
                <a:lnTo>
                  <a:pt x="1507011" y="77900"/>
                </a:lnTo>
                <a:lnTo>
                  <a:pt x="1507119" y="77360"/>
                </a:lnTo>
                <a:lnTo>
                  <a:pt x="1507234" y="76826"/>
                </a:lnTo>
                <a:lnTo>
                  <a:pt x="1507355" y="76299"/>
                </a:lnTo>
                <a:lnTo>
                  <a:pt x="1507482" y="75778"/>
                </a:lnTo>
                <a:lnTo>
                  <a:pt x="1507614" y="75264"/>
                </a:lnTo>
                <a:lnTo>
                  <a:pt x="1507752" y="74756"/>
                </a:lnTo>
                <a:lnTo>
                  <a:pt x="1507896" y="74255"/>
                </a:lnTo>
                <a:lnTo>
                  <a:pt x="1508044" y="73760"/>
                </a:lnTo>
                <a:lnTo>
                  <a:pt x="1508198" y="73272"/>
                </a:lnTo>
                <a:lnTo>
                  <a:pt x="1508356" y="72790"/>
                </a:lnTo>
                <a:lnTo>
                  <a:pt x="1508518" y="72314"/>
                </a:lnTo>
                <a:lnTo>
                  <a:pt x="1508686" y="71845"/>
                </a:lnTo>
                <a:lnTo>
                  <a:pt x="1508858" y="71382"/>
                </a:lnTo>
                <a:lnTo>
                  <a:pt x="1509035" y="70926"/>
                </a:lnTo>
                <a:lnTo>
                  <a:pt x="1509217" y="70476"/>
                </a:lnTo>
                <a:lnTo>
                  <a:pt x="1509403" y="70033"/>
                </a:lnTo>
                <a:lnTo>
                  <a:pt x="1509595" y="69596"/>
                </a:lnTo>
                <a:lnTo>
                  <a:pt x="1509791" y="69166"/>
                </a:lnTo>
                <a:lnTo>
                  <a:pt x="1509992" y="68742"/>
                </a:lnTo>
                <a:lnTo>
                  <a:pt x="1510197" y="68324"/>
                </a:lnTo>
                <a:lnTo>
                  <a:pt x="1510408" y="67913"/>
                </a:lnTo>
                <a:lnTo>
                  <a:pt x="1510623" y="67509"/>
                </a:lnTo>
                <a:lnTo>
                  <a:pt x="1510843" y="67110"/>
                </a:lnTo>
                <a:lnTo>
                  <a:pt x="1511067" y="66719"/>
                </a:lnTo>
                <a:lnTo>
                  <a:pt x="1511297" y="66333"/>
                </a:lnTo>
                <a:lnTo>
                  <a:pt x="1511531" y="65954"/>
                </a:lnTo>
                <a:lnTo>
                  <a:pt x="1511770" y="65582"/>
                </a:lnTo>
                <a:lnTo>
                  <a:pt x="1512014" y="65216"/>
                </a:lnTo>
                <a:lnTo>
                  <a:pt x="1512262" y="64857"/>
                </a:lnTo>
                <a:lnTo>
                  <a:pt x="1512515" y="64504"/>
                </a:lnTo>
                <a:lnTo>
                  <a:pt x="1512773" y="64157"/>
                </a:lnTo>
                <a:lnTo>
                  <a:pt x="1513035" y="63818"/>
                </a:lnTo>
                <a:lnTo>
                  <a:pt x="1513301" y="63486"/>
                </a:lnTo>
                <a:lnTo>
                  <a:pt x="1513572" y="63161"/>
                </a:lnTo>
                <a:lnTo>
                  <a:pt x="1513846" y="62844"/>
                </a:lnTo>
                <a:lnTo>
                  <a:pt x="1514125" y="62533"/>
                </a:lnTo>
                <a:lnTo>
                  <a:pt x="1514408" y="62230"/>
                </a:lnTo>
                <a:lnTo>
                  <a:pt x="1514695" y="61934"/>
                </a:lnTo>
                <a:lnTo>
                  <a:pt x="1514986" y="61645"/>
                </a:lnTo>
                <a:lnTo>
                  <a:pt x="1515282" y="61363"/>
                </a:lnTo>
                <a:lnTo>
                  <a:pt x="1515582" y="61088"/>
                </a:lnTo>
                <a:lnTo>
                  <a:pt x="1515886" y="60820"/>
                </a:lnTo>
                <a:lnTo>
                  <a:pt x="1516194" y="60560"/>
                </a:lnTo>
                <a:lnTo>
                  <a:pt x="1516506" y="60306"/>
                </a:lnTo>
                <a:lnTo>
                  <a:pt x="1516823" y="60060"/>
                </a:lnTo>
                <a:lnTo>
                  <a:pt x="1517144" y="59821"/>
                </a:lnTo>
                <a:lnTo>
                  <a:pt x="1517469" y="59589"/>
                </a:lnTo>
                <a:lnTo>
                  <a:pt x="1517798" y="59365"/>
                </a:lnTo>
                <a:lnTo>
                  <a:pt x="1518132" y="59147"/>
                </a:lnTo>
                <a:lnTo>
                  <a:pt x="1518469" y="58937"/>
                </a:lnTo>
                <a:lnTo>
                  <a:pt x="1518811" y="58733"/>
                </a:lnTo>
                <a:lnTo>
                  <a:pt x="1519157" y="58537"/>
                </a:lnTo>
                <a:lnTo>
                  <a:pt x="1519507" y="58348"/>
                </a:lnTo>
                <a:lnTo>
                  <a:pt x="1519862" y="58166"/>
                </a:lnTo>
                <a:lnTo>
                  <a:pt x="1520220" y="57992"/>
                </a:lnTo>
                <a:lnTo>
                  <a:pt x="1520581" y="57825"/>
                </a:lnTo>
                <a:lnTo>
                  <a:pt x="1520944" y="57665"/>
                </a:lnTo>
                <a:lnTo>
                  <a:pt x="1521311" y="57513"/>
                </a:lnTo>
                <a:lnTo>
                  <a:pt x="1521680" y="57368"/>
                </a:lnTo>
                <a:lnTo>
                  <a:pt x="1522052" y="57230"/>
                </a:lnTo>
                <a:lnTo>
                  <a:pt x="1522426" y="57100"/>
                </a:lnTo>
                <a:lnTo>
                  <a:pt x="1522804" y="56978"/>
                </a:lnTo>
                <a:lnTo>
                  <a:pt x="1523184" y="56863"/>
                </a:lnTo>
                <a:lnTo>
                  <a:pt x="1523568" y="56755"/>
                </a:lnTo>
                <a:lnTo>
                  <a:pt x="1523954" y="56655"/>
                </a:lnTo>
                <a:lnTo>
                  <a:pt x="1524342" y="56562"/>
                </a:lnTo>
                <a:lnTo>
                  <a:pt x="1524734" y="56476"/>
                </a:lnTo>
                <a:lnTo>
                  <a:pt x="1525128" y="56398"/>
                </a:lnTo>
                <a:lnTo>
                  <a:pt x="1525526" y="56328"/>
                </a:lnTo>
                <a:lnTo>
                  <a:pt x="1525926" y="56265"/>
                </a:lnTo>
                <a:lnTo>
                  <a:pt x="1526328" y="56209"/>
                </a:lnTo>
                <a:lnTo>
                  <a:pt x="1526734" y="56161"/>
                </a:lnTo>
                <a:lnTo>
                  <a:pt x="1527142" y="56120"/>
                </a:lnTo>
                <a:lnTo>
                  <a:pt x="1527554" y="56086"/>
                </a:lnTo>
                <a:lnTo>
                  <a:pt x="1527968" y="56060"/>
                </a:lnTo>
                <a:lnTo>
                  <a:pt x="1528385" y="56042"/>
                </a:lnTo>
                <a:lnTo>
                  <a:pt x="1528804" y="56031"/>
                </a:lnTo>
                <a:lnTo>
                  <a:pt x="1529227" y="56027"/>
                </a:lnTo>
                <a:lnTo>
                  <a:pt x="1529860" y="56033"/>
                </a:lnTo>
                <a:lnTo>
                  <a:pt x="1530482" y="56051"/>
                </a:lnTo>
                <a:lnTo>
                  <a:pt x="1531093" y="56082"/>
                </a:lnTo>
                <a:lnTo>
                  <a:pt x="1531693" y="56125"/>
                </a:lnTo>
                <a:lnTo>
                  <a:pt x="1532282" y="56181"/>
                </a:lnTo>
                <a:lnTo>
                  <a:pt x="1532859" y="56248"/>
                </a:lnTo>
                <a:lnTo>
                  <a:pt x="1533426" y="56328"/>
                </a:lnTo>
                <a:lnTo>
                  <a:pt x="1533981" y="56420"/>
                </a:lnTo>
                <a:lnTo>
                  <a:pt x="1534525" y="56525"/>
                </a:lnTo>
                <a:lnTo>
                  <a:pt x="1535057" y="56642"/>
                </a:lnTo>
                <a:lnTo>
                  <a:pt x="1535578" y="56771"/>
                </a:lnTo>
                <a:lnTo>
                  <a:pt x="1536089" y="56912"/>
                </a:lnTo>
                <a:lnTo>
                  <a:pt x="1536588" y="57066"/>
                </a:lnTo>
                <a:lnTo>
                  <a:pt x="1537075" y="57232"/>
                </a:lnTo>
                <a:lnTo>
                  <a:pt x="1537552" y="57410"/>
                </a:lnTo>
                <a:lnTo>
                  <a:pt x="1538017" y="57601"/>
                </a:lnTo>
                <a:lnTo>
                  <a:pt x="1538471" y="57804"/>
                </a:lnTo>
                <a:lnTo>
                  <a:pt x="1538914" y="58019"/>
                </a:lnTo>
                <a:lnTo>
                  <a:pt x="1539346" y="58247"/>
                </a:lnTo>
                <a:lnTo>
                  <a:pt x="1539766" y="58487"/>
                </a:lnTo>
                <a:lnTo>
                  <a:pt x="1540176" y="58739"/>
                </a:lnTo>
                <a:lnTo>
                  <a:pt x="1540574" y="59003"/>
                </a:lnTo>
                <a:lnTo>
                  <a:pt x="1540961" y="59280"/>
                </a:lnTo>
                <a:lnTo>
                  <a:pt x="1541336" y="59569"/>
                </a:lnTo>
                <a:lnTo>
                  <a:pt x="1541702" y="59867"/>
                </a:lnTo>
                <a:lnTo>
                  <a:pt x="1542060" y="60172"/>
                </a:lnTo>
                <a:lnTo>
                  <a:pt x="1542409" y="60484"/>
                </a:lnTo>
                <a:lnTo>
                  <a:pt x="1542750" y="60802"/>
                </a:lnTo>
                <a:lnTo>
                  <a:pt x="1543083" y="61128"/>
                </a:lnTo>
                <a:lnTo>
                  <a:pt x="1543407" y="61459"/>
                </a:lnTo>
                <a:lnTo>
                  <a:pt x="1543724" y="61798"/>
                </a:lnTo>
                <a:lnTo>
                  <a:pt x="1544032" y="62143"/>
                </a:lnTo>
                <a:lnTo>
                  <a:pt x="1544331" y="62495"/>
                </a:lnTo>
                <a:lnTo>
                  <a:pt x="1544623" y="62854"/>
                </a:lnTo>
                <a:lnTo>
                  <a:pt x="1544906" y="63219"/>
                </a:lnTo>
                <a:lnTo>
                  <a:pt x="1545181" y="63592"/>
                </a:lnTo>
                <a:lnTo>
                  <a:pt x="1545448" y="63970"/>
                </a:lnTo>
                <a:lnTo>
                  <a:pt x="1545706" y="64356"/>
                </a:lnTo>
                <a:lnTo>
                  <a:pt x="1545956" y="64748"/>
                </a:lnTo>
                <a:lnTo>
                  <a:pt x="1546198" y="65147"/>
                </a:lnTo>
                <a:lnTo>
                  <a:pt x="1546431" y="65553"/>
                </a:lnTo>
                <a:lnTo>
                  <a:pt x="1546657" y="65965"/>
                </a:lnTo>
                <a:lnTo>
                  <a:pt x="1546874" y="66384"/>
                </a:lnTo>
                <a:lnTo>
                  <a:pt x="1547083" y="66810"/>
                </a:lnTo>
                <a:lnTo>
                  <a:pt x="1547283" y="67243"/>
                </a:lnTo>
                <a:lnTo>
                  <a:pt x="1547475" y="67682"/>
                </a:lnTo>
                <a:lnTo>
                  <a:pt x="1547659" y="68128"/>
                </a:lnTo>
                <a:lnTo>
                  <a:pt x="1547835" y="68580"/>
                </a:lnTo>
                <a:lnTo>
                  <a:pt x="1548003" y="69037"/>
                </a:lnTo>
                <a:lnTo>
                  <a:pt x="1548166" y="69495"/>
                </a:lnTo>
                <a:lnTo>
                  <a:pt x="1548322" y="69953"/>
                </a:lnTo>
                <a:lnTo>
                  <a:pt x="1548473" y="70413"/>
                </a:lnTo>
                <a:lnTo>
                  <a:pt x="1548617" y="70874"/>
                </a:lnTo>
                <a:lnTo>
                  <a:pt x="1548756" y="71336"/>
                </a:lnTo>
                <a:lnTo>
                  <a:pt x="1548888" y="71800"/>
                </a:lnTo>
                <a:lnTo>
                  <a:pt x="1549014" y="72264"/>
                </a:lnTo>
                <a:lnTo>
                  <a:pt x="1549135" y="72730"/>
                </a:lnTo>
                <a:lnTo>
                  <a:pt x="1549249" y="73196"/>
                </a:lnTo>
                <a:lnTo>
                  <a:pt x="1549357" y="73664"/>
                </a:lnTo>
                <a:lnTo>
                  <a:pt x="1549460" y="74133"/>
                </a:lnTo>
                <a:lnTo>
                  <a:pt x="1549556" y="74602"/>
                </a:lnTo>
                <a:lnTo>
                  <a:pt x="1549646" y="75073"/>
                </a:lnTo>
                <a:lnTo>
                  <a:pt x="1549730" y="75546"/>
                </a:lnTo>
                <a:lnTo>
                  <a:pt x="1549808" y="76019"/>
                </a:lnTo>
                <a:lnTo>
                  <a:pt x="1549880" y="76493"/>
                </a:lnTo>
                <a:lnTo>
                  <a:pt x="1549947" y="76969"/>
                </a:lnTo>
                <a:lnTo>
                  <a:pt x="1550007" y="77445"/>
                </a:lnTo>
                <a:lnTo>
                  <a:pt x="1550061" y="77923"/>
                </a:lnTo>
                <a:lnTo>
                  <a:pt x="1550109" y="78402"/>
                </a:lnTo>
                <a:lnTo>
                  <a:pt x="1550151" y="78882"/>
                </a:lnTo>
                <a:lnTo>
                  <a:pt x="1550187" y="79363"/>
                </a:lnTo>
                <a:lnTo>
                  <a:pt x="1550216" y="79845"/>
                </a:lnTo>
                <a:lnTo>
                  <a:pt x="1550216" y="80973"/>
                </a:lnTo>
                <a:lnTo>
                  <a:pt x="1506519" y="80973"/>
                </a:lnTo>
                <a:lnTo>
                  <a:pt x="1506554" y="80697"/>
                </a:lnTo>
                <a:lnTo>
                  <a:pt x="1506634" y="80124"/>
                </a:lnTo>
                <a:lnTo>
                  <a:pt x="1506719" y="79559"/>
                </a:lnTo>
                <a:lnTo>
                  <a:pt x="1506810" y="78999"/>
                </a:lnTo>
                <a:lnTo>
                  <a:pt x="1506908" y="78446"/>
                </a:lnTo>
                <a:close/>
                <a:moveTo>
                  <a:pt x="1038147" y="45370"/>
                </a:moveTo>
                <a:lnTo>
                  <a:pt x="1038147" y="132721"/>
                </a:lnTo>
                <a:lnTo>
                  <a:pt x="1053163" y="132721"/>
                </a:lnTo>
                <a:lnTo>
                  <a:pt x="1053163" y="45370"/>
                </a:lnTo>
                <a:lnTo>
                  <a:pt x="1038147" y="45370"/>
                </a:lnTo>
                <a:close/>
                <a:moveTo>
                  <a:pt x="1692712" y="23793"/>
                </a:moveTo>
                <a:lnTo>
                  <a:pt x="1692762" y="24059"/>
                </a:lnTo>
                <a:lnTo>
                  <a:pt x="1692820" y="24322"/>
                </a:lnTo>
                <a:lnTo>
                  <a:pt x="1692885" y="24582"/>
                </a:lnTo>
                <a:lnTo>
                  <a:pt x="1692958" y="24838"/>
                </a:lnTo>
                <a:lnTo>
                  <a:pt x="1693039" y="25090"/>
                </a:lnTo>
                <a:lnTo>
                  <a:pt x="1693128" y="25339"/>
                </a:lnTo>
                <a:lnTo>
                  <a:pt x="1693224" y="25585"/>
                </a:lnTo>
                <a:lnTo>
                  <a:pt x="1693328" y="25827"/>
                </a:lnTo>
                <a:lnTo>
                  <a:pt x="1693440" y="26065"/>
                </a:lnTo>
                <a:lnTo>
                  <a:pt x="1693560" y="26300"/>
                </a:lnTo>
                <a:lnTo>
                  <a:pt x="1693687" y="26532"/>
                </a:lnTo>
                <a:lnTo>
                  <a:pt x="1693822" y="26760"/>
                </a:lnTo>
                <a:lnTo>
                  <a:pt x="1693964" y="26984"/>
                </a:lnTo>
                <a:lnTo>
                  <a:pt x="1694115" y="27205"/>
                </a:lnTo>
                <a:lnTo>
                  <a:pt x="1694273" y="27422"/>
                </a:lnTo>
                <a:lnTo>
                  <a:pt x="1694439" y="27636"/>
                </a:lnTo>
                <a:lnTo>
                  <a:pt x="1694612" y="27847"/>
                </a:lnTo>
                <a:lnTo>
                  <a:pt x="1694793" y="28054"/>
                </a:lnTo>
                <a:lnTo>
                  <a:pt x="1694982" y="28255"/>
                </a:lnTo>
                <a:lnTo>
                  <a:pt x="1695178" y="28447"/>
                </a:lnTo>
                <a:lnTo>
                  <a:pt x="1695382" y="28631"/>
                </a:lnTo>
                <a:lnTo>
                  <a:pt x="1695593" y="28806"/>
                </a:lnTo>
                <a:lnTo>
                  <a:pt x="1695811" y="28973"/>
                </a:lnTo>
                <a:lnTo>
                  <a:pt x="1696037" y="29131"/>
                </a:lnTo>
                <a:lnTo>
                  <a:pt x="1696270" y="29281"/>
                </a:lnTo>
                <a:lnTo>
                  <a:pt x="1696511" y="29422"/>
                </a:lnTo>
                <a:lnTo>
                  <a:pt x="1696759" y="29554"/>
                </a:lnTo>
                <a:lnTo>
                  <a:pt x="1697015" y="29678"/>
                </a:lnTo>
                <a:lnTo>
                  <a:pt x="1697278" y="29794"/>
                </a:lnTo>
                <a:lnTo>
                  <a:pt x="1697548" y="29901"/>
                </a:lnTo>
                <a:lnTo>
                  <a:pt x="1697826" y="29999"/>
                </a:lnTo>
                <a:lnTo>
                  <a:pt x="1698111" y="30089"/>
                </a:lnTo>
                <a:lnTo>
                  <a:pt x="1698404" y="30170"/>
                </a:lnTo>
                <a:lnTo>
                  <a:pt x="1698704" y="30242"/>
                </a:lnTo>
                <a:lnTo>
                  <a:pt x="1699012" y="30307"/>
                </a:lnTo>
                <a:lnTo>
                  <a:pt x="1699327" y="30362"/>
                </a:lnTo>
                <a:lnTo>
                  <a:pt x="1699649" y="30409"/>
                </a:lnTo>
                <a:lnTo>
                  <a:pt x="1699979" y="30448"/>
                </a:lnTo>
                <a:lnTo>
                  <a:pt x="1700316" y="30478"/>
                </a:lnTo>
                <a:lnTo>
                  <a:pt x="1700661" y="30499"/>
                </a:lnTo>
                <a:lnTo>
                  <a:pt x="1701013" y="30512"/>
                </a:lnTo>
                <a:lnTo>
                  <a:pt x="1701373" y="30516"/>
                </a:lnTo>
                <a:lnTo>
                  <a:pt x="1701726" y="30512"/>
                </a:lnTo>
                <a:lnTo>
                  <a:pt x="1702072" y="30499"/>
                </a:lnTo>
                <a:lnTo>
                  <a:pt x="1702411" y="30478"/>
                </a:lnTo>
                <a:lnTo>
                  <a:pt x="1702744" y="30448"/>
                </a:lnTo>
                <a:lnTo>
                  <a:pt x="1703070" y="30409"/>
                </a:lnTo>
                <a:lnTo>
                  <a:pt x="1703388" y="30362"/>
                </a:lnTo>
                <a:lnTo>
                  <a:pt x="1703700" y="30307"/>
                </a:lnTo>
                <a:lnTo>
                  <a:pt x="1704005" y="30242"/>
                </a:lnTo>
                <a:lnTo>
                  <a:pt x="1704304" y="30170"/>
                </a:lnTo>
                <a:lnTo>
                  <a:pt x="1704595" y="30089"/>
                </a:lnTo>
                <a:lnTo>
                  <a:pt x="1704879" y="29999"/>
                </a:lnTo>
                <a:lnTo>
                  <a:pt x="1705157" y="29901"/>
                </a:lnTo>
                <a:lnTo>
                  <a:pt x="1705428" y="29794"/>
                </a:lnTo>
                <a:lnTo>
                  <a:pt x="1705691" y="29678"/>
                </a:lnTo>
                <a:lnTo>
                  <a:pt x="1705948" y="29554"/>
                </a:lnTo>
                <a:lnTo>
                  <a:pt x="1706199" y="29422"/>
                </a:lnTo>
                <a:lnTo>
                  <a:pt x="1706442" y="29281"/>
                </a:lnTo>
                <a:lnTo>
                  <a:pt x="1706678" y="29131"/>
                </a:lnTo>
                <a:lnTo>
                  <a:pt x="1706908" y="28973"/>
                </a:lnTo>
                <a:lnTo>
                  <a:pt x="1707130" y="28806"/>
                </a:lnTo>
                <a:lnTo>
                  <a:pt x="1707346" y="28631"/>
                </a:lnTo>
                <a:lnTo>
                  <a:pt x="1707555" y="28447"/>
                </a:lnTo>
                <a:lnTo>
                  <a:pt x="1707757" y="28255"/>
                </a:lnTo>
                <a:lnTo>
                  <a:pt x="1707952" y="28054"/>
                </a:lnTo>
                <a:lnTo>
                  <a:pt x="1708140" y="27847"/>
                </a:lnTo>
                <a:lnTo>
                  <a:pt x="1708320" y="27636"/>
                </a:lnTo>
                <a:lnTo>
                  <a:pt x="1708491" y="27422"/>
                </a:lnTo>
                <a:lnTo>
                  <a:pt x="1708655" y="27205"/>
                </a:lnTo>
                <a:lnTo>
                  <a:pt x="1708811" y="26984"/>
                </a:lnTo>
                <a:lnTo>
                  <a:pt x="1708959" y="26760"/>
                </a:lnTo>
                <a:lnTo>
                  <a:pt x="1709099" y="26532"/>
                </a:lnTo>
                <a:lnTo>
                  <a:pt x="1709230" y="26300"/>
                </a:lnTo>
                <a:lnTo>
                  <a:pt x="1709354" y="26065"/>
                </a:lnTo>
                <a:lnTo>
                  <a:pt x="1709470" y="25827"/>
                </a:lnTo>
                <a:lnTo>
                  <a:pt x="1709578" y="25585"/>
                </a:lnTo>
                <a:lnTo>
                  <a:pt x="1709678" y="25339"/>
                </a:lnTo>
                <a:lnTo>
                  <a:pt x="1709770" y="25090"/>
                </a:lnTo>
                <a:lnTo>
                  <a:pt x="1709854" y="24838"/>
                </a:lnTo>
                <a:lnTo>
                  <a:pt x="1709929" y="24582"/>
                </a:lnTo>
                <a:lnTo>
                  <a:pt x="1709997" y="24322"/>
                </a:lnTo>
                <a:lnTo>
                  <a:pt x="1710057" y="24059"/>
                </a:lnTo>
                <a:lnTo>
                  <a:pt x="1710109" y="23793"/>
                </a:lnTo>
                <a:lnTo>
                  <a:pt x="1710153" y="23523"/>
                </a:lnTo>
                <a:lnTo>
                  <a:pt x="1710189" y="23249"/>
                </a:lnTo>
                <a:lnTo>
                  <a:pt x="1710217" y="22972"/>
                </a:lnTo>
                <a:lnTo>
                  <a:pt x="1710237" y="22692"/>
                </a:lnTo>
                <a:lnTo>
                  <a:pt x="1710249" y="22408"/>
                </a:lnTo>
                <a:lnTo>
                  <a:pt x="1710253" y="22120"/>
                </a:lnTo>
                <a:lnTo>
                  <a:pt x="1710249" y="21819"/>
                </a:lnTo>
                <a:lnTo>
                  <a:pt x="1710237" y="21522"/>
                </a:lnTo>
                <a:lnTo>
                  <a:pt x="1710217" y="21230"/>
                </a:lnTo>
                <a:lnTo>
                  <a:pt x="1710189" y="20941"/>
                </a:lnTo>
                <a:lnTo>
                  <a:pt x="1710153" y="20655"/>
                </a:lnTo>
                <a:lnTo>
                  <a:pt x="1710109" y="20374"/>
                </a:lnTo>
                <a:lnTo>
                  <a:pt x="1710057" y="20097"/>
                </a:lnTo>
                <a:lnTo>
                  <a:pt x="1709997" y="19824"/>
                </a:lnTo>
                <a:lnTo>
                  <a:pt x="1709929" y="19554"/>
                </a:lnTo>
                <a:lnTo>
                  <a:pt x="1709854" y="19289"/>
                </a:lnTo>
                <a:lnTo>
                  <a:pt x="1709770" y="19027"/>
                </a:lnTo>
                <a:lnTo>
                  <a:pt x="1709678" y="18770"/>
                </a:lnTo>
                <a:lnTo>
                  <a:pt x="1709578" y="18516"/>
                </a:lnTo>
                <a:lnTo>
                  <a:pt x="1709470" y="18266"/>
                </a:lnTo>
                <a:lnTo>
                  <a:pt x="1709354" y="18021"/>
                </a:lnTo>
                <a:lnTo>
                  <a:pt x="1709230" y="17779"/>
                </a:lnTo>
                <a:lnTo>
                  <a:pt x="1709099" y="17541"/>
                </a:lnTo>
                <a:lnTo>
                  <a:pt x="1708959" y="17307"/>
                </a:lnTo>
                <a:lnTo>
                  <a:pt x="1708811" y="17076"/>
                </a:lnTo>
                <a:lnTo>
                  <a:pt x="1708655" y="16850"/>
                </a:lnTo>
                <a:lnTo>
                  <a:pt x="1708491" y="16628"/>
                </a:lnTo>
                <a:lnTo>
                  <a:pt x="1708320" y="16410"/>
                </a:lnTo>
                <a:lnTo>
                  <a:pt x="1708140" y="16195"/>
                </a:lnTo>
                <a:lnTo>
                  <a:pt x="1707952" y="15985"/>
                </a:lnTo>
                <a:lnTo>
                  <a:pt x="1707757" y="15780"/>
                </a:lnTo>
                <a:lnTo>
                  <a:pt x="1707555" y="15585"/>
                </a:lnTo>
                <a:lnTo>
                  <a:pt x="1707346" y="15398"/>
                </a:lnTo>
                <a:lnTo>
                  <a:pt x="1707130" y="15220"/>
                </a:lnTo>
                <a:lnTo>
                  <a:pt x="1706908" y="15050"/>
                </a:lnTo>
                <a:lnTo>
                  <a:pt x="1706678" y="14890"/>
                </a:lnTo>
                <a:lnTo>
                  <a:pt x="1706442" y="14738"/>
                </a:lnTo>
                <a:lnTo>
                  <a:pt x="1706199" y="14594"/>
                </a:lnTo>
                <a:lnTo>
                  <a:pt x="1705948" y="14460"/>
                </a:lnTo>
                <a:lnTo>
                  <a:pt x="1705691" y="14334"/>
                </a:lnTo>
                <a:lnTo>
                  <a:pt x="1705428" y="14216"/>
                </a:lnTo>
                <a:lnTo>
                  <a:pt x="1705157" y="14108"/>
                </a:lnTo>
                <a:lnTo>
                  <a:pt x="1704879" y="14008"/>
                </a:lnTo>
                <a:lnTo>
                  <a:pt x="1704595" y="13916"/>
                </a:lnTo>
                <a:lnTo>
                  <a:pt x="1704304" y="13834"/>
                </a:lnTo>
                <a:lnTo>
                  <a:pt x="1704005" y="13760"/>
                </a:lnTo>
                <a:lnTo>
                  <a:pt x="1703700" y="13695"/>
                </a:lnTo>
                <a:lnTo>
                  <a:pt x="1703388" y="13638"/>
                </a:lnTo>
                <a:lnTo>
                  <a:pt x="1703070" y="13591"/>
                </a:lnTo>
                <a:lnTo>
                  <a:pt x="1702744" y="13551"/>
                </a:lnTo>
                <a:lnTo>
                  <a:pt x="1702411" y="13521"/>
                </a:lnTo>
                <a:lnTo>
                  <a:pt x="1702072" y="13499"/>
                </a:lnTo>
                <a:lnTo>
                  <a:pt x="1701726" y="13486"/>
                </a:lnTo>
                <a:lnTo>
                  <a:pt x="1701373" y="13482"/>
                </a:lnTo>
                <a:lnTo>
                  <a:pt x="1701013" y="13486"/>
                </a:lnTo>
                <a:lnTo>
                  <a:pt x="1700661" y="13499"/>
                </a:lnTo>
                <a:lnTo>
                  <a:pt x="1700316" y="13521"/>
                </a:lnTo>
                <a:lnTo>
                  <a:pt x="1699979" y="13551"/>
                </a:lnTo>
                <a:lnTo>
                  <a:pt x="1699649" y="13591"/>
                </a:lnTo>
                <a:lnTo>
                  <a:pt x="1699327" y="13638"/>
                </a:lnTo>
                <a:lnTo>
                  <a:pt x="1699012" y="13695"/>
                </a:lnTo>
                <a:lnTo>
                  <a:pt x="1698704" y="13760"/>
                </a:lnTo>
                <a:lnTo>
                  <a:pt x="1698404" y="13834"/>
                </a:lnTo>
                <a:lnTo>
                  <a:pt x="1698111" y="13916"/>
                </a:lnTo>
                <a:lnTo>
                  <a:pt x="1697826" y="14008"/>
                </a:lnTo>
                <a:lnTo>
                  <a:pt x="1697548" y="14108"/>
                </a:lnTo>
                <a:lnTo>
                  <a:pt x="1697278" y="14216"/>
                </a:lnTo>
                <a:lnTo>
                  <a:pt x="1697015" y="14334"/>
                </a:lnTo>
                <a:lnTo>
                  <a:pt x="1696759" y="14460"/>
                </a:lnTo>
                <a:lnTo>
                  <a:pt x="1696511" y="14594"/>
                </a:lnTo>
                <a:lnTo>
                  <a:pt x="1696270" y="14738"/>
                </a:lnTo>
                <a:lnTo>
                  <a:pt x="1696037" y="14890"/>
                </a:lnTo>
                <a:lnTo>
                  <a:pt x="1695811" y="15050"/>
                </a:lnTo>
                <a:lnTo>
                  <a:pt x="1695593" y="15220"/>
                </a:lnTo>
                <a:lnTo>
                  <a:pt x="1695382" y="15398"/>
                </a:lnTo>
                <a:lnTo>
                  <a:pt x="1695178" y="15585"/>
                </a:lnTo>
                <a:lnTo>
                  <a:pt x="1694982" y="15780"/>
                </a:lnTo>
                <a:lnTo>
                  <a:pt x="1694793" y="15985"/>
                </a:lnTo>
                <a:lnTo>
                  <a:pt x="1694612" y="16195"/>
                </a:lnTo>
                <a:lnTo>
                  <a:pt x="1694439" y="16410"/>
                </a:lnTo>
                <a:lnTo>
                  <a:pt x="1694273" y="16628"/>
                </a:lnTo>
                <a:lnTo>
                  <a:pt x="1694115" y="16850"/>
                </a:lnTo>
                <a:lnTo>
                  <a:pt x="1693964" y="17076"/>
                </a:lnTo>
                <a:lnTo>
                  <a:pt x="1693822" y="17307"/>
                </a:lnTo>
                <a:lnTo>
                  <a:pt x="1693687" y="17541"/>
                </a:lnTo>
                <a:lnTo>
                  <a:pt x="1693560" y="17779"/>
                </a:lnTo>
                <a:lnTo>
                  <a:pt x="1693440" y="18021"/>
                </a:lnTo>
                <a:lnTo>
                  <a:pt x="1693328" y="18266"/>
                </a:lnTo>
                <a:lnTo>
                  <a:pt x="1693224" y="18516"/>
                </a:lnTo>
                <a:lnTo>
                  <a:pt x="1693128" y="18770"/>
                </a:lnTo>
                <a:lnTo>
                  <a:pt x="1693039" y="19027"/>
                </a:lnTo>
                <a:lnTo>
                  <a:pt x="1692958" y="19289"/>
                </a:lnTo>
                <a:lnTo>
                  <a:pt x="1692885" y="19554"/>
                </a:lnTo>
                <a:lnTo>
                  <a:pt x="1692820" y="19824"/>
                </a:lnTo>
                <a:lnTo>
                  <a:pt x="1692762" y="20097"/>
                </a:lnTo>
                <a:lnTo>
                  <a:pt x="1692712" y="20374"/>
                </a:lnTo>
                <a:lnTo>
                  <a:pt x="1692669" y="20655"/>
                </a:lnTo>
                <a:lnTo>
                  <a:pt x="1692635" y="20941"/>
                </a:lnTo>
                <a:lnTo>
                  <a:pt x="1692608" y="21230"/>
                </a:lnTo>
                <a:lnTo>
                  <a:pt x="1692588" y="21522"/>
                </a:lnTo>
                <a:lnTo>
                  <a:pt x="1692577" y="21819"/>
                </a:lnTo>
                <a:lnTo>
                  <a:pt x="1692573" y="22120"/>
                </a:lnTo>
                <a:lnTo>
                  <a:pt x="1692577" y="22408"/>
                </a:lnTo>
                <a:lnTo>
                  <a:pt x="1692588" y="22692"/>
                </a:lnTo>
                <a:lnTo>
                  <a:pt x="1692608" y="22972"/>
                </a:lnTo>
                <a:lnTo>
                  <a:pt x="1692635" y="23249"/>
                </a:lnTo>
                <a:lnTo>
                  <a:pt x="1692669" y="23523"/>
                </a:lnTo>
                <a:lnTo>
                  <a:pt x="1692712" y="23793"/>
                </a:lnTo>
                <a:close/>
                <a:moveTo>
                  <a:pt x="1652203" y="69234"/>
                </a:moveTo>
                <a:lnTo>
                  <a:pt x="1652360" y="68925"/>
                </a:lnTo>
                <a:lnTo>
                  <a:pt x="1652522" y="68621"/>
                </a:lnTo>
                <a:lnTo>
                  <a:pt x="1652688" y="68320"/>
                </a:lnTo>
                <a:lnTo>
                  <a:pt x="1652857" y="68023"/>
                </a:lnTo>
                <a:lnTo>
                  <a:pt x="1653031" y="67730"/>
                </a:lnTo>
                <a:lnTo>
                  <a:pt x="1653209" y="67440"/>
                </a:lnTo>
                <a:lnTo>
                  <a:pt x="1653391" y="67154"/>
                </a:lnTo>
                <a:lnTo>
                  <a:pt x="1653577" y="66872"/>
                </a:lnTo>
                <a:lnTo>
                  <a:pt x="1653767" y="66594"/>
                </a:lnTo>
                <a:lnTo>
                  <a:pt x="1653962" y="66320"/>
                </a:lnTo>
                <a:lnTo>
                  <a:pt x="1654160" y="66049"/>
                </a:lnTo>
                <a:lnTo>
                  <a:pt x="1654362" y="65783"/>
                </a:lnTo>
                <a:lnTo>
                  <a:pt x="1654569" y="65520"/>
                </a:lnTo>
                <a:lnTo>
                  <a:pt x="1654779" y="65260"/>
                </a:lnTo>
                <a:lnTo>
                  <a:pt x="1654993" y="65005"/>
                </a:lnTo>
                <a:lnTo>
                  <a:pt x="1655212" y="64753"/>
                </a:lnTo>
                <a:lnTo>
                  <a:pt x="1655435" y="64505"/>
                </a:lnTo>
                <a:lnTo>
                  <a:pt x="1655661" y="64261"/>
                </a:lnTo>
                <a:lnTo>
                  <a:pt x="1655892" y="64021"/>
                </a:lnTo>
                <a:lnTo>
                  <a:pt x="1656127" y="63786"/>
                </a:lnTo>
                <a:lnTo>
                  <a:pt x="1656367" y="63555"/>
                </a:lnTo>
                <a:lnTo>
                  <a:pt x="1656610" y="63328"/>
                </a:lnTo>
                <a:lnTo>
                  <a:pt x="1656858" y="63106"/>
                </a:lnTo>
                <a:lnTo>
                  <a:pt x="1657109" y="62889"/>
                </a:lnTo>
                <a:lnTo>
                  <a:pt x="1657366" y="62676"/>
                </a:lnTo>
                <a:lnTo>
                  <a:pt x="1657626" y="62467"/>
                </a:lnTo>
                <a:lnTo>
                  <a:pt x="1657890" y="62263"/>
                </a:lnTo>
                <a:lnTo>
                  <a:pt x="1658159" y="62064"/>
                </a:lnTo>
                <a:lnTo>
                  <a:pt x="1658432" y="61869"/>
                </a:lnTo>
                <a:lnTo>
                  <a:pt x="1658709" y="61678"/>
                </a:lnTo>
                <a:lnTo>
                  <a:pt x="1658990" y="61492"/>
                </a:lnTo>
                <a:lnTo>
                  <a:pt x="1659276" y="61310"/>
                </a:lnTo>
                <a:lnTo>
                  <a:pt x="1659565" y="61133"/>
                </a:lnTo>
                <a:lnTo>
                  <a:pt x="1659859" y="60960"/>
                </a:lnTo>
                <a:lnTo>
                  <a:pt x="1660157" y="60792"/>
                </a:lnTo>
                <a:lnTo>
                  <a:pt x="1660460" y="60629"/>
                </a:lnTo>
                <a:lnTo>
                  <a:pt x="1660766" y="60469"/>
                </a:lnTo>
                <a:lnTo>
                  <a:pt x="1661077" y="60315"/>
                </a:lnTo>
                <a:lnTo>
                  <a:pt x="1661392" y="60164"/>
                </a:lnTo>
                <a:lnTo>
                  <a:pt x="1661711" y="60019"/>
                </a:lnTo>
                <a:lnTo>
                  <a:pt x="1662034" y="59877"/>
                </a:lnTo>
                <a:lnTo>
                  <a:pt x="1662362" y="59740"/>
                </a:lnTo>
                <a:lnTo>
                  <a:pt x="1662694" y="59609"/>
                </a:lnTo>
                <a:lnTo>
                  <a:pt x="1663030" y="59483"/>
                </a:lnTo>
                <a:lnTo>
                  <a:pt x="1663370" y="59362"/>
                </a:lnTo>
                <a:lnTo>
                  <a:pt x="1663714" y="59247"/>
                </a:lnTo>
                <a:lnTo>
                  <a:pt x="1664063" y="59138"/>
                </a:lnTo>
                <a:lnTo>
                  <a:pt x="1664416" y="59034"/>
                </a:lnTo>
                <a:lnTo>
                  <a:pt x="1664773" y="58936"/>
                </a:lnTo>
                <a:lnTo>
                  <a:pt x="1665134" y="58843"/>
                </a:lnTo>
                <a:lnTo>
                  <a:pt x="1665499" y="58757"/>
                </a:lnTo>
                <a:lnTo>
                  <a:pt x="1665869" y="58675"/>
                </a:lnTo>
                <a:lnTo>
                  <a:pt x="1666243" y="58600"/>
                </a:lnTo>
                <a:lnTo>
                  <a:pt x="1666621" y="58530"/>
                </a:lnTo>
                <a:lnTo>
                  <a:pt x="1667003" y="58465"/>
                </a:lnTo>
                <a:lnTo>
                  <a:pt x="1667389" y="58406"/>
                </a:lnTo>
                <a:lnTo>
                  <a:pt x="1667780" y="58353"/>
                </a:lnTo>
                <a:lnTo>
                  <a:pt x="1668175" y="58305"/>
                </a:lnTo>
                <a:lnTo>
                  <a:pt x="1668574" y="58263"/>
                </a:lnTo>
                <a:lnTo>
                  <a:pt x="1668977" y="58227"/>
                </a:lnTo>
                <a:lnTo>
                  <a:pt x="1669384" y="58196"/>
                </a:lnTo>
                <a:lnTo>
                  <a:pt x="1669796" y="58171"/>
                </a:lnTo>
                <a:lnTo>
                  <a:pt x="1670212" y="58151"/>
                </a:lnTo>
                <a:lnTo>
                  <a:pt x="1670632" y="58137"/>
                </a:lnTo>
                <a:lnTo>
                  <a:pt x="1671056" y="58129"/>
                </a:lnTo>
                <a:lnTo>
                  <a:pt x="1671485" y="58126"/>
                </a:lnTo>
                <a:lnTo>
                  <a:pt x="1671659" y="58126"/>
                </a:lnTo>
                <a:lnTo>
                  <a:pt x="1671831" y="58127"/>
                </a:lnTo>
                <a:lnTo>
                  <a:pt x="1672002" y="58128"/>
                </a:lnTo>
                <a:lnTo>
                  <a:pt x="1672172" y="58129"/>
                </a:lnTo>
                <a:lnTo>
                  <a:pt x="1672340" y="58131"/>
                </a:lnTo>
                <a:lnTo>
                  <a:pt x="1672506" y="58133"/>
                </a:lnTo>
                <a:lnTo>
                  <a:pt x="1672671" y="58136"/>
                </a:lnTo>
                <a:lnTo>
                  <a:pt x="1672835" y="58139"/>
                </a:lnTo>
                <a:lnTo>
                  <a:pt x="1672996" y="58143"/>
                </a:lnTo>
                <a:lnTo>
                  <a:pt x="1673157" y="58147"/>
                </a:lnTo>
                <a:lnTo>
                  <a:pt x="1673315" y="58151"/>
                </a:lnTo>
                <a:lnTo>
                  <a:pt x="1673473" y="58156"/>
                </a:lnTo>
                <a:lnTo>
                  <a:pt x="1673628" y="58161"/>
                </a:lnTo>
                <a:lnTo>
                  <a:pt x="1673782" y="58167"/>
                </a:lnTo>
                <a:lnTo>
                  <a:pt x="1673935" y="58173"/>
                </a:lnTo>
                <a:lnTo>
                  <a:pt x="1674086" y="58180"/>
                </a:lnTo>
                <a:lnTo>
                  <a:pt x="1674235" y="58187"/>
                </a:lnTo>
                <a:lnTo>
                  <a:pt x="1674383" y="58194"/>
                </a:lnTo>
                <a:lnTo>
                  <a:pt x="1674530" y="58202"/>
                </a:lnTo>
                <a:lnTo>
                  <a:pt x="1674675" y="58210"/>
                </a:lnTo>
                <a:lnTo>
                  <a:pt x="1674818" y="58219"/>
                </a:lnTo>
                <a:lnTo>
                  <a:pt x="1674960" y="58228"/>
                </a:lnTo>
                <a:lnTo>
                  <a:pt x="1675100" y="58237"/>
                </a:lnTo>
                <a:lnTo>
                  <a:pt x="1675239" y="58247"/>
                </a:lnTo>
                <a:lnTo>
                  <a:pt x="1675377" y="58258"/>
                </a:lnTo>
                <a:lnTo>
                  <a:pt x="1675516" y="58269"/>
                </a:lnTo>
                <a:lnTo>
                  <a:pt x="1675655" y="58282"/>
                </a:lnTo>
                <a:lnTo>
                  <a:pt x="1675796" y="58295"/>
                </a:lnTo>
                <a:lnTo>
                  <a:pt x="1675937" y="58310"/>
                </a:lnTo>
                <a:lnTo>
                  <a:pt x="1676079" y="58325"/>
                </a:lnTo>
                <a:lnTo>
                  <a:pt x="1676221" y="58342"/>
                </a:lnTo>
                <a:lnTo>
                  <a:pt x="1676364" y="58359"/>
                </a:lnTo>
                <a:lnTo>
                  <a:pt x="1676508" y="58378"/>
                </a:lnTo>
                <a:lnTo>
                  <a:pt x="1676653" y="58397"/>
                </a:lnTo>
                <a:lnTo>
                  <a:pt x="1676798" y="58417"/>
                </a:lnTo>
                <a:lnTo>
                  <a:pt x="1676944" y="58439"/>
                </a:lnTo>
                <a:lnTo>
                  <a:pt x="1677091" y="58461"/>
                </a:lnTo>
                <a:lnTo>
                  <a:pt x="1677238" y="58484"/>
                </a:lnTo>
                <a:lnTo>
                  <a:pt x="1677386" y="58509"/>
                </a:lnTo>
                <a:lnTo>
                  <a:pt x="1677535" y="58534"/>
                </a:lnTo>
                <a:lnTo>
                  <a:pt x="1677684" y="58560"/>
                </a:lnTo>
                <a:lnTo>
                  <a:pt x="1677834" y="58588"/>
                </a:lnTo>
                <a:lnTo>
                  <a:pt x="1677985" y="58616"/>
                </a:lnTo>
                <a:lnTo>
                  <a:pt x="1678137" y="58645"/>
                </a:lnTo>
                <a:lnTo>
                  <a:pt x="1678289" y="58675"/>
                </a:lnTo>
                <a:lnTo>
                  <a:pt x="1678442" y="58706"/>
                </a:lnTo>
                <a:lnTo>
                  <a:pt x="1678596" y="58739"/>
                </a:lnTo>
                <a:lnTo>
                  <a:pt x="1678750" y="58772"/>
                </a:lnTo>
                <a:lnTo>
                  <a:pt x="1678831" y="44886"/>
                </a:lnTo>
                <a:lnTo>
                  <a:pt x="1678761" y="44853"/>
                </a:lnTo>
                <a:lnTo>
                  <a:pt x="1678687" y="44819"/>
                </a:lnTo>
                <a:lnTo>
                  <a:pt x="1678609" y="44786"/>
                </a:lnTo>
                <a:lnTo>
                  <a:pt x="1678526" y="44753"/>
                </a:lnTo>
                <a:lnTo>
                  <a:pt x="1678439" y="44720"/>
                </a:lnTo>
                <a:lnTo>
                  <a:pt x="1678347" y="44687"/>
                </a:lnTo>
                <a:lnTo>
                  <a:pt x="1678250" y="44654"/>
                </a:lnTo>
                <a:lnTo>
                  <a:pt x="1678149" y="44621"/>
                </a:lnTo>
                <a:lnTo>
                  <a:pt x="1678044" y="44589"/>
                </a:lnTo>
                <a:lnTo>
                  <a:pt x="1677934" y="44557"/>
                </a:lnTo>
                <a:lnTo>
                  <a:pt x="1677820" y="44525"/>
                </a:lnTo>
                <a:lnTo>
                  <a:pt x="1677701" y="44493"/>
                </a:lnTo>
                <a:lnTo>
                  <a:pt x="1677577" y="44461"/>
                </a:lnTo>
                <a:lnTo>
                  <a:pt x="1677450" y="44429"/>
                </a:lnTo>
                <a:lnTo>
                  <a:pt x="1677317" y="44397"/>
                </a:lnTo>
                <a:lnTo>
                  <a:pt x="1677181" y="44366"/>
                </a:lnTo>
                <a:lnTo>
                  <a:pt x="1677039" y="44335"/>
                </a:lnTo>
                <a:lnTo>
                  <a:pt x="1676893" y="44303"/>
                </a:lnTo>
                <a:lnTo>
                  <a:pt x="1676743" y="44272"/>
                </a:lnTo>
                <a:lnTo>
                  <a:pt x="1676588" y="44241"/>
                </a:lnTo>
                <a:lnTo>
                  <a:pt x="1676429" y="44211"/>
                </a:lnTo>
                <a:lnTo>
                  <a:pt x="1676266" y="44180"/>
                </a:lnTo>
                <a:lnTo>
                  <a:pt x="1676097" y="44149"/>
                </a:lnTo>
                <a:lnTo>
                  <a:pt x="1675925" y="44119"/>
                </a:lnTo>
                <a:lnTo>
                  <a:pt x="1675751" y="44090"/>
                </a:lnTo>
                <a:lnTo>
                  <a:pt x="1675578" y="44061"/>
                </a:lnTo>
                <a:lnTo>
                  <a:pt x="1675408" y="44034"/>
                </a:lnTo>
                <a:lnTo>
                  <a:pt x="1675239" y="44008"/>
                </a:lnTo>
                <a:lnTo>
                  <a:pt x="1675071" y="43984"/>
                </a:lnTo>
                <a:lnTo>
                  <a:pt x="1674905" y="43960"/>
                </a:lnTo>
                <a:lnTo>
                  <a:pt x="1674742" y="43938"/>
                </a:lnTo>
                <a:lnTo>
                  <a:pt x="1674579" y="43917"/>
                </a:lnTo>
                <a:lnTo>
                  <a:pt x="1674419" y="43898"/>
                </a:lnTo>
                <a:lnTo>
                  <a:pt x="1674260" y="43879"/>
                </a:lnTo>
                <a:lnTo>
                  <a:pt x="1674102" y="43862"/>
                </a:lnTo>
                <a:lnTo>
                  <a:pt x="1673947" y="43847"/>
                </a:lnTo>
                <a:lnTo>
                  <a:pt x="1673793" y="43832"/>
                </a:lnTo>
                <a:lnTo>
                  <a:pt x="1673641" y="43819"/>
                </a:lnTo>
                <a:lnTo>
                  <a:pt x="1673490" y="43807"/>
                </a:lnTo>
                <a:lnTo>
                  <a:pt x="1673341" y="43796"/>
                </a:lnTo>
                <a:lnTo>
                  <a:pt x="1673194" y="43787"/>
                </a:lnTo>
                <a:lnTo>
                  <a:pt x="1673049" y="43779"/>
                </a:lnTo>
                <a:lnTo>
                  <a:pt x="1672905" y="43772"/>
                </a:lnTo>
                <a:lnTo>
                  <a:pt x="1672763" y="43766"/>
                </a:lnTo>
                <a:lnTo>
                  <a:pt x="1672622" y="43762"/>
                </a:lnTo>
                <a:lnTo>
                  <a:pt x="1672484" y="43758"/>
                </a:lnTo>
                <a:lnTo>
                  <a:pt x="1672347" y="43756"/>
                </a:lnTo>
                <a:lnTo>
                  <a:pt x="1672211" y="43756"/>
                </a:lnTo>
                <a:lnTo>
                  <a:pt x="1671623" y="43761"/>
                </a:lnTo>
                <a:lnTo>
                  <a:pt x="1671041" y="43777"/>
                </a:lnTo>
                <a:lnTo>
                  <a:pt x="1670466" y="43803"/>
                </a:lnTo>
                <a:lnTo>
                  <a:pt x="1669898" y="43840"/>
                </a:lnTo>
                <a:lnTo>
                  <a:pt x="1669337" y="43887"/>
                </a:lnTo>
                <a:lnTo>
                  <a:pt x="1668783" y="43945"/>
                </a:lnTo>
                <a:lnTo>
                  <a:pt x="1668235" y="44013"/>
                </a:lnTo>
                <a:lnTo>
                  <a:pt x="1667695" y="44092"/>
                </a:lnTo>
                <a:lnTo>
                  <a:pt x="1667161" y="44182"/>
                </a:lnTo>
                <a:lnTo>
                  <a:pt x="1666634" y="44281"/>
                </a:lnTo>
                <a:lnTo>
                  <a:pt x="1666114" y="44392"/>
                </a:lnTo>
                <a:lnTo>
                  <a:pt x="1665601" y="44513"/>
                </a:lnTo>
                <a:lnTo>
                  <a:pt x="1665095" y="44644"/>
                </a:lnTo>
                <a:lnTo>
                  <a:pt x="1664596" y="44786"/>
                </a:lnTo>
                <a:lnTo>
                  <a:pt x="1664103" y="44938"/>
                </a:lnTo>
                <a:lnTo>
                  <a:pt x="1663618" y="45101"/>
                </a:lnTo>
                <a:lnTo>
                  <a:pt x="1663139" y="45275"/>
                </a:lnTo>
                <a:lnTo>
                  <a:pt x="1662667" y="45459"/>
                </a:lnTo>
                <a:lnTo>
                  <a:pt x="1662202" y="45653"/>
                </a:lnTo>
                <a:lnTo>
                  <a:pt x="1661744" y="45858"/>
                </a:lnTo>
                <a:lnTo>
                  <a:pt x="1661293" y="46074"/>
                </a:lnTo>
                <a:lnTo>
                  <a:pt x="1660849" y="46300"/>
                </a:lnTo>
                <a:lnTo>
                  <a:pt x="1660411" y="46536"/>
                </a:lnTo>
                <a:lnTo>
                  <a:pt x="1659980" y="46783"/>
                </a:lnTo>
                <a:lnTo>
                  <a:pt x="1659556" y="47040"/>
                </a:lnTo>
                <a:lnTo>
                  <a:pt x="1659139" y="47304"/>
                </a:lnTo>
                <a:lnTo>
                  <a:pt x="1658727" y="47577"/>
                </a:lnTo>
                <a:lnTo>
                  <a:pt x="1658322" y="47857"/>
                </a:lnTo>
                <a:lnTo>
                  <a:pt x="1657923" y="48146"/>
                </a:lnTo>
                <a:lnTo>
                  <a:pt x="1657531" y="48443"/>
                </a:lnTo>
                <a:lnTo>
                  <a:pt x="1657145" y="48748"/>
                </a:lnTo>
                <a:lnTo>
                  <a:pt x="1656765" y="49062"/>
                </a:lnTo>
                <a:lnTo>
                  <a:pt x="1656391" y="49383"/>
                </a:lnTo>
                <a:lnTo>
                  <a:pt x="1656024" y="49713"/>
                </a:lnTo>
                <a:lnTo>
                  <a:pt x="1655663" y="50050"/>
                </a:lnTo>
                <a:lnTo>
                  <a:pt x="1655308" y="50396"/>
                </a:lnTo>
                <a:lnTo>
                  <a:pt x="1654960" y="50750"/>
                </a:lnTo>
                <a:lnTo>
                  <a:pt x="1654618" y="51112"/>
                </a:lnTo>
                <a:lnTo>
                  <a:pt x="1654282" y="51482"/>
                </a:lnTo>
                <a:lnTo>
                  <a:pt x="1653953" y="51860"/>
                </a:lnTo>
                <a:lnTo>
                  <a:pt x="1653629" y="52247"/>
                </a:lnTo>
                <a:lnTo>
                  <a:pt x="1653313" y="52641"/>
                </a:lnTo>
                <a:lnTo>
                  <a:pt x="1653002" y="53044"/>
                </a:lnTo>
                <a:lnTo>
                  <a:pt x="1652698" y="53455"/>
                </a:lnTo>
                <a:lnTo>
                  <a:pt x="1652400" y="53874"/>
                </a:lnTo>
                <a:lnTo>
                  <a:pt x="1652108" y="54301"/>
                </a:lnTo>
                <a:lnTo>
                  <a:pt x="1651823" y="54736"/>
                </a:lnTo>
                <a:lnTo>
                  <a:pt x="1651544" y="55179"/>
                </a:lnTo>
                <a:lnTo>
                  <a:pt x="1651434" y="55360"/>
                </a:lnTo>
                <a:lnTo>
                  <a:pt x="1651140" y="45370"/>
                </a:lnTo>
                <a:lnTo>
                  <a:pt x="1636609" y="45370"/>
                </a:lnTo>
                <a:lnTo>
                  <a:pt x="1636609" y="132721"/>
                </a:lnTo>
                <a:lnTo>
                  <a:pt x="1651544" y="132721"/>
                </a:lnTo>
                <a:lnTo>
                  <a:pt x="1651544" y="70669"/>
                </a:lnTo>
                <a:lnTo>
                  <a:pt x="1651613" y="70505"/>
                </a:lnTo>
                <a:lnTo>
                  <a:pt x="1651754" y="70182"/>
                </a:lnTo>
                <a:lnTo>
                  <a:pt x="1651900" y="69862"/>
                </a:lnTo>
                <a:lnTo>
                  <a:pt x="1652049" y="69546"/>
                </a:lnTo>
                <a:lnTo>
                  <a:pt x="1652203" y="69234"/>
                </a:lnTo>
                <a:close/>
                <a:moveTo>
                  <a:pt x="1989158" y="132721"/>
                </a:moveTo>
                <a:lnTo>
                  <a:pt x="2004174" y="132721"/>
                </a:lnTo>
                <a:lnTo>
                  <a:pt x="2004174" y="8719"/>
                </a:lnTo>
                <a:lnTo>
                  <a:pt x="1989158" y="8719"/>
                </a:lnTo>
                <a:lnTo>
                  <a:pt x="1989158" y="132721"/>
                </a:lnTo>
                <a:close/>
                <a:moveTo>
                  <a:pt x="1950124" y="124395"/>
                </a:moveTo>
                <a:lnTo>
                  <a:pt x="1950170" y="124748"/>
                </a:lnTo>
                <a:lnTo>
                  <a:pt x="1950219" y="125103"/>
                </a:lnTo>
                <a:lnTo>
                  <a:pt x="1950269" y="125459"/>
                </a:lnTo>
                <a:lnTo>
                  <a:pt x="1950322" y="125818"/>
                </a:lnTo>
                <a:lnTo>
                  <a:pt x="1950376" y="126175"/>
                </a:lnTo>
                <a:lnTo>
                  <a:pt x="1950433" y="126526"/>
                </a:lnTo>
                <a:lnTo>
                  <a:pt x="1950491" y="126871"/>
                </a:lnTo>
                <a:lnTo>
                  <a:pt x="1950551" y="127210"/>
                </a:lnTo>
                <a:lnTo>
                  <a:pt x="1950612" y="127543"/>
                </a:lnTo>
                <a:lnTo>
                  <a:pt x="1950675" y="127869"/>
                </a:lnTo>
                <a:lnTo>
                  <a:pt x="1950740" y="128190"/>
                </a:lnTo>
                <a:lnTo>
                  <a:pt x="1950806" y="128505"/>
                </a:lnTo>
                <a:lnTo>
                  <a:pt x="1950874" y="128814"/>
                </a:lnTo>
                <a:lnTo>
                  <a:pt x="1950944" y="129116"/>
                </a:lnTo>
                <a:lnTo>
                  <a:pt x="1951016" y="129413"/>
                </a:lnTo>
                <a:lnTo>
                  <a:pt x="1951089" y="129703"/>
                </a:lnTo>
                <a:lnTo>
                  <a:pt x="1951164" y="129988"/>
                </a:lnTo>
                <a:lnTo>
                  <a:pt x="1951240" y="130267"/>
                </a:lnTo>
                <a:lnTo>
                  <a:pt x="1951318" y="130539"/>
                </a:lnTo>
                <a:lnTo>
                  <a:pt x="1951398" y="130806"/>
                </a:lnTo>
                <a:lnTo>
                  <a:pt x="1951480" y="131066"/>
                </a:lnTo>
                <a:lnTo>
                  <a:pt x="1951563" y="131321"/>
                </a:lnTo>
                <a:lnTo>
                  <a:pt x="1951648" y="131569"/>
                </a:lnTo>
                <a:lnTo>
                  <a:pt x="1951735" y="131811"/>
                </a:lnTo>
                <a:lnTo>
                  <a:pt x="1951823" y="132048"/>
                </a:lnTo>
                <a:lnTo>
                  <a:pt x="1951913" y="132278"/>
                </a:lnTo>
                <a:lnTo>
                  <a:pt x="1952005" y="132502"/>
                </a:lnTo>
                <a:lnTo>
                  <a:pt x="1952098" y="132721"/>
                </a:lnTo>
                <a:lnTo>
                  <a:pt x="1967679" y="132721"/>
                </a:lnTo>
                <a:lnTo>
                  <a:pt x="1967679" y="131429"/>
                </a:lnTo>
                <a:lnTo>
                  <a:pt x="1967552" y="131131"/>
                </a:lnTo>
                <a:lnTo>
                  <a:pt x="1967429" y="130827"/>
                </a:lnTo>
                <a:lnTo>
                  <a:pt x="1967307" y="130520"/>
                </a:lnTo>
                <a:lnTo>
                  <a:pt x="1967189" y="130207"/>
                </a:lnTo>
                <a:lnTo>
                  <a:pt x="1967073" y="129889"/>
                </a:lnTo>
                <a:lnTo>
                  <a:pt x="1966960" y="129567"/>
                </a:lnTo>
                <a:lnTo>
                  <a:pt x="1966849" y="129240"/>
                </a:lnTo>
                <a:lnTo>
                  <a:pt x="1966741" y="128908"/>
                </a:lnTo>
                <a:lnTo>
                  <a:pt x="1966636" y="128572"/>
                </a:lnTo>
                <a:lnTo>
                  <a:pt x="1966534" y="128231"/>
                </a:lnTo>
                <a:lnTo>
                  <a:pt x="1966434" y="127885"/>
                </a:lnTo>
                <a:lnTo>
                  <a:pt x="1966337" y="127534"/>
                </a:lnTo>
                <a:lnTo>
                  <a:pt x="1966242" y="127178"/>
                </a:lnTo>
                <a:lnTo>
                  <a:pt x="1966150" y="126818"/>
                </a:lnTo>
                <a:lnTo>
                  <a:pt x="1966061" y="126453"/>
                </a:lnTo>
                <a:lnTo>
                  <a:pt x="1965975" y="126083"/>
                </a:lnTo>
                <a:lnTo>
                  <a:pt x="1965891" y="125708"/>
                </a:lnTo>
                <a:lnTo>
                  <a:pt x="1965809" y="125329"/>
                </a:lnTo>
                <a:lnTo>
                  <a:pt x="1965731" y="124945"/>
                </a:lnTo>
                <a:lnTo>
                  <a:pt x="1965655" y="124556"/>
                </a:lnTo>
                <a:lnTo>
                  <a:pt x="1965582" y="124162"/>
                </a:lnTo>
                <a:lnTo>
                  <a:pt x="1965511" y="123764"/>
                </a:lnTo>
                <a:lnTo>
                  <a:pt x="1965443" y="123360"/>
                </a:lnTo>
                <a:lnTo>
                  <a:pt x="1965378" y="122952"/>
                </a:lnTo>
                <a:lnTo>
                  <a:pt x="1965315" y="122543"/>
                </a:lnTo>
                <a:lnTo>
                  <a:pt x="1965256" y="122136"/>
                </a:lnTo>
                <a:lnTo>
                  <a:pt x="1965198" y="121730"/>
                </a:lnTo>
                <a:lnTo>
                  <a:pt x="1965144" y="121327"/>
                </a:lnTo>
                <a:lnTo>
                  <a:pt x="1965092" y="120925"/>
                </a:lnTo>
                <a:lnTo>
                  <a:pt x="1965042" y="120525"/>
                </a:lnTo>
                <a:lnTo>
                  <a:pt x="1964996" y="120128"/>
                </a:lnTo>
                <a:lnTo>
                  <a:pt x="1964952" y="119732"/>
                </a:lnTo>
                <a:lnTo>
                  <a:pt x="1964911" y="119338"/>
                </a:lnTo>
                <a:lnTo>
                  <a:pt x="1964872" y="118947"/>
                </a:lnTo>
                <a:lnTo>
                  <a:pt x="1964836" y="118557"/>
                </a:lnTo>
                <a:lnTo>
                  <a:pt x="1964803" y="118169"/>
                </a:lnTo>
                <a:lnTo>
                  <a:pt x="1964772" y="117783"/>
                </a:lnTo>
                <a:lnTo>
                  <a:pt x="1964744" y="117399"/>
                </a:lnTo>
                <a:lnTo>
                  <a:pt x="1964719" y="117017"/>
                </a:lnTo>
                <a:lnTo>
                  <a:pt x="1964696" y="116637"/>
                </a:lnTo>
                <a:lnTo>
                  <a:pt x="1964676" y="116259"/>
                </a:lnTo>
                <a:lnTo>
                  <a:pt x="1964659" y="115883"/>
                </a:lnTo>
                <a:lnTo>
                  <a:pt x="1964644" y="115509"/>
                </a:lnTo>
                <a:lnTo>
                  <a:pt x="1964632" y="115137"/>
                </a:lnTo>
                <a:lnTo>
                  <a:pt x="1964623" y="114767"/>
                </a:lnTo>
                <a:lnTo>
                  <a:pt x="1964616" y="114399"/>
                </a:lnTo>
                <a:lnTo>
                  <a:pt x="1964612" y="114033"/>
                </a:lnTo>
                <a:lnTo>
                  <a:pt x="1964611" y="113668"/>
                </a:lnTo>
                <a:lnTo>
                  <a:pt x="1964611" y="72980"/>
                </a:lnTo>
                <a:lnTo>
                  <a:pt x="1964604" y="72172"/>
                </a:lnTo>
                <a:lnTo>
                  <a:pt x="1964582" y="71375"/>
                </a:lnTo>
                <a:lnTo>
                  <a:pt x="1964546" y="70589"/>
                </a:lnTo>
                <a:lnTo>
                  <a:pt x="1964496" y="69815"/>
                </a:lnTo>
                <a:lnTo>
                  <a:pt x="1964431" y="69052"/>
                </a:lnTo>
                <a:lnTo>
                  <a:pt x="1964351" y="68300"/>
                </a:lnTo>
                <a:lnTo>
                  <a:pt x="1964257" y="67560"/>
                </a:lnTo>
                <a:lnTo>
                  <a:pt x="1964149" y="66831"/>
                </a:lnTo>
                <a:lnTo>
                  <a:pt x="1964026" y="66114"/>
                </a:lnTo>
                <a:lnTo>
                  <a:pt x="1963889" y="65408"/>
                </a:lnTo>
                <a:lnTo>
                  <a:pt x="1963738" y="64713"/>
                </a:lnTo>
                <a:lnTo>
                  <a:pt x="1963572" y="64029"/>
                </a:lnTo>
                <a:lnTo>
                  <a:pt x="1963391" y="63357"/>
                </a:lnTo>
                <a:lnTo>
                  <a:pt x="1963196" y="62696"/>
                </a:lnTo>
                <a:lnTo>
                  <a:pt x="1962987" y="62047"/>
                </a:lnTo>
                <a:lnTo>
                  <a:pt x="1962763" y="61409"/>
                </a:lnTo>
                <a:lnTo>
                  <a:pt x="1962525" y="60782"/>
                </a:lnTo>
                <a:lnTo>
                  <a:pt x="1962272" y="60167"/>
                </a:lnTo>
                <a:lnTo>
                  <a:pt x="1962005" y="59563"/>
                </a:lnTo>
                <a:lnTo>
                  <a:pt x="1961724" y="58970"/>
                </a:lnTo>
                <a:lnTo>
                  <a:pt x="1961428" y="58389"/>
                </a:lnTo>
                <a:lnTo>
                  <a:pt x="1961118" y="57819"/>
                </a:lnTo>
                <a:lnTo>
                  <a:pt x="1960793" y="57260"/>
                </a:lnTo>
                <a:lnTo>
                  <a:pt x="1960453" y="56713"/>
                </a:lnTo>
                <a:lnTo>
                  <a:pt x="1960102" y="56177"/>
                </a:lnTo>
                <a:lnTo>
                  <a:pt x="1959739" y="55653"/>
                </a:lnTo>
                <a:lnTo>
                  <a:pt x="1959365" y="55139"/>
                </a:lnTo>
                <a:lnTo>
                  <a:pt x="1958980" y="54638"/>
                </a:lnTo>
                <a:lnTo>
                  <a:pt x="1958584" y="54147"/>
                </a:lnTo>
                <a:lnTo>
                  <a:pt x="1958178" y="53668"/>
                </a:lnTo>
                <a:lnTo>
                  <a:pt x="1957760" y="53200"/>
                </a:lnTo>
                <a:lnTo>
                  <a:pt x="1957332" y="52744"/>
                </a:lnTo>
                <a:lnTo>
                  <a:pt x="1956893" y="52299"/>
                </a:lnTo>
                <a:lnTo>
                  <a:pt x="1956442" y="51865"/>
                </a:lnTo>
                <a:lnTo>
                  <a:pt x="1955981" y="51443"/>
                </a:lnTo>
                <a:lnTo>
                  <a:pt x="1955509" y="51032"/>
                </a:lnTo>
                <a:lnTo>
                  <a:pt x="1955026" y="50632"/>
                </a:lnTo>
                <a:lnTo>
                  <a:pt x="1954532" y="50244"/>
                </a:lnTo>
                <a:lnTo>
                  <a:pt x="1954027" y="49867"/>
                </a:lnTo>
                <a:lnTo>
                  <a:pt x="1953511" y="49501"/>
                </a:lnTo>
                <a:lnTo>
                  <a:pt x="1952984" y="49147"/>
                </a:lnTo>
                <a:lnTo>
                  <a:pt x="1952446" y="48804"/>
                </a:lnTo>
                <a:lnTo>
                  <a:pt x="1951897" y="48472"/>
                </a:lnTo>
                <a:lnTo>
                  <a:pt x="1951338" y="48152"/>
                </a:lnTo>
                <a:lnTo>
                  <a:pt x="1950767" y="47843"/>
                </a:lnTo>
                <a:lnTo>
                  <a:pt x="1950186" y="47546"/>
                </a:lnTo>
                <a:lnTo>
                  <a:pt x="1949593" y="47260"/>
                </a:lnTo>
                <a:lnTo>
                  <a:pt x="1948990" y="46985"/>
                </a:lnTo>
                <a:lnTo>
                  <a:pt x="1948377" y="46722"/>
                </a:lnTo>
                <a:lnTo>
                  <a:pt x="1947757" y="46469"/>
                </a:lnTo>
                <a:lnTo>
                  <a:pt x="1947129" y="46228"/>
                </a:lnTo>
                <a:lnTo>
                  <a:pt x="1946493" y="45998"/>
                </a:lnTo>
                <a:lnTo>
                  <a:pt x="1945849" y="45780"/>
                </a:lnTo>
                <a:lnTo>
                  <a:pt x="1945198" y="45572"/>
                </a:lnTo>
                <a:lnTo>
                  <a:pt x="1944539" y="45376"/>
                </a:lnTo>
                <a:lnTo>
                  <a:pt x="1943872" y="45191"/>
                </a:lnTo>
                <a:lnTo>
                  <a:pt x="1943198" y="45017"/>
                </a:lnTo>
                <a:lnTo>
                  <a:pt x="1942516" y="44855"/>
                </a:lnTo>
                <a:lnTo>
                  <a:pt x="1941826" y="44703"/>
                </a:lnTo>
                <a:lnTo>
                  <a:pt x="1941129" y="44563"/>
                </a:lnTo>
                <a:lnTo>
                  <a:pt x="1940423" y="44434"/>
                </a:lnTo>
                <a:lnTo>
                  <a:pt x="1939711" y="44316"/>
                </a:lnTo>
                <a:lnTo>
                  <a:pt x="1938990" y="44210"/>
                </a:lnTo>
                <a:lnTo>
                  <a:pt x="1938262" y="44115"/>
                </a:lnTo>
                <a:lnTo>
                  <a:pt x="1937526" y="44031"/>
                </a:lnTo>
                <a:lnTo>
                  <a:pt x="1936782" y="43958"/>
                </a:lnTo>
                <a:lnTo>
                  <a:pt x="1936030" y="43896"/>
                </a:lnTo>
                <a:lnTo>
                  <a:pt x="1935271" y="43846"/>
                </a:lnTo>
                <a:lnTo>
                  <a:pt x="1934504" y="43806"/>
                </a:lnTo>
                <a:lnTo>
                  <a:pt x="1933730" y="43778"/>
                </a:lnTo>
                <a:lnTo>
                  <a:pt x="1932947" y="43761"/>
                </a:lnTo>
                <a:lnTo>
                  <a:pt x="1932157" y="43756"/>
                </a:lnTo>
                <a:lnTo>
                  <a:pt x="1931501" y="43760"/>
                </a:lnTo>
                <a:lnTo>
                  <a:pt x="1930849" y="43771"/>
                </a:lnTo>
                <a:lnTo>
                  <a:pt x="1930203" y="43791"/>
                </a:lnTo>
                <a:lnTo>
                  <a:pt x="1929562" y="43818"/>
                </a:lnTo>
                <a:lnTo>
                  <a:pt x="1928926" y="43852"/>
                </a:lnTo>
                <a:lnTo>
                  <a:pt x="1928295" y="43895"/>
                </a:lnTo>
                <a:lnTo>
                  <a:pt x="1927669" y="43945"/>
                </a:lnTo>
                <a:lnTo>
                  <a:pt x="1927049" y="44003"/>
                </a:lnTo>
                <a:lnTo>
                  <a:pt x="1926434" y="44068"/>
                </a:lnTo>
                <a:lnTo>
                  <a:pt x="1925824" y="44141"/>
                </a:lnTo>
                <a:lnTo>
                  <a:pt x="1925219" y="44222"/>
                </a:lnTo>
                <a:lnTo>
                  <a:pt x="1924619" y="44311"/>
                </a:lnTo>
                <a:lnTo>
                  <a:pt x="1924025" y="44407"/>
                </a:lnTo>
                <a:lnTo>
                  <a:pt x="1923436" y="44511"/>
                </a:lnTo>
                <a:lnTo>
                  <a:pt x="1922851" y="44623"/>
                </a:lnTo>
                <a:lnTo>
                  <a:pt x="1922272" y="44743"/>
                </a:lnTo>
                <a:lnTo>
                  <a:pt x="1921699" y="44870"/>
                </a:lnTo>
                <a:lnTo>
                  <a:pt x="1921130" y="45005"/>
                </a:lnTo>
                <a:lnTo>
                  <a:pt x="1920567" y="45147"/>
                </a:lnTo>
                <a:lnTo>
                  <a:pt x="1920009" y="45298"/>
                </a:lnTo>
                <a:lnTo>
                  <a:pt x="1919456" y="45456"/>
                </a:lnTo>
                <a:lnTo>
                  <a:pt x="1918908" y="45621"/>
                </a:lnTo>
                <a:lnTo>
                  <a:pt x="1918365" y="45795"/>
                </a:lnTo>
                <a:lnTo>
                  <a:pt x="1917828" y="45976"/>
                </a:lnTo>
                <a:lnTo>
                  <a:pt x="1917296" y="46164"/>
                </a:lnTo>
                <a:lnTo>
                  <a:pt x="1916771" y="46357"/>
                </a:lnTo>
                <a:lnTo>
                  <a:pt x="1916252" y="46555"/>
                </a:lnTo>
                <a:lnTo>
                  <a:pt x="1915740" y="46759"/>
                </a:lnTo>
                <a:lnTo>
                  <a:pt x="1915234" y="46968"/>
                </a:lnTo>
                <a:lnTo>
                  <a:pt x="1914735" y="47182"/>
                </a:lnTo>
                <a:lnTo>
                  <a:pt x="1914242" y="47401"/>
                </a:lnTo>
                <a:lnTo>
                  <a:pt x="1913755" y="47626"/>
                </a:lnTo>
                <a:lnTo>
                  <a:pt x="1913275" y="47857"/>
                </a:lnTo>
                <a:lnTo>
                  <a:pt x="1912802" y="48092"/>
                </a:lnTo>
                <a:lnTo>
                  <a:pt x="1912335" y="48333"/>
                </a:lnTo>
                <a:lnTo>
                  <a:pt x="1911874" y="48580"/>
                </a:lnTo>
                <a:lnTo>
                  <a:pt x="1911420" y="48831"/>
                </a:lnTo>
                <a:lnTo>
                  <a:pt x="1910972" y="49088"/>
                </a:lnTo>
                <a:lnTo>
                  <a:pt x="1910531" y="49350"/>
                </a:lnTo>
                <a:lnTo>
                  <a:pt x="1910096" y="49618"/>
                </a:lnTo>
                <a:lnTo>
                  <a:pt x="1909667" y="49891"/>
                </a:lnTo>
                <a:lnTo>
                  <a:pt x="1909245" y="50169"/>
                </a:lnTo>
                <a:lnTo>
                  <a:pt x="1908830" y="50452"/>
                </a:lnTo>
                <a:lnTo>
                  <a:pt x="1908421" y="50741"/>
                </a:lnTo>
                <a:lnTo>
                  <a:pt x="1908018" y="51035"/>
                </a:lnTo>
                <a:lnTo>
                  <a:pt x="1907622" y="51335"/>
                </a:lnTo>
                <a:lnTo>
                  <a:pt x="1907232" y="51640"/>
                </a:lnTo>
                <a:lnTo>
                  <a:pt x="1906849" y="51950"/>
                </a:lnTo>
                <a:lnTo>
                  <a:pt x="1906472" y="52264"/>
                </a:lnTo>
                <a:lnTo>
                  <a:pt x="1906103" y="52582"/>
                </a:lnTo>
                <a:lnTo>
                  <a:pt x="1905742" y="52902"/>
                </a:lnTo>
                <a:lnTo>
                  <a:pt x="1905388" y="53225"/>
                </a:lnTo>
                <a:lnTo>
                  <a:pt x="1905041" y="53551"/>
                </a:lnTo>
                <a:lnTo>
                  <a:pt x="1904702" y="53880"/>
                </a:lnTo>
                <a:lnTo>
                  <a:pt x="1904370" y="54212"/>
                </a:lnTo>
                <a:lnTo>
                  <a:pt x="1904045" y="54547"/>
                </a:lnTo>
                <a:lnTo>
                  <a:pt x="1903728" y="54885"/>
                </a:lnTo>
                <a:lnTo>
                  <a:pt x="1903419" y="55225"/>
                </a:lnTo>
                <a:lnTo>
                  <a:pt x="1903117" y="55569"/>
                </a:lnTo>
                <a:lnTo>
                  <a:pt x="1902822" y="55916"/>
                </a:lnTo>
                <a:lnTo>
                  <a:pt x="1902535" y="56265"/>
                </a:lnTo>
                <a:lnTo>
                  <a:pt x="1902255" y="56618"/>
                </a:lnTo>
                <a:lnTo>
                  <a:pt x="1901983" y="56974"/>
                </a:lnTo>
                <a:lnTo>
                  <a:pt x="1901718" y="57332"/>
                </a:lnTo>
                <a:lnTo>
                  <a:pt x="1901460" y="57693"/>
                </a:lnTo>
                <a:lnTo>
                  <a:pt x="1901210" y="58058"/>
                </a:lnTo>
                <a:lnTo>
                  <a:pt x="1900967" y="58425"/>
                </a:lnTo>
                <a:lnTo>
                  <a:pt x="1900732" y="58795"/>
                </a:lnTo>
                <a:lnTo>
                  <a:pt x="1900504" y="59168"/>
                </a:lnTo>
                <a:lnTo>
                  <a:pt x="1900284" y="59545"/>
                </a:lnTo>
                <a:lnTo>
                  <a:pt x="1900071" y="59924"/>
                </a:lnTo>
                <a:lnTo>
                  <a:pt x="1899865" y="60306"/>
                </a:lnTo>
                <a:lnTo>
                  <a:pt x="1899668" y="60689"/>
                </a:lnTo>
                <a:lnTo>
                  <a:pt x="1899479" y="61073"/>
                </a:lnTo>
                <a:lnTo>
                  <a:pt x="1899298" y="61457"/>
                </a:lnTo>
                <a:lnTo>
                  <a:pt x="1899125" y="61842"/>
                </a:lnTo>
                <a:lnTo>
                  <a:pt x="1898961" y="62226"/>
                </a:lnTo>
                <a:lnTo>
                  <a:pt x="1898806" y="62611"/>
                </a:lnTo>
                <a:lnTo>
                  <a:pt x="1898659" y="62997"/>
                </a:lnTo>
                <a:lnTo>
                  <a:pt x="1898520" y="63382"/>
                </a:lnTo>
                <a:lnTo>
                  <a:pt x="1898389" y="63768"/>
                </a:lnTo>
                <a:lnTo>
                  <a:pt x="1898268" y="64154"/>
                </a:lnTo>
                <a:lnTo>
                  <a:pt x="1898154" y="64541"/>
                </a:lnTo>
                <a:lnTo>
                  <a:pt x="1898049" y="64927"/>
                </a:lnTo>
                <a:lnTo>
                  <a:pt x="1897952" y="65314"/>
                </a:lnTo>
                <a:lnTo>
                  <a:pt x="1897864" y="65702"/>
                </a:lnTo>
                <a:lnTo>
                  <a:pt x="1897784" y="66089"/>
                </a:lnTo>
                <a:lnTo>
                  <a:pt x="1897713" y="66477"/>
                </a:lnTo>
                <a:lnTo>
                  <a:pt x="1897649" y="66865"/>
                </a:lnTo>
                <a:lnTo>
                  <a:pt x="1897595" y="67253"/>
                </a:lnTo>
                <a:lnTo>
                  <a:pt x="1897549" y="67642"/>
                </a:lnTo>
                <a:lnTo>
                  <a:pt x="1897511" y="68031"/>
                </a:lnTo>
                <a:lnTo>
                  <a:pt x="1897481" y="68420"/>
                </a:lnTo>
                <a:lnTo>
                  <a:pt x="1897460" y="68810"/>
                </a:lnTo>
                <a:lnTo>
                  <a:pt x="1897448" y="69200"/>
                </a:lnTo>
                <a:lnTo>
                  <a:pt x="1897443" y="69590"/>
                </a:lnTo>
                <a:lnTo>
                  <a:pt x="1912379" y="69590"/>
                </a:lnTo>
                <a:lnTo>
                  <a:pt x="1912383" y="69288"/>
                </a:lnTo>
                <a:lnTo>
                  <a:pt x="1912395" y="68987"/>
                </a:lnTo>
                <a:lnTo>
                  <a:pt x="1912416" y="68689"/>
                </a:lnTo>
                <a:lnTo>
                  <a:pt x="1912445" y="68392"/>
                </a:lnTo>
                <a:lnTo>
                  <a:pt x="1912482" y="68097"/>
                </a:lnTo>
                <a:lnTo>
                  <a:pt x="1912527" y="67803"/>
                </a:lnTo>
                <a:lnTo>
                  <a:pt x="1912581" y="67512"/>
                </a:lnTo>
                <a:lnTo>
                  <a:pt x="1912643" y="67221"/>
                </a:lnTo>
                <a:lnTo>
                  <a:pt x="1912713" y="66933"/>
                </a:lnTo>
                <a:lnTo>
                  <a:pt x="1912792" y="66646"/>
                </a:lnTo>
                <a:lnTo>
                  <a:pt x="1912879" y="66361"/>
                </a:lnTo>
                <a:lnTo>
                  <a:pt x="1912974" y="66078"/>
                </a:lnTo>
                <a:lnTo>
                  <a:pt x="1913077" y="65796"/>
                </a:lnTo>
                <a:lnTo>
                  <a:pt x="1913189" y="65516"/>
                </a:lnTo>
                <a:lnTo>
                  <a:pt x="1913309" y="65238"/>
                </a:lnTo>
                <a:lnTo>
                  <a:pt x="1913437" y="64961"/>
                </a:lnTo>
                <a:lnTo>
                  <a:pt x="1913573" y="64686"/>
                </a:lnTo>
                <a:lnTo>
                  <a:pt x="1913718" y="64413"/>
                </a:lnTo>
                <a:lnTo>
                  <a:pt x="1913871" y="64141"/>
                </a:lnTo>
                <a:lnTo>
                  <a:pt x="1914032" y="63871"/>
                </a:lnTo>
                <a:lnTo>
                  <a:pt x="1914202" y="63603"/>
                </a:lnTo>
                <a:lnTo>
                  <a:pt x="1914380" y="63336"/>
                </a:lnTo>
                <a:lnTo>
                  <a:pt x="1914566" y="63071"/>
                </a:lnTo>
                <a:lnTo>
                  <a:pt x="1914760" y="62808"/>
                </a:lnTo>
                <a:lnTo>
                  <a:pt x="1914962" y="62548"/>
                </a:lnTo>
                <a:lnTo>
                  <a:pt x="1915170" y="62292"/>
                </a:lnTo>
                <a:lnTo>
                  <a:pt x="1915384" y="62040"/>
                </a:lnTo>
                <a:lnTo>
                  <a:pt x="1915606" y="61792"/>
                </a:lnTo>
                <a:lnTo>
                  <a:pt x="1915833" y="61549"/>
                </a:lnTo>
                <a:lnTo>
                  <a:pt x="1916067" y="61310"/>
                </a:lnTo>
                <a:lnTo>
                  <a:pt x="1916307" y="61075"/>
                </a:lnTo>
                <a:lnTo>
                  <a:pt x="1916554" y="60844"/>
                </a:lnTo>
                <a:lnTo>
                  <a:pt x="1916807" y="60617"/>
                </a:lnTo>
                <a:lnTo>
                  <a:pt x="1917067" y="60395"/>
                </a:lnTo>
                <a:lnTo>
                  <a:pt x="1917333" y="60177"/>
                </a:lnTo>
                <a:lnTo>
                  <a:pt x="1917606" y="59962"/>
                </a:lnTo>
                <a:lnTo>
                  <a:pt x="1917885" y="59753"/>
                </a:lnTo>
                <a:lnTo>
                  <a:pt x="1918170" y="59547"/>
                </a:lnTo>
                <a:lnTo>
                  <a:pt x="1918462" y="59346"/>
                </a:lnTo>
                <a:lnTo>
                  <a:pt x="1918761" y="59148"/>
                </a:lnTo>
                <a:lnTo>
                  <a:pt x="1919066" y="58955"/>
                </a:lnTo>
                <a:lnTo>
                  <a:pt x="1919377" y="58767"/>
                </a:lnTo>
                <a:lnTo>
                  <a:pt x="1919695" y="58582"/>
                </a:lnTo>
                <a:lnTo>
                  <a:pt x="1920019" y="58402"/>
                </a:lnTo>
                <a:lnTo>
                  <a:pt x="1920349" y="58226"/>
                </a:lnTo>
                <a:lnTo>
                  <a:pt x="1920686" y="58054"/>
                </a:lnTo>
                <a:lnTo>
                  <a:pt x="1921030" y="57886"/>
                </a:lnTo>
                <a:lnTo>
                  <a:pt x="1921380" y="57722"/>
                </a:lnTo>
                <a:lnTo>
                  <a:pt x="1921736" y="57564"/>
                </a:lnTo>
                <a:lnTo>
                  <a:pt x="1922096" y="57413"/>
                </a:lnTo>
                <a:lnTo>
                  <a:pt x="1922462" y="57268"/>
                </a:lnTo>
                <a:lnTo>
                  <a:pt x="1922832" y="57130"/>
                </a:lnTo>
                <a:lnTo>
                  <a:pt x="1923207" y="56999"/>
                </a:lnTo>
                <a:lnTo>
                  <a:pt x="1923587" y="56875"/>
                </a:lnTo>
                <a:lnTo>
                  <a:pt x="1923973" y="56757"/>
                </a:lnTo>
                <a:lnTo>
                  <a:pt x="1924363" y="56646"/>
                </a:lnTo>
                <a:lnTo>
                  <a:pt x="1924757" y="56542"/>
                </a:lnTo>
                <a:lnTo>
                  <a:pt x="1925157" y="56444"/>
                </a:lnTo>
                <a:lnTo>
                  <a:pt x="1925562" y="56353"/>
                </a:lnTo>
                <a:lnTo>
                  <a:pt x="1925972" y="56269"/>
                </a:lnTo>
                <a:lnTo>
                  <a:pt x="1926386" y="56192"/>
                </a:lnTo>
                <a:lnTo>
                  <a:pt x="1926805" y="56121"/>
                </a:lnTo>
                <a:lnTo>
                  <a:pt x="1927230" y="56057"/>
                </a:lnTo>
                <a:lnTo>
                  <a:pt x="1927659" y="56000"/>
                </a:lnTo>
                <a:lnTo>
                  <a:pt x="1928093" y="55950"/>
                </a:lnTo>
                <a:lnTo>
                  <a:pt x="1928532" y="55906"/>
                </a:lnTo>
                <a:lnTo>
                  <a:pt x="1928976" y="55869"/>
                </a:lnTo>
                <a:lnTo>
                  <a:pt x="1929425" y="55839"/>
                </a:lnTo>
                <a:lnTo>
                  <a:pt x="1929879" y="55815"/>
                </a:lnTo>
                <a:lnTo>
                  <a:pt x="1930337" y="55798"/>
                </a:lnTo>
                <a:lnTo>
                  <a:pt x="1930801" y="55788"/>
                </a:lnTo>
                <a:lnTo>
                  <a:pt x="1931269" y="55785"/>
                </a:lnTo>
                <a:lnTo>
                  <a:pt x="1931771" y="55788"/>
                </a:lnTo>
                <a:lnTo>
                  <a:pt x="1932265" y="55799"/>
                </a:lnTo>
                <a:lnTo>
                  <a:pt x="1932753" y="55817"/>
                </a:lnTo>
                <a:lnTo>
                  <a:pt x="1933234" y="55843"/>
                </a:lnTo>
                <a:lnTo>
                  <a:pt x="1933708" y="55876"/>
                </a:lnTo>
                <a:lnTo>
                  <a:pt x="1934176" y="55916"/>
                </a:lnTo>
                <a:lnTo>
                  <a:pt x="1934637" y="55963"/>
                </a:lnTo>
                <a:lnTo>
                  <a:pt x="1935091" y="56018"/>
                </a:lnTo>
                <a:lnTo>
                  <a:pt x="1935538" y="56080"/>
                </a:lnTo>
                <a:lnTo>
                  <a:pt x="1935979" y="56149"/>
                </a:lnTo>
                <a:lnTo>
                  <a:pt x="1936413" y="56226"/>
                </a:lnTo>
                <a:lnTo>
                  <a:pt x="1936840" y="56309"/>
                </a:lnTo>
                <a:lnTo>
                  <a:pt x="1937260" y="56401"/>
                </a:lnTo>
                <a:lnTo>
                  <a:pt x="1937674" y="56499"/>
                </a:lnTo>
                <a:lnTo>
                  <a:pt x="1938081" y="56605"/>
                </a:lnTo>
                <a:lnTo>
                  <a:pt x="1938481" y="56718"/>
                </a:lnTo>
                <a:lnTo>
                  <a:pt x="1938875" y="56838"/>
                </a:lnTo>
                <a:lnTo>
                  <a:pt x="1939262" y="56965"/>
                </a:lnTo>
                <a:lnTo>
                  <a:pt x="1939642" y="57100"/>
                </a:lnTo>
                <a:lnTo>
                  <a:pt x="1940015" y="57242"/>
                </a:lnTo>
                <a:lnTo>
                  <a:pt x="1940382" y="57392"/>
                </a:lnTo>
                <a:lnTo>
                  <a:pt x="1940742" y="57548"/>
                </a:lnTo>
                <a:lnTo>
                  <a:pt x="1941095" y="57712"/>
                </a:lnTo>
                <a:lnTo>
                  <a:pt x="1941441" y="57884"/>
                </a:lnTo>
                <a:lnTo>
                  <a:pt x="1941781" y="58062"/>
                </a:lnTo>
                <a:lnTo>
                  <a:pt x="1942113" y="58246"/>
                </a:lnTo>
                <a:lnTo>
                  <a:pt x="1942439" y="58436"/>
                </a:lnTo>
                <a:lnTo>
                  <a:pt x="1942757" y="58632"/>
                </a:lnTo>
                <a:lnTo>
                  <a:pt x="1943068" y="58834"/>
                </a:lnTo>
                <a:lnTo>
                  <a:pt x="1943371" y="59042"/>
                </a:lnTo>
                <a:lnTo>
                  <a:pt x="1943668" y="59256"/>
                </a:lnTo>
                <a:lnTo>
                  <a:pt x="1943958" y="59476"/>
                </a:lnTo>
                <a:lnTo>
                  <a:pt x="1944240" y="59702"/>
                </a:lnTo>
                <a:lnTo>
                  <a:pt x="1944515" y="59934"/>
                </a:lnTo>
                <a:lnTo>
                  <a:pt x="1944783" y="60172"/>
                </a:lnTo>
                <a:lnTo>
                  <a:pt x="1945044" y="60417"/>
                </a:lnTo>
                <a:lnTo>
                  <a:pt x="1945298" y="60667"/>
                </a:lnTo>
                <a:lnTo>
                  <a:pt x="1945544" y="60923"/>
                </a:lnTo>
                <a:lnTo>
                  <a:pt x="1945784" y="61185"/>
                </a:lnTo>
                <a:lnTo>
                  <a:pt x="1946016" y="61454"/>
                </a:lnTo>
                <a:lnTo>
                  <a:pt x="1946241" y="61728"/>
                </a:lnTo>
                <a:lnTo>
                  <a:pt x="1946459" y="62008"/>
                </a:lnTo>
                <a:lnTo>
                  <a:pt x="1946670" y="62295"/>
                </a:lnTo>
                <a:lnTo>
                  <a:pt x="1946874" y="62587"/>
                </a:lnTo>
                <a:lnTo>
                  <a:pt x="1947071" y="62886"/>
                </a:lnTo>
                <a:lnTo>
                  <a:pt x="1947260" y="63190"/>
                </a:lnTo>
                <a:lnTo>
                  <a:pt x="1947442" y="63501"/>
                </a:lnTo>
                <a:lnTo>
                  <a:pt x="1947617" y="63817"/>
                </a:lnTo>
                <a:lnTo>
                  <a:pt x="1947785" y="64139"/>
                </a:lnTo>
                <a:lnTo>
                  <a:pt x="1947946" y="64466"/>
                </a:lnTo>
                <a:lnTo>
                  <a:pt x="1948100" y="64797"/>
                </a:lnTo>
                <a:lnTo>
                  <a:pt x="1948246" y="65133"/>
                </a:lnTo>
                <a:lnTo>
                  <a:pt x="1948386" y="65473"/>
                </a:lnTo>
                <a:lnTo>
                  <a:pt x="1948518" y="65818"/>
                </a:lnTo>
                <a:lnTo>
                  <a:pt x="1948643" y="66168"/>
                </a:lnTo>
                <a:lnTo>
                  <a:pt x="1948761" y="66522"/>
                </a:lnTo>
                <a:lnTo>
                  <a:pt x="1948872" y="66881"/>
                </a:lnTo>
                <a:lnTo>
                  <a:pt x="1948975" y="67244"/>
                </a:lnTo>
                <a:lnTo>
                  <a:pt x="1949072" y="67612"/>
                </a:lnTo>
                <a:lnTo>
                  <a:pt x="1949161" y="67985"/>
                </a:lnTo>
                <a:lnTo>
                  <a:pt x="1949244" y="68362"/>
                </a:lnTo>
                <a:lnTo>
                  <a:pt x="1949319" y="68744"/>
                </a:lnTo>
                <a:lnTo>
                  <a:pt x="1949386" y="69131"/>
                </a:lnTo>
                <a:lnTo>
                  <a:pt x="1949447" y="69522"/>
                </a:lnTo>
                <a:lnTo>
                  <a:pt x="1949501" y="69918"/>
                </a:lnTo>
                <a:lnTo>
                  <a:pt x="1949547" y="70319"/>
                </a:lnTo>
                <a:lnTo>
                  <a:pt x="1949587" y="70724"/>
                </a:lnTo>
                <a:lnTo>
                  <a:pt x="1949619" y="71134"/>
                </a:lnTo>
                <a:lnTo>
                  <a:pt x="1949644" y="71548"/>
                </a:lnTo>
                <a:lnTo>
                  <a:pt x="1949662" y="71967"/>
                </a:lnTo>
                <a:lnTo>
                  <a:pt x="1949672" y="72391"/>
                </a:lnTo>
                <a:lnTo>
                  <a:pt x="1949676" y="72819"/>
                </a:lnTo>
                <a:lnTo>
                  <a:pt x="1949676" y="79762"/>
                </a:lnTo>
                <a:lnTo>
                  <a:pt x="1934902" y="79762"/>
                </a:lnTo>
                <a:lnTo>
                  <a:pt x="1934159" y="79765"/>
                </a:lnTo>
                <a:lnTo>
                  <a:pt x="1933421" y="79775"/>
                </a:lnTo>
                <a:lnTo>
                  <a:pt x="1932689" y="79791"/>
                </a:lnTo>
                <a:lnTo>
                  <a:pt x="1931962" y="79813"/>
                </a:lnTo>
                <a:lnTo>
                  <a:pt x="1931242" y="79842"/>
                </a:lnTo>
                <a:lnTo>
                  <a:pt x="1930528" y="79878"/>
                </a:lnTo>
                <a:lnTo>
                  <a:pt x="1929819" y="79920"/>
                </a:lnTo>
                <a:lnTo>
                  <a:pt x="1929117" y="79968"/>
                </a:lnTo>
                <a:lnTo>
                  <a:pt x="1928420" y="80023"/>
                </a:lnTo>
                <a:lnTo>
                  <a:pt x="1927729" y="80084"/>
                </a:lnTo>
                <a:lnTo>
                  <a:pt x="1927044" y="80152"/>
                </a:lnTo>
                <a:lnTo>
                  <a:pt x="1926365" y="80226"/>
                </a:lnTo>
                <a:lnTo>
                  <a:pt x="1925692" y="80306"/>
                </a:lnTo>
                <a:lnTo>
                  <a:pt x="1925025" y="80393"/>
                </a:lnTo>
                <a:lnTo>
                  <a:pt x="1924363" y="80487"/>
                </a:lnTo>
                <a:lnTo>
                  <a:pt x="1923708" y="80587"/>
                </a:lnTo>
                <a:lnTo>
                  <a:pt x="1923058" y="80693"/>
                </a:lnTo>
                <a:lnTo>
                  <a:pt x="1922414" y="80806"/>
                </a:lnTo>
                <a:lnTo>
                  <a:pt x="1921776" y="80925"/>
                </a:lnTo>
                <a:lnTo>
                  <a:pt x="1921145" y="81051"/>
                </a:lnTo>
                <a:lnTo>
                  <a:pt x="1920518" y="81183"/>
                </a:lnTo>
                <a:lnTo>
                  <a:pt x="1919898" y="81322"/>
                </a:lnTo>
                <a:lnTo>
                  <a:pt x="1919284" y="81467"/>
                </a:lnTo>
                <a:lnTo>
                  <a:pt x="1918676" y="81618"/>
                </a:lnTo>
                <a:lnTo>
                  <a:pt x="1918074" y="81776"/>
                </a:lnTo>
                <a:lnTo>
                  <a:pt x="1917479" y="81940"/>
                </a:lnTo>
                <a:lnTo>
                  <a:pt x="1916892" y="82110"/>
                </a:lnTo>
                <a:lnTo>
                  <a:pt x="1916312" y="82286"/>
                </a:lnTo>
                <a:lnTo>
                  <a:pt x="1915739" y="82467"/>
                </a:lnTo>
                <a:lnTo>
                  <a:pt x="1915174" y="82655"/>
                </a:lnTo>
                <a:lnTo>
                  <a:pt x="1914616" y="82849"/>
                </a:lnTo>
                <a:lnTo>
                  <a:pt x="1914065" y="83049"/>
                </a:lnTo>
                <a:lnTo>
                  <a:pt x="1913521" y="83255"/>
                </a:lnTo>
                <a:lnTo>
                  <a:pt x="1912985" y="83467"/>
                </a:lnTo>
                <a:lnTo>
                  <a:pt x="1912456" y="83685"/>
                </a:lnTo>
                <a:lnTo>
                  <a:pt x="1911935" y="83909"/>
                </a:lnTo>
                <a:lnTo>
                  <a:pt x="1911420" y="84139"/>
                </a:lnTo>
                <a:lnTo>
                  <a:pt x="1910913" y="84375"/>
                </a:lnTo>
                <a:lnTo>
                  <a:pt x="1910413" y="84617"/>
                </a:lnTo>
                <a:lnTo>
                  <a:pt x="1909921" y="84866"/>
                </a:lnTo>
                <a:lnTo>
                  <a:pt x="1909436" y="85120"/>
                </a:lnTo>
                <a:lnTo>
                  <a:pt x="1908958" y="85380"/>
                </a:lnTo>
                <a:lnTo>
                  <a:pt x="1908487" y="85646"/>
                </a:lnTo>
                <a:lnTo>
                  <a:pt x="1908024" y="85918"/>
                </a:lnTo>
                <a:lnTo>
                  <a:pt x="1907568" y="86197"/>
                </a:lnTo>
                <a:lnTo>
                  <a:pt x="1907119" y="86481"/>
                </a:lnTo>
                <a:lnTo>
                  <a:pt x="1906677" y="86771"/>
                </a:lnTo>
                <a:lnTo>
                  <a:pt x="1906243" y="87068"/>
                </a:lnTo>
                <a:lnTo>
                  <a:pt x="1905817" y="87370"/>
                </a:lnTo>
                <a:lnTo>
                  <a:pt x="1905399" y="87679"/>
                </a:lnTo>
                <a:lnTo>
                  <a:pt x="1904989" y="87994"/>
                </a:lnTo>
                <a:lnTo>
                  <a:pt x="1904588" y="88315"/>
                </a:lnTo>
                <a:lnTo>
                  <a:pt x="1904195" y="88642"/>
                </a:lnTo>
                <a:lnTo>
                  <a:pt x="1903811" y="88975"/>
                </a:lnTo>
                <a:lnTo>
                  <a:pt x="1903435" y="89314"/>
                </a:lnTo>
                <a:lnTo>
                  <a:pt x="1903068" y="89660"/>
                </a:lnTo>
                <a:lnTo>
                  <a:pt x="1902709" y="90012"/>
                </a:lnTo>
                <a:lnTo>
                  <a:pt x="1902358" y="90370"/>
                </a:lnTo>
                <a:lnTo>
                  <a:pt x="1902016" y="90734"/>
                </a:lnTo>
                <a:lnTo>
                  <a:pt x="1901682" y="91104"/>
                </a:lnTo>
                <a:lnTo>
                  <a:pt x="1901356" y="91481"/>
                </a:lnTo>
                <a:lnTo>
                  <a:pt x="1901039" y="91863"/>
                </a:lnTo>
                <a:lnTo>
                  <a:pt x="1900731" y="92252"/>
                </a:lnTo>
                <a:lnTo>
                  <a:pt x="1900430" y="92647"/>
                </a:lnTo>
                <a:lnTo>
                  <a:pt x="1900139" y="93048"/>
                </a:lnTo>
                <a:lnTo>
                  <a:pt x="1899855" y="93455"/>
                </a:lnTo>
                <a:lnTo>
                  <a:pt x="1899580" y="93869"/>
                </a:lnTo>
                <a:lnTo>
                  <a:pt x="1899314" y="94289"/>
                </a:lnTo>
                <a:lnTo>
                  <a:pt x="1899056" y="94714"/>
                </a:lnTo>
                <a:lnTo>
                  <a:pt x="1898806" y="95146"/>
                </a:lnTo>
                <a:lnTo>
                  <a:pt x="1898564" y="95584"/>
                </a:lnTo>
                <a:lnTo>
                  <a:pt x="1898331" y="96029"/>
                </a:lnTo>
                <a:lnTo>
                  <a:pt x="1898107" y="96479"/>
                </a:lnTo>
                <a:lnTo>
                  <a:pt x="1897893" y="96935"/>
                </a:lnTo>
                <a:lnTo>
                  <a:pt x="1897688" y="97397"/>
                </a:lnTo>
                <a:lnTo>
                  <a:pt x="1897493" y="97864"/>
                </a:lnTo>
                <a:lnTo>
                  <a:pt x="1897307" y="98338"/>
                </a:lnTo>
                <a:lnTo>
                  <a:pt x="1897131" y="98816"/>
                </a:lnTo>
                <a:lnTo>
                  <a:pt x="1896964" y="99301"/>
                </a:lnTo>
                <a:lnTo>
                  <a:pt x="1896807" y="99792"/>
                </a:lnTo>
                <a:lnTo>
                  <a:pt x="1896659" y="100288"/>
                </a:lnTo>
                <a:lnTo>
                  <a:pt x="1896521" y="100790"/>
                </a:lnTo>
                <a:lnTo>
                  <a:pt x="1896392" y="101298"/>
                </a:lnTo>
                <a:lnTo>
                  <a:pt x="1896273" y="101811"/>
                </a:lnTo>
                <a:lnTo>
                  <a:pt x="1896163" y="102330"/>
                </a:lnTo>
                <a:lnTo>
                  <a:pt x="1896063" y="102855"/>
                </a:lnTo>
                <a:lnTo>
                  <a:pt x="1895973" y="103386"/>
                </a:lnTo>
                <a:lnTo>
                  <a:pt x="1895892" y="103922"/>
                </a:lnTo>
                <a:lnTo>
                  <a:pt x="1895820" y="104465"/>
                </a:lnTo>
                <a:lnTo>
                  <a:pt x="1895758" y="105013"/>
                </a:lnTo>
                <a:lnTo>
                  <a:pt x="1895706" y="105566"/>
                </a:lnTo>
                <a:lnTo>
                  <a:pt x="1895663" y="106126"/>
                </a:lnTo>
                <a:lnTo>
                  <a:pt x="1895630" y="106691"/>
                </a:lnTo>
                <a:lnTo>
                  <a:pt x="1895606" y="107262"/>
                </a:lnTo>
                <a:lnTo>
                  <a:pt x="1895591" y="107838"/>
                </a:lnTo>
                <a:lnTo>
                  <a:pt x="1895587" y="108421"/>
                </a:lnTo>
                <a:lnTo>
                  <a:pt x="1895593" y="109024"/>
                </a:lnTo>
                <a:lnTo>
                  <a:pt x="1895612" y="109622"/>
                </a:lnTo>
                <a:lnTo>
                  <a:pt x="1895644" y="110215"/>
                </a:lnTo>
                <a:lnTo>
                  <a:pt x="1895689" y="110804"/>
                </a:lnTo>
                <a:lnTo>
                  <a:pt x="1895746" y="111387"/>
                </a:lnTo>
                <a:lnTo>
                  <a:pt x="1895816" y="111965"/>
                </a:lnTo>
                <a:lnTo>
                  <a:pt x="1895899" y="112539"/>
                </a:lnTo>
                <a:lnTo>
                  <a:pt x="1895995" y="113108"/>
                </a:lnTo>
                <a:lnTo>
                  <a:pt x="1896103" y="113672"/>
                </a:lnTo>
                <a:lnTo>
                  <a:pt x="1896224" y="114230"/>
                </a:lnTo>
                <a:lnTo>
                  <a:pt x="1896358" y="114784"/>
                </a:lnTo>
                <a:lnTo>
                  <a:pt x="1896505" y="115333"/>
                </a:lnTo>
                <a:lnTo>
                  <a:pt x="1896664" y="115878"/>
                </a:lnTo>
                <a:lnTo>
                  <a:pt x="1896837" y="116417"/>
                </a:lnTo>
                <a:lnTo>
                  <a:pt x="1897021" y="116951"/>
                </a:lnTo>
                <a:lnTo>
                  <a:pt x="1897219" y="117481"/>
                </a:lnTo>
                <a:lnTo>
                  <a:pt x="1897430" y="118005"/>
                </a:lnTo>
                <a:lnTo>
                  <a:pt x="1897653" y="118525"/>
                </a:lnTo>
                <a:lnTo>
                  <a:pt x="1897889" y="119040"/>
                </a:lnTo>
                <a:lnTo>
                  <a:pt x="1898137" y="119549"/>
                </a:lnTo>
                <a:lnTo>
                  <a:pt x="1898399" y="120054"/>
                </a:lnTo>
                <a:lnTo>
                  <a:pt x="1898673" y="120554"/>
                </a:lnTo>
                <a:lnTo>
                  <a:pt x="1898960" y="121049"/>
                </a:lnTo>
                <a:lnTo>
                  <a:pt x="1899260" y="121540"/>
                </a:lnTo>
                <a:lnTo>
                  <a:pt x="1899571" y="122023"/>
                </a:lnTo>
                <a:lnTo>
                  <a:pt x="1899893" y="122499"/>
                </a:lnTo>
                <a:lnTo>
                  <a:pt x="1900225" y="122966"/>
                </a:lnTo>
                <a:lnTo>
                  <a:pt x="1900567" y="123424"/>
                </a:lnTo>
                <a:lnTo>
                  <a:pt x="1900920" y="123875"/>
                </a:lnTo>
                <a:lnTo>
                  <a:pt x="1901283" y="124317"/>
                </a:lnTo>
                <a:lnTo>
                  <a:pt x="1901657" y="124751"/>
                </a:lnTo>
                <a:lnTo>
                  <a:pt x="1902041" y="125177"/>
                </a:lnTo>
                <a:lnTo>
                  <a:pt x="1902435" y="125594"/>
                </a:lnTo>
                <a:lnTo>
                  <a:pt x="1902839" y="126004"/>
                </a:lnTo>
                <a:lnTo>
                  <a:pt x="1903254" y="126404"/>
                </a:lnTo>
                <a:lnTo>
                  <a:pt x="1903680" y="126797"/>
                </a:lnTo>
                <a:lnTo>
                  <a:pt x="1904116" y="127182"/>
                </a:lnTo>
                <a:lnTo>
                  <a:pt x="1904562" y="127558"/>
                </a:lnTo>
                <a:lnTo>
                  <a:pt x="1905018" y="127925"/>
                </a:lnTo>
                <a:lnTo>
                  <a:pt x="1905485" y="128285"/>
                </a:lnTo>
                <a:lnTo>
                  <a:pt x="1905962" y="128636"/>
                </a:lnTo>
                <a:lnTo>
                  <a:pt x="1906450" y="128979"/>
                </a:lnTo>
                <a:lnTo>
                  <a:pt x="1906948" y="129314"/>
                </a:lnTo>
                <a:lnTo>
                  <a:pt x="1907456" y="129641"/>
                </a:lnTo>
                <a:lnTo>
                  <a:pt x="1907975" y="129959"/>
                </a:lnTo>
                <a:lnTo>
                  <a:pt x="1908504" y="130269"/>
                </a:lnTo>
                <a:lnTo>
                  <a:pt x="1909044" y="130571"/>
                </a:lnTo>
                <a:lnTo>
                  <a:pt x="1909593" y="130864"/>
                </a:lnTo>
                <a:lnTo>
                  <a:pt x="1910152" y="131147"/>
                </a:lnTo>
                <a:lnTo>
                  <a:pt x="1910719" y="131418"/>
                </a:lnTo>
                <a:lnTo>
                  <a:pt x="1911293" y="131678"/>
                </a:lnTo>
                <a:lnTo>
                  <a:pt x="1911875" y="131925"/>
                </a:lnTo>
                <a:lnTo>
                  <a:pt x="1912465" y="132160"/>
                </a:lnTo>
                <a:lnTo>
                  <a:pt x="1913062" y="132383"/>
                </a:lnTo>
                <a:lnTo>
                  <a:pt x="1913667" y="132594"/>
                </a:lnTo>
                <a:lnTo>
                  <a:pt x="1914280" y="132792"/>
                </a:lnTo>
                <a:lnTo>
                  <a:pt x="1914901" y="132979"/>
                </a:lnTo>
                <a:lnTo>
                  <a:pt x="1915529" y="133154"/>
                </a:lnTo>
                <a:lnTo>
                  <a:pt x="1916165" y="133317"/>
                </a:lnTo>
                <a:lnTo>
                  <a:pt x="1916809" y="133467"/>
                </a:lnTo>
                <a:lnTo>
                  <a:pt x="1917460" y="133606"/>
                </a:lnTo>
                <a:lnTo>
                  <a:pt x="1918119" y="133733"/>
                </a:lnTo>
                <a:lnTo>
                  <a:pt x="1918786" y="133847"/>
                </a:lnTo>
                <a:lnTo>
                  <a:pt x="1919460" y="133950"/>
                </a:lnTo>
                <a:lnTo>
                  <a:pt x="1920143" y="134040"/>
                </a:lnTo>
                <a:lnTo>
                  <a:pt x="1920833" y="134118"/>
                </a:lnTo>
                <a:lnTo>
                  <a:pt x="1921530" y="134185"/>
                </a:lnTo>
                <a:lnTo>
                  <a:pt x="1922235" y="134239"/>
                </a:lnTo>
                <a:lnTo>
                  <a:pt x="1922949" y="134281"/>
                </a:lnTo>
                <a:lnTo>
                  <a:pt x="1923669" y="134311"/>
                </a:lnTo>
                <a:lnTo>
                  <a:pt x="1924398" y="134329"/>
                </a:lnTo>
                <a:lnTo>
                  <a:pt x="1925134" y="134335"/>
                </a:lnTo>
                <a:lnTo>
                  <a:pt x="1925724" y="134331"/>
                </a:lnTo>
                <a:lnTo>
                  <a:pt x="1926308" y="134318"/>
                </a:lnTo>
                <a:lnTo>
                  <a:pt x="1926888" y="134297"/>
                </a:lnTo>
                <a:lnTo>
                  <a:pt x="1927463" y="134267"/>
                </a:lnTo>
                <a:lnTo>
                  <a:pt x="1928033" y="134228"/>
                </a:lnTo>
                <a:lnTo>
                  <a:pt x="1928598" y="134181"/>
                </a:lnTo>
                <a:lnTo>
                  <a:pt x="1929158" y="134126"/>
                </a:lnTo>
                <a:lnTo>
                  <a:pt x="1929713" y="134062"/>
                </a:lnTo>
                <a:lnTo>
                  <a:pt x="1930263" y="133989"/>
                </a:lnTo>
                <a:lnTo>
                  <a:pt x="1930809" y="133908"/>
                </a:lnTo>
                <a:lnTo>
                  <a:pt x="1931349" y="133818"/>
                </a:lnTo>
                <a:lnTo>
                  <a:pt x="1931885" y="133720"/>
                </a:lnTo>
                <a:lnTo>
                  <a:pt x="1932416" y="133613"/>
                </a:lnTo>
                <a:lnTo>
                  <a:pt x="1932942" y="133497"/>
                </a:lnTo>
                <a:lnTo>
                  <a:pt x="1933462" y="133374"/>
                </a:lnTo>
                <a:lnTo>
                  <a:pt x="1933978" y="133241"/>
                </a:lnTo>
                <a:lnTo>
                  <a:pt x="1934489" y="133100"/>
                </a:lnTo>
                <a:lnTo>
                  <a:pt x="1934996" y="132950"/>
                </a:lnTo>
                <a:lnTo>
                  <a:pt x="1935497" y="132792"/>
                </a:lnTo>
                <a:lnTo>
                  <a:pt x="1935993" y="132625"/>
                </a:lnTo>
                <a:lnTo>
                  <a:pt x="1936485" y="132450"/>
                </a:lnTo>
                <a:lnTo>
                  <a:pt x="1936971" y="132266"/>
                </a:lnTo>
                <a:lnTo>
                  <a:pt x="1937453" y="132074"/>
                </a:lnTo>
                <a:lnTo>
                  <a:pt x="1937930" y="131873"/>
                </a:lnTo>
                <a:lnTo>
                  <a:pt x="1938401" y="131666"/>
                </a:lnTo>
                <a:lnTo>
                  <a:pt x="1938868" y="131454"/>
                </a:lnTo>
                <a:lnTo>
                  <a:pt x="1939329" y="131237"/>
                </a:lnTo>
                <a:lnTo>
                  <a:pt x="1939784" y="131016"/>
                </a:lnTo>
                <a:lnTo>
                  <a:pt x="1940235" y="130791"/>
                </a:lnTo>
                <a:lnTo>
                  <a:pt x="1940680" y="130561"/>
                </a:lnTo>
                <a:lnTo>
                  <a:pt x="1941119" y="130327"/>
                </a:lnTo>
                <a:lnTo>
                  <a:pt x="1941554" y="130088"/>
                </a:lnTo>
                <a:lnTo>
                  <a:pt x="1941983" y="129845"/>
                </a:lnTo>
                <a:lnTo>
                  <a:pt x="1942406" y="129597"/>
                </a:lnTo>
                <a:lnTo>
                  <a:pt x="1942825" y="129345"/>
                </a:lnTo>
                <a:lnTo>
                  <a:pt x="1943238" y="129088"/>
                </a:lnTo>
                <a:lnTo>
                  <a:pt x="1943645" y="128827"/>
                </a:lnTo>
                <a:lnTo>
                  <a:pt x="1944048" y="128561"/>
                </a:lnTo>
                <a:lnTo>
                  <a:pt x="1944445" y="128291"/>
                </a:lnTo>
                <a:lnTo>
                  <a:pt x="1944837" y="128016"/>
                </a:lnTo>
                <a:lnTo>
                  <a:pt x="1945223" y="127737"/>
                </a:lnTo>
                <a:lnTo>
                  <a:pt x="1945604" y="127453"/>
                </a:lnTo>
                <a:lnTo>
                  <a:pt x="1945980" y="127165"/>
                </a:lnTo>
                <a:lnTo>
                  <a:pt x="1946350" y="126872"/>
                </a:lnTo>
                <a:lnTo>
                  <a:pt x="1946715" y="126575"/>
                </a:lnTo>
                <a:lnTo>
                  <a:pt x="1947075" y="126274"/>
                </a:lnTo>
                <a:lnTo>
                  <a:pt x="1947430" y="125967"/>
                </a:lnTo>
                <a:lnTo>
                  <a:pt x="1947779" y="125657"/>
                </a:lnTo>
                <a:lnTo>
                  <a:pt x="1948122" y="125343"/>
                </a:lnTo>
                <a:lnTo>
                  <a:pt x="1948460" y="125029"/>
                </a:lnTo>
                <a:lnTo>
                  <a:pt x="1948792" y="124713"/>
                </a:lnTo>
                <a:lnTo>
                  <a:pt x="1949119" y="124395"/>
                </a:lnTo>
                <a:lnTo>
                  <a:pt x="1949439" y="124077"/>
                </a:lnTo>
                <a:lnTo>
                  <a:pt x="1949754" y="123757"/>
                </a:lnTo>
                <a:lnTo>
                  <a:pt x="1950015" y="123486"/>
                </a:lnTo>
                <a:lnTo>
                  <a:pt x="1950039" y="123697"/>
                </a:lnTo>
                <a:lnTo>
                  <a:pt x="1950081" y="124045"/>
                </a:lnTo>
                <a:lnTo>
                  <a:pt x="1950124" y="124395"/>
                </a:lnTo>
                <a:close/>
                <a:moveTo>
                  <a:pt x="1949348" y="108818"/>
                </a:moveTo>
                <a:lnTo>
                  <a:pt x="1949154" y="109163"/>
                </a:lnTo>
                <a:lnTo>
                  <a:pt x="1948949" y="109508"/>
                </a:lnTo>
                <a:lnTo>
                  <a:pt x="1948735" y="109854"/>
                </a:lnTo>
                <a:lnTo>
                  <a:pt x="1948511" y="110201"/>
                </a:lnTo>
                <a:lnTo>
                  <a:pt x="1948277" y="110548"/>
                </a:lnTo>
                <a:lnTo>
                  <a:pt x="1948033" y="110897"/>
                </a:lnTo>
                <a:lnTo>
                  <a:pt x="1947779" y="111246"/>
                </a:lnTo>
                <a:lnTo>
                  <a:pt x="1947516" y="111594"/>
                </a:lnTo>
                <a:lnTo>
                  <a:pt x="1947246" y="111937"/>
                </a:lnTo>
                <a:lnTo>
                  <a:pt x="1946968" y="112276"/>
                </a:lnTo>
                <a:lnTo>
                  <a:pt x="1946683" y="112610"/>
                </a:lnTo>
                <a:lnTo>
                  <a:pt x="1946391" y="112940"/>
                </a:lnTo>
                <a:lnTo>
                  <a:pt x="1946091" y="113265"/>
                </a:lnTo>
                <a:lnTo>
                  <a:pt x="1945784" y="113585"/>
                </a:lnTo>
                <a:lnTo>
                  <a:pt x="1945469" y="113902"/>
                </a:lnTo>
                <a:lnTo>
                  <a:pt x="1945147" y="114213"/>
                </a:lnTo>
                <a:lnTo>
                  <a:pt x="1944817" y="114521"/>
                </a:lnTo>
                <a:lnTo>
                  <a:pt x="1944480" y="114823"/>
                </a:lnTo>
                <a:lnTo>
                  <a:pt x="1944136" y="115122"/>
                </a:lnTo>
                <a:lnTo>
                  <a:pt x="1943784" y="115415"/>
                </a:lnTo>
                <a:lnTo>
                  <a:pt x="1943425" y="115705"/>
                </a:lnTo>
                <a:lnTo>
                  <a:pt x="1943058" y="115989"/>
                </a:lnTo>
                <a:lnTo>
                  <a:pt x="1942684" y="116270"/>
                </a:lnTo>
                <a:lnTo>
                  <a:pt x="1942302" y="116546"/>
                </a:lnTo>
                <a:lnTo>
                  <a:pt x="1941913" y="116817"/>
                </a:lnTo>
                <a:lnTo>
                  <a:pt x="1941517" y="117084"/>
                </a:lnTo>
                <a:lnTo>
                  <a:pt x="1941113" y="117346"/>
                </a:lnTo>
                <a:lnTo>
                  <a:pt x="1940702" y="117604"/>
                </a:lnTo>
                <a:lnTo>
                  <a:pt x="1940283" y="117857"/>
                </a:lnTo>
                <a:lnTo>
                  <a:pt x="1939857" y="118106"/>
                </a:lnTo>
                <a:lnTo>
                  <a:pt x="1939423" y="118351"/>
                </a:lnTo>
                <a:lnTo>
                  <a:pt x="1938983" y="118588"/>
                </a:lnTo>
                <a:lnTo>
                  <a:pt x="1938537" y="118815"/>
                </a:lnTo>
                <a:lnTo>
                  <a:pt x="1938086" y="119032"/>
                </a:lnTo>
                <a:lnTo>
                  <a:pt x="1937629" y="119239"/>
                </a:lnTo>
                <a:lnTo>
                  <a:pt x="1937167" y="119436"/>
                </a:lnTo>
                <a:lnTo>
                  <a:pt x="1936699" y="119622"/>
                </a:lnTo>
                <a:lnTo>
                  <a:pt x="1936225" y="119799"/>
                </a:lnTo>
                <a:lnTo>
                  <a:pt x="1935746" y="119965"/>
                </a:lnTo>
                <a:lnTo>
                  <a:pt x="1935261" y="120122"/>
                </a:lnTo>
                <a:lnTo>
                  <a:pt x="1934770" y="120268"/>
                </a:lnTo>
                <a:lnTo>
                  <a:pt x="1934274" y="120404"/>
                </a:lnTo>
                <a:lnTo>
                  <a:pt x="1933772" y="120530"/>
                </a:lnTo>
                <a:lnTo>
                  <a:pt x="1933265" y="120646"/>
                </a:lnTo>
                <a:lnTo>
                  <a:pt x="1932752" y="120752"/>
                </a:lnTo>
                <a:lnTo>
                  <a:pt x="1932233" y="120848"/>
                </a:lnTo>
                <a:lnTo>
                  <a:pt x="1931709" y="120934"/>
                </a:lnTo>
                <a:lnTo>
                  <a:pt x="1931179" y="121010"/>
                </a:lnTo>
                <a:lnTo>
                  <a:pt x="1930644" y="121075"/>
                </a:lnTo>
                <a:lnTo>
                  <a:pt x="1930103" y="121131"/>
                </a:lnTo>
                <a:lnTo>
                  <a:pt x="1929556" y="121176"/>
                </a:lnTo>
                <a:lnTo>
                  <a:pt x="1929004" y="121212"/>
                </a:lnTo>
                <a:lnTo>
                  <a:pt x="1928446" y="121237"/>
                </a:lnTo>
                <a:lnTo>
                  <a:pt x="1927883" y="121252"/>
                </a:lnTo>
                <a:lnTo>
                  <a:pt x="1927314" y="121257"/>
                </a:lnTo>
                <a:lnTo>
                  <a:pt x="1926859" y="121254"/>
                </a:lnTo>
                <a:lnTo>
                  <a:pt x="1926411" y="121243"/>
                </a:lnTo>
                <a:lnTo>
                  <a:pt x="1925968" y="121226"/>
                </a:lnTo>
                <a:lnTo>
                  <a:pt x="1925532" y="121202"/>
                </a:lnTo>
                <a:lnTo>
                  <a:pt x="1925102" y="121171"/>
                </a:lnTo>
                <a:lnTo>
                  <a:pt x="1924677" y="121133"/>
                </a:lnTo>
                <a:lnTo>
                  <a:pt x="1924259" y="121089"/>
                </a:lnTo>
                <a:lnTo>
                  <a:pt x="1923847" y="121037"/>
                </a:lnTo>
                <a:lnTo>
                  <a:pt x="1923440" y="120979"/>
                </a:lnTo>
                <a:lnTo>
                  <a:pt x="1923040" y="120914"/>
                </a:lnTo>
                <a:lnTo>
                  <a:pt x="1922646" y="120842"/>
                </a:lnTo>
                <a:lnTo>
                  <a:pt x="1922258" y="120763"/>
                </a:lnTo>
                <a:lnTo>
                  <a:pt x="1921876" y="120677"/>
                </a:lnTo>
                <a:lnTo>
                  <a:pt x="1921500" y="120584"/>
                </a:lnTo>
                <a:lnTo>
                  <a:pt x="1921130" y="120484"/>
                </a:lnTo>
                <a:lnTo>
                  <a:pt x="1920766" y="120378"/>
                </a:lnTo>
                <a:lnTo>
                  <a:pt x="1920407" y="120265"/>
                </a:lnTo>
                <a:lnTo>
                  <a:pt x="1920055" y="120144"/>
                </a:lnTo>
                <a:lnTo>
                  <a:pt x="1919710" y="120017"/>
                </a:lnTo>
                <a:lnTo>
                  <a:pt x="1919370" y="119883"/>
                </a:lnTo>
                <a:lnTo>
                  <a:pt x="1919036" y="119743"/>
                </a:lnTo>
                <a:lnTo>
                  <a:pt x="1918708" y="119595"/>
                </a:lnTo>
                <a:lnTo>
                  <a:pt x="1918386" y="119441"/>
                </a:lnTo>
                <a:lnTo>
                  <a:pt x="1918070" y="119279"/>
                </a:lnTo>
                <a:lnTo>
                  <a:pt x="1917760" y="119112"/>
                </a:lnTo>
                <a:lnTo>
                  <a:pt x="1917458" y="118940"/>
                </a:lnTo>
                <a:lnTo>
                  <a:pt x="1917161" y="118763"/>
                </a:lnTo>
                <a:lnTo>
                  <a:pt x="1916871" y="118581"/>
                </a:lnTo>
                <a:lnTo>
                  <a:pt x="1916588" y="118394"/>
                </a:lnTo>
                <a:lnTo>
                  <a:pt x="1916312" y="118202"/>
                </a:lnTo>
                <a:lnTo>
                  <a:pt x="1916042" y="118005"/>
                </a:lnTo>
                <a:lnTo>
                  <a:pt x="1915778" y="117804"/>
                </a:lnTo>
                <a:lnTo>
                  <a:pt x="1915521" y="117597"/>
                </a:lnTo>
                <a:lnTo>
                  <a:pt x="1915271" y="117386"/>
                </a:lnTo>
                <a:lnTo>
                  <a:pt x="1915027" y="117169"/>
                </a:lnTo>
                <a:lnTo>
                  <a:pt x="1914790" y="116948"/>
                </a:lnTo>
                <a:lnTo>
                  <a:pt x="1914560" y="116722"/>
                </a:lnTo>
                <a:lnTo>
                  <a:pt x="1914336" y="116491"/>
                </a:lnTo>
                <a:lnTo>
                  <a:pt x="1914119" y="116255"/>
                </a:lnTo>
                <a:lnTo>
                  <a:pt x="1913908" y="116014"/>
                </a:lnTo>
                <a:lnTo>
                  <a:pt x="1913704" y="115768"/>
                </a:lnTo>
                <a:lnTo>
                  <a:pt x="1913506" y="115518"/>
                </a:lnTo>
                <a:lnTo>
                  <a:pt x="1913315" y="115262"/>
                </a:lnTo>
                <a:lnTo>
                  <a:pt x="1913131" y="115002"/>
                </a:lnTo>
                <a:lnTo>
                  <a:pt x="1912953" y="114736"/>
                </a:lnTo>
                <a:lnTo>
                  <a:pt x="1912782" y="114466"/>
                </a:lnTo>
                <a:lnTo>
                  <a:pt x="1912617" y="114191"/>
                </a:lnTo>
                <a:lnTo>
                  <a:pt x="1912459" y="113911"/>
                </a:lnTo>
                <a:lnTo>
                  <a:pt x="1912308" y="113627"/>
                </a:lnTo>
                <a:lnTo>
                  <a:pt x="1912163" y="113340"/>
                </a:lnTo>
                <a:lnTo>
                  <a:pt x="1912024" y="113052"/>
                </a:lnTo>
                <a:lnTo>
                  <a:pt x="1911892" y="112760"/>
                </a:lnTo>
                <a:lnTo>
                  <a:pt x="1911766" y="112466"/>
                </a:lnTo>
                <a:lnTo>
                  <a:pt x="1911647" y="112170"/>
                </a:lnTo>
                <a:lnTo>
                  <a:pt x="1911534" y="111871"/>
                </a:lnTo>
                <a:lnTo>
                  <a:pt x="1911428" y="111569"/>
                </a:lnTo>
                <a:lnTo>
                  <a:pt x="1911328" y="111265"/>
                </a:lnTo>
                <a:lnTo>
                  <a:pt x="1911234" y="110959"/>
                </a:lnTo>
                <a:lnTo>
                  <a:pt x="1911147" y="110650"/>
                </a:lnTo>
                <a:lnTo>
                  <a:pt x="1911067" y="110338"/>
                </a:lnTo>
                <a:lnTo>
                  <a:pt x="1910993" y="110024"/>
                </a:lnTo>
                <a:lnTo>
                  <a:pt x="1910925" y="109708"/>
                </a:lnTo>
                <a:lnTo>
                  <a:pt x="1910864" y="109388"/>
                </a:lnTo>
                <a:lnTo>
                  <a:pt x="1910809" y="109067"/>
                </a:lnTo>
                <a:lnTo>
                  <a:pt x="1910760" y="108743"/>
                </a:lnTo>
                <a:lnTo>
                  <a:pt x="1910719" y="108416"/>
                </a:lnTo>
                <a:lnTo>
                  <a:pt x="1910683" y="108087"/>
                </a:lnTo>
                <a:lnTo>
                  <a:pt x="1910654" y="107755"/>
                </a:lnTo>
                <a:lnTo>
                  <a:pt x="1910631" y="107421"/>
                </a:lnTo>
                <a:lnTo>
                  <a:pt x="1910615" y="107084"/>
                </a:lnTo>
                <a:lnTo>
                  <a:pt x="1910606" y="106744"/>
                </a:lnTo>
                <a:lnTo>
                  <a:pt x="1910602" y="106403"/>
                </a:lnTo>
                <a:lnTo>
                  <a:pt x="1910606" y="106068"/>
                </a:lnTo>
                <a:lnTo>
                  <a:pt x="1910615" y="105737"/>
                </a:lnTo>
                <a:lnTo>
                  <a:pt x="1910630" y="105409"/>
                </a:lnTo>
                <a:lnTo>
                  <a:pt x="1910652" y="105085"/>
                </a:lnTo>
                <a:lnTo>
                  <a:pt x="1910680" y="104765"/>
                </a:lnTo>
                <a:lnTo>
                  <a:pt x="1910713" y="104447"/>
                </a:lnTo>
                <a:lnTo>
                  <a:pt x="1910754" y="104134"/>
                </a:lnTo>
                <a:lnTo>
                  <a:pt x="1910800" y="103824"/>
                </a:lnTo>
                <a:lnTo>
                  <a:pt x="1910852" y="103517"/>
                </a:lnTo>
                <a:lnTo>
                  <a:pt x="1910911" y="103214"/>
                </a:lnTo>
                <a:lnTo>
                  <a:pt x="1910976" y="102914"/>
                </a:lnTo>
                <a:lnTo>
                  <a:pt x="1911046" y="102618"/>
                </a:lnTo>
                <a:lnTo>
                  <a:pt x="1911124" y="102326"/>
                </a:lnTo>
                <a:lnTo>
                  <a:pt x="1911207" y="102037"/>
                </a:lnTo>
                <a:lnTo>
                  <a:pt x="1911296" y="101751"/>
                </a:lnTo>
                <a:lnTo>
                  <a:pt x="1911392" y="101469"/>
                </a:lnTo>
                <a:lnTo>
                  <a:pt x="1911494" y="101191"/>
                </a:lnTo>
                <a:lnTo>
                  <a:pt x="1911602" y="100915"/>
                </a:lnTo>
                <a:lnTo>
                  <a:pt x="1911716" y="100644"/>
                </a:lnTo>
                <a:lnTo>
                  <a:pt x="1911836" y="100376"/>
                </a:lnTo>
                <a:lnTo>
                  <a:pt x="1911962" y="100111"/>
                </a:lnTo>
                <a:lnTo>
                  <a:pt x="1912095" y="99850"/>
                </a:lnTo>
                <a:lnTo>
                  <a:pt x="1912234" y="99593"/>
                </a:lnTo>
                <a:lnTo>
                  <a:pt x="1912379" y="99339"/>
                </a:lnTo>
                <a:lnTo>
                  <a:pt x="1912529" y="99088"/>
                </a:lnTo>
                <a:lnTo>
                  <a:pt x="1912686" y="98841"/>
                </a:lnTo>
                <a:lnTo>
                  <a:pt x="1912848" y="98598"/>
                </a:lnTo>
                <a:lnTo>
                  <a:pt x="1913015" y="98358"/>
                </a:lnTo>
                <a:lnTo>
                  <a:pt x="1913189" y="98121"/>
                </a:lnTo>
                <a:lnTo>
                  <a:pt x="1913367" y="97888"/>
                </a:lnTo>
                <a:lnTo>
                  <a:pt x="1913552" y="97659"/>
                </a:lnTo>
                <a:lnTo>
                  <a:pt x="1913742" y="97433"/>
                </a:lnTo>
                <a:lnTo>
                  <a:pt x="1913938" y="97210"/>
                </a:lnTo>
                <a:lnTo>
                  <a:pt x="1914139" y="96991"/>
                </a:lnTo>
                <a:lnTo>
                  <a:pt x="1914346" y="96776"/>
                </a:lnTo>
                <a:lnTo>
                  <a:pt x="1914558" y="96564"/>
                </a:lnTo>
                <a:lnTo>
                  <a:pt x="1914776" y="96355"/>
                </a:lnTo>
                <a:lnTo>
                  <a:pt x="1915000" y="96150"/>
                </a:lnTo>
                <a:lnTo>
                  <a:pt x="1915229" y="95949"/>
                </a:lnTo>
                <a:lnTo>
                  <a:pt x="1915464" y="95751"/>
                </a:lnTo>
                <a:lnTo>
                  <a:pt x="1915705" y="95556"/>
                </a:lnTo>
                <a:lnTo>
                  <a:pt x="1915951" y="95365"/>
                </a:lnTo>
                <a:lnTo>
                  <a:pt x="1916203" y="95178"/>
                </a:lnTo>
                <a:lnTo>
                  <a:pt x="1916460" y="94994"/>
                </a:lnTo>
                <a:lnTo>
                  <a:pt x="1916723" y="94813"/>
                </a:lnTo>
                <a:lnTo>
                  <a:pt x="1916991" y="94636"/>
                </a:lnTo>
                <a:lnTo>
                  <a:pt x="1917266" y="94463"/>
                </a:lnTo>
                <a:lnTo>
                  <a:pt x="1917545" y="94293"/>
                </a:lnTo>
                <a:lnTo>
                  <a:pt x="1917831" y="94127"/>
                </a:lnTo>
                <a:lnTo>
                  <a:pt x="1918122" y="93964"/>
                </a:lnTo>
                <a:lnTo>
                  <a:pt x="1918418" y="93804"/>
                </a:lnTo>
                <a:lnTo>
                  <a:pt x="1918720" y="93648"/>
                </a:lnTo>
                <a:lnTo>
                  <a:pt x="1919028" y="93496"/>
                </a:lnTo>
                <a:lnTo>
                  <a:pt x="1919342" y="93347"/>
                </a:lnTo>
                <a:lnTo>
                  <a:pt x="1919661" y="93202"/>
                </a:lnTo>
                <a:lnTo>
                  <a:pt x="1919985" y="93060"/>
                </a:lnTo>
                <a:lnTo>
                  <a:pt x="1920315" y="92921"/>
                </a:lnTo>
                <a:lnTo>
                  <a:pt x="1920651" y="92786"/>
                </a:lnTo>
                <a:lnTo>
                  <a:pt x="1920993" y="92655"/>
                </a:lnTo>
                <a:lnTo>
                  <a:pt x="1921340" y="92527"/>
                </a:lnTo>
                <a:lnTo>
                  <a:pt x="1921692" y="92403"/>
                </a:lnTo>
                <a:lnTo>
                  <a:pt x="1922050" y="92282"/>
                </a:lnTo>
                <a:lnTo>
                  <a:pt x="1922414" y="92164"/>
                </a:lnTo>
                <a:lnTo>
                  <a:pt x="1922784" y="92051"/>
                </a:lnTo>
                <a:lnTo>
                  <a:pt x="1923159" y="91940"/>
                </a:lnTo>
                <a:lnTo>
                  <a:pt x="1923540" y="91833"/>
                </a:lnTo>
                <a:lnTo>
                  <a:pt x="1923926" y="91730"/>
                </a:lnTo>
                <a:lnTo>
                  <a:pt x="1924318" y="91630"/>
                </a:lnTo>
                <a:lnTo>
                  <a:pt x="1924715" y="91534"/>
                </a:lnTo>
                <a:lnTo>
                  <a:pt x="1925118" y="91441"/>
                </a:lnTo>
                <a:lnTo>
                  <a:pt x="1925527" y="91352"/>
                </a:lnTo>
                <a:lnTo>
                  <a:pt x="1925941" y="91266"/>
                </a:lnTo>
                <a:lnTo>
                  <a:pt x="1926361" y="91183"/>
                </a:lnTo>
                <a:lnTo>
                  <a:pt x="1926785" y="91105"/>
                </a:lnTo>
                <a:lnTo>
                  <a:pt x="1927214" y="91029"/>
                </a:lnTo>
                <a:lnTo>
                  <a:pt x="1927648" y="90957"/>
                </a:lnTo>
                <a:lnTo>
                  <a:pt x="1928086" y="90889"/>
                </a:lnTo>
                <a:lnTo>
                  <a:pt x="1928530" y="90824"/>
                </a:lnTo>
                <a:lnTo>
                  <a:pt x="1928978" y="90763"/>
                </a:lnTo>
                <a:lnTo>
                  <a:pt x="1929431" y="90705"/>
                </a:lnTo>
                <a:lnTo>
                  <a:pt x="1929888" y="90651"/>
                </a:lnTo>
                <a:lnTo>
                  <a:pt x="1930351" y="90600"/>
                </a:lnTo>
                <a:lnTo>
                  <a:pt x="1930818" y="90553"/>
                </a:lnTo>
                <a:lnTo>
                  <a:pt x="1931290" y="90509"/>
                </a:lnTo>
                <a:lnTo>
                  <a:pt x="1931766" y="90469"/>
                </a:lnTo>
                <a:lnTo>
                  <a:pt x="1932248" y="90432"/>
                </a:lnTo>
                <a:lnTo>
                  <a:pt x="1932734" y="90398"/>
                </a:lnTo>
                <a:lnTo>
                  <a:pt x="1933225" y="90369"/>
                </a:lnTo>
                <a:lnTo>
                  <a:pt x="1933721" y="90342"/>
                </a:lnTo>
                <a:lnTo>
                  <a:pt x="1934221" y="90320"/>
                </a:lnTo>
                <a:lnTo>
                  <a:pt x="1934726" y="90300"/>
                </a:lnTo>
                <a:lnTo>
                  <a:pt x="1935236" y="90285"/>
                </a:lnTo>
                <a:lnTo>
                  <a:pt x="1935751" y="90272"/>
                </a:lnTo>
                <a:lnTo>
                  <a:pt x="1936271" y="90264"/>
                </a:lnTo>
                <a:lnTo>
                  <a:pt x="1936795" y="90258"/>
                </a:lnTo>
                <a:lnTo>
                  <a:pt x="1937324" y="90257"/>
                </a:lnTo>
                <a:lnTo>
                  <a:pt x="1949676" y="90257"/>
                </a:lnTo>
                <a:lnTo>
                  <a:pt x="1949676" y="108193"/>
                </a:lnTo>
                <a:lnTo>
                  <a:pt x="1949532" y="108475"/>
                </a:lnTo>
                <a:lnTo>
                  <a:pt x="1949348" y="108818"/>
                </a:lnTo>
                <a:close/>
                <a:moveTo>
                  <a:pt x="1802846" y="83449"/>
                </a:moveTo>
                <a:lnTo>
                  <a:pt x="1802813" y="82705"/>
                </a:lnTo>
                <a:lnTo>
                  <a:pt x="1802773" y="81966"/>
                </a:lnTo>
                <a:lnTo>
                  <a:pt x="1802726" y="81233"/>
                </a:lnTo>
                <a:lnTo>
                  <a:pt x="1802671" y="80504"/>
                </a:lnTo>
                <a:lnTo>
                  <a:pt x="1802609" y="79780"/>
                </a:lnTo>
                <a:lnTo>
                  <a:pt x="1802540" y="79060"/>
                </a:lnTo>
                <a:lnTo>
                  <a:pt x="1802464" y="78346"/>
                </a:lnTo>
                <a:lnTo>
                  <a:pt x="1802380" y="77637"/>
                </a:lnTo>
                <a:lnTo>
                  <a:pt x="1802289" y="76932"/>
                </a:lnTo>
                <a:lnTo>
                  <a:pt x="1802190" y="76233"/>
                </a:lnTo>
                <a:lnTo>
                  <a:pt x="1802085" y="75538"/>
                </a:lnTo>
                <a:lnTo>
                  <a:pt x="1801972" y="74848"/>
                </a:lnTo>
                <a:lnTo>
                  <a:pt x="1801851" y="74163"/>
                </a:lnTo>
                <a:lnTo>
                  <a:pt x="1801724" y="73483"/>
                </a:lnTo>
                <a:lnTo>
                  <a:pt x="1801589" y="72808"/>
                </a:lnTo>
                <a:lnTo>
                  <a:pt x="1801447" y="72138"/>
                </a:lnTo>
                <a:lnTo>
                  <a:pt x="1801297" y="71473"/>
                </a:lnTo>
                <a:lnTo>
                  <a:pt x="1801141" y="70812"/>
                </a:lnTo>
                <a:lnTo>
                  <a:pt x="1800977" y="70157"/>
                </a:lnTo>
                <a:lnTo>
                  <a:pt x="1800805" y="69506"/>
                </a:lnTo>
                <a:lnTo>
                  <a:pt x="1800627" y="68862"/>
                </a:lnTo>
                <a:lnTo>
                  <a:pt x="1800440" y="68224"/>
                </a:lnTo>
                <a:lnTo>
                  <a:pt x="1800245" y="67593"/>
                </a:lnTo>
                <a:lnTo>
                  <a:pt x="1800043" y="66970"/>
                </a:lnTo>
                <a:lnTo>
                  <a:pt x="1799833" y="66353"/>
                </a:lnTo>
                <a:lnTo>
                  <a:pt x="1799615" y="65743"/>
                </a:lnTo>
                <a:lnTo>
                  <a:pt x="1799389" y="65141"/>
                </a:lnTo>
                <a:lnTo>
                  <a:pt x="1799155" y="64545"/>
                </a:lnTo>
                <a:lnTo>
                  <a:pt x="1798913" y="63956"/>
                </a:lnTo>
                <a:lnTo>
                  <a:pt x="1798664" y="63375"/>
                </a:lnTo>
                <a:lnTo>
                  <a:pt x="1798407" y="62800"/>
                </a:lnTo>
                <a:lnTo>
                  <a:pt x="1798141" y="62232"/>
                </a:lnTo>
                <a:lnTo>
                  <a:pt x="1797868" y="61672"/>
                </a:lnTo>
                <a:lnTo>
                  <a:pt x="1797587" y="61118"/>
                </a:lnTo>
                <a:lnTo>
                  <a:pt x="1797299" y="60571"/>
                </a:lnTo>
                <a:lnTo>
                  <a:pt x="1797002" y="60032"/>
                </a:lnTo>
                <a:lnTo>
                  <a:pt x="1796698" y="59499"/>
                </a:lnTo>
                <a:lnTo>
                  <a:pt x="1796385" y="58973"/>
                </a:lnTo>
                <a:lnTo>
                  <a:pt x="1796065" y="58455"/>
                </a:lnTo>
                <a:lnTo>
                  <a:pt x="1795737" y="57943"/>
                </a:lnTo>
                <a:lnTo>
                  <a:pt x="1795402" y="57438"/>
                </a:lnTo>
                <a:lnTo>
                  <a:pt x="1795058" y="56941"/>
                </a:lnTo>
                <a:lnTo>
                  <a:pt x="1794706" y="56450"/>
                </a:lnTo>
                <a:lnTo>
                  <a:pt x="1794347" y="55966"/>
                </a:lnTo>
                <a:lnTo>
                  <a:pt x="1793979" y="55491"/>
                </a:lnTo>
                <a:lnTo>
                  <a:pt x="1793603" y="55024"/>
                </a:lnTo>
                <a:lnTo>
                  <a:pt x="1793219" y="54565"/>
                </a:lnTo>
                <a:lnTo>
                  <a:pt x="1792825" y="54116"/>
                </a:lnTo>
                <a:lnTo>
                  <a:pt x="1792424" y="53676"/>
                </a:lnTo>
                <a:lnTo>
                  <a:pt x="1792013" y="53244"/>
                </a:lnTo>
                <a:lnTo>
                  <a:pt x="1791595" y="52821"/>
                </a:lnTo>
                <a:lnTo>
                  <a:pt x="1791167" y="52407"/>
                </a:lnTo>
                <a:lnTo>
                  <a:pt x="1790731" y="52002"/>
                </a:lnTo>
                <a:lnTo>
                  <a:pt x="1790287" y="51605"/>
                </a:lnTo>
                <a:lnTo>
                  <a:pt x="1789834" y="51218"/>
                </a:lnTo>
                <a:lnTo>
                  <a:pt x="1789372" y="50839"/>
                </a:lnTo>
                <a:lnTo>
                  <a:pt x="1788902" y="50469"/>
                </a:lnTo>
                <a:lnTo>
                  <a:pt x="1788423" y="50107"/>
                </a:lnTo>
                <a:lnTo>
                  <a:pt x="1787936" y="49755"/>
                </a:lnTo>
                <a:lnTo>
                  <a:pt x="1787440" y="49411"/>
                </a:lnTo>
                <a:lnTo>
                  <a:pt x="1786936" y="49077"/>
                </a:lnTo>
                <a:lnTo>
                  <a:pt x="1786423" y="48751"/>
                </a:lnTo>
                <a:lnTo>
                  <a:pt x="1785901" y="48434"/>
                </a:lnTo>
                <a:lnTo>
                  <a:pt x="1785371" y="48125"/>
                </a:lnTo>
                <a:lnTo>
                  <a:pt x="1784833" y="47826"/>
                </a:lnTo>
                <a:lnTo>
                  <a:pt x="1784286" y="47535"/>
                </a:lnTo>
                <a:lnTo>
                  <a:pt x="1783730" y="47253"/>
                </a:lnTo>
                <a:lnTo>
                  <a:pt x="1783166" y="46980"/>
                </a:lnTo>
                <a:lnTo>
                  <a:pt x="1782593" y="46717"/>
                </a:lnTo>
                <a:lnTo>
                  <a:pt x="1782011" y="46465"/>
                </a:lnTo>
                <a:lnTo>
                  <a:pt x="1781421" y="46224"/>
                </a:lnTo>
                <a:lnTo>
                  <a:pt x="1780821" y="45995"/>
                </a:lnTo>
                <a:lnTo>
                  <a:pt x="1780213" y="45777"/>
                </a:lnTo>
                <a:lnTo>
                  <a:pt x="1779596" y="45569"/>
                </a:lnTo>
                <a:lnTo>
                  <a:pt x="1778970" y="45374"/>
                </a:lnTo>
                <a:lnTo>
                  <a:pt x="1778336" y="45189"/>
                </a:lnTo>
                <a:lnTo>
                  <a:pt x="1777692" y="45015"/>
                </a:lnTo>
                <a:lnTo>
                  <a:pt x="1777040" y="44853"/>
                </a:lnTo>
                <a:lnTo>
                  <a:pt x="1776378" y="44702"/>
                </a:lnTo>
                <a:lnTo>
                  <a:pt x="1775708" y="44562"/>
                </a:lnTo>
                <a:lnTo>
                  <a:pt x="1775030" y="44433"/>
                </a:lnTo>
                <a:lnTo>
                  <a:pt x="1774342" y="44316"/>
                </a:lnTo>
                <a:lnTo>
                  <a:pt x="1773645" y="44209"/>
                </a:lnTo>
                <a:lnTo>
                  <a:pt x="1772940" y="44114"/>
                </a:lnTo>
                <a:lnTo>
                  <a:pt x="1772226" y="44030"/>
                </a:lnTo>
                <a:lnTo>
                  <a:pt x="1771503" y="43957"/>
                </a:lnTo>
                <a:lnTo>
                  <a:pt x="1770771" y="43896"/>
                </a:lnTo>
                <a:lnTo>
                  <a:pt x="1770030" y="43845"/>
                </a:lnTo>
                <a:lnTo>
                  <a:pt x="1769281" y="43806"/>
                </a:lnTo>
                <a:lnTo>
                  <a:pt x="1768523" y="43778"/>
                </a:lnTo>
                <a:lnTo>
                  <a:pt x="1767755" y="43761"/>
                </a:lnTo>
                <a:lnTo>
                  <a:pt x="1766979" y="43756"/>
                </a:lnTo>
                <a:lnTo>
                  <a:pt x="1766368" y="43761"/>
                </a:lnTo>
                <a:lnTo>
                  <a:pt x="1765758" y="43777"/>
                </a:lnTo>
                <a:lnTo>
                  <a:pt x="1765150" y="43803"/>
                </a:lnTo>
                <a:lnTo>
                  <a:pt x="1764544" y="43839"/>
                </a:lnTo>
                <a:lnTo>
                  <a:pt x="1763939" y="43886"/>
                </a:lnTo>
                <a:lnTo>
                  <a:pt x="1763336" y="43943"/>
                </a:lnTo>
                <a:lnTo>
                  <a:pt x="1762735" y="44010"/>
                </a:lnTo>
                <a:lnTo>
                  <a:pt x="1762136" y="44088"/>
                </a:lnTo>
                <a:lnTo>
                  <a:pt x="1761538" y="44176"/>
                </a:lnTo>
                <a:lnTo>
                  <a:pt x="1760941" y="44274"/>
                </a:lnTo>
                <a:lnTo>
                  <a:pt x="1760347" y="44383"/>
                </a:lnTo>
                <a:lnTo>
                  <a:pt x="1759754" y="44503"/>
                </a:lnTo>
                <a:lnTo>
                  <a:pt x="1759163" y="44632"/>
                </a:lnTo>
                <a:lnTo>
                  <a:pt x="1758573" y="44772"/>
                </a:lnTo>
                <a:lnTo>
                  <a:pt x="1757986" y="44923"/>
                </a:lnTo>
                <a:lnTo>
                  <a:pt x="1757399" y="45083"/>
                </a:lnTo>
                <a:lnTo>
                  <a:pt x="1756815" y="45255"/>
                </a:lnTo>
                <a:lnTo>
                  <a:pt x="1756232" y="45436"/>
                </a:lnTo>
                <a:lnTo>
                  <a:pt x="1755651" y="45628"/>
                </a:lnTo>
                <a:lnTo>
                  <a:pt x="1755072" y="45830"/>
                </a:lnTo>
                <a:lnTo>
                  <a:pt x="1754494" y="46043"/>
                </a:lnTo>
                <a:lnTo>
                  <a:pt x="1753918" y="46266"/>
                </a:lnTo>
                <a:lnTo>
                  <a:pt x="1753344" y="46499"/>
                </a:lnTo>
                <a:lnTo>
                  <a:pt x="1752771" y="46743"/>
                </a:lnTo>
                <a:lnTo>
                  <a:pt x="1752202" y="46997"/>
                </a:lnTo>
                <a:lnTo>
                  <a:pt x="1751637" y="47260"/>
                </a:lnTo>
                <a:lnTo>
                  <a:pt x="1751078" y="47534"/>
                </a:lnTo>
                <a:lnTo>
                  <a:pt x="1750524" y="47817"/>
                </a:lnTo>
                <a:lnTo>
                  <a:pt x="1749975" y="48110"/>
                </a:lnTo>
                <a:lnTo>
                  <a:pt x="1749431" y="48413"/>
                </a:lnTo>
                <a:lnTo>
                  <a:pt x="1748892" y="48726"/>
                </a:lnTo>
                <a:lnTo>
                  <a:pt x="1748358" y="49048"/>
                </a:lnTo>
                <a:lnTo>
                  <a:pt x="1747829" y="49380"/>
                </a:lnTo>
                <a:lnTo>
                  <a:pt x="1747305" y="49723"/>
                </a:lnTo>
                <a:lnTo>
                  <a:pt x="1746786" y="50075"/>
                </a:lnTo>
                <a:lnTo>
                  <a:pt x="1746272" y="50436"/>
                </a:lnTo>
                <a:lnTo>
                  <a:pt x="1745763" y="50808"/>
                </a:lnTo>
                <a:lnTo>
                  <a:pt x="1745260" y="51189"/>
                </a:lnTo>
                <a:lnTo>
                  <a:pt x="1744761" y="51580"/>
                </a:lnTo>
                <a:lnTo>
                  <a:pt x="1744267" y="51981"/>
                </a:lnTo>
                <a:lnTo>
                  <a:pt x="1743779" y="52392"/>
                </a:lnTo>
                <a:lnTo>
                  <a:pt x="1743295" y="52813"/>
                </a:lnTo>
                <a:lnTo>
                  <a:pt x="1742817" y="53243"/>
                </a:lnTo>
                <a:lnTo>
                  <a:pt x="1742343" y="53683"/>
                </a:lnTo>
                <a:lnTo>
                  <a:pt x="1741875" y="54133"/>
                </a:lnTo>
                <a:lnTo>
                  <a:pt x="1741411" y="54593"/>
                </a:lnTo>
                <a:lnTo>
                  <a:pt x="1740953" y="55063"/>
                </a:lnTo>
                <a:lnTo>
                  <a:pt x="1740500" y="55542"/>
                </a:lnTo>
                <a:lnTo>
                  <a:pt x="1740053" y="56031"/>
                </a:lnTo>
                <a:lnTo>
                  <a:pt x="1739614" y="56529"/>
                </a:lnTo>
                <a:lnTo>
                  <a:pt x="1739183" y="57035"/>
                </a:lnTo>
                <a:lnTo>
                  <a:pt x="1738760" y="57551"/>
                </a:lnTo>
                <a:lnTo>
                  <a:pt x="1738344" y="58075"/>
                </a:lnTo>
                <a:lnTo>
                  <a:pt x="1737937" y="58608"/>
                </a:lnTo>
                <a:lnTo>
                  <a:pt x="1737537" y="59150"/>
                </a:lnTo>
                <a:lnTo>
                  <a:pt x="1737145" y="59700"/>
                </a:lnTo>
                <a:lnTo>
                  <a:pt x="1736761" y="60260"/>
                </a:lnTo>
                <a:lnTo>
                  <a:pt x="1736385" y="60828"/>
                </a:lnTo>
                <a:lnTo>
                  <a:pt x="1736017" y="61405"/>
                </a:lnTo>
                <a:lnTo>
                  <a:pt x="1735656" y="61991"/>
                </a:lnTo>
                <a:lnTo>
                  <a:pt x="1735303" y="62586"/>
                </a:lnTo>
                <a:lnTo>
                  <a:pt x="1734959" y="63189"/>
                </a:lnTo>
                <a:lnTo>
                  <a:pt x="1734622" y="63802"/>
                </a:lnTo>
                <a:lnTo>
                  <a:pt x="1734293" y="64423"/>
                </a:lnTo>
                <a:lnTo>
                  <a:pt x="1733971" y="65053"/>
                </a:lnTo>
                <a:lnTo>
                  <a:pt x="1733658" y="65692"/>
                </a:lnTo>
                <a:lnTo>
                  <a:pt x="1733352" y="66340"/>
                </a:lnTo>
                <a:lnTo>
                  <a:pt x="1733055" y="66996"/>
                </a:lnTo>
                <a:lnTo>
                  <a:pt x="1732765" y="67662"/>
                </a:lnTo>
                <a:lnTo>
                  <a:pt x="1732483" y="68336"/>
                </a:lnTo>
                <a:lnTo>
                  <a:pt x="1732209" y="69019"/>
                </a:lnTo>
                <a:lnTo>
                  <a:pt x="1731942" y="69711"/>
                </a:lnTo>
                <a:lnTo>
                  <a:pt x="1731686" y="70411"/>
                </a:lnTo>
                <a:lnTo>
                  <a:pt x="1731440" y="71119"/>
                </a:lnTo>
                <a:lnTo>
                  <a:pt x="1731205" y="71836"/>
                </a:lnTo>
                <a:lnTo>
                  <a:pt x="1730980" y="72560"/>
                </a:lnTo>
                <a:lnTo>
                  <a:pt x="1730767" y="73292"/>
                </a:lnTo>
                <a:lnTo>
                  <a:pt x="1730565" y="74032"/>
                </a:lnTo>
                <a:lnTo>
                  <a:pt x="1730374" y="74781"/>
                </a:lnTo>
                <a:lnTo>
                  <a:pt x="1730193" y="75537"/>
                </a:lnTo>
                <a:lnTo>
                  <a:pt x="1730024" y="76301"/>
                </a:lnTo>
                <a:lnTo>
                  <a:pt x="1729865" y="77073"/>
                </a:lnTo>
                <a:lnTo>
                  <a:pt x="1729718" y="77853"/>
                </a:lnTo>
                <a:lnTo>
                  <a:pt x="1729581" y="78641"/>
                </a:lnTo>
                <a:lnTo>
                  <a:pt x="1729455" y="79438"/>
                </a:lnTo>
                <a:lnTo>
                  <a:pt x="1729341" y="80242"/>
                </a:lnTo>
                <a:lnTo>
                  <a:pt x="1729237" y="81054"/>
                </a:lnTo>
                <a:lnTo>
                  <a:pt x="1729144" y="81874"/>
                </a:lnTo>
                <a:lnTo>
                  <a:pt x="1729062" y="82702"/>
                </a:lnTo>
                <a:lnTo>
                  <a:pt x="1728991" y="83538"/>
                </a:lnTo>
                <a:lnTo>
                  <a:pt x="1728931" y="84382"/>
                </a:lnTo>
                <a:lnTo>
                  <a:pt x="1728881" y="85234"/>
                </a:lnTo>
                <a:lnTo>
                  <a:pt x="1728843" y="86095"/>
                </a:lnTo>
                <a:lnTo>
                  <a:pt x="1728816" y="86963"/>
                </a:lnTo>
                <a:lnTo>
                  <a:pt x="1728799" y="87839"/>
                </a:lnTo>
                <a:lnTo>
                  <a:pt x="1728794" y="88723"/>
                </a:lnTo>
                <a:lnTo>
                  <a:pt x="1728794" y="92113"/>
                </a:lnTo>
                <a:lnTo>
                  <a:pt x="1728799" y="92878"/>
                </a:lnTo>
                <a:lnTo>
                  <a:pt x="1728814" y="93637"/>
                </a:lnTo>
                <a:lnTo>
                  <a:pt x="1728838" y="94391"/>
                </a:lnTo>
                <a:lnTo>
                  <a:pt x="1728872" y="95141"/>
                </a:lnTo>
                <a:lnTo>
                  <a:pt x="1728917" y="95885"/>
                </a:lnTo>
                <a:lnTo>
                  <a:pt x="1728971" y="96624"/>
                </a:lnTo>
                <a:lnTo>
                  <a:pt x="1729034" y="97358"/>
                </a:lnTo>
                <a:lnTo>
                  <a:pt x="1729108" y="98087"/>
                </a:lnTo>
                <a:lnTo>
                  <a:pt x="1729191" y="98811"/>
                </a:lnTo>
                <a:lnTo>
                  <a:pt x="1729285" y="99530"/>
                </a:lnTo>
                <a:lnTo>
                  <a:pt x="1729388" y="100244"/>
                </a:lnTo>
                <a:lnTo>
                  <a:pt x="1729500" y="100953"/>
                </a:lnTo>
                <a:lnTo>
                  <a:pt x="1729623" y="101657"/>
                </a:lnTo>
                <a:lnTo>
                  <a:pt x="1729755" y="102356"/>
                </a:lnTo>
                <a:lnTo>
                  <a:pt x="1729898" y="103050"/>
                </a:lnTo>
                <a:lnTo>
                  <a:pt x="1730050" y="103739"/>
                </a:lnTo>
                <a:lnTo>
                  <a:pt x="1730212" y="104422"/>
                </a:lnTo>
                <a:lnTo>
                  <a:pt x="1730383" y="105101"/>
                </a:lnTo>
                <a:lnTo>
                  <a:pt x="1730565" y="105774"/>
                </a:lnTo>
                <a:lnTo>
                  <a:pt x="1730756" y="106443"/>
                </a:lnTo>
                <a:lnTo>
                  <a:pt x="1730957" y="107106"/>
                </a:lnTo>
                <a:lnTo>
                  <a:pt x="1731168" y="107765"/>
                </a:lnTo>
                <a:lnTo>
                  <a:pt x="1731389" y="108418"/>
                </a:lnTo>
                <a:lnTo>
                  <a:pt x="1731620" y="109067"/>
                </a:lnTo>
                <a:lnTo>
                  <a:pt x="1731859" y="109709"/>
                </a:lnTo>
                <a:lnTo>
                  <a:pt x="1732108" y="110344"/>
                </a:lnTo>
                <a:lnTo>
                  <a:pt x="1732364" y="110971"/>
                </a:lnTo>
                <a:lnTo>
                  <a:pt x="1732630" y="111592"/>
                </a:lnTo>
                <a:lnTo>
                  <a:pt x="1732904" y="112205"/>
                </a:lnTo>
                <a:lnTo>
                  <a:pt x="1733186" y="112811"/>
                </a:lnTo>
                <a:lnTo>
                  <a:pt x="1733477" y="113409"/>
                </a:lnTo>
                <a:lnTo>
                  <a:pt x="1733777" y="114000"/>
                </a:lnTo>
                <a:lnTo>
                  <a:pt x="1734085" y="114584"/>
                </a:lnTo>
                <a:lnTo>
                  <a:pt x="1734402" y="115161"/>
                </a:lnTo>
                <a:lnTo>
                  <a:pt x="1734727" y="115730"/>
                </a:lnTo>
                <a:lnTo>
                  <a:pt x="1735061" y="116292"/>
                </a:lnTo>
                <a:lnTo>
                  <a:pt x="1735403" y="116847"/>
                </a:lnTo>
                <a:lnTo>
                  <a:pt x="1735754" y="117394"/>
                </a:lnTo>
                <a:lnTo>
                  <a:pt x="1736113" y="117934"/>
                </a:lnTo>
                <a:lnTo>
                  <a:pt x="1736481" y="118467"/>
                </a:lnTo>
                <a:lnTo>
                  <a:pt x="1736858" y="118993"/>
                </a:lnTo>
                <a:lnTo>
                  <a:pt x="1737243" y="119511"/>
                </a:lnTo>
                <a:lnTo>
                  <a:pt x="1737637" y="120022"/>
                </a:lnTo>
                <a:lnTo>
                  <a:pt x="1738039" y="120526"/>
                </a:lnTo>
                <a:lnTo>
                  <a:pt x="1738449" y="121022"/>
                </a:lnTo>
                <a:lnTo>
                  <a:pt x="1738869" y="121512"/>
                </a:lnTo>
                <a:lnTo>
                  <a:pt x="1739297" y="121993"/>
                </a:lnTo>
                <a:lnTo>
                  <a:pt x="1739733" y="122468"/>
                </a:lnTo>
                <a:lnTo>
                  <a:pt x="1740177" y="122934"/>
                </a:lnTo>
                <a:lnTo>
                  <a:pt x="1740629" y="123392"/>
                </a:lnTo>
                <a:lnTo>
                  <a:pt x="1741088" y="123841"/>
                </a:lnTo>
                <a:lnTo>
                  <a:pt x="1741554" y="124281"/>
                </a:lnTo>
                <a:lnTo>
                  <a:pt x="1742027" y="124712"/>
                </a:lnTo>
                <a:lnTo>
                  <a:pt x="1742508" y="125135"/>
                </a:lnTo>
                <a:lnTo>
                  <a:pt x="1742996" y="125548"/>
                </a:lnTo>
                <a:lnTo>
                  <a:pt x="1743491" y="125953"/>
                </a:lnTo>
                <a:lnTo>
                  <a:pt x="1743994" y="126349"/>
                </a:lnTo>
                <a:lnTo>
                  <a:pt x="1744504" y="126736"/>
                </a:lnTo>
                <a:lnTo>
                  <a:pt x="1745021" y="127114"/>
                </a:lnTo>
                <a:lnTo>
                  <a:pt x="1745546" y="127483"/>
                </a:lnTo>
                <a:lnTo>
                  <a:pt x="1746077" y="127844"/>
                </a:lnTo>
                <a:lnTo>
                  <a:pt x="1746616" y="128196"/>
                </a:lnTo>
                <a:lnTo>
                  <a:pt x="1747163" y="128539"/>
                </a:lnTo>
                <a:lnTo>
                  <a:pt x="1747716" y="128873"/>
                </a:lnTo>
                <a:lnTo>
                  <a:pt x="1748277" y="129198"/>
                </a:lnTo>
                <a:lnTo>
                  <a:pt x="1748845" y="129514"/>
                </a:lnTo>
                <a:lnTo>
                  <a:pt x="1749421" y="129822"/>
                </a:lnTo>
                <a:lnTo>
                  <a:pt x="1750004" y="130121"/>
                </a:lnTo>
                <a:lnTo>
                  <a:pt x="1750594" y="130410"/>
                </a:lnTo>
                <a:lnTo>
                  <a:pt x="1751191" y="130692"/>
                </a:lnTo>
                <a:lnTo>
                  <a:pt x="1751796" y="130964"/>
                </a:lnTo>
                <a:lnTo>
                  <a:pt x="1752408" y="131227"/>
                </a:lnTo>
                <a:lnTo>
                  <a:pt x="1753026" y="131481"/>
                </a:lnTo>
                <a:lnTo>
                  <a:pt x="1753651" y="131724"/>
                </a:lnTo>
                <a:lnTo>
                  <a:pt x="1754281" y="131956"/>
                </a:lnTo>
                <a:lnTo>
                  <a:pt x="1754918" y="132177"/>
                </a:lnTo>
                <a:lnTo>
                  <a:pt x="1755561" y="132387"/>
                </a:lnTo>
                <a:lnTo>
                  <a:pt x="1756209" y="132587"/>
                </a:lnTo>
                <a:lnTo>
                  <a:pt x="1756864" y="132776"/>
                </a:lnTo>
                <a:lnTo>
                  <a:pt x="1757525" y="132954"/>
                </a:lnTo>
                <a:lnTo>
                  <a:pt x="1758192" y="133121"/>
                </a:lnTo>
                <a:lnTo>
                  <a:pt x="1758865" y="133278"/>
                </a:lnTo>
                <a:lnTo>
                  <a:pt x="1759543" y="133423"/>
                </a:lnTo>
                <a:lnTo>
                  <a:pt x="1760228" y="133558"/>
                </a:lnTo>
                <a:lnTo>
                  <a:pt x="1760919" y="133682"/>
                </a:lnTo>
                <a:lnTo>
                  <a:pt x="1761616" y="133796"/>
                </a:lnTo>
                <a:lnTo>
                  <a:pt x="1762319" y="133898"/>
                </a:lnTo>
                <a:lnTo>
                  <a:pt x="1763028" y="133990"/>
                </a:lnTo>
                <a:lnTo>
                  <a:pt x="1763743" y="134071"/>
                </a:lnTo>
                <a:lnTo>
                  <a:pt x="1764464" y="134141"/>
                </a:lnTo>
                <a:lnTo>
                  <a:pt x="1765191" y="134200"/>
                </a:lnTo>
                <a:lnTo>
                  <a:pt x="1765924" y="134249"/>
                </a:lnTo>
                <a:lnTo>
                  <a:pt x="1766663" y="134287"/>
                </a:lnTo>
                <a:lnTo>
                  <a:pt x="1767409" y="134314"/>
                </a:lnTo>
                <a:lnTo>
                  <a:pt x="1768160" y="134330"/>
                </a:lnTo>
                <a:lnTo>
                  <a:pt x="1768917" y="134335"/>
                </a:lnTo>
                <a:lnTo>
                  <a:pt x="1769633" y="134331"/>
                </a:lnTo>
                <a:lnTo>
                  <a:pt x="1770341" y="134319"/>
                </a:lnTo>
                <a:lnTo>
                  <a:pt x="1771041" y="134297"/>
                </a:lnTo>
                <a:lnTo>
                  <a:pt x="1771732" y="134268"/>
                </a:lnTo>
                <a:lnTo>
                  <a:pt x="1772416" y="134230"/>
                </a:lnTo>
                <a:lnTo>
                  <a:pt x="1773092" y="134184"/>
                </a:lnTo>
                <a:lnTo>
                  <a:pt x="1773760" y="134129"/>
                </a:lnTo>
                <a:lnTo>
                  <a:pt x="1774420" y="134066"/>
                </a:lnTo>
                <a:lnTo>
                  <a:pt x="1775072" y="133995"/>
                </a:lnTo>
                <a:lnTo>
                  <a:pt x="1775716" y="133915"/>
                </a:lnTo>
                <a:lnTo>
                  <a:pt x="1776352" y="133827"/>
                </a:lnTo>
                <a:lnTo>
                  <a:pt x="1776980" y="133730"/>
                </a:lnTo>
                <a:lnTo>
                  <a:pt x="1777600" y="133625"/>
                </a:lnTo>
                <a:lnTo>
                  <a:pt x="1778212" y="133511"/>
                </a:lnTo>
                <a:lnTo>
                  <a:pt x="1778816" y="133389"/>
                </a:lnTo>
                <a:lnTo>
                  <a:pt x="1779412" y="133259"/>
                </a:lnTo>
                <a:lnTo>
                  <a:pt x="1780000" y="133120"/>
                </a:lnTo>
                <a:lnTo>
                  <a:pt x="1780580" y="132973"/>
                </a:lnTo>
                <a:lnTo>
                  <a:pt x="1781152" y="132817"/>
                </a:lnTo>
                <a:lnTo>
                  <a:pt x="1781716" y="132653"/>
                </a:lnTo>
                <a:lnTo>
                  <a:pt x="1782272" y="132481"/>
                </a:lnTo>
                <a:lnTo>
                  <a:pt x="1782820" y="132300"/>
                </a:lnTo>
                <a:lnTo>
                  <a:pt x="1783360" y="132111"/>
                </a:lnTo>
                <a:lnTo>
                  <a:pt x="1783892" y="131913"/>
                </a:lnTo>
                <a:lnTo>
                  <a:pt x="1784417" y="131709"/>
                </a:lnTo>
                <a:lnTo>
                  <a:pt x="1784935" y="131500"/>
                </a:lnTo>
                <a:lnTo>
                  <a:pt x="1785446" y="131285"/>
                </a:lnTo>
                <a:lnTo>
                  <a:pt x="1785950" y="131066"/>
                </a:lnTo>
                <a:lnTo>
                  <a:pt x="1786447" y="130841"/>
                </a:lnTo>
                <a:lnTo>
                  <a:pt x="1786937" y="130612"/>
                </a:lnTo>
                <a:lnTo>
                  <a:pt x="1787421" y="130377"/>
                </a:lnTo>
                <a:lnTo>
                  <a:pt x="1787898" y="130137"/>
                </a:lnTo>
                <a:lnTo>
                  <a:pt x="1788367" y="129893"/>
                </a:lnTo>
                <a:lnTo>
                  <a:pt x="1788830" y="129643"/>
                </a:lnTo>
                <a:lnTo>
                  <a:pt x="1789286" y="129388"/>
                </a:lnTo>
                <a:lnTo>
                  <a:pt x="1789735" y="129128"/>
                </a:lnTo>
                <a:lnTo>
                  <a:pt x="1790178" y="128863"/>
                </a:lnTo>
                <a:lnTo>
                  <a:pt x="1790613" y="128593"/>
                </a:lnTo>
                <a:lnTo>
                  <a:pt x="1791041" y="128318"/>
                </a:lnTo>
                <a:lnTo>
                  <a:pt x="1791463" y="128038"/>
                </a:lnTo>
                <a:lnTo>
                  <a:pt x="1791878" y="127753"/>
                </a:lnTo>
                <a:lnTo>
                  <a:pt x="1792286" y="127463"/>
                </a:lnTo>
                <a:lnTo>
                  <a:pt x="1792687" y="127168"/>
                </a:lnTo>
                <a:lnTo>
                  <a:pt x="1793081" y="126868"/>
                </a:lnTo>
                <a:lnTo>
                  <a:pt x="1793468" y="126563"/>
                </a:lnTo>
                <a:lnTo>
                  <a:pt x="1793849" y="126252"/>
                </a:lnTo>
                <a:lnTo>
                  <a:pt x="1794222" y="125937"/>
                </a:lnTo>
                <a:lnTo>
                  <a:pt x="1794589" y="125616"/>
                </a:lnTo>
                <a:lnTo>
                  <a:pt x="1794950" y="125293"/>
                </a:lnTo>
                <a:lnTo>
                  <a:pt x="1795305" y="124968"/>
                </a:lnTo>
                <a:lnTo>
                  <a:pt x="1795655" y="124641"/>
                </a:lnTo>
                <a:lnTo>
                  <a:pt x="1796000" y="124314"/>
                </a:lnTo>
                <a:lnTo>
                  <a:pt x="1796339" y="123984"/>
                </a:lnTo>
                <a:lnTo>
                  <a:pt x="1796673" y="123654"/>
                </a:lnTo>
                <a:lnTo>
                  <a:pt x="1797002" y="123322"/>
                </a:lnTo>
                <a:lnTo>
                  <a:pt x="1797325" y="122988"/>
                </a:lnTo>
                <a:lnTo>
                  <a:pt x="1797643" y="122653"/>
                </a:lnTo>
                <a:lnTo>
                  <a:pt x="1797956" y="122317"/>
                </a:lnTo>
                <a:lnTo>
                  <a:pt x="1798263" y="121980"/>
                </a:lnTo>
                <a:lnTo>
                  <a:pt x="1798565" y="121640"/>
                </a:lnTo>
                <a:lnTo>
                  <a:pt x="1798862" y="121300"/>
                </a:lnTo>
                <a:lnTo>
                  <a:pt x="1799153" y="120958"/>
                </a:lnTo>
                <a:lnTo>
                  <a:pt x="1799439" y="120615"/>
                </a:lnTo>
                <a:lnTo>
                  <a:pt x="1799720" y="120270"/>
                </a:lnTo>
                <a:lnTo>
                  <a:pt x="1799995" y="119924"/>
                </a:lnTo>
                <a:lnTo>
                  <a:pt x="1800266" y="119577"/>
                </a:lnTo>
                <a:lnTo>
                  <a:pt x="1800530" y="119228"/>
                </a:lnTo>
                <a:lnTo>
                  <a:pt x="1800790" y="118878"/>
                </a:lnTo>
                <a:lnTo>
                  <a:pt x="1801044" y="118526"/>
                </a:lnTo>
                <a:lnTo>
                  <a:pt x="1801293" y="118173"/>
                </a:lnTo>
                <a:lnTo>
                  <a:pt x="1801536" y="117819"/>
                </a:lnTo>
                <a:lnTo>
                  <a:pt x="1801774" y="117463"/>
                </a:lnTo>
                <a:lnTo>
                  <a:pt x="1792732" y="110278"/>
                </a:lnTo>
                <a:lnTo>
                  <a:pt x="1792387" y="110725"/>
                </a:lnTo>
                <a:lnTo>
                  <a:pt x="1792037" y="111164"/>
                </a:lnTo>
                <a:lnTo>
                  <a:pt x="1791682" y="111596"/>
                </a:lnTo>
                <a:lnTo>
                  <a:pt x="1791322" y="112020"/>
                </a:lnTo>
                <a:lnTo>
                  <a:pt x="1790957" y="112437"/>
                </a:lnTo>
                <a:lnTo>
                  <a:pt x="1790588" y="112846"/>
                </a:lnTo>
                <a:lnTo>
                  <a:pt x="1790214" y="113247"/>
                </a:lnTo>
                <a:lnTo>
                  <a:pt x="1789835" y="113641"/>
                </a:lnTo>
                <a:lnTo>
                  <a:pt x="1789451" y="114028"/>
                </a:lnTo>
                <a:lnTo>
                  <a:pt x="1789063" y="114407"/>
                </a:lnTo>
                <a:lnTo>
                  <a:pt x="1788670" y="114778"/>
                </a:lnTo>
                <a:lnTo>
                  <a:pt x="1788272" y="115142"/>
                </a:lnTo>
                <a:lnTo>
                  <a:pt x="1787869" y="115498"/>
                </a:lnTo>
                <a:lnTo>
                  <a:pt x="1787462" y="115846"/>
                </a:lnTo>
                <a:lnTo>
                  <a:pt x="1787050" y="116187"/>
                </a:lnTo>
                <a:lnTo>
                  <a:pt x="1786633" y="116521"/>
                </a:lnTo>
                <a:lnTo>
                  <a:pt x="1786211" y="116847"/>
                </a:lnTo>
                <a:lnTo>
                  <a:pt x="1785785" y="117165"/>
                </a:lnTo>
                <a:lnTo>
                  <a:pt x="1785353" y="117476"/>
                </a:lnTo>
                <a:lnTo>
                  <a:pt x="1784917" y="117779"/>
                </a:lnTo>
                <a:lnTo>
                  <a:pt x="1784476" y="118074"/>
                </a:lnTo>
                <a:lnTo>
                  <a:pt x="1784031" y="118362"/>
                </a:lnTo>
                <a:lnTo>
                  <a:pt x="1783581" y="118643"/>
                </a:lnTo>
                <a:lnTo>
                  <a:pt x="1783126" y="118916"/>
                </a:lnTo>
                <a:lnTo>
                  <a:pt x="1782664" y="119179"/>
                </a:lnTo>
                <a:lnTo>
                  <a:pt x="1782194" y="119432"/>
                </a:lnTo>
                <a:lnTo>
                  <a:pt x="1781715" y="119673"/>
                </a:lnTo>
                <a:lnTo>
                  <a:pt x="1781228" y="119903"/>
                </a:lnTo>
                <a:lnTo>
                  <a:pt x="1780733" y="120121"/>
                </a:lnTo>
                <a:lnTo>
                  <a:pt x="1780229" y="120329"/>
                </a:lnTo>
                <a:lnTo>
                  <a:pt x="1779717" y="120525"/>
                </a:lnTo>
                <a:lnTo>
                  <a:pt x="1779197" y="120710"/>
                </a:lnTo>
                <a:lnTo>
                  <a:pt x="1778668" y="120884"/>
                </a:lnTo>
                <a:lnTo>
                  <a:pt x="1778130" y="121046"/>
                </a:lnTo>
                <a:lnTo>
                  <a:pt x="1777585" y="121198"/>
                </a:lnTo>
                <a:lnTo>
                  <a:pt x="1777030" y="121338"/>
                </a:lnTo>
                <a:lnTo>
                  <a:pt x="1776468" y="121467"/>
                </a:lnTo>
                <a:lnTo>
                  <a:pt x="1775897" y="121584"/>
                </a:lnTo>
                <a:lnTo>
                  <a:pt x="1775317" y="121691"/>
                </a:lnTo>
                <a:lnTo>
                  <a:pt x="1774730" y="121786"/>
                </a:lnTo>
                <a:lnTo>
                  <a:pt x="1774133" y="121870"/>
                </a:lnTo>
                <a:lnTo>
                  <a:pt x="1773529" y="121943"/>
                </a:lnTo>
                <a:lnTo>
                  <a:pt x="1772916" y="122005"/>
                </a:lnTo>
                <a:lnTo>
                  <a:pt x="1772294" y="122055"/>
                </a:lnTo>
                <a:lnTo>
                  <a:pt x="1771664" y="122095"/>
                </a:lnTo>
                <a:lnTo>
                  <a:pt x="1771026" y="122123"/>
                </a:lnTo>
                <a:lnTo>
                  <a:pt x="1770379" y="122139"/>
                </a:lnTo>
                <a:lnTo>
                  <a:pt x="1769724" y="122145"/>
                </a:lnTo>
                <a:lnTo>
                  <a:pt x="1769215" y="122141"/>
                </a:lnTo>
                <a:lnTo>
                  <a:pt x="1768711" y="122129"/>
                </a:lnTo>
                <a:lnTo>
                  <a:pt x="1768211" y="122108"/>
                </a:lnTo>
                <a:lnTo>
                  <a:pt x="1767716" y="122080"/>
                </a:lnTo>
                <a:lnTo>
                  <a:pt x="1767226" y="122043"/>
                </a:lnTo>
                <a:lnTo>
                  <a:pt x="1766740" y="121999"/>
                </a:lnTo>
                <a:lnTo>
                  <a:pt x="1766259" y="121946"/>
                </a:lnTo>
                <a:lnTo>
                  <a:pt x="1765782" y="121885"/>
                </a:lnTo>
                <a:lnTo>
                  <a:pt x="1765310" y="121816"/>
                </a:lnTo>
                <a:lnTo>
                  <a:pt x="1764843" y="121739"/>
                </a:lnTo>
                <a:lnTo>
                  <a:pt x="1764380" y="121653"/>
                </a:lnTo>
                <a:lnTo>
                  <a:pt x="1763922" y="121560"/>
                </a:lnTo>
                <a:lnTo>
                  <a:pt x="1763468" y="121458"/>
                </a:lnTo>
                <a:lnTo>
                  <a:pt x="1763019" y="121348"/>
                </a:lnTo>
                <a:lnTo>
                  <a:pt x="1762575" y="121231"/>
                </a:lnTo>
                <a:lnTo>
                  <a:pt x="1762136" y="121105"/>
                </a:lnTo>
                <a:lnTo>
                  <a:pt x="1761701" y="120970"/>
                </a:lnTo>
                <a:lnTo>
                  <a:pt x="1761270" y="120828"/>
                </a:lnTo>
                <a:lnTo>
                  <a:pt x="1760845" y="120678"/>
                </a:lnTo>
                <a:lnTo>
                  <a:pt x="1760423" y="120519"/>
                </a:lnTo>
                <a:lnTo>
                  <a:pt x="1760007" y="120353"/>
                </a:lnTo>
                <a:lnTo>
                  <a:pt x="1759595" y="120178"/>
                </a:lnTo>
                <a:lnTo>
                  <a:pt x="1759188" y="119995"/>
                </a:lnTo>
                <a:lnTo>
                  <a:pt x="1758785" y="119804"/>
                </a:lnTo>
                <a:lnTo>
                  <a:pt x="1758388" y="119606"/>
                </a:lnTo>
                <a:lnTo>
                  <a:pt x="1757995" y="119401"/>
                </a:lnTo>
                <a:lnTo>
                  <a:pt x="1757607" y="119191"/>
                </a:lnTo>
                <a:lnTo>
                  <a:pt x="1757225" y="118974"/>
                </a:lnTo>
                <a:lnTo>
                  <a:pt x="1756847" y="118751"/>
                </a:lnTo>
                <a:lnTo>
                  <a:pt x="1756474" y="118522"/>
                </a:lnTo>
                <a:lnTo>
                  <a:pt x="1756107" y="118287"/>
                </a:lnTo>
                <a:lnTo>
                  <a:pt x="1755744" y="118046"/>
                </a:lnTo>
                <a:lnTo>
                  <a:pt x="1755387" y="117798"/>
                </a:lnTo>
                <a:lnTo>
                  <a:pt x="1755035" y="117545"/>
                </a:lnTo>
                <a:lnTo>
                  <a:pt x="1754687" y="117285"/>
                </a:lnTo>
                <a:lnTo>
                  <a:pt x="1754345" y="117019"/>
                </a:lnTo>
                <a:lnTo>
                  <a:pt x="1754008" y="116746"/>
                </a:lnTo>
                <a:lnTo>
                  <a:pt x="1753676" y="116468"/>
                </a:lnTo>
                <a:lnTo>
                  <a:pt x="1753349" y="116184"/>
                </a:lnTo>
                <a:lnTo>
                  <a:pt x="1753027" y="115893"/>
                </a:lnTo>
                <a:lnTo>
                  <a:pt x="1752710" y="115596"/>
                </a:lnTo>
                <a:lnTo>
                  <a:pt x="1752398" y="115293"/>
                </a:lnTo>
                <a:lnTo>
                  <a:pt x="1752091" y="114984"/>
                </a:lnTo>
                <a:lnTo>
                  <a:pt x="1751789" y="114669"/>
                </a:lnTo>
                <a:lnTo>
                  <a:pt x="1751492" y="114347"/>
                </a:lnTo>
                <a:lnTo>
                  <a:pt x="1751200" y="114019"/>
                </a:lnTo>
                <a:lnTo>
                  <a:pt x="1750913" y="113685"/>
                </a:lnTo>
                <a:lnTo>
                  <a:pt x="1750632" y="113345"/>
                </a:lnTo>
                <a:lnTo>
                  <a:pt x="1750355" y="113000"/>
                </a:lnTo>
                <a:lnTo>
                  <a:pt x="1750084" y="112650"/>
                </a:lnTo>
                <a:lnTo>
                  <a:pt x="1749819" y="112295"/>
                </a:lnTo>
                <a:lnTo>
                  <a:pt x="1749560" y="111936"/>
                </a:lnTo>
                <a:lnTo>
                  <a:pt x="1749306" y="111572"/>
                </a:lnTo>
                <a:lnTo>
                  <a:pt x="1749057" y="111204"/>
                </a:lnTo>
                <a:lnTo>
                  <a:pt x="1748815" y="110830"/>
                </a:lnTo>
                <a:lnTo>
                  <a:pt x="1748577" y="110453"/>
                </a:lnTo>
                <a:lnTo>
                  <a:pt x="1748346" y="110070"/>
                </a:lnTo>
                <a:lnTo>
                  <a:pt x="1748120" y="109683"/>
                </a:lnTo>
                <a:lnTo>
                  <a:pt x="1747900" y="109291"/>
                </a:lnTo>
                <a:lnTo>
                  <a:pt x="1747685" y="108895"/>
                </a:lnTo>
                <a:lnTo>
                  <a:pt x="1747476" y="108494"/>
                </a:lnTo>
                <a:lnTo>
                  <a:pt x="1747272" y="108089"/>
                </a:lnTo>
                <a:lnTo>
                  <a:pt x="1747074" y="107679"/>
                </a:lnTo>
                <a:lnTo>
                  <a:pt x="1746882" y="107264"/>
                </a:lnTo>
                <a:lnTo>
                  <a:pt x="1746695" y="106844"/>
                </a:lnTo>
                <a:lnTo>
                  <a:pt x="1746514" y="106420"/>
                </a:lnTo>
                <a:lnTo>
                  <a:pt x="1746339" y="105992"/>
                </a:lnTo>
                <a:lnTo>
                  <a:pt x="1746169" y="105558"/>
                </a:lnTo>
                <a:lnTo>
                  <a:pt x="1746005" y="105120"/>
                </a:lnTo>
                <a:lnTo>
                  <a:pt x="1745846" y="104678"/>
                </a:lnTo>
                <a:lnTo>
                  <a:pt x="1745693" y="104231"/>
                </a:lnTo>
                <a:lnTo>
                  <a:pt x="1745546" y="103779"/>
                </a:lnTo>
                <a:lnTo>
                  <a:pt x="1745404" y="103323"/>
                </a:lnTo>
                <a:lnTo>
                  <a:pt x="1745268" y="102865"/>
                </a:lnTo>
                <a:lnTo>
                  <a:pt x="1745139" y="102405"/>
                </a:lnTo>
                <a:lnTo>
                  <a:pt x="1745015" y="101941"/>
                </a:lnTo>
                <a:lnTo>
                  <a:pt x="1744898" y="101475"/>
                </a:lnTo>
                <a:lnTo>
                  <a:pt x="1744786" y="101006"/>
                </a:lnTo>
                <a:lnTo>
                  <a:pt x="1744681" y="100535"/>
                </a:lnTo>
                <a:lnTo>
                  <a:pt x="1744581" y="100061"/>
                </a:lnTo>
                <a:lnTo>
                  <a:pt x="1744488" y="99584"/>
                </a:lnTo>
                <a:lnTo>
                  <a:pt x="1744400" y="99105"/>
                </a:lnTo>
                <a:lnTo>
                  <a:pt x="1744319" y="98623"/>
                </a:lnTo>
                <a:lnTo>
                  <a:pt x="1744244" y="98138"/>
                </a:lnTo>
                <a:lnTo>
                  <a:pt x="1744174" y="97650"/>
                </a:lnTo>
                <a:lnTo>
                  <a:pt x="1744111" y="97160"/>
                </a:lnTo>
                <a:lnTo>
                  <a:pt x="1744054" y="96668"/>
                </a:lnTo>
                <a:lnTo>
                  <a:pt x="1744003" y="96172"/>
                </a:lnTo>
                <a:lnTo>
                  <a:pt x="1743957" y="95674"/>
                </a:lnTo>
                <a:lnTo>
                  <a:pt x="1743918" y="95174"/>
                </a:lnTo>
                <a:lnTo>
                  <a:pt x="1743885" y="94670"/>
                </a:lnTo>
                <a:lnTo>
                  <a:pt x="1743858" y="94164"/>
                </a:lnTo>
                <a:lnTo>
                  <a:pt x="1743837" y="93655"/>
                </a:lnTo>
                <a:lnTo>
                  <a:pt x="1743822" y="93163"/>
                </a:lnTo>
                <a:lnTo>
                  <a:pt x="1802904" y="93163"/>
                </a:lnTo>
                <a:lnTo>
                  <a:pt x="1802904" y="86472"/>
                </a:lnTo>
                <a:lnTo>
                  <a:pt x="1802901" y="85709"/>
                </a:lnTo>
                <a:lnTo>
                  <a:pt x="1802890" y="84951"/>
                </a:lnTo>
                <a:lnTo>
                  <a:pt x="1802872" y="84197"/>
                </a:lnTo>
                <a:lnTo>
                  <a:pt x="1802846" y="83449"/>
                </a:lnTo>
                <a:close/>
                <a:moveTo>
                  <a:pt x="1744763" y="77900"/>
                </a:moveTo>
                <a:lnTo>
                  <a:pt x="1744872" y="77360"/>
                </a:lnTo>
                <a:lnTo>
                  <a:pt x="1744987" y="76826"/>
                </a:lnTo>
                <a:lnTo>
                  <a:pt x="1745108" y="76299"/>
                </a:lnTo>
                <a:lnTo>
                  <a:pt x="1745234" y="75778"/>
                </a:lnTo>
                <a:lnTo>
                  <a:pt x="1745367" y="75264"/>
                </a:lnTo>
                <a:lnTo>
                  <a:pt x="1745505" y="74756"/>
                </a:lnTo>
                <a:lnTo>
                  <a:pt x="1745649" y="74255"/>
                </a:lnTo>
                <a:lnTo>
                  <a:pt x="1745797" y="73760"/>
                </a:lnTo>
                <a:lnTo>
                  <a:pt x="1745950" y="73272"/>
                </a:lnTo>
                <a:lnTo>
                  <a:pt x="1746108" y="72790"/>
                </a:lnTo>
                <a:lnTo>
                  <a:pt x="1746271" y="72314"/>
                </a:lnTo>
                <a:lnTo>
                  <a:pt x="1746439" y="71845"/>
                </a:lnTo>
                <a:lnTo>
                  <a:pt x="1746611" y="71382"/>
                </a:lnTo>
                <a:lnTo>
                  <a:pt x="1746788" y="70926"/>
                </a:lnTo>
                <a:lnTo>
                  <a:pt x="1746970" y="70476"/>
                </a:lnTo>
                <a:lnTo>
                  <a:pt x="1747156" y="70033"/>
                </a:lnTo>
                <a:lnTo>
                  <a:pt x="1747348" y="69596"/>
                </a:lnTo>
                <a:lnTo>
                  <a:pt x="1747544" y="69166"/>
                </a:lnTo>
                <a:lnTo>
                  <a:pt x="1747744" y="68742"/>
                </a:lnTo>
                <a:lnTo>
                  <a:pt x="1747950" y="68324"/>
                </a:lnTo>
                <a:lnTo>
                  <a:pt x="1748160" y="67913"/>
                </a:lnTo>
                <a:lnTo>
                  <a:pt x="1748376" y="67509"/>
                </a:lnTo>
                <a:lnTo>
                  <a:pt x="1748595" y="67110"/>
                </a:lnTo>
                <a:lnTo>
                  <a:pt x="1748820" y="66719"/>
                </a:lnTo>
                <a:lnTo>
                  <a:pt x="1749050" y="66333"/>
                </a:lnTo>
                <a:lnTo>
                  <a:pt x="1749284" y="65954"/>
                </a:lnTo>
                <a:lnTo>
                  <a:pt x="1749523" y="65582"/>
                </a:lnTo>
                <a:lnTo>
                  <a:pt x="1749766" y="65216"/>
                </a:lnTo>
                <a:lnTo>
                  <a:pt x="1750015" y="64857"/>
                </a:lnTo>
                <a:lnTo>
                  <a:pt x="1750268" y="64504"/>
                </a:lnTo>
                <a:lnTo>
                  <a:pt x="1750526" y="64157"/>
                </a:lnTo>
                <a:lnTo>
                  <a:pt x="1750788" y="63818"/>
                </a:lnTo>
                <a:lnTo>
                  <a:pt x="1751054" y="63486"/>
                </a:lnTo>
                <a:lnTo>
                  <a:pt x="1751324" y="63161"/>
                </a:lnTo>
                <a:lnTo>
                  <a:pt x="1751599" y="62844"/>
                </a:lnTo>
                <a:lnTo>
                  <a:pt x="1751878" y="62533"/>
                </a:lnTo>
                <a:lnTo>
                  <a:pt x="1752161" y="62230"/>
                </a:lnTo>
                <a:lnTo>
                  <a:pt x="1752448" y="61934"/>
                </a:lnTo>
                <a:lnTo>
                  <a:pt x="1752739" y="61645"/>
                </a:lnTo>
                <a:lnTo>
                  <a:pt x="1753035" y="61363"/>
                </a:lnTo>
                <a:lnTo>
                  <a:pt x="1753335" y="61088"/>
                </a:lnTo>
                <a:lnTo>
                  <a:pt x="1753639" y="60820"/>
                </a:lnTo>
                <a:lnTo>
                  <a:pt x="1753947" y="60560"/>
                </a:lnTo>
                <a:lnTo>
                  <a:pt x="1754259" y="60306"/>
                </a:lnTo>
                <a:lnTo>
                  <a:pt x="1754576" y="60060"/>
                </a:lnTo>
                <a:lnTo>
                  <a:pt x="1754897" y="59821"/>
                </a:lnTo>
                <a:lnTo>
                  <a:pt x="1755222" y="59589"/>
                </a:lnTo>
                <a:lnTo>
                  <a:pt x="1755551" y="59365"/>
                </a:lnTo>
                <a:lnTo>
                  <a:pt x="1755884" y="59147"/>
                </a:lnTo>
                <a:lnTo>
                  <a:pt x="1756222" y="58937"/>
                </a:lnTo>
                <a:lnTo>
                  <a:pt x="1756564" y="58733"/>
                </a:lnTo>
                <a:lnTo>
                  <a:pt x="1756910" y="58537"/>
                </a:lnTo>
                <a:lnTo>
                  <a:pt x="1757260" y="58348"/>
                </a:lnTo>
                <a:lnTo>
                  <a:pt x="1757615" y="58166"/>
                </a:lnTo>
                <a:lnTo>
                  <a:pt x="1757973" y="57992"/>
                </a:lnTo>
                <a:lnTo>
                  <a:pt x="1758333" y="57825"/>
                </a:lnTo>
                <a:lnTo>
                  <a:pt x="1758697" y="57665"/>
                </a:lnTo>
                <a:lnTo>
                  <a:pt x="1759063" y="57513"/>
                </a:lnTo>
                <a:lnTo>
                  <a:pt x="1759433" y="57368"/>
                </a:lnTo>
                <a:lnTo>
                  <a:pt x="1759805" y="57230"/>
                </a:lnTo>
                <a:lnTo>
                  <a:pt x="1760179" y="57100"/>
                </a:lnTo>
                <a:lnTo>
                  <a:pt x="1760557" y="56978"/>
                </a:lnTo>
                <a:lnTo>
                  <a:pt x="1760937" y="56863"/>
                </a:lnTo>
                <a:lnTo>
                  <a:pt x="1761320" y="56755"/>
                </a:lnTo>
                <a:lnTo>
                  <a:pt x="1761706" y="56655"/>
                </a:lnTo>
                <a:lnTo>
                  <a:pt x="1762095" y="56562"/>
                </a:lnTo>
                <a:lnTo>
                  <a:pt x="1762487" y="56476"/>
                </a:lnTo>
                <a:lnTo>
                  <a:pt x="1762881" y="56398"/>
                </a:lnTo>
                <a:lnTo>
                  <a:pt x="1763278" y="56328"/>
                </a:lnTo>
                <a:lnTo>
                  <a:pt x="1763678" y="56265"/>
                </a:lnTo>
                <a:lnTo>
                  <a:pt x="1764081" y="56209"/>
                </a:lnTo>
                <a:lnTo>
                  <a:pt x="1764487" y="56161"/>
                </a:lnTo>
                <a:lnTo>
                  <a:pt x="1764895" y="56120"/>
                </a:lnTo>
                <a:lnTo>
                  <a:pt x="1765307" y="56086"/>
                </a:lnTo>
                <a:lnTo>
                  <a:pt x="1765721" y="56060"/>
                </a:lnTo>
                <a:lnTo>
                  <a:pt x="1766137" y="56042"/>
                </a:lnTo>
                <a:lnTo>
                  <a:pt x="1766557" y="56031"/>
                </a:lnTo>
                <a:lnTo>
                  <a:pt x="1766979" y="56027"/>
                </a:lnTo>
                <a:lnTo>
                  <a:pt x="1767613" y="56033"/>
                </a:lnTo>
                <a:lnTo>
                  <a:pt x="1768235" y="56051"/>
                </a:lnTo>
                <a:lnTo>
                  <a:pt x="1768846" y="56082"/>
                </a:lnTo>
                <a:lnTo>
                  <a:pt x="1769446" y="56125"/>
                </a:lnTo>
                <a:lnTo>
                  <a:pt x="1770035" y="56181"/>
                </a:lnTo>
                <a:lnTo>
                  <a:pt x="1770612" y="56248"/>
                </a:lnTo>
                <a:lnTo>
                  <a:pt x="1771179" y="56328"/>
                </a:lnTo>
                <a:lnTo>
                  <a:pt x="1771734" y="56420"/>
                </a:lnTo>
                <a:lnTo>
                  <a:pt x="1772277" y="56525"/>
                </a:lnTo>
                <a:lnTo>
                  <a:pt x="1772810" y="56642"/>
                </a:lnTo>
                <a:lnTo>
                  <a:pt x="1773331" y="56771"/>
                </a:lnTo>
                <a:lnTo>
                  <a:pt x="1773842" y="56912"/>
                </a:lnTo>
                <a:lnTo>
                  <a:pt x="1774340" y="57066"/>
                </a:lnTo>
                <a:lnTo>
                  <a:pt x="1774828" y="57232"/>
                </a:lnTo>
                <a:lnTo>
                  <a:pt x="1775305" y="57410"/>
                </a:lnTo>
                <a:lnTo>
                  <a:pt x="1775770" y="57601"/>
                </a:lnTo>
                <a:lnTo>
                  <a:pt x="1776224" y="57804"/>
                </a:lnTo>
                <a:lnTo>
                  <a:pt x="1776667" y="58019"/>
                </a:lnTo>
                <a:lnTo>
                  <a:pt x="1777099" y="58247"/>
                </a:lnTo>
                <a:lnTo>
                  <a:pt x="1777519" y="58487"/>
                </a:lnTo>
                <a:lnTo>
                  <a:pt x="1777928" y="58739"/>
                </a:lnTo>
                <a:lnTo>
                  <a:pt x="1778327" y="59003"/>
                </a:lnTo>
                <a:lnTo>
                  <a:pt x="1778713" y="59280"/>
                </a:lnTo>
                <a:lnTo>
                  <a:pt x="1779089" y="59569"/>
                </a:lnTo>
                <a:lnTo>
                  <a:pt x="1779455" y="59867"/>
                </a:lnTo>
                <a:lnTo>
                  <a:pt x="1779812" y="60172"/>
                </a:lnTo>
                <a:lnTo>
                  <a:pt x="1780162" y="60484"/>
                </a:lnTo>
                <a:lnTo>
                  <a:pt x="1780503" y="60802"/>
                </a:lnTo>
                <a:lnTo>
                  <a:pt x="1780836" y="61128"/>
                </a:lnTo>
                <a:lnTo>
                  <a:pt x="1781160" y="61459"/>
                </a:lnTo>
                <a:lnTo>
                  <a:pt x="1781476" y="61798"/>
                </a:lnTo>
                <a:lnTo>
                  <a:pt x="1781784" y="62143"/>
                </a:lnTo>
                <a:lnTo>
                  <a:pt x="1782084" y="62495"/>
                </a:lnTo>
                <a:lnTo>
                  <a:pt x="1782376" y="62854"/>
                </a:lnTo>
                <a:lnTo>
                  <a:pt x="1782659" y="63219"/>
                </a:lnTo>
                <a:lnTo>
                  <a:pt x="1782934" y="63592"/>
                </a:lnTo>
                <a:lnTo>
                  <a:pt x="1783200" y="63970"/>
                </a:lnTo>
                <a:lnTo>
                  <a:pt x="1783459" y="64356"/>
                </a:lnTo>
                <a:lnTo>
                  <a:pt x="1783709" y="64748"/>
                </a:lnTo>
                <a:lnTo>
                  <a:pt x="1783951" y="65147"/>
                </a:lnTo>
                <a:lnTo>
                  <a:pt x="1784184" y="65553"/>
                </a:lnTo>
                <a:lnTo>
                  <a:pt x="1784410" y="65965"/>
                </a:lnTo>
                <a:lnTo>
                  <a:pt x="1784627" y="66384"/>
                </a:lnTo>
                <a:lnTo>
                  <a:pt x="1784835" y="66810"/>
                </a:lnTo>
                <a:lnTo>
                  <a:pt x="1785036" y="67243"/>
                </a:lnTo>
                <a:lnTo>
                  <a:pt x="1785228" y="67682"/>
                </a:lnTo>
                <a:lnTo>
                  <a:pt x="1785412" y="68128"/>
                </a:lnTo>
                <a:lnTo>
                  <a:pt x="1785588" y="68580"/>
                </a:lnTo>
                <a:lnTo>
                  <a:pt x="1785756" y="69037"/>
                </a:lnTo>
                <a:lnTo>
                  <a:pt x="1785919" y="69495"/>
                </a:lnTo>
                <a:lnTo>
                  <a:pt x="1786075" y="69953"/>
                </a:lnTo>
                <a:lnTo>
                  <a:pt x="1786226" y="70413"/>
                </a:lnTo>
                <a:lnTo>
                  <a:pt x="1786370" y="70874"/>
                </a:lnTo>
                <a:lnTo>
                  <a:pt x="1786509" y="71336"/>
                </a:lnTo>
                <a:lnTo>
                  <a:pt x="1786641" y="71800"/>
                </a:lnTo>
                <a:lnTo>
                  <a:pt x="1786767" y="72264"/>
                </a:lnTo>
                <a:lnTo>
                  <a:pt x="1786888" y="72730"/>
                </a:lnTo>
                <a:lnTo>
                  <a:pt x="1787002" y="73196"/>
                </a:lnTo>
                <a:lnTo>
                  <a:pt x="1787110" y="73664"/>
                </a:lnTo>
                <a:lnTo>
                  <a:pt x="1787212" y="74133"/>
                </a:lnTo>
                <a:lnTo>
                  <a:pt x="1787309" y="74602"/>
                </a:lnTo>
                <a:lnTo>
                  <a:pt x="1787399" y="75073"/>
                </a:lnTo>
                <a:lnTo>
                  <a:pt x="1787483" y="75546"/>
                </a:lnTo>
                <a:lnTo>
                  <a:pt x="1787561" y="76019"/>
                </a:lnTo>
                <a:lnTo>
                  <a:pt x="1787633" y="76493"/>
                </a:lnTo>
                <a:lnTo>
                  <a:pt x="1787699" y="76969"/>
                </a:lnTo>
                <a:lnTo>
                  <a:pt x="1787759" y="77445"/>
                </a:lnTo>
                <a:lnTo>
                  <a:pt x="1787813" y="77923"/>
                </a:lnTo>
                <a:lnTo>
                  <a:pt x="1787861" y="78402"/>
                </a:lnTo>
                <a:lnTo>
                  <a:pt x="1787903" y="78882"/>
                </a:lnTo>
                <a:lnTo>
                  <a:pt x="1787939" y="79363"/>
                </a:lnTo>
                <a:lnTo>
                  <a:pt x="1787969" y="79845"/>
                </a:lnTo>
                <a:lnTo>
                  <a:pt x="1787969" y="80973"/>
                </a:lnTo>
                <a:lnTo>
                  <a:pt x="1744272" y="80973"/>
                </a:lnTo>
                <a:lnTo>
                  <a:pt x="1744307" y="80697"/>
                </a:lnTo>
                <a:lnTo>
                  <a:pt x="1744387" y="80124"/>
                </a:lnTo>
                <a:lnTo>
                  <a:pt x="1744472" y="79559"/>
                </a:lnTo>
                <a:lnTo>
                  <a:pt x="1744563" y="78999"/>
                </a:lnTo>
                <a:lnTo>
                  <a:pt x="1744660" y="78446"/>
                </a:lnTo>
                <a:lnTo>
                  <a:pt x="1744763" y="77900"/>
                </a:lnTo>
                <a:close/>
                <a:moveTo>
                  <a:pt x="1693703" y="132721"/>
                </a:moveTo>
                <a:lnTo>
                  <a:pt x="1708719" y="132721"/>
                </a:lnTo>
                <a:lnTo>
                  <a:pt x="1708719" y="45370"/>
                </a:lnTo>
                <a:lnTo>
                  <a:pt x="1693703" y="45370"/>
                </a:lnTo>
                <a:lnTo>
                  <a:pt x="1693703" y="132721"/>
                </a:lnTo>
                <a:close/>
                <a:moveTo>
                  <a:pt x="1852243" y="132721"/>
                </a:moveTo>
                <a:lnTo>
                  <a:pt x="1853615" y="132721"/>
                </a:lnTo>
                <a:lnTo>
                  <a:pt x="1885020" y="45370"/>
                </a:lnTo>
                <a:lnTo>
                  <a:pt x="1869761" y="45370"/>
                </a:lnTo>
                <a:lnTo>
                  <a:pt x="1848112" y="112295"/>
                </a:lnTo>
                <a:lnTo>
                  <a:pt x="1825925" y="45370"/>
                </a:lnTo>
                <a:lnTo>
                  <a:pt x="1810586" y="45370"/>
                </a:lnTo>
                <a:lnTo>
                  <a:pt x="1842232" y="132721"/>
                </a:lnTo>
                <a:lnTo>
                  <a:pt x="1843605" y="132721"/>
                </a:lnTo>
                <a:lnTo>
                  <a:pt x="1852243" y="1327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Text (b)VideoCaptioning">
            <a:extLst xmlns:a="http://schemas.openxmlformats.org/drawingml/2006/main">
              <a:ext uri="{FF2B5EF4-FFF2-40B4-BE49-F238E27FC236}">
                <a16:creationId xmlns:a16="http://schemas.microsoft.com/office/drawing/2014/main" id="{9DA04FEB-1EE8-4238-9615-896BD9AD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8310" y="644873"/>
            <a:ext cx="1605524" cy="170664"/>
          </a:xfrm>
          <a:custGeom xmlns:a="http://schemas.openxmlformats.org/drawingml/2006/main">
            <a:pathLst>
              <a:path w="1605524" h="170664">
                <a:moveTo>
                  <a:pt x="478224" y="23523"/>
                </a:moveTo>
                <a:lnTo>
                  <a:pt x="478267" y="23793"/>
                </a:lnTo>
                <a:lnTo>
                  <a:pt x="478317" y="24059"/>
                </a:lnTo>
                <a:lnTo>
                  <a:pt x="478375" y="24322"/>
                </a:lnTo>
                <a:lnTo>
                  <a:pt x="478440" y="24582"/>
                </a:lnTo>
                <a:lnTo>
                  <a:pt x="478514" y="24838"/>
                </a:lnTo>
                <a:lnTo>
                  <a:pt x="478594" y="25090"/>
                </a:lnTo>
                <a:lnTo>
                  <a:pt x="478683" y="25339"/>
                </a:lnTo>
                <a:lnTo>
                  <a:pt x="478779" y="25585"/>
                </a:lnTo>
                <a:lnTo>
                  <a:pt x="478884" y="25827"/>
                </a:lnTo>
                <a:lnTo>
                  <a:pt x="478995" y="26065"/>
                </a:lnTo>
                <a:lnTo>
                  <a:pt x="479115" y="26300"/>
                </a:lnTo>
                <a:lnTo>
                  <a:pt x="479242" y="26532"/>
                </a:lnTo>
                <a:lnTo>
                  <a:pt x="479377" y="26760"/>
                </a:lnTo>
                <a:lnTo>
                  <a:pt x="479519" y="26984"/>
                </a:lnTo>
                <a:lnTo>
                  <a:pt x="479670" y="27205"/>
                </a:lnTo>
                <a:lnTo>
                  <a:pt x="479828" y="27422"/>
                </a:lnTo>
                <a:lnTo>
                  <a:pt x="479994" y="27636"/>
                </a:lnTo>
                <a:lnTo>
                  <a:pt x="480167" y="27847"/>
                </a:lnTo>
                <a:lnTo>
                  <a:pt x="480348" y="28054"/>
                </a:lnTo>
                <a:lnTo>
                  <a:pt x="480537" y="28255"/>
                </a:lnTo>
                <a:lnTo>
                  <a:pt x="480733" y="28447"/>
                </a:lnTo>
                <a:lnTo>
                  <a:pt x="480937" y="28631"/>
                </a:lnTo>
                <a:lnTo>
                  <a:pt x="481148" y="28806"/>
                </a:lnTo>
                <a:lnTo>
                  <a:pt x="481366" y="28973"/>
                </a:lnTo>
                <a:lnTo>
                  <a:pt x="481592" y="29131"/>
                </a:lnTo>
                <a:lnTo>
                  <a:pt x="481825" y="29281"/>
                </a:lnTo>
                <a:lnTo>
                  <a:pt x="482066" y="29422"/>
                </a:lnTo>
                <a:lnTo>
                  <a:pt x="482314" y="29554"/>
                </a:lnTo>
                <a:lnTo>
                  <a:pt x="482570" y="29678"/>
                </a:lnTo>
                <a:lnTo>
                  <a:pt x="482833" y="29794"/>
                </a:lnTo>
                <a:lnTo>
                  <a:pt x="483103" y="29901"/>
                </a:lnTo>
                <a:lnTo>
                  <a:pt x="483381" y="29999"/>
                </a:lnTo>
                <a:lnTo>
                  <a:pt x="483666" y="30089"/>
                </a:lnTo>
                <a:lnTo>
                  <a:pt x="483959" y="30170"/>
                </a:lnTo>
                <a:lnTo>
                  <a:pt x="484259" y="30242"/>
                </a:lnTo>
                <a:lnTo>
                  <a:pt x="484567" y="30307"/>
                </a:lnTo>
                <a:lnTo>
                  <a:pt x="484882" y="30362"/>
                </a:lnTo>
                <a:lnTo>
                  <a:pt x="485204" y="30409"/>
                </a:lnTo>
                <a:lnTo>
                  <a:pt x="485534" y="30448"/>
                </a:lnTo>
                <a:lnTo>
                  <a:pt x="485871" y="30478"/>
                </a:lnTo>
                <a:lnTo>
                  <a:pt x="486216" y="30499"/>
                </a:lnTo>
                <a:lnTo>
                  <a:pt x="486568" y="30512"/>
                </a:lnTo>
                <a:lnTo>
                  <a:pt x="486928" y="30516"/>
                </a:lnTo>
                <a:lnTo>
                  <a:pt x="487281" y="30512"/>
                </a:lnTo>
                <a:lnTo>
                  <a:pt x="487627" y="30499"/>
                </a:lnTo>
                <a:lnTo>
                  <a:pt x="487966" y="30478"/>
                </a:lnTo>
                <a:lnTo>
                  <a:pt x="488299" y="30448"/>
                </a:lnTo>
                <a:lnTo>
                  <a:pt x="488625" y="30409"/>
                </a:lnTo>
                <a:lnTo>
                  <a:pt x="488943" y="30362"/>
                </a:lnTo>
                <a:lnTo>
                  <a:pt x="489255" y="30307"/>
                </a:lnTo>
                <a:lnTo>
                  <a:pt x="489560" y="30242"/>
                </a:lnTo>
                <a:lnTo>
                  <a:pt x="489859" y="30170"/>
                </a:lnTo>
                <a:lnTo>
                  <a:pt x="490150" y="30089"/>
                </a:lnTo>
                <a:lnTo>
                  <a:pt x="490434" y="29999"/>
                </a:lnTo>
                <a:lnTo>
                  <a:pt x="490712" y="29901"/>
                </a:lnTo>
                <a:lnTo>
                  <a:pt x="490983" y="29794"/>
                </a:lnTo>
                <a:lnTo>
                  <a:pt x="491246" y="29678"/>
                </a:lnTo>
                <a:lnTo>
                  <a:pt x="491503" y="29554"/>
                </a:lnTo>
                <a:lnTo>
                  <a:pt x="491754" y="29422"/>
                </a:lnTo>
                <a:lnTo>
                  <a:pt x="491997" y="29281"/>
                </a:lnTo>
                <a:lnTo>
                  <a:pt x="492233" y="29131"/>
                </a:lnTo>
                <a:lnTo>
                  <a:pt x="492463" y="28973"/>
                </a:lnTo>
                <a:lnTo>
                  <a:pt x="492685" y="28806"/>
                </a:lnTo>
                <a:lnTo>
                  <a:pt x="492901" y="28631"/>
                </a:lnTo>
                <a:lnTo>
                  <a:pt x="493110" y="28447"/>
                </a:lnTo>
                <a:lnTo>
                  <a:pt x="493312" y="28255"/>
                </a:lnTo>
                <a:lnTo>
                  <a:pt x="493507" y="28054"/>
                </a:lnTo>
                <a:lnTo>
                  <a:pt x="493695" y="27847"/>
                </a:lnTo>
                <a:lnTo>
                  <a:pt x="493875" y="27636"/>
                </a:lnTo>
                <a:lnTo>
                  <a:pt x="494046" y="27422"/>
                </a:lnTo>
                <a:lnTo>
                  <a:pt x="494210" y="27205"/>
                </a:lnTo>
                <a:lnTo>
                  <a:pt x="494366" y="26984"/>
                </a:lnTo>
                <a:lnTo>
                  <a:pt x="494514" y="26760"/>
                </a:lnTo>
                <a:lnTo>
                  <a:pt x="494654" y="26532"/>
                </a:lnTo>
                <a:lnTo>
                  <a:pt x="494785" y="26300"/>
                </a:lnTo>
                <a:lnTo>
                  <a:pt x="494909" y="26065"/>
                </a:lnTo>
                <a:lnTo>
                  <a:pt x="495025" y="25827"/>
                </a:lnTo>
                <a:lnTo>
                  <a:pt x="495133" y="25585"/>
                </a:lnTo>
                <a:lnTo>
                  <a:pt x="495233" y="25339"/>
                </a:lnTo>
                <a:lnTo>
                  <a:pt x="495325" y="25090"/>
                </a:lnTo>
                <a:lnTo>
                  <a:pt x="495409" y="24838"/>
                </a:lnTo>
                <a:lnTo>
                  <a:pt x="495484" y="24582"/>
                </a:lnTo>
                <a:lnTo>
                  <a:pt x="495552" y="24322"/>
                </a:lnTo>
                <a:lnTo>
                  <a:pt x="495612" y="24059"/>
                </a:lnTo>
                <a:lnTo>
                  <a:pt x="495664" y="23793"/>
                </a:lnTo>
                <a:lnTo>
                  <a:pt x="495708" y="23523"/>
                </a:lnTo>
                <a:lnTo>
                  <a:pt x="495744" y="23249"/>
                </a:lnTo>
                <a:lnTo>
                  <a:pt x="495772" y="22972"/>
                </a:lnTo>
                <a:lnTo>
                  <a:pt x="495792" y="22692"/>
                </a:lnTo>
                <a:lnTo>
                  <a:pt x="495804" y="22408"/>
                </a:lnTo>
                <a:lnTo>
                  <a:pt x="495808" y="22120"/>
                </a:lnTo>
                <a:lnTo>
                  <a:pt x="495804" y="21819"/>
                </a:lnTo>
                <a:lnTo>
                  <a:pt x="495792" y="21522"/>
                </a:lnTo>
                <a:lnTo>
                  <a:pt x="495772" y="21230"/>
                </a:lnTo>
                <a:lnTo>
                  <a:pt x="495744" y="20941"/>
                </a:lnTo>
                <a:lnTo>
                  <a:pt x="495708" y="20655"/>
                </a:lnTo>
                <a:lnTo>
                  <a:pt x="495664" y="20374"/>
                </a:lnTo>
                <a:lnTo>
                  <a:pt x="495612" y="20097"/>
                </a:lnTo>
                <a:lnTo>
                  <a:pt x="495552" y="19824"/>
                </a:lnTo>
                <a:lnTo>
                  <a:pt x="495484" y="19554"/>
                </a:lnTo>
                <a:lnTo>
                  <a:pt x="495409" y="19289"/>
                </a:lnTo>
                <a:lnTo>
                  <a:pt x="495325" y="19027"/>
                </a:lnTo>
                <a:lnTo>
                  <a:pt x="495233" y="18770"/>
                </a:lnTo>
                <a:lnTo>
                  <a:pt x="495133" y="18516"/>
                </a:lnTo>
                <a:lnTo>
                  <a:pt x="495025" y="18266"/>
                </a:lnTo>
                <a:lnTo>
                  <a:pt x="494909" y="18021"/>
                </a:lnTo>
                <a:lnTo>
                  <a:pt x="494785" y="17779"/>
                </a:lnTo>
                <a:lnTo>
                  <a:pt x="494654" y="17541"/>
                </a:lnTo>
                <a:lnTo>
                  <a:pt x="494514" y="17307"/>
                </a:lnTo>
                <a:lnTo>
                  <a:pt x="494366" y="17076"/>
                </a:lnTo>
                <a:lnTo>
                  <a:pt x="494210" y="16850"/>
                </a:lnTo>
                <a:lnTo>
                  <a:pt x="494046" y="16628"/>
                </a:lnTo>
                <a:lnTo>
                  <a:pt x="493875" y="16410"/>
                </a:lnTo>
                <a:lnTo>
                  <a:pt x="493695" y="16195"/>
                </a:lnTo>
                <a:lnTo>
                  <a:pt x="493507" y="15985"/>
                </a:lnTo>
                <a:lnTo>
                  <a:pt x="493312" y="15780"/>
                </a:lnTo>
                <a:lnTo>
                  <a:pt x="493110" y="15585"/>
                </a:lnTo>
                <a:lnTo>
                  <a:pt x="492901" y="15398"/>
                </a:lnTo>
                <a:lnTo>
                  <a:pt x="492685" y="15220"/>
                </a:lnTo>
                <a:lnTo>
                  <a:pt x="492463" y="15050"/>
                </a:lnTo>
                <a:lnTo>
                  <a:pt x="492233" y="14890"/>
                </a:lnTo>
                <a:lnTo>
                  <a:pt x="491997" y="14738"/>
                </a:lnTo>
                <a:lnTo>
                  <a:pt x="491754" y="14594"/>
                </a:lnTo>
                <a:lnTo>
                  <a:pt x="491503" y="14460"/>
                </a:lnTo>
                <a:lnTo>
                  <a:pt x="491246" y="14334"/>
                </a:lnTo>
                <a:lnTo>
                  <a:pt x="490983" y="14216"/>
                </a:lnTo>
                <a:lnTo>
                  <a:pt x="490712" y="14108"/>
                </a:lnTo>
                <a:lnTo>
                  <a:pt x="490434" y="14008"/>
                </a:lnTo>
                <a:lnTo>
                  <a:pt x="490150" y="13916"/>
                </a:lnTo>
                <a:lnTo>
                  <a:pt x="489859" y="13834"/>
                </a:lnTo>
                <a:lnTo>
                  <a:pt x="489560" y="13760"/>
                </a:lnTo>
                <a:lnTo>
                  <a:pt x="489255" y="13695"/>
                </a:lnTo>
                <a:lnTo>
                  <a:pt x="488943" y="13638"/>
                </a:lnTo>
                <a:lnTo>
                  <a:pt x="488625" y="13591"/>
                </a:lnTo>
                <a:lnTo>
                  <a:pt x="488299" y="13551"/>
                </a:lnTo>
                <a:lnTo>
                  <a:pt x="487966" y="13521"/>
                </a:lnTo>
                <a:lnTo>
                  <a:pt x="487627" y="13499"/>
                </a:lnTo>
                <a:lnTo>
                  <a:pt x="487281" y="13486"/>
                </a:lnTo>
                <a:lnTo>
                  <a:pt x="486928" y="13482"/>
                </a:lnTo>
                <a:lnTo>
                  <a:pt x="486568" y="13486"/>
                </a:lnTo>
                <a:lnTo>
                  <a:pt x="486216" y="13499"/>
                </a:lnTo>
                <a:lnTo>
                  <a:pt x="485871" y="13521"/>
                </a:lnTo>
                <a:lnTo>
                  <a:pt x="485534" y="13551"/>
                </a:lnTo>
                <a:lnTo>
                  <a:pt x="485204" y="13591"/>
                </a:lnTo>
                <a:lnTo>
                  <a:pt x="484882" y="13638"/>
                </a:lnTo>
                <a:lnTo>
                  <a:pt x="484567" y="13695"/>
                </a:lnTo>
                <a:lnTo>
                  <a:pt x="484259" y="13760"/>
                </a:lnTo>
                <a:lnTo>
                  <a:pt x="483959" y="13834"/>
                </a:lnTo>
                <a:lnTo>
                  <a:pt x="483666" y="13916"/>
                </a:lnTo>
                <a:lnTo>
                  <a:pt x="483381" y="14008"/>
                </a:lnTo>
                <a:lnTo>
                  <a:pt x="483103" y="14108"/>
                </a:lnTo>
                <a:lnTo>
                  <a:pt x="482833" y="14216"/>
                </a:lnTo>
                <a:lnTo>
                  <a:pt x="482570" y="14334"/>
                </a:lnTo>
                <a:lnTo>
                  <a:pt x="482314" y="14460"/>
                </a:lnTo>
                <a:lnTo>
                  <a:pt x="482066" y="14594"/>
                </a:lnTo>
                <a:lnTo>
                  <a:pt x="481825" y="14738"/>
                </a:lnTo>
                <a:lnTo>
                  <a:pt x="481592" y="14890"/>
                </a:lnTo>
                <a:lnTo>
                  <a:pt x="481366" y="15050"/>
                </a:lnTo>
                <a:lnTo>
                  <a:pt x="481148" y="15220"/>
                </a:lnTo>
                <a:lnTo>
                  <a:pt x="480937" y="15398"/>
                </a:lnTo>
                <a:lnTo>
                  <a:pt x="480733" y="15585"/>
                </a:lnTo>
                <a:lnTo>
                  <a:pt x="480537" y="15780"/>
                </a:lnTo>
                <a:lnTo>
                  <a:pt x="480348" y="15985"/>
                </a:lnTo>
                <a:lnTo>
                  <a:pt x="480167" y="16195"/>
                </a:lnTo>
                <a:lnTo>
                  <a:pt x="479994" y="16410"/>
                </a:lnTo>
                <a:lnTo>
                  <a:pt x="479828" y="16628"/>
                </a:lnTo>
                <a:lnTo>
                  <a:pt x="479670" y="16850"/>
                </a:lnTo>
                <a:lnTo>
                  <a:pt x="479519" y="17076"/>
                </a:lnTo>
                <a:lnTo>
                  <a:pt x="479377" y="17307"/>
                </a:lnTo>
                <a:lnTo>
                  <a:pt x="479242" y="17541"/>
                </a:lnTo>
                <a:lnTo>
                  <a:pt x="479115" y="17779"/>
                </a:lnTo>
                <a:lnTo>
                  <a:pt x="478995" y="18021"/>
                </a:lnTo>
                <a:lnTo>
                  <a:pt x="478884" y="18266"/>
                </a:lnTo>
                <a:lnTo>
                  <a:pt x="478779" y="18516"/>
                </a:lnTo>
                <a:lnTo>
                  <a:pt x="478683" y="18770"/>
                </a:lnTo>
                <a:lnTo>
                  <a:pt x="478594" y="19027"/>
                </a:lnTo>
                <a:lnTo>
                  <a:pt x="478514" y="19289"/>
                </a:lnTo>
                <a:lnTo>
                  <a:pt x="478440" y="19554"/>
                </a:lnTo>
                <a:lnTo>
                  <a:pt x="478375" y="19824"/>
                </a:lnTo>
                <a:lnTo>
                  <a:pt x="478317" y="20097"/>
                </a:lnTo>
                <a:lnTo>
                  <a:pt x="478267" y="20374"/>
                </a:lnTo>
                <a:lnTo>
                  <a:pt x="478224" y="20655"/>
                </a:lnTo>
                <a:lnTo>
                  <a:pt x="478190" y="20941"/>
                </a:lnTo>
                <a:lnTo>
                  <a:pt x="478163" y="21230"/>
                </a:lnTo>
                <a:lnTo>
                  <a:pt x="478144" y="21522"/>
                </a:lnTo>
                <a:lnTo>
                  <a:pt x="478132" y="21819"/>
                </a:lnTo>
                <a:lnTo>
                  <a:pt x="478128" y="22120"/>
                </a:lnTo>
                <a:lnTo>
                  <a:pt x="478132" y="22408"/>
                </a:lnTo>
                <a:lnTo>
                  <a:pt x="478144" y="22692"/>
                </a:lnTo>
                <a:lnTo>
                  <a:pt x="478163" y="22972"/>
                </a:lnTo>
                <a:lnTo>
                  <a:pt x="478190" y="23249"/>
                </a:lnTo>
                <a:lnTo>
                  <a:pt x="478224" y="23523"/>
                </a:lnTo>
                <a:close/>
                <a:moveTo>
                  <a:pt x="71523" y="122623"/>
                </a:moveTo>
                <a:lnTo>
                  <a:pt x="71611" y="122740"/>
                </a:lnTo>
                <a:lnTo>
                  <a:pt x="71964" y="123195"/>
                </a:lnTo>
                <a:lnTo>
                  <a:pt x="72324" y="123641"/>
                </a:lnTo>
                <a:lnTo>
                  <a:pt x="72691" y="124078"/>
                </a:lnTo>
                <a:lnTo>
                  <a:pt x="73065" y="124507"/>
                </a:lnTo>
                <a:lnTo>
                  <a:pt x="73445" y="124927"/>
                </a:lnTo>
                <a:lnTo>
                  <a:pt x="73833" y="125338"/>
                </a:lnTo>
                <a:lnTo>
                  <a:pt x="74227" y="125740"/>
                </a:lnTo>
                <a:lnTo>
                  <a:pt x="74628" y="126133"/>
                </a:lnTo>
                <a:lnTo>
                  <a:pt x="75037" y="126518"/>
                </a:lnTo>
                <a:lnTo>
                  <a:pt x="75451" y="126894"/>
                </a:lnTo>
                <a:lnTo>
                  <a:pt x="75873" y="127260"/>
                </a:lnTo>
                <a:lnTo>
                  <a:pt x="76302" y="127619"/>
                </a:lnTo>
                <a:lnTo>
                  <a:pt x="76737" y="127968"/>
                </a:lnTo>
                <a:lnTo>
                  <a:pt x="77180" y="128308"/>
                </a:lnTo>
                <a:lnTo>
                  <a:pt x="77629" y="128640"/>
                </a:lnTo>
                <a:lnTo>
                  <a:pt x="78085" y="128962"/>
                </a:lnTo>
                <a:lnTo>
                  <a:pt x="78548" y="129276"/>
                </a:lnTo>
                <a:lnTo>
                  <a:pt x="79018" y="129581"/>
                </a:lnTo>
                <a:lnTo>
                  <a:pt x="79495" y="129878"/>
                </a:lnTo>
                <a:lnTo>
                  <a:pt x="79979" y="130165"/>
                </a:lnTo>
                <a:lnTo>
                  <a:pt x="80469" y="130443"/>
                </a:lnTo>
                <a:lnTo>
                  <a:pt x="80966" y="130713"/>
                </a:lnTo>
                <a:lnTo>
                  <a:pt x="81471" y="130974"/>
                </a:lnTo>
                <a:lnTo>
                  <a:pt x="81982" y="131226"/>
                </a:lnTo>
                <a:lnTo>
                  <a:pt x="82500" y="131469"/>
                </a:lnTo>
                <a:lnTo>
                  <a:pt x="83025" y="131703"/>
                </a:lnTo>
                <a:lnTo>
                  <a:pt x="83557" y="131927"/>
                </a:lnTo>
                <a:lnTo>
                  <a:pt x="84096" y="132141"/>
                </a:lnTo>
                <a:lnTo>
                  <a:pt x="84642" y="132345"/>
                </a:lnTo>
                <a:lnTo>
                  <a:pt x="85196" y="132539"/>
                </a:lnTo>
                <a:lnTo>
                  <a:pt x="85757" y="132723"/>
                </a:lnTo>
                <a:lnTo>
                  <a:pt x="86324" y="132897"/>
                </a:lnTo>
                <a:lnTo>
                  <a:pt x="86899" y="133062"/>
                </a:lnTo>
                <a:lnTo>
                  <a:pt x="87482" y="133216"/>
                </a:lnTo>
                <a:lnTo>
                  <a:pt x="88071" y="133360"/>
                </a:lnTo>
                <a:lnTo>
                  <a:pt x="88667" y="133494"/>
                </a:lnTo>
                <a:lnTo>
                  <a:pt x="89271" y="133619"/>
                </a:lnTo>
                <a:lnTo>
                  <a:pt x="89882" y="133733"/>
                </a:lnTo>
                <a:lnTo>
                  <a:pt x="90499" y="133838"/>
                </a:lnTo>
                <a:lnTo>
                  <a:pt x="91124" y="133932"/>
                </a:lnTo>
                <a:lnTo>
                  <a:pt x="91757" y="134017"/>
                </a:lnTo>
                <a:lnTo>
                  <a:pt x="92396" y="134092"/>
                </a:lnTo>
                <a:lnTo>
                  <a:pt x="93042" y="134156"/>
                </a:lnTo>
                <a:lnTo>
                  <a:pt x="93696" y="134211"/>
                </a:lnTo>
                <a:lnTo>
                  <a:pt x="94357" y="134256"/>
                </a:lnTo>
                <a:lnTo>
                  <a:pt x="95025" y="134291"/>
                </a:lnTo>
                <a:lnTo>
                  <a:pt x="95700" y="134315"/>
                </a:lnTo>
                <a:lnTo>
                  <a:pt x="96382" y="134330"/>
                </a:lnTo>
                <a:lnTo>
                  <a:pt x="97071" y="134335"/>
                </a:lnTo>
                <a:lnTo>
                  <a:pt x="97748" y="134330"/>
                </a:lnTo>
                <a:lnTo>
                  <a:pt x="98417" y="134312"/>
                </a:lnTo>
                <a:lnTo>
                  <a:pt x="99081" y="134284"/>
                </a:lnTo>
                <a:lnTo>
                  <a:pt x="99738" y="134243"/>
                </a:lnTo>
                <a:lnTo>
                  <a:pt x="100388" y="134192"/>
                </a:lnTo>
                <a:lnTo>
                  <a:pt x="101032" y="134128"/>
                </a:lnTo>
                <a:lnTo>
                  <a:pt x="101670" y="134054"/>
                </a:lnTo>
                <a:lnTo>
                  <a:pt x="102301" y="133968"/>
                </a:lnTo>
                <a:lnTo>
                  <a:pt x="102926" y="133870"/>
                </a:lnTo>
                <a:lnTo>
                  <a:pt x="103544" y="133761"/>
                </a:lnTo>
                <a:lnTo>
                  <a:pt x="104156" y="133640"/>
                </a:lnTo>
                <a:lnTo>
                  <a:pt x="104761" y="133508"/>
                </a:lnTo>
                <a:lnTo>
                  <a:pt x="105360" y="133364"/>
                </a:lnTo>
                <a:lnTo>
                  <a:pt x="105952" y="133209"/>
                </a:lnTo>
                <a:lnTo>
                  <a:pt x="106538" y="133042"/>
                </a:lnTo>
                <a:lnTo>
                  <a:pt x="107118" y="132864"/>
                </a:lnTo>
                <a:lnTo>
                  <a:pt x="107691" y="132675"/>
                </a:lnTo>
                <a:lnTo>
                  <a:pt x="108258" y="132473"/>
                </a:lnTo>
                <a:lnTo>
                  <a:pt x="108818" y="132261"/>
                </a:lnTo>
                <a:lnTo>
                  <a:pt x="109372" y="132037"/>
                </a:lnTo>
                <a:lnTo>
                  <a:pt x="109919" y="131801"/>
                </a:lnTo>
                <a:lnTo>
                  <a:pt x="110460" y="131554"/>
                </a:lnTo>
                <a:lnTo>
                  <a:pt x="110994" y="131295"/>
                </a:lnTo>
                <a:lnTo>
                  <a:pt x="111522" y="131025"/>
                </a:lnTo>
                <a:lnTo>
                  <a:pt x="112044" y="130745"/>
                </a:lnTo>
                <a:lnTo>
                  <a:pt x="112558" y="130455"/>
                </a:lnTo>
                <a:lnTo>
                  <a:pt x="113066" y="130156"/>
                </a:lnTo>
                <a:lnTo>
                  <a:pt x="113567" y="129848"/>
                </a:lnTo>
                <a:lnTo>
                  <a:pt x="114062" y="129531"/>
                </a:lnTo>
                <a:lnTo>
                  <a:pt x="114550" y="129204"/>
                </a:lnTo>
                <a:lnTo>
                  <a:pt x="115031" y="128868"/>
                </a:lnTo>
                <a:lnTo>
                  <a:pt x="115505" y="128523"/>
                </a:lnTo>
                <a:lnTo>
                  <a:pt x="115972" y="128168"/>
                </a:lnTo>
                <a:lnTo>
                  <a:pt x="116433" y="127805"/>
                </a:lnTo>
                <a:lnTo>
                  <a:pt x="116887" y="127432"/>
                </a:lnTo>
                <a:lnTo>
                  <a:pt x="117335" y="127049"/>
                </a:lnTo>
                <a:lnTo>
                  <a:pt x="117775" y="126658"/>
                </a:lnTo>
                <a:lnTo>
                  <a:pt x="118209" y="126257"/>
                </a:lnTo>
                <a:lnTo>
                  <a:pt x="118637" y="125847"/>
                </a:lnTo>
                <a:lnTo>
                  <a:pt x="119057" y="125428"/>
                </a:lnTo>
                <a:lnTo>
                  <a:pt x="119471" y="125000"/>
                </a:lnTo>
                <a:lnTo>
                  <a:pt x="119878" y="124562"/>
                </a:lnTo>
                <a:lnTo>
                  <a:pt x="120278" y="124115"/>
                </a:lnTo>
                <a:lnTo>
                  <a:pt x="120672" y="123659"/>
                </a:lnTo>
                <a:lnTo>
                  <a:pt x="121058" y="123193"/>
                </a:lnTo>
                <a:lnTo>
                  <a:pt x="121439" y="122719"/>
                </a:lnTo>
                <a:lnTo>
                  <a:pt x="121812" y="122235"/>
                </a:lnTo>
                <a:lnTo>
                  <a:pt x="122179" y="121741"/>
                </a:lnTo>
                <a:lnTo>
                  <a:pt x="122538" y="121240"/>
                </a:lnTo>
                <a:lnTo>
                  <a:pt x="122891" y="120731"/>
                </a:lnTo>
                <a:lnTo>
                  <a:pt x="123236" y="120214"/>
                </a:lnTo>
                <a:lnTo>
                  <a:pt x="123573" y="119691"/>
                </a:lnTo>
                <a:lnTo>
                  <a:pt x="123904" y="119159"/>
                </a:lnTo>
                <a:lnTo>
                  <a:pt x="124227" y="118621"/>
                </a:lnTo>
                <a:lnTo>
                  <a:pt x="124543" y="118075"/>
                </a:lnTo>
                <a:lnTo>
                  <a:pt x="124852" y="117521"/>
                </a:lnTo>
                <a:lnTo>
                  <a:pt x="125153" y="116960"/>
                </a:lnTo>
                <a:lnTo>
                  <a:pt x="125447" y="116392"/>
                </a:lnTo>
                <a:lnTo>
                  <a:pt x="125734" y="115816"/>
                </a:lnTo>
                <a:lnTo>
                  <a:pt x="126013" y="115233"/>
                </a:lnTo>
                <a:lnTo>
                  <a:pt x="126285" y="114642"/>
                </a:lnTo>
                <a:lnTo>
                  <a:pt x="126550" y="114044"/>
                </a:lnTo>
                <a:lnTo>
                  <a:pt x="126808" y="113438"/>
                </a:lnTo>
                <a:lnTo>
                  <a:pt x="127058" y="112825"/>
                </a:lnTo>
                <a:lnTo>
                  <a:pt x="127301" y="112205"/>
                </a:lnTo>
                <a:lnTo>
                  <a:pt x="127537" y="111577"/>
                </a:lnTo>
                <a:lnTo>
                  <a:pt x="127766" y="110942"/>
                </a:lnTo>
                <a:lnTo>
                  <a:pt x="127987" y="110299"/>
                </a:lnTo>
                <a:lnTo>
                  <a:pt x="128201" y="109649"/>
                </a:lnTo>
                <a:lnTo>
                  <a:pt x="128407" y="108991"/>
                </a:lnTo>
                <a:lnTo>
                  <a:pt x="128606" y="108326"/>
                </a:lnTo>
                <a:lnTo>
                  <a:pt x="128798" y="107654"/>
                </a:lnTo>
                <a:lnTo>
                  <a:pt x="128983" y="106975"/>
                </a:lnTo>
                <a:lnTo>
                  <a:pt x="129160" y="106292"/>
                </a:lnTo>
                <a:lnTo>
                  <a:pt x="129328" y="105604"/>
                </a:lnTo>
                <a:lnTo>
                  <a:pt x="129489" y="104910"/>
                </a:lnTo>
                <a:lnTo>
                  <a:pt x="129642" y="104212"/>
                </a:lnTo>
                <a:lnTo>
                  <a:pt x="129787" y="103509"/>
                </a:lnTo>
                <a:lnTo>
                  <a:pt x="129925" y="102801"/>
                </a:lnTo>
                <a:lnTo>
                  <a:pt x="130054" y="102088"/>
                </a:lnTo>
                <a:lnTo>
                  <a:pt x="130176" y="101370"/>
                </a:lnTo>
                <a:lnTo>
                  <a:pt x="130290" y="100648"/>
                </a:lnTo>
                <a:lnTo>
                  <a:pt x="130396" y="99920"/>
                </a:lnTo>
                <a:lnTo>
                  <a:pt x="130494" y="99187"/>
                </a:lnTo>
                <a:lnTo>
                  <a:pt x="130584" y="98450"/>
                </a:lnTo>
                <a:lnTo>
                  <a:pt x="130666" y="97708"/>
                </a:lnTo>
                <a:lnTo>
                  <a:pt x="130741" y="96960"/>
                </a:lnTo>
                <a:lnTo>
                  <a:pt x="130808" y="96208"/>
                </a:lnTo>
                <a:lnTo>
                  <a:pt x="130867" y="95451"/>
                </a:lnTo>
                <a:lnTo>
                  <a:pt x="130918" y="94689"/>
                </a:lnTo>
                <a:lnTo>
                  <a:pt x="130961" y="93922"/>
                </a:lnTo>
                <a:lnTo>
                  <a:pt x="130996" y="93151"/>
                </a:lnTo>
                <a:lnTo>
                  <a:pt x="131024" y="92374"/>
                </a:lnTo>
                <a:lnTo>
                  <a:pt x="131043" y="91592"/>
                </a:lnTo>
                <a:lnTo>
                  <a:pt x="131055" y="90806"/>
                </a:lnTo>
                <a:lnTo>
                  <a:pt x="131059" y="90014"/>
                </a:lnTo>
                <a:lnTo>
                  <a:pt x="131059" y="88319"/>
                </a:lnTo>
                <a:lnTo>
                  <a:pt x="131055" y="87488"/>
                </a:lnTo>
                <a:lnTo>
                  <a:pt x="131043" y="86663"/>
                </a:lnTo>
                <a:lnTo>
                  <a:pt x="131024" y="85845"/>
                </a:lnTo>
                <a:lnTo>
                  <a:pt x="130996" y="85033"/>
                </a:lnTo>
                <a:lnTo>
                  <a:pt x="130961" y="84227"/>
                </a:lnTo>
                <a:lnTo>
                  <a:pt x="130918" y="83427"/>
                </a:lnTo>
                <a:lnTo>
                  <a:pt x="130867" y="82634"/>
                </a:lnTo>
                <a:lnTo>
                  <a:pt x="130808" y="81847"/>
                </a:lnTo>
                <a:lnTo>
                  <a:pt x="130741" y="81067"/>
                </a:lnTo>
                <a:lnTo>
                  <a:pt x="130666" y="80292"/>
                </a:lnTo>
                <a:lnTo>
                  <a:pt x="130584" y="79524"/>
                </a:lnTo>
                <a:lnTo>
                  <a:pt x="130494" y="78763"/>
                </a:lnTo>
                <a:lnTo>
                  <a:pt x="130396" y="78007"/>
                </a:lnTo>
                <a:lnTo>
                  <a:pt x="130290" y="77258"/>
                </a:lnTo>
                <a:lnTo>
                  <a:pt x="130176" y="76515"/>
                </a:lnTo>
                <a:lnTo>
                  <a:pt x="130054" y="75779"/>
                </a:lnTo>
                <a:lnTo>
                  <a:pt x="129925" y="75049"/>
                </a:lnTo>
                <a:lnTo>
                  <a:pt x="129787" y="74325"/>
                </a:lnTo>
                <a:lnTo>
                  <a:pt x="129642" y="73607"/>
                </a:lnTo>
                <a:lnTo>
                  <a:pt x="129489" y="72896"/>
                </a:lnTo>
                <a:lnTo>
                  <a:pt x="129328" y="72191"/>
                </a:lnTo>
                <a:lnTo>
                  <a:pt x="129160" y="71493"/>
                </a:lnTo>
                <a:lnTo>
                  <a:pt x="128983" y="70800"/>
                </a:lnTo>
                <a:lnTo>
                  <a:pt x="128798" y="70114"/>
                </a:lnTo>
                <a:lnTo>
                  <a:pt x="128607" y="69435"/>
                </a:lnTo>
                <a:lnTo>
                  <a:pt x="128407" y="68765"/>
                </a:lnTo>
                <a:lnTo>
                  <a:pt x="128201" y="68102"/>
                </a:lnTo>
                <a:lnTo>
                  <a:pt x="127988" y="67447"/>
                </a:lnTo>
                <a:lnTo>
                  <a:pt x="127767" y="66800"/>
                </a:lnTo>
                <a:lnTo>
                  <a:pt x="127540" y="66161"/>
                </a:lnTo>
                <a:lnTo>
                  <a:pt x="127305" y="65530"/>
                </a:lnTo>
                <a:lnTo>
                  <a:pt x="127063" y="64907"/>
                </a:lnTo>
                <a:lnTo>
                  <a:pt x="126814" y="64292"/>
                </a:lnTo>
                <a:lnTo>
                  <a:pt x="126557" y="63685"/>
                </a:lnTo>
                <a:lnTo>
                  <a:pt x="126294" y="63086"/>
                </a:lnTo>
                <a:lnTo>
                  <a:pt x="126023" y="62495"/>
                </a:lnTo>
                <a:lnTo>
                  <a:pt x="125746" y="61912"/>
                </a:lnTo>
                <a:lnTo>
                  <a:pt x="125461" y="61337"/>
                </a:lnTo>
                <a:lnTo>
                  <a:pt x="125169" y="60770"/>
                </a:lnTo>
                <a:lnTo>
                  <a:pt x="124870" y="60211"/>
                </a:lnTo>
                <a:lnTo>
                  <a:pt x="124563" y="59660"/>
                </a:lnTo>
                <a:lnTo>
                  <a:pt x="124250" y="59117"/>
                </a:lnTo>
                <a:lnTo>
                  <a:pt x="123929" y="58582"/>
                </a:lnTo>
                <a:lnTo>
                  <a:pt x="123601" y="58055"/>
                </a:lnTo>
                <a:lnTo>
                  <a:pt x="123267" y="57536"/>
                </a:lnTo>
                <a:lnTo>
                  <a:pt x="122924" y="57025"/>
                </a:lnTo>
                <a:lnTo>
                  <a:pt x="122575" y="56522"/>
                </a:lnTo>
                <a:lnTo>
                  <a:pt x="122219" y="56027"/>
                </a:lnTo>
                <a:lnTo>
                  <a:pt x="121855" y="55540"/>
                </a:lnTo>
                <a:lnTo>
                  <a:pt x="121485" y="55063"/>
                </a:lnTo>
                <a:lnTo>
                  <a:pt x="121107" y="54596"/>
                </a:lnTo>
                <a:lnTo>
                  <a:pt x="120722" y="54138"/>
                </a:lnTo>
                <a:lnTo>
                  <a:pt x="120330" y="53689"/>
                </a:lnTo>
                <a:lnTo>
                  <a:pt x="119931" y="53249"/>
                </a:lnTo>
                <a:lnTo>
                  <a:pt x="119524" y="52819"/>
                </a:lnTo>
                <a:lnTo>
                  <a:pt x="119111" y="52398"/>
                </a:lnTo>
                <a:lnTo>
                  <a:pt x="118690" y="51987"/>
                </a:lnTo>
                <a:lnTo>
                  <a:pt x="118262" y="51585"/>
                </a:lnTo>
                <a:lnTo>
                  <a:pt x="117827" y="51193"/>
                </a:lnTo>
                <a:lnTo>
                  <a:pt x="117385" y="50810"/>
                </a:lnTo>
                <a:lnTo>
                  <a:pt x="116936" y="50436"/>
                </a:lnTo>
                <a:lnTo>
                  <a:pt x="116480" y="50072"/>
                </a:lnTo>
                <a:lnTo>
                  <a:pt x="116016" y="49717"/>
                </a:lnTo>
                <a:lnTo>
                  <a:pt x="115545" y="49371"/>
                </a:lnTo>
                <a:lnTo>
                  <a:pt x="115067" y="49035"/>
                </a:lnTo>
                <a:lnTo>
                  <a:pt x="114582" y="48708"/>
                </a:lnTo>
                <a:lnTo>
                  <a:pt x="114090" y="48391"/>
                </a:lnTo>
                <a:lnTo>
                  <a:pt x="113591" y="48083"/>
                </a:lnTo>
                <a:lnTo>
                  <a:pt x="113084" y="47784"/>
                </a:lnTo>
                <a:lnTo>
                  <a:pt x="112571" y="47495"/>
                </a:lnTo>
                <a:lnTo>
                  <a:pt x="112050" y="47215"/>
                </a:lnTo>
                <a:lnTo>
                  <a:pt x="111522" y="46945"/>
                </a:lnTo>
                <a:lnTo>
                  <a:pt x="110987" y="46685"/>
                </a:lnTo>
                <a:lnTo>
                  <a:pt x="110446" y="46435"/>
                </a:lnTo>
                <a:lnTo>
                  <a:pt x="109899" y="46197"/>
                </a:lnTo>
                <a:lnTo>
                  <a:pt x="109345" y="45970"/>
                </a:lnTo>
                <a:lnTo>
                  <a:pt x="108784" y="45754"/>
                </a:lnTo>
                <a:lnTo>
                  <a:pt x="108217" y="45550"/>
                </a:lnTo>
                <a:lnTo>
                  <a:pt x="107644" y="45356"/>
                </a:lnTo>
                <a:lnTo>
                  <a:pt x="107064" y="45173"/>
                </a:lnTo>
                <a:lnTo>
                  <a:pt x="106478" y="45002"/>
                </a:lnTo>
                <a:lnTo>
                  <a:pt x="105885" y="44841"/>
                </a:lnTo>
                <a:lnTo>
                  <a:pt x="105286" y="44691"/>
                </a:lnTo>
                <a:lnTo>
                  <a:pt x="104680" y="44553"/>
                </a:lnTo>
                <a:lnTo>
                  <a:pt x="104068" y="44426"/>
                </a:lnTo>
                <a:lnTo>
                  <a:pt x="103450" y="44309"/>
                </a:lnTo>
                <a:lnTo>
                  <a:pt x="102825" y="44204"/>
                </a:lnTo>
                <a:lnTo>
                  <a:pt x="102193" y="44110"/>
                </a:lnTo>
                <a:lnTo>
                  <a:pt x="101555" y="44027"/>
                </a:lnTo>
                <a:lnTo>
                  <a:pt x="100911" y="43955"/>
                </a:lnTo>
                <a:lnTo>
                  <a:pt x="100260" y="43894"/>
                </a:lnTo>
                <a:lnTo>
                  <a:pt x="99603" y="43844"/>
                </a:lnTo>
                <a:lnTo>
                  <a:pt x="98940" y="43806"/>
                </a:lnTo>
                <a:lnTo>
                  <a:pt x="98269" y="43778"/>
                </a:lnTo>
                <a:lnTo>
                  <a:pt x="97593" y="43761"/>
                </a:lnTo>
                <a:lnTo>
                  <a:pt x="96910" y="43756"/>
                </a:lnTo>
                <a:lnTo>
                  <a:pt x="96227" y="43761"/>
                </a:lnTo>
                <a:lnTo>
                  <a:pt x="95552" y="43776"/>
                </a:lnTo>
                <a:lnTo>
                  <a:pt x="94883" y="43801"/>
                </a:lnTo>
                <a:lnTo>
                  <a:pt x="94221" y="43835"/>
                </a:lnTo>
                <a:lnTo>
                  <a:pt x="93567" y="43880"/>
                </a:lnTo>
                <a:lnTo>
                  <a:pt x="92919" y="43935"/>
                </a:lnTo>
                <a:lnTo>
                  <a:pt x="92278" y="44000"/>
                </a:lnTo>
                <a:lnTo>
                  <a:pt x="91645" y="44074"/>
                </a:lnTo>
                <a:lnTo>
                  <a:pt x="91018" y="44159"/>
                </a:lnTo>
                <a:lnTo>
                  <a:pt x="90398" y="44253"/>
                </a:lnTo>
                <a:lnTo>
                  <a:pt x="89786" y="44358"/>
                </a:lnTo>
                <a:lnTo>
                  <a:pt x="89180" y="44472"/>
                </a:lnTo>
                <a:lnTo>
                  <a:pt x="88581" y="44597"/>
                </a:lnTo>
                <a:lnTo>
                  <a:pt x="87990" y="44731"/>
                </a:lnTo>
                <a:lnTo>
                  <a:pt x="87405" y="44875"/>
                </a:lnTo>
                <a:lnTo>
                  <a:pt x="86828" y="45030"/>
                </a:lnTo>
                <a:lnTo>
                  <a:pt x="86257" y="45194"/>
                </a:lnTo>
                <a:lnTo>
                  <a:pt x="85693" y="45368"/>
                </a:lnTo>
                <a:lnTo>
                  <a:pt x="85137" y="45552"/>
                </a:lnTo>
                <a:lnTo>
                  <a:pt x="84587" y="45746"/>
                </a:lnTo>
                <a:lnTo>
                  <a:pt x="84045" y="45950"/>
                </a:lnTo>
                <a:lnTo>
                  <a:pt x="83509" y="46164"/>
                </a:lnTo>
                <a:lnTo>
                  <a:pt x="82981" y="46388"/>
                </a:lnTo>
                <a:lnTo>
                  <a:pt x="82459" y="46622"/>
                </a:lnTo>
                <a:lnTo>
                  <a:pt x="81945" y="46865"/>
                </a:lnTo>
                <a:lnTo>
                  <a:pt x="81437" y="47117"/>
                </a:lnTo>
                <a:lnTo>
                  <a:pt x="80935" y="47379"/>
                </a:lnTo>
                <a:lnTo>
                  <a:pt x="80441" y="47649"/>
                </a:lnTo>
                <a:lnTo>
                  <a:pt x="79953" y="47928"/>
                </a:lnTo>
                <a:lnTo>
                  <a:pt x="79472" y="48216"/>
                </a:lnTo>
                <a:lnTo>
                  <a:pt x="78998" y="48513"/>
                </a:lnTo>
                <a:lnTo>
                  <a:pt x="78530" y="48819"/>
                </a:lnTo>
                <a:lnTo>
                  <a:pt x="78070" y="49135"/>
                </a:lnTo>
                <a:lnTo>
                  <a:pt x="77615" y="49459"/>
                </a:lnTo>
                <a:lnTo>
                  <a:pt x="77168" y="49792"/>
                </a:lnTo>
                <a:lnTo>
                  <a:pt x="76727" y="50134"/>
                </a:lnTo>
                <a:lnTo>
                  <a:pt x="76293" y="50485"/>
                </a:lnTo>
                <a:lnTo>
                  <a:pt x="75866" y="50844"/>
                </a:lnTo>
                <a:lnTo>
                  <a:pt x="75446" y="51213"/>
                </a:lnTo>
                <a:lnTo>
                  <a:pt x="75032" y="51591"/>
                </a:lnTo>
                <a:lnTo>
                  <a:pt x="74625" y="51978"/>
                </a:lnTo>
                <a:lnTo>
                  <a:pt x="74225" y="52374"/>
                </a:lnTo>
                <a:lnTo>
                  <a:pt x="73831" y="52779"/>
                </a:lnTo>
                <a:lnTo>
                  <a:pt x="73444" y="53192"/>
                </a:lnTo>
                <a:lnTo>
                  <a:pt x="73064" y="53615"/>
                </a:lnTo>
                <a:lnTo>
                  <a:pt x="72691" y="54047"/>
                </a:lnTo>
                <a:lnTo>
                  <a:pt x="72324" y="54487"/>
                </a:lnTo>
                <a:lnTo>
                  <a:pt x="72045" y="54836"/>
                </a:lnTo>
                <a:lnTo>
                  <a:pt x="72045" y="8719"/>
                </a:lnTo>
                <a:lnTo>
                  <a:pt x="57029" y="8719"/>
                </a:lnTo>
                <a:lnTo>
                  <a:pt x="57029" y="132721"/>
                </a:lnTo>
                <a:lnTo>
                  <a:pt x="70753" y="132721"/>
                </a:lnTo>
                <a:lnTo>
                  <a:pt x="71523" y="122623"/>
                </a:lnTo>
                <a:close/>
                <a:moveTo>
                  <a:pt x="72072" y="69896"/>
                </a:moveTo>
                <a:lnTo>
                  <a:pt x="72237" y="69560"/>
                </a:lnTo>
                <a:lnTo>
                  <a:pt x="72405" y="69228"/>
                </a:lnTo>
                <a:lnTo>
                  <a:pt x="72577" y="68898"/>
                </a:lnTo>
                <a:lnTo>
                  <a:pt x="72753" y="68572"/>
                </a:lnTo>
                <a:lnTo>
                  <a:pt x="72933" y="68249"/>
                </a:lnTo>
                <a:lnTo>
                  <a:pt x="73117" y="67928"/>
                </a:lnTo>
                <a:lnTo>
                  <a:pt x="73304" y="67611"/>
                </a:lnTo>
                <a:lnTo>
                  <a:pt x="73495" y="67297"/>
                </a:lnTo>
                <a:lnTo>
                  <a:pt x="73690" y="66986"/>
                </a:lnTo>
                <a:lnTo>
                  <a:pt x="73889" y="66678"/>
                </a:lnTo>
                <a:lnTo>
                  <a:pt x="74091" y="66373"/>
                </a:lnTo>
                <a:lnTo>
                  <a:pt x="74297" y="66072"/>
                </a:lnTo>
                <a:lnTo>
                  <a:pt x="74507" y="65773"/>
                </a:lnTo>
                <a:lnTo>
                  <a:pt x="74721" y="65477"/>
                </a:lnTo>
                <a:lnTo>
                  <a:pt x="74939" y="65185"/>
                </a:lnTo>
                <a:lnTo>
                  <a:pt x="75160" y="64895"/>
                </a:lnTo>
                <a:lnTo>
                  <a:pt x="75385" y="64609"/>
                </a:lnTo>
                <a:lnTo>
                  <a:pt x="75614" y="64326"/>
                </a:lnTo>
                <a:lnTo>
                  <a:pt x="75847" y="64046"/>
                </a:lnTo>
                <a:lnTo>
                  <a:pt x="76083" y="63768"/>
                </a:lnTo>
                <a:lnTo>
                  <a:pt x="76324" y="63494"/>
                </a:lnTo>
                <a:lnTo>
                  <a:pt x="76568" y="63224"/>
                </a:lnTo>
                <a:lnTo>
                  <a:pt x="76817" y="62959"/>
                </a:lnTo>
                <a:lnTo>
                  <a:pt x="77070" y="62698"/>
                </a:lnTo>
                <a:lnTo>
                  <a:pt x="77327" y="62442"/>
                </a:lnTo>
                <a:lnTo>
                  <a:pt x="77589" y="62190"/>
                </a:lnTo>
                <a:lnTo>
                  <a:pt x="77855" y="61943"/>
                </a:lnTo>
                <a:lnTo>
                  <a:pt x="78126" y="61700"/>
                </a:lnTo>
                <a:lnTo>
                  <a:pt x="78400" y="61463"/>
                </a:lnTo>
                <a:lnTo>
                  <a:pt x="78679" y="61230"/>
                </a:lnTo>
                <a:lnTo>
                  <a:pt x="78963" y="61001"/>
                </a:lnTo>
                <a:lnTo>
                  <a:pt x="79251" y="60777"/>
                </a:lnTo>
                <a:lnTo>
                  <a:pt x="79543" y="60558"/>
                </a:lnTo>
                <a:lnTo>
                  <a:pt x="79839" y="60343"/>
                </a:lnTo>
                <a:lnTo>
                  <a:pt x="80140" y="60133"/>
                </a:lnTo>
                <a:lnTo>
                  <a:pt x="80445" y="59928"/>
                </a:lnTo>
                <a:lnTo>
                  <a:pt x="80755" y="59727"/>
                </a:lnTo>
                <a:lnTo>
                  <a:pt x="81069" y="59531"/>
                </a:lnTo>
                <a:lnTo>
                  <a:pt x="81387" y="59339"/>
                </a:lnTo>
                <a:lnTo>
                  <a:pt x="81710" y="59152"/>
                </a:lnTo>
                <a:lnTo>
                  <a:pt x="82037" y="58970"/>
                </a:lnTo>
                <a:lnTo>
                  <a:pt x="82368" y="58793"/>
                </a:lnTo>
                <a:lnTo>
                  <a:pt x="82703" y="58620"/>
                </a:lnTo>
                <a:lnTo>
                  <a:pt x="83043" y="58451"/>
                </a:lnTo>
                <a:lnTo>
                  <a:pt x="83388" y="58287"/>
                </a:lnTo>
                <a:lnTo>
                  <a:pt x="83737" y="58129"/>
                </a:lnTo>
                <a:lnTo>
                  <a:pt x="84091" y="57978"/>
                </a:lnTo>
                <a:lnTo>
                  <a:pt x="84450" y="57833"/>
                </a:lnTo>
                <a:lnTo>
                  <a:pt x="84815" y="57695"/>
                </a:lnTo>
                <a:lnTo>
                  <a:pt x="85185" y="57564"/>
                </a:lnTo>
                <a:lnTo>
                  <a:pt x="85560" y="57440"/>
                </a:lnTo>
                <a:lnTo>
                  <a:pt x="85940" y="57322"/>
                </a:lnTo>
                <a:lnTo>
                  <a:pt x="86325" y="57211"/>
                </a:lnTo>
                <a:lnTo>
                  <a:pt x="86716" y="57107"/>
                </a:lnTo>
                <a:lnTo>
                  <a:pt x="87112" y="57009"/>
                </a:lnTo>
                <a:lnTo>
                  <a:pt x="87513" y="56918"/>
                </a:lnTo>
                <a:lnTo>
                  <a:pt x="87919" y="56834"/>
                </a:lnTo>
                <a:lnTo>
                  <a:pt x="88330" y="56757"/>
                </a:lnTo>
                <a:lnTo>
                  <a:pt x="88746" y="56686"/>
                </a:lnTo>
                <a:lnTo>
                  <a:pt x="89168" y="56622"/>
                </a:lnTo>
                <a:lnTo>
                  <a:pt x="89595" y="56565"/>
                </a:lnTo>
                <a:lnTo>
                  <a:pt x="90027" y="56515"/>
                </a:lnTo>
                <a:lnTo>
                  <a:pt x="90464" y="56471"/>
                </a:lnTo>
                <a:lnTo>
                  <a:pt x="90907" y="56434"/>
                </a:lnTo>
                <a:lnTo>
                  <a:pt x="91354" y="56404"/>
                </a:lnTo>
                <a:lnTo>
                  <a:pt x="91807" y="56380"/>
                </a:lnTo>
                <a:lnTo>
                  <a:pt x="92265" y="56363"/>
                </a:lnTo>
                <a:lnTo>
                  <a:pt x="92728" y="56353"/>
                </a:lnTo>
                <a:lnTo>
                  <a:pt x="93196" y="56350"/>
                </a:lnTo>
                <a:lnTo>
                  <a:pt x="93724" y="56354"/>
                </a:lnTo>
                <a:lnTo>
                  <a:pt x="94245" y="56367"/>
                </a:lnTo>
                <a:lnTo>
                  <a:pt x="94759" y="56390"/>
                </a:lnTo>
                <a:lnTo>
                  <a:pt x="95266" y="56420"/>
                </a:lnTo>
                <a:lnTo>
                  <a:pt x="95766" y="56460"/>
                </a:lnTo>
                <a:lnTo>
                  <a:pt x="96259" y="56509"/>
                </a:lnTo>
                <a:lnTo>
                  <a:pt x="96745" y="56566"/>
                </a:lnTo>
                <a:lnTo>
                  <a:pt x="97224" y="56632"/>
                </a:lnTo>
                <a:lnTo>
                  <a:pt x="97696" y="56707"/>
                </a:lnTo>
                <a:lnTo>
                  <a:pt x="98161" y="56791"/>
                </a:lnTo>
                <a:lnTo>
                  <a:pt x="98619" y="56884"/>
                </a:lnTo>
                <a:lnTo>
                  <a:pt x="99070" y="56986"/>
                </a:lnTo>
                <a:lnTo>
                  <a:pt x="99513" y="57096"/>
                </a:lnTo>
                <a:lnTo>
                  <a:pt x="99950" y="57215"/>
                </a:lnTo>
                <a:lnTo>
                  <a:pt x="100380" y="57343"/>
                </a:lnTo>
                <a:lnTo>
                  <a:pt x="100803" y="57480"/>
                </a:lnTo>
                <a:lnTo>
                  <a:pt x="101219" y="57626"/>
                </a:lnTo>
                <a:lnTo>
                  <a:pt x="101628" y="57780"/>
                </a:lnTo>
                <a:lnTo>
                  <a:pt x="102029" y="57944"/>
                </a:lnTo>
                <a:lnTo>
                  <a:pt x="102424" y="58116"/>
                </a:lnTo>
                <a:lnTo>
                  <a:pt x="102812" y="58297"/>
                </a:lnTo>
                <a:lnTo>
                  <a:pt x="103193" y="58487"/>
                </a:lnTo>
                <a:lnTo>
                  <a:pt x="103567" y="58685"/>
                </a:lnTo>
                <a:lnTo>
                  <a:pt x="103934" y="58893"/>
                </a:lnTo>
                <a:lnTo>
                  <a:pt x="104294" y="59108"/>
                </a:lnTo>
                <a:lnTo>
                  <a:pt x="104648" y="59330"/>
                </a:lnTo>
                <a:lnTo>
                  <a:pt x="104997" y="59558"/>
                </a:lnTo>
                <a:lnTo>
                  <a:pt x="105340" y="59792"/>
                </a:lnTo>
                <a:lnTo>
                  <a:pt x="105676" y="60033"/>
                </a:lnTo>
                <a:lnTo>
                  <a:pt x="106007" y="60280"/>
                </a:lnTo>
                <a:lnTo>
                  <a:pt x="106332" y="60534"/>
                </a:lnTo>
                <a:lnTo>
                  <a:pt x="106651" y="60794"/>
                </a:lnTo>
                <a:lnTo>
                  <a:pt x="106965" y="61061"/>
                </a:lnTo>
                <a:lnTo>
                  <a:pt x="107272" y="61334"/>
                </a:lnTo>
                <a:lnTo>
                  <a:pt x="107574" y="61614"/>
                </a:lnTo>
                <a:lnTo>
                  <a:pt x="107869" y="61900"/>
                </a:lnTo>
                <a:lnTo>
                  <a:pt x="108159" y="62193"/>
                </a:lnTo>
                <a:lnTo>
                  <a:pt x="108443" y="62491"/>
                </a:lnTo>
                <a:lnTo>
                  <a:pt x="108721" y="62797"/>
                </a:lnTo>
                <a:lnTo>
                  <a:pt x="108993" y="63109"/>
                </a:lnTo>
                <a:lnTo>
                  <a:pt x="109259" y="63427"/>
                </a:lnTo>
                <a:lnTo>
                  <a:pt x="109519" y="63752"/>
                </a:lnTo>
                <a:lnTo>
                  <a:pt x="109773" y="64083"/>
                </a:lnTo>
                <a:lnTo>
                  <a:pt x="110022" y="64421"/>
                </a:lnTo>
                <a:lnTo>
                  <a:pt x="110265" y="64765"/>
                </a:lnTo>
                <a:lnTo>
                  <a:pt x="110501" y="65115"/>
                </a:lnTo>
                <a:lnTo>
                  <a:pt x="110732" y="65472"/>
                </a:lnTo>
                <a:lnTo>
                  <a:pt x="110957" y="65836"/>
                </a:lnTo>
                <a:lnTo>
                  <a:pt x="111177" y="66205"/>
                </a:lnTo>
                <a:lnTo>
                  <a:pt x="111391" y="66578"/>
                </a:lnTo>
                <a:lnTo>
                  <a:pt x="111600" y="66957"/>
                </a:lnTo>
                <a:lnTo>
                  <a:pt x="111805" y="67340"/>
                </a:lnTo>
                <a:lnTo>
                  <a:pt x="112004" y="67728"/>
                </a:lnTo>
                <a:lnTo>
                  <a:pt x="112198" y="68121"/>
                </a:lnTo>
                <a:lnTo>
                  <a:pt x="112387" y="68519"/>
                </a:lnTo>
                <a:lnTo>
                  <a:pt x="112572" y="68921"/>
                </a:lnTo>
                <a:lnTo>
                  <a:pt x="112751" y="69328"/>
                </a:lnTo>
                <a:lnTo>
                  <a:pt x="112925" y="69740"/>
                </a:lnTo>
                <a:lnTo>
                  <a:pt x="113094" y="70157"/>
                </a:lnTo>
                <a:lnTo>
                  <a:pt x="113258" y="70579"/>
                </a:lnTo>
                <a:lnTo>
                  <a:pt x="113417" y="71005"/>
                </a:lnTo>
                <a:lnTo>
                  <a:pt x="113571" y="71436"/>
                </a:lnTo>
                <a:lnTo>
                  <a:pt x="113720" y="71871"/>
                </a:lnTo>
                <a:lnTo>
                  <a:pt x="113863" y="72312"/>
                </a:lnTo>
                <a:lnTo>
                  <a:pt x="114002" y="72757"/>
                </a:lnTo>
                <a:lnTo>
                  <a:pt x="114136" y="73207"/>
                </a:lnTo>
                <a:lnTo>
                  <a:pt x="114264" y="73662"/>
                </a:lnTo>
                <a:lnTo>
                  <a:pt x="114388" y="74122"/>
                </a:lnTo>
                <a:lnTo>
                  <a:pt x="114507" y="74586"/>
                </a:lnTo>
                <a:lnTo>
                  <a:pt x="114620" y="75055"/>
                </a:lnTo>
                <a:lnTo>
                  <a:pt x="114729" y="75529"/>
                </a:lnTo>
                <a:lnTo>
                  <a:pt x="114832" y="76008"/>
                </a:lnTo>
                <a:lnTo>
                  <a:pt x="114931" y="76490"/>
                </a:lnTo>
                <a:lnTo>
                  <a:pt x="115026" y="76975"/>
                </a:lnTo>
                <a:lnTo>
                  <a:pt x="115116" y="77463"/>
                </a:lnTo>
                <a:lnTo>
                  <a:pt x="115202" y="77953"/>
                </a:lnTo>
                <a:lnTo>
                  <a:pt x="115284" y="78446"/>
                </a:lnTo>
                <a:lnTo>
                  <a:pt x="115362" y="78942"/>
                </a:lnTo>
                <a:lnTo>
                  <a:pt x="115435" y="79440"/>
                </a:lnTo>
                <a:lnTo>
                  <a:pt x="115505" y="79941"/>
                </a:lnTo>
                <a:lnTo>
                  <a:pt x="115570" y="80445"/>
                </a:lnTo>
                <a:lnTo>
                  <a:pt x="115631" y="80951"/>
                </a:lnTo>
                <a:lnTo>
                  <a:pt x="115688" y="81460"/>
                </a:lnTo>
                <a:lnTo>
                  <a:pt x="115740" y="81972"/>
                </a:lnTo>
                <a:lnTo>
                  <a:pt x="115789" y="82486"/>
                </a:lnTo>
                <a:lnTo>
                  <a:pt x="115833" y="83003"/>
                </a:lnTo>
                <a:lnTo>
                  <a:pt x="115873" y="83523"/>
                </a:lnTo>
                <a:lnTo>
                  <a:pt x="115909" y="84045"/>
                </a:lnTo>
                <a:lnTo>
                  <a:pt x="115940" y="84570"/>
                </a:lnTo>
                <a:lnTo>
                  <a:pt x="115967" y="85097"/>
                </a:lnTo>
                <a:lnTo>
                  <a:pt x="115991" y="85628"/>
                </a:lnTo>
                <a:lnTo>
                  <a:pt x="116009" y="86161"/>
                </a:lnTo>
                <a:lnTo>
                  <a:pt x="116024" y="86696"/>
                </a:lnTo>
                <a:lnTo>
                  <a:pt x="116035" y="87234"/>
                </a:lnTo>
                <a:lnTo>
                  <a:pt x="116041" y="87775"/>
                </a:lnTo>
                <a:lnTo>
                  <a:pt x="116043" y="88319"/>
                </a:lnTo>
                <a:lnTo>
                  <a:pt x="116043" y="90014"/>
                </a:lnTo>
                <a:lnTo>
                  <a:pt x="116041" y="90558"/>
                </a:lnTo>
                <a:lnTo>
                  <a:pt x="116034" y="91099"/>
                </a:lnTo>
                <a:lnTo>
                  <a:pt x="116023" y="91637"/>
                </a:lnTo>
                <a:lnTo>
                  <a:pt x="116007" y="92172"/>
                </a:lnTo>
                <a:lnTo>
                  <a:pt x="115987" y="92704"/>
                </a:lnTo>
                <a:lnTo>
                  <a:pt x="115962" y="93233"/>
                </a:lnTo>
                <a:lnTo>
                  <a:pt x="115933" y="93760"/>
                </a:lnTo>
                <a:lnTo>
                  <a:pt x="115900" y="94284"/>
                </a:lnTo>
                <a:lnTo>
                  <a:pt x="115861" y="94805"/>
                </a:lnTo>
                <a:lnTo>
                  <a:pt x="115819" y="95324"/>
                </a:lnTo>
                <a:lnTo>
                  <a:pt x="115772" y="95839"/>
                </a:lnTo>
                <a:lnTo>
                  <a:pt x="115720" y="96352"/>
                </a:lnTo>
                <a:lnTo>
                  <a:pt x="115664" y="96862"/>
                </a:lnTo>
                <a:lnTo>
                  <a:pt x="115604" y="97369"/>
                </a:lnTo>
                <a:lnTo>
                  <a:pt x="115538" y="97873"/>
                </a:lnTo>
                <a:lnTo>
                  <a:pt x="115469" y="98374"/>
                </a:lnTo>
                <a:lnTo>
                  <a:pt x="115395" y="98873"/>
                </a:lnTo>
                <a:lnTo>
                  <a:pt x="115316" y="99369"/>
                </a:lnTo>
                <a:lnTo>
                  <a:pt x="115234" y="99862"/>
                </a:lnTo>
                <a:lnTo>
                  <a:pt x="115146" y="100352"/>
                </a:lnTo>
                <a:lnTo>
                  <a:pt x="115054" y="100840"/>
                </a:lnTo>
                <a:lnTo>
                  <a:pt x="114958" y="101324"/>
                </a:lnTo>
                <a:lnTo>
                  <a:pt x="114857" y="101806"/>
                </a:lnTo>
                <a:lnTo>
                  <a:pt x="114751" y="102285"/>
                </a:lnTo>
                <a:lnTo>
                  <a:pt x="114641" y="102761"/>
                </a:lnTo>
                <a:lnTo>
                  <a:pt x="114526" y="103231"/>
                </a:lnTo>
                <a:lnTo>
                  <a:pt x="114406" y="103697"/>
                </a:lnTo>
                <a:lnTo>
                  <a:pt x="114282" y="104158"/>
                </a:lnTo>
                <a:lnTo>
                  <a:pt x="114152" y="104614"/>
                </a:lnTo>
                <a:lnTo>
                  <a:pt x="114017" y="105066"/>
                </a:lnTo>
                <a:lnTo>
                  <a:pt x="113878" y="105512"/>
                </a:lnTo>
                <a:lnTo>
                  <a:pt x="113733" y="105954"/>
                </a:lnTo>
                <a:lnTo>
                  <a:pt x="113584" y="106391"/>
                </a:lnTo>
                <a:lnTo>
                  <a:pt x="113430" y="106824"/>
                </a:lnTo>
                <a:lnTo>
                  <a:pt x="113271" y="107251"/>
                </a:lnTo>
                <a:lnTo>
                  <a:pt x="113106" y="107674"/>
                </a:lnTo>
                <a:lnTo>
                  <a:pt x="112938" y="108092"/>
                </a:lnTo>
                <a:lnTo>
                  <a:pt x="112764" y="108506"/>
                </a:lnTo>
                <a:lnTo>
                  <a:pt x="112585" y="108914"/>
                </a:lnTo>
                <a:lnTo>
                  <a:pt x="112401" y="109318"/>
                </a:lnTo>
                <a:lnTo>
                  <a:pt x="112213" y="109717"/>
                </a:lnTo>
                <a:lnTo>
                  <a:pt x="112019" y="110111"/>
                </a:lnTo>
                <a:lnTo>
                  <a:pt x="111821" y="110501"/>
                </a:lnTo>
                <a:lnTo>
                  <a:pt x="111617" y="110885"/>
                </a:lnTo>
                <a:lnTo>
                  <a:pt x="111409" y="111265"/>
                </a:lnTo>
                <a:lnTo>
                  <a:pt x="111196" y="111641"/>
                </a:lnTo>
                <a:lnTo>
                  <a:pt x="110978" y="112011"/>
                </a:lnTo>
                <a:lnTo>
                  <a:pt x="110755" y="112377"/>
                </a:lnTo>
                <a:lnTo>
                  <a:pt x="110527" y="112737"/>
                </a:lnTo>
                <a:lnTo>
                  <a:pt x="110293" y="113090"/>
                </a:lnTo>
                <a:lnTo>
                  <a:pt x="110054" y="113437"/>
                </a:lnTo>
                <a:lnTo>
                  <a:pt x="109809" y="113777"/>
                </a:lnTo>
                <a:lnTo>
                  <a:pt x="109558" y="114111"/>
                </a:lnTo>
                <a:lnTo>
                  <a:pt x="109302" y="114438"/>
                </a:lnTo>
                <a:lnTo>
                  <a:pt x="109040" y="114758"/>
                </a:lnTo>
                <a:lnTo>
                  <a:pt x="108773" y="115072"/>
                </a:lnTo>
                <a:lnTo>
                  <a:pt x="108500" y="115379"/>
                </a:lnTo>
                <a:lnTo>
                  <a:pt x="108221" y="115680"/>
                </a:lnTo>
                <a:lnTo>
                  <a:pt x="107937" y="115974"/>
                </a:lnTo>
                <a:lnTo>
                  <a:pt x="107647" y="116262"/>
                </a:lnTo>
                <a:lnTo>
                  <a:pt x="107352" y="116543"/>
                </a:lnTo>
                <a:lnTo>
                  <a:pt x="107051" y="116817"/>
                </a:lnTo>
                <a:lnTo>
                  <a:pt x="106744" y="117085"/>
                </a:lnTo>
                <a:lnTo>
                  <a:pt x="106432" y="117346"/>
                </a:lnTo>
                <a:lnTo>
                  <a:pt x="106114" y="117601"/>
                </a:lnTo>
                <a:lnTo>
                  <a:pt x="105790" y="117849"/>
                </a:lnTo>
                <a:lnTo>
                  <a:pt x="105461" y="118090"/>
                </a:lnTo>
                <a:lnTo>
                  <a:pt x="105127" y="118325"/>
                </a:lnTo>
                <a:lnTo>
                  <a:pt x="104786" y="118553"/>
                </a:lnTo>
                <a:lnTo>
                  <a:pt x="104440" y="118775"/>
                </a:lnTo>
                <a:lnTo>
                  <a:pt x="104089" y="118990"/>
                </a:lnTo>
                <a:lnTo>
                  <a:pt x="103732" y="119198"/>
                </a:lnTo>
                <a:lnTo>
                  <a:pt x="103369" y="119399"/>
                </a:lnTo>
                <a:lnTo>
                  <a:pt x="103000" y="119592"/>
                </a:lnTo>
                <a:lnTo>
                  <a:pt x="102625" y="119775"/>
                </a:lnTo>
                <a:lnTo>
                  <a:pt x="102244" y="119951"/>
                </a:lnTo>
                <a:lnTo>
                  <a:pt x="101857" y="120117"/>
                </a:lnTo>
                <a:lnTo>
                  <a:pt x="101464" y="120276"/>
                </a:lnTo>
                <a:lnTo>
                  <a:pt x="101065" y="120425"/>
                </a:lnTo>
                <a:lnTo>
                  <a:pt x="100659" y="120566"/>
                </a:lnTo>
                <a:lnTo>
                  <a:pt x="100248" y="120699"/>
                </a:lnTo>
                <a:lnTo>
                  <a:pt x="99831" y="120823"/>
                </a:lnTo>
                <a:lnTo>
                  <a:pt x="99408" y="120938"/>
                </a:lnTo>
                <a:lnTo>
                  <a:pt x="98979" y="121045"/>
                </a:lnTo>
                <a:lnTo>
                  <a:pt x="98543" y="121143"/>
                </a:lnTo>
                <a:lnTo>
                  <a:pt x="98102" y="121233"/>
                </a:lnTo>
                <a:lnTo>
                  <a:pt x="97655" y="121314"/>
                </a:lnTo>
                <a:lnTo>
                  <a:pt x="97201" y="121387"/>
                </a:lnTo>
                <a:lnTo>
                  <a:pt x="96742" y="121451"/>
                </a:lnTo>
                <a:lnTo>
                  <a:pt x="96277" y="121507"/>
                </a:lnTo>
                <a:lnTo>
                  <a:pt x="95805" y="121554"/>
                </a:lnTo>
                <a:lnTo>
                  <a:pt x="95328" y="121592"/>
                </a:lnTo>
                <a:lnTo>
                  <a:pt x="94844" y="121622"/>
                </a:lnTo>
                <a:lnTo>
                  <a:pt x="94355" y="121644"/>
                </a:lnTo>
                <a:lnTo>
                  <a:pt x="93859" y="121656"/>
                </a:lnTo>
                <a:lnTo>
                  <a:pt x="93358" y="121661"/>
                </a:lnTo>
                <a:lnTo>
                  <a:pt x="92750" y="121655"/>
                </a:lnTo>
                <a:lnTo>
                  <a:pt x="92150" y="121638"/>
                </a:lnTo>
                <a:lnTo>
                  <a:pt x="91558" y="121609"/>
                </a:lnTo>
                <a:lnTo>
                  <a:pt x="90975" y="121569"/>
                </a:lnTo>
                <a:lnTo>
                  <a:pt x="90400" y="121517"/>
                </a:lnTo>
                <a:lnTo>
                  <a:pt x="89833" y="121454"/>
                </a:lnTo>
                <a:lnTo>
                  <a:pt x="89275" y="121379"/>
                </a:lnTo>
                <a:lnTo>
                  <a:pt x="88725" y="121293"/>
                </a:lnTo>
                <a:lnTo>
                  <a:pt x="88183" y="121195"/>
                </a:lnTo>
                <a:lnTo>
                  <a:pt x="87649" y="121086"/>
                </a:lnTo>
                <a:lnTo>
                  <a:pt x="87124" y="120965"/>
                </a:lnTo>
                <a:lnTo>
                  <a:pt x="86607" y="120833"/>
                </a:lnTo>
                <a:lnTo>
                  <a:pt x="86098" y="120690"/>
                </a:lnTo>
                <a:lnTo>
                  <a:pt x="85597" y="120534"/>
                </a:lnTo>
                <a:lnTo>
                  <a:pt x="85105" y="120368"/>
                </a:lnTo>
                <a:lnTo>
                  <a:pt x="84621" y="120190"/>
                </a:lnTo>
                <a:lnTo>
                  <a:pt x="84145" y="120000"/>
                </a:lnTo>
                <a:lnTo>
                  <a:pt x="83678" y="119799"/>
                </a:lnTo>
                <a:lnTo>
                  <a:pt x="83219" y="119586"/>
                </a:lnTo>
                <a:lnTo>
                  <a:pt x="82768" y="119362"/>
                </a:lnTo>
                <a:lnTo>
                  <a:pt x="82325" y="119126"/>
                </a:lnTo>
                <a:lnTo>
                  <a:pt x="81890" y="118879"/>
                </a:lnTo>
                <a:lnTo>
                  <a:pt x="81464" y="118621"/>
                </a:lnTo>
                <a:lnTo>
                  <a:pt x="81046" y="118351"/>
                </a:lnTo>
                <a:lnTo>
                  <a:pt x="80636" y="118072"/>
                </a:lnTo>
                <a:lnTo>
                  <a:pt x="80233" y="117786"/>
                </a:lnTo>
                <a:lnTo>
                  <a:pt x="79837" y="117494"/>
                </a:lnTo>
                <a:lnTo>
                  <a:pt x="79448" y="117195"/>
                </a:lnTo>
                <a:lnTo>
                  <a:pt x="79065" y="116889"/>
                </a:lnTo>
                <a:lnTo>
                  <a:pt x="78690" y="116577"/>
                </a:lnTo>
                <a:lnTo>
                  <a:pt x="78322" y="116259"/>
                </a:lnTo>
                <a:lnTo>
                  <a:pt x="77961" y="115933"/>
                </a:lnTo>
                <a:lnTo>
                  <a:pt x="77607" y="115601"/>
                </a:lnTo>
                <a:lnTo>
                  <a:pt x="77259" y="115263"/>
                </a:lnTo>
                <a:lnTo>
                  <a:pt x="76919" y="114918"/>
                </a:lnTo>
                <a:lnTo>
                  <a:pt x="76586" y="114566"/>
                </a:lnTo>
                <a:lnTo>
                  <a:pt x="76260" y="114208"/>
                </a:lnTo>
                <a:lnTo>
                  <a:pt x="75941" y="113844"/>
                </a:lnTo>
                <a:lnTo>
                  <a:pt x="75629" y="113472"/>
                </a:lnTo>
                <a:lnTo>
                  <a:pt x="75324" y="113094"/>
                </a:lnTo>
                <a:lnTo>
                  <a:pt x="75025" y="112710"/>
                </a:lnTo>
                <a:lnTo>
                  <a:pt x="74734" y="112319"/>
                </a:lnTo>
                <a:lnTo>
                  <a:pt x="74450" y="111921"/>
                </a:lnTo>
                <a:lnTo>
                  <a:pt x="74173" y="111517"/>
                </a:lnTo>
                <a:lnTo>
                  <a:pt x="73903" y="111106"/>
                </a:lnTo>
                <a:lnTo>
                  <a:pt x="73640" y="110688"/>
                </a:lnTo>
                <a:lnTo>
                  <a:pt x="73384" y="110264"/>
                </a:lnTo>
                <a:lnTo>
                  <a:pt x="73135" y="109834"/>
                </a:lnTo>
                <a:lnTo>
                  <a:pt x="72892" y="109399"/>
                </a:lnTo>
                <a:lnTo>
                  <a:pt x="72655" y="108963"/>
                </a:lnTo>
                <a:lnTo>
                  <a:pt x="72424" y="108525"/>
                </a:lnTo>
                <a:lnTo>
                  <a:pt x="72199" y="108086"/>
                </a:lnTo>
                <a:lnTo>
                  <a:pt x="72045" y="107777"/>
                </a:lnTo>
                <a:lnTo>
                  <a:pt x="72045" y="69953"/>
                </a:lnTo>
                <a:lnTo>
                  <a:pt x="72072" y="69896"/>
                </a:lnTo>
                <a:close/>
                <a:moveTo>
                  <a:pt x="573282" y="54102"/>
                </a:moveTo>
                <a:lnTo>
                  <a:pt x="573235" y="54047"/>
                </a:lnTo>
                <a:lnTo>
                  <a:pt x="572859" y="53615"/>
                </a:lnTo>
                <a:lnTo>
                  <a:pt x="572477" y="53192"/>
                </a:lnTo>
                <a:lnTo>
                  <a:pt x="572088" y="52779"/>
                </a:lnTo>
                <a:lnTo>
                  <a:pt x="571693" y="52374"/>
                </a:lnTo>
                <a:lnTo>
                  <a:pt x="571291" y="51978"/>
                </a:lnTo>
                <a:lnTo>
                  <a:pt x="570882" y="51591"/>
                </a:lnTo>
                <a:lnTo>
                  <a:pt x="570468" y="51213"/>
                </a:lnTo>
                <a:lnTo>
                  <a:pt x="570047" y="50844"/>
                </a:lnTo>
                <a:lnTo>
                  <a:pt x="569619" y="50485"/>
                </a:lnTo>
                <a:lnTo>
                  <a:pt x="569185" y="50134"/>
                </a:lnTo>
                <a:lnTo>
                  <a:pt x="568744" y="49792"/>
                </a:lnTo>
                <a:lnTo>
                  <a:pt x="568297" y="49459"/>
                </a:lnTo>
                <a:lnTo>
                  <a:pt x="567844" y="49135"/>
                </a:lnTo>
                <a:lnTo>
                  <a:pt x="567384" y="48819"/>
                </a:lnTo>
                <a:lnTo>
                  <a:pt x="566918" y="48513"/>
                </a:lnTo>
                <a:lnTo>
                  <a:pt x="566445" y="48216"/>
                </a:lnTo>
                <a:lnTo>
                  <a:pt x="565966" y="47928"/>
                </a:lnTo>
                <a:lnTo>
                  <a:pt x="565480" y="47649"/>
                </a:lnTo>
                <a:lnTo>
                  <a:pt x="564988" y="47379"/>
                </a:lnTo>
                <a:lnTo>
                  <a:pt x="564490" y="47117"/>
                </a:lnTo>
                <a:lnTo>
                  <a:pt x="563985" y="46865"/>
                </a:lnTo>
                <a:lnTo>
                  <a:pt x="563473" y="46622"/>
                </a:lnTo>
                <a:lnTo>
                  <a:pt x="562955" y="46388"/>
                </a:lnTo>
                <a:lnTo>
                  <a:pt x="562430" y="46164"/>
                </a:lnTo>
                <a:lnTo>
                  <a:pt x="561897" y="45950"/>
                </a:lnTo>
                <a:lnTo>
                  <a:pt x="561357" y="45746"/>
                </a:lnTo>
                <a:lnTo>
                  <a:pt x="560811" y="45552"/>
                </a:lnTo>
                <a:lnTo>
                  <a:pt x="560257" y="45368"/>
                </a:lnTo>
                <a:lnTo>
                  <a:pt x="559695" y="45194"/>
                </a:lnTo>
                <a:lnTo>
                  <a:pt x="559127" y="45030"/>
                </a:lnTo>
                <a:lnTo>
                  <a:pt x="558552" y="44875"/>
                </a:lnTo>
                <a:lnTo>
                  <a:pt x="557969" y="44731"/>
                </a:lnTo>
                <a:lnTo>
                  <a:pt x="557380" y="44597"/>
                </a:lnTo>
                <a:lnTo>
                  <a:pt x="556783" y="44472"/>
                </a:lnTo>
                <a:lnTo>
                  <a:pt x="556179" y="44358"/>
                </a:lnTo>
                <a:lnTo>
                  <a:pt x="555567" y="44253"/>
                </a:lnTo>
                <a:lnTo>
                  <a:pt x="554949" y="44159"/>
                </a:lnTo>
                <a:lnTo>
                  <a:pt x="554324" y="44074"/>
                </a:lnTo>
                <a:lnTo>
                  <a:pt x="553691" y="44000"/>
                </a:lnTo>
                <a:lnTo>
                  <a:pt x="553051" y="43935"/>
                </a:lnTo>
                <a:lnTo>
                  <a:pt x="552405" y="43880"/>
                </a:lnTo>
                <a:lnTo>
                  <a:pt x="551750" y="43835"/>
                </a:lnTo>
                <a:lnTo>
                  <a:pt x="551089" y="43801"/>
                </a:lnTo>
                <a:lnTo>
                  <a:pt x="550421" y="43776"/>
                </a:lnTo>
                <a:lnTo>
                  <a:pt x="549745" y="43761"/>
                </a:lnTo>
                <a:lnTo>
                  <a:pt x="549063" y="43756"/>
                </a:lnTo>
                <a:lnTo>
                  <a:pt x="548413" y="43761"/>
                </a:lnTo>
                <a:lnTo>
                  <a:pt x="547768" y="43778"/>
                </a:lnTo>
                <a:lnTo>
                  <a:pt x="547128" y="43806"/>
                </a:lnTo>
                <a:lnTo>
                  <a:pt x="546494" y="43844"/>
                </a:lnTo>
                <a:lnTo>
                  <a:pt x="545865" y="43894"/>
                </a:lnTo>
                <a:lnTo>
                  <a:pt x="545241" y="43955"/>
                </a:lnTo>
                <a:lnTo>
                  <a:pt x="544622" y="44027"/>
                </a:lnTo>
                <a:lnTo>
                  <a:pt x="544008" y="44110"/>
                </a:lnTo>
                <a:lnTo>
                  <a:pt x="543400" y="44204"/>
                </a:lnTo>
                <a:lnTo>
                  <a:pt x="542796" y="44309"/>
                </a:lnTo>
                <a:lnTo>
                  <a:pt x="542198" y="44426"/>
                </a:lnTo>
                <a:lnTo>
                  <a:pt x="541605" y="44553"/>
                </a:lnTo>
                <a:lnTo>
                  <a:pt x="541018" y="44691"/>
                </a:lnTo>
                <a:lnTo>
                  <a:pt x="540435" y="44841"/>
                </a:lnTo>
                <a:lnTo>
                  <a:pt x="539858" y="45002"/>
                </a:lnTo>
                <a:lnTo>
                  <a:pt x="539285" y="45173"/>
                </a:lnTo>
                <a:lnTo>
                  <a:pt x="538718" y="45356"/>
                </a:lnTo>
                <a:lnTo>
                  <a:pt x="538157" y="45550"/>
                </a:lnTo>
                <a:lnTo>
                  <a:pt x="537600" y="45754"/>
                </a:lnTo>
                <a:lnTo>
                  <a:pt x="537049" y="45970"/>
                </a:lnTo>
                <a:lnTo>
                  <a:pt x="536502" y="46197"/>
                </a:lnTo>
                <a:lnTo>
                  <a:pt x="535961" y="46435"/>
                </a:lnTo>
                <a:lnTo>
                  <a:pt x="535425" y="46685"/>
                </a:lnTo>
                <a:lnTo>
                  <a:pt x="534895" y="46945"/>
                </a:lnTo>
                <a:lnTo>
                  <a:pt x="534370" y="47215"/>
                </a:lnTo>
                <a:lnTo>
                  <a:pt x="533851" y="47495"/>
                </a:lnTo>
                <a:lnTo>
                  <a:pt x="533338" y="47784"/>
                </a:lnTo>
                <a:lnTo>
                  <a:pt x="532832" y="48083"/>
                </a:lnTo>
                <a:lnTo>
                  <a:pt x="532331" y="48391"/>
                </a:lnTo>
                <a:lnTo>
                  <a:pt x="531837" y="48708"/>
                </a:lnTo>
                <a:lnTo>
                  <a:pt x="531349" y="49035"/>
                </a:lnTo>
                <a:lnTo>
                  <a:pt x="530867" y="49371"/>
                </a:lnTo>
                <a:lnTo>
                  <a:pt x="530391" y="49717"/>
                </a:lnTo>
                <a:lnTo>
                  <a:pt x="529922" y="50072"/>
                </a:lnTo>
                <a:lnTo>
                  <a:pt x="529459" y="50436"/>
                </a:lnTo>
                <a:lnTo>
                  <a:pt x="529001" y="50810"/>
                </a:lnTo>
                <a:lnTo>
                  <a:pt x="528550" y="51193"/>
                </a:lnTo>
                <a:lnTo>
                  <a:pt x="528105" y="51585"/>
                </a:lnTo>
                <a:lnTo>
                  <a:pt x="527667" y="51987"/>
                </a:lnTo>
                <a:lnTo>
                  <a:pt x="527234" y="52398"/>
                </a:lnTo>
                <a:lnTo>
                  <a:pt x="526808" y="52819"/>
                </a:lnTo>
                <a:lnTo>
                  <a:pt x="526388" y="53249"/>
                </a:lnTo>
                <a:lnTo>
                  <a:pt x="525974" y="53689"/>
                </a:lnTo>
                <a:lnTo>
                  <a:pt x="525566" y="54138"/>
                </a:lnTo>
                <a:lnTo>
                  <a:pt x="525164" y="54596"/>
                </a:lnTo>
                <a:lnTo>
                  <a:pt x="524769" y="55063"/>
                </a:lnTo>
                <a:lnTo>
                  <a:pt x="524379" y="55540"/>
                </a:lnTo>
                <a:lnTo>
                  <a:pt x="523996" y="56027"/>
                </a:lnTo>
                <a:lnTo>
                  <a:pt x="523620" y="56522"/>
                </a:lnTo>
                <a:lnTo>
                  <a:pt x="523250" y="57025"/>
                </a:lnTo>
                <a:lnTo>
                  <a:pt x="522889" y="57536"/>
                </a:lnTo>
                <a:lnTo>
                  <a:pt x="522534" y="58055"/>
                </a:lnTo>
                <a:lnTo>
                  <a:pt x="522187" y="58582"/>
                </a:lnTo>
                <a:lnTo>
                  <a:pt x="521847" y="59117"/>
                </a:lnTo>
                <a:lnTo>
                  <a:pt x="521514" y="59660"/>
                </a:lnTo>
                <a:lnTo>
                  <a:pt x="521188" y="60211"/>
                </a:lnTo>
                <a:lnTo>
                  <a:pt x="520870" y="60770"/>
                </a:lnTo>
                <a:lnTo>
                  <a:pt x="520559" y="61337"/>
                </a:lnTo>
                <a:lnTo>
                  <a:pt x="520256" y="61912"/>
                </a:lnTo>
                <a:lnTo>
                  <a:pt x="519960" y="62495"/>
                </a:lnTo>
                <a:lnTo>
                  <a:pt x="519671" y="63086"/>
                </a:lnTo>
                <a:lnTo>
                  <a:pt x="519389" y="63685"/>
                </a:lnTo>
                <a:lnTo>
                  <a:pt x="519114" y="64292"/>
                </a:lnTo>
                <a:lnTo>
                  <a:pt x="518847" y="64907"/>
                </a:lnTo>
                <a:lnTo>
                  <a:pt x="518587" y="65530"/>
                </a:lnTo>
                <a:lnTo>
                  <a:pt x="518335" y="66161"/>
                </a:lnTo>
                <a:lnTo>
                  <a:pt x="518090" y="66800"/>
                </a:lnTo>
                <a:lnTo>
                  <a:pt x="517852" y="67447"/>
                </a:lnTo>
                <a:lnTo>
                  <a:pt x="517621" y="68102"/>
                </a:lnTo>
                <a:lnTo>
                  <a:pt x="517397" y="68765"/>
                </a:lnTo>
                <a:lnTo>
                  <a:pt x="517181" y="69435"/>
                </a:lnTo>
                <a:lnTo>
                  <a:pt x="516972" y="70114"/>
                </a:lnTo>
                <a:lnTo>
                  <a:pt x="516772" y="70800"/>
                </a:lnTo>
                <a:lnTo>
                  <a:pt x="516579" y="71493"/>
                </a:lnTo>
                <a:lnTo>
                  <a:pt x="516395" y="72191"/>
                </a:lnTo>
                <a:lnTo>
                  <a:pt x="516220" y="72896"/>
                </a:lnTo>
                <a:lnTo>
                  <a:pt x="516053" y="73607"/>
                </a:lnTo>
                <a:lnTo>
                  <a:pt x="515895" y="74325"/>
                </a:lnTo>
                <a:lnTo>
                  <a:pt x="515746" y="75049"/>
                </a:lnTo>
                <a:lnTo>
                  <a:pt x="515605" y="75779"/>
                </a:lnTo>
                <a:lnTo>
                  <a:pt x="515472" y="76515"/>
                </a:lnTo>
                <a:lnTo>
                  <a:pt x="515348" y="77258"/>
                </a:lnTo>
                <a:lnTo>
                  <a:pt x="515233" y="78007"/>
                </a:lnTo>
                <a:lnTo>
                  <a:pt x="515126" y="78763"/>
                </a:lnTo>
                <a:lnTo>
                  <a:pt x="515027" y="79524"/>
                </a:lnTo>
                <a:lnTo>
                  <a:pt x="514938" y="80292"/>
                </a:lnTo>
                <a:lnTo>
                  <a:pt x="514856" y="81067"/>
                </a:lnTo>
                <a:lnTo>
                  <a:pt x="514784" y="81847"/>
                </a:lnTo>
                <a:lnTo>
                  <a:pt x="514720" y="82634"/>
                </a:lnTo>
                <a:lnTo>
                  <a:pt x="514664" y="83427"/>
                </a:lnTo>
                <a:lnTo>
                  <a:pt x="514617" y="84227"/>
                </a:lnTo>
                <a:lnTo>
                  <a:pt x="514579" y="85033"/>
                </a:lnTo>
                <a:lnTo>
                  <a:pt x="514549" y="85845"/>
                </a:lnTo>
                <a:lnTo>
                  <a:pt x="514527" y="86663"/>
                </a:lnTo>
                <a:lnTo>
                  <a:pt x="514514" y="87488"/>
                </a:lnTo>
                <a:lnTo>
                  <a:pt x="514510" y="88319"/>
                </a:lnTo>
                <a:lnTo>
                  <a:pt x="514510" y="90014"/>
                </a:lnTo>
                <a:lnTo>
                  <a:pt x="514514" y="90806"/>
                </a:lnTo>
                <a:lnTo>
                  <a:pt x="514527" y="91592"/>
                </a:lnTo>
                <a:lnTo>
                  <a:pt x="514549" y="92374"/>
                </a:lnTo>
                <a:lnTo>
                  <a:pt x="514579" y="93151"/>
                </a:lnTo>
                <a:lnTo>
                  <a:pt x="514617" y="93922"/>
                </a:lnTo>
                <a:lnTo>
                  <a:pt x="514664" y="94689"/>
                </a:lnTo>
                <a:lnTo>
                  <a:pt x="514720" y="95451"/>
                </a:lnTo>
                <a:lnTo>
                  <a:pt x="514784" y="96208"/>
                </a:lnTo>
                <a:lnTo>
                  <a:pt x="514856" y="96960"/>
                </a:lnTo>
                <a:lnTo>
                  <a:pt x="514938" y="97708"/>
                </a:lnTo>
                <a:lnTo>
                  <a:pt x="515027" y="98450"/>
                </a:lnTo>
                <a:lnTo>
                  <a:pt x="515126" y="99187"/>
                </a:lnTo>
                <a:lnTo>
                  <a:pt x="515233" y="99920"/>
                </a:lnTo>
                <a:lnTo>
                  <a:pt x="515348" y="100648"/>
                </a:lnTo>
                <a:lnTo>
                  <a:pt x="515472" y="101370"/>
                </a:lnTo>
                <a:lnTo>
                  <a:pt x="515605" y="102088"/>
                </a:lnTo>
                <a:lnTo>
                  <a:pt x="515746" y="102801"/>
                </a:lnTo>
                <a:lnTo>
                  <a:pt x="515895" y="103509"/>
                </a:lnTo>
                <a:lnTo>
                  <a:pt x="516053" y="104212"/>
                </a:lnTo>
                <a:lnTo>
                  <a:pt x="516220" y="104910"/>
                </a:lnTo>
                <a:lnTo>
                  <a:pt x="516395" y="105604"/>
                </a:lnTo>
                <a:lnTo>
                  <a:pt x="516579" y="106292"/>
                </a:lnTo>
                <a:lnTo>
                  <a:pt x="516772" y="106975"/>
                </a:lnTo>
                <a:lnTo>
                  <a:pt x="516972" y="107654"/>
                </a:lnTo>
                <a:lnTo>
                  <a:pt x="517181" y="108326"/>
                </a:lnTo>
                <a:lnTo>
                  <a:pt x="517397" y="108991"/>
                </a:lnTo>
                <a:lnTo>
                  <a:pt x="517621" y="109649"/>
                </a:lnTo>
                <a:lnTo>
                  <a:pt x="517852" y="110299"/>
                </a:lnTo>
                <a:lnTo>
                  <a:pt x="518090" y="110942"/>
                </a:lnTo>
                <a:lnTo>
                  <a:pt x="518335" y="111577"/>
                </a:lnTo>
                <a:lnTo>
                  <a:pt x="518587" y="112205"/>
                </a:lnTo>
                <a:lnTo>
                  <a:pt x="518847" y="112825"/>
                </a:lnTo>
                <a:lnTo>
                  <a:pt x="519114" y="113438"/>
                </a:lnTo>
                <a:lnTo>
                  <a:pt x="519389" y="114044"/>
                </a:lnTo>
                <a:lnTo>
                  <a:pt x="519671" y="114642"/>
                </a:lnTo>
                <a:lnTo>
                  <a:pt x="519960" y="115233"/>
                </a:lnTo>
                <a:lnTo>
                  <a:pt x="520256" y="115816"/>
                </a:lnTo>
                <a:lnTo>
                  <a:pt x="520559" y="116392"/>
                </a:lnTo>
                <a:lnTo>
                  <a:pt x="520870" y="116960"/>
                </a:lnTo>
                <a:lnTo>
                  <a:pt x="521188" y="117521"/>
                </a:lnTo>
                <a:lnTo>
                  <a:pt x="521514" y="118075"/>
                </a:lnTo>
                <a:lnTo>
                  <a:pt x="521847" y="118621"/>
                </a:lnTo>
                <a:lnTo>
                  <a:pt x="522187" y="119159"/>
                </a:lnTo>
                <a:lnTo>
                  <a:pt x="522534" y="119691"/>
                </a:lnTo>
                <a:lnTo>
                  <a:pt x="522889" y="120214"/>
                </a:lnTo>
                <a:lnTo>
                  <a:pt x="523250" y="120731"/>
                </a:lnTo>
                <a:lnTo>
                  <a:pt x="523620" y="121240"/>
                </a:lnTo>
                <a:lnTo>
                  <a:pt x="523996" y="121741"/>
                </a:lnTo>
                <a:lnTo>
                  <a:pt x="524379" y="122235"/>
                </a:lnTo>
                <a:lnTo>
                  <a:pt x="524769" y="122719"/>
                </a:lnTo>
                <a:lnTo>
                  <a:pt x="525164" y="123193"/>
                </a:lnTo>
                <a:lnTo>
                  <a:pt x="525566" y="123659"/>
                </a:lnTo>
                <a:lnTo>
                  <a:pt x="525974" y="124115"/>
                </a:lnTo>
                <a:lnTo>
                  <a:pt x="526388" y="124562"/>
                </a:lnTo>
                <a:lnTo>
                  <a:pt x="526808" y="125000"/>
                </a:lnTo>
                <a:lnTo>
                  <a:pt x="527234" y="125428"/>
                </a:lnTo>
                <a:lnTo>
                  <a:pt x="527667" y="125847"/>
                </a:lnTo>
                <a:lnTo>
                  <a:pt x="528105" y="126257"/>
                </a:lnTo>
                <a:lnTo>
                  <a:pt x="528550" y="126658"/>
                </a:lnTo>
                <a:lnTo>
                  <a:pt x="529001" y="127049"/>
                </a:lnTo>
                <a:lnTo>
                  <a:pt x="529459" y="127432"/>
                </a:lnTo>
                <a:lnTo>
                  <a:pt x="529922" y="127805"/>
                </a:lnTo>
                <a:lnTo>
                  <a:pt x="530391" y="128168"/>
                </a:lnTo>
                <a:lnTo>
                  <a:pt x="530867" y="128523"/>
                </a:lnTo>
                <a:lnTo>
                  <a:pt x="531349" y="128868"/>
                </a:lnTo>
                <a:lnTo>
                  <a:pt x="531837" y="129204"/>
                </a:lnTo>
                <a:lnTo>
                  <a:pt x="532331" y="129531"/>
                </a:lnTo>
                <a:lnTo>
                  <a:pt x="532832" y="129848"/>
                </a:lnTo>
                <a:lnTo>
                  <a:pt x="533338" y="130156"/>
                </a:lnTo>
                <a:lnTo>
                  <a:pt x="533851" y="130455"/>
                </a:lnTo>
                <a:lnTo>
                  <a:pt x="534370" y="130745"/>
                </a:lnTo>
                <a:lnTo>
                  <a:pt x="534895" y="131025"/>
                </a:lnTo>
                <a:lnTo>
                  <a:pt x="535425" y="131295"/>
                </a:lnTo>
                <a:lnTo>
                  <a:pt x="535960" y="131554"/>
                </a:lnTo>
                <a:lnTo>
                  <a:pt x="536500" y="131801"/>
                </a:lnTo>
                <a:lnTo>
                  <a:pt x="537044" y="132037"/>
                </a:lnTo>
                <a:lnTo>
                  <a:pt x="537593" y="132261"/>
                </a:lnTo>
                <a:lnTo>
                  <a:pt x="538147" y="132473"/>
                </a:lnTo>
                <a:lnTo>
                  <a:pt x="538705" y="132675"/>
                </a:lnTo>
                <a:lnTo>
                  <a:pt x="539268" y="132864"/>
                </a:lnTo>
                <a:lnTo>
                  <a:pt x="539835" y="133042"/>
                </a:lnTo>
                <a:lnTo>
                  <a:pt x="540407" y="133209"/>
                </a:lnTo>
                <a:lnTo>
                  <a:pt x="540984" y="133364"/>
                </a:lnTo>
                <a:lnTo>
                  <a:pt x="541565" y="133508"/>
                </a:lnTo>
                <a:lnTo>
                  <a:pt x="542151" y="133640"/>
                </a:lnTo>
                <a:lnTo>
                  <a:pt x="542741" y="133761"/>
                </a:lnTo>
                <a:lnTo>
                  <a:pt x="543337" y="133870"/>
                </a:lnTo>
                <a:lnTo>
                  <a:pt x="543936" y="133968"/>
                </a:lnTo>
                <a:lnTo>
                  <a:pt x="544541" y="134054"/>
                </a:lnTo>
                <a:lnTo>
                  <a:pt x="545150" y="134128"/>
                </a:lnTo>
                <a:lnTo>
                  <a:pt x="545764" y="134192"/>
                </a:lnTo>
                <a:lnTo>
                  <a:pt x="546382" y="134243"/>
                </a:lnTo>
                <a:lnTo>
                  <a:pt x="547005" y="134284"/>
                </a:lnTo>
                <a:lnTo>
                  <a:pt x="547632" y="134312"/>
                </a:lnTo>
                <a:lnTo>
                  <a:pt x="548265" y="134330"/>
                </a:lnTo>
                <a:lnTo>
                  <a:pt x="548901" y="134335"/>
                </a:lnTo>
                <a:lnTo>
                  <a:pt x="549591" y="134330"/>
                </a:lnTo>
                <a:lnTo>
                  <a:pt x="550273" y="134315"/>
                </a:lnTo>
                <a:lnTo>
                  <a:pt x="550947" y="134291"/>
                </a:lnTo>
                <a:lnTo>
                  <a:pt x="551615" y="134256"/>
                </a:lnTo>
                <a:lnTo>
                  <a:pt x="552275" y="134211"/>
                </a:lnTo>
                <a:lnTo>
                  <a:pt x="552928" y="134156"/>
                </a:lnTo>
                <a:lnTo>
                  <a:pt x="553573" y="134092"/>
                </a:lnTo>
                <a:lnTo>
                  <a:pt x="554212" y="134017"/>
                </a:lnTo>
                <a:lnTo>
                  <a:pt x="554843" y="133932"/>
                </a:lnTo>
                <a:lnTo>
                  <a:pt x="555466" y="133838"/>
                </a:lnTo>
                <a:lnTo>
                  <a:pt x="556083" y="133733"/>
                </a:lnTo>
                <a:lnTo>
                  <a:pt x="556692" y="133619"/>
                </a:lnTo>
                <a:lnTo>
                  <a:pt x="557294" y="133494"/>
                </a:lnTo>
                <a:lnTo>
                  <a:pt x="557888" y="133360"/>
                </a:lnTo>
                <a:lnTo>
                  <a:pt x="558475" y="133216"/>
                </a:lnTo>
                <a:lnTo>
                  <a:pt x="559055" y="133062"/>
                </a:lnTo>
                <a:lnTo>
                  <a:pt x="559628" y="132897"/>
                </a:lnTo>
                <a:lnTo>
                  <a:pt x="560194" y="132723"/>
                </a:lnTo>
                <a:lnTo>
                  <a:pt x="560752" y="132539"/>
                </a:lnTo>
                <a:lnTo>
                  <a:pt x="561302" y="132345"/>
                </a:lnTo>
                <a:lnTo>
                  <a:pt x="561846" y="132141"/>
                </a:lnTo>
                <a:lnTo>
                  <a:pt x="562382" y="131927"/>
                </a:lnTo>
                <a:lnTo>
                  <a:pt x="562911" y="131703"/>
                </a:lnTo>
                <a:lnTo>
                  <a:pt x="563433" y="131469"/>
                </a:lnTo>
                <a:lnTo>
                  <a:pt x="563948" y="131226"/>
                </a:lnTo>
                <a:lnTo>
                  <a:pt x="564456" y="130974"/>
                </a:lnTo>
                <a:lnTo>
                  <a:pt x="564957" y="130713"/>
                </a:lnTo>
                <a:lnTo>
                  <a:pt x="565452" y="130443"/>
                </a:lnTo>
                <a:lnTo>
                  <a:pt x="565941" y="130165"/>
                </a:lnTo>
                <a:lnTo>
                  <a:pt x="566422" y="129878"/>
                </a:lnTo>
                <a:lnTo>
                  <a:pt x="566898" y="129581"/>
                </a:lnTo>
                <a:lnTo>
                  <a:pt x="567366" y="129276"/>
                </a:lnTo>
                <a:lnTo>
                  <a:pt x="567828" y="128962"/>
                </a:lnTo>
                <a:lnTo>
                  <a:pt x="568284" y="128640"/>
                </a:lnTo>
                <a:lnTo>
                  <a:pt x="568732" y="128308"/>
                </a:lnTo>
                <a:lnTo>
                  <a:pt x="569175" y="127968"/>
                </a:lnTo>
                <a:lnTo>
                  <a:pt x="569610" y="127619"/>
                </a:lnTo>
                <a:lnTo>
                  <a:pt x="570040" y="127260"/>
                </a:lnTo>
                <a:lnTo>
                  <a:pt x="570462" y="126894"/>
                </a:lnTo>
                <a:lnTo>
                  <a:pt x="570878" y="126518"/>
                </a:lnTo>
                <a:lnTo>
                  <a:pt x="571287" y="126133"/>
                </a:lnTo>
                <a:lnTo>
                  <a:pt x="571690" y="125740"/>
                </a:lnTo>
                <a:lnTo>
                  <a:pt x="572086" y="125338"/>
                </a:lnTo>
                <a:lnTo>
                  <a:pt x="572476" y="124927"/>
                </a:lnTo>
                <a:lnTo>
                  <a:pt x="572859" y="124507"/>
                </a:lnTo>
                <a:lnTo>
                  <a:pt x="573235" y="124078"/>
                </a:lnTo>
                <a:lnTo>
                  <a:pt x="573605" y="123641"/>
                </a:lnTo>
                <a:lnTo>
                  <a:pt x="573858" y="123330"/>
                </a:lnTo>
                <a:lnTo>
                  <a:pt x="574574" y="132721"/>
                </a:lnTo>
                <a:lnTo>
                  <a:pt x="588298" y="132721"/>
                </a:lnTo>
                <a:lnTo>
                  <a:pt x="588298" y="8719"/>
                </a:lnTo>
                <a:lnTo>
                  <a:pt x="573282" y="8719"/>
                </a:lnTo>
                <a:lnTo>
                  <a:pt x="573282" y="54102"/>
                </a:lnTo>
                <a:close/>
                <a:moveTo>
                  <a:pt x="573262" y="108891"/>
                </a:moveTo>
                <a:lnTo>
                  <a:pt x="573031" y="109330"/>
                </a:lnTo>
                <a:lnTo>
                  <a:pt x="572795" y="109765"/>
                </a:lnTo>
                <a:lnTo>
                  <a:pt x="572555" y="110197"/>
                </a:lnTo>
                <a:lnTo>
                  <a:pt x="572310" y="110624"/>
                </a:lnTo>
                <a:lnTo>
                  <a:pt x="572058" y="111044"/>
                </a:lnTo>
                <a:lnTo>
                  <a:pt x="571799" y="111457"/>
                </a:lnTo>
                <a:lnTo>
                  <a:pt x="571534" y="111863"/>
                </a:lnTo>
                <a:lnTo>
                  <a:pt x="571262" y="112262"/>
                </a:lnTo>
                <a:lnTo>
                  <a:pt x="570984" y="112654"/>
                </a:lnTo>
                <a:lnTo>
                  <a:pt x="570699" y="113039"/>
                </a:lnTo>
                <a:lnTo>
                  <a:pt x="570407" y="113417"/>
                </a:lnTo>
                <a:lnTo>
                  <a:pt x="570109" y="113788"/>
                </a:lnTo>
                <a:lnTo>
                  <a:pt x="569804" y="114152"/>
                </a:lnTo>
                <a:lnTo>
                  <a:pt x="569493" y="114509"/>
                </a:lnTo>
                <a:lnTo>
                  <a:pt x="569175" y="114859"/>
                </a:lnTo>
                <a:lnTo>
                  <a:pt x="568850" y="115202"/>
                </a:lnTo>
                <a:lnTo>
                  <a:pt x="568519" y="115538"/>
                </a:lnTo>
                <a:lnTo>
                  <a:pt x="568181" y="115867"/>
                </a:lnTo>
                <a:lnTo>
                  <a:pt x="567837" y="116189"/>
                </a:lnTo>
                <a:lnTo>
                  <a:pt x="567486" y="116504"/>
                </a:lnTo>
                <a:lnTo>
                  <a:pt x="567129" y="116812"/>
                </a:lnTo>
                <a:lnTo>
                  <a:pt x="566765" y="117113"/>
                </a:lnTo>
                <a:lnTo>
                  <a:pt x="566394" y="117407"/>
                </a:lnTo>
                <a:lnTo>
                  <a:pt x="566017" y="117694"/>
                </a:lnTo>
                <a:lnTo>
                  <a:pt x="565633" y="117973"/>
                </a:lnTo>
                <a:lnTo>
                  <a:pt x="565243" y="118246"/>
                </a:lnTo>
                <a:lnTo>
                  <a:pt x="564846" y="118512"/>
                </a:lnTo>
                <a:lnTo>
                  <a:pt x="564441" y="118769"/>
                </a:lnTo>
                <a:lnTo>
                  <a:pt x="564027" y="119015"/>
                </a:lnTo>
                <a:lnTo>
                  <a:pt x="563604" y="119250"/>
                </a:lnTo>
                <a:lnTo>
                  <a:pt x="563172" y="119474"/>
                </a:lnTo>
                <a:lnTo>
                  <a:pt x="562730" y="119687"/>
                </a:lnTo>
                <a:lnTo>
                  <a:pt x="562280" y="119890"/>
                </a:lnTo>
                <a:lnTo>
                  <a:pt x="561820" y="120081"/>
                </a:lnTo>
                <a:lnTo>
                  <a:pt x="561352" y="120261"/>
                </a:lnTo>
                <a:lnTo>
                  <a:pt x="560874" y="120431"/>
                </a:lnTo>
                <a:lnTo>
                  <a:pt x="560387" y="120589"/>
                </a:lnTo>
                <a:lnTo>
                  <a:pt x="559891" y="120737"/>
                </a:lnTo>
                <a:lnTo>
                  <a:pt x="559386" y="120874"/>
                </a:lnTo>
                <a:lnTo>
                  <a:pt x="558872" y="120999"/>
                </a:lnTo>
                <a:lnTo>
                  <a:pt x="558349" y="121114"/>
                </a:lnTo>
                <a:lnTo>
                  <a:pt x="557816" y="121218"/>
                </a:lnTo>
                <a:lnTo>
                  <a:pt x="557275" y="121311"/>
                </a:lnTo>
                <a:lnTo>
                  <a:pt x="556724" y="121393"/>
                </a:lnTo>
                <a:lnTo>
                  <a:pt x="556165" y="121464"/>
                </a:lnTo>
                <a:lnTo>
                  <a:pt x="555596" y="121524"/>
                </a:lnTo>
                <a:lnTo>
                  <a:pt x="555018" y="121573"/>
                </a:lnTo>
                <a:lnTo>
                  <a:pt x="554431" y="121611"/>
                </a:lnTo>
                <a:lnTo>
                  <a:pt x="553835" y="121639"/>
                </a:lnTo>
                <a:lnTo>
                  <a:pt x="553229" y="121655"/>
                </a:lnTo>
                <a:lnTo>
                  <a:pt x="552615" y="121661"/>
                </a:lnTo>
                <a:lnTo>
                  <a:pt x="552113" y="121656"/>
                </a:lnTo>
                <a:lnTo>
                  <a:pt x="551618" y="121644"/>
                </a:lnTo>
                <a:lnTo>
                  <a:pt x="551128" y="121622"/>
                </a:lnTo>
                <a:lnTo>
                  <a:pt x="550644" y="121592"/>
                </a:lnTo>
                <a:lnTo>
                  <a:pt x="550166" y="121554"/>
                </a:lnTo>
                <a:lnTo>
                  <a:pt x="549694" y="121507"/>
                </a:lnTo>
                <a:lnTo>
                  <a:pt x="549227" y="121451"/>
                </a:lnTo>
                <a:lnTo>
                  <a:pt x="548767" y="121387"/>
                </a:lnTo>
                <a:lnTo>
                  <a:pt x="548312" y="121314"/>
                </a:lnTo>
                <a:lnTo>
                  <a:pt x="547864" y="121233"/>
                </a:lnTo>
                <a:lnTo>
                  <a:pt x="547421" y="121143"/>
                </a:lnTo>
                <a:lnTo>
                  <a:pt x="546984" y="121045"/>
                </a:lnTo>
                <a:lnTo>
                  <a:pt x="546553" y="120938"/>
                </a:lnTo>
                <a:lnTo>
                  <a:pt x="546128" y="120823"/>
                </a:lnTo>
                <a:lnTo>
                  <a:pt x="545709" y="120699"/>
                </a:lnTo>
                <a:lnTo>
                  <a:pt x="545295" y="120566"/>
                </a:lnTo>
                <a:lnTo>
                  <a:pt x="544888" y="120425"/>
                </a:lnTo>
                <a:lnTo>
                  <a:pt x="544486" y="120276"/>
                </a:lnTo>
                <a:lnTo>
                  <a:pt x="544091" y="120117"/>
                </a:lnTo>
                <a:lnTo>
                  <a:pt x="543701" y="119951"/>
                </a:lnTo>
                <a:lnTo>
                  <a:pt x="543317" y="119775"/>
                </a:lnTo>
                <a:lnTo>
                  <a:pt x="542939" y="119592"/>
                </a:lnTo>
                <a:lnTo>
                  <a:pt x="542567" y="119399"/>
                </a:lnTo>
                <a:lnTo>
                  <a:pt x="542201" y="119198"/>
                </a:lnTo>
                <a:lnTo>
                  <a:pt x="541840" y="118990"/>
                </a:lnTo>
                <a:lnTo>
                  <a:pt x="541485" y="118775"/>
                </a:lnTo>
                <a:lnTo>
                  <a:pt x="541135" y="118553"/>
                </a:lnTo>
                <a:lnTo>
                  <a:pt x="540790" y="118325"/>
                </a:lnTo>
                <a:lnTo>
                  <a:pt x="540451" y="118090"/>
                </a:lnTo>
                <a:lnTo>
                  <a:pt x="540117" y="117849"/>
                </a:lnTo>
                <a:lnTo>
                  <a:pt x="539788" y="117601"/>
                </a:lnTo>
                <a:lnTo>
                  <a:pt x="539465" y="117346"/>
                </a:lnTo>
                <a:lnTo>
                  <a:pt x="539147" y="117085"/>
                </a:lnTo>
                <a:lnTo>
                  <a:pt x="538834" y="116817"/>
                </a:lnTo>
                <a:lnTo>
                  <a:pt x="538527" y="116543"/>
                </a:lnTo>
                <a:lnTo>
                  <a:pt x="538225" y="116262"/>
                </a:lnTo>
                <a:lnTo>
                  <a:pt x="537928" y="115974"/>
                </a:lnTo>
                <a:lnTo>
                  <a:pt x="537637" y="115680"/>
                </a:lnTo>
                <a:lnTo>
                  <a:pt x="537351" y="115379"/>
                </a:lnTo>
                <a:lnTo>
                  <a:pt x="537070" y="115072"/>
                </a:lnTo>
                <a:lnTo>
                  <a:pt x="536794" y="114758"/>
                </a:lnTo>
                <a:lnTo>
                  <a:pt x="536524" y="114438"/>
                </a:lnTo>
                <a:lnTo>
                  <a:pt x="536260" y="114111"/>
                </a:lnTo>
                <a:lnTo>
                  <a:pt x="536000" y="113777"/>
                </a:lnTo>
                <a:lnTo>
                  <a:pt x="535746" y="113437"/>
                </a:lnTo>
                <a:lnTo>
                  <a:pt x="535497" y="113090"/>
                </a:lnTo>
                <a:lnTo>
                  <a:pt x="535254" y="112737"/>
                </a:lnTo>
                <a:lnTo>
                  <a:pt x="535016" y="112377"/>
                </a:lnTo>
                <a:lnTo>
                  <a:pt x="534783" y="112011"/>
                </a:lnTo>
                <a:lnTo>
                  <a:pt x="534555" y="111641"/>
                </a:lnTo>
                <a:lnTo>
                  <a:pt x="534333" y="111265"/>
                </a:lnTo>
                <a:lnTo>
                  <a:pt x="534115" y="110885"/>
                </a:lnTo>
                <a:lnTo>
                  <a:pt x="533903" y="110501"/>
                </a:lnTo>
                <a:lnTo>
                  <a:pt x="533696" y="110111"/>
                </a:lnTo>
                <a:lnTo>
                  <a:pt x="533495" y="109717"/>
                </a:lnTo>
                <a:lnTo>
                  <a:pt x="533298" y="109318"/>
                </a:lnTo>
                <a:lnTo>
                  <a:pt x="533107" y="108914"/>
                </a:lnTo>
                <a:lnTo>
                  <a:pt x="532920" y="108506"/>
                </a:lnTo>
                <a:lnTo>
                  <a:pt x="532739" y="108092"/>
                </a:lnTo>
                <a:lnTo>
                  <a:pt x="532564" y="107674"/>
                </a:lnTo>
                <a:lnTo>
                  <a:pt x="532393" y="107251"/>
                </a:lnTo>
                <a:lnTo>
                  <a:pt x="532227" y="106824"/>
                </a:lnTo>
                <a:lnTo>
                  <a:pt x="532067" y="106391"/>
                </a:lnTo>
                <a:lnTo>
                  <a:pt x="531912" y="105954"/>
                </a:lnTo>
                <a:lnTo>
                  <a:pt x="531762" y="105512"/>
                </a:lnTo>
                <a:lnTo>
                  <a:pt x="531617" y="105066"/>
                </a:lnTo>
                <a:lnTo>
                  <a:pt x="531478" y="104614"/>
                </a:lnTo>
                <a:lnTo>
                  <a:pt x="531344" y="104158"/>
                </a:lnTo>
                <a:lnTo>
                  <a:pt x="531214" y="103697"/>
                </a:lnTo>
                <a:lnTo>
                  <a:pt x="531090" y="103231"/>
                </a:lnTo>
                <a:lnTo>
                  <a:pt x="530972" y="102761"/>
                </a:lnTo>
                <a:lnTo>
                  <a:pt x="530858" y="102285"/>
                </a:lnTo>
                <a:lnTo>
                  <a:pt x="530749" y="101806"/>
                </a:lnTo>
                <a:lnTo>
                  <a:pt x="530645" y="101324"/>
                </a:lnTo>
                <a:lnTo>
                  <a:pt x="530546" y="100840"/>
                </a:lnTo>
                <a:lnTo>
                  <a:pt x="530451" y="100352"/>
                </a:lnTo>
                <a:lnTo>
                  <a:pt x="530361" y="99862"/>
                </a:lnTo>
                <a:lnTo>
                  <a:pt x="530275" y="99369"/>
                </a:lnTo>
                <a:lnTo>
                  <a:pt x="530194" y="98873"/>
                </a:lnTo>
                <a:lnTo>
                  <a:pt x="530118" y="98374"/>
                </a:lnTo>
                <a:lnTo>
                  <a:pt x="530046" y="97873"/>
                </a:lnTo>
                <a:lnTo>
                  <a:pt x="529979" y="97369"/>
                </a:lnTo>
                <a:lnTo>
                  <a:pt x="529917" y="96862"/>
                </a:lnTo>
                <a:lnTo>
                  <a:pt x="529859" y="96352"/>
                </a:lnTo>
                <a:lnTo>
                  <a:pt x="529806" y="95839"/>
                </a:lnTo>
                <a:lnTo>
                  <a:pt x="529757" y="95324"/>
                </a:lnTo>
                <a:lnTo>
                  <a:pt x="529713" y="94805"/>
                </a:lnTo>
                <a:lnTo>
                  <a:pt x="529674" y="94284"/>
                </a:lnTo>
                <a:lnTo>
                  <a:pt x="529639" y="93760"/>
                </a:lnTo>
                <a:lnTo>
                  <a:pt x="529609" y="93233"/>
                </a:lnTo>
                <a:lnTo>
                  <a:pt x="529584" y="92704"/>
                </a:lnTo>
                <a:lnTo>
                  <a:pt x="529563" y="92172"/>
                </a:lnTo>
                <a:lnTo>
                  <a:pt x="529547" y="91637"/>
                </a:lnTo>
                <a:lnTo>
                  <a:pt x="529535" y="91099"/>
                </a:lnTo>
                <a:lnTo>
                  <a:pt x="529528" y="90558"/>
                </a:lnTo>
                <a:lnTo>
                  <a:pt x="529526" y="90014"/>
                </a:lnTo>
                <a:lnTo>
                  <a:pt x="529526" y="88319"/>
                </a:lnTo>
                <a:lnTo>
                  <a:pt x="529528" y="87775"/>
                </a:lnTo>
                <a:lnTo>
                  <a:pt x="529535" y="87234"/>
                </a:lnTo>
                <a:lnTo>
                  <a:pt x="529547" y="86696"/>
                </a:lnTo>
                <a:lnTo>
                  <a:pt x="529563" y="86161"/>
                </a:lnTo>
                <a:lnTo>
                  <a:pt x="529584" y="85628"/>
                </a:lnTo>
                <a:lnTo>
                  <a:pt x="529609" y="85097"/>
                </a:lnTo>
                <a:lnTo>
                  <a:pt x="529639" y="84570"/>
                </a:lnTo>
                <a:lnTo>
                  <a:pt x="529674" y="84045"/>
                </a:lnTo>
                <a:lnTo>
                  <a:pt x="529713" y="83523"/>
                </a:lnTo>
                <a:lnTo>
                  <a:pt x="529757" y="83003"/>
                </a:lnTo>
                <a:lnTo>
                  <a:pt x="529806" y="82486"/>
                </a:lnTo>
                <a:lnTo>
                  <a:pt x="529859" y="81972"/>
                </a:lnTo>
                <a:lnTo>
                  <a:pt x="529917" y="81460"/>
                </a:lnTo>
                <a:lnTo>
                  <a:pt x="529979" y="80951"/>
                </a:lnTo>
                <a:lnTo>
                  <a:pt x="530046" y="80445"/>
                </a:lnTo>
                <a:lnTo>
                  <a:pt x="530118" y="79941"/>
                </a:lnTo>
                <a:lnTo>
                  <a:pt x="530194" y="79440"/>
                </a:lnTo>
                <a:lnTo>
                  <a:pt x="530275" y="78942"/>
                </a:lnTo>
                <a:lnTo>
                  <a:pt x="530361" y="78446"/>
                </a:lnTo>
                <a:lnTo>
                  <a:pt x="530451" y="77953"/>
                </a:lnTo>
                <a:lnTo>
                  <a:pt x="530546" y="77463"/>
                </a:lnTo>
                <a:lnTo>
                  <a:pt x="530645" y="76975"/>
                </a:lnTo>
                <a:lnTo>
                  <a:pt x="530749" y="76490"/>
                </a:lnTo>
                <a:lnTo>
                  <a:pt x="530858" y="76008"/>
                </a:lnTo>
                <a:lnTo>
                  <a:pt x="530972" y="75529"/>
                </a:lnTo>
                <a:lnTo>
                  <a:pt x="531090" y="75055"/>
                </a:lnTo>
                <a:lnTo>
                  <a:pt x="531214" y="74586"/>
                </a:lnTo>
                <a:lnTo>
                  <a:pt x="531344" y="74122"/>
                </a:lnTo>
                <a:lnTo>
                  <a:pt x="531478" y="73662"/>
                </a:lnTo>
                <a:lnTo>
                  <a:pt x="531617" y="73207"/>
                </a:lnTo>
                <a:lnTo>
                  <a:pt x="531762" y="72757"/>
                </a:lnTo>
                <a:lnTo>
                  <a:pt x="531912" y="72312"/>
                </a:lnTo>
                <a:lnTo>
                  <a:pt x="532067" y="71871"/>
                </a:lnTo>
                <a:lnTo>
                  <a:pt x="532227" y="71436"/>
                </a:lnTo>
                <a:lnTo>
                  <a:pt x="532393" y="71005"/>
                </a:lnTo>
                <a:lnTo>
                  <a:pt x="532564" y="70579"/>
                </a:lnTo>
                <a:lnTo>
                  <a:pt x="532739" y="70157"/>
                </a:lnTo>
                <a:lnTo>
                  <a:pt x="532920" y="69740"/>
                </a:lnTo>
                <a:lnTo>
                  <a:pt x="533107" y="69328"/>
                </a:lnTo>
                <a:lnTo>
                  <a:pt x="533298" y="68921"/>
                </a:lnTo>
                <a:lnTo>
                  <a:pt x="533495" y="68519"/>
                </a:lnTo>
                <a:lnTo>
                  <a:pt x="533696" y="68121"/>
                </a:lnTo>
                <a:lnTo>
                  <a:pt x="533903" y="67728"/>
                </a:lnTo>
                <a:lnTo>
                  <a:pt x="534115" y="67340"/>
                </a:lnTo>
                <a:lnTo>
                  <a:pt x="534333" y="66957"/>
                </a:lnTo>
                <a:lnTo>
                  <a:pt x="534555" y="66578"/>
                </a:lnTo>
                <a:lnTo>
                  <a:pt x="534783" y="66205"/>
                </a:lnTo>
                <a:lnTo>
                  <a:pt x="535016" y="65836"/>
                </a:lnTo>
                <a:lnTo>
                  <a:pt x="535254" y="65472"/>
                </a:lnTo>
                <a:lnTo>
                  <a:pt x="535498" y="65115"/>
                </a:lnTo>
                <a:lnTo>
                  <a:pt x="535747" y="64765"/>
                </a:lnTo>
                <a:lnTo>
                  <a:pt x="536001" y="64421"/>
                </a:lnTo>
                <a:lnTo>
                  <a:pt x="536261" y="64083"/>
                </a:lnTo>
                <a:lnTo>
                  <a:pt x="536527" y="63752"/>
                </a:lnTo>
                <a:lnTo>
                  <a:pt x="536798" y="63427"/>
                </a:lnTo>
                <a:lnTo>
                  <a:pt x="537074" y="63109"/>
                </a:lnTo>
                <a:lnTo>
                  <a:pt x="537356" y="62797"/>
                </a:lnTo>
                <a:lnTo>
                  <a:pt x="537644" y="62491"/>
                </a:lnTo>
                <a:lnTo>
                  <a:pt x="537937" y="62193"/>
                </a:lnTo>
                <a:lnTo>
                  <a:pt x="538235" y="61900"/>
                </a:lnTo>
                <a:lnTo>
                  <a:pt x="538539" y="61614"/>
                </a:lnTo>
                <a:lnTo>
                  <a:pt x="538848" y="61334"/>
                </a:lnTo>
                <a:lnTo>
                  <a:pt x="539163" y="61061"/>
                </a:lnTo>
                <a:lnTo>
                  <a:pt x="539483" y="60794"/>
                </a:lnTo>
                <a:lnTo>
                  <a:pt x="539808" y="60534"/>
                </a:lnTo>
                <a:lnTo>
                  <a:pt x="540140" y="60280"/>
                </a:lnTo>
                <a:lnTo>
                  <a:pt x="540476" y="60033"/>
                </a:lnTo>
                <a:lnTo>
                  <a:pt x="540818" y="59792"/>
                </a:lnTo>
                <a:lnTo>
                  <a:pt x="541166" y="59558"/>
                </a:lnTo>
                <a:lnTo>
                  <a:pt x="541519" y="59330"/>
                </a:lnTo>
                <a:lnTo>
                  <a:pt x="541877" y="59108"/>
                </a:lnTo>
                <a:lnTo>
                  <a:pt x="542241" y="58893"/>
                </a:lnTo>
                <a:lnTo>
                  <a:pt x="542611" y="58685"/>
                </a:lnTo>
                <a:lnTo>
                  <a:pt x="542986" y="58487"/>
                </a:lnTo>
                <a:lnTo>
                  <a:pt x="543368" y="58297"/>
                </a:lnTo>
                <a:lnTo>
                  <a:pt x="543756" y="58116"/>
                </a:lnTo>
                <a:lnTo>
                  <a:pt x="544150" y="57944"/>
                </a:lnTo>
                <a:lnTo>
                  <a:pt x="544549" y="57780"/>
                </a:lnTo>
                <a:lnTo>
                  <a:pt x="544955" y="57626"/>
                </a:lnTo>
                <a:lnTo>
                  <a:pt x="545367" y="57480"/>
                </a:lnTo>
                <a:lnTo>
                  <a:pt x="545785" y="57343"/>
                </a:lnTo>
                <a:lnTo>
                  <a:pt x="546209" y="57215"/>
                </a:lnTo>
                <a:lnTo>
                  <a:pt x="546639" y="57096"/>
                </a:lnTo>
                <a:lnTo>
                  <a:pt x="547075" y="56986"/>
                </a:lnTo>
                <a:lnTo>
                  <a:pt x="547517" y="56884"/>
                </a:lnTo>
                <a:lnTo>
                  <a:pt x="547965" y="56791"/>
                </a:lnTo>
                <a:lnTo>
                  <a:pt x="548419" y="56707"/>
                </a:lnTo>
                <a:lnTo>
                  <a:pt x="548879" y="56632"/>
                </a:lnTo>
                <a:lnTo>
                  <a:pt x="549345" y="56566"/>
                </a:lnTo>
                <a:lnTo>
                  <a:pt x="549817" y="56509"/>
                </a:lnTo>
                <a:lnTo>
                  <a:pt x="550295" y="56460"/>
                </a:lnTo>
                <a:lnTo>
                  <a:pt x="550779" y="56420"/>
                </a:lnTo>
                <a:lnTo>
                  <a:pt x="551270" y="56390"/>
                </a:lnTo>
                <a:lnTo>
                  <a:pt x="551766" y="56367"/>
                </a:lnTo>
                <a:lnTo>
                  <a:pt x="552268" y="56354"/>
                </a:lnTo>
                <a:lnTo>
                  <a:pt x="552776" y="56350"/>
                </a:lnTo>
                <a:lnTo>
                  <a:pt x="553245" y="56353"/>
                </a:lnTo>
                <a:lnTo>
                  <a:pt x="553708" y="56363"/>
                </a:lnTo>
                <a:lnTo>
                  <a:pt x="554166" y="56380"/>
                </a:lnTo>
                <a:lnTo>
                  <a:pt x="554619" y="56404"/>
                </a:lnTo>
                <a:lnTo>
                  <a:pt x="555066" y="56434"/>
                </a:lnTo>
                <a:lnTo>
                  <a:pt x="555509" y="56471"/>
                </a:lnTo>
                <a:lnTo>
                  <a:pt x="555946" y="56515"/>
                </a:lnTo>
                <a:lnTo>
                  <a:pt x="556378" y="56565"/>
                </a:lnTo>
                <a:lnTo>
                  <a:pt x="556805" y="56622"/>
                </a:lnTo>
                <a:lnTo>
                  <a:pt x="557226" y="56686"/>
                </a:lnTo>
                <a:lnTo>
                  <a:pt x="557643" y="56757"/>
                </a:lnTo>
                <a:lnTo>
                  <a:pt x="558054" y="56834"/>
                </a:lnTo>
                <a:lnTo>
                  <a:pt x="558460" y="56918"/>
                </a:lnTo>
                <a:lnTo>
                  <a:pt x="558861" y="57009"/>
                </a:lnTo>
                <a:lnTo>
                  <a:pt x="559257" y="57107"/>
                </a:lnTo>
                <a:lnTo>
                  <a:pt x="559647" y="57211"/>
                </a:lnTo>
                <a:lnTo>
                  <a:pt x="560033" y="57322"/>
                </a:lnTo>
                <a:lnTo>
                  <a:pt x="560413" y="57440"/>
                </a:lnTo>
                <a:lnTo>
                  <a:pt x="560788" y="57564"/>
                </a:lnTo>
                <a:lnTo>
                  <a:pt x="561158" y="57695"/>
                </a:lnTo>
                <a:lnTo>
                  <a:pt x="561522" y="57833"/>
                </a:lnTo>
                <a:lnTo>
                  <a:pt x="561882" y="57978"/>
                </a:lnTo>
                <a:lnTo>
                  <a:pt x="562236" y="58129"/>
                </a:lnTo>
                <a:lnTo>
                  <a:pt x="562585" y="58287"/>
                </a:lnTo>
                <a:lnTo>
                  <a:pt x="562929" y="58451"/>
                </a:lnTo>
                <a:lnTo>
                  <a:pt x="563269" y="58620"/>
                </a:lnTo>
                <a:lnTo>
                  <a:pt x="563604" y="58793"/>
                </a:lnTo>
                <a:lnTo>
                  <a:pt x="563935" y="58970"/>
                </a:lnTo>
                <a:lnTo>
                  <a:pt x="564261" y="59152"/>
                </a:lnTo>
                <a:lnTo>
                  <a:pt x="564583" y="59339"/>
                </a:lnTo>
                <a:lnTo>
                  <a:pt x="564901" y="59531"/>
                </a:lnTo>
                <a:lnTo>
                  <a:pt x="565213" y="59727"/>
                </a:lnTo>
                <a:lnTo>
                  <a:pt x="565522" y="59928"/>
                </a:lnTo>
                <a:lnTo>
                  <a:pt x="565826" y="60133"/>
                </a:lnTo>
                <a:lnTo>
                  <a:pt x="566125" y="60343"/>
                </a:lnTo>
                <a:lnTo>
                  <a:pt x="566420" y="60558"/>
                </a:lnTo>
                <a:lnTo>
                  <a:pt x="566710" y="60777"/>
                </a:lnTo>
                <a:lnTo>
                  <a:pt x="566996" y="61001"/>
                </a:lnTo>
                <a:lnTo>
                  <a:pt x="567278" y="61230"/>
                </a:lnTo>
                <a:lnTo>
                  <a:pt x="567555" y="61463"/>
                </a:lnTo>
                <a:lnTo>
                  <a:pt x="567827" y="61700"/>
                </a:lnTo>
                <a:lnTo>
                  <a:pt x="568095" y="61943"/>
                </a:lnTo>
                <a:lnTo>
                  <a:pt x="568358" y="62190"/>
                </a:lnTo>
                <a:lnTo>
                  <a:pt x="568618" y="62442"/>
                </a:lnTo>
                <a:lnTo>
                  <a:pt x="568872" y="62698"/>
                </a:lnTo>
                <a:lnTo>
                  <a:pt x="569122" y="62959"/>
                </a:lnTo>
                <a:lnTo>
                  <a:pt x="569368" y="63224"/>
                </a:lnTo>
                <a:lnTo>
                  <a:pt x="569609" y="63494"/>
                </a:lnTo>
                <a:lnTo>
                  <a:pt x="569846" y="63768"/>
                </a:lnTo>
                <a:lnTo>
                  <a:pt x="570079" y="64046"/>
                </a:lnTo>
                <a:lnTo>
                  <a:pt x="570309" y="64326"/>
                </a:lnTo>
                <a:lnTo>
                  <a:pt x="570535" y="64609"/>
                </a:lnTo>
                <a:lnTo>
                  <a:pt x="570757" y="64895"/>
                </a:lnTo>
                <a:lnTo>
                  <a:pt x="570976" y="65185"/>
                </a:lnTo>
                <a:lnTo>
                  <a:pt x="571191" y="65477"/>
                </a:lnTo>
                <a:lnTo>
                  <a:pt x="571403" y="65773"/>
                </a:lnTo>
                <a:lnTo>
                  <a:pt x="571611" y="66072"/>
                </a:lnTo>
                <a:lnTo>
                  <a:pt x="571815" y="66373"/>
                </a:lnTo>
                <a:lnTo>
                  <a:pt x="572015" y="66678"/>
                </a:lnTo>
                <a:lnTo>
                  <a:pt x="572212" y="66986"/>
                </a:lnTo>
                <a:lnTo>
                  <a:pt x="572406" y="67297"/>
                </a:lnTo>
                <a:lnTo>
                  <a:pt x="572595" y="67611"/>
                </a:lnTo>
                <a:lnTo>
                  <a:pt x="572781" y="67928"/>
                </a:lnTo>
                <a:lnTo>
                  <a:pt x="572963" y="68249"/>
                </a:lnTo>
                <a:lnTo>
                  <a:pt x="573142" y="68572"/>
                </a:lnTo>
                <a:lnTo>
                  <a:pt x="573282" y="68832"/>
                </a:lnTo>
                <a:lnTo>
                  <a:pt x="573282" y="108852"/>
                </a:lnTo>
                <a:lnTo>
                  <a:pt x="573262" y="108891"/>
                </a:lnTo>
                <a:close/>
                <a:moveTo>
                  <a:pt x="419314" y="132721"/>
                </a:moveTo>
                <a:lnTo>
                  <a:pt x="421090" y="132721"/>
                </a:lnTo>
                <a:lnTo>
                  <a:pt x="464603" y="15177"/>
                </a:lnTo>
                <a:lnTo>
                  <a:pt x="447731" y="15177"/>
                </a:lnTo>
                <a:lnTo>
                  <a:pt x="414071" y="112077"/>
                </a:lnTo>
                <a:lnTo>
                  <a:pt x="380724" y="15177"/>
                </a:lnTo>
                <a:lnTo>
                  <a:pt x="363852" y="15177"/>
                </a:lnTo>
                <a:lnTo>
                  <a:pt x="407285" y="132721"/>
                </a:lnTo>
                <a:lnTo>
                  <a:pt x="409061" y="132721"/>
                </a:lnTo>
                <a:lnTo>
                  <a:pt x="419314" y="132721"/>
                </a:lnTo>
                <a:close/>
                <a:moveTo>
                  <a:pt x="172" y="92918"/>
                </a:moveTo>
                <a:lnTo>
                  <a:pt x="247" y="94327"/>
                </a:lnTo>
                <a:lnTo>
                  <a:pt x="337" y="95725"/>
                </a:lnTo>
                <a:lnTo>
                  <a:pt x="440" y="97110"/>
                </a:lnTo>
                <a:lnTo>
                  <a:pt x="556" y="98484"/>
                </a:lnTo>
                <a:lnTo>
                  <a:pt x="687" y="99846"/>
                </a:lnTo>
                <a:lnTo>
                  <a:pt x="831" y="101197"/>
                </a:lnTo>
                <a:lnTo>
                  <a:pt x="989" y="102535"/>
                </a:lnTo>
                <a:lnTo>
                  <a:pt x="1161" y="103862"/>
                </a:lnTo>
                <a:lnTo>
                  <a:pt x="1346" y="105177"/>
                </a:lnTo>
                <a:lnTo>
                  <a:pt x="1545" y="106480"/>
                </a:lnTo>
                <a:lnTo>
                  <a:pt x="1758" y="107772"/>
                </a:lnTo>
                <a:lnTo>
                  <a:pt x="1985" y="109051"/>
                </a:lnTo>
                <a:lnTo>
                  <a:pt x="2225" y="110319"/>
                </a:lnTo>
                <a:lnTo>
                  <a:pt x="2479" y="111575"/>
                </a:lnTo>
                <a:lnTo>
                  <a:pt x="2747" y="112820"/>
                </a:lnTo>
                <a:lnTo>
                  <a:pt x="3029" y="114052"/>
                </a:lnTo>
                <a:lnTo>
                  <a:pt x="3324" y="115273"/>
                </a:lnTo>
                <a:lnTo>
                  <a:pt x="3633" y="116482"/>
                </a:lnTo>
                <a:lnTo>
                  <a:pt x="3956" y="117680"/>
                </a:lnTo>
                <a:lnTo>
                  <a:pt x="4289" y="118865"/>
                </a:lnTo>
                <a:lnTo>
                  <a:pt x="4630" y="120037"/>
                </a:lnTo>
                <a:lnTo>
                  <a:pt x="4979" y="121198"/>
                </a:lnTo>
                <a:lnTo>
                  <a:pt x="5335" y="122345"/>
                </a:lnTo>
                <a:lnTo>
                  <a:pt x="5699" y="123481"/>
                </a:lnTo>
                <a:lnTo>
                  <a:pt x="6070" y="124603"/>
                </a:lnTo>
                <a:lnTo>
                  <a:pt x="6449" y="125714"/>
                </a:lnTo>
                <a:lnTo>
                  <a:pt x="6835" y="126811"/>
                </a:lnTo>
                <a:lnTo>
                  <a:pt x="7229" y="127897"/>
                </a:lnTo>
                <a:lnTo>
                  <a:pt x="7631" y="128970"/>
                </a:lnTo>
                <a:lnTo>
                  <a:pt x="8040" y="130030"/>
                </a:lnTo>
                <a:lnTo>
                  <a:pt x="8457" y="131078"/>
                </a:lnTo>
                <a:lnTo>
                  <a:pt x="8881" y="132113"/>
                </a:lnTo>
                <a:lnTo>
                  <a:pt x="9313" y="133136"/>
                </a:lnTo>
                <a:lnTo>
                  <a:pt x="9752" y="134146"/>
                </a:lnTo>
                <a:lnTo>
                  <a:pt x="10199" y="135144"/>
                </a:lnTo>
                <a:lnTo>
                  <a:pt x="10653" y="136130"/>
                </a:lnTo>
                <a:lnTo>
                  <a:pt x="11116" y="137103"/>
                </a:lnTo>
                <a:lnTo>
                  <a:pt x="11585" y="138063"/>
                </a:lnTo>
                <a:lnTo>
                  <a:pt x="12062" y="139011"/>
                </a:lnTo>
                <a:lnTo>
                  <a:pt x="12547" y="139947"/>
                </a:lnTo>
                <a:lnTo>
                  <a:pt x="13040" y="140870"/>
                </a:lnTo>
                <a:lnTo>
                  <a:pt x="13540" y="141780"/>
                </a:lnTo>
                <a:lnTo>
                  <a:pt x="14047" y="142678"/>
                </a:lnTo>
                <a:lnTo>
                  <a:pt x="14559" y="143564"/>
                </a:lnTo>
                <a:lnTo>
                  <a:pt x="15074" y="144437"/>
                </a:lnTo>
                <a:lnTo>
                  <a:pt x="15591" y="145297"/>
                </a:lnTo>
                <a:lnTo>
                  <a:pt x="16110" y="146145"/>
                </a:lnTo>
                <a:lnTo>
                  <a:pt x="16632" y="146980"/>
                </a:lnTo>
                <a:lnTo>
                  <a:pt x="17155" y="147802"/>
                </a:lnTo>
                <a:lnTo>
                  <a:pt x="17681" y="148612"/>
                </a:lnTo>
                <a:lnTo>
                  <a:pt x="18209" y="149409"/>
                </a:lnTo>
                <a:lnTo>
                  <a:pt x="18740" y="150193"/>
                </a:lnTo>
                <a:lnTo>
                  <a:pt x="19272" y="150965"/>
                </a:lnTo>
                <a:lnTo>
                  <a:pt x="19807" y="151725"/>
                </a:lnTo>
                <a:lnTo>
                  <a:pt x="20344" y="152471"/>
                </a:lnTo>
                <a:lnTo>
                  <a:pt x="20883" y="153205"/>
                </a:lnTo>
                <a:lnTo>
                  <a:pt x="21425" y="153927"/>
                </a:lnTo>
                <a:lnTo>
                  <a:pt x="21969" y="154636"/>
                </a:lnTo>
                <a:lnTo>
                  <a:pt x="22515" y="155332"/>
                </a:lnTo>
                <a:lnTo>
                  <a:pt x="23063" y="156015"/>
                </a:lnTo>
                <a:lnTo>
                  <a:pt x="23614" y="156686"/>
                </a:lnTo>
                <a:lnTo>
                  <a:pt x="24166" y="157344"/>
                </a:lnTo>
                <a:lnTo>
                  <a:pt x="24721" y="157990"/>
                </a:lnTo>
                <a:lnTo>
                  <a:pt x="25279" y="158623"/>
                </a:lnTo>
                <a:lnTo>
                  <a:pt x="25838" y="159244"/>
                </a:lnTo>
                <a:lnTo>
                  <a:pt x="26400" y="159851"/>
                </a:lnTo>
                <a:lnTo>
                  <a:pt x="26964" y="160447"/>
                </a:lnTo>
                <a:lnTo>
                  <a:pt x="27527" y="161029"/>
                </a:lnTo>
                <a:lnTo>
                  <a:pt x="28087" y="161597"/>
                </a:lnTo>
                <a:lnTo>
                  <a:pt x="28643" y="162152"/>
                </a:lnTo>
                <a:lnTo>
                  <a:pt x="29195" y="162693"/>
                </a:lnTo>
                <a:lnTo>
                  <a:pt x="29744" y="163221"/>
                </a:lnTo>
                <a:lnTo>
                  <a:pt x="30289" y="163735"/>
                </a:lnTo>
                <a:lnTo>
                  <a:pt x="30830" y="164236"/>
                </a:lnTo>
                <a:lnTo>
                  <a:pt x="31368" y="164722"/>
                </a:lnTo>
                <a:lnTo>
                  <a:pt x="31902" y="165196"/>
                </a:lnTo>
                <a:lnTo>
                  <a:pt x="32433" y="165655"/>
                </a:lnTo>
                <a:lnTo>
                  <a:pt x="32960" y="166102"/>
                </a:lnTo>
                <a:lnTo>
                  <a:pt x="33483" y="166534"/>
                </a:lnTo>
                <a:lnTo>
                  <a:pt x="34002" y="166953"/>
                </a:lnTo>
                <a:lnTo>
                  <a:pt x="34518" y="167358"/>
                </a:lnTo>
                <a:lnTo>
                  <a:pt x="35031" y="167750"/>
                </a:lnTo>
                <a:lnTo>
                  <a:pt x="35539" y="168128"/>
                </a:lnTo>
                <a:lnTo>
                  <a:pt x="36044" y="168493"/>
                </a:lnTo>
                <a:lnTo>
                  <a:pt x="36546" y="168844"/>
                </a:lnTo>
                <a:lnTo>
                  <a:pt x="37043" y="169181"/>
                </a:lnTo>
                <a:lnTo>
                  <a:pt x="37537" y="169505"/>
                </a:lnTo>
                <a:lnTo>
                  <a:pt x="38028" y="169815"/>
                </a:lnTo>
                <a:lnTo>
                  <a:pt x="38515" y="170112"/>
                </a:lnTo>
                <a:lnTo>
                  <a:pt x="38998" y="170395"/>
                </a:lnTo>
                <a:lnTo>
                  <a:pt x="39477" y="170664"/>
                </a:lnTo>
                <a:lnTo>
                  <a:pt x="42626" y="161617"/>
                </a:lnTo>
                <a:lnTo>
                  <a:pt x="42229" y="161290"/>
                </a:lnTo>
                <a:lnTo>
                  <a:pt x="41831" y="160952"/>
                </a:lnTo>
                <a:lnTo>
                  <a:pt x="41433" y="160606"/>
                </a:lnTo>
                <a:lnTo>
                  <a:pt x="41035" y="160250"/>
                </a:lnTo>
                <a:lnTo>
                  <a:pt x="40636" y="159885"/>
                </a:lnTo>
                <a:lnTo>
                  <a:pt x="40237" y="159510"/>
                </a:lnTo>
                <a:lnTo>
                  <a:pt x="39837" y="159126"/>
                </a:lnTo>
                <a:lnTo>
                  <a:pt x="39437" y="158733"/>
                </a:lnTo>
                <a:lnTo>
                  <a:pt x="39036" y="158330"/>
                </a:lnTo>
                <a:lnTo>
                  <a:pt x="38635" y="157918"/>
                </a:lnTo>
                <a:lnTo>
                  <a:pt x="38234" y="157496"/>
                </a:lnTo>
                <a:lnTo>
                  <a:pt x="37832" y="157065"/>
                </a:lnTo>
                <a:lnTo>
                  <a:pt x="37430" y="156624"/>
                </a:lnTo>
                <a:lnTo>
                  <a:pt x="37027" y="156174"/>
                </a:lnTo>
                <a:lnTo>
                  <a:pt x="36624" y="155715"/>
                </a:lnTo>
                <a:lnTo>
                  <a:pt x="36221" y="155246"/>
                </a:lnTo>
                <a:lnTo>
                  <a:pt x="35817" y="154768"/>
                </a:lnTo>
                <a:lnTo>
                  <a:pt x="35413" y="154280"/>
                </a:lnTo>
                <a:lnTo>
                  <a:pt x="35008" y="153783"/>
                </a:lnTo>
                <a:lnTo>
                  <a:pt x="34603" y="153277"/>
                </a:lnTo>
                <a:lnTo>
                  <a:pt x="34198" y="152761"/>
                </a:lnTo>
                <a:lnTo>
                  <a:pt x="33792" y="152236"/>
                </a:lnTo>
                <a:lnTo>
                  <a:pt x="33385" y="151702"/>
                </a:lnTo>
                <a:lnTo>
                  <a:pt x="32978" y="151158"/>
                </a:lnTo>
                <a:lnTo>
                  <a:pt x="32573" y="150604"/>
                </a:lnTo>
                <a:lnTo>
                  <a:pt x="32170" y="150041"/>
                </a:lnTo>
                <a:lnTo>
                  <a:pt x="31770" y="149468"/>
                </a:lnTo>
                <a:lnTo>
                  <a:pt x="31373" y="148886"/>
                </a:lnTo>
                <a:lnTo>
                  <a:pt x="30978" y="148294"/>
                </a:lnTo>
                <a:lnTo>
                  <a:pt x="30587" y="147692"/>
                </a:lnTo>
                <a:lnTo>
                  <a:pt x="30198" y="147081"/>
                </a:lnTo>
                <a:lnTo>
                  <a:pt x="29812" y="146460"/>
                </a:lnTo>
                <a:lnTo>
                  <a:pt x="29429" y="145829"/>
                </a:lnTo>
                <a:lnTo>
                  <a:pt x="29048" y="145189"/>
                </a:lnTo>
                <a:lnTo>
                  <a:pt x="28671" y="144538"/>
                </a:lnTo>
                <a:lnTo>
                  <a:pt x="28296" y="143879"/>
                </a:lnTo>
                <a:lnTo>
                  <a:pt x="27924" y="143209"/>
                </a:lnTo>
                <a:lnTo>
                  <a:pt x="27555" y="142530"/>
                </a:lnTo>
                <a:lnTo>
                  <a:pt x="27188" y="141841"/>
                </a:lnTo>
                <a:lnTo>
                  <a:pt x="26825" y="141142"/>
                </a:lnTo>
                <a:lnTo>
                  <a:pt x="26464" y="140434"/>
                </a:lnTo>
                <a:lnTo>
                  <a:pt x="26106" y="139716"/>
                </a:lnTo>
                <a:lnTo>
                  <a:pt x="25751" y="138989"/>
                </a:lnTo>
                <a:lnTo>
                  <a:pt x="25399" y="138252"/>
                </a:lnTo>
                <a:lnTo>
                  <a:pt x="25049" y="137505"/>
                </a:lnTo>
                <a:lnTo>
                  <a:pt x="24702" y="136748"/>
                </a:lnTo>
                <a:lnTo>
                  <a:pt x="24358" y="135982"/>
                </a:lnTo>
                <a:lnTo>
                  <a:pt x="24017" y="135206"/>
                </a:lnTo>
                <a:lnTo>
                  <a:pt x="23680" y="134420"/>
                </a:lnTo>
                <a:lnTo>
                  <a:pt x="23349" y="133624"/>
                </a:lnTo>
                <a:lnTo>
                  <a:pt x="23023" y="132818"/>
                </a:lnTo>
                <a:lnTo>
                  <a:pt x="22702" y="132001"/>
                </a:lnTo>
                <a:lnTo>
                  <a:pt x="22387" y="131175"/>
                </a:lnTo>
                <a:lnTo>
                  <a:pt x="22077" y="130338"/>
                </a:lnTo>
                <a:lnTo>
                  <a:pt x="21773" y="129491"/>
                </a:lnTo>
                <a:lnTo>
                  <a:pt x="21474" y="128633"/>
                </a:lnTo>
                <a:lnTo>
                  <a:pt x="21181" y="127766"/>
                </a:lnTo>
                <a:lnTo>
                  <a:pt x="20893" y="126888"/>
                </a:lnTo>
                <a:lnTo>
                  <a:pt x="20611" y="126000"/>
                </a:lnTo>
                <a:lnTo>
                  <a:pt x="20334" y="125101"/>
                </a:lnTo>
                <a:lnTo>
                  <a:pt x="20063" y="124193"/>
                </a:lnTo>
                <a:lnTo>
                  <a:pt x="19797" y="123274"/>
                </a:lnTo>
                <a:lnTo>
                  <a:pt x="19536" y="122345"/>
                </a:lnTo>
                <a:lnTo>
                  <a:pt x="19281" y="121405"/>
                </a:lnTo>
                <a:lnTo>
                  <a:pt x="19032" y="120456"/>
                </a:lnTo>
                <a:lnTo>
                  <a:pt x="18787" y="119496"/>
                </a:lnTo>
                <a:lnTo>
                  <a:pt x="18549" y="118526"/>
                </a:lnTo>
                <a:lnTo>
                  <a:pt x="18316" y="117546"/>
                </a:lnTo>
                <a:lnTo>
                  <a:pt x="18088" y="116555"/>
                </a:lnTo>
                <a:lnTo>
                  <a:pt x="17866" y="115554"/>
                </a:lnTo>
                <a:lnTo>
                  <a:pt x="17649" y="114543"/>
                </a:lnTo>
                <a:lnTo>
                  <a:pt x="17438" y="113522"/>
                </a:lnTo>
                <a:lnTo>
                  <a:pt x="17234" y="112490"/>
                </a:lnTo>
                <a:lnTo>
                  <a:pt x="17038" y="111448"/>
                </a:lnTo>
                <a:lnTo>
                  <a:pt x="16851" y="110395"/>
                </a:lnTo>
                <a:lnTo>
                  <a:pt x="16673" y="109332"/>
                </a:lnTo>
                <a:lnTo>
                  <a:pt x="16504" y="108258"/>
                </a:lnTo>
                <a:lnTo>
                  <a:pt x="16343" y="107173"/>
                </a:lnTo>
                <a:lnTo>
                  <a:pt x="16191" y="106078"/>
                </a:lnTo>
                <a:lnTo>
                  <a:pt x="16047" y="104973"/>
                </a:lnTo>
                <a:lnTo>
                  <a:pt x="15913" y="103857"/>
                </a:lnTo>
                <a:lnTo>
                  <a:pt x="15787" y="102731"/>
                </a:lnTo>
                <a:lnTo>
                  <a:pt x="15669" y="101594"/>
                </a:lnTo>
                <a:lnTo>
                  <a:pt x="15561" y="100446"/>
                </a:lnTo>
                <a:lnTo>
                  <a:pt x="15461" y="99288"/>
                </a:lnTo>
                <a:lnTo>
                  <a:pt x="15370" y="98120"/>
                </a:lnTo>
                <a:lnTo>
                  <a:pt x="15287" y="96941"/>
                </a:lnTo>
                <a:lnTo>
                  <a:pt x="15213" y="95751"/>
                </a:lnTo>
                <a:lnTo>
                  <a:pt x="15148" y="94551"/>
                </a:lnTo>
                <a:lnTo>
                  <a:pt x="15092" y="93341"/>
                </a:lnTo>
                <a:lnTo>
                  <a:pt x="15044" y="92120"/>
                </a:lnTo>
                <a:lnTo>
                  <a:pt x="15005" y="90888"/>
                </a:lnTo>
                <a:lnTo>
                  <a:pt x="14974" y="89646"/>
                </a:lnTo>
                <a:lnTo>
                  <a:pt x="14952" y="88393"/>
                </a:lnTo>
                <a:lnTo>
                  <a:pt x="14939" y="87130"/>
                </a:lnTo>
                <a:lnTo>
                  <a:pt x="14935" y="85857"/>
                </a:lnTo>
                <a:lnTo>
                  <a:pt x="14935" y="84727"/>
                </a:lnTo>
                <a:lnTo>
                  <a:pt x="14939" y="83453"/>
                </a:lnTo>
                <a:lnTo>
                  <a:pt x="14952" y="82190"/>
                </a:lnTo>
                <a:lnTo>
                  <a:pt x="14974" y="80938"/>
                </a:lnTo>
                <a:lnTo>
                  <a:pt x="15005" y="79696"/>
                </a:lnTo>
                <a:lnTo>
                  <a:pt x="15044" y="78465"/>
                </a:lnTo>
                <a:lnTo>
                  <a:pt x="15092" y="77245"/>
                </a:lnTo>
                <a:lnTo>
                  <a:pt x="15148" y="76036"/>
                </a:lnTo>
                <a:lnTo>
                  <a:pt x="15213" y="74837"/>
                </a:lnTo>
                <a:lnTo>
                  <a:pt x="15287" y="73649"/>
                </a:lnTo>
                <a:lnTo>
                  <a:pt x="15370" y="72471"/>
                </a:lnTo>
                <a:lnTo>
                  <a:pt x="15461" y="71304"/>
                </a:lnTo>
                <a:lnTo>
                  <a:pt x="15561" y="70148"/>
                </a:lnTo>
                <a:lnTo>
                  <a:pt x="15669" y="69002"/>
                </a:lnTo>
                <a:lnTo>
                  <a:pt x="15787" y="67867"/>
                </a:lnTo>
                <a:lnTo>
                  <a:pt x="15913" y="66743"/>
                </a:lnTo>
                <a:lnTo>
                  <a:pt x="16047" y="65629"/>
                </a:lnTo>
                <a:lnTo>
                  <a:pt x="16191" y="64526"/>
                </a:lnTo>
                <a:lnTo>
                  <a:pt x="16343" y="63434"/>
                </a:lnTo>
                <a:lnTo>
                  <a:pt x="16504" y="62352"/>
                </a:lnTo>
                <a:lnTo>
                  <a:pt x="16673" y="61281"/>
                </a:lnTo>
                <a:lnTo>
                  <a:pt x="16851" y="60221"/>
                </a:lnTo>
                <a:lnTo>
                  <a:pt x="17038" y="59171"/>
                </a:lnTo>
                <a:lnTo>
                  <a:pt x="17234" y="58132"/>
                </a:lnTo>
                <a:lnTo>
                  <a:pt x="17438" y="57104"/>
                </a:lnTo>
                <a:lnTo>
                  <a:pt x="17649" y="56086"/>
                </a:lnTo>
                <a:lnTo>
                  <a:pt x="17866" y="55078"/>
                </a:lnTo>
                <a:lnTo>
                  <a:pt x="18088" y="54081"/>
                </a:lnTo>
                <a:lnTo>
                  <a:pt x="18316" y="53094"/>
                </a:lnTo>
                <a:lnTo>
                  <a:pt x="18549" y="52118"/>
                </a:lnTo>
                <a:lnTo>
                  <a:pt x="18787" y="51152"/>
                </a:lnTo>
                <a:lnTo>
                  <a:pt x="19032" y="50196"/>
                </a:lnTo>
                <a:lnTo>
                  <a:pt x="19281" y="49251"/>
                </a:lnTo>
                <a:lnTo>
                  <a:pt x="19536" y="48316"/>
                </a:lnTo>
                <a:lnTo>
                  <a:pt x="19797" y="47391"/>
                </a:lnTo>
                <a:lnTo>
                  <a:pt x="20063" y="46477"/>
                </a:lnTo>
                <a:lnTo>
                  <a:pt x="20334" y="45574"/>
                </a:lnTo>
                <a:lnTo>
                  <a:pt x="20611" y="44680"/>
                </a:lnTo>
                <a:lnTo>
                  <a:pt x="20893" y="43797"/>
                </a:lnTo>
                <a:lnTo>
                  <a:pt x="21181" y="42925"/>
                </a:lnTo>
                <a:lnTo>
                  <a:pt x="21474" y="42062"/>
                </a:lnTo>
                <a:lnTo>
                  <a:pt x="21773" y="41211"/>
                </a:lnTo>
                <a:lnTo>
                  <a:pt x="22077" y="40369"/>
                </a:lnTo>
                <a:lnTo>
                  <a:pt x="22387" y="39538"/>
                </a:lnTo>
                <a:lnTo>
                  <a:pt x="22702" y="38718"/>
                </a:lnTo>
                <a:lnTo>
                  <a:pt x="23023" y="37907"/>
                </a:lnTo>
                <a:lnTo>
                  <a:pt x="23349" y="37108"/>
                </a:lnTo>
                <a:lnTo>
                  <a:pt x="23680" y="36318"/>
                </a:lnTo>
                <a:lnTo>
                  <a:pt x="24017" y="35539"/>
                </a:lnTo>
                <a:lnTo>
                  <a:pt x="24358" y="34770"/>
                </a:lnTo>
                <a:lnTo>
                  <a:pt x="24702" y="34011"/>
                </a:lnTo>
                <a:lnTo>
                  <a:pt x="25049" y="33262"/>
                </a:lnTo>
                <a:lnTo>
                  <a:pt x="25399" y="32523"/>
                </a:lnTo>
                <a:lnTo>
                  <a:pt x="25751" y="31795"/>
                </a:lnTo>
                <a:lnTo>
                  <a:pt x="26106" y="31076"/>
                </a:lnTo>
                <a:lnTo>
                  <a:pt x="26464" y="30368"/>
                </a:lnTo>
                <a:lnTo>
                  <a:pt x="26825" y="29670"/>
                </a:lnTo>
                <a:lnTo>
                  <a:pt x="27188" y="28981"/>
                </a:lnTo>
                <a:lnTo>
                  <a:pt x="27555" y="28303"/>
                </a:lnTo>
                <a:lnTo>
                  <a:pt x="27924" y="27635"/>
                </a:lnTo>
                <a:lnTo>
                  <a:pt x="28296" y="26977"/>
                </a:lnTo>
                <a:lnTo>
                  <a:pt x="28671" y="26329"/>
                </a:lnTo>
                <a:lnTo>
                  <a:pt x="29048" y="25692"/>
                </a:lnTo>
                <a:lnTo>
                  <a:pt x="29429" y="25064"/>
                </a:lnTo>
                <a:lnTo>
                  <a:pt x="29812" y="24446"/>
                </a:lnTo>
                <a:lnTo>
                  <a:pt x="30198" y="23839"/>
                </a:lnTo>
                <a:lnTo>
                  <a:pt x="30587" y="23242"/>
                </a:lnTo>
                <a:lnTo>
                  <a:pt x="30978" y="22654"/>
                </a:lnTo>
                <a:lnTo>
                  <a:pt x="31373" y="22077"/>
                </a:lnTo>
                <a:lnTo>
                  <a:pt x="31770" y="21510"/>
                </a:lnTo>
                <a:lnTo>
                  <a:pt x="32170" y="20953"/>
                </a:lnTo>
                <a:lnTo>
                  <a:pt x="32573" y="20406"/>
                </a:lnTo>
                <a:lnTo>
                  <a:pt x="32978" y="19870"/>
                </a:lnTo>
                <a:lnTo>
                  <a:pt x="33385" y="19343"/>
                </a:lnTo>
                <a:lnTo>
                  <a:pt x="33792" y="18825"/>
                </a:lnTo>
                <a:lnTo>
                  <a:pt x="34198" y="18318"/>
                </a:lnTo>
                <a:lnTo>
                  <a:pt x="34603" y="17819"/>
                </a:lnTo>
                <a:lnTo>
                  <a:pt x="35008" y="17330"/>
                </a:lnTo>
                <a:lnTo>
                  <a:pt x="35413" y="16851"/>
                </a:lnTo>
                <a:lnTo>
                  <a:pt x="35817" y="16381"/>
                </a:lnTo>
                <a:lnTo>
                  <a:pt x="36221" y="15921"/>
                </a:lnTo>
                <a:lnTo>
                  <a:pt x="36624" y="15471"/>
                </a:lnTo>
                <a:lnTo>
                  <a:pt x="37027" y="15029"/>
                </a:lnTo>
                <a:lnTo>
                  <a:pt x="37430" y="14598"/>
                </a:lnTo>
                <a:lnTo>
                  <a:pt x="37832" y="14176"/>
                </a:lnTo>
                <a:lnTo>
                  <a:pt x="38234" y="13763"/>
                </a:lnTo>
                <a:lnTo>
                  <a:pt x="38635" y="13360"/>
                </a:lnTo>
                <a:lnTo>
                  <a:pt x="39036" y="12967"/>
                </a:lnTo>
                <a:lnTo>
                  <a:pt x="39437" y="12583"/>
                </a:lnTo>
                <a:lnTo>
                  <a:pt x="39837" y="12208"/>
                </a:lnTo>
                <a:lnTo>
                  <a:pt x="40237" y="11843"/>
                </a:lnTo>
                <a:lnTo>
                  <a:pt x="40636" y="11488"/>
                </a:lnTo>
                <a:lnTo>
                  <a:pt x="41035" y="11142"/>
                </a:lnTo>
                <a:lnTo>
                  <a:pt x="41433" y="10806"/>
                </a:lnTo>
                <a:lnTo>
                  <a:pt x="41831" y="10479"/>
                </a:lnTo>
                <a:lnTo>
                  <a:pt x="42229" y="10162"/>
                </a:lnTo>
                <a:lnTo>
                  <a:pt x="42626" y="9854"/>
                </a:lnTo>
                <a:lnTo>
                  <a:pt x="39477" y="0"/>
                </a:lnTo>
                <a:lnTo>
                  <a:pt x="38998" y="269"/>
                </a:lnTo>
                <a:lnTo>
                  <a:pt x="38515" y="552"/>
                </a:lnTo>
                <a:lnTo>
                  <a:pt x="38028" y="849"/>
                </a:lnTo>
                <a:lnTo>
                  <a:pt x="37537" y="1159"/>
                </a:lnTo>
                <a:lnTo>
                  <a:pt x="37043" y="1483"/>
                </a:lnTo>
                <a:lnTo>
                  <a:pt x="36546" y="1820"/>
                </a:lnTo>
                <a:lnTo>
                  <a:pt x="36044" y="2171"/>
                </a:lnTo>
                <a:lnTo>
                  <a:pt x="35539" y="2536"/>
                </a:lnTo>
                <a:lnTo>
                  <a:pt x="35031" y="2914"/>
                </a:lnTo>
                <a:lnTo>
                  <a:pt x="34518" y="3306"/>
                </a:lnTo>
                <a:lnTo>
                  <a:pt x="34002" y="3711"/>
                </a:lnTo>
                <a:lnTo>
                  <a:pt x="33483" y="4130"/>
                </a:lnTo>
                <a:lnTo>
                  <a:pt x="32960" y="4562"/>
                </a:lnTo>
                <a:lnTo>
                  <a:pt x="32433" y="5009"/>
                </a:lnTo>
                <a:lnTo>
                  <a:pt x="31902" y="5468"/>
                </a:lnTo>
                <a:lnTo>
                  <a:pt x="31368" y="5942"/>
                </a:lnTo>
                <a:lnTo>
                  <a:pt x="30830" y="6428"/>
                </a:lnTo>
                <a:lnTo>
                  <a:pt x="30289" y="6929"/>
                </a:lnTo>
                <a:lnTo>
                  <a:pt x="29744" y="7443"/>
                </a:lnTo>
                <a:lnTo>
                  <a:pt x="29195" y="7971"/>
                </a:lnTo>
                <a:lnTo>
                  <a:pt x="28643" y="8512"/>
                </a:lnTo>
                <a:lnTo>
                  <a:pt x="28087" y="9067"/>
                </a:lnTo>
                <a:lnTo>
                  <a:pt x="27527" y="9635"/>
                </a:lnTo>
                <a:lnTo>
                  <a:pt x="26964" y="10217"/>
                </a:lnTo>
                <a:lnTo>
                  <a:pt x="26400" y="10813"/>
                </a:lnTo>
                <a:lnTo>
                  <a:pt x="25838" y="11421"/>
                </a:lnTo>
                <a:lnTo>
                  <a:pt x="25279" y="12041"/>
                </a:lnTo>
                <a:lnTo>
                  <a:pt x="24721" y="12675"/>
                </a:lnTo>
                <a:lnTo>
                  <a:pt x="24166" y="13321"/>
                </a:lnTo>
                <a:lnTo>
                  <a:pt x="23614" y="13980"/>
                </a:lnTo>
                <a:lnTo>
                  <a:pt x="23063" y="14652"/>
                </a:lnTo>
                <a:lnTo>
                  <a:pt x="22515" y="15337"/>
                </a:lnTo>
                <a:lnTo>
                  <a:pt x="21969" y="16034"/>
                </a:lnTo>
                <a:lnTo>
                  <a:pt x="21425" y="16744"/>
                </a:lnTo>
                <a:lnTo>
                  <a:pt x="20883" y="17467"/>
                </a:lnTo>
                <a:lnTo>
                  <a:pt x="20344" y="18203"/>
                </a:lnTo>
                <a:lnTo>
                  <a:pt x="19807" y="18951"/>
                </a:lnTo>
                <a:lnTo>
                  <a:pt x="19272" y="19712"/>
                </a:lnTo>
                <a:lnTo>
                  <a:pt x="18740" y="20486"/>
                </a:lnTo>
                <a:lnTo>
                  <a:pt x="18209" y="21273"/>
                </a:lnTo>
                <a:lnTo>
                  <a:pt x="17681" y="22072"/>
                </a:lnTo>
                <a:lnTo>
                  <a:pt x="17155" y="22885"/>
                </a:lnTo>
                <a:lnTo>
                  <a:pt x="16632" y="23710"/>
                </a:lnTo>
                <a:lnTo>
                  <a:pt x="16110" y="24547"/>
                </a:lnTo>
                <a:lnTo>
                  <a:pt x="15591" y="25398"/>
                </a:lnTo>
                <a:lnTo>
                  <a:pt x="15074" y="26261"/>
                </a:lnTo>
                <a:lnTo>
                  <a:pt x="14559" y="27137"/>
                </a:lnTo>
                <a:lnTo>
                  <a:pt x="14047" y="28026"/>
                </a:lnTo>
                <a:lnTo>
                  <a:pt x="13540" y="28927"/>
                </a:lnTo>
                <a:lnTo>
                  <a:pt x="13040" y="29841"/>
                </a:lnTo>
                <a:lnTo>
                  <a:pt x="12547" y="30767"/>
                </a:lnTo>
                <a:lnTo>
                  <a:pt x="12062" y="31704"/>
                </a:lnTo>
                <a:lnTo>
                  <a:pt x="11585" y="32654"/>
                </a:lnTo>
                <a:lnTo>
                  <a:pt x="11116" y="33617"/>
                </a:lnTo>
                <a:lnTo>
                  <a:pt x="10653" y="34591"/>
                </a:lnTo>
                <a:lnTo>
                  <a:pt x="10199" y="35578"/>
                </a:lnTo>
                <a:lnTo>
                  <a:pt x="9752" y="36577"/>
                </a:lnTo>
                <a:lnTo>
                  <a:pt x="9313" y="37588"/>
                </a:lnTo>
                <a:lnTo>
                  <a:pt x="8881" y="38611"/>
                </a:lnTo>
                <a:lnTo>
                  <a:pt x="8457" y="39647"/>
                </a:lnTo>
                <a:lnTo>
                  <a:pt x="8040" y="40695"/>
                </a:lnTo>
                <a:lnTo>
                  <a:pt x="7631" y="41754"/>
                </a:lnTo>
                <a:lnTo>
                  <a:pt x="7229" y="42827"/>
                </a:lnTo>
                <a:lnTo>
                  <a:pt x="6835" y="43911"/>
                </a:lnTo>
                <a:lnTo>
                  <a:pt x="6449" y="45007"/>
                </a:lnTo>
                <a:lnTo>
                  <a:pt x="6070" y="46116"/>
                </a:lnTo>
                <a:lnTo>
                  <a:pt x="5699" y="47237"/>
                </a:lnTo>
                <a:lnTo>
                  <a:pt x="5335" y="48370"/>
                </a:lnTo>
                <a:lnTo>
                  <a:pt x="4979" y="49516"/>
                </a:lnTo>
                <a:lnTo>
                  <a:pt x="4630" y="50673"/>
                </a:lnTo>
                <a:lnTo>
                  <a:pt x="4289" y="51843"/>
                </a:lnTo>
                <a:lnTo>
                  <a:pt x="3956" y="53025"/>
                </a:lnTo>
                <a:lnTo>
                  <a:pt x="3633" y="54219"/>
                </a:lnTo>
                <a:lnTo>
                  <a:pt x="3324" y="55424"/>
                </a:lnTo>
                <a:lnTo>
                  <a:pt x="3029" y="56641"/>
                </a:lnTo>
                <a:lnTo>
                  <a:pt x="2747" y="57870"/>
                </a:lnTo>
                <a:lnTo>
                  <a:pt x="2479" y="59110"/>
                </a:lnTo>
                <a:lnTo>
                  <a:pt x="2225" y="60362"/>
                </a:lnTo>
                <a:lnTo>
                  <a:pt x="1985" y="61626"/>
                </a:lnTo>
                <a:lnTo>
                  <a:pt x="1758" y="62901"/>
                </a:lnTo>
                <a:lnTo>
                  <a:pt x="1545" y="64188"/>
                </a:lnTo>
                <a:lnTo>
                  <a:pt x="1346" y="65487"/>
                </a:lnTo>
                <a:lnTo>
                  <a:pt x="1161" y="66797"/>
                </a:lnTo>
                <a:lnTo>
                  <a:pt x="989" y="68119"/>
                </a:lnTo>
                <a:lnTo>
                  <a:pt x="831" y="69452"/>
                </a:lnTo>
                <a:lnTo>
                  <a:pt x="687" y="70797"/>
                </a:lnTo>
                <a:lnTo>
                  <a:pt x="556" y="72154"/>
                </a:lnTo>
                <a:lnTo>
                  <a:pt x="440" y="73522"/>
                </a:lnTo>
                <a:lnTo>
                  <a:pt x="337" y="74902"/>
                </a:lnTo>
                <a:lnTo>
                  <a:pt x="247" y="76294"/>
                </a:lnTo>
                <a:lnTo>
                  <a:pt x="172" y="77697"/>
                </a:lnTo>
                <a:lnTo>
                  <a:pt x="110" y="79112"/>
                </a:lnTo>
                <a:lnTo>
                  <a:pt x="62" y="80539"/>
                </a:lnTo>
                <a:lnTo>
                  <a:pt x="27" y="81977"/>
                </a:lnTo>
                <a:lnTo>
                  <a:pt x="7" y="83427"/>
                </a:lnTo>
                <a:lnTo>
                  <a:pt x="0" y="84888"/>
                </a:lnTo>
                <a:lnTo>
                  <a:pt x="0" y="85695"/>
                </a:lnTo>
                <a:lnTo>
                  <a:pt x="7" y="87163"/>
                </a:lnTo>
                <a:lnTo>
                  <a:pt x="27" y="88620"/>
                </a:lnTo>
                <a:lnTo>
                  <a:pt x="62" y="90064"/>
                </a:lnTo>
                <a:lnTo>
                  <a:pt x="110" y="91497"/>
                </a:lnTo>
                <a:lnTo>
                  <a:pt x="172" y="92918"/>
                </a:lnTo>
                <a:close/>
                <a:moveTo>
                  <a:pt x="184007" y="76294"/>
                </a:moveTo>
                <a:lnTo>
                  <a:pt x="183918" y="74902"/>
                </a:lnTo>
                <a:lnTo>
                  <a:pt x="183815" y="73522"/>
                </a:lnTo>
                <a:lnTo>
                  <a:pt x="183698" y="72154"/>
                </a:lnTo>
                <a:lnTo>
                  <a:pt x="183568" y="70797"/>
                </a:lnTo>
                <a:lnTo>
                  <a:pt x="183424" y="69452"/>
                </a:lnTo>
                <a:lnTo>
                  <a:pt x="183266" y="68119"/>
                </a:lnTo>
                <a:lnTo>
                  <a:pt x="183094" y="66797"/>
                </a:lnTo>
                <a:lnTo>
                  <a:pt x="182909" y="65487"/>
                </a:lnTo>
                <a:lnTo>
                  <a:pt x="182709" y="64188"/>
                </a:lnTo>
                <a:lnTo>
                  <a:pt x="182496" y="62901"/>
                </a:lnTo>
                <a:lnTo>
                  <a:pt x="182270" y="61626"/>
                </a:lnTo>
                <a:lnTo>
                  <a:pt x="182029" y="60362"/>
                </a:lnTo>
                <a:lnTo>
                  <a:pt x="181775" y="59110"/>
                </a:lnTo>
                <a:lnTo>
                  <a:pt x="181508" y="57870"/>
                </a:lnTo>
                <a:lnTo>
                  <a:pt x="181226" y="56641"/>
                </a:lnTo>
                <a:lnTo>
                  <a:pt x="180931" y="55424"/>
                </a:lnTo>
                <a:lnTo>
                  <a:pt x="180622" y="54219"/>
                </a:lnTo>
                <a:lnTo>
                  <a:pt x="180299" y="53025"/>
                </a:lnTo>
                <a:lnTo>
                  <a:pt x="179965" y="51843"/>
                </a:lnTo>
                <a:lnTo>
                  <a:pt x="179624" y="50673"/>
                </a:lnTo>
                <a:lnTo>
                  <a:pt x="179276" y="49516"/>
                </a:lnTo>
                <a:lnTo>
                  <a:pt x="178920" y="48370"/>
                </a:lnTo>
                <a:lnTo>
                  <a:pt x="178556" y="47237"/>
                </a:lnTo>
                <a:lnTo>
                  <a:pt x="178185" y="46116"/>
                </a:lnTo>
                <a:lnTo>
                  <a:pt x="177806" y="45007"/>
                </a:lnTo>
                <a:lnTo>
                  <a:pt x="177419" y="43911"/>
                </a:lnTo>
                <a:lnTo>
                  <a:pt x="177025" y="42827"/>
                </a:lnTo>
                <a:lnTo>
                  <a:pt x="176624" y="41754"/>
                </a:lnTo>
                <a:lnTo>
                  <a:pt x="176215" y="40695"/>
                </a:lnTo>
                <a:lnTo>
                  <a:pt x="175798" y="39647"/>
                </a:lnTo>
                <a:lnTo>
                  <a:pt x="175374" y="38611"/>
                </a:lnTo>
                <a:lnTo>
                  <a:pt x="174942" y="37588"/>
                </a:lnTo>
                <a:lnTo>
                  <a:pt x="174503" y="36577"/>
                </a:lnTo>
                <a:lnTo>
                  <a:pt x="174056" y="35578"/>
                </a:lnTo>
                <a:lnTo>
                  <a:pt x="173601" y="34591"/>
                </a:lnTo>
                <a:lnTo>
                  <a:pt x="173139" y="33617"/>
                </a:lnTo>
                <a:lnTo>
                  <a:pt x="172669" y="32654"/>
                </a:lnTo>
                <a:lnTo>
                  <a:pt x="172192" y="31704"/>
                </a:lnTo>
                <a:lnTo>
                  <a:pt x="171707" y="30767"/>
                </a:lnTo>
                <a:lnTo>
                  <a:pt x="171215" y="29841"/>
                </a:lnTo>
                <a:lnTo>
                  <a:pt x="170715" y="28927"/>
                </a:lnTo>
                <a:lnTo>
                  <a:pt x="170208" y="28026"/>
                </a:lnTo>
                <a:lnTo>
                  <a:pt x="169695" y="27137"/>
                </a:lnTo>
                <a:lnTo>
                  <a:pt x="169180" y="26261"/>
                </a:lnTo>
                <a:lnTo>
                  <a:pt x="168664" y="25398"/>
                </a:lnTo>
                <a:lnTo>
                  <a:pt x="168144" y="24547"/>
                </a:lnTo>
                <a:lnTo>
                  <a:pt x="167623" y="23710"/>
                </a:lnTo>
                <a:lnTo>
                  <a:pt x="167099" y="22885"/>
                </a:lnTo>
                <a:lnTo>
                  <a:pt x="166574" y="22072"/>
                </a:lnTo>
                <a:lnTo>
                  <a:pt x="166045" y="21273"/>
                </a:lnTo>
                <a:lnTo>
                  <a:pt x="165515" y="20486"/>
                </a:lnTo>
                <a:lnTo>
                  <a:pt x="164982" y="19712"/>
                </a:lnTo>
                <a:lnTo>
                  <a:pt x="164448" y="18951"/>
                </a:lnTo>
                <a:lnTo>
                  <a:pt x="163911" y="18203"/>
                </a:lnTo>
                <a:lnTo>
                  <a:pt x="163371" y="17467"/>
                </a:lnTo>
                <a:lnTo>
                  <a:pt x="162830" y="16744"/>
                </a:lnTo>
                <a:lnTo>
                  <a:pt x="162286" y="16034"/>
                </a:lnTo>
                <a:lnTo>
                  <a:pt x="161740" y="15337"/>
                </a:lnTo>
                <a:lnTo>
                  <a:pt x="161191" y="14652"/>
                </a:lnTo>
                <a:lnTo>
                  <a:pt x="160641" y="13980"/>
                </a:lnTo>
                <a:lnTo>
                  <a:pt x="160088" y="13321"/>
                </a:lnTo>
                <a:lnTo>
                  <a:pt x="159533" y="12675"/>
                </a:lnTo>
                <a:lnTo>
                  <a:pt x="158976" y="12041"/>
                </a:lnTo>
                <a:lnTo>
                  <a:pt x="158416" y="11421"/>
                </a:lnTo>
                <a:lnTo>
                  <a:pt x="157855" y="10813"/>
                </a:lnTo>
                <a:lnTo>
                  <a:pt x="157291" y="10217"/>
                </a:lnTo>
                <a:lnTo>
                  <a:pt x="156727" y="9635"/>
                </a:lnTo>
                <a:lnTo>
                  <a:pt x="156168" y="9067"/>
                </a:lnTo>
                <a:lnTo>
                  <a:pt x="155612" y="8512"/>
                </a:lnTo>
                <a:lnTo>
                  <a:pt x="155059" y="7971"/>
                </a:lnTo>
                <a:lnTo>
                  <a:pt x="154511" y="7443"/>
                </a:lnTo>
                <a:lnTo>
                  <a:pt x="153966" y="6929"/>
                </a:lnTo>
                <a:lnTo>
                  <a:pt x="153424" y="6428"/>
                </a:lnTo>
                <a:lnTo>
                  <a:pt x="152886" y="5942"/>
                </a:lnTo>
                <a:lnTo>
                  <a:pt x="152352" y="5468"/>
                </a:lnTo>
                <a:lnTo>
                  <a:pt x="151822" y="5009"/>
                </a:lnTo>
                <a:lnTo>
                  <a:pt x="151295" y="4562"/>
                </a:lnTo>
                <a:lnTo>
                  <a:pt x="150772" y="4130"/>
                </a:lnTo>
                <a:lnTo>
                  <a:pt x="150252" y="3711"/>
                </a:lnTo>
                <a:lnTo>
                  <a:pt x="149736" y="3306"/>
                </a:lnTo>
                <a:lnTo>
                  <a:pt x="149224" y="2914"/>
                </a:lnTo>
                <a:lnTo>
                  <a:pt x="148715" y="2536"/>
                </a:lnTo>
                <a:lnTo>
                  <a:pt x="148210" y="2171"/>
                </a:lnTo>
                <a:lnTo>
                  <a:pt x="147709" y="1820"/>
                </a:lnTo>
                <a:lnTo>
                  <a:pt x="147211" y="1483"/>
                </a:lnTo>
                <a:lnTo>
                  <a:pt x="146717" y="1159"/>
                </a:lnTo>
                <a:lnTo>
                  <a:pt x="146227" y="849"/>
                </a:lnTo>
                <a:lnTo>
                  <a:pt x="145740" y="552"/>
                </a:lnTo>
                <a:lnTo>
                  <a:pt x="145257" y="269"/>
                </a:lnTo>
                <a:lnTo>
                  <a:pt x="144777" y="0"/>
                </a:lnTo>
                <a:lnTo>
                  <a:pt x="141629" y="9128"/>
                </a:lnTo>
                <a:lnTo>
                  <a:pt x="141986" y="9429"/>
                </a:lnTo>
                <a:lnTo>
                  <a:pt x="142346" y="9740"/>
                </a:lnTo>
                <a:lnTo>
                  <a:pt x="142707" y="10062"/>
                </a:lnTo>
                <a:lnTo>
                  <a:pt x="143070" y="10394"/>
                </a:lnTo>
                <a:lnTo>
                  <a:pt x="143435" y="10736"/>
                </a:lnTo>
                <a:lnTo>
                  <a:pt x="143801" y="11088"/>
                </a:lnTo>
                <a:lnTo>
                  <a:pt x="144170" y="11451"/>
                </a:lnTo>
                <a:lnTo>
                  <a:pt x="144540" y="11824"/>
                </a:lnTo>
                <a:lnTo>
                  <a:pt x="144912" y="12207"/>
                </a:lnTo>
                <a:lnTo>
                  <a:pt x="145286" y="12600"/>
                </a:lnTo>
                <a:lnTo>
                  <a:pt x="145661" y="13004"/>
                </a:lnTo>
                <a:lnTo>
                  <a:pt x="146039" y="13418"/>
                </a:lnTo>
                <a:lnTo>
                  <a:pt x="146418" y="13842"/>
                </a:lnTo>
                <a:lnTo>
                  <a:pt x="146799" y="14276"/>
                </a:lnTo>
                <a:lnTo>
                  <a:pt x="147182" y="14721"/>
                </a:lnTo>
                <a:lnTo>
                  <a:pt x="147567" y="15176"/>
                </a:lnTo>
                <a:lnTo>
                  <a:pt x="147954" y="15641"/>
                </a:lnTo>
                <a:lnTo>
                  <a:pt x="148342" y="16116"/>
                </a:lnTo>
                <a:lnTo>
                  <a:pt x="148732" y="16602"/>
                </a:lnTo>
                <a:lnTo>
                  <a:pt x="149125" y="17098"/>
                </a:lnTo>
                <a:lnTo>
                  <a:pt x="149518" y="17604"/>
                </a:lnTo>
                <a:lnTo>
                  <a:pt x="149914" y="18120"/>
                </a:lnTo>
                <a:lnTo>
                  <a:pt x="150312" y="18647"/>
                </a:lnTo>
                <a:lnTo>
                  <a:pt x="150711" y="19184"/>
                </a:lnTo>
                <a:lnTo>
                  <a:pt x="151110" y="19730"/>
                </a:lnTo>
                <a:lnTo>
                  <a:pt x="151508" y="20288"/>
                </a:lnTo>
                <a:lnTo>
                  <a:pt x="151903" y="20855"/>
                </a:lnTo>
                <a:lnTo>
                  <a:pt x="152297" y="21433"/>
                </a:lnTo>
                <a:lnTo>
                  <a:pt x="152688" y="22020"/>
                </a:lnTo>
                <a:lnTo>
                  <a:pt x="153078" y="22619"/>
                </a:lnTo>
                <a:lnTo>
                  <a:pt x="153465" y="23227"/>
                </a:lnTo>
                <a:lnTo>
                  <a:pt x="153851" y="23845"/>
                </a:lnTo>
                <a:lnTo>
                  <a:pt x="154234" y="24474"/>
                </a:lnTo>
                <a:lnTo>
                  <a:pt x="154616" y="25113"/>
                </a:lnTo>
                <a:lnTo>
                  <a:pt x="154996" y="25763"/>
                </a:lnTo>
                <a:lnTo>
                  <a:pt x="155373" y="26422"/>
                </a:lnTo>
                <a:lnTo>
                  <a:pt x="155749" y="27092"/>
                </a:lnTo>
                <a:lnTo>
                  <a:pt x="156123" y="27772"/>
                </a:lnTo>
                <a:lnTo>
                  <a:pt x="156495" y="28462"/>
                </a:lnTo>
                <a:lnTo>
                  <a:pt x="156865" y="29163"/>
                </a:lnTo>
                <a:lnTo>
                  <a:pt x="157232" y="29873"/>
                </a:lnTo>
                <a:lnTo>
                  <a:pt x="157598" y="30594"/>
                </a:lnTo>
                <a:lnTo>
                  <a:pt x="157962" y="31326"/>
                </a:lnTo>
                <a:lnTo>
                  <a:pt x="158324" y="32067"/>
                </a:lnTo>
                <a:lnTo>
                  <a:pt x="158685" y="32819"/>
                </a:lnTo>
                <a:lnTo>
                  <a:pt x="159043" y="33581"/>
                </a:lnTo>
                <a:lnTo>
                  <a:pt x="159399" y="34353"/>
                </a:lnTo>
                <a:lnTo>
                  <a:pt x="159753" y="35135"/>
                </a:lnTo>
                <a:lnTo>
                  <a:pt x="160103" y="35928"/>
                </a:lnTo>
                <a:lnTo>
                  <a:pt x="160448" y="36731"/>
                </a:lnTo>
                <a:lnTo>
                  <a:pt x="160788" y="37543"/>
                </a:lnTo>
                <a:lnTo>
                  <a:pt x="161122" y="38367"/>
                </a:lnTo>
                <a:lnTo>
                  <a:pt x="161451" y="39200"/>
                </a:lnTo>
                <a:lnTo>
                  <a:pt x="161774" y="40044"/>
                </a:lnTo>
                <a:lnTo>
                  <a:pt x="162091" y="40898"/>
                </a:lnTo>
                <a:lnTo>
                  <a:pt x="162404" y="41762"/>
                </a:lnTo>
                <a:lnTo>
                  <a:pt x="162710" y="42636"/>
                </a:lnTo>
                <a:lnTo>
                  <a:pt x="163012" y="43521"/>
                </a:lnTo>
                <a:lnTo>
                  <a:pt x="163307" y="44416"/>
                </a:lnTo>
                <a:lnTo>
                  <a:pt x="163598" y="45321"/>
                </a:lnTo>
                <a:lnTo>
                  <a:pt x="163883" y="46237"/>
                </a:lnTo>
                <a:lnTo>
                  <a:pt x="164162" y="47162"/>
                </a:lnTo>
                <a:lnTo>
                  <a:pt x="164436" y="48098"/>
                </a:lnTo>
                <a:lnTo>
                  <a:pt x="164704" y="49045"/>
                </a:lnTo>
                <a:lnTo>
                  <a:pt x="164967" y="50001"/>
                </a:lnTo>
                <a:lnTo>
                  <a:pt x="165225" y="50968"/>
                </a:lnTo>
                <a:lnTo>
                  <a:pt x="165477" y="51945"/>
                </a:lnTo>
                <a:lnTo>
                  <a:pt x="165724" y="52932"/>
                </a:lnTo>
                <a:lnTo>
                  <a:pt x="165965" y="53929"/>
                </a:lnTo>
                <a:lnTo>
                  <a:pt x="166200" y="54937"/>
                </a:lnTo>
                <a:lnTo>
                  <a:pt x="166431" y="55955"/>
                </a:lnTo>
                <a:lnTo>
                  <a:pt x="166655" y="56983"/>
                </a:lnTo>
                <a:lnTo>
                  <a:pt x="166873" y="58021"/>
                </a:lnTo>
                <a:lnTo>
                  <a:pt x="167081" y="59070"/>
                </a:lnTo>
                <a:lnTo>
                  <a:pt x="167280" y="60128"/>
                </a:lnTo>
                <a:lnTo>
                  <a:pt x="167469" y="61197"/>
                </a:lnTo>
                <a:lnTo>
                  <a:pt x="167650" y="62277"/>
                </a:lnTo>
                <a:lnTo>
                  <a:pt x="167821" y="63366"/>
                </a:lnTo>
                <a:lnTo>
                  <a:pt x="167983" y="64466"/>
                </a:lnTo>
                <a:lnTo>
                  <a:pt x="168135" y="65575"/>
                </a:lnTo>
                <a:lnTo>
                  <a:pt x="168279" y="66696"/>
                </a:lnTo>
                <a:lnTo>
                  <a:pt x="168413" y="67826"/>
                </a:lnTo>
                <a:lnTo>
                  <a:pt x="168538" y="68967"/>
                </a:lnTo>
                <a:lnTo>
                  <a:pt x="168653" y="70117"/>
                </a:lnTo>
                <a:lnTo>
                  <a:pt x="168760" y="71279"/>
                </a:lnTo>
                <a:lnTo>
                  <a:pt x="168857" y="72450"/>
                </a:lnTo>
                <a:lnTo>
                  <a:pt x="168945" y="73631"/>
                </a:lnTo>
                <a:lnTo>
                  <a:pt x="169023" y="74823"/>
                </a:lnTo>
                <a:lnTo>
                  <a:pt x="169093" y="76025"/>
                </a:lnTo>
                <a:lnTo>
                  <a:pt x="169153" y="77238"/>
                </a:lnTo>
                <a:lnTo>
                  <a:pt x="169204" y="78460"/>
                </a:lnTo>
                <a:lnTo>
                  <a:pt x="169245" y="79693"/>
                </a:lnTo>
                <a:lnTo>
                  <a:pt x="169278" y="80936"/>
                </a:lnTo>
                <a:lnTo>
                  <a:pt x="169301" y="82189"/>
                </a:lnTo>
                <a:lnTo>
                  <a:pt x="169315" y="83453"/>
                </a:lnTo>
                <a:lnTo>
                  <a:pt x="169319" y="84727"/>
                </a:lnTo>
                <a:lnTo>
                  <a:pt x="169319" y="85857"/>
                </a:lnTo>
                <a:lnTo>
                  <a:pt x="169315" y="87130"/>
                </a:lnTo>
                <a:lnTo>
                  <a:pt x="169302" y="88394"/>
                </a:lnTo>
                <a:lnTo>
                  <a:pt x="169280" y="89647"/>
                </a:lnTo>
                <a:lnTo>
                  <a:pt x="169250" y="90890"/>
                </a:lnTo>
                <a:lnTo>
                  <a:pt x="169211" y="92123"/>
                </a:lnTo>
                <a:lnTo>
                  <a:pt x="169163" y="93346"/>
                </a:lnTo>
                <a:lnTo>
                  <a:pt x="169107" y="94558"/>
                </a:lnTo>
                <a:lnTo>
                  <a:pt x="169041" y="95760"/>
                </a:lnTo>
                <a:lnTo>
                  <a:pt x="168968" y="96952"/>
                </a:lnTo>
                <a:lnTo>
                  <a:pt x="168885" y="98134"/>
                </a:lnTo>
                <a:lnTo>
                  <a:pt x="168794" y="99305"/>
                </a:lnTo>
                <a:lnTo>
                  <a:pt x="168694" y="100466"/>
                </a:lnTo>
                <a:lnTo>
                  <a:pt x="168585" y="101617"/>
                </a:lnTo>
                <a:lnTo>
                  <a:pt x="168468" y="102758"/>
                </a:lnTo>
                <a:lnTo>
                  <a:pt x="168342" y="103889"/>
                </a:lnTo>
                <a:lnTo>
                  <a:pt x="168207" y="105009"/>
                </a:lnTo>
                <a:lnTo>
                  <a:pt x="168064" y="106119"/>
                </a:lnTo>
                <a:lnTo>
                  <a:pt x="167912" y="107219"/>
                </a:lnTo>
                <a:lnTo>
                  <a:pt x="167751" y="108308"/>
                </a:lnTo>
                <a:lnTo>
                  <a:pt x="167582" y="109388"/>
                </a:lnTo>
                <a:lnTo>
                  <a:pt x="167403" y="110457"/>
                </a:lnTo>
                <a:lnTo>
                  <a:pt x="167217" y="111516"/>
                </a:lnTo>
                <a:lnTo>
                  <a:pt x="167021" y="112564"/>
                </a:lnTo>
                <a:lnTo>
                  <a:pt x="166817" y="113603"/>
                </a:lnTo>
                <a:lnTo>
                  <a:pt x="166605" y="114631"/>
                </a:lnTo>
                <a:lnTo>
                  <a:pt x="166389" y="115649"/>
                </a:lnTo>
                <a:lnTo>
                  <a:pt x="166166" y="116657"/>
                </a:lnTo>
                <a:lnTo>
                  <a:pt x="165938" y="117654"/>
                </a:lnTo>
                <a:lnTo>
                  <a:pt x="165704" y="118642"/>
                </a:lnTo>
                <a:lnTo>
                  <a:pt x="165465" y="119620"/>
                </a:lnTo>
                <a:lnTo>
                  <a:pt x="165220" y="120587"/>
                </a:lnTo>
                <a:lnTo>
                  <a:pt x="164969" y="121544"/>
                </a:lnTo>
                <a:lnTo>
                  <a:pt x="164713" y="122492"/>
                </a:lnTo>
                <a:lnTo>
                  <a:pt x="164451" y="123429"/>
                </a:lnTo>
                <a:lnTo>
                  <a:pt x="164184" y="124356"/>
                </a:lnTo>
                <a:lnTo>
                  <a:pt x="163911" y="125273"/>
                </a:lnTo>
                <a:lnTo>
                  <a:pt x="163632" y="126180"/>
                </a:lnTo>
                <a:lnTo>
                  <a:pt x="163348" y="127076"/>
                </a:lnTo>
                <a:lnTo>
                  <a:pt x="163058" y="127963"/>
                </a:lnTo>
                <a:lnTo>
                  <a:pt x="162762" y="128840"/>
                </a:lnTo>
                <a:lnTo>
                  <a:pt x="162461" y="129706"/>
                </a:lnTo>
                <a:lnTo>
                  <a:pt x="162155" y="130562"/>
                </a:lnTo>
                <a:lnTo>
                  <a:pt x="161842" y="131409"/>
                </a:lnTo>
                <a:lnTo>
                  <a:pt x="161525" y="132245"/>
                </a:lnTo>
                <a:lnTo>
                  <a:pt x="161201" y="133071"/>
                </a:lnTo>
                <a:lnTo>
                  <a:pt x="160872" y="133887"/>
                </a:lnTo>
                <a:lnTo>
                  <a:pt x="160537" y="134693"/>
                </a:lnTo>
                <a:lnTo>
                  <a:pt x="160197" y="135488"/>
                </a:lnTo>
                <a:lnTo>
                  <a:pt x="159853" y="136274"/>
                </a:lnTo>
                <a:lnTo>
                  <a:pt x="159506" y="137049"/>
                </a:lnTo>
                <a:lnTo>
                  <a:pt x="159156" y="137814"/>
                </a:lnTo>
                <a:lnTo>
                  <a:pt x="158804" y="138569"/>
                </a:lnTo>
                <a:lnTo>
                  <a:pt x="158450" y="139313"/>
                </a:lnTo>
                <a:lnTo>
                  <a:pt x="158093" y="140047"/>
                </a:lnTo>
                <a:lnTo>
                  <a:pt x="157733" y="140770"/>
                </a:lnTo>
                <a:lnTo>
                  <a:pt x="157371" y="141483"/>
                </a:lnTo>
                <a:lnTo>
                  <a:pt x="157007" y="142186"/>
                </a:lnTo>
                <a:lnTo>
                  <a:pt x="156640" y="142878"/>
                </a:lnTo>
                <a:lnTo>
                  <a:pt x="156270" y="143560"/>
                </a:lnTo>
                <a:lnTo>
                  <a:pt x="155898" y="144232"/>
                </a:lnTo>
                <a:lnTo>
                  <a:pt x="155523" y="144893"/>
                </a:lnTo>
                <a:lnTo>
                  <a:pt x="155146" y="145544"/>
                </a:lnTo>
                <a:lnTo>
                  <a:pt x="154767" y="146184"/>
                </a:lnTo>
                <a:lnTo>
                  <a:pt x="154384" y="146814"/>
                </a:lnTo>
                <a:lnTo>
                  <a:pt x="154000" y="147434"/>
                </a:lnTo>
                <a:lnTo>
                  <a:pt x="153612" y="148043"/>
                </a:lnTo>
                <a:lnTo>
                  <a:pt x="153223" y="148642"/>
                </a:lnTo>
                <a:lnTo>
                  <a:pt x="152830" y="149230"/>
                </a:lnTo>
                <a:lnTo>
                  <a:pt x="152435" y="149808"/>
                </a:lnTo>
                <a:lnTo>
                  <a:pt x="152038" y="150376"/>
                </a:lnTo>
                <a:lnTo>
                  <a:pt x="151638" y="150933"/>
                </a:lnTo>
                <a:lnTo>
                  <a:pt x="151236" y="151480"/>
                </a:lnTo>
                <a:lnTo>
                  <a:pt x="150832" y="152017"/>
                </a:lnTo>
                <a:lnTo>
                  <a:pt x="150429" y="152544"/>
                </a:lnTo>
                <a:lnTo>
                  <a:pt x="150026" y="153062"/>
                </a:lnTo>
                <a:lnTo>
                  <a:pt x="149624" y="153569"/>
                </a:lnTo>
                <a:lnTo>
                  <a:pt x="149221" y="154066"/>
                </a:lnTo>
                <a:lnTo>
                  <a:pt x="148819" y="154553"/>
                </a:lnTo>
                <a:lnTo>
                  <a:pt x="148417" y="155030"/>
                </a:lnTo>
                <a:lnTo>
                  <a:pt x="148016" y="155497"/>
                </a:lnTo>
                <a:lnTo>
                  <a:pt x="147614" y="155955"/>
                </a:lnTo>
                <a:lnTo>
                  <a:pt x="147213" y="156402"/>
                </a:lnTo>
                <a:lnTo>
                  <a:pt x="146813" y="156839"/>
                </a:lnTo>
                <a:lnTo>
                  <a:pt x="146412" y="157267"/>
                </a:lnTo>
                <a:lnTo>
                  <a:pt x="146012" y="157684"/>
                </a:lnTo>
                <a:lnTo>
                  <a:pt x="145612" y="158091"/>
                </a:lnTo>
                <a:lnTo>
                  <a:pt x="145213" y="158489"/>
                </a:lnTo>
                <a:lnTo>
                  <a:pt x="144813" y="158876"/>
                </a:lnTo>
                <a:lnTo>
                  <a:pt x="144414" y="159254"/>
                </a:lnTo>
                <a:lnTo>
                  <a:pt x="144016" y="159621"/>
                </a:lnTo>
                <a:lnTo>
                  <a:pt x="143617" y="159979"/>
                </a:lnTo>
                <a:lnTo>
                  <a:pt x="143219" y="160326"/>
                </a:lnTo>
                <a:lnTo>
                  <a:pt x="142821" y="160664"/>
                </a:lnTo>
                <a:lnTo>
                  <a:pt x="142423" y="160992"/>
                </a:lnTo>
                <a:lnTo>
                  <a:pt x="142026" y="161309"/>
                </a:lnTo>
                <a:lnTo>
                  <a:pt x="141629" y="161617"/>
                </a:lnTo>
                <a:lnTo>
                  <a:pt x="144777" y="170664"/>
                </a:lnTo>
                <a:lnTo>
                  <a:pt x="145257" y="170395"/>
                </a:lnTo>
                <a:lnTo>
                  <a:pt x="145740" y="170112"/>
                </a:lnTo>
                <a:lnTo>
                  <a:pt x="146227" y="169815"/>
                </a:lnTo>
                <a:lnTo>
                  <a:pt x="146717" y="169505"/>
                </a:lnTo>
                <a:lnTo>
                  <a:pt x="147211" y="169181"/>
                </a:lnTo>
                <a:lnTo>
                  <a:pt x="147709" y="168844"/>
                </a:lnTo>
                <a:lnTo>
                  <a:pt x="148210" y="168493"/>
                </a:lnTo>
                <a:lnTo>
                  <a:pt x="148715" y="168128"/>
                </a:lnTo>
                <a:lnTo>
                  <a:pt x="149224" y="167750"/>
                </a:lnTo>
                <a:lnTo>
                  <a:pt x="149736" y="167358"/>
                </a:lnTo>
                <a:lnTo>
                  <a:pt x="150252" y="166953"/>
                </a:lnTo>
                <a:lnTo>
                  <a:pt x="150772" y="166534"/>
                </a:lnTo>
                <a:lnTo>
                  <a:pt x="151295" y="166102"/>
                </a:lnTo>
                <a:lnTo>
                  <a:pt x="151822" y="165655"/>
                </a:lnTo>
                <a:lnTo>
                  <a:pt x="152352" y="165196"/>
                </a:lnTo>
                <a:lnTo>
                  <a:pt x="152886" y="164722"/>
                </a:lnTo>
                <a:lnTo>
                  <a:pt x="153424" y="164236"/>
                </a:lnTo>
                <a:lnTo>
                  <a:pt x="153966" y="163735"/>
                </a:lnTo>
                <a:lnTo>
                  <a:pt x="154511" y="163221"/>
                </a:lnTo>
                <a:lnTo>
                  <a:pt x="155059" y="162693"/>
                </a:lnTo>
                <a:lnTo>
                  <a:pt x="155612" y="162152"/>
                </a:lnTo>
                <a:lnTo>
                  <a:pt x="156168" y="161597"/>
                </a:lnTo>
                <a:lnTo>
                  <a:pt x="156727" y="161029"/>
                </a:lnTo>
                <a:lnTo>
                  <a:pt x="157291" y="160447"/>
                </a:lnTo>
                <a:lnTo>
                  <a:pt x="157855" y="159851"/>
                </a:lnTo>
                <a:lnTo>
                  <a:pt x="158416" y="159244"/>
                </a:lnTo>
                <a:lnTo>
                  <a:pt x="158976" y="158623"/>
                </a:lnTo>
                <a:lnTo>
                  <a:pt x="159533" y="157990"/>
                </a:lnTo>
                <a:lnTo>
                  <a:pt x="160088" y="157344"/>
                </a:lnTo>
                <a:lnTo>
                  <a:pt x="160641" y="156686"/>
                </a:lnTo>
                <a:lnTo>
                  <a:pt x="161191" y="156015"/>
                </a:lnTo>
                <a:lnTo>
                  <a:pt x="161740" y="155332"/>
                </a:lnTo>
                <a:lnTo>
                  <a:pt x="162286" y="154636"/>
                </a:lnTo>
                <a:lnTo>
                  <a:pt x="162830" y="153927"/>
                </a:lnTo>
                <a:lnTo>
                  <a:pt x="163371" y="153205"/>
                </a:lnTo>
                <a:lnTo>
                  <a:pt x="163911" y="152471"/>
                </a:lnTo>
                <a:lnTo>
                  <a:pt x="164448" y="151725"/>
                </a:lnTo>
                <a:lnTo>
                  <a:pt x="164982" y="150965"/>
                </a:lnTo>
                <a:lnTo>
                  <a:pt x="165515" y="150193"/>
                </a:lnTo>
                <a:lnTo>
                  <a:pt x="166045" y="149409"/>
                </a:lnTo>
                <a:lnTo>
                  <a:pt x="166574" y="148612"/>
                </a:lnTo>
                <a:lnTo>
                  <a:pt x="167099" y="147802"/>
                </a:lnTo>
                <a:lnTo>
                  <a:pt x="167623" y="146980"/>
                </a:lnTo>
                <a:lnTo>
                  <a:pt x="168144" y="146145"/>
                </a:lnTo>
                <a:lnTo>
                  <a:pt x="168664" y="145297"/>
                </a:lnTo>
                <a:lnTo>
                  <a:pt x="169180" y="144437"/>
                </a:lnTo>
                <a:lnTo>
                  <a:pt x="169695" y="143564"/>
                </a:lnTo>
                <a:lnTo>
                  <a:pt x="170208" y="142678"/>
                </a:lnTo>
                <a:lnTo>
                  <a:pt x="170715" y="141780"/>
                </a:lnTo>
                <a:lnTo>
                  <a:pt x="171215" y="140870"/>
                </a:lnTo>
                <a:lnTo>
                  <a:pt x="171707" y="139947"/>
                </a:lnTo>
                <a:lnTo>
                  <a:pt x="172192" y="139011"/>
                </a:lnTo>
                <a:lnTo>
                  <a:pt x="172669" y="138063"/>
                </a:lnTo>
                <a:lnTo>
                  <a:pt x="173139" y="137103"/>
                </a:lnTo>
                <a:lnTo>
                  <a:pt x="173601" y="136130"/>
                </a:lnTo>
                <a:lnTo>
                  <a:pt x="174056" y="135144"/>
                </a:lnTo>
                <a:lnTo>
                  <a:pt x="174503" y="134146"/>
                </a:lnTo>
                <a:lnTo>
                  <a:pt x="174942" y="133136"/>
                </a:lnTo>
                <a:lnTo>
                  <a:pt x="175374" y="132113"/>
                </a:lnTo>
                <a:lnTo>
                  <a:pt x="175798" y="131078"/>
                </a:lnTo>
                <a:lnTo>
                  <a:pt x="176215" y="130030"/>
                </a:lnTo>
                <a:lnTo>
                  <a:pt x="176624" y="128970"/>
                </a:lnTo>
                <a:lnTo>
                  <a:pt x="177025" y="127897"/>
                </a:lnTo>
                <a:lnTo>
                  <a:pt x="177419" y="126811"/>
                </a:lnTo>
                <a:lnTo>
                  <a:pt x="177806" y="125714"/>
                </a:lnTo>
                <a:lnTo>
                  <a:pt x="178185" y="124603"/>
                </a:lnTo>
                <a:lnTo>
                  <a:pt x="178556" y="123481"/>
                </a:lnTo>
                <a:lnTo>
                  <a:pt x="178920" y="122345"/>
                </a:lnTo>
                <a:lnTo>
                  <a:pt x="179276" y="121198"/>
                </a:lnTo>
                <a:lnTo>
                  <a:pt x="179624" y="120037"/>
                </a:lnTo>
                <a:lnTo>
                  <a:pt x="179965" y="118865"/>
                </a:lnTo>
                <a:lnTo>
                  <a:pt x="180299" y="117680"/>
                </a:lnTo>
                <a:lnTo>
                  <a:pt x="180622" y="116482"/>
                </a:lnTo>
                <a:lnTo>
                  <a:pt x="180931" y="115273"/>
                </a:lnTo>
                <a:lnTo>
                  <a:pt x="181226" y="114052"/>
                </a:lnTo>
                <a:lnTo>
                  <a:pt x="181508" y="112820"/>
                </a:lnTo>
                <a:lnTo>
                  <a:pt x="181775" y="111575"/>
                </a:lnTo>
                <a:lnTo>
                  <a:pt x="182029" y="110319"/>
                </a:lnTo>
                <a:lnTo>
                  <a:pt x="182270" y="109051"/>
                </a:lnTo>
                <a:lnTo>
                  <a:pt x="182496" y="107772"/>
                </a:lnTo>
                <a:lnTo>
                  <a:pt x="182709" y="106480"/>
                </a:lnTo>
                <a:lnTo>
                  <a:pt x="182909" y="105177"/>
                </a:lnTo>
                <a:lnTo>
                  <a:pt x="183094" y="103862"/>
                </a:lnTo>
                <a:lnTo>
                  <a:pt x="183266" y="102535"/>
                </a:lnTo>
                <a:lnTo>
                  <a:pt x="183424" y="101197"/>
                </a:lnTo>
                <a:lnTo>
                  <a:pt x="183568" y="99846"/>
                </a:lnTo>
                <a:lnTo>
                  <a:pt x="183698" y="98484"/>
                </a:lnTo>
                <a:lnTo>
                  <a:pt x="183815" y="97110"/>
                </a:lnTo>
                <a:lnTo>
                  <a:pt x="183918" y="95725"/>
                </a:lnTo>
                <a:lnTo>
                  <a:pt x="184007" y="94327"/>
                </a:lnTo>
                <a:lnTo>
                  <a:pt x="184083" y="92918"/>
                </a:lnTo>
                <a:lnTo>
                  <a:pt x="184145" y="91497"/>
                </a:lnTo>
                <a:lnTo>
                  <a:pt x="184193" y="90064"/>
                </a:lnTo>
                <a:lnTo>
                  <a:pt x="184227" y="88620"/>
                </a:lnTo>
                <a:lnTo>
                  <a:pt x="184248" y="87163"/>
                </a:lnTo>
                <a:lnTo>
                  <a:pt x="184255" y="85695"/>
                </a:lnTo>
                <a:lnTo>
                  <a:pt x="184255" y="84888"/>
                </a:lnTo>
                <a:lnTo>
                  <a:pt x="184248" y="83427"/>
                </a:lnTo>
                <a:lnTo>
                  <a:pt x="184227" y="81977"/>
                </a:lnTo>
                <a:lnTo>
                  <a:pt x="184193" y="80539"/>
                </a:lnTo>
                <a:lnTo>
                  <a:pt x="184145" y="79112"/>
                </a:lnTo>
                <a:lnTo>
                  <a:pt x="184083" y="77697"/>
                </a:lnTo>
                <a:lnTo>
                  <a:pt x="184007" y="76294"/>
                </a:lnTo>
                <a:close/>
                <a:moveTo>
                  <a:pt x="479258" y="45370"/>
                </a:moveTo>
                <a:lnTo>
                  <a:pt x="479258" y="132721"/>
                </a:lnTo>
                <a:lnTo>
                  <a:pt x="494274" y="132721"/>
                </a:lnTo>
                <a:lnTo>
                  <a:pt x="494274" y="45370"/>
                </a:lnTo>
                <a:lnTo>
                  <a:pt x="479258" y="45370"/>
                </a:lnTo>
                <a:close/>
                <a:moveTo>
                  <a:pt x="1113523" y="56834"/>
                </a:moveTo>
                <a:lnTo>
                  <a:pt x="1129508" y="56834"/>
                </a:lnTo>
                <a:lnTo>
                  <a:pt x="1129508" y="110987"/>
                </a:lnTo>
                <a:lnTo>
                  <a:pt x="1129512" y="111708"/>
                </a:lnTo>
                <a:lnTo>
                  <a:pt x="1129527" y="112416"/>
                </a:lnTo>
                <a:lnTo>
                  <a:pt x="1129550" y="113112"/>
                </a:lnTo>
                <a:lnTo>
                  <a:pt x="1129583" y="113796"/>
                </a:lnTo>
                <a:lnTo>
                  <a:pt x="1129625" y="114467"/>
                </a:lnTo>
                <a:lnTo>
                  <a:pt x="1129677" y="115125"/>
                </a:lnTo>
                <a:lnTo>
                  <a:pt x="1129738" y="115771"/>
                </a:lnTo>
                <a:lnTo>
                  <a:pt x="1129808" y="116405"/>
                </a:lnTo>
                <a:lnTo>
                  <a:pt x="1129888" y="117026"/>
                </a:lnTo>
                <a:lnTo>
                  <a:pt x="1129977" y="117635"/>
                </a:lnTo>
                <a:lnTo>
                  <a:pt x="1130076" y="118231"/>
                </a:lnTo>
                <a:lnTo>
                  <a:pt x="1130184" y="118814"/>
                </a:lnTo>
                <a:lnTo>
                  <a:pt x="1130301" y="119385"/>
                </a:lnTo>
                <a:lnTo>
                  <a:pt x="1130428" y="119944"/>
                </a:lnTo>
                <a:lnTo>
                  <a:pt x="1130564" y="120490"/>
                </a:lnTo>
                <a:lnTo>
                  <a:pt x="1130710" y="121024"/>
                </a:lnTo>
                <a:lnTo>
                  <a:pt x="1130865" y="121545"/>
                </a:lnTo>
                <a:lnTo>
                  <a:pt x="1131029" y="122054"/>
                </a:lnTo>
                <a:lnTo>
                  <a:pt x="1131203" y="122550"/>
                </a:lnTo>
                <a:lnTo>
                  <a:pt x="1131386" y="123034"/>
                </a:lnTo>
                <a:lnTo>
                  <a:pt x="1131578" y="123505"/>
                </a:lnTo>
                <a:lnTo>
                  <a:pt x="1131780" y="123964"/>
                </a:lnTo>
                <a:lnTo>
                  <a:pt x="1131992" y="124411"/>
                </a:lnTo>
                <a:lnTo>
                  <a:pt x="1132212" y="124844"/>
                </a:lnTo>
                <a:lnTo>
                  <a:pt x="1132441" y="125267"/>
                </a:lnTo>
                <a:lnTo>
                  <a:pt x="1132676" y="125679"/>
                </a:lnTo>
                <a:lnTo>
                  <a:pt x="1132918" y="126081"/>
                </a:lnTo>
                <a:lnTo>
                  <a:pt x="1133166" y="126472"/>
                </a:lnTo>
                <a:lnTo>
                  <a:pt x="1133421" y="126854"/>
                </a:lnTo>
                <a:lnTo>
                  <a:pt x="1133683" y="127225"/>
                </a:lnTo>
                <a:lnTo>
                  <a:pt x="1133951" y="127586"/>
                </a:lnTo>
                <a:lnTo>
                  <a:pt x="1134226" y="127936"/>
                </a:lnTo>
                <a:lnTo>
                  <a:pt x="1134507" y="128277"/>
                </a:lnTo>
                <a:lnTo>
                  <a:pt x="1134795" y="128607"/>
                </a:lnTo>
                <a:lnTo>
                  <a:pt x="1135090" y="128927"/>
                </a:lnTo>
                <a:lnTo>
                  <a:pt x="1135391" y="129237"/>
                </a:lnTo>
                <a:lnTo>
                  <a:pt x="1135699" y="129536"/>
                </a:lnTo>
                <a:lnTo>
                  <a:pt x="1136013" y="129826"/>
                </a:lnTo>
                <a:lnTo>
                  <a:pt x="1136334" y="130105"/>
                </a:lnTo>
                <a:lnTo>
                  <a:pt x="1136661" y="130373"/>
                </a:lnTo>
                <a:lnTo>
                  <a:pt x="1136995" y="130632"/>
                </a:lnTo>
                <a:lnTo>
                  <a:pt x="1137336" y="130880"/>
                </a:lnTo>
                <a:lnTo>
                  <a:pt x="1137683" y="131118"/>
                </a:lnTo>
                <a:lnTo>
                  <a:pt x="1138037" y="131346"/>
                </a:lnTo>
                <a:lnTo>
                  <a:pt x="1138398" y="131564"/>
                </a:lnTo>
                <a:lnTo>
                  <a:pt x="1138765" y="131771"/>
                </a:lnTo>
                <a:lnTo>
                  <a:pt x="1139138" y="131969"/>
                </a:lnTo>
                <a:lnTo>
                  <a:pt x="1139518" y="132156"/>
                </a:lnTo>
                <a:lnTo>
                  <a:pt x="1139903" y="132333"/>
                </a:lnTo>
                <a:lnTo>
                  <a:pt x="1140291" y="132504"/>
                </a:lnTo>
                <a:lnTo>
                  <a:pt x="1140683" y="132666"/>
                </a:lnTo>
                <a:lnTo>
                  <a:pt x="1141077" y="132822"/>
                </a:lnTo>
                <a:lnTo>
                  <a:pt x="1141474" y="132969"/>
                </a:lnTo>
                <a:lnTo>
                  <a:pt x="1141875" y="133109"/>
                </a:lnTo>
                <a:lnTo>
                  <a:pt x="1142278" y="133242"/>
                </a:lnTo>
                <a:lnTo>
                  <a:pt x="1142685" y="133367"/>
                </a:lnTo>
                <a:lnTo>
                  <a:pt x="1143094" y="133484"/>
                </a:lnTo>
                <a:lnTo>
                  <a:pt x="1143507" y="133594"/>
                </a:lnTo>
                <a:lnTo>
                  <a:pt x="1143923" y="133696"/>
                </a:lnTo>
                <a:lnTo>
                  <a:pt x="1144342" y="133790"/>
                </a:lnTo>
                <a:lnTo>
                  <a:pt x="1144764" y="133877"/>
                </a:lnTo>
                <a:lnTo>
                  <a:pt x="1145189" y="133957"/>
                </a:lnTo>
                <a:lnTo>
                  <a:pt x="1145617" y="134029"/>
                </a:lnTo>
                <a:lnTo>
                  <a:pt x="1146049" y="134093"/>
                </a:lnTo>
                <a:lnTo>
                  <a:pt x="1146483" y="134150"/>
                </a:lnTo>
                <a:lnTo>
                  <a:pt x="1146920" y="134199"/>
                </a:lnTo>
                <a:lnTo>
                  <a:pt x="1147361" y="134241"/>
                </a:lnTo>
                <a:lnTo>
                  <a:pt x="1147804" y="134275"/>
                </a:lnTo>
                <a:lnTo>
                  <a:pt x="1148251" y="134301"/>
                </a:lnTo>
                <a:lnTo>
                  <a:pt x="1148701" y="134320"/>
                </a:lnTo>
                <a:lnTo>
                  <a:pt x="1149154" y="134332"/>
                </a:lnTo>
                <a:lnTo>
                  <a:pt x="1149610" y="134335"/>
                </a:lnTo>
                <a:lnTo>
                  <a:pt x="1149944" y="134334"/>
                </a:lnTo>
                <a:lnTo>
                  <a:pt x="1150274" y="134332"/>
                </a:lnTo>
                <a:lnTo>
                  <a:pt x="1150600" y="134327"/>
                </a:lnTo>
                <a:lnTo>
                  <a:pt x="1150923" y="134321"/>
                </a:lnTo>
                <a:lnTo>
                  <a:pt x="1151241" y="134313"/>
                </a:lnTo>
                <a:lnTo>
                  <a:pt x="1151555" y="134303"/>
                </a:lnTo>
                <a:lnTo>
                  <a:pt x="1151865" y="134291"/>
                </a:lnTo>
                <a:lnTo>
                  <a:pt x="1152171" y="134277"/>
                </a:lnTo>
                <a:lnTo>
                  <a:pt x="1152472" y="134262"/>
                </a:lnTo>
                <a:lnTo>
                  <a:pt x="1152770" y="134244"/>
                </a:lnTo>
                <a:lnTo>
                  <a:pt x="1153064" y="134225"/>
                </a:lnTo>
                <a:lnTo>
                  <a:pt x="1153353" y="134204"/>
                </a:lnTo>
                <a:lnTo>
                  <a:pt x="1153639" y="134181"/>
                </a:lnTo>
                <a:lnTo>
                  <a:pt x="1153921" y="134157"/>
                </a:lnTo>
                <a:lnTo>
                  <a:pt x="1154198" y="134130"/>
                </a:lnTo>
                <a:lnTo>
                  <a:pt x="1154471" y="134102"/>
                </a:lnTo>
                <a:lnTo>
                  <a:pt x="1154741" y="134072"/>
                </a:lnTo>
                <a:lnTo>
                  <a:pt x="1155006" y="134040"/>
                </a:lnTo>
                <a:lnTo>
                  <a:pt x="1155267" y="134006"/>
                </a:lnTo>
                <a:lnTo>
                  <a:pt x="1155524" y="133971"/>
                </a:lnTo>
                <a:lnTo>
                  <a:pt x="1155777" y="133934"/>
                </a:lnTo>
                <a:lnTo>
                  <a:pt x="1156026" y="133894"/>
                </a:lnTo>
                <a:lnTo>
                  <a:pt x="1156271" y="133853"/>
                </a:lnTo>
                <a:lnTo>
                  <a:pt x="1156512" y="133811"/>
                </a:lnTo>
                <a:lnTo>
                  <a:pt x="1156749" y="133767"/>
                </a:lnTo>
                <a:lnTo>
                  <a:pt x="1156982" y="133723"/>
                </a:lnTo>
                <a:lnTo>
                  <a:pt x="1157212" y="133679"/>
                </a:lnTo>
                <a:lnTo>
                  <a:pt x="1157437" y="133635"/>
                </a:lnTo>
                <a:lnTo>
                  <a:pt x="1157659" y="133590"/>
                </a:lnTo>
                <a:lnTo>
                  <a:pt x="1157877" y="133546"/>
                </a:lnTo>
                <a:lnTo>
                  <a:pt x="1158091" y="133501"/>
                </a:lnTo>
                <a:lnTo>
                  <a:pt x="1158302" y="133456"/>
                </a:lnTo>
                <a:lnTo>
                  <a:pt x="1158508" y="133411"/>
                </a:lnTo>
                <a:lnTo>
                  <a:pt x="1158711" y="133366"/>
                </a:lnTo>
                <a:lnTo>
                  <a:pt x="1158910" y="133321"/>
                </a:lnTo>
                <a:lnTo>
                  <a:pt x="1159106" y="133276"/>
                </a:lnTo>
                <a:lnTo>
                  <a:pt x="1159297" y="133230"/>
                </a:lnTo>
                <a:lnTo>
                  <a:pt x="1159485" y="133185"/>
                </a:lnTo>
                <a:lnTo>
                  <a:pt x="1159669" y="133139"/>
                </a:lnTo>
                <a:lnTo>
                  <a:pt x="1159849" y="133093"/>
                </a:lnTo>
                <a:lnTo>
                  <a:pt x="1160025" y="133047"/>
                </a:lnTo>
                <a:lnTo>
                  <a:pt x="1160198" y="133001"/>
                </a:lnTo>
                <a:lnTo>
                  <a:pt x="1160367" y="132954"/>
                </a:lnTo>
                <a:lnTo>
                  <a:pt x="1160532" y="132908"/>
                </a:lnTo>
                <a:lnTo>
                  <a:pt x="1160693" y="132861"/>
                </a:lnTo>
                <a:lnTo>
                  <a:pt x="1160850" y="132815"/>
                </a:lnTo>
                <a:lnTo>
                  <a:pt x="1161004" y="132768"/>
                </a:lnTo>
                <a:lnTo>
                  <a:pt x="1161154" y="132721"/>
                </a:lnTo>
                <a:lnTo>
                  <a:pt x="1161073" y="120530"/>
                </a:lnTo>
                <a:lnTo>
                  <a:pt x="1160984" y="120551"/>
                </a:lnTo>
                <a:lnTo>
                  <a:pt x="1160891" y="120572"/>
                </a:lnTo>
                <a:lnTo>
                  <a:pt x="1160795" y="120593"/>
                </a:lnTo>
                <a:lnTo>
                  <a:pt x="1160695" y="120615"/>
                </a:lnTo>
                <a:lnTo>
                  <a:pt x="1160592" y="120637"/>
                </a:lnTo>
                <a:lnTo>
                  <a:pt x="1160486" y="120659"/>
                </a:lnTo>
                <a:lnTo>
                  <a:pt x="1160375" y="120682"/>
                </a:lnTo>
                <a:lnTo>
                  <a:pt x="1160262" y="120705"/>
                </a:lnTo>
                <a:lnTo>
                  <a:pt x="1160144" y="120729"/>
                </a:lnTo>
                <a:lnTo>
                  <a:pt x="1160024" y="120753"/>
                </a:lnTo>
                <a:lnTo>
                  <a:pt x="1159899" y="120778"/>
                </a:lnTo>
                <a:lnTo>
                  <a:pt x="1159772" y="120803"/>
                </a:lnTo>
                <a:lnTo>
                  <a:pt x="1159640" y="120828"/>
                </a:lnTo>
                <a:lnTo>
                  <a:pt x="1159506" y="120854"/>
                </a:lnTo>
                <a:lnTo>
                  <a:pt x="1159367" y="120880"/>
                </a:lnTo>
                <a:lnTo>
                  <a:pt x="1159225" y="120907"/>
                </a:lnTo>
                <a:lnTo>
                  <a:pt x="1159080" y="120934"/>
                </a:lnTo>
                <a:lnTo>
                  <a:pt x="1158931" y="120962"/>
                </a:lnTo>
                <a:lnTo>
                  <a:pt x="1158779" y="120990"/>
                </a:lnTo>
                <a:lnTo>
                  <a:pt x="1158623" y="121018"/>
                </a:lnTo>
                <a:lnTo>
                  <a:pt x="1158464" y="121047"/>
                </a:lnTo>
                <a:lnTo>
                  <a:pt x="1158301" y="121076"/>
                </a:lnTo>
                <a:lnTo>
                  <a:pt x="1158135" y="121106"/>
                </a:lnTo>
                <a:lnTo>
                  <a:pt x="1157965" y="121136"/>
                </a:lnTo>
                <a:lnTo>
                  <a:pt x="1157794" y="121166"/>
                </a:lnTo>
                <a:lnTo>
                  <a:pt x="1157624" y="121194"/>
                </a:lnTo>
                <a:lnTo>
                  <a:pt x="1157454" y="121221"/>
                </a:lnTo>
                <a:lnTo>
                  <a:pt x="1157285" y="121247"/>
                </a:lnTo>
                <a:lnTo>
                  <a:pt x="1157116" y="121272"/>
                </a:lnTo>
                <a:lnTo>
                  <a:pt x="1156949" y="121295"/>
                </a:lnTo>
                <a:lnTo>
                  <a:pt x="1156782" y="121317"/>
                </a:lnTo>
                <a:lnTo>
                  <a:pt x="1156615" y="121338"/>
                </a:lnTo>
                <a:lnTo>
                  <a:pt x="1156450" y="121357"/>
                </a:lnTo>
                <a:lnTo>
                  <a:pt x="1156285" y="121376"/>
                </a:lnTo>
                <a:lnTo>
                  <a:pt x="1156121" y="121393"/>
                </a:lnTo>
                <a:lnTo>
                  <a:pt x="1155957" y="121408"/>
                </a:lnTo>
                <a:lnTo>
                  <a:pt x="1155794" y="121423"/>
                </a:lnTo>
                <a:lnTo>
                  <a:pt x="1155632" y="121436"/>
                </a:lnTo>
                <a:lnTo>
                  <a:pt x="1155471" y="121448"/>
                </a:lnTo>
                <a:lnTo>
                  <a:pt x="1155310" y="121459"/>
                </a:lnTo>
                <a:lnTo>
                  <a:pt x="1155150" y="121468"/>
                </a:lnTo>
                <a:lnTo>
                  <a:pt x="1154991" y="121477"/>
                </a:lnTo>
                <a:lnTo>
                  <a:pt x="1154832" y="121483"/>
                </a:lnTo>
                <a:lnTo>
                  <a:pt x="1154674" y="121489"/>
                </a:lnTo>
                <a:lnTo>
                  <a:pt x="1154517" y="121494"/>
                </a:lnTo>
                <a:lnTo>
                  <a:pt x="1154361" y="121497"/>
                </a:lnTo>
                <a:lnTo>
                  <a:pt x="1154205" y="121499"/>
                </a:lnTo>
                <a:lnTo>
                  <a:pt x="1154050" y="121499"/>
                </a:lnTo>
                <a:lnTo>
                  <a:pt x="1153842" y="121498"/>
                </a:lnTo>
                <a:lnTo>
                  <a:pt x="1153635" y="121494"/>
                </a:lnTo>
                <a:lnTo>
                  <a:pt x="1153429" y="121488"/>
                </a:lnTo>
                <a:lnTo>
                  <a:pt x="1153225" y="121479"/>
                </a:lnTo>
                <a:lnTo>
                  <a:pt x="1153021" y="121468"/>
                </a:lnTo>
                <a:lnTo>
                  <a:pt x="1152819" y="121454"/>
                </a:lnTo>
                <a:lnTo>
                  <a:pt x="1152617" y="121437"/>
                </a:lnTo>
                <a:lnTo>
                  <a:pt x="1152417" y="121418"/>
                </a:lnTo>
                <a:lnTo>
                  <a:pt x="1152218" y="121397"/>
                </a:lnTo>
                <a:lnTo>
                  <a:pt x="1152020" y="121373"/>
                </a:lnTo>
                <a:lnTo>
                  <a:pt x="1151824" y="121347"/>
                </a:lnTo>
                <a:lnTo>
                  <a:pt x="1151628" y="121318"/>
                </a:lnTo>
                <a:lnTo>
                  <a:pt x="1151433" y="121286"/>
                </a:lnTo>
                <a:lnTo>
                  <a:pt x="1151240" y="121252"/>
                </a:lnTo>
                <a:lnTo>
                  <a:pt x="1151048" y="121215"/>
                </a:lnTo>
                <a:lnTo>
                  <a:pt x="1150856" y="121176"/>
                </a:lnTo>
                <a:lnTo>
                  <a:pt x="1150666" y="121135"/>
                </a:lnTo>
                <a:lnTo>
                  <a:pt x="1150477" y="121091"/>
                </a:lnTo>
                <a:lnTo>
                  <a:pt x="1150290" y="121044"/>
                </a:lnTo>
                <a:lnTo>
                  <a:pt x="1150103" y="120995"/>
                </a:lnTo>
                <a:lnTo>
                  <a:pt x="1149917" y="120943"/>
                </a:lnTo>
                <a:lnTo>
                  <a:pt x="1149733" y="120889"/>
                </a:lnTo>
                <a:lnTo>
                  <a:pt x="1149550" y="120832"/>
                </a:lnTo>
                <a:lnTo>
                  <a:pt x="1149367" y="120773"/>
                </a:lnTo>
                <a:lnTo>
                  <a:pt x="1149187" y="120709"/>
                </a:lnTo>
                <a:lnTo>
                  <a:pt x="1149010" y="120641"/>
                </a:lnTo>
                <a:lnTo>
                  <a:pt x="1148835" y="120567"/>
                </a:lnTo>
                <a:lnTo>
                  <a:pt x="1148663" y="120488"/>
                </a:lnTo>
                <a:lnTo>
                  <a:pt x="1148494" y="120403"/>
                </a:lnTo>
                <a:lnTo>
                  <a:pt x="1148328" y="120313"/>
                </a:lnTo>
                <a:lnTo>
                  <a:pt x="1148165" y="120218"/>
                </a:lnTo>
                <a:lnTo>
                  <a:pt x="1148004" y="120118"/>
                </a:lnTo>
                <a:lnTo>
                  <a:pt x="1147846" y="120012"/>
                </a:lnTo>
                <a:lnTo>
                  <a:pt x="1147691" y="119900"/>
                </a:lnTo>
                <a:lnTo>
                  <a:pt x="1147539" y="119784"/>
                </a:lnTo>
                <a:lnTo>
                  <a:pt x="1147390" y="119662"/>
                </a:lnTo>
                <a:lnTo>
                  <a:pt x="1147243" y="119535"/>
                </a:lnTo>
                <a:lnTo>
                  <a:pt x="1147099" y="119402"/>
                </a:lnTo>
                <a:lnTo>
                  <a:pt x="1146958" y="119264"/>
                </a:lnTo>
                <a:lnTo>
                  <a:pt x="1146820" y="119121"/>
                </a:lnTo>
                <a:lnTo>
                  <a:pt x="1146685" y="118972"/>
                </a:lnTo>
                <a:lnTo>
                  <a:pt x="1146552" y="118819"/>
                </a:lnTo>
                <a:lnTo>
                  <a:pt x="1146422" y="118659"/>
                </a:lnTo>
                <a:lnTo>
                  <a:pt x="1146295" y="118495"/>
                </a:lnTo>
                <a:lnTo>
                  <a:pt x="1146171" y="118325"/>
                </a:lnTo>
                <a:lnTo>
                  <a:pt x="1146050" y="118150"/>
                </a:lnTo>
                <a:lnTo>
                  <a:pt x="1145931" y="117969"/>
                </a:lnTo>
                <a:lnTo>
                  <a:pt x="1145815" y="117783"/>
                </a:lnTo>
                <a:lnTo>
                  <a:pt x="1145703" y="117591"/>
                </a:lnTo>
                <a:lnTo>
                  <a:pt x="1145596" y="117391"/>
                </a:lnTo>
                <a:lnTo>
                  <a:pt x="1145494" y="117183"/>
                </a:lnTo>
                <a:lnTo>
                  <a:pt x="1145396" y="116968"/>
                </a:lnTo>
                <a:lnTo>
                  <a:pt x="1145303" y="116746"/>
                </a:lnTo>
                <a:lnTo>
                  <a:pt x="1145215" y="116515"/>
                </a:lnTo>
                <a:lnTo>
                  <a:pt x="1145131" y="116278"/>
                </a:lnTo>
                <a:lnTo>
                  <a:pt x="1145053" y="116032"/>
                </a:lnTo>
                <a:lnTo>
                  <a:pt x="1144979" y="115779"/>
                </a:lnTo>
                <a:lnTo>
                  <a:pt x="1144910" y="115519"/>
                </a:lnTo>
                <a:lnTo>
                  <a:pt x="1144846" y="115251"/>
                </a:lnTo>
                <a:lnTo>
                  <a:pt x="1144786" y="114975"/>
                </a:lnTo>
                <a:lnTo>
                  <a:pt x="1144731" y="114692"/>
                </a:lnTo>
                <a:lnTo>
                  <a:pt x="1144681" y="114401"/>
                </a:lnTo>
                <a:lnTo>
                  <a:pt x="1144636" y="114103"/>
                </a:lnTo>
                <a:lnTo>
                  <a:pt x="1144595" y="113797"/>
                </a:lnTo>
                <a:lnTo>
                  <a:pt x="1144560" y="113484"/>
                </a:lnTo>
                <a:lnTo>
                  <a:pt x="1144529" y="113163"/>
                </a:lnTo>
                <a:lnTo>
                  <a:pt x="1144502" y="112834"/>
                </a:lnTo>
                <a:lnTo>
                  <a:pt x="1144481" y="112498"/>
                </a:lnTo>
                <a:lnTo>
                  <a:pt x="1144464" y="112154"/>
                </a:lnTo>
                <a:lnTo>
                  <a:pt x="1144452" y="111803"/>
                </a:lnTo>
                <a:lnTo>
                  <a:pt x="1144445" y="111444"/>
                </a:lnTo>
                <a:lnTo>
                  <a:pt x="1144443" y="111077"/>
                </a:lnTo>
                <a:lnTo>
                  <a:pt x="1144443" y="56834"/>
                </a:lnTo>
                <a:lnTo>
                  <a:pt x="1160750" y="56834"/>
                </a:lnTo>
                <a:lnTo>
                  <a:pt x="1160750" y="45370"/>
                </a:lnTo>
                <a:lnTo>
                  <a:pt x="1144443" y="45370"/>
                </a:lnTo>
                <a:lnTo>
                  <a:pt x="1144443" y="24058"/>
                </a:lnTo>
                <a:lnTo>
                  <a:pt x="1129508" y="24058"/>
                </a:lnTo>
                <a:lnTo>
                  <a:pt x="1129508" y="45370"/>
                </a:lnTo>
                <a:lnTo>
                  <a:pt x="1113523" y="45370"/>
                </a:lnTo>
                <a:lnTo>
                  <a:pt x="1113523" y="56834"/>
                </a:lnTo>
                <a:close/>
                <a:moveTo>
                  <a:pt x="906789" y="98601"/>
                </a:moveTo>
                <a:lnTo>
                  <a:pt x="906649" y="99245"/>
                </a:lnTo>
                <a:lnTo>
                  <a:pt x="906502" y="99880"/>
                </a:lnTo>
                <a:lnTo>
                  <a:pt x="906349" y="100507"/>
                </a:lnTo>
                <a:lnTo>
                  <a:pt x="906190" y="101126"/>
                </a:lnTo>
                <a:lnTo>
                  <a:pt x="906025" y="101737"/>
                </a:lnTo>
                <a:lnTo>
                  <a:pt x="905854" y="102340"/>
                </a:lnTo>
                <a:lnTo>
                  <a:pt x="905677" y="102934"/>
                </a:lnTo>
                <a:lnTo>
                  <a:pt x="905494" y="103521"/>
                </a:lnTo>
                <a:lnTo>
                  <a:pt x="905305" y="104099"/>
                </a:lnTo>
                <a:lnTo>
                  <a:pt x="905110" y="104669"/>
                </a:lnTo>
                <a:lnTo>
                  <a:pt x="904909" y="105231"/>
                </a:lnTo>
                <a:lnTo>
                  <a:pt x="904702" y="105785"/>
                </a:lnTo>
                <a:lnTo>
                  <a:pt x="904489" y="106330"/>
                </a:lnTo>
                <a:lnTo>
                  <a:pt x="904270" y="106868"/>
                </a:lnTo>
                <a:lnTo>
                  <a:pt x="904045" y="107397"/>
                </a:lnTo>
                <a:lnTo>
                  <a:pt x="903814" y="107918"/>
                </a:lnTo>
                <a:lnTo>
                  <a:pt x="903576" y="108431"/>
                </a:lnTo>
                <a:lnTo>
                  <a:pt x="903333" y="108936"/>
                </a:lnTo>
                <a:lnTo>
                  <a:pt x="903084" y="109433"/>
                </a:lnTo>
                <a:lnTo>
                  <a:pt x="902827" y="109920"/>
                </a:lnTo>
                <a:lnTo>
                  <a:pt x="902559" y="110399"/>
                </a:lnTo>
                <a:lnTo>
                  <a:pt x="902282" y="110867"/>
                </a:lnTo>
                <a:lnTo>
                  <a:pt x="901995" y="111326"/>
                </a:lnTo>
                <a:lnTo>
                  <a:pt x="901698" y="111776"/>
                </a:lnTo>
                <a:lnTo>
                  <a:pt x="901391" y="112216"/>
                </a:lnTo>
                <a:lnTo>
                  <a:pt x="901074" y="112646"/>
                </a:lnTo>
                <a:lnTo>
                  <a:pt x="900747" y="113067"/>
                </a:lnTo>
                <a:lnTo>
                  <a:pt x="900410" y="113479"/>
                </a:lnTo>
                <a:lnTo>
                  <a:pt x="900063" y="113881"/>
                </a:lnTo>
                <a:lnTo>
                  <a:pt x="899707" y="114273"/>
                </a:lnTo>
                <a:lnTo>
                  <a:pt x="899340" y="114655"/>
                </a:lnTo>
                <a:lnTo>
                  <a:pt x="898963" y="115029"/>
                </a:lnTo>
                <a:lnTo>
                  <a:pt x="898577" y="115392"/>
                </a:lnTo>
                <a:lnTo>
                  <a:pt x="898180" y="115746"/>
                </a:lnTo>
                <a:lnTo>
                  <a:pt x="897774" y="116091"/>
                </a:lnTo>
                <a:lnTo>
                  <a:pt x="897357" y="116425"/>
                </a:lnTo>
                <a:lnTo>
                  <a:pt x="896931" y="116751"/>
                </a:lnTo>
                <a:lnTo>
                  <a:pt x="896494" y="117067"/>
                </a:lnTo>
                <a:lnTo>
                  <a:pt x="896048" y="117373"/>
                </a:lnTo>
                <a:lnTo>
                  <a:pt x="895592" y="117669"/>
                </a:lnTo>
                <a:lnTo>
                  <a:pt x="895125" y="117957"/>
                </a:lnTo>
                <a:lnTo>
                  <a:pt x="894649" y="118234"/>
                </a:lnTo>
                <a:lnTo>
                  <a:pt x="894163" y="118502"/>
                </a:lnTo>
                <a:lnTo>
                  <a:pt x="893665" y="118760"/>
                </a:lnTo>
                <a:lnTo>
                  <a:pt x="893153" y="119007"/>
                </a:lnTo>
                <a:lnTo>
                  <a:pt x="892627" y="119242"/>
                </a:lnTo>
                <a:lnTo>
                  <a:pt x="892087" y="119467"/>
                </a:lnTo>
                <a:lnTo>
                  <a:pt x="891532" y="119681"/>
                </a:lnTo>
                <a:lnTo>
                  <a:pt x="890964" y="119884"/>
                </a:lnTo>
                <a:lnTo>
                  <a:pt x="890382" y="120076"/>
                </a:lnTo>
                <a:lnTo>
                  <a:pt x="889786" y="120257"/>
                </a:lnTo>
                <a:lnTo>
                  <a:pt x="889175" y="120427"/>
                </a:lnTo>
                <a:lnTo>
                  <a:pt x="888551" y="120586"/>
                </a:lnTo>
                <a:lnTo>
                  <a:pt x="887913" y="120734"/>
                </a:lnTo>
                <a:lnTo>
                  <a:pt x="887261" y="120871"/>
                </a:lnTo>
                <a:lnTo>
                  <a:pt x="886594" y="120997"/>
                </a:lnTo>
                <a:lnTo>
                  <a:pt x="885914" y="121112"/>
                </a:lnTo>
                <a:lnTo>
                  <a:pt x="885220" y="121216"/>
                </a:lnTo>
                <a:lnTo>
                  <a:pt x="884511" y="121310"/>
                </a:lnTo>
                <a:lnTo>
                  <a:pt x="883789" y="121392"/>
                </a:lnTo>
                <a:lnTo>
                  <a:pt x="883053" y="121463"/>
                </a:lnTo>
                <a:lnTo>
                  <a:pt x="882302" y="121524"/>
                </a:lnTo>
                <a:lnTo>
                  <a:pt x="881538" y="121573"/>
                </a:lnTo>
                <a:lnTo>
                  <a:pt x="880759" y="121611"/>
                </a:lnTo>
                <a:lnTo>
                  <a:pt x="879967" y="121639"/>
                </a:lnTo>
                <a:lnTo>
                  <a:pt x="879160" y="121655"/>
                </a:lnTo>
                <a:lnTo>
                  <a:pt x="878340" y="121661"/>
                </a:lnTo>
                <a:lnTo>
                  <a:pt x="877691" y="121655"/>
                </a:lnTo>
                <a:lnTo>
                  <a:pt x="877049" y="121638"/>
                </a:lnTo>
                <a:lnTo>
                  <a:pt x="876415" y="121610"/>
                </a:lnTo>
                <a:lnTo>
                  <a:pt x="875788" y="121570"/>
                </a:lnTo>
                <a:lnTo>
                  <a:pt x="875168" y="121519"/>
                </a:lnTo>
                <a:lnTo>
                  <a:pt x="874556" y="121456"/>
                </a:lnTo>
                <a:lnTo>
                  <a:pt x="873951" y="121383"/>
                </a:lnTo>
                <a:lnTo>
                  <a:pt x="873353" y="121297"/>
                </a:lnTo>
                <a:lnTo>
                  <a:pt x="872762" y="121201"/>
                </a:lnTo>
                <a:lnTo>
                  <a:pt x="872179" y="121093"/>
                </a:lnTo>
                <a:lnTo>
                  <a:pt x="871603" y="120974"/>
                </a:lnTo>
                <a:lnTo>
                  <a:pt x="871034" y="120843"/>
                </a:lnTo>
                <a:lnTo>
                  <a:pt x="870472" y="120701"/>
                </a:lnTo>
                <a:lnTo>
                  <a:pt x="869918" y="120548"/>
                </a:lnTo>
                <a:lnTo>
                  <a:pt x="869371" y="120383"/>
                </a:lnTo>
                <a:lnTo>
                  <a:pt x="868832" y="120208"/>
                </a:lnTo>
                <a:lnTo>
                  <a:pt x="868299" y="120020"/>
                </a:lnTo>
                <a:lnTo>
                  <a:pt x="867774" y="119822"/>
                </a:lnTo>
                <a:lnTo>
                  <a:pt x="867257" y="119612"/>
                </a:lnTo>
                <a:lnTo>
                  <a:pt x="866746" y="119390"/>
                </a:lnTo>
                <a:lnTo>
                  <a:pt x="866243" y="119157"/>
                </a:lnTo>
                <a:lnTo>
                  <a:pt x="865747" y="118913"/>
                </a:lnTo>
                <a:lnTo>
                  <a:pt x="865259" y="118658"/>
                </a:lnTo>
                <a:lnTo>
                  <a:pt x="864777" y="118391"/>
                </a:lnTo>
                <a:lnTo>
                  <a:pt x="864303" y="118114"/>
                </a:lnTo>
                <a:lnTo>
                  <a:pt x="863836" y="117829"/>
                </a:lnTo>
                <a:lnTo>
                  <a:pt x="863376" y="117535"/>
                </a:lnTo>
                <a:lnTo>
                  <a:pt x="862923" y="117233"/>
                </a:lnTo>
                <a:lnTo>
                  <a:pt x="862477" y="116922"/>
                </a:lnTo>
                <a:lnTo>
                  <a:pt x="862037" y="116602"/>
                </a:lnTo>
                <a:lnTo>
                  <a:pt x="861605" y="116274"/>
                </a:lnTo>
                <a:lnTo>
                  <a:pt x="861180" y="115938"/>
                </a:lnTo>
                <a:lnTo>
                  <a:pt x="860762" y="115593"/>
                </a:lnTo>
                <a:lnTo>
                  <a:pt x="860351" y="115239"/>
                </a:lnTo>
                <a:lnTo>
                  <a:pt x="859947" y="114877"/>
                </a:lnTo>
                <a:lnTo>
                  <a:pt x="859550" y="114506"/>
                </a:lnTo>
                <a:lnTo>
                  <a:pt x="859160" y="114127"/>
                </a:lnTo>
                <a:lnTo>
                  <a:pt x="858777" y="113739"/>
                </a:lnTo>
                <a:lnTo>
                  <a:pt x="858401" y="113342"/>
                </a:lnTo>
                <a:lnTo>
                  <a:pt x="858032" y="112937"/>
                </a:lnTo>
                <a:lnTo>
                  <a:pt x="857670" y="112524"/>
                </a:lnTo>
                <a:lnTo>
                  <a:pt x="857315" y="112102"/>
                </a:lnTo>
                <a:lnTo>
                  <a:pt x="856967" y="111671"/>
                </a:lnTo>
                <a:lnTo>
                  <a:pt x="856626" y="111232"/>
                </a:lnTo>
                <a:lnTo>
                  <a:pt x="856292" y="110784"/>
                </a:lnTo>
                <a:lnTo>
                  <a:pt x="855965" y="110328"/>
                </a:lnTo>
                <a:lnTo>
                  <a:pt x="855645" y="109863"/>
                </a:lnTo>
                <a:lnTo>
                  <a:pt x="855332" y="109390"/>
                </a:lnTo>
                <a:lnTo>
                  <a:pt x="855026" y="108909"/>
                </a:lnTo>
                <a:lnTo>
                  <a:pt x="854726" y="108421"/>
                </a:lnTo>
                <a:lnTo>
                  <a:pt x="854433" y="107928"/>
                </a:lnTo>
                <a:lnTo>
                  <a:pt x="854147" y="107427"/>
                </a:lnTo>
                <a:lnTo>
                  <a:pt x="853867" y="106921"/>
                </a:lnTo>
                <a:lnTo>
                  <a:pt x="853594" y="106408"/>
                </a:lnTo>
                <a:lnTo>
                  <a:pt x="853327" y="105888"/>
                </a:lnTo>
                <a:lnTo>
                  <a:pt x="853067" y="105362"/>
                </a:lnTo>
                <a:lnTo>
                  <a:pt x="852813" y="104830"/>
                </a:lnTo>
                <a:lnTo>
                  <a:pt x="852567" y="104291"/>
                </a:lnTo>
                <a:lnTo>
                  <a:pt x="852326" y="103745"/>
                </a:lnTo>
                <a:lnTo>
                  <a:pt x="852092" y="103194"/>
                </a:lnTo>
                <a:lnTo>
                  <a:pt x="851865" y="102635"/>
                </a:lnTo>
                <a:lnTo>
                  <a:pt x="851645" y="102071"/>
                </a:lnTo>
                <a:lnTo>
                  <a:pt x="851431" y="101500"/>
                </a:lnTo>
                <a:lnTo>
                  <a:pt x="851224" y="100922"/>
                </a:lnTo>
                <a:lnTo>
                  <a:pt x="851023" y="100338"/>
                </a:lnTo>
                <a:lnTo>
                  <a:pt x="850829" y="99747"/>
                </a:lnTo>
                <a:lnTo>
                  <a:pt x="850641" y="99150"/>
                </a:lnTo>
                <a:lnTo>
                  <a:pt x="850460" y="98547"/>
                </a:lnTo>
                <a:lnTo>
                  <a:pt x="850286" y="97937"/>
                </a:lnTo>
                <a:lnTo>
                  <a:pt x="850118" y="97321"/>
                </a:lnTo>
                <a:lnTo>
                  <a:pt x="849956" y="96698"/>
                </a:lnTo>
                <a:lnTo>
                  <a:pt x="849802" y="96069"/>
                </a:lnTo>
                <a:lnTo>
                  <a:pt x="849654" y="95435"/>
                </a:lnTo>
                <a:lnTo>
                  <a:pt x="849512" y="94797"/>
                </a:lnTo>
                <a:lnTo>
                  <a:pt x="849376" y="94156"/>
                </a:lnTo>
                <a:lnTo>
                  <a:pt x="849247" y="93510"/>
                </a:lnTo>
                <a:lnTo>
                  <a:pt x="849124" y="92862"/>
                </a:lnTo>
                <a:lnTo>
                  <a:pt x="849007" y="92209"/>
                </a:lnTo>
                <a:lnTo>
                  <a:pt x="848897" y="91553"/>
                </a:lnTo>
                <a:lnTo>
                  <a:pt x="848793" y="90893"/>
                </a:lnTo>
                <a:lnTo>
                  <a:pt x="848695" y="90230"/>
                </a:lnTo>
                <a:lnTo>
                  <a:pt x="848603" y="89563"/>
                </a:lnTo>
                <a:lnTo>
                  <a:pt x="848518" y="88892"/>
                </a:lnTo>
                <a:lnTo>
                  <a:pt x="848439" y="88218"/>
                </a:lnTo>
                <a:lnTo>
                  <a:pt x="848367" y="87540"/>
                </a:lnTo>
                <a:lnTo>
                  <a:pt x="848301" y="86859"/>
                </a:lnTo>
                <a:lnTo>
                  <a:pt x="848241" y="86173"/>
                </a:lnTo>
                <a:lnTo>
                  <a:pt x="848187" y="85484"/>
                </a:lnTo>
                <a:lnTo>
                  <a:pt x="848140" y="84792"/>
                </a:lnTo>
                <a:lnTo>
                  <a:pt x="848099" y="84096"/>
                </a:lnTo>
                <a:lnTo>
                  <a:pt x="848064" y="83396"/>
                </a:lnTo>
                <a:lnTo>
                  <a:pt x="848036" y="82693"/>
                </a:lnTo>
                <a:lnTo>
                  <a:pt x="848014" y="81985"/>
                </a:lnTo>
                <a:lnTo>
                  <a:pt x="847998" y="81275"/>
                </a:lnTo>
                <a:lnTo>
                  <a:pt x="847988" y="80560"/>
                </a:lnTo>
                <a:lnTo>
                  <a:pt x="847985" y="79842"/>
                </a:lnTo>
                <a:lnTo>
                  <a:pt x="847985" y="67975"/>
                </a:lnTo>
                <a:lnTo>
                  <a:pt x="847989" y="67198"/>
                </a:lnTo>
                <a:lnTo>
                  <a:pt x="847999" y="66426"/>
                </a:lnTo>
                <a:lnTo>
                  <a:pt x="848017" y="65660"/>
                </a:lnTo>
                <a:lnTo>
                  <a:pt x="848041" y="64900"/>
                </a:lnTo>
                <a:lnTo>
                  <a:pt x="848073" y="64147"/>
                </a:lnTo>
                <a:lnTo>
                  <a:pt x="848111" y="63399"/>
                </a:lnTo>
                <a:lnTo>
                  <a:pt x="848157" y="62656"/>
                </a:lnTo>
                <a:lnTo>
                  <a:pt x="848210" y="61920"/>
                </a:lnTo>
                <a:lnTo>
                  <a:pt x="848269" y="61190"/>
                </a:lnTo>
                <a:lnTo>
                  <a:pt x="848336" y="60465"/>
                </a:lnTo>
                <a:lnTo>
                  <a:pt x="848409" y="59747"/>
                </a:lnTo>
                <a:lnTo>
                  <a:pt x="848490" y="59034"/>
                </a:lnTo>
                <a:lnTo>
                  <a:pt x="848578" y="58327"/>
                </a:lnTo>
                <a:lnTo>
                  <a:pt x="848672" y="57626"/>
                </a:lnTo>
                <a:lnTo>
                  <a:pt x="848774" y="56931"/>
                </a:lnTo>
                <a:lnTo>
                  <a:pt x="848882" y="56242"/>
                </a:lnTo>
                <a:lnTo>
                  <a:pt x="848998" y="55559"/>
                </a:lnTo>
                <a:lnTo>
                  <a:pt x="849121" y="54882"/>
                </a:lnTo>
                <a:lnTo>
                  <a:pt x="849250" y="54210"/>
                </a:lnTo>
                <a:lnTo>
                  <a:pt x="849387" y="53544"/>
                </a:lnTo>
                <a:lnTo>
                  <a:pt x="849531" y="52885"/>
                </a:lnTo>
                <a:lnTo>
                  <a:pt x="849681" y="52231"/>
                </a:lnTo>
                <a:lnTo>
                  <a:pt x="849839" y="51583"/>
                </a:lnTo>
                <a:lnTo>
                  <a:pt x="850004" y="50941"/>
                </a:lnTo>
                <a:lnTo>
                  <a:pt x="850175" y="50306"/>
                </a:lnTo>
                <a:lnTo>
                  <a:pt x="850354" y="49678"/>
                </a:lnTo>
                <a:lnTo>
                  <a:pt x="850539" y="49058"/>
                </a:lnTo>
                <a:lnTo>
                  <a:pt x="850731" y="48445"/>
                </a:lnTo>
                <a:lnTo>
                  <a:pt x="850930" y="47840"/>
                </a:lnTo>
                <a:lnTo>
                  <a:pt x="851136" y="47242"/>
                </a:lnTo>
                <a:lnTo>
                  <a:pt x="851349" y="46652"/>
                </a:lnTo>
                <a:lnTo>
                  <a:pt x="851569" y="46070"/>
                </a:lnTo>
                <a:lnTo>
                  <a:pt x="851795" y="45495"/>
                </a:lnTo>
                <a:lnTo>
                  <a:pt x="852029" y="44928"/>
                </a:lnTo>
                <a:lnTo>
                  <a:pt x="852269" y="44368"/>
                </a:lnTo>
                <a:lnTo>
                  <a:pt x="852516" y="43816"/>
                </a:lnTo>
                <a:lnTo>
                  <a:pt x="852770" y="43272"/>
                </a:lnTo>
                <a:lnTo>
                  <a:pt x="853031" y="42735"/>
                </a:lnTo>
                <a:lnTo>
                  <a:pt x="853299" y="42206"/>
                </a:lnTo>
                <a:lnTo>
                  <a:pt x="853574" y="41684"/>
                </a:lnTo>
                <a:lnTo>
                  <a:pt x="853855" y="41170"/>
                </a:lnTo>
                <a:lnTo>
                  <a:pt x="854144" y="40663"/>
                </a:lnTo>
                <a:lnTo>
                  <a:pt x="854439" y="40164"/>
                </a:lnTo>
                <a:lnTo>
                  <a:pt x="854741" y="39672"/>
                </a:lnTo>
                <a:lnTo>
                  <a:pt x="855050" y="39188"/>
                </a:lnTo>
                <a:lnTo>
                  <a:pt x="855366" y="38712"/>
                </a:lnTo>
                <a:lnTo>
                  <a:pt x="855688" y="38243"/>
                </a:lnTo>
                <a:lnTo>
                  <a:pt x="856018" y="37782"/>
                </a:lnTo>
                <a:lnTo>
                  <a:pt x="856354" y="37329"/>
                </a:lnTo>
                <a:lnTo>
                  <a:pt x="856697" y="36884"/>
                </a:lnTo>
                <a:lnTo>
                  <a:pt x="857047" y="36448"/>
                </a:lnTo>
                <a:lnTo>
                  <a:pt x="857404" y="36021"/>
                </a:lnTo>
                <a:lnTo>
                  <a:pt x="857767" y="35603"/>
                </a:lnTo>
                <a:lnTo>
                  <a:pt x="858137" y="35193"/>
                </a:lnTo>
                <a:lnTo>
                  <a:pt x="858514" y="34792"/>
                </a:lnTo>
                <a:lnTo>
                  <a:pt x="858897" y="34400"/>
                </a:lnTo>
                <a:lnTo>
                  <a:pt x="859288" y="34016"/>
                </a:lnTo>
                <a:lnTo>
                  <a:pt x="859685" y="33642"/>
                </a:lnTo>
                <a:lnTo>
                  <a:pt x="860088" y="33275"/>
                </a:lnTo>
                <a:lnTo>
                  <a:pt x="860499" y="32918"/>
                </a:lnTo>
                <a:lnTo>
                  <a:pt x="860916" y="32569"/>
                </a:lnTo>
                <a:lnTo>
                  <a:pt x="861339" y="32229"/>
                </a:lnTo>
                <a:lnTo>
                  <a:pt x="861770" y="31897"/>
                </a:lnTo>
                <a:lnTo>
                  <a:pt x="862207" y="31575"/>
                </a:lnTo>
                <a:lnTo>
                  <a:pt x="862651" y="31260"/>
                </a:lnTo>
                <a:lnTo>
                  <a:pt x="863102" y="30955"/>
                </a:lnTo>
                <a:lnTo>
                  <a:pt x="863560" y="30658"/>
                </a:lnTo>
                <a:lnTo>
                  <a:pt x="864024" y="30370"/>
                </a:lnTo>
                <a:lnTo>
                  <a:pt x="864495" y="30091"/>
                </a:lnTo>
                <a:lnTo>
                  <a:pt x="864972" y="29820"/>
                </a:lnTo>
                <a:lnTo>
                  <a:pt x="865457" y="29558"/>
                </a:lnTo>
                <a:lnTo>
                  <a:pt x="865948" y="29305"/>
                </a:lnTo>
                <a:lnTo>
                  <a:pt x="866446" y="29061"/>
                </a:lnTo>
                <a:lnTo>
                  <a:pt x="866950" y="28828"/>
                </a:lnTo>
                <a:lnTo>
                  <a:pt x="867461" y="28605"/>
                </a:lnTo>
                <a:lnTo>
                  <a:pt x="867978" y="28392"/>
                </a:lnTo>
                <a:lnTo>
                  <a:pt x="868503" y="28190"/>
                </a:lnTo>
                <a:lnTo>
                  <a:pt x="869033" y="27998"/>
                </a:lnTo>
                <a:lnTo>
                  <a:pt x="869571" y="27817"/>
                </a:lnTo>
                <a:lnTo>
                  <a:pt x="870114" y="27646"/>
                </a:lnTo>
                <a:lnTo>
                  <a:pt x="870665" y="27485"/>
                </a:lnTo>
                <a:lnTo>
                  <a:pt x="871222" y="27335"/>
                </a:lnTo>
                <a:lnTo>
                  <a:pt x="871786" y="27195"/>
                </a:lnTo>
                <a:lnTo>
                  <a:pt x="872356" y="27065"/>
                </a:lnTo>
                <a:lnTo>
                  <a:pt x="872933" y="26946"/>
                </a:lnTo>
                <a:lnTo>
                  <a:pt x="873516" y="26837"/>
                </a:lnTo>
                <a:lnTo>
                  <a:pt x="874106" y="26738"/>
                </a:lnTo>
                <a:lnTo>
                  <a:pt x="874703" y="26650"/>
                </a:lnTo>
                <a:lnTo>
                  <a:pt x="875306" y="26572"/>
                </a:lnTo>
                <a:lnTo>
                  <a:pt x="875916" y="26505"/>
                </a:lnTo>
                <a:lnTo>
                  <a:pt x="876532" y="26448"/>
                </a:lnTo>
                <a:lnTo>
                  <a:pt x="877155" y="26401"/>
                </a:lnTo>
                <a:lnTo>
                  <a:pt x="877784" y="26365"/>
                </a:lnTo>
                <a:lnTo>
                  <a:pt x="878420" y="26339"/>
                </a:lnTo>
                <a:lnTo>
                  <a:pt x="879063" y="26323"/>
                </a:lnTo>
                <a:lnTo>
                  <a:pt x="879712" y="26318"/>
                </a:lnTo>
                <a:lnTo>
                  <a:pt x="880467" y="26324"/>
                </a:lnTo>
                <a:lnTo>
                  <a:pt x="881209" y="26341"/>
                </a:lnTo>
                <a:lnTo>
                  <a:pt x="881939" y="26369"/>
                </a:lnTo>
                <a:lnTo>
                  <a:pt x="882657" y="26408"/>
                </a:lnTo>
                <a:lnTo>
                  <a:pt x="883363" y="26459"/>
                </a:lnTo>
                <a:lnTo>
                  <a:pt x="884057" y="26521"/>
                </a:lnTo>
                <a:lnTo>
                  <a:pt x="884739" y="26594"/>
                </a:lnTo>
                <a:lnTo>
                  <a:pt x="885408" y="26678"/>
                </a:lnTo>
                <a:lnTo>
                  <a:pt x="886066" y="26774"/>
                </a:lnTo>
                <a:lnTo>
                  <a:pt x="886712" y="26880"/>
                </a:lnTo>
                <a:lnTo>
                  <a:pt x="887345" y="26999"/>
                </a:lnTo>
                <a:lnTo>
                  <a:pt x="887967" y="27128"/>
                </a:lnTo>
                <a:lnTo>
                  <a:pt x="888577" y="27269"/>
                </a:lnTo>
                <a:lnTo>
                  <a:pt x="889174" y="27420"/>
                </a:lnTo>
                <a:lnTo>
                  <a:pt x="889760" y="27583"/>
                </a:lnTo>
                <a:lnTo>
                  <a:pt x="890333" y="27758"/>
                </a:lnTo>
                <a:lnTo>
                  <a:pt x="890894" y="27943"/>
                </a:lnTo>
                <a:lnTo>
                  <a:pt x="891444" y="28140"/>
                </a:lnTo>
                <a:lnTo>
                  <a:pt x="891981" y="28348"/>
                </a:lnTo>
                <a:lnTo>
                  <a:pt x="892506" y="28568"/>
                </a:lnTo>
                <a:lnTo>
                  <a:pt x="893019" y="28798"/>
                </a:lnTo>
                <a:lnTo>
                  <a:pt x="893520" y="29040"/>
                </a:lnTo>
                <a:lnTo>
                  <a:pt x="894009" y="29293"/>
                </a:lnTo>
                <a:lnTo>
                  <a:pt x="894486" y="29557"/>
                </a:lnTo>
                <a:lnTo>
                  <a:pt x="894952" y="29832"/>
                </a:lnTo>
                <a:lnTo>
                  <a:pt x="895410" y="30116"/>
                </a:lnTo>
                <a:lnTo>
                  <a:pt x="895858" y="30410"/>
                </a:lnTo>
                <a:lnTo>
                  <a:pt x="896298" y="30713"/>
                </a:lnTo>
                <a:lnTo>
                  <a:pt x="896729" y="31025"/>
                </a:lnTo>
                <a:lnTo>
                  <a:pt x="897150" y="31347"/>
                </a:lnTo>
                <a:lnTo>
                  <a:pt x="897563" y="31678"/>
                </a:lnTo>
                <a:lnTo>
                  <a:pt x="897966" y="32018"/>
                </a:lnTo>
                <a:lnTo>
                  <a:pt x="898361" y="32368"/>
                </a:lnTo>
                <a:lnTo>
                  <a:pt x="898747" y="32728"/>
                </a:lnTo>
                <a:lnTo>
                  <a:pt x="899124" y="33096"/>
                </a:lnTo>
                <a:lnTo>
                  <a:pt x="899491" y="33475"/>
                </a:lnTo>
                <a:lnTo>
                  <a:pt x="899850" y="33862"/>
                </a:lnTo>
                <a:lnTo>
                  <a:pt x="900200" y="34259"/>
                </a:lnTo>
                <a:lnTo>
                  <a:pt x="900541" y="34666"/>
                </a:lnTo>
                <a:lnTo>
                  <a:pt x="900873" y="35082"/>
                </a:lnTo>
                <a:lnTo>
                  <a:pt x="901196" y="35507"/>
                </a:lnTo>
                <a:lnTo>
                  <a:pt x="901510" y="35942"/>
                </a:lnTo>
                <a:lnTo>
                  <a:pt x="901815" y="36386"/>
                </a:lnTo>
                <a:lnTo>
                  <a:pt x="902111" y="36840"/>
                </a:lnTo>
                <a:lnTo>
                  <a:pt x="902398" y="37303"/>
                </a:lnTo>
                <a:lnTo>
                  <a:pt x="902676" y="37775"/>
                </a:lnTo>
                <a:lnTo>
                  <a:pt x="902945" y="38257"/>
                </a:lnTo>
                <a:lnTo>
                  <a:pt x="903205" y="38748"/>
                </a:lnTo>
                <a:lnTo>
                  <a:pt x="903457" y="39248"/>
                </a:lnTo>
                <a:lnTo>
                  <a:pt x="903703" y="39756"/>
                </a:lnTo>
                <a:lnTo>
                  <a:pt x="903942" y="40272"/>
                </a:lnTo>
                <a:lnTo>
                  <a:pt x="904174" y="40796"/>
                </a:lnTo>
                <a:lnTo>
                  <a:pt x="904399" y="41328"/>
                </a:lnTo>
                <a:lnTo>
                  <a:pt x="904618" y="41868"/>
                </a:lnTo>
                <a:lnTo>
                  <a:pt x="904830" y="42416"/>
                </a:lnTo>
                <a:lnTo>
                  <a:pt x="905035" y="42972"/>
                </a:lnTo>
                <a:lnTo>
                  <a:pt x="905233" y="43536"/>
                </a:lnTo>
                <a:lnTo>
                  <a:pt x="905425" y="44108"/>
                </a:lnTo>
                <a:lnTo>
                  <a:pt x="905610" y="44688"/>
                </a:lnTo>
                <a:lnTo>
                  <a:pt x="905788" y="45276"/>
                </a:lnTo>
                <a:lnTo>
                  <a:pt x="905960" y="45873"/>
                </a:lnTo>
                <a:lnTo>
                  <a:pt x="906125" y="46477"/>
                </a:lnTo>
                <a:lnTo>
                  <a:pt x="906283" y="47089"/>
                </a:lnTo>
                <a:lnTo>
                  <a:pt x="906434" y="47709"/>
                </a:lnTo>
                <a:lnTo>
                  <a:pt x="906579" y="48337"/>
                </a:lnTo>
                <a:lnTo>
                  <a:pt x="906717" y="48974"/>
                </a:lnTo>
                <a:lnTo>
                  <a:pt x="906848" y="49618"/>
                </a:lnTo>
                <a:lnTo>
                  <a:pt x="906972" y="50270"/>
                </a:lnTo>
                <a:lnTo>
                  <a:pt x="907090" y="50930"/>
                </a:lnTo>
                <a:lnTo>
                  <a:pt x="907201" y="51599"/>
                </a:lnTo>
                <a:lnTo>
                  <a:pt x="907305" y="52275"/>
                </a:lnTo>
                <a:lnTo>
                  <a:pt x="907403" y="52959"/>
                </a:lnTo>
                <a:lnTo>
                  <a:pt x="922903" y="52959"/>
                </a:lnTo>
                <a:lnTo>
                  <a:pt x="922795" y="51993"/>
                </a:lnTo>
                <a:lnTo>
                  <a:pt x="922674" y="51037"/>
                </a:lnTo>
                <a:lnTo>
                  <a:pt x="922539" y="50091"/>
                </a:lnTo>
                <a:lnTo>
                  <a:pt x="922391" y="49154"/>
                </a:lnTo>
                <a:lnTo>
                  <a:pt x="922229" y="48227"/>
                </a:lnTo>
                <a:lnTo>
                  <a:pt x="922053" y="47310"/>
                </a:lnTo>
                <a:lnTo>
                  <a:pt x="921864" y="46402"/>
                </a:lnTo>
                <a:lnTo>
                  <a:pt x="921661" y="45504"/>
                </a:lnTo>
                <a:lnTo>
                  <a:pt x="921444" y="44616"/>
                </a:lnTo>
                <a:lnTo>
                  <a:pt x="921214" y="43737"/>
                </a:lnTo>
                <a:lnTo>
                  <a:pt x="920971" y="42868"/>
                </a:lnTo>
                <a:lnTo>
                  <a:pt x="920713" y="42009"/>
                </a:lnTo>
                <a:lnTo>
                  <a:pt x="920442" y="41159"/>
                </a:lnTo>
                <a:lnTo>
                  <a:pt x="920158" y="40319"/>
                </a:lnTo>
                <a:lnTo>
                  <a:pt x="919860" y="39489"/>
                </a:lnTo>
                <a:lnTo>
                  <a:pt x="919548" y="38669"/>
                </a:lnTo>
                <a:lnTo>
                  <a:pt x="919223" y="37858"/>
                </a:lnTo>
                <a:lnTo>
                  <a:pt x="918884" y="37057"/>
                </a:lnTo>
                <a:lnTo>
                  <a:pt x="918532" y="36265"/>
                </a:lnTo>
                <a:lnTo>
                  <a:pt x="918166" y="35484"/>
                </a:lnTo>
                <a:lnTo>
                  <a:pt x="917786" y="34712"/>
                </a:lnTo>
                <a:lnTo>
                  <a:pt x="917393" y="33949"/>
                </a:lnTo>
                <a:lnTo>
                  <a:pt x="916986" y="33197"/>
                </a:lnTo>
                <a:lnTo>
                  <a:pt x="916566" y="32454"/>
                </a:lnTo>
                <a:lnTo>
                  <a:pt x="916132" y="31722"/>
                </a:lnTo>
                <a:lnTo>
                  <a:pt x="915683" y="31004"/>
                </a:lnTo>
                <a:lnTo>
                  <a:pt x="915220" y="30299"/>
                </a:lnTo>
                <a:lnTo>
                  <a:pt x="914744" y="29607"/>
                </a:lnTo>
                <a:lnTo>
                  <a:pt x="914253" y="28929"/>
                </a:lnTo>
                <a:lnTo>
                  <a:pt x="913748" y="28264"/>
                </a:lnTo>
                <a:lnTo>
                  <a:pt x="913229" y="27612"/>
                </a:lnTo>
                <a:lnTo>
                  <a:pt x="912695" y="26974"/>
                </a:lnTo>
                <a:lnTo>
                  <a:pt x="912148" y="26349"/>
                </a:lnTo>
                <a:lnTo>
                  <a:pt x="911586" y="25738"/>
                </a:lnTo>
                <a:lnTo>
                  <a:pt x="911010" y="25139"/>
                </a:lnTo>
                <a:lnTo>
                  <a:pt x="910420" y="24555"/>
                </a:lnTo>
                <a:lnTo>
                  <a:pt x="909816" y="23983"/>
                </a:lnTo>
                <a:lnTo>
                  <a:pt x="909198" y="23425"/>
                </a:lnTo>
                <a:lnTo>
                  <a:pt x="908565" y="22880"/>
                </a:lnTo>
                <a:lnTo>
                  <a:pt x="907919" y="22349"/>
                </a:lnTo>
                <a:lnTo>
                  <a:pt x="907258" y="21831"/>
                </a:lnTo>
                <a:lnTo>
                  <a:pt x="906583" y="21326"/>
                </a:lnTo>
                <a:lnTo>
                  <a:pt x="905894" y="20835"/>
                </a:lnTo>
                <a:lnTo>
                  <a:pt x="905191" y="20357"/>
                </a:lnTo>
                <a:lnTo>
                  <a:pt x="904473" y="19892"/>
                </a:lnTo>
                <a:lnTo>
                  <a:pt x="903742" y="19441"/>
                </a:lnTo>
                <a:lnTo>
                  <a:pt x="902996" y="19003"/>
                </a:lnTo>
                <a:lnTo>
                  <a:pt x="902236" y="18578"/>
                </a:lnTo>
                <a:lnTo>
                  <a:pt x="901462" y="18169"/>
                </a:lnTo>
                <a:lnTo>
                  <a:pt x="900674" y="17777"/>
                </a:lnTo>
                <a:lnTo>
                  <a:pt x="899871" y="17403"/>
                </a:lnTo>
                <a:lnTo>
                  <a:pt x="899054" y="17046"/>
                </a:lnTo>
                <a:lnTo>
                  <a:pt x="898223" y="16706"/>
                </a:lnTo>
                <a:lnTo>
                  <a:pt x="897377" y="16384"/>
                </a:lnTo>
                <a:lnTo>
                  <a:pt x="896517" y="16079"/>
                </a:lnTo>
                <a:lnTo>
                  <a:pt x="895643" y="15792"/>
                </a:lnTo>
                <a:lnTo>
                  <a:pt x="894755" y="15522"/>
                </a:lnTo>
                <a:lnTo>
                  <a:pt x="893852" y="15269"/>
                </a:lnTo>
                <a:lnTo>
                  <a:pt x="892935" y="15034"/>
                </a:lnTo>
                <a:lnTo>
                  <a:pt x="892004" y="14817"/>
                </a:lnTo>
                <a:lnTo>
                  <a:pt x="891058" y="14616"/>
                </a:lnTo>
                <a:lnTo>
                  <a:pt x="890098" y="14433"/>
                </a:lnTo>
                <a:lnTo>
                  <a:pt x="889124" y="14268"/>
                </a:lnTo>
                <a:lnTo>
                  <a:pt x="888135" y="14120"/>
                </a:lnTo>
                <a:lnTo>
                  <a:pt x="887132" y="13989"/>
                </a:lnTo>
                <a:lnTo>
                  <a:pt x="886115" y="13876"/>
                </a:lnTo>
                <a:lnTo>
                  <a:pt x="885084" y="13780"/>
                </a:lnTo>
                <a:lnTo>
                  <a:pt x="884038" y="13702"/>
                </a:lnTo>
                <a:lnTo>
                  <a:pt x="882978" y="13641"/>
                </a:lnTo>
                <a:lnTo>
                  <a:pt x="881904" y="13598"/>
                </a:lnTo>
                <a:lnTo>
                  <a:pt x="880815" y="13571"/>
                </a:lnTo>
                <a:lnTo>
                  <a:pt x="879712" y="13563"/>
                </a:lnTo>
                <a:lnTo>
                  <a:pt x="878808" y="13569"/>
                </a:lnTo>
                <a:lnTo>
                  <a:pt x="877911" y="13590"/>
                </a:lnTo>
                <a:lnTo>
                  <a:pt x="877022" y="13623"/>
                </a:lnTo>
                <a:lnTo>
                  <a:pt x="876140" y="13670"/>
                </a:lnTo>
                <a:lnTo>
                  <a:pt x="875266" y="13731"/>
                </a:lnTo>
                <a:lnTo>
                  <a:pt x="874399" y="13805"/>
                </a:lnTo>
                <a:lnTo>
                  <a:pt x="873540" y="13892"/>
                </a:lnTo>
                <a:lnTo>
                  <a:pt x="872689" y="13993"/>
                </a:lnTo>
                <a:lnTo>
                  <a:pt x="871845" y="14108"/>
                </a:lnTo>
                <a:lnTo>
                  <a:pt x="871009" y="14235"/>
                </a:lnTo>
                <a:lnTo>
                  <a:pt x="870180" y="14377"/>
                </a:lnTo>
                <a:lnTo>
                  <a:pt x="869359" y="14531"/>
                </a:lnTo>
                <a:lnTo>
                  <a:pt x="868545" y="14700"/>
                </a:lnTo>
                <a:lnTo>
                  <a:pt x="867739" y="14881"/>
                </a:lnTo>
                <a:lnTo>
                  <a:pt x="866941" y="15076"/>
                </a:lnTo>
                <a:lnTo>
                  <a:pt x="866150" y="15285"/>
                </a:lnTo>
                <a:lnTo>
                  <a:pt x="865366" y="15507"/>
                </a:lnTo>
                <a:lnTo>
                  <a:pt x="864591" y="15742"/>
                </a:lnTo>
                <a:lnTo>
                  <a:pt x="863822" y="15991"/>
                </a:lnTo>
                <a:lnTo>
                  <a:pt x="863062" y="16254"/>
                </a:lnTo>
                <a:lnTo>
                  <a:pt x="862309" y="16530"/>
                </a:lnTo>
                <a:lnTo>
                  <a:pt x="861563" y="16819"/>
                </a:lnTo>
                <a:lnTo>
                  <a:pt x="860825" y="17122"/>
                </a:lnTo>
                <a:lnTo>
                  <a:pt x="860095" y="17438"/>
                </a:lnTo>
                <a:lnTo>
                  <a:pt x="859373" y="17766"/>
                </a:lnTo>
                <a:lnTo>
                  <a:pt x="858659" y="18107"/>
                </a:lnTo>
                <a:lnTo>
                  <a:pt x="857955" y="18458"/>
                </a:lnTo>
                <a:lnTo>
                  <a:pt x="857259" y="18821"/>
                </a:lnTo>
                <a:lnTo>
                  <a:pt x="856572" y="19196"/>
                </a:lnTo>
                <a:lnTo>
                  <a:pt x="855894" y="19582"/>
                </a:lnTo>
                <a:lnTo>
                  <a:pt x="855225" y="19980"/>
                </a:lnTo>
                <a:lnTo>
                  <a:pt x="854565" y="20389"/>
                </a:lnTo>
                <a:lnTo>
                  <a:pt x="853913" y="20810"/>
                </a:lnTo>
                <a:lnTo>
                  <a:pt x="853271" y="21242"/>
                </a:lnTo>
                <a:lnTo>
                  <a:pt x="852637" y="21685"/>
                </a:lnTo>
                <a:lnTo>
                  <a:pt x="852012" y="22140"/>
                </a:lnTo>
                <a:lnTo>
                  <a:pt x="851396" y="22607"/>
                </a:lnTo>
                <a:lnTo>
                  <a:pt x="850788" y="23085"/>
                </a:lnTo>
                <a:lnTo>
                  <a:pt x="850190" y="23575"/>
                </a:lnTo>
                <a:lnTo>
                  <a:pt x="849600" y="24076"/>
                </a:lnTo>
                <a:lnTo>
                  <a:pt x="849019" y="24588"/>
                </a:lnTo>
                <a:lnTo>
                  <a:pt x="848447" y="25112"/>
                </a:lnTo>
                <a:lnTo>
                  <a:pt x="847884" y="25648"/>
                </a:lnTo>
                <a:lnTo>
                  <a:pt x="847329" y="26195"/>
                </a:lnTo>
                <a:lnTo>
                  <a:pt x="846784" y="26753"/>
                </a:lnTo>
                <a:lnTo>
                  <a:pt x="846247" y="27323"/>
                </a:lnTo>
                <a:lnTo>
                  <a:pt x="845719" y="27905"/>
                </a:lnTo>
                <a:lnTo>
                  <a:pt x="845200" y="28498"/>
                </a:lnTo>
                <a:lnTo>
                  <a:pt x="844691" y="29102"/>
                </a:lnTo>
                <a:lnTo>
                  <a:pt x="844191" y="29715"/>
                </a:lnTo>
                <a:lnTo>
                  <a:pt x="843702" y="30339"/>
                </a:lnTo>
                <a:lnTo>
                  <a:pt x="843222" y="30972"/>
                </a:lnTo>
                <a:lnTo>
                  <a:pt x="842753" y="31616"/>
                </a:lnTo>
                <a:lnTo>
                  <a:pt x="842294" y="32269"/>
                </a:lnTo>
                <a:lnTo>
                  <a:pt x="841845" y="32933"/>
                </a:lnTo>
                <a:lnTo>
                  <a:pt x="841406" y="33606"/>
                </a:lnTo>
                <a:lnTo>
                  <a:pt x="840977" y="34290"/>
                </a:lnTo>
                <a:lnTo>
                  <a:pt x="840558" y="34983"/>
                </a:lnTo>
                <a:lnTo>
                  <a:pt x="840149" y="35686"/>
                </a:lnTo>
                <a:lnTo>
                  <a:pt x="839751" y="36399"/>
                </a:lnTo>
                <a:lnTo>
                  <a:pt x="839362" y="37122"/>
                </a:lnTo>
                <a:lnTo>
                  <a:pt x="838984" y="37856"/>
                </a:lnTo>
                <a:lnTo>
                  <a:pt x="838616" y="38599"/>
                </a:lnTo>
                <a:lnTo>
                  <a:pt x="838257" y="39352"/>
                </a:lnTo>
                <a:lnTo>
                  <a:pt x="837909" y="40115"/>
                </a:lnTo>
                <a:lnTo>
                  <a:pt x="837571" y="40887"/>
                </a:lnTo>
                <a:lnTo>
                  <a:pt x="837243" y="41670"/>
                </a:lnTo>
                <a:lnTo>
                  <a:pt x="836925" y="42463"/>
                </a:lnTo>
                <a:lnTo>
                  <a:pt x="836617" y="43266"/>
                </a:lnTo>
                <a:lnTo>
                  <a:pt x="836320" y="44079"/>
                </a:lnTo>
                <a:lnTo>
                  <a:pt x="836032" y="44901"/>
                </a:lnTo>
                <a:lnTo>
                  <a:pt x="835755" y="45734"/>
                </a:lnTo>
                <a:lnTo>
                  <a:pt x="835488" y="46575"/>
                </a:lnTo>
                <a:lnTo>
                  <a:pt x="835232" y="47425"/>
                </a:lnTo>
                <a:lnTo>
                  <a:pt x="834988" y="48282"/>
                </a:lnTo>
                <a:lnTo>
                  <a:pt x="834756" y="49148"/>
                </a:lnTo>
                <a:lnTo>
                  <a:pt x="834534" y="50022"/>
                </a:lnTo>
                <a:lnTo>
                  <a:pt x="834324" y="50903"/>
                </a:lnTo>
                <a:lnTo>
                  <a:pt x="834126" y="51793"/>
                </a:lnTo>
                <a:lnTo>
                  <a:pt x="833938" y="52690"/>
                </a:lnTo>
                <a:lnTo>
                  <a:pt x="833762" y="53596"/>
                </a:lnTo>
                <a:lnTo>
                  <a:pt x="833598" y="54509"/>
                </a:lnTo>
                <a:lnTo>
                  <a:pt x="833444" y="55430"/>
                </a:lnTo>
                <a:lnTo>
                  <a:pt x="833303" y="56360"/>
                </a:lnTo>
                <a:lnTo>
                  <a:pt x="833172" y="57297"/>
                </a:lnTo>
                <a:lnTo>
                  <a:pt x="833053" y="58243"/>
                </a:lnTo>
                <a:lnTo>
                  <a:pt x="832945" y="59196"/>
                </a:lnTo>
                <a:lnTo>
                  <a:pt x="832848" y="60158"/>
                </a:lnTo>
                <a:lnTo>
                  <a:pt x="832763" y="61127"/>
                </a:lnTo>
                <a:lnTo>
                  <a:pt x="832689" y="62104"/>
                </a:lnTo>
                <a:lnTo>
                  <a:pt x="832627" y="63090"/>
                </a:lnTo>
                <a:lnTo>
                  <a:pt x="832576" y="64083"/>
                </a:lnTo>
                <a:lnTo>
                  <a:pt x="832536" y="65084"/>
                </a:lnTo>
                <a:lnTo>
                  <a:pt x="832508" y="66094"/>
                </a:lnTo>
                <a:lnTo>
                  <a:pt x="832491" y="67111"/>
                </a:lnTo>
                <a:lnTo>
                  <a:pt x="832485" y="68136"/>
                </a:lnTo>
                <a:lnTo>
                  <a:pt x="832485" y="79842"/>
                </a:lnTo>
                <a:lnTo>
                  <a:pt x="832491" y="80868"/>
                </a:lnTo>
                <a:lnTo>
                  <a:pt x="832508" y="81885"/>
                </a:lnTo>
                <a:lnTo>
                  <a:pt x="832536" y="82894"/>
                </a:lnTo>
                <a:lnTo>
                  <a:pt x="832576" y="83896"/>
                </a:lnTo>
                <a:lnTo>
                  <a:pt x="832627" y="84889"/>
                </a:lnTo>
                <a:lnTo>
                  <a:pt x="832689" y="85874"/>
                </a:lnTo>
                <a:lnTo>
                  <a:pt x="832763" y="86852"/>
                </a:lnTo>
                <a:lnTo>
                  <a:pt x="832848" y="87821"/>
                </a:lnTo>
                <a:lnTo>
                  <a:pt x="832945" y="88783"/>
                </a:lnTo>
                <a:lnTo>
                  <a:pt x="833053" y="89736"/>
                </a:lnTo>
                <a:lnTo>
                  <a:pt x="833172" y="90681"/>
                </a:lnTo>
                <a:lnTo>
                  <a:pt x="833303" y="91619"/>
                </a:lnTo>
                <a:lnTo>
                  <a:pt x="833444" y="92548"/>
                </a:lnTo>
                <a:lnTo>
                  <a:pt x="833598" y="93470"/>
                </a:lnTo>
                <a:lnTo>
                  <a:pt x="833762" y="94383"/>
                </a:lnTo>
                <a:lnTo>
                  <a:pt x="833938" y="95289"/>
                </a:lnTo>
                <a:lnTo>
                  <a:pt x="834126" y="96186"/>
                </a:lnTo>
                <a:lnTo>
                  <a:pt x="834324" y="97076"/>
                </a:lnTo>
                <a:lnTo>
                  <a:pt x="834534" y="97957"/>
                </a:lnTo>
                <a:lnTo>
                  <a:pt x="834756" y="98831"/>
                </a:lnTo>
                <a:lnTo>
                  <a:pt x="834988" y="99696"/>
                </a:lnTo>
                <a:lnTo>
                  <a:pt x="835232" y="100554"/>
                </a:lnTo>
                <a:lnTo>
                  <a:pt x="835488" y="101403"/>
                </a:lnTo>
                <a:lnTo>
                  <a:pt x="835755" y="102245"/>
                </a:lnTo>
                <a:lnTo>
                  <a:pt x="836032" y="103078"/>
                </a:lnTo>
                <a:lnTo>
                  <a:pt x="836319" y="103900"/>
                </a:lnTo>
                <a:lnTo>
                  <a:pt x="836616" y="104712"/>
                </a:lnTo>
                <a:lnTo>
                  <a:pt x="836922" y="105515"/>
                </a:lnTo>
                <a:lnTo>
                  <a:pt x="837238" y="106307"/>
                </a:lnTo>
                <a:lnTo>
                  <a:pt x="837564" y="107089"/>
                </a:lnTo>
                <a:lnTo>
                  <a:pt x="837899" y="107861"/>
                </a:lnTo>
                <a:lnTo>
                  <a:pt x="838244" y="108623"/>
                </a:lnTo>
                <a:lnTo>
                  <a:pt x="838599" y="109375"/>
                </a:lnTo>
                <a:lnTo>
                  <a:pt x="838963" y="110116"/>
                </a:lnTo>
                <a:lnTo>
                  <a:pt x="839337" y="110848"/>
                </a:lnTo>
                <a:lnTo>
                  <a:pt x="839721" y="111569"/>
                </a:lnTo>
                <a:lnTo>
                  <a:pt x="840114" y="112281"/>
                </a:lnTo>
                <a:lnTo>
                  <a:pt x="840517" y="112982"/>
                </a:lnTo>
                <a:lnTo>
                  <a:pt x="840930" y="113673"/>
                </a:lnTo>
                <a:lnTo>
                  <a:pt x="841352" y="114355"/>
                </a:lnTo>
                <a:lnTo>
                  <a:pt x="841784" y="115026"/>
                </a:lnTo>
                <a:lnTo>
                  <a:pt x="842226" y="115687"/>
                </a:lnTo>
                <a:lnTo>
                  <a:pt x="842677" y="116338"/>
                </a:lnTo>
                <a:lnTo>
                  <a:pt x="843138" y="116978"/>
                </a:lnTo>
                <a:lnTo>
                  <a:pt x="843609" y="117609"/>
                </a:lnTo>
                <a:lnTo>
                  <a:pt x="844089" y="118230"/>
                </a:lnTo>
                <a:lnTo>
                  <a:pt x="844579" y="118840"/>
                </a:lnTo>
                <a:lnTo>
                  <a:pt x="845079" y="119441"/>
                </a:lnTo>
                <a:lnTo>
                  <a:pt x="845588" y="120030"/>
                </a:lnTo>
                <a:lnTo>
                  <a:pt x="846105" y="120609"/>
                </a:lnTo>
                <a:lnTo>
                  <a:pt x="846630" y="121176"/>
                </a:lnTo>
                <a:lnTo>
                  <a:pt x="847163" y="121731"/>
                </a:lnTo>
                <a:lnTo>
                  <a:pt x="847705" y="122276"/>
                </a:lnTo>
                <a:lnTo>
                  <a:pt x="848255" y="122809"/>
                </a:lnTo>
                <a:lnTo>
                  <a:pt x="848814" y="123330"/>
                </a:lnTo>
                <a:lnTo>
                  <a:pt x="849380" y="123840"/>
                </a:lnTo>
                <a:lnTo>
                  <a:pt x="849955" y="124339"/>
                </a:lnTo>
                <a:lnTo>
                  <a:pt x="850538" y="124827"/>
                </a:lnTo>
                <a:lnTo>
                  <a:pt x="851130" y="125303"/>
                </a:lnTo>
                <a:lnTo>
                  <a:pt x="851729" y="125768"/>
                </a:lnTo>
                <a:lnTo>
                  <a:pt x="852337" y="126221"/>
                </a:lnTo>
                <a:lnTo>
                  <a:pt x="852953" y="126663"/>
                </a:lnTo>
                <a:lnTo>
                  <a:pt x="853578" y="127094"/>
                </a:lnTo>
                <a:lnTo>
                  <a:pt x="854211" y="127514"/>
                </a:lnTo>
                <a:lnTo>
                  <a:pt x="854852" y="127922"/>
                </a:lnTo>
                <a:lnTo>
                  <a:pt x="855501" y="128318"/>
                </a:lnTo>
                <a:lnTo>
                  <a:pt x="856158" y="128704"/>
                </a:lnTo>
                <a:lnTo>
                  <a:pt x="856824" y="129078"/>
                </a:lnTo>
                <a:lnTo>
                  <a:pt x="857498" y="129440"/>
                </a:lnTo>
                <a:lnTo>
                  <a:pt x="858181" y="129792"/>
                </a:lnTo>
                <a:lnTo>
                  <a:pt x="858871" y="130132"/>
                </a:lnTo>
                <a:lnTo>
                  <a:pt x="859570" y="130460"/>
                </a:lnTo>
                <a:lnTo>
                  <a:pt x="860276" y="130776"/>
                </a:lnTo>
                <a:lnTo>
                  <a:pt x="860989" y="131079"/>
                </a:lnTo>
                <a:lnTo>
                  <a:pt x="861709" y="131368"/>
                </a:lnTo>
                <a:lnTo>
                  <a:pt x="862435" y="131644"/>
                </a:lnTo>
                <a:lnTo>
                  <a:pt x="863168" y="131907"/>
                </a:lnTo>
                <a:lnTo>
                  <a:pt x="863907" y="132156"/>
                </a:lnTo>
                <a:lnTo>
                  <a:pt x="864653" y="132391"/>
                </a:lnTo>
                <a:lnTo>
                  <a:pt x="865405" y="132613"/>
                </a:lnTo>
                <a:lnTo>
                  <a:pt x="866164" y="132822"/>
                </a:lnTo>
                <a:lnTo>
                  <a:pt x="866930" y="133017"/>
                </a:lnTo>
                <a:lnTo>
                  <a:pt x="867702" y="133198"/>
                </a:lnTo>
                <a:lnTo>
                  <a:pt x="868481" y="133367"/>
                </a:lnTo>
                <a:lnTo>
                  <a:pt x="869266" y="133521"/>
                </a:lnTo>
                <a:lnTo>
                  <a:pt x="870058" y="133663"/>
                </a:lnTo>
                <a:lnTo>
                  <a:pt x="870857" y="133790"/>
                </a:lnTo>
                <a:lnTo>
                  <a:pt x="871662" y="133905"/>
                </a:lnTo>
                <a:lnTo>
                  <a:pt x="872473" y="134006"/>
                </a:lnTo>
                <a:lnTo>
                  <a:pt x="873292" y="134093"/>
                </a:lnTo>
                <a:lnTo>
                  <a:pt x="874117" y="134167"/>
                </a:lnTo>
                <a:lnTo>
                  <a:pt x="874948" y="134228"/>
                </a:lnTo>
                <a:lnTo>
                  <a:pt x="875786" y="134275"/>
                </a:lnTo>
                <a:lnTo>
                  <a:pt x="876631" y="134308"/>
                </a:lnTo>
                <a:lnTo>
                  <a:pt x="877482" y="134329"/>
                </a:lnTo>
                <a:lnTo>
                  <a:pt x="878340" y="134335"/>
                </a:lnTo>
                <a:lnTo>
                  <a:pt x="879509" y="134326"/>
                </a:lnTo>
                <a:lnTo>
                  <a:pt x="880662" y="134300"/>
                </a:lnTo>
                <a:lnTo>
                  <a:pt x="881799" y="134255"/>
                </a:lnTo>
                <a:lnTo>
                  <a:pt x="882919" y="134193"/>
                </a:lnTo>
                <a:lnTo>
                  <a:pt x="884023" y="134112"/>
                </a:lnTo>
                <a:lnTo>
                  <a:pt x="885111" y="134014"/>
                </a:lnTo>
                <a:lnTo>
                  <a:pt x="886183" y="133898"/>
                </a:lnTo>
                <a:lnTo>
                  <a:pt x="887238" y="133765"/>
                </a:lnTo>
                <a:lnTo>
                  <a:pt x="888277" y="133613"/>
                </a:lnTo>
                <a:lnTo>
                  <a:pt x="889300" y="133444"/>
                </a:lnTo>
                <a:lnTo>
                  <a:pt x="890307" y="133256"/>
                </a:lnTo>
                <a:lnTo>
                  <a:pt x="891297" y="133051"/>
                </a:lnTo>
                <a:lnTo>
                  <a:pt x="892271" y="132828"/>
                </a:lnTo>
                <a:lnTo>
                  <a:pt x="893229" y="132588"/>
                </a:lnTo>
                <a:lnTo>
                  <a:pt x="894171" y="132329"/>
                </a:lnTo>
                <a:lnTo>
                  <a:pt x="895096" y="132052"/>
                </a:lnTo>
                <a:lnTo>
                  <a:pt x="896005" y="131758"/>
                </a:lnTo>
                <a:lnTo>
                  <a:pt x="896898" y="131446"/>
                </a:lnTo>
                <a:lnTo>
                  <a:pt x="897774" y="131116"/>
                </a:lnTo>
                <a:lnTo>
                  <a:pt x="898635" y="130768"/>
                </a:lnTo>
                <a:lnTo>
                  <a:pt x="899479" y="130403"/>
                </a:lnTo>
                <a:lnTo>
                  <a:pt x="900306" y="130019"/>
                </a:lnTo>
                <a:lnTo>
                  <a:pt x="901118" y="129618"/>
                </a:lnTo>
                <a:lnTo>
                  <a:pt x="901913" y="129199"/>
                </a:lnTo>
                <a:lnTo>
                  <a:pt x="902693" y="128764"/>
                </a:lnTo>
                <a:lnTo>
                  <a:pt x="903458" y="128317"/>
                </a:lnTo>
                <a:lnTo>
                  <a:pt x="904208" y="127857"/>
                </a:lnTo>
                <a:lnTo>
                  <a:pt x="904943" y="127384"/>
                </a:lnTo>
                <a:lnTo>
                  <a:pt x="905663" y="126899"/>
                </a:lnTo>
                <a:lnTo>
                  <a:pt x="906369" y="126401"/>
                </a:lnTo>
                <a:lnTo>
                  <a:pt x="907059" y="125889"/>
                </a:lnTo>
                <a:lnTo>
                  <a:pt x="907735" y="125366"/>
                </a:lnTo>
                <a:lnTo>
                  <a:pt x="908396" y="124829"/>
                </a:lnTo>
                <a:lnTo>
                  <a:pt x="909042" y="124279"/>
                </a:lnTo>
                <a:lnTo>
                  <a:pt x="909673" y="123717"/>
                </a:lnTo>
                <a:lnTo>
                  <a:pt x="910289" y="123142"/>
                </a:lnTo>
                <a:lnTo>
                  <a:pt x="910890" y="122554"/>
                </a:lnTo>
                <a:lnTo>
                  <a:pt x="911477" y="121954"/>
                </a:lnTo>
                <a:lnTo>
                  <a:pt x="912049" y="121340"/>
                </a:lnTo>
                <a:lnTo>
                  <a:pt x="912606" y="120714"/>
                </a:lnTo>
                <a:lnTo>
                  <a:pt x="913148" y="120075"/>
                </a:lnTo>
                <a:lnTo>
                  <a:pt x="913675" y="119424"/>
                </a:lnTo>
                <a:lnTo>
                  <a:pt x="914187" y="118759"/>
                </a:lnTo>
                <a:lnTo>
                  <a:pt x="914684" y="118082"/>
                </a:lnTo>
                <a:lnTo>
                  <a:pt x="915167" y="117392"/>
                </a:lnTo>
                <a:lnTo>
                  <a:pt x="915635" y="116689"/>
                </a:lnTo>
                <a:lnTo>
                  <a:pt x="916087" y="115974"/>
                </a:lnTo>
                <a:lnTo>
                  <a:pt x="916525" y="115245"/>
                </a:lnTo>
                <a:lnTo>
                  <a:pt x="916949" y="114506"/>
                </a:lnTo>
                <a:lnTo>
                  <a:pt x="917359" y="113759"/>
                </a:lnTo>
                <a:lnTo>
                  <a:pt x="917755" y="113004"/>
                </a:lnTo>
                <a:lnTo>
                  <a:pt x="918138" y="112240"/>
                </a:lnTo>
                <a:lnTo>
                  <a:pt x="918507" y="111468"/>
                </a:lnTo>
                <a:lnTo>
                  <a:pt x="918862" y="110689"/>
                </a:lnTo>
                <a:lnTo>
                  <a:pt x="919203" y="109901"/>
                </a:lnTo>
                <a:lnTo>
                  <a:pt x="919530" y="109105"/>
                </a:lnTo>
                <a:lnTo>
                  <a:pt x="919844" y="108301"/>
                </a:lnTo>
                <a:lnTo>
                  <a:pt x="920144" y="107488"/>
                </a:lnTo>
                <a:lnTo>
                  <a:pt x="920431" y="106668"/>
                </a:lnTo>
                <a:lnTo>
                  <a:pt x="920703" y="105839"/>
                </a:lnTo>
                <a:lnTo>
                  <a:pt x="920962" y="105003"/>
                </a:lnTo>
                <a:lnTo>
                  <a:pt x="921207" y="104158"/>
                </a:lnTo>
                <a:lnTo>
                  <a:pt x="921439" y="103305"/>
                </a:lnTo>
                <a:lnTo>
                  <a:pt x="921656" y="102444"/>
                </a:lnTo>
                <a:lnTo>
                  <a:pt x="921860" y="101574"/>
                </a:lnTo>
                <a:lnTo>
                  <a:pt x="922050" y="100697"/>
                </a:lnTo>
                <a:lnTo>
                  <a:pt x="922227" y="99812"/>
                </a:lnTo>
                <a:lnTo>
                  <a:pt x="922390" y="98918"/>
                </a:lnTo>
                <a:lnTo>
                  <a:pt x="922539" y="98016"/>
                </a:lnTo>
                <a:lnTo>
                  <a:pt x="922674" y="97106"/>
                </a:lnTo>
                <a:lnTo>
                  <a:pt x="922795" y="96188"/>
                </a:lnTo>
                <a:lnTo>
                  <a:pt x="922903" y="95262"/>
                </a:lnTo>
                <a:lnTo>
                  <a:pt x="907403" y="95262"/>
                </a:lnTo>
                <a:lnTo>
                  <a:pt x="907292" y="95946"/>
                </a:lnTo>
                <a:lnTo>
                  <a:pt x="907176" y="96622"/>
                </a:lnTo>
                <a:lnTo>
                  <a:pt x="907053" y="97290"/>
                </a:lnTo>
                <a:lnTo>
                  <a:pt x="906924" y="97950"/>
                </a:lnTo>
                <a:lnTo>
                  <a:pt x="906789" y="98601"/>
                </a:lnTo>
                <a:close/>
                <a:moveTo>
                  <a:pt x="993518" y="123697"/>
                </a:moveTo>
                <a:lnTo>
                  <a:pt x="993560" y="124045"/>
                </a:lnTo>
                <a:lnTo>
                  <a:pt x="993603" y="124395"/>
                </a:lnTo>
                <a:lnTo>
                  <a:pt x="993649" y="124748"/>
                </a:lnTo>
                <a:lnTo>
                  <a:pt x="993698" y="125103"/>
                </a:lnTo>
                <a:lnTo>
                  <a:pt x="993748" y="125459"/>
                </a:lnTo>
                <a:lnTo>
                  <a:pt x="993801" y="125818"/>
                </a:lnTo>
                <a:lnTo>
                  <a:pt x="993855" y="126175"/>
                </a:lnTo>
                <a:lnTo>
                  <a:pt x="993912" y="126526"/>
                </a:lnTo>
                <a:lnTo>
                  <a:pt x="993970" y="126871"/>
                </a:lnTo>
                <a:lnTo>
                  <a:pt x="994030" y="127210"/>
                </a:lnTo>
                <a:lnTo>
                  <a:pt x="994091" y="127543"/>
                </a:lnTo>
                <a:lnTo>
                  <a:pt x="994154" y="127869"/>
                </a:lnTo>
                <a:lnTo>
                  <a:pt x="994219" y="128190"/>
                </a:lnTo>
                <a:lnTo>
                  <a:pt x="994285" y="128505"/>
                </a:lnTo>
                <a:lnTo>
                  <a:pt x="994353" y="128814"/>
                </a:lnTo>
                <a:lnTo>
                  <a:pt x="994423" y="129116"/>
                </a:lnTo>
                <a:lnTo>
                  <a:pt x="994495" y="129413"/>
                </a:lnTo>
                <a:lnTo>
                  <a:pt x="994568" y="129703"/>
                </a:lnTo>
                <a:lnTo>
                  <a:pt x="994643" y="129988"/>
                </a:lnTo>
                <a:lnTo>
                  <a:pt x="994719" y="130267"/>
                </a:lnTo>
                <a:lnTo>
                  <a:pt x="994797" y="130539"/>
                </a:lnTo>
                <a:lnTo>
                  <a:pt x="994877" y="130806"/>
                </a:lnTo>
                <a:lnTo>
                  <a:pt x="994959" y="131066"/>
                </a:lnTo>
                <a:lnTo>
                  <a:pt x="995042" y="131321"/>
                </a:lnTo>
                <a:lnTo>
                  <a:pt x="995127" y="131569"/>
                </a:lnTo>
                <a:lnTo>
                  <a:pt x="995214" y="131811"/>
                </a:lnTo>
                <a:lnTo>
                  <a:pt x="995302" y="132048"/>
                </a:lnTo>
                <a:lnTo>
                  <a:pt x="995392" y="132278"/>
                </a:lnTo>
                <a:lnTo>
                  <a:pt x="995484" y="132502"/>
                </a:lnTo>
                <a:lnTo>
                  <a:pt x="995577" y="132721"/>
                </a:lnTo>
                <a:lnTo>
                  <a:pt x="1011158" y="132721"/>
                </a:lnTo>
                <a:lnTo>
                  <a:pt x="1011158" y="131429"/>
                </a:lnTo>
                <a:lnTo>
                  <a:pt x="1011031" y="131131"/>
                </a:lnTo>
                <a:lnTo>
                  <a:pt x="1010908" y="130827"/>
                </a:lnTo>
                <a:lnTo>
                  <a:pt x="1010786" y="130520"/>
                </a:lnTo>
                <a:lnTo>
                  <a:pt x="1010668" y="130207"/>
                </a:lnTo>
                <a:lnTo>
                  <a:pt x="1010552" y="129889"/>
                </a:lnTo>
                <a:lnTo>
                  <a:pt x="1010439" y="129567"/>
                </a:lnTo>
                <a:lnTo>
                  <a:pt x="1010328" y="129240"/>
                </a:lnTo>
                <a:lnTo>
                  <a:pt x="1010220" y="128908"/>
                </a:lnTo>
                <a:lnTo>
                  <a:pt x="1010115" y="128572"/>
                </a:lnTo>
                <a:lnTo>
                  <a:pt x="1010013" y="128231"/>
                </a:lnTo>
                <a:lnTo>
                  <a:pt x="1009913" y="127885"/>
                </a:lnTo>
                <a:lnTo>
                  <a:pt x="1009816" y="127534"/>
                </a:lnTo>
                <a:lnTo>
                  <a:pt x="1009721" y="127178"/>
                </a:lnTo>
                <a:lnTo>
                  <a:pt x="1009629" y="126818"/>
                </a:lnTo>
                <a:lnTo>
                  <a:pt x="1009540" y="126453"/>
                </a:lnTo>
                <a:lnTo>
                  <a:pt x="1009454" y="126083"/>
                </a:lnTo>
                <a:lnTo>
                  <a:pt x="1009370" y="125708"/>
                </a:lnTo>
                <a:lnTo>
                  <a:pt x="1009288" y="125329"/>
                </a:lnTo>
                <a:lnTo>
                  <a:pt x="1009210" y="124945"/>
                </a:lnTo>
                <a:lnTo>
                  <a:pt x="1009134" y="124556"/>
                </a:lnTo>
                <a:lnTo>
                  <a:pt x="1009061" y="124162"/>
                </a:lnTo>
                <a:lnTo>
                  <a:pt x="1008990" y="123764"/>
                </a:lnTo>
                <a:lnTo>
                  <a:pt x="1008922" y="123360"/>
                </a:lnTo>
                <a:lnTo>
                  <a:pt x="1008857" y="122952"/>
                </a:lnTo>
                <a:lnTo>
                  <a:pt x="1008794" y="122543"/>
                </a:lnTo>
                <a:lnTo>
                  <a:pt x="1008735" y="122136"/>
                </a:lnTo>
                <a:lnTo>
                  <a:pt x="1008677" y="121730"/>
                </a:lnTo>
                <a:lnTo>
                  <a:pt x="1008623" y="121327"/>
                </a:lnTo>
                <a:lnTo>
                  <a:pt x="1008571" y="120925"/>
                </a:lnTo>
                <a:lnTo>
                  <a:pt x="1008522" y="120525"/>
                </a:lnTo>
                <a:lnTo>
                  <a:pt x="1008475" y="120128"/>
                </a:lnTo>
                <a:lnTo>
                  <a:pt x="1008431" y="119732"/>
                </a:lnTo>
                <a:lnTo>
                  <a:pt x="1008390" y="119338"/>
                </a:lnTo>
                <a:lnTo>
                  <a:pt x="1008351" y="118947"/>
                </a:lnTo>
                <a:lnTo>
                  <a:pt x="1008315" y="118557"/>
                </a:lnTo>
                <a:lnTo>
                  <a:pt x="1008282" y="118169"/>
                </a:lnTo>
                <a:lnTo>
                  <a:pt x="1008251" y="117783"/>
                </a:lnTo>
                <a:lnTo>
                  <a:pt x="1008223" y="117399"/>
                </a:lnTo>
                <a:lnTo>
                  <a:pt x="1008198" y="117017"/>
                </a:lnTo>
                <a:lnTo>
                  <a:pt x="1008175" y="116637"/>
                </a:lnTo>
                <a:lnTo>
                  <a:pt x="1008155" y="116259"/>
                </a:lnTo>
                <a:lnTo>
                  <a:pt x="1008138" y="115883"/>
                </a:lnTo>
                <a:lnTo>
                  <a:pt x="1008123" y="115509"/>
                </a:lnTo>
                <a:lnTo>
                  <a:pt x="1008111" y="115137"/>
                </a:lnTo>
                <a:lnTo>
                  <a:pt x="1008102" y="114767"/>
                </a:lnTo>
                <a:lnTo>
                  <a:pt x="1008095" y="114399"/>
                </a:lnTo>
                <a:lnTo>
                  <a:pt x="1008091" y="114033"/>
                </a:lnTo>
                <a:lnTo>
                  <a:pt x="1008090" y="113668"/>
                </a:lnTo>
                <a:lnTo>
                  <a:pt x="1008090" y="72980"/>
                </a:lnTo>
                <a:lnTo>
                  <a:pt x="1008083" y="72172"/>
                </a:lnTo>
                <a:lnTo>
                  <a:pt x="1008061" y="71375"/>
                </a:lnTo>
                <a:lnTo>
                  <a:pt x="1008025" y="70589"/>
                </a:lnTo>
                <a:lnTo>
                  <a:pt x="1007975" y="69815"/>
                </a:lnTo>
                <a:lnTo>
                  <a:pt x="1007910" y="69052"/>
                </a:lnTo>
                <a:lnTo>
                  <a:pt x="1007830" y="68300"/>
                </a:lnTo>
                <a:lnTo>
                  <a:pt x="1007736" y="67560"/>
                </a:lnTo>
                <a:lnTo>
                  <a:pt x="1007628" y="66831"/>
                </a:lnTo>
                <a:lnTo>
                  <a:pt x="1007505" y="66114"/>
                </a:lnTo>
                <a:lnTo>
                  <a:pt x="1007368" y="65408"/>
                </a:lnTo>
                <a:lnTo>
                  <a:pt x="1007217" y="64713"/>
                </a:lnTo>
                <a:lnTo>
                  <a:pt x="1007051" y="64029"/>
                </a:lnTo>
                <a:lnTo>
                  <a:pt x="1006870" y="63357"/>
                </a:lnTo>
                <a:lnTo>
                  <a:pt x="1006675" y="62696"/>
                </a:lnTo>
                <a:lnTo>
                  <a:pt x="1006466" y="62047"/>
                </a:lnTo>
                <a:lnTo>
                  <a:pt x="1006242" y="61409"/>
                </a:lnTo>
                <a:lnTo>
                  <a:pt x="1006004" y="60782"/>
                </a:lnTo>
                <a:lnTo>
                  <a:pt x="1005751" y="60167"/>
                </a:lnTo>
                <a:lnTo>
                  <a:pt x="1005484" y="59563"/>
                </a:lnTo>
                <a:lnTo>
                  <a:pt x="1005203" y="58970"/>
                </a:lnTo>
                <a:lnTo>
                  <a:pt x="1004907" y="58389"/>
                </a:lnTo>
                <a:lnTo>
                  <a:pt x="1004597" y="57819"/>
                </a:lnTo>
                <a:lnTo>
                  <a:pt x="1004272" y="57260"/>
                </a:lnTo>
                <a:lnTo>
                  <a:pt x="1003932" y="56713"/>
                </a:lnTo>
                <a:lnTo>
                  <a:pt x="1003581" y="56177"/>
                </a:lnTo>
                <a:lnTo>
                  <a:pt x="1003218" y="55653"/>
                </a:lnTo>
                <a:lnTo>
                  <a:pt x="1002844" y="55139"/>
                </a:lnTo>
                <a:lnTo>
                  <a:pt x="1002459" y="54638"/>
                </a:lnTo>
                <a:lnTo>
                  <a:pt x="1002064" y="54147"/>
                </a:lnTo>
                <a:lnTo>
                  <a:pt x="1001657" y="53668"/>
                </a:lnTo>
                <a:lnTo>
                  <a:pt x="1001239" y="53200"/>
                </a:lnTo>
                <a:lnTo>
                  <a:pt x="1000811" y="52744"/>
                </a:lnTo>
                <a:lnTo>
                  <a:pt x="1000372" y="52299"/>
                </a:lnTo>
                <a:lnTo>
                  <a:pt x="999921" y="51865"/>
                </a:lnTo>
                <a:lnTo>
                  <a:pt x="999460" y="51443"/>
                </a:lnTo>
                <a:lnTo>
                  <a:pt x="998988" y="51032"/>
                </a:lnTo>
                <a:lnTo>
                  <a:pt x="998505" y="50632"/>
                </a:lnTo>
                <a:lnTo>
                  <a:pt x="998011" y="50244"/>
                </a:lnTo>
                <a:lnTo>
                  <a:pt x="997506" y="49867"/>
                </a:lnTo>
                <a:lnTo>
                  <a:pt x="996990" y="49501"/>
                </a:lnTo>
                <a:lnTo>
                  <a:pt x="996463" y="49147"/>
                </a:lnTo>
                <a:lnTo>
                  <a:pt x="995925" y="48804"/>
                </a:lnTo>
                <a:lnTo>
                  <a:pt x="995376" y="48472"/>
                </a:lnTo>
                <a:lnTo>
                  <a:pt x="994817" y="48152"/>
                </a:lnTo>
                <a:lnTo>
                  <a:pt x="994246" y="47843"/>
                </a:lnTo>
                <a:lnTo>
                  <a:pt x="993665" y="47546"/>
                </a:lnTo>
                <a:lnTo>
                  <a:pt x="993072" y="47260"/>
                </a:lnTo>
                <a:lnTo>
                  <a:pt x="992469" y="46985"/>
                </a:lnTo>
                <a:lnTo>
                  <a:pt x="991856" y="46722"/>
                </a:lnTo>
                <a:lnTo>
                  <a:pt x="991236" y="46469"/>
                </a:lnTo>
                <a:lnTo>
                  <a:pt x="990608" y="46228"/>
                </a:lnTo>
                <a:lnTo>
                  <a:pt x="989972" y="45998"/>
                </a:lnTo>
                <a:lnTo>
                  <a:pt x="989328" y="45780"/>
                </a:lnTo>
                <a:lnTo>
                  <a:pt x="988677" y="45572"/>
                </a:lnTo>
                <a:lnTo>
                  <a:pt x="988018" y="45376"/>
                </a:lnTo>
                <a:lnTo>
                  <a:pt x="987351" y="45191"/>
                </a:lnTo>
                <a:lnTo>
                  <a:pt x="986677" y="45017"/>
                </a:lnTo>
                <a:lnTo>
                  <a:pt x="985995" y="44855"/>
                </a:lnTo>
                <a:lnTo>
                  <a:pt x="985305" y="44703"/>
                </a:lnTo>
                <a:lnTo>
                  <a:pt x="984608" y="44563"/>
                </a:lnTo>
                <a:lnTo>
                  <a:pt x="983902" y="44434"/>
                </a:lnTo>
                <a:lnTo>
                  <a:pt x="983190" y="44316"/>
                </a:lnTo>
                <a:lnTo>
                  <a:pt x="982469" y="44210"/>
                </a:lnTo>
                <a:lnTo>
                  <a:pt x="981741" y="44115"/>
                </a:lnTo>
                <a:lnTo>
                  <a:pt x="981005" y="44031"/>
                </a:lnTo>
                <a:lnTo>
                  <a:pt x="980261" y="43958"/>
                </a:lnTo>
                <a:lnTo>
                  <a:pt x="979509" y="43896"/>
                </a:lnTo>
                <a:lnTo>
                  <a:pt x="978750" y="43846"/>
                </a:lnTo>
                <a:lnTo>
                  <a:pt x="977983" y="43806"/>
                </a:lnTo>
                <a:lnTo>
                  <a:pt x="977209" y="43778"/>
                </a:lnTo>
                <a:lnTo>
                  <a:pt x="976426" y="43761"/>
                </a:lnTo>
                <a:lnTo>
                  <a:pt x="975637" y="43756"/>
                </a:lnTo>
                <a:lnTo>
                  <a:pt x="974980" y="43760"/>
                </a:lnTo>
                <a:lnTo>
                  <a:pt x="974328" y="43771"/>
                </a:lnTo>
                <a:lnTo>
                  <a:pt x="973682" y="43791"/>
                </a:lnTo>
                <a:lnTo>
                  <a:pt x="973041" y="43818"/>
                </a:lnTo>
                <a:lnTo>
                  <a:pt x="972405" y="43852"/>
                </a:lnTo>
                <a:lnTo>
                  <a:pt x="971774" y="43895"/>
                </a:lnTo>
                <a:lnTo>
                  <a:pt x="971148" y="43945"/>
                </a:lnTo>
                <a:lnTo>
                  <a:pt x="970528" y="44003"/>
                </a:lnTo>
                <a:lnTo>
                  <a:pt x="969913" y="44068"/>
                </a:lnTo>
                <a:lnTo>
                  <a:pt x="969303" y="44141"/>
                </a:lnTo>
                <a:lnTo>
                  <a:pt x="968698" y="44222"/>
                </a:lnTo>
                <a:lnTo>
                  <a:pt x="968098" y="44311"/>
                </a:lnTo>
                <a:lnTo>
                  <a:pt x="967504" y="44407"/>
                </a:lnTo>
                <a:lnTo>
                  <a:pt x="966915" y="44511"/>
                </a:lnTo>
                <a:lnTo>
                  <a:pt x="966330" y="44623"/>
                </a:lnTo>
                <a:lnTo>
                  <a:pt x="965752" y="44743"/>
                </a:lnTo>
                <a:lnTo>
                  <a:pt x="965178" y="44870"/>
                </a:lnTo>
                <a:lnTo>
                  <a:pt x="964609" y="45005"/>
                </a:lnTo>
                <a:lnTo>
                  <a:pt x="964046" y="45147"/>
                </a:lnTo>
                <a:lnTo>
                  <a:pt x="963488" y="45298"/>
                </a:lnTo>
                <a:lnTo>
                  <a:pt x="962935" y="45456"/>
                </a:lnTo>
                <a:lnTo>
                  <a:pt x="962387" y="45621"/>
                </a:lnTo>
                <a:lnTo>
                  <a:pt x="961844" y="45795"/>
                </a:lnTo>
                <a:lnTo>
                  <a:pt x="961307" y="45976"/>
                </a:lnTo>
                <a:lnTo>
                  <a:pt x="960775" y="46164"/>
                </a:lnTo>
                <a:lnTo>
                  <a:pt x="960250" y="46357"/>
                </a:lnTo>
                <a:lnTo>
                  <a:pt x="959731" y="46555"/>
                </a:lnTo>
                <a:lnTo>
                  <a:pt x="959219" y="46759"/>
                </a:lnTo>
                <a:lnTo>
                  <a:pt x="958713" y="46968"/>
                </a:lnTo>
                <a:lnTo>
                  <a:pt x="958214" y="47182"/>
                </a:lnTo>
                <a:lnTo>
                  <a:pt x="957721" y="47401"/>
                </a:lnTo>
                <a:lnTo>
                  <a:pt x="957234" y="47626"/>
                </a:lnTo>
                <a:lnTo>
                  <a:pt x="956754" y="47857"/>
                </a:lnTo>
                <a:lnTo>
                  <a:pt x="956281" y="48092"/>
                </a:lnTo>
                <a:lnTo>
                  <a:pt x="955814" y="48333"/>
                </a:lnTo>
                <a:lnTo>
                  <a:pt x="955353" y="48580"/>
                </a:lnTo>
                <a:lnTo>
                  <a:pt x="954899" y="48831"/>
                </a:lnTo>
                <a:lnTo>
                  <a:pt x="954451" y="49088"/>
                </a:lnTo>
                <a:lnTo>
                  <a:pt x="954010" y="49350"/>
                </a:lnTo>
                <a:lnTo>
                  <a:pt x="953575" y="49618"/>
                </a:lnTo>
                <a:lnTo>
                  <a:pt x="953146" y="49891"/>
                </a:lnTo>
                <a:lnTo>
                  <a:pt x="952724" y="50169"/>
                </a:lnTo>
                <a:lnTo>
                  <a:pt x="952309" y="50452"/>
                </a:lnTo>
                <a:lnTo>
                  <a:pt x="951900" y="50741"/>
                </a:lnTo>
                <a:lnTo>
                  <a:pt x="951497" y="51035"/>
                </a:lnTo>
                <a:lnTo>
                  <a:pt x="951101" y="51335"/>
                </a:lnTo>
                <a:lnTo>
                  <a:pt x="950711" y="51640"/>
                </a:lnTo>
                <a:lnTo>
                  <a:pt x="950328" y="51950"/>
                </a:lnTo>
                <a:lnTo>
                  <a:pt x="949951" y="52264"/>
                </a:lnTo>
                <a:lnTo>
                  <a:pt x="949582" y="52582"/>
                </a:lnTo>
                <a:lnTo>
                  <a:pt x="949221" y="52902"/>
                </a:lnTo>
                <a:lnTo>
                  <a:pt x="948867" y="53225"/>
                </a:lnTo>
                <a:lnTo>
                  <a:pt x="948520" y="53551"/>
                </a:lnTo>
                <a:lnTo>
                  <a:pt x="948181" y="53880"/>
                </a:lnTo>
                <a:lnTo>
                  <a:pt x="947849" y="54212"/>
                </a:lnTo>
                <a:lnTo>
                  <a:pt x="947524" y="54547"/>
                </a:lnTo>
                <a:lnTo>
                  <a:pt x="947207" y="54885"/>
                </a:lnTo>
                <a:lnTo>
                  <a:pt x="946898" y="55225"/>
                </a:lnTo>
                <a:lnTo>
                  <a:pt x="946596" y="55569"/>
                </a:lnTo>
                <a:lnTo>
                  <a:pt x="946301" y="55916"/>
                </a:lnTo>
                <a:lnTo>
                  <a:pt x="946014" y="56265"/>
                </a:lnTo>
                <a:lnTo>
                  <a:pt x="945734" y="56618"/>
                </a:lnTo>
                <a:lnTo>
                  <a:pt x="945462" y="56974"/>
                </a:lnTo>
                <a:lnTo>
                  <a:pt x="945197" y="57332"/>
                </a:lnTo>
                <a:lnTo>
                  <a:pt x="944939" y="57693"/>
                </a:lnTo>
                <a:lnTo>
                  <a:pt x="944689" y="58058"/>
                </a:lnTo>
                <a:lnTo>
                  <a:pt x="944446" y="58425"/>
                </a:lnTo>
                <a:lnTo>
                  <a:pt x="944211" y="58795"/>
                </a:lnTo>
                <a:lnTo>
                  <a:pt x="943983" y="59168"/>
                </a:lnTo>
                <a:lnTo>
                  <a:pt x="943763" y="59545"/>
                </a:lnTo>
                <a:lnTo>
                  <a:pt x="943550" y="59924"/>
                </a:lnTo>
                <a:lnTo>
                  <a:pt x="943344" y="60306"/>
                </a:lnTo>
                <a:lnTo>
                  <a:pt x="943147" y="60689"/>
                </a:lnTo>
                <a:lnTo>
                  <a:pt x="942958" y="61073"/>
                </a:lnTo>
                <a:lnTo>
                  <a:pt x="942777" y="61457"/>
                </a:lnTo>
                <a:lnTo>
                  <a:pt x="942604" y="61842"/>
                </a:lnTo>
                <a:lnTo>
                  <a:pt x="942440" y="62226"/>
                </a:lnTo>
                <a:lnTo>
                  <a:pt x="942285" y="62611"/>
                </a:lnTo>
                <a:lnTo>
                  <a:pt x="942138" y="62997"/>
                </a:lnTo>
                <a:lnTo>
                  <a:pt x="941999" y="63382"/>
                </a:lnTo>
                <a:lnTo>
                  <a:pt x="941869" y="63768"/>
                </a:lnTo>
                <a:lnTo>
                  <a:pt x="941747" y="64154"/>
                </a:lnTo>
                <a:lnTo>
                  <a:pt x="941633" y="64541"/>
                </a:lnTo>
                <a:lnTo>
                  <a:pt x="941528" y="64927"/>
                </a:lnTo>
                <a:lnTo>
                  <a:pt x="941431" y="65314"/>
                </a:lnTo>
                <a:lnTo>
                  <a:pt x="941343" y="65702"/>
                </a:lnTo>
                <a:lnTo>
                  <a:pt x="941263" y="66089"/>
                </a:lnTo>
                <a:lnTo>
                  <a:pt x="941192" y="66477"/>
                </a:lnTo>
                <a:lnTo>
                  <a:pt x="941128" y="66865"/>
                </a:lnTo>
                <a:lnTo>
                  <a:pt x="941074" y="67253"/>
                </a:lnTo>
                <a:lnTo>
                  <a:pt x="941028" y="67642"/>
                </a:lnTo>
                <a:lnTo>
                  <a:pt x="940990" y="68031"/>
                </a:lnTo>
                <a:lnTo>
                  <a:pt x="940960" y="68420"/>
                </a:lnTo>
                <a:lnTo>
                  <a:pt x="940939" y="68810"/>
                </a:lnTo>
                <a:lnTo>
                  <a:pt x="940927" y="69200"/>
                </a:lnTo>
                <a:lnTo>
                  <a:pt x="940922" y="69590"/>
                </a:lnTo>
                <a:lnTo>
                  <a:pt x="955858" y="69590"/>
                </a:lnTo>
                <a:lnTo>
                  <a:pt x="955862" y="69288"/>
                </a:lnTo>
                <a:lnTo>
                  <a:pt x="955874" y="68987"/>
                </a:lnTo>
                <a:lnTo>
                  <a:pt x="955895" y="68689"/>
                </a:lnTo>
                <a:lnTo>
                  <a:pt x="955924" y="68392"/>
                </a:lnTo>
                <a:lnTo>
                  <a:pt x="955961" y="68097"/>
                </a:lnTo>
                <a:lnTo>
                  <a:pt x="956006" y="67803"/>
                </a:lnTo>
                <a:lnTo>
                  <a:pt x="956060" y="67512"/>
                </a:lnTo>
                <a:lnTo>
                  <a:pt x="956122" y="67221"/>
                </a:lnTo>
                <a:lnTo>
                  <a:pt x="956192" y="66933"/>
                </a:lnTo>
                <a:lnTo>
                  <a:pt x="956271" y="66646"/>
                </a:lnTo>
                <a:lnTo>
                  <a:pt x="956358" y="66361"/>
                </a:lnTo>
                <a:lnTo>
                  <a:pt x="956453" y="66078"/>
                </a:lnTo>
                <a:lnTo>
                  <a:pt x="956556" y="65796"/>
                </a:lnTo>
                <a:lnTo>
                  <a:pt x="956668" y="65516"/>
                </a:lnTo>
                <a:lnTo>
                  <a:pt x="956788" y="65238"/>
                </a:lnTo>
                <a:lnTo>
                  <a:pt x="956916" y="64961"/>
                </a:lnTo>
                <a:lnTo>
                  <a:pt x="957052" y="64686"/>
                </a:lnTo>
                <a:lnTo>
                  <a:pt x="957197" y="64413"/>
                </a:lnTo>
                <a:lnTo>
                  <a:pt x="957350" y="64141"/>
                </a:lnTo>
                <a:lnTo>
                  <a:pt x="957511" y="63871"/>
                </a:lnTo>
                <a:lnTo>
                  <a:pt x="957681" y="63603"/>
                </a:lnTo>
                <a:lnTo>
                  <a:pt x="957859" y="63336"/>
                </a:lnTo>
                <a:lnTo>
                  <a:pt x="958045" y="63071"/>
                </a:lnTo>
                <a:lnTo>
                  <a:pt x="958239" y="62808"/>
                </a:lnTo>
                <a:lnTo>
                  <a:pt x="958441" y="62548"/>
                </a:lnTo>
                <a:lnTo>
                  <a:pt x="958649" y="62292"/>
                </a:lnTo>
                <a:lnTo>
                  <a:pt x="958864" y="62040"/>
                </a:lnTo>
                <a:lnTo>
                  <a:pt x="959085" y="61792"/>
                </a:lnTo>
                <a:lnTo>
                  <a:pt x="959312" y="61549"/>
                </a:lnTo>
                <a:lnTo>
                  <a:pt x="959546" y="61310"/>
                </a:lnTo>
                <a:lnTo>
                  <a:pt x="959786" y="61075"/>
                </a:lnTo>
                <a:lnTo>
                  <a:pt x="960033" y="60844"/>
                </a:lnTo>
                <a:lnTo>
                  <a:pt x="960286" y="60617"/>
                </a:lnTo>
                <a:lnTo>
                  <a:pt x="960546" y="60395"/>
                </a:lnTo>
                <a:lnTo>
                  <a:pt x="960812" y="60177"/>
                </a:lnTo>
                <a:lnTo>
                  <a:pt x="961085" y="59962"/>
                </a:lnTo>
                <a:lnTo>
                  <a:pt x="961364" y="59753"/>
                </a:lnTo>
                <a:lnTo>
                  <a:pt x="961649" y="59547"/>
                </a:lnTo>
                <a:lnTo>
                  <a:pt x="961941" y="59346"/>
                </a:lnTo>
                <a:lnTo>
                  <a:pt x="962240" y="59148"/>
                </a:lnTo>
                <a:lnTo>
                  <a:pt x="962545" y="58955"/>
                </a:lnTo>
                <a:lnTo>
                  <a:pt x="962856" y="58767"/>
                </a:lnTo>
                <a:lnTo>
                  <a:pt x="963174" y="58582"/>
                </a:lnTo>
                <a:lnTo>
                  <a:pt x="963498" y="58402"/>
                </a:lnTo>
                <a:lnTo>
                  <a:pt x="963828" y="58226"/>
                </a:lnTo>
                <a:lnTo>
                  <a:pt x="964166" y="58054"/>
                </a:lnTo>
                <a:lnTo>
                  <a:pt x="964509" y="57886"/>
                </a:lnTo>
                <a:lnTo>
                  <a:pt x="964859" y="57722"/>
                </a:lnTo>
                <a:lnTo>
                  <a:pt x="965215" y="57564"/>
                </a:lnTo>
                <a:lnTo>
                  <a:pt x="965575" y="57413"/>
                </a:lnTo>
                <a:lnTo>
                  <a:pt x="965941" y="57268"/>
                </a:lnTo>
                <a:lnTo>
                  <a:pt x="966311" y="57130"/>
                </a:lnTo>
                <a:lnTo>
                  <a:pt x="966686" y="56999"/>
                </a:lnTo>
                <a:lnTo>
                  <a:pt x="967066" y="56875"/>
                </a:lnTo>
                <a:lnTo>
                  <a:pt x="967452" y="56757"/>
                </a:lnTo>
                <a:lnTo>
                  <a:pt x="967842" y="56646"/>
                </a:lnTo>
                <a:lnTo>
                  <a:pt x="968236" y="56542"/>
                </a:lnTo>
                <a:lnTo>
                  <a:pt x="968636" y="56444"/>
                </a:lnTo>
                <a:lnTo>
                  <a:pt x="969041" y="56353"/>
                </a:lnTo>
                <a:lnTo>
                  <a:pt x="969451" y="56269"/>
                </a:lnTo>
                <a:lnTo>
                  <a:pt x="969865" y="56192"/>
                </a:lnTo>
                <a:lnTo>
                  <a:pt x="970284" y="56121"/>
                </a:lnTo>
                <a:lnTo>
                  <a:pt x="970709" y="56057"/>
                </a:lnTo>
                <a:lnTo>
                  <a:pt x="971138" y="56000"/>
                </a:lnTo>
                <a:lnTo>
                  <a:pt x="971572" y="55950"/>
                </a:lnTo>
                <a:lnTo>
                  <a:pt x="972011" y="55906"/>
                </a:lnTo>
                <a:lnTo>
                  <a:pt x="972455" y="55869"/>
                </a:lnTo>
                <a:lnTo>
                  <a:pt x="972904" y="55839"/>
                </a:lnTo>
                <a:lnTo>
                  <a:pt x="973358" y="55815"/>
                </a:lnTo>
                <a:lnTo>
                  <a:pt x="973816" y="55798"/>
                </a:lnTo>
                <a:lnTo>
                  <a:pt x="974280" y="55788"/>
                </a:lnTo>
                <a:lnTo>
                  <a:pt x="974748" y="55785"/>
                </a:lnTo>
                <a:lnTo>
                  <a:pt x="975250" y="55788"/>
                </a:lnTo>
                <a:lnTo>
                  <a:pt x="975744" y="55799"/>
                </a:lnTo>
                <a:lnTo>
                  <a:pt x="976232" y="55817"/>
                </a:lnTo>
                <a:lnTo>
                  <a:pt x="976713" y="55843"/>
                </a:lnTo>
                <a:lnTo>
                  <a:pt x="977187" y="55876"/>
                </a:lnTo>
                <a:lnTo>
                  <a:pt x="977655" y="55916"/>
                </a:lnTo>
                <a:lnTo>
                  <a:pt x="978116" y="55963"/>
                </a:lnTo>
                <a:lnTo>
                  <a:pt x="978570" y="56018"/>
                </a:lnTo>
                <a:lnTo>
                  <a:pt x="979017" y="56080"/>
                </a:lnTo>
                <a:lnTo>
                  <a:pt x="979458" y="56149"/>
                </a:lnTo>
                <a:lnTo>
                  <a:pt x="979892" y="56226"/>
                </a:lnTo>
                <a:lnTo>
                  <a:pt x="980319" y="56309"/>
                </a:lnTo>
                <a:lnTo>
                  <a:pt x="980739" y="56401"/>
                </a:lnTo>
                <a:lnTo>
                  <a:pt x="981153" y="56499"/>
                </a:lnTo>
                <a:lnTo>
                  <a:pt x="981560" y="56605"/>
                </a:lnTo>
                <a:lnTo>
                  <a:pt x="981960" y="56718"/>
                </a:lnTo>
                <a:lnTo>
                  <a:pt x="982354" y="56838"/>
                </a:lnTo>
                <a:lnTo>
                  <a:pt x="982741" y="56965"/>
                </a:lnTo>
                <a:lnTo>
                  <a:pt x="983121" y="57100"/>
                </a:lnTo>
                <a:lnTo>
                  <a:pt x="983494" y="57242"/>
                </a:lnTo>
                <a:lnTo>
                  <a:pt x="983861" y="57392"/>
                </a:lnTo>
                <a:lnTo>
                  <a:pt x="984221" y="57548"/>
                </a:lnTo>
                <a:lnTo>
                  <a:pt x="984574" y="57712"/>
                </a:lnTo>
                <a:lnTo>
                  <a:pt x="984920" y="57884"/>
                </a:lnTo>
                <a:lnTo>
                  <a:pt x="985260" y="58062"/>
                </a:lnTo>
                <a:lnTo>
                  <a:pt x="985592" y="58246"/>
                </a:lnTo>
                <a:lnTo>
                  <a:pt x="985918" y="58436"/>
                </a:lnTo>
                <a:lnTo>
                  <a:pt x="986236" y="58632"/>
                </a:lnTo>
                <a:lnTo>
                  <a:pt x="986547" y="58834"/>
                </a:lnTo>
                <a:lnTo>
                  <a:pt x="986850" y="59042"/>
                </a:lnTo>
                <a:lnTo>
                  <a:pt x="987147" y="59256"/>
                </a:lnTo>
                <a:lnTo>
                  <a:pt x="987437" y="59476"/>
                </a:lnTo>
                <a:lnTo>
                  <a:pt x="987719" y="59702"/>
                </a:lnTo>
                <a:lnTo>
                  <a:pt x="987994" y="59934"/>
                </a:lnTo>
                <a:lnTo>
                  <a:pt x="988262" y="60172"/>
                </a:lnTo>
                <a:lnTo>
                  <a:pt x="988523" y="60417"/>
                </a:lnTo>
                <a:lnTo>
                  <a:pt x="988777" y="60667"/>
                </a:lnTo>
                <a:lnTo>
                  <a:pt x="989023" y="60923"/>
                </a:lnTo>
                <a:lnTo>
                  <a:pt x="989263" y="61185"/>
                </a:lnTo>
                <a:lnTo>
                  <a:pt x="989495" y="61454"/>
                </a:lnTo>
                <a:lnTo>
                  <a:pt x="989720" y="61728"/>
                </a:lnTo>
                <a:lnTo>
                  <a:pt x="989938" y="62008"/>
                </a:lnTo>
                <a:lnTo>
                  <a:pt x="990149" y="62295"/>
                </a:lnTo>
                <a:lnTo>
                  <a:pt x="990353" y="62587"/>
                </a:lnTo>
                <a:lnTo>
                  <a:pt x="990550" y="62886"/>
                </a:lnTo>
                <a:lnTo>
                  <a:pt x="990739" y="63190"/>
                </a:lnTo>
                <a:lnTo>
                  <a:pt x="990921" y="63501"/>
                </a:lnTo>
                <a:lnTo>
                  <a:pt x="991096" y="63817"/>
                </a:lnTo>
                <a:lnTo>
                  <a:pt x="991264" y="64139"/>
                </a:lnTo>
                <a:lnTo>
                  <a:pt x="991425" y="64466"/>
                </a:lnTo>
                <a:lnTo>
                  <a:pt x="991579" y="64797"/>
                </a:lnTo>
                <a:lnTo>
                  <a:pt x="991725" y="65133"/>
                </a:lnTo>
                <a:lnTo>
                  <a:pt x="991865" y="65473"/>
                </a:lnTo>
                <a:lnTo>
                  <a:pt x="991997" y="65818"/>
                </a:lnTo>
                <a:lnTo>
                  <a:pt x="992122" y="66168"/>
                </a:lnTo>
                <a:lnTo>
                  <a:pt x="992240" y="66522"/>
                </a:lnTo>
                <a:lnTo>
                  <a:pt x="992351" y="66881"/>
                </a:lnTo>
                <a:lnTo>
                  <a:pt x="992454" y="67244"/>
                </a:lnTo>
                <a:lnTo>
                  <a:pt x="992551" y="67612"/>
                </a:lnTo>
                <a:lnTo>
                  <a:pt x="992640" y="67985"/>
                </a:lnTo>
                <a:lnTo>
                  <a:pt x="992723" y="68362"/>
                </a:lnTo>
                <a:lnTo>
                  <a:pt x="992798" y="68744"/>
                </a:lnTo>
                <a:lnTo>
                  <a:pt x="992865" y="69131"/>
                </a:lnTo>
                <a:lnTo>
                  <a:pt x="992926" y="69522"/>
                </a:lnTo>
                <a:lnTo>
                  <a:pt x="992980" y="69918"/>
                </a:lnTo>
                <a:lnTo>
                  <a:pt x="993026" y="70319"/>
                </a:lnTo>
                <a:lnTo>
                  <a:pt x="993066" y="70724"/>
                </a:lnTo>
                <a:lnTo>
                  <a:pt x="993098" y="71134"/>
                </a:lnTo>
                <a:lnTo>
                  <a:pt x="993123" y="71548"/>
                </a:lnTo>
                <a:lnTo>
                  <a:pt x="993141" y="71967"/>
                </a:lnTo>
                <a:lnTo>
                  <a:pt x="993151" y="72391"/>
                </a:lnTo>
                <a:lnTo>
                  <a:pt x="993155" y="72819"/>
                </a:lnTo>
                <a:lnTo>
                  <a:pt x="993155" y="79762"/>
                </a:lnTo>
                <a:lnTo>
                  <a:pt x="978381" y="79762"/>
                </a:lnTo>
                <a:lnTo>
                  <a:pt x="977638" y="79765"/>
                </a:lnTo>
                <a:lnTo>
                  <a:pt x="976900" y="79775"/>
                </a:lnTo>
                <a:lnTo>
                  <a:pt x="976168" y="79791"/>
                </a:lnTo>
                <a:lnTo>
                  <a:pt x="975441" y="79813"/>
                </a:lnTo>
                <a:lnTo>
                  <a:pt x="974721" y="79842"/>
                </a:lnTo>
                <a:lnTo>
                  <a:pt x="974007" y="79878"/>
                </a:lnTo>
                <a:lnTo>
                  <a:pt x="973298" y="79920"/>
                </a:lnTo>
                <a:lnTo>
                  <a:pt x="972596" y="79968"/>
                </a:lnTo>
                <a:lnTo>
                  <a:pt x="971899" y="80023"/>
                </a:lnTo>
                <a:lnTo>
                  <a:pt x="971208" y="80084"/>
                </a:lnTo>
                <a:lnTo>
                  <a:pt x="970523" y="80152"/>
                </a:lnTo>
                <a:lnTo>
                  <a:pt x="969844" y="80226"/>
                </a:lnTo>
                <a:lnTo>
                  <a:pt x="969171" y="80306"/>
                </a:lnTo>
                <a:lnTo>
                  <a:pt x="968504" y="80393"/>
                </a:lnTo>
                <a:lnTo>
                  <a:pt x="967842" y="80487"/>
                </a:lnTo>
                <a:lnTo>
                  <a:pt x="967187" y="80587"/>
                </a:lnTo>
                <a:lnTo>
                  <a:pt x="966537" y="80693"/>
                </a:lnTo>
                <a:lnTo>
                  <a:pt x="965893" y="80806"/>
                </a:lnTo>
                <a:lnTo>
                  <a:pt x="965256" y="80925"/>
                </a:lnTo>
                <a:lnTo>
                  <a:pt x="964624" y="81051"/>
                </a:lnTo>
                <a:lnTo>
                  <a:pt x="963997" y="81183"/>
                </a:lnTo>
                <a:lnTo>
                  <a:pt x="963377" y="81322"/>
                </a:lnTo>
                <a:lnTo>
                  <a:pt x="962763" y="81467"/>
                </a:lnTo>
                <a:lnTo>
                  <a:pt x="962155" y="81618"/>
                </a:lnTo>
                <a:lnTo>
                  <a:pt x="961553" y="81776"/>
                </a:lnTo>
                <a:lnTo>
                  <a:pt x="960958" y="81940"/>
                </a:lnTo>
                <a:lnTo>
                  <a:pt x="960371" y="82110"/>
                </a:lnTo>
                <a:lnTo>
                  <a:pt x="959791" y="82286"/>
                </a:lnTo>
                <a:lnTo>
                  <a:pt x="959218" y="82467"/>
                </a:lnTo>
                <a:lnTo>
                  <a:pt x="958653" y="82655"/>
                </a:lnTo>
                <a:lnTo>
                  <a:pt x="958095" y="82849"/>
                </a:lnTo>
                <a:lnTo>
                  <a:pt x="957544" y="83049"/>
                </a:lnTo>
                <a:lnTo>
                  <a:pt x="957000" y="83255"/>
                </a:lnTo>
                <a:lnTo>
                  <a:pt x="956464" y="83467"/>
                </a:lnTo>
                <a:lnTo>
                  <a:pt x="955935" y="83685"/>
                </a:lnTo>
                <a:lnTo>
                  <a:pt x="955414" y="83909"/>
                </a:lnTo>
                <a:lnTo>
                  <a:pt x="954899" y="84139"/>
                </a:lnTo>
                <a:lnTo>
                  <a:pt x="954392" y="84375"/>
                </a:lnTo>
                <a:lnTo>
                  <a:pt x="953892" y="84617"/>
                </a:lnTo>
                <a:lnTo>
                  <a:pt x="953400" y="84866"/>
                </a:lnTo>
                <a:lnTo>
                  <a:pt x="952915" y="85120"/>
                </a:lnTo>
                <a:lnTo>
                  <a:pt x="952437" y="85380"/>
                </a:lnTo>
                <a:lnTo>
                  <a:pt x="951966" y="85646"/>
                </a:lnTo>
                <a:lnTo>
                  <a:pt x="951503" y="85918"/>
                </a:lnTo>
                <a:lnTo>
                  <a:pt x="951047" y="86197"/>
                </a:lnTo>
                <a:lnTo>
                  <a:pt x="950598" y="86481"/>
                </a:lnTo>
                <a:lnTo>
                  <a:pt x="950156" y="86771"/>
                </a:lnTo>
                <a:lnTo>
                  <a:pt x="949722" y="87068"/>
                </a:lnTo>
                <a:lnTo>
                  <a:pt x="949296" y="87370"/>
                </a:lnTo>
                <a:lnTo>
                  <a:pt x="948878" y="87679"/>
                </a:lnTo>
                <a:lnTo>
                  <a:pt x="948468" y="87994"/>
                </a:lnTo>
                <a:lnTo>
                  <a:pt x="948067" y="88315"/>
                </a:lnTo>
                <a:lnTo>
                  <a:pt x="947674" y="88642"/>
                </a:lnTo>
                <a:lnTo>
                  <a:pt x="947290" y="88975"/>
                </a:lnTo>
                <a:lnTo>
                  <a:pt x="946914" y="89314"/>
                </a:lnTo>
                <a:lnTo>
                  <a:pt x="946547" y="89660"/>
                </a:lnTo>
                <a:lnTo>
                  <a:pt x="946188" y="90012"/>
                </a:lnTo>
                <a:lnTo>
                  <a:pt x="945837" y="90370"/>
                </a:lnTo>
                <a:lnTo>
                  <a:pt x="945495" y="90734"/>
                </a:lnTo>
                <a:lnTo>
                  <a:pt x="945161" y="91104"/>
                </a:lnTo>
                <a:lnTo>
                  <a:pt x="944835" y="91481"/>
                </a:lnTo>
                <a:lnTo>
                  <a:pt x="944518" y="91863"/>
                </a:lnTo>
                <a:lnTo>
                  <a:pt x="944210" y="92252"/>
                </a:lnTo>
                <a:lnTo>
                  <a:pt x="943909" y="92647"/>
                </a:lnTo>
                <a:lnTo>
                  <a:pt x="943618" y="93048"/>
                </a:lnTo>
                <a:lnTo>
                  <a:pt x="943334" y="93455"/>
                </a:lnTo>
                <a:lnTo>
                  <a:pt x="943059" y="93869"/>
                </a:lnTo>
                <a:lnTo>
                  <a:pt x="942793" y="94289"/>
                </a:lnTo>
                <a:lnTo>
                  <a:pt x="942535" y="94714"/>
                </a:lnTo>
                <a:lnTo>
                  <a:pt x="942285" y="95146"/>
                </a:lnTo>
                <a:lnTo>
                  <a:pt x="942043" y="95584"/>
                </a:lnTo>
                <a:lnTo>
                  <a:pt x="941810" y="96029"/>
                </a:lnTo>
                <a:lnTo>
                  <a:pt x="941587" y="96479"/>
                </a:lnTo>
                <a:lnTo>
                  <a:pt x="941372" y="96935"/>
                </a:lnTo>
                <a:lnTo>
                  <a:pt x="941167" y="97397"/>
                </a:lnTo>
                <a:lnTo>
                  <a:pt x="940972" y="97864"/>
                </a:lnTo>
                <a:lnTo>
                  <a:pt x="940786" y="98338"/>
                </a:lnTo>
                <a:lnTo>
                  <a:pt x="940610" y="98816"/>
                </a:lnTo>
                <a:lnTo>
                  <a:pt x="940443" y="99301"/>
                </a:lnTo>
                <a:lnTo>
                  <a:pt x="940286" y="99792"/>
                </a:lnTo>
                <a:lnTo>
                  <a:pt x="940138" y="100288"/>
                </a:lnTo>
                <a:lnTo>
                  <a:pt x="940000" y="100790"/>
                </a:lnTo>
                <a:lnTo>
                  <a:pt x="939871" y="101298"/>
                </a:lnTo>
                <a:lnTo>
                  <a:pt x="939752" y="101811"/>
                </a:lnTo>
                <a:lnTo>
                  <a:pt x="939642" y="102330"/>
                </a:lnTo>
                <a:lnTo>
                  <a:pt x="939542" y="102855"/>
                </a:lnTo>
                <a:lnTo>
                  <a:pt x="939452" y="103386"/>
                </a:lnTo>
                <a:lnTo>
                  <a:pt x="939371" y="103922"/>
                </a:lnTo>
                <a:lnTo>
                  <a:pt x="939299" y="104465"/>
                </a:lnTo>
                <a:lnTo>
                  <a:pt x="939237" y="105013"/>
                </a:lnTo>
                <a:lnTo>
                  <a:pt x="939185" y="105566"/>
                </a:lnTo>
                <a:lnTo>
                  <a:pt x="939142" y="106126"/>
                </a:lnTo>
                <a:lnTo>
                  <a:pt x="939109" y="106691"/>
                </a:lnTo>
                <a:lnTo>
                  <a:pt x="939085" y="107262"/>
                </a:lnTo>
                <a:lnTo>
                  <a:pt x="939070" y="107838"/>
                </a:lnTo>
                <a:lnTo>
                  <a:pt x="939066" y="108421"/>
                </a:lnTo>
                <a:lnTo>
                  <a:pt x="939072" y="109024"/>
                </a:lnTo>
                <a:lnTo>
                  <a:pt x="939091" y="109622"/>
                </a:lnTo>
                <a:lnTo>
                  <a:pt x="939123" y="110215"/>
                </a:lnTo>
                <a:lnTo>
                  <a:pt x="939168" y="110804"/>
                </a:lnTo>
                <a:lnTo>
                  <a:pt x="939225" y="111387"/>
                </a:lnTo>
                <a:lnTo>
                  <a:pt x="939295" y="111965"/>
                </a:lnTo>
                <a:lnTo>
                  <a:pt x="939378" y="112539"/>
                </a:lnTo>
                <a:lnTo>
                  <a:pt x="939474" y="113108"/>
                </a:lnTo>
                <a:lnTo>
                  <a:pt x="939582" y="113672"/>
                </a:lnTo>
                <a:lnTo>
                  <a:pt x="939703" y="114230"/>
                </a:lnTo>
                <a:lnTo>
                  <a:pt x="939837" y="114784"/>
                </a:lnTo>
                <a:lnTo>
                  <a:pt x="939984" y="115333"/>
                </a:lnTo>
                <a:lnTo>
                  <a:pt x="940143" y="115878"/>
                </a:lnTo>
                <a:lnTo>
                  <a:pt x="940316" y="116417"/>
                </a:lnTo>
                <a:lnTo>
                  <a:pt x="940501" y="116951"/>
                </a:lnTo>
                <a:lnTo>
                  <a:pt x="940698" y="117481"/>
                </a:lnTo>
                <a:lnTo>
                  <a:pt x="940909" y="118005"/>
                </a:lnTo>
                <a:lnTo>
                  <a:pt x="941132" y="118525"/>
                </a:lnTo>
                <a:lnTo>
                  <a:pt x="941368" y="119040"/>
                </a:lnTo>
                <a:lnTo>
                  <a:pt x="941617" y="119549"/>
                </a:lnTo>
                <a:lnTo>
                  <a:pt x="941878" y="120054"/>
                </a:lnTo>
                <a:lnTo>
                  <a:pt x="942152" y="120554"/>
                </a:lnTo>
                <a:lnTo>
                  <a:pt x="942439" y="121049"/>
                </a:lnTo>
                <a:lnTo>
                  <a:pt x="942739" y="121540"/>
                </a:lnTo>
                <a:lnTo>
                  <a:pt x="943050" y="122023"/>
                </a:lnTo>
                <a:lnTo>
                  <a:pt x="943372" y="122499"/>
                </a:lnTo>
                <a:lnTo>
                  <a:pt x="943704" y="122966"/>
                </a:lnTo>
                <a:lnTo>
                  <a:pt x="944046" y="123424"/>
                </a:lnTo>
                <a:lnTo>
                  <a:pt x="944399" y="123875"/>
                </a:lnTo>
                <a:lnTo>
                  <a:pt x="944762" y="124317"/>
                </a:lnTo>
                <a:lnTo>
                  <a:pt x="945136" y="124751"/>
                </a:lnTo>
                <a:lnTo>
                  <a:pt x="945520" y="125177"/>
                </a:lnTo>
                <a:lnTo>
                  <a:pt x="945914" y="125594"/>
                </a:lnTo>
                <a:lnTo>
                  <a:pt x="946318" y="126004"/>
                </a:lnTo>
                <a:lnTo>
                  <a:pt x="946733" y="126404"/>
                </a:lnTo>
                <a:lnTo>
                  <a:pt x="947159" y="126797"/>
                </a:lnTo>
                <a:lnTo>
                  <a:pt x="947595" y="127182"/>
                </a:lnTo>
                <a:lnTo>
                  <a:pt x="948041" y="127558"/>
                </a:lnTo>
                <a:lnTo>
                  <a:pt x="948497" y="127925"/>
                </a:lnTo>
                <a:lnTo>
                  <a:pt x="948964" y="128285"/>
                </a:lnTo>
                <a:lnTo>
                  <a:pt x="949441" y="128636"/>
                </a:lnTo>
                <a:lnTo>
                  <a:pt x="949929" y="128979"/>
                </a:lnTo>
                <a:lnTo>
                  <a:pt x="950427" y="129314"/>
                </a:lnTo>
                <a:lnTo>
                  <a:pt x="950935" y="129641"/>
                </a:lnTo>
                <a:lnTo>
                  <a:pt x="951454" y="129959"/>
                </a:lnTo>
                <a:lnTo>
                  <a:pt x="951983" y="130269"/>
                </a:lnTo>
                <a:lnTo>
                  <a:pt x="952523" y="130571"/>
                </a:lnTo>
                <a:lnTo>
                  <a:pt x="953072" y="130864"/>
                </a:lnTo>
                <a:lnTo>
                  <a:pt x="953631" y="131147"/>
                </a:lnTo>
                <a:lnTo>
                  <a:pt x="954198" y="131418"/>
                </a:lnTo>
                <a:lnTo>
                  <a:pt x="954772" y="131678"/>
                </a:lnTo>
                <a:lnTo>
                  <a:pt x="955354" y="131925"/>
                </a:lnTo>
                <a:lnTo>
                  <a:pt x="955944" y="132160"/>
                </a:lnTo>
                <a:lnTo>
                  <a:pt x="956541" y="132383"/>
                </a:lnTo>
                <a:lnTo>
                  <a:pt x="957146" y="132594"/>
                </a:lnTo>
                <a:lnTo>
                  <a:pt x="957759" y="132792"/>
                </a:lnTo>
                <a:lnTo>
                  <a:pt x="958380" y="132979"/>
                </a:lnTo>
                <a:lnTo>
                  <a:pt x="959008" y="133154"/>
                </a:lnTo>
                <a:lnTo>
                  <a:pt x="959644" y="133317"/>
                </a:lnTo>
                <a:lnTo>
                  <a:pt x="960288" y="133467"/>
                </a:lnTo>
                <a:lnTo>
                  <a:pt x="960939" y="133606"/>
                </a:lnTo>
                <a:lnTo>
                  <a:pt x="961598" y="133733"/>
                </a:lnTo>
                <a:lnTo>
                  <a:pt x="962265" y="133847"/>
                </a:lnTo>
                <a:lnTo>
                  <a:pt x="962939" y="133950"/>
                </a:lnTo>
                <a:lnTo>
                  <a:pt x="963622" y="134040"/>
                </a:lnTo>
                <a:lnTo>
                  <a:pt x="964312" y="134118"/>
                </a:lnTo>
                <a:lnTo>
                  <a:pt x="965009" y="134185"/>
                </a:lnTo>
                <a:lnTo>
                  <a:pt x="965715" y="134239"/>
                </a:lnTo>
                <a:lnTo>
                  <a:pt x="966428" y="134281"/>
                </a:lnTo>
                <a:lnTo>
                  <a:pt x="967148" y="134311"/>
                </a:lnTo>
                <a:lnTo>
                  <a:pt x="967877" y="134329"/>
                </a:lnTo>
                <a:lnTo>
                  <a:pt x="968613" y="134335"/>
                </a:lnTo>
                <a:lnTo>
                  <a:pt x="969203" y="134331"/>
                </a:lnTo>
                <a:lnTo>
                  <a:pt x="969787" y="134318"/>
                </a:lnTo>
                <a:lnTo>
                  <a:pt x="970367" y="134297"/>
                </a:lnTo>
                <a:lnTo>
                  <a:pt x="970942" y="134267"/>
                </a:lnTo>
                <a:lnTo>
                  <a:pt x="971512" y="134228"/>
                </a:lnTo>
                <a:lnTo>
                  <a:pt x="972077" y="134181"/>
                </a:lnTo>
                <a:lnTo>
                  <a:pt x="972637" y="134126"/>
                </a:lnTo>
                <a:lnTo>
                  <a:pt x="973192" y="134062"/>
                </a:lnTo>
                <a:lnTo>
                  <a:pt x="973742" y="133989"/>
                </a:lnTo>
                <a:lnTo>
                  <a:pt x="974288" y="133908"/>
                </a:lnTo>
                <a:lnTo>
                  <a:pt x="974828" y="133818"/>
                </a:lnTo>
                <a:lnTo>
                  <a:pt x="975364" y="133720"/>
                </a:lnTo>
                <a:lnTo>
                  <a:pt x="975895" y="133613"/>
                </a:lnTo>
                <a:lnTo>
                  <a:pt x="976421" y="133497"/>
                </a:lnTo>
                <a:lnTo>
                  <a:pt x="976941" y="133374"/>
                </a:lnTo>
                <a:lnTo>
                  <a:pt x="977457" y="133241"/>
                </a:lnTo>
                <a:lnTo>
                  <a:pt x="977969" y="133100"/>
                </a:lnTo>
                <a:lnTo>
                  <a:pt x="978475" y="132950"/>
                </a:lnTo>
                <a:lnTo>
                  <a:pt x="978976" y="132792"/>
                </a:lnTo>
                <a:lnTo>
                  <a:pt x="979472" y="132625"/>
                </a:lnTo>
                <a:lnTo>
                  <a:pt x="979964" y="132450"/>
                </a:lnTo>
                <a:lnTo>
                  <a:pt x="980450" y="132266"/>
                </a:lnTo>
                <a:lnTo>
                  <a:pt x="980932" y="132074"/>
                </a:lnTo>
                <a:lnTo>
                  <a:pt x="981409" y="131873"/>
                </a:lnTo>
                <a:lnTo>
                  <a:pt x="981880" y="131666"/>
                </a:lnTo>
                <a:lnTo>
                  <a:pt x="982347" y="131454"/>
                </a:lnTo>
                <a:lnTo>
                  <a:pt x="982808" y="131237"/>
                </a:lnTo>
                <a:lnTo>
                  <a:pt x="983263" y="131016"/>
                </a:lnTo>
                <a:lnTo>
                  <a:pt x="983714" y="130791"/>
                </a:lnTo>
                <a:lnTo>
                  <a:pt x="984159" y="130561"/>
                </a:lnTo>
                <a:lnTo>
                  <a:pt x="984598" y="130327"/>
                </a:lnTo>
                <a:lnTo>
                  <a:pt x="985033" y="130088"/>
                </a:lnTo>
                <a:lnTo>
                  <a:pt x="985462" y="129845"/>
                </a:lnTo>
                <a:lnTo>
                  <a:pt x="985885" y="129597"/>
                </a:lnTo>
                <a:lnTo>
                  <a:pt x="986304" y="129345"/>
                </a:lnTo>
                <a:lnTo>
                  <a:pt x="986717" y="129088"/>
                </a:lnTo>
                <a:lnTo>
                  <a:pt x="987124" y="128827"/>
                </a:lnTo>
                <a:lnTo>
                  <a:pt x="987527" y="128561"/>
                </a:lnTo>
                <a:lnTo>
                  <a:pt x="987924" y="128291"/>
                </a:lnTo>
                <a:lnTo>
                  <a:pt x="988316" y="128016"/>
                </a:lnTo>
                <a:lnTo>
                  <a:pt x="988702" y="127737"/>
                </a:lnTo>
                <a:lnTo>
                  <a:pt x="989083" y="127453"/>
                </a:lnTo>
                <a:lnTo>
                  <a:pt x="989459" y="127165"/>
                </a:lnTo>
                <a:lnTo>
                  <a:pt x="989829" y="126872"/>
                </a:lnTo>
                <a:lnTo>
                  <a:pt x="990194" y="126575"/>
                </a:lnTo>
                <a:lnTo>
                  <a:pt x="990554" y="126274"/>
                </a:lnTo>
                <a:lnTo>
                  <a:pt x="990909" y="125967"/>
                </a:lnTo>
                <a:lnTo>
                  <a:pt x="991258" y="125657"/>
                </a:lnTo>
                <a:lnTo>
                  <a:pt x="991601" y="125343"/>
                </a:lnTo>
                <a:lnTo>
                  <a:pt x="991939" y="125029"/>
                </a:lnTo>
                <a:lnTo>
                  <a:pt x="992271" y="124713"/>
                </a:lnTo>
                <a:lnTo>
                  <a:pt x="992598" y="124395"/>
                </a:lnTo>
                <a:lnTo>
                  <a:pt x="992918" y="124077"/>
                </a:lnTo>
                <a:lnTo>
                  <a:pt x="993233" y="123757"/>
                </a:lnTo>
                <a:lnTo>
                  <a:pt x="993494" y="123486"/>
                </a:lnTo>
                <a:lnTo>
                  <a:pt x="993518" y="123697"/>
                </a:lnTo>
                <a:close/>
                <a:moveTo>
                  <a:pt x="993155" y="108193"/>
                </a:moveTo>
                <a:lnTo>
                  <a:pt x="993011" y="108475"/>
                </a:lnTo>
                <a:lnTo>
                  <a:pt x="992827" y="108818"/>
                </a:lnTo>
                <a:lnTo>
                  <a:pt x="992633" y="109163"/>
                </a:lnTo>
                <a:lnTo>
                  <a:pt x="992428" y="109508"/>
                </a:lnTo>
                <a:lnTo>
                  <a:pt x="992214" y="109854"/>
                </a:lnTo>
                <a:lnTo>
                  <a:pt x="991990" y="110201"/>
                </a:lnTo>
                <a:lnTo>
                  <a:pt x="991756" y="110548"/>
                </a:lnTo>
                <a:lnTo>
                  <a:pt x="991512" y="110897"/>
                </a:lnTo>
                <a:lnTo>
                  <a:pt x="991258" y="111246"/>
                </a:lnTo>
                <a:lnTo>
                  <a:pt x="990995" y="111594"/>
                </a:lnTo>
                <a:lnTo>
                  <a:pt x="990725" y="111937"/>
                </a:lnTo>
                <a:lnTo>
                  <a:pt x="990447" y="112276"/>
                </a:lnTo>
                <a:lnTo>
                  <a:pt x="990162" y="112610"/>
                </a:lnTo>
                <a:lnTo>
                  <a:pt x="989870" y="112940"/>
                </a:lnTo>
                <a:lnTo>
                  <a:pt x="989570" y="113265"/>
                </a:lnTo>
                <a:lnTo>
                  <a:pt x="989263" y="113585"/>
                </a:lnTo>
                <a:lnTo>
                  <a:pt x="988948" y="113902"/>
                </a:lnTo>
                <a:lnTo>
                  <a:pt x="988626" y="114213"/>
                </a:lnTo>
                <a:lnTo>
                  <a:pt x="988296" y="114521"/>
                </a:lnTo>
                <a:lnTo>
                  <a:pt x="987959" y="114823"/>
                </a:lnTo>
                <a:lnTo>
                  <a:pt x="987615" y="115122"/>
                </a:lnTo>
                <a:lnTo>
                  <a:pt x="987263" y="115415"/>
                </a:lnTo>
                <a:lnTo>
                  <a:pt x="986904" y="115705"/>
                </a:lnTo>
                <a:lnTo>
                  <a:pt x="986537" y="115989"/>
                </a:lnTo>
                <a:lnTo>
                  <a:pt x="986163" y="116270"/>
                </a:lnTo>
                <a:lnTo>
                  <a:pt x="985781" y="116546"/>
                </a:lnTo>
                <a:lnTo>
                  <a:pt x="985392" y="116817"/>
                </a:lnTo>
                <a:lnTo>
                  <a:pt x="984996" y="117084"/>
                </a:lnTo>
                <a:lnTo>
                  <a:pt x="984592" y="117346"/>
                </a:lnTo>
                <a:lnTo>
                  <a:pt x="984181" y="117604"/>
                </a:lnTo>
                <a:lnTo>
                  <a:pt x="983762" y="117857"/>
                </a:lnTo>
                <a:lnTo>
                  <a:pt x="983336" y="118106"/>
                </a:lnTo>
                <a:lnTo>
                  <a:pt x="982902" y="118351"/>
                </a:lnTo>
                <a:lnTo>
                  <a:pt x="982462" y="118588"/>
                </a:lnTo>
                <a:lnTo>
                  <a:pt x="982016" y="118815"/>
                </a:lnTo>
                <a:lnTo>
                  <a:pt x="981565" y="119032"/>
                </a:lnTo>
                <a:lnTo>
                  <a:pt x="981108" y="119239"/>
                </a:lnTo>
                <a:lnTo>
                  <a:pt x="980646" y="119436"/>
                </a:lnTo>
                <a:lnTo>
                  <a:pt x="980178" y="119622"/>
                </a:lnTo>
                <a:lnTo>
                  <a:pt x="979704" y="119799"/>
                </a:lnTo>
                <a:lnTo>
                  <a:pt x="979225" y="119965"/>
                </a:lnTo>
                <a:lnTo>
                  <a:pt x="978740" y="120122"/>
                </a:lnTo>
                <a:lnTo>
                  <a:pt x="978249" y="120268"/>
                </a:lnTo>
                <a:lnTo>
                  <a:pt x="977753" y="120404"/>
                </a:lnTo>
                <a:lnTo>
                  <a:pt x="977251" y="120530"/>
                </a:lnTo>
                <a:lnTo>
                  <a:pt x="976744" y="120646"/>
                </a:lnTo>
                <a:lnTo>
                  <a:pt x="976231" y="120752"/>
                </a:lnTo>
                <a:lnTo>
                  <a:pt x="975712" y="120848"/>
                </a:lnTo>
                <a:lnTo>
                  <a:pt x="975188" y="120934"/>
                </a:lnTo>
                <a:lnTo>
                  <a:pt x="974658" y="121010"/>
                </a:lnTo>
                <a:lnTo>
                  <a:pt x="974123" y="121075"/>
                </a:lnTo>
                <a:lnTo>
                  <a:pt x="973582" y="121131"/>
                </a:lnTo>
                <a:lnTo>
                  <a:pt x="973035" y="121176"/>
                </a:lnTo>
                <a:lnTo>
                  <a:pt x="972483" y="121212"/>
                </a:lnTo>
                <a:lnTo>
                  <a:pt x="971925" y="121237"/>
                </a:lnTo>
                <a:lnTo>
                  <a:pt x="971362" y="121252"/>
                </a:lnTo>
                <a:lnTo>
                  <a:pt x="970793" y="121257"/>
                </a:lnTo>
                <a:lnTo>
                  <a:pt x="970338" y="121254"/>
                </a:lnTo>
                <a:lnTo>
                  <a:pt x="969890" y="121243"/>
                </a:lnTo>
                <a:lnTo>
                  <a:pt x="969447" y="121226"/>
                </a:lnTo>
                <a:lnTo>
                  <a:pt x="969011" y="121202"/>
                </a:lnTo>
                <a:lnTo>
                  <a:pt x="968581" y="121171"/>
                </a:lnTo>
                <a:lnTo>
                  <a:pt x="968156" y="121133"/>
                </a:lnTo>
                <a:lnTo>
                  <a:pt x="967738" y="121089"/>
                </a:lnTo>
                <a:lnTo>
                  <a:pt x="967326" y="121037"/>
                </a:lnTo>
                <a:lnTo>
                  <a:pt x="966920" y="120979"/>
                </a:lnTo>
                <a:lnTo>
                  <a:pt x="966519" y="120914"/>
                </a:lnTo>
                <a:lnTo>
                  <a:pt x="966125" y="120842"/>
                </a:lnTo>
                <a:lnTo>
                  <a:pt x="965737" y="120763"/>
                </a:lnTo>
                <a:lnTo>
                  <a:pt x="965355" y="120677"/>
                </a:lnTo>
                <a:lnTo>
                  <a:pt x="964979" y="120584"/>
                </a:lnTo>
                <a:lnTo>
                  <a:pt x="964609" y="120484"/>
                </a:lnTo>
                <a:lnTo>
                  <a:pt x="964245" y="120378"/>
                </a:lnTo>
                <a:lnTo>
                  <a:pt x="963887" y="120265"/>
                </a:lnTo>
                <a:lnTo>
                  <a:pt x="963535" y="120144"/>
                </a:lnTo>
                <a:lnTo>
                  <a:pt x="963189" y="120017"/>
                </a:lnTo>
                <a:lnTo>
                  <a:pt x="962849" y="119883"/>
                </a:lnTo>
                <a:lnTo>
                  <a:pt x="962515" y="119743"/>
                </a:lnTo>
                <a:lnTo>
                  <a:pt x="962187" y="119595"/>
                </a:lnTo>
                <a:lnTo>
                  <a:pt x="961865" y="119441"/>
                </a:lnTo>
                <a:lnTo>
                  <a:pt x="961549" y="119279"/>
                </a:lnTo>
                <a:lnTo>
                  <a:pt x="961240" y="119112"/>
                </a:lnTo>
                <a:lnTo>
                  <a:pt x="960937" y="118940"/>
                </a:lnTo>
                <a:lnTo>
                  <a:pt x="960640" y="118763"/>
                </a:lnTo>
                <a:lnTo>
                  <a:pt x="960350" y="118581"/>
                </a:lnTo>
                <a:lnTo>
                  <a:pt x="960067" y="118394"/>
                </a:lnTo>
                <a:lnTo>
                  <a:pt x="959791" y="118202"/>
                </a:lnTo>
                <a:lnTo>
                  <a:pt x="959521" y="118005"/>
                </a:lnTo>
                <a:lnTo>
                  <a:pt x="959257" y="117804"/>
                </a:lnTo>
                <a:lnTo>
                  <a:pt x="959000" y="117597"/>
                </a:lnTo>
                <a:lnTo>
                  <a:pt x="958750" y="117386"/>
                </a:lnTo>
                <a:lnTo>
                  <a:pt x="958506" y="117169"/>
                </a:lnTo>
                <a:lnTo>
                  <a:pt x="958269" y="116948"/>
                </a:lnTo>
                <a:lnTo>
                  <a:pt x="958039" y="116722"/>
                </a:lnTo>
                <a:lnTo>
                  <a:pt x="957815" y="116491"/>
                </a:lnTo>
                <a:lnTo>
                  <a:pt x="957598" y="116255"/>
                </a:lnTo>
                <a:lnTo>
                  <a:pt x="957387" y="116014"/>
                </a:lnTo>
                <a:lnTo>
                  <a:pt x="957183" y="115768"/>
                </a:lnTo>
                <a:lnTo>
                  <a:pt x="956985" y="115518"/>
                </a:lnTo>
                <a:lnTo>
                  <a:pt x="956794" y="115262"/>
                </a:lnTo>
                <a:lnTo>
                  <a:pt x="956610" y="115002"/>
                </a:lnTo>
                <a:lnTo>
                  <a:pt x="956432" y="114736"/>
                </a:lnTo>
                <a:lnTo>
                  <a:pt x="956261" y="114466"/>
                </a:lnTo>
                <a:lnTo>
                  <a:pt x="956096" y="114191"/>
                </a:lnTo>
                <a:lnTo>
                  <a:pt x="955938" y="113911"/>
                </a:lnTo>
                <a:lnTo>
                  <a:pt x="955787" y="113627"/>
                </a:lnTo>
                <a:lnTo>
                  <a:pt x="955642" y="113340"/>
                </a:lnTo>
                <a:lnTo>
                  <a:pt x="955503" y="113052"/>
                </a:lnTo>
                <a:lnTo>
                  <a:pt x="955371" y="112760"/>
                </a:lnTo>
                <a:lnTo>
                  <a:pt x="955245" y="112466"/>
                </a:lnTo>
                <a:lnTo>
                  <a:pt x="955126" y="112170"/>
                </a:lnTo>
                <a:lnTo>
                  <a:pt x="955013" y="111871"/>
                </a:lnTo>
                <a:lnTo>
                  <a:pt x="954907" y="111569"/>
                </a:lnTo>
                <a:lnTo>
                  <a:pt x="954807" y="111265"/>
                </a:lnTo>
                <a:lnTo>
                  <a:pt x="954713" y="110959"/>
                </a:lnTo>
                <a:lnTo>
                  <a:pt x="954626" y="110650"/>
                </a:lnTo>
                <a:lnTo>
                  <a:pt x="954546" y="110338"/>
                </a:lnTo>
                <a:lnTo>
                  <a:pt x="954472" y="110024"/>
                </a:lnTo>
                <a:lnTo>
                  <a:pt x="954404" y="109708"/>
                </a:lnTo>
                <a:lnTo>
                  <a:pt x="954343" y="109388"/>
                </a:lnTo>
                <a:lnTo>
                  <a:pt x="954288" y="109067"/>
                </a:lnTo>
                <a:lnTo>
                  <a:pt x="954239" y="108743"/>
                </a:lnTo>
                <a:lnTo>
                  <a:pt x="954198" y="108416"/>
                </a:lnTo>
                <a:lnTo>
                  <a:pt x="954162" y="108087"/>
                </a:lnTo>
                <a:lnTo>
                  <a:pt x="954133" y="107755"/>
                </a:lnTo>
                <a:lnTo>
                  <a:pt x="954111" y="107421"/>
                </a:lnTo>
                <a:lnTo>
                  <a:pt x="954094" y="107084"/>
                </a:lnTo>
                <a:lnTo>
                  <a:pt x="954085" y="106744"/>
                </a:lnTo>
                <a:lnTo>
                  <a:pt x="954081" y="106403"/>
                </a:lnTo>
                <a:lnTo>
                  <a:pt x="954085" y="106068"/>
                </a:lnTo>
                <a:lnTo>
                  <a:pt x="954094" y="105737"/>
                </a:lnTo>
                <a:lnTo>
                  <a:pt x="954109" y="105409"/>
                </a:lnTo>
                <a:lnTo>
                  <a:pt x="954131" y="105085"/>
                </a:lnTo>
                <a:lnTo>
                  <a:pt x="954159" y="104765"/>
                </a:lnTo>
                <a:lnTo>
                  <a:pt x="954192" y="104447"/>
                </a:lnTo>
                <a:lnTo>
                  <a:pt x="954233" y="104134"/>
                </a:lnTo>
                <a:lnTo>
                  <a:pt x="954279" y="103824"/>
                </a:lnTo>
                <a:lnTo>
                  <a:pt x="954331" y="103517"/>
                </a:lnTo>
                <a:lnTo>
                  <a:pt x="954390" y="103214"/>
                </a:lnTo>
                <a:lnTo>
                  <a:pt x="954455" y="102914"/>
                </a:lnTo>
                <a:lnTo>
                  <a:pt x="954526" y="102618"/>
                </a:lnTo>
                <a:lnTo>
                  <a:pt x="954603" y="102326"/>
                </a:lnTo>
                <a:lnTo>
                  <a:pt x="954686" y="102037"/>
                </a:lnTo>
                <a:lnTo>
                  <a:pt x="954775" y="101751"/>
                </a:lnTo>
                <a:lnTo>
                  <a:pt x="954871" y="101469"/>
                </a:lnTo>
                <a:lnTo>
                  <a:pt x="954973" y="101191"/>
                </a:lnTo>
                <a:lnTo>
                  <a:pt x="955081" y="100915"/>
                </a:lnTo>
                <a:lnTo>
                  <a:pt x="955195" y="100644"/>
                </a:lnTo>
                <a:lnTo>
                  <a:pt x="955315" y="100376"/>
                </a:lnTo>
                <a:lnTo>
                  <a:pt x="955441" y="100111"/>
                </a:lnTo>
                <a:lnTo>
                  <a:pt x="955574" y="99850"/>
                </a:lnTo>
                <a:lnTo>
                  <a:pt x="955713" y="99593"/>
                </a:lnTo>
                <a:lnTo>
                  <a:pt x="955858" y="99339"/>
                </a:lnTo>
                <a:lnTo>
                  <a:pt x="956008" y="99088"/>
                </a:lnTo>
                <a:lnTo>
                  <a:pt x="956165" y="98841"/>
                </a:lnTo>
                <a:lnTo>
                  <a:pt x="956327" y="98598"/>
                </a:lnTo>
                <a:lnTo>
                  <a:pt x="956494" y="98358"/>
                </a:lnTo>
                <a:lnTo>
                  <a:pt x="956668" y="98121"/>
                </a:lnTo>
                <a:lnTo>
                  <a:pt x="956847" y="97888"/>
                </a:lnTo>
                <a:lnTo>
                  <a:pt x="957031" y="97659"/>
                </a:lnTo>
                <a:lnTo>
                  <a:pt x="957221" y="97433"/>
                </a:lnTo>
                <a:lnTo>
                  <a:pt x="957417" y="97210"/>
                </a:lnTo>
                <a:lnTo>
                  <a:pt x="957618" y="96991"/>
                </a:lnTo>
                <a:lnTo>
                  <a:pt x="957825" y="96776"/>
                </a:lnTo>
                <a:lnTo>
                  <a:pt x="958037" y="96564"/>
                </a:lnTo>
                <a:lnTo>
                  <a:pt x="958255" y="96355"/>
                </a:lnTo>
                <a:lnTo>
                  <a:pt x="958479" y="96150"/>
                </a:lnTo>
                <a:lnTo>
                  <a:pt x="958708" y="95949"/>
                </a:lnTo>
                <a:lnTo>
                  <a:pt x="958943" y="95751"/>
                </a:lnTo>
                <a:lnTo>
                  <a:pt x="959184" y="95556"/>
                </a:lnTo>
                <a:lnTo>
                  <a:pt x="959430" y="95365"/>
                </a:lnTo>
                <a:lnTo>
                  <a:pt x="959682" y="95178"/>
                </a:lnTo>
                <a:lnTo>
                  <a:pt x="959939" y="94994"/>
                </a:lnTo>
                <a:lnTo>
                  <a:pt x="960202" y="94813"/>
                </a:lnTo>
                <a:lnTo>
                  <a:pt x="960470" y="94636"/>
                </a:lnTo>
                <a:lnTo>
                  <a:pt x="960745" y="94463"/>
                </a:lnTo>
                <a:lnTo>
                  <a:pt x="961024" y="94293"/>
                </a:lnTo>
                <a:lnTo>
                  <a:pt x="961310" y="94127"/>
                </a:lnTo>
                <a:lnTo>
                  <a:pt x="961601" y="93964"/>
                </a:lnTo>
                <a:lnTo>
                  <a:pt x="961897" y="93804"/>
                </a:lnTo>
                <a:lnTo>
                  <a:pt x="962199" y="93648"/>
                </a:lnTo>
                <a:lnTo>
                  <a:pt x="962507" y="93496"/>
                </a:lnTo>
                <a:lnTo>
                  <a:pt x="962821" y="93347"/>
                </a:lnTo>
                <a:lnTo>
                  <a:pt x="963140" y="93202"/>
                </a:lnTo>
                <a:lnTo>
                  <a:pt x="963464" y="93060"/>
                </a:lnTo>
                <a:lnTo>
                  <a:pt x="963794" y="92921"/>
                </a:lnTo>
                <a:lnTo>
                  <a:pt x="964130" y="92786"/>
                </a:lnTo>
                <a:lnTo>
                  <a:pt x="964472" y="92655"/>
                </a:lnTo>
                <a:lnTo>
                  <a:pt x="964819" y="92527"/>
                </a:lnTo>
                <a:lnTo>
                  <a:pt x="965171" y="92403"/>
                </a:lnTo>
                <a:lnTo>
                  <a:pt x="965530" y="92282"/>
                </a:lnTo>
                <a:lnTo>
                  <a:pt x="965893" y="92164"/>
                </a:lnTo>
                <a:lnTo>
                  <a:pt x="966263" y="92051"/>
                </a:lnTo>
                <a:lnTo>
                  <a:pt x="966638" y="91940"/>
                </a:lnTo>
                <a:lnTo>
                  <a:pt x="967019" y="91833"/>
                </a:lnTo>
                <a:lnTo>
                  <a:pt x="967405" y="91730"/>
                </a:lnTo>
                <a:lnTo>
                  <a:pt x="967797" y="91630"/>
                </a:lnTo>
                <a:lnTo>
                  <a:pt x="968194" y="91534"/>
                </a:lnTo>
                <a:lnTo>
                  <a:pt x="968597" y="91441"/>
                </a:lnTo>
                <a:lnTo>
                  <a:pt x="969006" y="91352"/>
                </a:lnTo>
                <a:lnTo>
                  <a:pt x="969420" y="91266"/>
                </a:lnTo>
                <a:lnTo>
                  <a:pt x="969840" y="91183"/>
                </a:lnTo>
                <a:lnTo>
                  <a:pt x="970264" y="91105"/>
                </a:lnTo>
                <a:lnTo>
                  <a:pt x="970693" y="91029"/>
                </a:lnTo>
                <a:lnTo>
                  <a:pt x="971127" y="90957"/>
                </a:lnTo>
                <a:lnTo>
                  <a:pt x="971565" y="90889"/>
                </a:lnTo>
                <a:lnTo>
                  <a:pt x="972009" y="90824"/>
                </a:lnTo>
                <a:lnTo>
                  <a:pt x="972457" y="90763"/>
                </a:lnTo>
                <a:lnTo>
                  <a:pt x="972910" y="90705"/>
                </a:lnTo>
                <a:lnTo>
                  <a:pt x="973367" y="90651"/>
                </a:lnTo>
                <a:lnTo>
                  <a:pt x="973830" y="90600"/>
                </a:lnTo>
                <a:lnTo>
                  <a:pt x="974297" y="90553"/>
                </a:lnTo>
                <a:lnTo>
                  <a:pt x="974769" y="90509"/>
                </a:lnTo>
                <a:lnTo>
                  <a:pt x="975245" y="90469"/>
                </a:lnTo>
                <a:lnTo>
                  <a:pt x="975727" y="90432"/>
                </a:lnTo>
                <a:lnTo>
                  <a:pt x="976213" y="90398"/>
                </a:lnTo>
                <a:lnTo>
                  <a:pt x="976704" y="90369"/>
                </a:lnTo>
                <a:lnTo>
                  <a:pt x="977200" y="90342"/>
                </a:lnTo>
                <a:lnTo>
                  <a:pt x="977700" y="90320"/>
                </a:lnTo>
                <a:lnTo>
                  <a:pt x="978205" y="90300"/>
                </a:lnTo>
                <a:lnTo>
                  <a:pt x="978715" y="90285"/>
                </a:lnTo>
                <a:lnTo>
                  <a:pt x="979230" y="90272"/>
                </a:lnTo>
                <a:lnTo>
                  <a:pt x="979750" y="90264"/>
                </a:lnTo>
                <a:lnTo>
                  <a:pt x="980274" y="90258"/>
                </a:lnTo>
                <a:lnTo>
                  <a:pt x="980803" y="90257"/>
                </a:lnTo>
                <a:lnTo>
                  <a:pt x="993155" y="90257"/>
                </a:lnTo>
                <a:lnTo>
                  <a:pt x="993155" y="108193"/>
                </a:lnTo>
                <a:close/>
                <a:moveTo>
                  <a:pt x="681511" y="84197"/>
                </a:moveTo>
                <a:lnTo>
                  <a:pt x="681485" y="83449"/>
                </a:lnTo>
                <a:lnTo>
                  <a:pt x="681452" y="82705"/>
                </a:lnTo>
                <a:lnTo>
                  <a:pt x="681412" y="81966"/>
                </a:lnTo>
                <a:lnTo>
                  <a:pt x="681365" y="81233"/>
                </a:lnTo>
                <a:lnTo>
                  <a:pt x="681310" y="80504"/>
                </a:lnTo>
                <a:lnTo>
                  <a:pt x="681248" y="79780"/>
                </a:lnTo>
                <a:lnTo>
                  <a:pt x="681179" y="79060"/>
                </a:lnTo>
                <a:lnTo>
                  <a:pt x="681103" y="78346"/>
                </a:lnTo>
                <a:lnTo>
                  <a:pt x="681019" y="77637"/>
                </a:lnTo>
                <a:lnTo>
                  <a:pt x="680928" y="76932"/>
                </a:lnTo>
                <a:lnTo>
                  <a:pt x="680829" y="76233"/>
                </a:lnTo>
                <a:lnTo>
                  <a:pt x="680724" y="75538"/>
                </a:lnTo>
                <a:lnTo>
                  <a:pt x="680611" y="74848"/>
                </a:lnTo>
                <a:lnTo>
                  <a:pt x="680490" y="74163"/>
                </a:lnTo>
                <a:lnTo>
                  <a:pt x="680363" y="73483"/>
                </a:lnTo>
                <a:lnTo>
                  <a:pt x="680228" y="72808"/>
                </a:lnTo>
                <a:lnTo>
                  <a:pt x="680086" y="72138"/>
                </a:lnTo>
                <a:lnTo>
                  <a:pt x="679936" y="71473"/>
                </a:lnTo>
                <a:lnTo>
                  <a:pt x="679780" y="70812"/>
                </a:lnTo>
                <a:lnTo>
                  <a:pt x="679616" y="70157"/>
                </a:lnTo>
                <a:lnTo>
                  <a:pt x="679444" y="69506"/>
                </a:lnTo>
                <a:lnTo>
                  <a:pt x="679266" y="68862"/>
                </a:lnTo>
                <a:lnTo>
                  <a:pt x="679079" y="68224"/>
                </a:lnTo>
                <a:lnTo>
                  <a:pt x="678884" y="67593"/>
                </a:lnTo>
                <a:lnTo>
                  <a:pt x="678682" y="66970"/>
                </a:lnTo>
                <a:lnTo>
                  <a:pt x="678472" y="66353"/>
                </a:lnTo>
                <a:lnTo>
                  <a:pt x="678254" y="65743"/>
                </a:lnTo>
                <a:lnTo>
                  <a:pt x="678028" y="65141"/>
                </a:lnTo>
                <a:lnTo>
                  <a:pt x="677794" y="64545"/>
                </a:lnTo>
                <a:lnTo>
                  <a:pt x="677552" y="63956"/>
                </a:lnTo>
                <a:lnTo>
                  <a:pt x="677303" y="63375"/>
                </a:lnTo>
                <a:lnTo>
                  <a:pt x="677046" y="62800"/>
                </a:lnTo>
                <a:lnTo>
                  <a:pt x="676780" y="62232"/>
                </a:lnTo>
                <a:lnTo>
                  <a:pt x="676507" y="61672"/>
                </a:lnTo>
                <a:lnTo>
                  <a:pt x="676226" y="61118"/>
                </a:lnTo>
                <a:lnTo>
                  <a:pt x="675938" y="60571"/>
                </a:lnTo>
                <a:lnTo>
                  <a:pt x="675641" y="60032"/>
                </a:lnTo>
                <a:lnTo>
                  <a:pt x="675337" y="59499"/>
                </a:lnTo>
                <a:lnTo>
                  <a:pt x="675024" y="58973"/>
                </a:lnTo>
                <a:lnTo>
                  <a:pt x="674704" y="58455"/>
                </a:lnTo>
                <a:lnTo>
                  <a:pt x="674376" y="57943"/>
                </a:lnTo>
                <a:lnTo>
                  <a:pt x="674041" y="57438"/>
                </a:lnTo>
                <a:lnTo>
                  <a:pt x="673697" y="56941"/>
                </a:lnTo>
                <a:lnTo>
                  <a:pt x="673345" y="56450"/>
                </a:lnTo>
                <a:lnTo>
                  <a:pt x="672986" y="55966"/>
                </a:lnTo>
                <a:lnTo>
                  <a:pt x="672618" y="55491"/>
                </a:lnTo>
                <a:lnTo>
                  <a:pt x="672242" y="55024"/>
                </a:lnTo>
                <a:lnTo>
                  <a:pt x="671858" y="54565"/>
                </a:lnTo>
                <a:lnTo>
                  <a:pt x="671464" y="54116"/>
                </a:lnTo>
                <a:lnTo>
                  <a:pt x="671063" y="53676"/>
                </a:lnTo>
                <a:lnTo>
                  <a:pt x="670652" y="53244"/>
                </a:lnTo>
                <a:lnTo>
                  <a:pt x="670234" y="52821"/>
                </a:lnTo>
                <a:lnTo>
                  <a:pt x="669806" y="52407"/>
                </a:lnTo>
                <a:lnTo>
                  <a:pt x="669370" y="52002"/>
                </a:lnTo>
                <a:lnTo>
                  <a:pt x="668926" y="51605"/>
                </a:lnTo>
                <a:lnTo>
                  <a:pt x="668473" y="51218"/>
                </a:lnTo>
                <a:lnTo>
                  <a:pt x="668011" y="50839"/>
                </a:lnTo>
                <a:lnTo>
                  <a:pt x="667541" y="50469"/>
                </a:lnTo>
                <a:lnTo>
                  <a:pt x="667062" y="50107"/>
                </a:lnTo>
                <a:lnTo>
                  <a:pt x="666575" y="49755"/>
                </a:lnTo>
                <a:lnTo>
                  <a:pt x="666079" y="49411"/>
                </a:lnTo>
                <a:lnTo>
                  <a:pt x="665575" y="49077"/>
                </a:lnTo>
                <a:lnTo>
                  <a:pt x="665062" y="48751"/>
                </a:lnTo>
                <a:lnTo>
                  <a:pt x="664540" y="48434"/>
                </a:lnTo>
                <a:lnTo>
                  <a:pt x="664010" y="48125"/>
                </a:lnTo>
                <a:lnTo>
                  <a:pt x="663472" y="47826"/>
                </a:lnTo>
                <a:lnTo>
                  <a:pt x="662925" y="47535"/>
                </a:lnTo>
                <a:lnTo>
                  <a:pt x="662369" y="47253"/>
                </a:lnTo>
                <a:lnTo>
                  <a:pt x="661805" y="46980"/>
                </a:lnTo>
                <a:lnTo>
                  <a:pt x="661232" y="46717"/>
                </a:lnTo>
                <a:lnTo>
                  <a:pt x="660650" y="46465"/>
                </a:lnTo>
                <a:lnTo>
                  <a:pt x="660060" y="46224"/>
                </a:lnTo>
                <a:lnTo>
                  <a:pt x="659460" y="45995"/>
                </a:lnTo>
                <a:lnTo>
                  <a:pt x="658852" y="45777"/>
                </a:lnTo>
                <a:lnTo>
                  <a:pt x="658235" y="45569"/>
                </a:lnTo>
                <a:lnTo>
                  <a:pt x="657609" y="45374"/>
                </a:lnTo>
                <a:lnTo>
                  <a:pt x="656974" y="45189"/>
                </a:lnTo>
                <a:lnTo>
                  <a:pt x="656331" y="45015"/>
                </a:lnTo>
                <a:lnTo>
                  <a:pt x="655679" y="44853"/>
                </a:lnTo>
                <a:lnTo>
                  <a:pt x="655017" y="44702"/>
                </a:lnTo>
                <a:lnTo>
                  <a:pt x="654347" y="44562"/>
                </a:lnTo>
                <a:lnTo>
                  <a:pt x="653669" y="44433"/>
                </a:lnTo>
                <a:lnTo>
                  <a:pt x="652981" y="44316"/>
                </a:lnTo>
                <a:lnTo>
                  <a:pt x="652284" y="44209"/>
                </a:lnTo>
                <a:lnTo>
                  <a:pt x="651579" y="44114"/>
                </a:lnTo>
                <a:lnTo>
                  <a:pt x="650865" y="44030"/>
                </a:lnTo>
                <a:lnTo>
                  <a:pt x="650142" y="43957"/>
                </a:lnTo>
                <a:lnTo>
                  <a:pt x="649410" y="43896"/>
                </a:lnTo>
                <a:lnTo>
                  <a:pt x="648669" y="43845"/>
                </a:lnTo>
                <a:lnTo>
                  <a:pt x="647920" y="43806"/>
                </a:lnTo>
                <a:lnTo>
                  <a:pt x="647162" y="43778"/>
                </a:lnTo>
                <a:lnTo>
                  <a:pt x="646394" y="43761"/>
                </a:lnTo>
                <a:lnTo>
                  <a:pt x="645618" y="43756"/>
                </a:lnTo>
                <a:lnTo>
                  <a:pt x="645007" y="43761"/>
                </a:lnTo>
                <a:lnTo>
                  <a:pt x="644397" y="43777"/>
                </a:lnTo>
                <a:lnTo>
                  <a:pt x="643789" y="43803"/>
                </a:lnTo>
                <a:lnTo>
                  <a:pt x="643183" y="43839"/>
                </a:lnTo>
                <a:lnTo>
                  <a:pt x="642578" y="43886"/>
                </a:lnTo>
                <a:lnTo>
                  <a:pt x="641975" y="43943"/>
                </a:lnTo>
                <a:lnTo>
                  <a:pt x="641374" y="44010"/>
                </a:lnTo>
                <a:lnTo>
                  <a:pt x="640775" y="44088"/>
                </a:lnTo>
                <a:lnTo>
                  <a:pt x="640177" y="44176"/>
                </a:lnTo>
                <a:lnTo>
                  <a:pt x="639580" y="44274"/>
                </a:lnTo>
                <a:lnTo>
                  <a:pt x="638986" y="44383"/>
                </a:lnTo>
                <a:lnTo>
                  <a:pt x="638393" y="44503"/>
                </a:lnTo>
                <a:lnTo>
                  <a:pt x="637802" y="44632"/>
                </a:lnTo>
                <a:lnTo>
                  <a:pt x="637212" y="44772"/>
                </a:lnTo>
                <a:lnTo>
                  <a:pt x="636625" y="44923"/>
                </a:lnTo>
                <a:lnTo>
                  <a:pt x="636038" y="45083"/>
                </a:lnTo>
                <a:lnTo>
                  <a:pt x="635454" y="45255"/>
                </a:lnTo>
                <a:lnTo>
                  <a:pt x="634871" y="45436"/>
                </a:lnTo>
                <a:lnTo>
                  <a:pt x="634290" y="45628"/>
                </a:lnTo>
                <a:lnTo>
                  <a:pt x="633711" y="45830"/>
                </a:lnTo>
                <a:lnTo>
                  <a:pt x="633133" y="46043"/>
                </a:lnTo>
                <a:lnTo>
                  <a:pt x="632557" y="46266"/>
                </a:lnTo>
                <a:lnTo>
                  <a:pt x="631983" y="46499"/>
                </a:lnTo>
                <a:lnTo>
                  <a:pt x="631410" y="46743"/>
                </a:lnTo>
                <a:lnTo>
                  <a:pt x="630841" y="46997"/>
                </a:lnTo>
                <a:lnTo>
                  <a:pt x="630276" y="47260"/>
                </a:lnTo>
                <a:lnTo>
                  <a:pt x="629717" y="47534"/>
                </a:lnTo>
                <a:lnTo>
                  <a:pt x="629163" y="47817"/>
                </a:lnTo>
                <a:lnTo>
                  <a:pt x="628614" y="48110"/>
                </a:lnTo>
                <a:lnTo>
                  <a:pt x="628070" y="48413"/>
                </a:lnTo>
                <a:lnTo>
                  <a:pt x="627531" y="48726"/>
                </a:lnTo>
                <a:lnTo>
                  <a:pt x="626997" y="49048"/>
                </a:lnTo>
                <a:lnTo>
                  <a:pt x="626468" y="49380"/>
                </a:lnTo>
                <a:lnTo>
                  <a:pt x="625944" y="49723"/>
                </a:lnTo>
                <a:lnTo>
                  <a:pt x="625425" y="50075"/>
                </a:lnTo>
                <a:lnTo>
                  <a:pt x="624911" y="50436"/>
                </a:lnTo>
                <a:lnTo>
                  <a:pt x="624402" y="50808"/>
                </a:lnTo>
                <a:lnTo>
                  <a:pt x="623899" y="51189"/>
                </a:lnTo>
                <a:lnTo>
                  <a:pt x="623400" y="51580"/>
                </a:lnTo>
                <a:lnTo>
                  <a:pt x="622906" y="51981"/>
                </a:lnTo>
                <a:lnTo>
                  <a:pt x="622418" y="52392"/>
                </a:lnTo>
                <a:lnTo>
                  <a:pt x="621934" y="52813"/>
                </a:lnTo>
                <a:lnTo>
                  <a:pt x="621456" y="53243"/>
                </a:lnTo>
                <a:lnTo>
                  <a:pt x="620982" y="53683"/>
                </a:lnTo>
                <a:lnTo>
                  <a:pt x="620514" y="54133"/>
                </a:lnTo>
                <a:lnTo>
                  <a:pt x="620050" y="54593"/>
                </a:lnTo>
                <a:lnTo>
                  <a:pt x="619592" y="55063"/>
                </a:lnTo>
                <a:lnTo>
                  <a:pt x="619139" y="55542"/>
                </a:lnTo>
                <a:lnTo>
                  <a:pt x="618692" y="56031"/>
                </a:lnTo>
                <a:lnTo>
                  <a:pt x="618253" y="56529"/>
                </a:lnTo>
                <a:lnTo>
                  <a:pt x="617822" y="57035"/>
                </a:lnTo>
                <a:lnTo>
                  <a:pt x="617399" y="57551"/>
                </a:lnTo>
                <a:lnTo>
                  <a:pt x="616983" y="58075"/>
                </a:lnTo>
                <a:lnTo>
                  <a:pt x="616576" y="58608"/>
                </a:lnTo>
                <a:lnTo>
                  <a:pt x="616176" y="59150"/>
                </a:lnTo>
                <a:lnTo>
                  <a:pt x="615784" y="59700"/>
                </a:lnTo>
                <a:lnTo>
                  <a:pt x="615400" y="60260"/>
                </a:lnTo>
                <a:lnTo>
                  <a:pt x="615024" y="60828"/>
                </a:lnTo>
                <a:lnTo>
                  <a:pt x="614656" y="61405"/>
                </a:lnTo>
                <a:lnTo>
                  <a:pt x="614295" y="61991"/>
                </a:lnTo>
                <a:lnTo>
                  <a:pt x="613942" y="62586"/>
                </a:lnTo>
                <a:lnTo>
                  <a:pt x="613598" y="63189"/>
                </a:lnTo>
                <a:lnTo>
                  <a:pt x="613261" y="63802"/>
                </a:lnTo>
                <a:lnTo>
                  <a:pt x="612932" y="64423"/>
                </a:lnTo>
                <a:lnTo>
                  <a:pt x="612610" y="65053"/>
                </a:lnTo>
                <a:lnTo>
                  <a:pt x="612297" y="65692"/>
                </a:lnTo>
                <a:lnTo>
                  <a:pt x="611991" y="66340"/>
                </a:lnTo>
                <a:lnTo>
                  <a:pt x="611694" y="66996"/>
                </a:lnTo>
                <a:lnTo>
                  <a:pt x="611404" y="67662"/>
                </a:lnTo>
                <a:lnTo>
                  <a:pt x="611122" y="68336"/>
                </a:lnTo>
                <a:lnTo>
                  <a:pt x="610848" y="69019"/>
                </a:lnTo>
                <a:lnTo>
                  <a:pt x="610581" y="69711"/>
                </a:lnTo>
                <a:lnTo>
                  <a:pt x="610325" y="70411"/>
                </a:lnTo>
                <a:lnTo>
                  <a:pt x="610079" y="71119"/>
                </a:lnTo>
                <a:lnTo>
                  <a:pt x="609844" y="71836"/>
                </a:lnTo>
                <a:lnTo>
                  <a:pt x="609619" y="72560"/>
                </a:lnTo>
                <a:lnTo>
                  <a:pt x="609406" y="73292"/>
                </a:lnTo>
                <a:lnTo>
                  <a:pt x="609204" y="74032"/>
                </a:lnTo>
                <a:lnTo>
                  <a:pt x="609013" y="74781"/>
                </a:lnTo>
                <a:lnTo>
                  <a:pt x="608832" y="75537"/>
                </a:lnTo>
                <a:lnTo>
                  <a:pt x="608663" y="76301"/>
                </a:lnTo>
                <a:lnTo>
                  <a:pt x="608504" y="77073"/>
                </a:lnTo>
                <a:lnTo>
                  <a:pt x="608357" y="77853"/>
                </a:lnTo>
                <a:lnTo>
                  <a:pt x="608220" y="78641"/>
                </a:lnTo>
                <a:lnTo>
                  <a:pt x="608094" y="79438"/>
                </a:lnTo>
                <a:lnTo>
                  <a:pt x="607980" y="80242"/>
                </a:lnTo>
                <a:lnTo>
                  <a:pt x="607876" y="81054"/>
                </a:lnTo>
                <a:lnTo>
                  <a:pt x="607783" y="81874"/>
                </a:lnTo>
                <a:lnTo>
                  <a:pt x="607701" y="82702"/>
                </a:lnTo>
                <a:lnTo>
                  <a:pt x="607630" y="83538"/>
                </a:lnTo>
                <a:lnTo>
                  <a:pt x="607570" y="84382"/>
                </a:lnTo>
                <a:lnTo>
                  <a:pt x="607520" y="85234"/>
                </a:lnTo>
                <a:lnTo>
                  <a:pt x="607482" y="86095"/>
                </a:lnTo>
                <a:lnTo>
                  <a:pt x="607455" y="86963"/>
                </a:lnTo>
                <a:lnTo>
                  <a:pt x="607438" y="87839"/>
                </a:lnTo>
                <a:lnTo>
                  <a:pt x="607433" y="88723"/>
                </a:lnTo>
                <a:lnTo>
                  <a:pt x="607433" y="92113"/>
                </a:lnTo>
                <a:lnTo>
                  <a:pt x="607438" y="92878"/>
                </a:lnTo>
                <a:lnTo>
                  <a:pt x="607453" y="93637"/>
                </a:lnTo>
                <a:lnTo>
                  <a:pt x="607477" y="94391"/>
                </a:lnTo>
                <a:lnTo>
                  <a:pt x="607511" y="95141"/>
                </a:lnTo>
                <a:lnTo>
                  <a:pt x="607556" y="95885"/>
                </a:lnTo>
                <a:lnTo>
                  <a:pt x="607610" y="96624"/>
                </a:lnTo>
                <a:lnTo>
                  <a:pt x="607673" y="97358"/>
                </a:lnTo>
                <a:lnTo>
                  <a:pt x="607747" y="98087"/>
                </a:lnTo>
                <a:lnTo>
                  <a:pt x="607830" y="98811"/>
                </a:lnTo>
                <a:lnTo>
                  <a:pt x="607924" y="99530"/>
                </a:lnTo>
                <a:lnTo>
                  <a:pt x="608027" y="100244"/>
                </a:lnTo>
                <a:lnTo>
                  <a:pt x="608139" y="100953"/>
                </a:lnTo>
                <a:lnTo>
                  <a:pt x="608262" y="101657"/>
                </a:lnTo>
                <a:lnTo>
                  <a:pt x="608394" y="102356"/>
                </a:lnTo>
                <a:lnTo>
                  <a:pt x="608537" y="103050"/>
                </a:lnTo>
                <a:lnTo>
                  <a:pt x="608689" y="103739"/>
                </a:lnTo>
                <a:lnTo>
                  <a:pt x="608851" y="104422"/>
                </a:lnTo>
                <a:lnTo>
                  <a:pt x="609022" y="105101"/>
                </a:lnTo>
                <a:lnTo>
                  <a:pt x="609204" y="105774"/>
                </a:lnTo>
                <a:lnTo>
                  <a:pt x="609395" y="106443"/>
                </a:lnTo>
                <a:lnTo>
                  <a:pt x="609596" y="107106"/>
                </a:lnTo>
                <a:lnTo>
                  <a:pt x="609807" y="107765"/>
                </a:lnTo>
                <a:lnTo>
                  <a:pt x="610028" y="108418"/>
                </a:lnTo>
                <a:lnTo>
                  <a:pt x="610259" y="109067"/>
                </a:lnTo>
                <a:lnTo>
                  <a:pt x="610498" y="109709"/>
                </a:lnTo>
                <a:lnTo>
                  <a:pt x="610747" y="110344"/>
                </a:lnTo>
                <a:lnTo>
                  <a:pt x="611003" y="110971"/>
                </a:lnTo>
                <a:lnTo>
                  <a:pt x="611269" y="111592"/>
                </a:lnTo>
                <a:lnTo>
                  <a:pt x="611543" y="112205"/>
                </a:lnTo>
                <a:lnTo>
                  <a:pt x="611825" y="112811"/>
                </a:lnTo>
                <a:lnTo>
                  <a:pt x="612116" y="113409"/>
                </a:lnTo>
                <a:lnTo>
                  <a:pt x="612416" y="114000"/>
                </a:lnTo>
                <a:lnTo>
                  <a:pt x="612724" y="114584"/>
                </a:lnTo>
                <a:lnTo>
                  <a:pt x="613041" y="115161"/>
                </a:lnTo>
                <a:lnTo>
                  <a:pt x="613366" y="115730"/>
                </a:lnTo>
                <a:lnTo>
                  <a:pt x="613700" y="116292"/>
                </a:lnTo>
                <a:lnTo>
                  <a:pt x="614042" y="116847"/>
                </a:lnTo>
                <a:lnTo>
                  <a:pt x="614393" y="117394"/>
                </a:lnTo>
                <a:lnTo>
                  <a:pt x="614752" y="117934"/>
                </a:lnTo>
                <a:lnTo>
                  <a:pt x="615120" y="118467"/>
                </a:lnTo>
                <a:lnTo>
                  <a:pt x="615497" y="118993"/>
                </a:lnTo>
                <a:lnTo>
                  <a:pt x="615882" y="119511"/>
                </a:lnTo>
                <a:lnTo>
                  <a:pt x="616276" y="120022"/>
                </a:lnTo>
                <a:lnTo>
                  <a:pt x="616678" y="120526"/>
                </a:lnTo>
                <a:lnTo>
                  <a:pt x="617088" y="121022"/>
                </a:lnTo>
                <a:lnTo>
                  <a:pt x="617508" y="121512"/>
                </a:lnTo>
                <a:lnTo>
                  <a:pt x="617936" y="121993"/>
                </a:lnTo>
                <a:lnTo>
                  <a:pt x="618372" y="122468"/>
                </a:lnTo>
                <a:lnTo>
                  <a:pt x="618816" y="122934"/>
                </a:lnTo>
                <a:lnTo>
                  <a:pt x="619268" y="123392"/>
                </a:lnTo>
                <a:lnTo>
                  <a:pt x="619727" y="123841"/>
                </a:lnTo>
                <a:lnTo>
                  <a:pt x="620193" y="124281"/>
                </a:lnTo>
                <a:lnTo>
                  <a:pt x="620666" y="124712"/>
                </a:lnTo>
                <a:lnTo>
                  <a:pt x="621147" y="125135"/>
                </a:lnTo>
                <a:lnTo>
                  <a:pt x="621635" y="125548"/>
                </a:lnTo>
                <a:lnTo>
                  <a:pt x="622130" y="125953"/>
                </a:lnTo>
                <a:lnTo>
                  <a:pt x="622633" y="126349"/>
                </a:lnTo>
                <a:lnTo>
                  <a:pt x="623143" y="126736"/>
                </a:lnTo>
                <a:lnTo>
                  <a:pt x="623660" y="127114"/>
                </a:lnTo>
                <a:lnTo>
                  <a:pt x="624185" y="127483"/>
                </a:lnTo>
                <a:lnTo>
                  <a:pt x="624716" y="127844"/>
                </a:lnTo>
                <a:lnTo>
                  <a:pt x="625255" y="128196"/>
                </a:lnTo>
                <a:lnTo>
                  <a:pt x="625802" y="128539"/>
                </a:lnTo>
                <a:lnTo>
                  <a:pt x="626355" y="128873"/>
                </a:lnTo>
                <a:lnTo>
                  <a:pt x="626916" y="129198"/>
                </a:lnTo>
                <a:lnTo>
                  <a:pt x="627484" y="129514"/>
                </a:lnTo>
                <a:lnTo>
                  <a:pt x="628060" y="129822"/>
                </a:lnTo>
                <a:lnTo>
                  <a:pt x="628643" y="130121"/>
                </a:lnTo>
                <a:lnTo>
                  <a:pt x="629233" y="130410"/>
                </a:lnTo>
                <a:lnTo>
                  <a:pt x="629830" y="130692"/>
                </a:lnTo>
                <a:lnTo>
                  <a:pt x="630435" y="130964"/>
                </a:lnTo>
                <a:lnTo>
                  <a:pt x="631047" y="131227"/>
                </a:lnTo>
                <a:lnTo>
                  <a:pt x="631665" y="131481"/>
                </a:lnTo>
                <a:lnTo>
                  <a:pt x="632290" y="131724"/>
                </a:lnTo>
                <a:lnTo>
                  <a:pt x="632920" y="131956"/>
                </a:lnTo>
                <a:lnTo>
                  <a:pt x="633557" y="132177"/>
                </a:lnTo>
                <a:lnTo>
                  <a:pt x="634200" y="132387"/>
                </a:lnTo>
                <a:lnTo>
                  <a:pt x="634848" y="132587"/>
                </a:lnTo>
                <a:lnTo>
                  <a:pt x="635503" y="132776"/>
                </a:lnTo>
                <a:lnTo>
                  <a:pt x="636164" y="132954"/>
                </a:lnTo>
                <a:lnTo>
                  <a:pt x="636831" y="133121"/>
                </a:lnTo>
                <a:lnTo>
                  <a:pt x="637504" y="133278"/>
                </a:lnTo>
                <a:lnTo>
                  <a:pt x="638182" y="133423"/>
                </a:lnTo>
                <a:lnTo>
                  <a:pt x="638867" y="133558"/>
                </a:lnTo>
                <a:lnTo>
                  <a:pt x="639558" y="133682"/>
                </a:lnTo>
                <a:lnTo>
                  <a:pt x="640255" y="133796"/>
                </a:lnTo>
                <a:lnTo>
                  <a:pt x="640958" y="133898"/>
                </a:lnTo>
                <a:lnTo>
                  <a:pt x="641667" y="133990"/>
                </a:lnTo>
                <a:lnTo>
                  <a:pt x="642382" y="134071"/>
                </a:lnTo>
                <a:lnTo>
                  <a:pt x="643103" y="134141"/>
                </a:lnTo>
                <a:lnTo>
                  <a:pt x="643830" y="134200"/>
                </a:lnTo>
                <a:lnTo>
                  <a:pt x="644563" y="134249"/>
                </a:lnTo>
                <a:lnTo>
                  <a:pt x="645302" y="134287"/>
                </a:lnTo>
                <a:lnTo>
                  <a:pt x="646048" y="134314"/>
                </a:lnTo>
                <a:lnTo>
                  <a:pt x="646799" y="134330"/>
                </a:lnTo>
                <a:lnTo>
                  <a:pt x="647556" y="134335"/>
                </a:lnTo>
                <a:lnTo>
                  <a:pt x="648272" y="134331"/>
                </a:lnTo>
                <a:lnTo>
                  <a:pt x="648980" y="134319"/>
                </a:lnTo>
                <a:lnTo>
                  <a:pt x="649680" y="134297"/>
                </a:lnTo>
                <a:lnTo>
                  <a:pt x="650371" y="134268"/>
                </a:lnTo>
                <a:lnTo>
                  <a:pt x="651055" y="134230"/>
                </a:lnTo>
                <a:lnTo>
                  <a:pt x="651731" y="134184"/>
                </a:lnTo>
                <a:lnTo>
                  <a:pt x="652399" y="134129"/>
                </a:lnTo>
                <a:lnTo>
                  <a:pt x="653059" y="134066"/>
                </a:lnTo>
                <a:lnTo>
                  <a:pt x="653711" y="133995"/>
                </a:lnTo>
                <a:lnTo>
                  <a:pt x="654355" y="133915"/>
                </a:lnTo>
                <a:lnTo>
                  <a:pt x="654991" y="133827"/>
                </a:lnTo>
                <a:lnTo>
                  <a:pt x="655619" y="133730"/>
                </a:lnTo>
                <a:lnTo>
                  <a:pt x="656239" y="133625"/>
                </a:lnTo>
                <a:lnTo>
                  <a:pt x="656851" y="133511"/>
                </a:lnTo>
                <a:lnTo>
                  <a:pt x="657455" y="133389"/>
                </a:lnTo>
                <a:lnTo>
                  <a:pt x="658051" y="133259"/>
                </a:lnTo>
                <a:lnTo>
                  <a:pt x="658639" y="133120"/>
                </a:lnTo>
                <a:lnTo>
                  <a:pt x="659219" y="132973"/>
                </a:lnTo>
                <a:lnTo>
                  <a:pt x="659791" y="132817"/>
                </a:lnTo>
                <a:lnTo>
                  <a:pt x="660355" y="132653"/>
                </a:lnTo>
                <a:lnTo>
                  <a:pt x="660911" y="132481"/>
                </a:lnTo>
                <a:lnTo>
                  <a:pt x="661459" y="132300"/>
                </a:lnTo>
                <a:lnTo>
                  <a:pt x="661999" y="132111"/>
                </a:lnTo>
                <a:lnTo>
                  <a:pt x="662531" y="131913"/>
                </a:lnTo>
                <a:lnTo>
                  <a:pt x="663056" y="131709"/>
                </a:lnTo>
                <a:lnTo>
                  <a:pt x="663574" y="131500"/>
                </a:lnTo>
                <a:lnTo>
                  <a:pt x="664085" y="131285"/>
                </a:lnTo>
                <a:lnTo>
                  <a:pt x="664589" y="131066"/>
                </a:lnTo>
                <a:lnTo>
                  <a:pt x="665086" y="130841"/>
                </a:lnTo>
                <a:lnTo>
                  <a:pt x="665576" y="130612"/>
                </a:lnTo>
                <a:lnTo>
                  <a:pt x="666060" y="130377"/>
                </a:lnTo>
                <a:lnTo>
                  <a:pt x="666537" y="130137"/>
                </a:lnTo>
                <a:lnTo>
                  <a:pt x="667006" y="129893"/>
                </a:lnTo>
                <a:lnTo>
                  <a:pt x="667469" y="129643"/>
                </a:lnTo>
                <a:lnTo>
                  <a:pt x="667925" y="129388"/>
                </a:lnTo>
                <a:lnTo>
                  <a:pt x="668374" y="129128"/>
                </a:lnTo>
                <a:lnTo>
                  <a:pt x="668817" y="128863"/>
                </a:lnTo>
                <a:lnTo>
                  <a:pt x="669252" y="128593"/>
                </a:lnTo>
                <a:lnTo>
                  <a:pt x="669680" y="128318"/>
                </a:lnTo>
                <a:lnTo>
                  <a:pt x="670102" y="128038"/>
                </a:lnTo>
                <a:lnTo>
                  <a:pt x="670517" y="127753"/>
                </a:lnTo>
                <a:lnTo>
                  <a:pt x="670925" y="127463"/>
                </a:lnTo>
                <a:lnTo>
                  <a:pt x="671326" y="127168"/>
                </a:lnTo>
                <a:lnTo>
                  <a:pt x="671720" y="126868"/>
                </a:lnTo>
                <a:lnTo>
                  <a:pt x="672107" y="126563"/>
                </a:lnTo>
                <a:lnTo>
                  <a:pt x="672488" y="126252"/>
                </a:lnTo>
                <a:lnTo>
                  <a:pt x="672861" y="125937"/>
                </a:lnTo>
                <a:lnTo>
                  <a:pt x="673228" y="125616"/>
                </a:lnTo>
                <a:lnTo>
                  <a:pt x="673589" y="125293"/>
                </a:lnTo>
                <a:lnTo>
                  <a:pt x="673944" y="124968"/>
                </a:lnTo>
                <a:lnTo>
                  <a:pt x="674294" y="124641"/>
                </a:lnTo>
                <a:lnTo>
                  <a:pt x="674639" y="124314"/>
                </a:lnTo>
                <a:lnTo>
                  <a:pt x="674978" y="123984"/>
                </a:lnTo>
                <a:lnTo>
                  <a:pt x="675312" y="123654"/>
                </a:lnTo>
                <a:lnTo>
                  <a:pt x="675641" y="123322"/>
                </a:lnTo>
                <a:lnTo>
                  <a:pt x="675964" y="122988"/>
                </a:lnTo>
                <a:lnTo>
                  <a:pt x="676282" y="122653"/>
                </a:lnTo>
                <a:lnTo>
                  <a:pt x="676595" y="122317"/>
                </a:lnTo>
                <a:lnTo>
                  <a:pt x="676902" y="121980"/>
                </a:lnTo>
                <a:lnTo>
                  <a:pt x="677204" y="121640"/>
                </a:lnTo>
                <a:lnTo>
                  <a:pt x="677501" y="121300"/>
                </a:lnTo>
                <a:lnTo>
                  <a:pt x="677792" y="120958"/>
                </a:lnTo>
                <a:lnTo>
                  <a:pt x="678078" y="120615"/>
                </a:lnTo>
                <a:lnTo>
                  <a:pt x="678359" y="120270"/>
                </a:lnTo>
                <a:lnTo>
                  <a:pt x="678634" y="119924"/>
                </a:lnTo>
                <a:lnTo>
                  <a:pt x="678905" y="119577"/>
                </a:lnTo>
                <a:lnTo>
                  <a:pt x="679169" y="119228"/>
                </a:lnTo>
                <a:lnTo>
                  <a:pt x="679429" y="118878"/>
                </a:lnTo>
                <a:lnTo>
                  <a:pt x="679683" y="118526"/>
                </a:lnTo>
                <a:lnTo>
                  <a:pt x="679932" y="118173"/>
                </a:lnTo>
                <a:lnTo>
                  <a:pt x="680175" y="117819"/>
                </a:lnTo>
                <a:lnTo>
                  <a:pt x="680413" y="117463"/>
                </a:lnTo>
                <a:lnTo>
                  <a:pt x="671371" y="110278"/>
                </a:lnTo>
                <a:lnTo>
                  <a:pt x="671026" y="110725"/>
                </a:lnTo>
                <a:lnTo>
                  <a:pt x="670676" y="111164"/>
                </a:lnTo>
                <a:lnTo>
                  <a:pt x="670321" y="111596"/>
                </a:lnTo>
                <a:lnTo>
                  <a:pt x="669961" y="112020"/>
                </a:lnTo>
                <a:lnTo>
                  <a:pt x="669596" y="112437"/>
                </a:lnTo>
                <a:lnTo>
                  <a:pt x="669227" y="112846"/>
                </a:lnTo>
                <a:lnTo>
                  <a:pt x="668853" y="113247"/>
                </a:lnTo>
                <a:lnTo>
                  <a:pt x="668474" y="113641"/>
                </a:lnTo>
                <a:lnTo>
                  <a:pt x="668090" y="114028"/>
                </a:lnTo>
                <a:lnTo>
                  <a:pt x="667702" y="114407"/>
                </a:lnTo>
                <a:lnTo>
                  <a:pt x="667309" y="114778"/>
                </a:lnTo>
                <a:lnTo>
                  <a:pt x="666911" y="115142"/>
                </a:lnTo>
                <a:lnTo>
                  <a:pt x="666508" y="115498"/>
                </a:lnTo>
                <a:lnTo>
                  <a:pt x="666101" y="115846"/>
                </a:lnTo>
                <a:lnTo>
                  <a:pt x="665689" y="116187"/>
                </a:lnTo>
                <a:lnTo>
                  <a:pt x="665272" y="116521"/>
                </a:lnTo>
                <a:lnTo>
                  <a:pt x="664850" y="116847"/>
                </a:lnTo>
                <a:lnTo>
                  <a:pt x="664424" y="117165"/>
                </a:lnTo>
                <a:lnTo>
                  <a:pt x="663992" y="117476"/>
                </a:lnTo>
                <a:lnTo>
                  <a:pt x="663556" y="117779"/>
                </a:lnTo>
                <a:lnTo>
                  <a:pt x="663115" y="118074"/>
                </a:lnTo>
                <a:lnTo>
                  <a:pt x="662670" y="118362"/>
                </a:lnTo>
                <a:lnTo>
                  <a:pt x="662220" y="118643"/>
                </a:lnTo>
                <a:lnTo>
                  <a:pt x="661764" y="118916"/>
                </a:lnTo>
                <a:lnTo>
                  <a:pt x="661303" y="119179"/>
                </a:lnTo>
                <a:lnTo>
                  <a:pt x="660833" y="119432"/>
                </a:lnTo>
                <a:lnTo>
                  <a:pt x="660354" y="119673"/>
                </a:lnTo>
                <a:lnTo>
                  <a:pt x="659867" y="119903"/>
                </a:lnTo>
                <a:lnTo>
                  <a:pt x="659372" y="120121"/>
                </a:lnTo>
                <a:lnTo>
                  <a:pt x="658868" y="120329"/>
                </a:lnTo>
                <a:lnTo>
                  <a:pt x="658356" y="120525"/>
                </a:lnTo>
                <a:lnTo>
                  <a:pt x="657836" y="120710"/>
                </a:lnTo>
                <a:lnTo>
                  <a:pt x="657307" y="120884"/>
                </a:lnTo>
                <a:lnTo>
                  <a:pt x="656769" y="121046"/>
                </a:lnTo>
                <a:lnTo>
                  <a:pt x="656224" y="121198"/>
                </a:lnTo>
                <a:lnTo>
                  <a:pt x="655669" y="121338"/>
                </a:lnTo>
                <a:lnTo>
                  <a:pt x="655107" y="121467"/>
                </a:lnTo>
                <a:lnTo>
                  <a:pt x="654536" y="121584"/>
                </a:lnTo>
                <a:lnTo>
                  <a:pt x="653956" y="121691"/>
                </a:lnTo>
                <a:lnTo>
                  <a:pt x="653369" y="121786"/>
                </a:lnTo>
                <a:lnTo>
                  <a:pt x="652772" y="121870"/>
                </a:lnTo>
                <a:lnTo>
                  <a:pt x="652168" y="121943"/>
                </a:lnTo>
                <a:lnTo>
                  <a:pt x="651555" y="122005"/>
                </a:lnTo>
                <a:lnTo>
                  <a:pt x="650933" y="122055"/>
                </a:lnTo>
                <a:lnTo>
                  <a:pt x="650303" y="122095"/>
                </a:lnTo>
                <a:lnTo>
                  <a:pt x="649665" y="122123"/>
                </a:lnTo>
                <a:lnTo>
                  <a:pt x="649018" y="122139"/>
                </a:lnTo>
                <a:lnTo>
                  <a:pt x="648363" y="122145"/>
                </a:lnTo>
                <a:lnTo>
                  <a:pt x="647854" y="122141"/>
                </a:lnTo>
                <a:lnTo>
                  <a:pt x="647350" y="122129"/>
                </a:lnTo>
                <a:lnTo>
                  <a:pt x="646850" y="122108"/>
                </a:lnTo>
                <a:lnTo>
                  <a:pt x="646355" y="122080"/>
                </a:lnTo>
                <a:lnTo>
                  <a:pt x="645865" y="122043"/>
                </a:lnTo>
                <a:lnTo>
                  <a:pt x="645379" y="121999"/>
                </a:lnTo>
                <a:lnTo>
                  <a:pt x="644898" y="121946"/>
                </a:lnTo>
                <a:lnTo>
                  <a:pt x="644421" y="121885"/>
                </a:lnTo>
                <a:lnTo>
                  <a:pt x="643949" y="121816"/>
                </a:lnTo>
                <a:lnTo>
                  <a:pt x="643482" y="121739"/>
                </a:lnTo>
                <a:lnTo>
                  <a:pt x="643019" y="121653"/>
                </a:lnTo>
                <a:lnTo>
                  <a:pt x="642561" y="121560"/>
                </a:lnTo>
                <a:lnTo>
                  <a:pt x="642107" y="121458"/>
                </a:lnTo>
                <a:lnTo>
                  <a:pt x="641658" y="121348"/>
                </a:lnTo>
                <a:lnTo>
                  <a:pt x="641214" y="121231"/>
                </a:lnTo>
                <a:lnTo>
                  <a:pt x="640775" y="121105"/>
                </a:lnTo>
                <a:lnTo>
                  <a:pt x="640340" y="120970"/>
                </a:lnTo>
                <a:lnTo>
                  <a:pt x="639909" y="120828"/>
                </a:lnTo>
                <a:lnTo>
                  <a:pt x="639484" y="120678"/>
                </a:lnTo>
                <a:lnTo>
                  <a:pt x="639062" y="120519"/>
                </a:lnTo>
                <a:lnTo>
                  <a:pt x="638646" y="120353"/>
                </a:lnTo>
                <a:lnTo>
                  <a:pt x="638234" y="120178"/>
                </a:lnTo>
                <a:lnTo>
                  <a:pt x="637827" y="119995"/>
                </a:lnTo>
                <a:lnTo>
                  <a:pt x="637424" y="119804"/>
                </a:lnTo>
                <a:lnTo>
                  <a:pt x="637027" y="119606"/>
                </a:lnTo>
                <a:lnTo>
                  <a:pt x="636634" y="119401"/>
                </a:lnTo>
                <a:lnTo>
                  <a:pt x="636246" y="119191"/>
                </a:lnTo>
                <a:lnTo>
                  <a:pt x="635864" y="118974"/>
                </a:lnTo>
                <a:lnTo>
                  <a:pt x="635486" y="118751"/>
                </a:lnTo>
                <a:lnTo>
                  <a:pt x="635113" y="118522"/>
                </a:lnTo>
                <a:lnTo>
                  <a:pt x="634746" y="118287"/>
                </a:lnTo>
                <a:lnTo>
                  <a:pt x="634383" y="118046"/>
                </a:lnTo>
                <a:lnTo>
                  <a:pt x="634026" y="117798"/>
                </a:lnTo>
                <a:lnTo>
                  <a:pt x="633674" y="117545"/>
                </a:lnTo>
                <a:lnTo>
                  <a:pt x="633326" y="117285"/>
                </a:lnTo>
                <a:lnTo>
                  <a:pt x="632984" y="117019"/>
                </a:lnTo>
                <a:lnTo>
                  <a:pt x="632647" y="116746"/>
                </a:lnTo>
                <a:lnTo>
                  <a:pt x="632315" y="116468"/>
                </a:lnTo>
                <a:lnTo>
                  <a:pt x="631988" y="116184"/>
                </a:lnTo>
                <a:lnTo>
                  <a:pt x="631666" y="115893"/>
                </a:lnTo>
                <a:lnTo>
                  <a:pt x="631348" y="115596"/>
                </a:lnTo>
                <a:lnTo>
                  <a:pt x="631037" y="115293"/>
                </a:lnTo>
                <a:lnTo>
                  <a:pt x="630730" y="114984"/>
                </a:lnTo>
                <a:lnTo>
                  <a:pt x="630428" y="114669"/>
                </a:lnTo>
                <a:lnTo>
                  <a:pt x="630131" y="114347"/>
                </a:lnTo>
                <a:lnTo>
                  <a:pt x="629839" y="114019"/>
                </a:lnTo>
                <a:lnTo>
                  <a:pt x="629552" y="113685"/>
                </a:lnTo>
                <a:lnTo>
                  <a:pt x="629271" y="113345"/>
                </a:lnTo>
                <a:lnTo>
                  <a:pt x="628994" y="113000"/>
                </a:lnTo>
                <a:lnTo>
                  <a:pt x="628723" y="112650"/>
                </a:lnTo>
                <a:lnTo>
                  <a:pt x="628458" y="112295"/>
                </a:lnTo>
                <a:lnTo>
                  <a:pt x="628199" y="111936"/>
                </a:lnTo>
                <a:lnTo>
                  <a:pt x="627945" y="111572"/>
                </a:lnTo>
                <a:lnTo>
                  <a:pt x="627696" y="111204"/>
                </a:lnTo>
                <a:lnTo>
                  <a:pt x="627454" y="110830"/>
                </a:lnTo>
                <a:lnTo>
                  <a:pt x="627216" y="110453"/>
                </a:lnTo>
                <a:lnTo>
                  <a:pt x="626985" y="110070"/>
                </a:lnTo>
                <a:lnTo>
                  <a:pt x="626759" y="109683"/>
                </a:lnTo>
                <a:lnTo>
                  <a:pt x="626539" y="109291"/>
                </a:lnTo>
                <a:lnTo>
                  <a:pt x="626324" y="108895"/>
                </a:lnTo>
                <a:lnTo>
                  <a:pt x="626115" y="108494"/>
                </a:lnTo>
                <a:lnTo>
                  <a:pt x="625911" y="108089"/>
                </a:lnTo>
                <a:lnTo>
                  <a:pt x="625713" y="107679"/>
                </a:lnTo>
                <a:lnTo>
                  <a:pt x="625521" y="107264"/>
                </a:lnTo>
                <a:lnTo>
                  <a:pt x="625334" y="106844"/>
                </a:lnTo>
                <a:lnTo>
                  <a:pt x="625153" y="106420"/>
                </a:lnTo>
                <a:lnTo>
                  <a:pt x="624978" y="105992"/>
                </a:lnTo>
                <a:lnTo>
                  <a:pt x="624808" y="105558"/>
                </a:lnTo>
                <a:lnTo>
                  <a:pt x="624644" y="105120"/>
                </a:lnTo>
                <a:lnTo>
                  <a:pt x="624485" y="104678"/>
                </a:lnTo>
                <a:lnTo>
                  <a:pt x="624332" y="104231"/>
                </a:lnTo>
                <a:lnTo>
                  <a:pt x="624185" y="103779"/>
                </a:lnTo>
                <a:lnTo>
                  <a:pt x="624043" y="103323"/>
                </a:lnTo>
                <a:lnTo>
                  <a:pt x="623907" y="102865"/>
                </a:lnTo>
                <a:lnTo>
                  <a:pt x="623778" y="102405"/>
                </a:lnTo>
                <a:lnTo>
                  <a:pt x="623654" y="101941"/>
                </a:lnTo>
                <a:lnTo>
                  <a:pt x="623537" y="101475"/>
                </a:lnTo>
                <a:lnTo>
                  <a:pt x="623425" y="101006"/>
                </a:lnTo>
                <a:lnTo>
                  <a:pt x="623320" y="100535"/>
                </a:lnTo>
                <a:lnTo>
                  <a:pt x="623220" y="100061"/>
                </a:lnTo>
                <a:lnTo>
                  <a:pt x="623127" y="99584"/>
                </a:lnTo>
                <a:lnTo>
                  <a:pt x="623039" y="99105"/>
                </a:lnTo>
                <a:lnTo>
                  <a:pt x="622958" y="98623"/>
                </a:lnTo>
                <a:lnTo>
                  <a:pt x="622883" y="98138"/>
                </a:lnTo>
                <a:lnTo>
                  <a:pt x="622813" y="97650"/>
                </a:lnTo>
                <a:lnTo>
                  <a:pt x="622750" y="97160"/>
                </a:lnTo>
                <a:lnTo>
                  <a:pt x="622693" y="96668"/>
                </a:lnTo>
                <a:lnTo>
                  <a:pt x="622642" y="96172"/>
                </a:lnTo>
                <a:lnTo>
                  <a:pt x="622596" y="95674"/>
                </a:lnTo>
                <a:lnTo>
                  <a:pt x="622557" y="95174"/>
                </a:lnTo>
                <a:lnTo>
                  <a:pt x="622524" y="94670"/>
                </a:lnTo>
                <a:lnTo>
                  <a:pt x="622497" y="94164"/>
                </a:lnTo>
                <a:lnTo>
                  <a:pt x="622476" y="93655"/>
                </a:lnTo>
                <a:lnTo>
                  <a:pt x="622461" y="93163"/>
                </a:lnTo>
                <a:lnTo>
                  <a:pt x="681543" y="93163"/>
                </a:lnTo>
                <a:lnTo>
                  <a:pt x="681543" y="86472"/>
                </a:lnTo>
                <a:lnTo>
                  <a:pt x="681540" y="85709"/>
                </a:lnTo>
                <a:lnTo>
                  <a:pt x="681529" y="84951"/>
                </a:lnTo>
                <a:lnTo>
                  <a:pt x="681511" y="84197"/>
                </a:lnTo>
                <a:close/>
                <a:moveTo>
                  <a:pt x="623026" y="80124"/>
                </a:moveTo>
                <a:lnTo>
                  <a:pt x="623111" y="79559"/>
                </a:lnTo>
                <a:lnTo>
                  <a:pt x="623202" y="78999"/>
                </a:lnTo>
                <a:lnTo>
                  <a:pt x="623299" y="78446"/>
                </a:lnTo>
                <a:lnTo>
                  <a:pt x="623402" y="77900"/>
                </a:lnTo>
                <a:lnTo>
                  <a:pt x="623511" y="77360"/>
                </a:lnTo>
                <a:lnTo>
                  <a:pt x="623626" y="76826"/>
                </a:lnTo>
                <a:lnTo>
                  <a:pt x="623747" y="76299"/>
                </a:lnTo>
                <a:lnTo>
                  <a:pt x="623873" y="75778"/>
                </a:lnTo>
                <a:lnTo>
                  <a:pt x="624006" y="75264"/>
                </a:lnTo>
                <a:lnTo>
                  <a:pt x="624144" y="74756"/>
                </a:lnTo>
                <a:lnTo>
                  <a:pt x="624288" y="74255"/>
                </a:lnTo>
                <a:lnTo>
                  <a:pt x="624436" y="73760"/>
                </a:lnTo>
                <a:lnTo>
                  <a:pt x="624589" y="73272"/>
                </a:lnTo>
                <a:lnTo>
                  <a:pt x="624747" y="72790"/>
                </a:lnTo>
                <a:lnTo>
                  <a:pt x="624910" y="72314"/>
                </a:lnTo>
                <a:lnTo>
                  <a:pt x="625078" y="71845"/>
                </a:lnTo>
                <a:lnTo>
                  <a:pt x="625250" y="71382"/>
                </a:lnTo>
                <a:lnTo>
                  <a:pt x="625427" y="70926"/>
                </a:lnTo>
                <a:lnTo>
                  <a:pt x="625609" y="70476"/>
                </a:lnTo>
                <a:lnTo>
                  <a:pt x="625795" y="70033"/>
                </a:lnTo>
                <a:lnTo>
                  <a:pt x="625987" y="69596"/>
                </a:lnTo>
                <a:lnTo>
                  <a:pt x="626183" y="69166"/>
                </a:lnTo>
                <a:lnTo>
                  <a:pt x="626383" y="68742"/>
                </a:lnTo>
                <a:lnTo>
                  <a:pt x="626589" y="68324"/>
                </a:lnTo>
                <a:lnTo>
                  <a:pt x="626799" y="67913"/>
                </a:lnTo>
                <a:lnTo>
                  <a:pt x="627015" y="67509"/>
                </a:lnTo>
                <a:lnTo>
                  <a:pt x="627234" y="67110"/>
                </a:lnTo>
                <a:lnTo>
                  <a:pt x="627459" y="66719"/>
                </a:lnTo>
                <a:lnTo>
                  <a:pt x="627689" y="66333"/>
                </a:lnTo>
                <a:lnTo>
                  <a:pt x="627923" y="65954"/>
                </a:lnTo>
                <a:lnTo>
                  <a:pt x="628162" y="65582"/>
                </a:lnTo>
                <a:lnTo>
                  <a:pt x="628405" y="65216"/>
                </a:lnTo>
                <a:lnTo>
                  <a:pt x="628654" y="64857"/>
                </a:lnTo>
                <a:lnTo>
                  <a:pt x="628907" y="64504"/>
                </a:lnTo>
                <a:lnTo>
                  <a:pt x="629165" y="64157"/>
                </a:lnTo>
                <a:lnTo>
                  <a:pt x="629427" y="63818"/>
                </a:lnTo>
                <a:lnTo>
                  <a:pt x="629693" y="63486"/>
                </a:lnTo>
                <a:lnTo>
                  <a:pt x="629963" y="63161"/>
                </a:lnTo>
                <a:lnTo>
                  <a:pt x="630238" y="62844"/>
                </a:lnTo>
                <a:lnTo>
                  <a:pt x="630517" y="62533"/>
                </a:lnTo>
                <a:lnTo>
                  <a:pt x="630800" y="62230"/>
                </a:lnTo>
                <a:lnTo>
                  <a:pt x="631087" y="61934"/>
                </a:lnTo>
                <a:lnTo>
                  <a:pt x="631378" y="61645"/>
                </a:lnTo>
                <a:lnTo>
                  <a:pt x="631674" y="61363"/>
                </a:lnTo>
                <a:lnTo>
                  <a:pt x="631974" y="61088"/>
                </a:lnTo>
                <a:lnTo>
                  <a:pt x="632278" y="60820"/>
                </a:lnTo>
                <a:lnTo>
                  <a:pt x="632586" y="60560"/>
                </a:lnTo>
                <a:lnTo>
                  <a:pt x="632898" y="60306"/>
                </a:lnTo>
                <a:lnTo>
                  <a:pt x="633215" y="60060"/>
                </a:lnTo>
                <a:lnTo>
                  <a:pt x="633536" y="59821"/>
                </a:lnTo>
                <a:lnTo>
                  <a:pt x="633861" y="59589"/>
                </a:lnTo>
                <a:lnTo>
                  <a:pt x="634190" y="59365"/>
                </a:lnTo>
                <a:lnTo>
                  <a:pt x="634523" y="59147"/>
                </a:lnTo>
                <a:lnTo>
                  <a:pt x="634861" y="58937"/>
                </a:lnTo>
                <a:lnTo>
                  <a:pt x="635203" y="58733"/>
                </a:lnTo>
                <a:lnTo>
                  <a:pt x="635549" y="58537"/>
                </a:lnTo>
                <a:lnTo>
                  <a:pt x="635899" y="58348"/>
                </a:lnTo>
                <a:lnTo>
                  <a:pt x="636254" y="58166"/>
                </a:lnTo>
                <a:lnTo>
                  <a:pt x="636612" y="57992"/>
                </a:lnTo>
                <a:lnTo>
                  <a:pt x="636972" y="57825"/>
                </a:lnTo>
                <a:lnTo>
                  <a:pt x="637336" y="57665"/>
                </a:lnTo>
                <a:lnTo>
                  <a:pt x="637702" y="57513"/>
                </a:lnTo>
                <a:lnTo>
                  <a:pt x="638072" y="57368"/>
                </a:lnTo>
                <a:lnTo>
                  <a:pt x="638444" y="57230"/>
                </a:lnTo>
                <a:lnTo>
                  <a:pt x="638818" y="57100"/>
                </a:lnTo>
                <a:lnTo>
                  <a:pt x="639196" y="56978"/>
                </a:lnTo>
                <a:lnTo>
                  <a:pt x="639576" y="56863"/>
                </a:lnTo>
                <a:lnTo>
                  <a:pt x="639959" y="56755"/>
                </a:lnTo>
                <a:lnTo>
                  <a:pt x="640345" y="56655"/>
                </a:lnTo>
                <a:lnTo>
                  <a:pt x="640734" y="56562"/>
                </a:lnTo>
                <a:lnTo>
                  <a:pt x="641126" y="56476"/>
                </a:lnTo>
                <a:lnTo>
                  <a:pt x="641520" y="56398"/>
                </a:lnTo>
                <a:lnTo>
                  <a:pt x="641917" y="56328"/>
                </a:lnTo>
                <a:lnTo>
                  <a:pt x="642317" y="56265"/>
                </a:lnTo>
                <a:lnTo>
                  <a:pt x="642720" y="56209"/>
                </a:lnTo>
                <a:lnTo>
                  <a:pt x="643126" y="56161"/>
                </a:lnTo>
                <a:lnTo>
                  <a:pt x="643534" y="56120"/>
                </a:lnTo>
                <a:lnTo>
                  <a:pt x="643946" y="56086"/>
                </a:lnTo>
                <a:lnTo>
                  <a:pt x="644360" y="56060"/>
                </a:lnTo>
                <a:lnTo>
                  <a:pt x="644776" y="56042"/>
                </a:lnTo>
                <a:lnTo>
                  <a:pt x="645196" y="56031"/>
                </a:lnTo>
                <a:lnTo>
                  <a:pt x="645618" y="56027"/>
                </a:lnTo>
                <a:lnTo>
                  <a:pt x="646252" y="56033"/>
                </a:lnTo>
                <a:lnTo>
                  <a:pt x="646874" y="56051"/>
                </a:lnTo>
                <a:lnTo>
                  <a:pt x="647485" y="56082"/>
                </a:lnTo>
                <a:lnTo>
                  <a:pt x="648085" y="56125"/>
                </a:lnTo>
                <a:lnTo>
                  <a:pt x="648674" y="56181"/>
                </a:lnTo>
                <a:lnTo>
                  <a:pt x="649251" y="56248"/>
                </a:lnTo>
                <a:lnTo>
                  <a:pt x="649818" y="56328"/>
                </a:lnTo>
                <a:lnTo>
                  <a:pt x="650373" y="56420"/>
                </a:lnTo>
                <a:lnTo>
                  <a:pt x="650916" y="56525"/>
                </a:lnTo>
                <a:lnTo>
                  <a:pt x="651449" y="56642"/>
                </a:lnTo>
                <a:lnTo>
                  <a:pt x="651970" y="56771"/>
                </a:lnTo>
                <a:lnTo>
                  <a:pt x="652481" y="56912"/>
                </a:lnTo>
                <a:lnTo>
                  <a:pt x="652979" y="57066"/>
                </a:lnTo>
                <a:lnTo>
                  <a:pt x="653467" y="57232"/>
                </a:lnTo>
                <a:lnTo>
                  <a:pt x="653944" y="57410"/>
                </a:lnTo>
                <a:lnTo>
                  <a:pt x="654409" y="57601"/>
                </a:lnTo>
                <a:lnTo>
                  <a:pt x="654863" y="57804"/>
                </a:lnTo>
                <a:lnTo>
                  <a:pt x="655306" y="58019"/>
                </a:lnTo>
                <a:lnTo>
                  <a:pt x="655738" y="58247"/>
                </a:lnTo>
                <a:lnTo>
                  <a:pt x="656158" y="58487"/>
                </a:lnTo>
                <a:lnTo>
                  <a:pt x="656567" y="58739"/>
                </a:lnTo>
                <a:lnTo>
                  <a:pt x="656966" y="59003"/>
                </a:lnTo>
                <a:lnTo>
                  <a:pt x="657352" y="59280"/>
                </a:lnTo>
                <a:lnTo>
                  <a:pt x="657728" y="59569"/>
                </a:lnTo>
                <a:lnTo>
                  <a:pt x="658094" y="59867"/>
                </a:lnTo>
                <a:lnTo>
                  <a:pt x="658451" y="60172"/>
                </a:lnTo>
                <a:lnTo>
                  <a:pt x="658801" y="60484"/>
                </a:lnTo>
                <a:lnTo>
                  <a:pt x="659142" y="60802"/>
                </a:lnTo>
                <a:lnTo>
                  <a:pt x="659475" y="61128"/>
                </a:lnTo>
                <a:lnTo>
                  <a:pt x="659799" y="61459"/>
                </a:lnTo>
                <a:lnTo>
                  <a:pt x="660115" y="61798"/>
                </a:lnTo>
                <a:lnTo>
                  <a:pt x="660423" y="62143"/>
                </a:lnTo>
                <a:lnTo>
                  <a:pt x="660723" y="62495"/>
                </a:lnTo>
                <a:lnTo>
                  <a:pt x="661015" y="62854"/>
                </a:lnTo>
                <a:lnTo>
                  <a:pt x="661298" y="63219"/>
                </a:lnTo>
                <a:lnTo>
                  <a:pt x="661573" y="63592"/>
                </a:lnTo>
                <a:lnTo>
                  <a:pt x="661839" y="63970"/>
                </a:lnTo>
                <a:lnTo>
                  <a:pt x="662098" y="64356"/>
                </a:lnTo>
                <a:lnTo>
                  <a:pt x="662348" y="64748"/>
                </a:lnTo>
                <a:lnTo>
                  <a:pt x="662590" y="65147"/>
                </a:lnTo>
                <a:lnTo>
                  <a:pt x="662823" y="65553"/>
                </a:lnTo>
                <a:lnTo>
                  <a:pt x="663049" y="65965"/>
                </a:lnTo>
                <a:lnTo>
                  <a:pt x="663266" y="66384"/>
                </a:lnTo>
                <a:lnTo>
                  <a:pt x="663474" y="66810"/>
                </a:lnTo>
                <a:lnTo>
                  <a:pt x="663675" y="67243"/>
                </a:lnTo>
                <a:lnTo>
                  <a:pt x="663867" y="67682"/>
                </a:lnTo>
                <a:lnTo>
                  <a:pt x="664051" y="68128"/>
                </a:lnTo>
                <a:lnTo>
                  <a:pt x="664227" y="68580"/>
                </a:lnTo>
                <a:lnTo>
                  <a:pt x="664395" y="69037"/>
                </a:lnTo>
                <a:lnTo>
                  <a:pt x="664558" y="69495"/>
                </a:lnTo>
                <a:lnTo>
                  <a:pt x="664714" y="69953"/>
                </a:lnTo>
                <a:lnTo>
                  <a:pt x="664865" y="70413"/>
                </a:lnTo>
                <a:lnTo>
                  <a:pt x="665009" y="70874"/>
                </a:lnTo>
                <a:lnTo>
                  <a:pt x="665148" y="71336"/>
                </a:lnTo>
                <a:lnTo>
                  <a:pt x="665280" y="71800"/>
                </a:lnTo>
                <a:lnTo>
                  <a:pt x="665406" y="72264"/>
                </a:lnTo>
                <a:lnTo>
                  <a:pt x="665527" y="72730"/>
                </a:lnTo>
                <a:lnTo>
                  <a:pt x="665641" y="73196"/>
                </a:lnTo>
                <a:lnTo>
                  <a:pt x="665749" y="73664"/>
                </a:lnTo>
                <a:lnTo>
                  <a:pt x="665851" y="74133"/>
                </a:lnTo>
                <a:lnTo>
                  <a:pt x="665948" y="74602"/>
                </a:lnTo>
                <a:lnTo>
                  <a:pt x="666038" y="75073"/>
                </a:lnTo>
                <a:lnTo>
                  <a:pt x="666122" y="75546"/>
                </a:lnTo>
                <a:lnTo>
                  <a:pt x="666200" y="76019"/>
                </a:lnTo>
                <a:lnTo>
                  <a:pt x="666272" y="76493"/>
                </a:lnTo>
                <a:lnTo>
                  <a:pt x="666338" y="76969"/>
                </a:lnTo>
                <a:lnTo>
                  <a:pt x="666398" y="77445"/>
                </a:lnTo>
                <a:lnTo>
                  <a:pt x="666452" y="77923"/>
                </a:lnTo>
                <a:lnTo>
                  <a:pt x="666500" y="78402"/>
                </a:lnTo>
                <a:lnTo>
                  <a:pt x="666542" y="78882"/>
                </a:lnTo>
                <a:lnTo>
                  <a:pt x="666578" y="79363"/>
                </a:lnTo>
                <a:lnTo>
                  <a:pt x="666608" y="79845"/>
                </a:lnTo>
                <a:lnTo>
                  <a:pt x="666608" y="80973"/>
                </a:lnTo>
                <a:lnTo>
                  <a:pt x="622911" y="80973"/>
                </a:lnTo>
                <a:lnTo>
                  <a:pt x="622946" y="80697"/>
                </a:lnTo>
                <a:lnTo>
                  <a:pt x="623026" y="80124"/>
                </a:lnTo>
                <a:close/>
                <a:moveTo>
                  <a:pt x="695152" y="94651"/>
                </a:moveTo>
                <a:lnTo>
                  <a:pt x="695214" y="95407"/>
                </a:lnTo>
                <a:lnTo>
                  <a:pt x="695285" y="96159"/>
                </a:lnTo>
                <a:lnTo>
                  <a:pt x="695366" y="96905"/>
                </a:lnTo>
                <a:lnTo>
                  <a:pt x="695457" y="97647"/>
                </a:lnTo>
                <a:lnTo>
                  <a:pt x="695557" y="98384"/>
                </a:lnTo>
                <a:lnTo>
                  <a:pt x="695666" y="99117"/>
                </a:lnTo>
                <a:lnTo>
                  <a:pt x="695785" y="99844"/>
                </a:lnTo>
                <a:lnTo>
                  <a:pt x="695914" y="100567"/>
                </a:lnTo>
                <a:lnTo>
                  <a:pt x="696052" y="101285"/>
                </a:lnTo>
                <a:lnTo>
                  <a:pt x="696200" y="101998"/>
                </a:lnTo>
                <a:lnTo>
                  <a:pt x="696357" y="102707"/>
                </a:lnTo>
                <a:lnTo>
                  <a:pt x="696524" y="103411"/>
                </a:lnTo>
                <a:lnTo>
                  <a:pt x="696700" y="104110"/>
                </a:lnTo>
                <a:lnTo>
                  <a:pt x="696886" y="104804"/>
                </a:lnTo>
                <a:lnTo>
                  <a:pt x="697082" y="105493"/>
                </a:lnTo>
                <a:lnTo>
                  <a:pt x="697286" y="106178"/>
                </a:lnTo>
                <a:lnTo>
                  <a:pt x="697501" y="106858"/>
                </a:lnTo>
                <a:lnTo>
                  <a:pt x="697725" y="107533"/>
                </a:lnTo>
                <a:lnTo>
                  <a:pt x="697958" y="108202"/>
                </a:lnTo>
                <a:lnTo>
                  <a:pt x="698199" y="108864"/>
                </a:lnTo>
                <a:lnTo>
                  <a:pt x="698450" y="109519"/>
                </a:lnTo>
                <a:lnTo>
                  <a:pt x="698708" y="110167"/>
                </a:lnTo>
                <a:lnTo>
                  <a:pt x="698975" y="110807"/>
                </a:lnTo>
                <a:lnTo>
                  <a:pt x="699251" y="111441"/>
                </a:lnTo>
                <a:lnTo>
                  <a:pt x="699535" y="112067"/>
                </a:lnTo>
                <a:lnTo>
                  <a:pt x="699828" y="112686"/>
                </a:lnTo>
                <a:lnTo>
                  <a:pt x="700130" y="113298"/>
                </a:lnTo>
                <a:lnTo>
                  <a:pt x="700440" y="113903"/>
                </a:lnTo>
                <a:lnTo>
                  <a:pt x="700758" y="114501"/>
                </a:lnTo>
                <a:lnTo>
                  <a:pt x="701085" y="115091"/>
                </a:lnTo>
                <a:lnTo>
                  <a:pt x="701421" y="115675"/>
                </a:lnTo>
                <a:lnTo>
                  <a:pt x="701765" y="116251"/>
                </a:lnTo>
                <a:lnTo>
                  <a:pt x="702118" y="116820"/>
                </a:lnTo>
                <a:lnTo>
                  <a:pt x="702479" y="117382"/>
                </a:lnTo>
                <a:lnTo>
                  <a:pt x="702849" y="117937"/>
                </a:lnTo>
                <a:lnTo>
                  <a:pt x="703227" y="118484"/>
                </a:lnTo>
                <a:lnTo>
                  <a:pt x="703614" y="119025"/>
                </a:lnTo>
                <a:lnTo>
                  <a:pt x="704010" y="119558"/>
                </a:lnTo>
                <a:lnTo>
                  <a:pt x="704414" y="120085"/>
                </a:lnTo>
                <a:lnTo>
                  <a:pt x="704826" y="120604"/>
                </a:lnTo>
                <a:lnTo>
                  <a:pt x="705247" y="121116"/>
                </a:lnTo>
                <a:lnTo>
                  <a:pt x="705677" y="121620"/>
                </a:lnTo>
                <a:lnTo>
                  <a:pt x="706114" y="122117"/>
                </a:lnTo>
                <a:lnTo>
                  <a:pt x="706560" y="122604"/>
                </a:lnTo>
                <a:lnTo>
                  <a:pt x="707012" y="123082"/>
                </a:lnTo>
                <a:lnTo>
                  <a:pt x="707472" y="123551"/>
                </a:lnTo>
                <a:lnTo>
                  <a:pt x="707939" y="124011"/>
                </a:lnTo>
                <a:lnTo>
                  <a:pt x="708414" y="124461"/>
                </a:lnTo>
                <a:lnTo>
                  <a:pt x="708896" y="124902"/>
                </a:lnTo>
                <a:lnTo>
                  <a:pt x="709386" y="125334"/>
                </a:lnTo>
                <a:lnTo>
                  <a:pt x="709883" y="125756"/>
                </a:lnTo>
                <a:lnTo>
                  <a:pt x="710387" y="126170"/>
                </a:lnTo>
                <a:lnTo>
                  <a:pt x="710899" y="126574"/>
                </a:lnTo>
                <a:lnTo>
                  <a:pt x="711419" y="126969"/>
                </a:lnTo>
                <a:lnTo>
                  <a:pt x="711946" y="127354"/>
                </a:lnTo>
                <a:lnTo>
                  <a:pt x="712480" y="127731"/>
                </a:lnTo>
                <a:lnTo>
                  <a:pt x="713021" y="128098"/>
                </a:lnTo>
                <a:lnTo>
                  <a:pt x="713570" y="128455"/>
                </a:lnTo>
                <a:lnTo>
                  <a:pt x="714127" y="128804"/>
                </a:lnTo>
                <a:lnTo>
                  <a:pt x="714691" y="129143"/>
                </a:lnTo>
                <a:lnTo>
                  <a:pt x="715262" y="129473"/>
                </a:lnTo>
                <a:lnTo>
                  <a:pt x="715841" y="129794"/>
                </a:lnTo>
                <a:lnTo>
                  <a:pt x="716427" y="130106"/>
                </a:lnTo>
                <a:lnTo>
                  <a:pt x="717021" y="130408"/>
                </a:lnTo>
                <a:lnTo>
                  <a:pt x="717622" y="130701"/>
                </a:lnTo>
                <a:lnTo>
                  <a:pt x="718230" y="130985"/>
                </a:lnTo>
                <a:lnTo>
                  <a:pt x="718846" y="131258"/>
                </a:lnTo>
                <a:lnTo>
                  <a:pt x="719468" y="131520"/>
                </a:lnTo>
                <a:lnTo>
                  <a:pt x="720096" y="131770"/>
                </a:lnTo>
                <a:lnTo>
                  <a:pt x="720731" y="132009"/>
                </a:lnTo>
                <a:lnTo>
                  <a:pt x="721372" y="132236"/>
                </a:lnTo>
                <a:lnTo>
                  <a:pt x="722020" y="132451"/>
                </a:lnTo>
                <a:lnTo>
                  <a:pt x="722674" y="132654"/>
                </a:lnTo>
                <a:lnTo>
                  <a:pt x="723334" y="132846"/>
                </a:lnTo>
                <a:lnTo>
                  <a:pt x="724001" y="133027"/>
                </a:lnTo>
                <a:lnTo>
                  <a:pt x="724675" y="133195"/>
                </a:lnTo>
                <a:lnTo>
                  <a:pt x="725355" y="133352"/>
                </a:lnTo>
                <a:lnTo>
                  <a:pt x="726041" y="133498"/>
                </a:lnTo>
                <a:lnTo>
                  <a:pt x="726734" y="133632"/>
                </a:lnTo>
                <a:lnTo>
                  <a:pt x="727433" y="133754"/>
                </a:lnTo>
                <a:lnTo>
                  <a:pt x="728139" y="133864"/>
                </a:lnTo>
                <a:lnTo>
                  <a:pt x="728851" y="133963"/>
                </a:lnTo>
                <a:lnTo>
                  <a:pt x="729569" y="134050"/>
                </a:lnTo>
                <a:lnTo>
                  <a:pt x="730295" y="134126"/>
                </a:lnTo>
                <a:lnTo>
                  <a:pt x="731026" y="134190"/>
                </a:lnTo>
                <a:lnTo>
                  <a:pt x="731764" y="134242"/>
                </a:lnTo>
                <a:lnTo>
                  <a:pt x="732508" y="134283"/>
                </a:lnTo>
                <a:lnTo>
                  <a:pt x="733259" y="134312"/>
                </a:lnTo>
                <a:lnTo>
                  <a:pt x="734016" y="134330"/>
                </a:lnTo>
                <a:lnTo>
                  <a:pt x="734780" y="134335"/>
                </a:lnTo>
                <a:lnTo>
                  <a:pt x="735544" y="134330"/>
                </a:lnTo>
                <a:lnTo>
                  <a:pt x="736301" y="134312"/>
                </a:lnTo>
                <a:lnTo>
                  <a:pt x="737051" y="134283"/>
                </a:lnTo>
                <a:lnTo>
                  <a:pt x="737795" y="134242"/>
                </a:lnTo>
                <a:lnTo>
                  <a:pt x="738532" y="134190"/>
                </a:lnTo>
                <a:lnTo>
                  <a:pt x="739263" y="134126"/>
                </a:lnTo>
                <a:lnTo>
                  <a:pt x="739987" y="134050"/>
                </a:lnTo>
                <a:lnTo>
                  <a:pt x="740705" y="133963"/>
                </a:lnTo>
                <a:lnTo>
                  <a:pt x="741416" y="133864"/>
                </a:lnTo>
                <a:lnTo>
                  <a:pt x="742120" y="133754"/>
                </a:lnTo>
                <a:lnTo>
                  <a:pt x="742818" y="133632"/>
                </a:lnTo>
                <a:lnTo>
                  <a:pt x="743509" y="133498"/>
                </a:lnTo>
                <a:lnTo>
                  <a:pt x="744194" y="133352"/>
                </a:lnTo>
                <a:lnTo>
                  <a:pt x="744872" y="133195"/>
                </a:lnTo>
                <a:lnTo>
                  <a:pt x="745543" y="133027"/>
                </a:lnTo>
                <a:lnTo>
                  <a:pt x="746208" y="132846"/>
                </a:lnTo>
                <a:lnTo>
                  <a:pt x="746866" y="132654"/>
                </a:lnTo>
                <a:lnTo>
                  <a:pt x="747518" y="132451"/>
                </a:lnTo>
                <a:lnTo>
                  <a:pt x="748163" y="132236"/>
                </a:lnTo>
                <a:lnTo>
                  <a:pt x="748801" y="132009"/>
                </a:lnTo>
                <a:lnTo>
                  <a:pt x="749433" y="131770"/>
                </a:lnTo>
                <a:lnTo>
                  <a:pt x="750059" y="131520"/>
                </a:lnTo>
                <a:lnTo>
                  <a:pt x="750677" y="131258"/>
                </a:lnTo>
                <a:lnTo>
                  <a:pt x="751289" y="130985"/>
                </a:lnTo>
                <a:lnTo>
                  <a:pt x="751895" y="130701"/>
                </a:lnTo>
                <a:lnTo>
                  <a:pt x="752493" y="130408"/>
                </a:lnTo>
                <a:lnTo>
                  <a:pt x="753083" y="130106"/>
                </a:lnTo>
                <a:lnTo>
                  <a:pt x="753667" y="129794"/>
                </a:lnTo>
                <a:lnTo>
                  <a:pt x="754243" y="129473"/>
                </a:lnTo>
                <a:lnTo>
                  <a:pt x="754811" y="129143"/>
                </a:lnTo>
                <a:lnTo>
                  <a:pt x="755373" y="128804"/>
                </a:lnTo>
                <a:lnTo>
                  <a:pt x="755927" y="128455"/>
                </a:lnTo>
                <a:lnTo>
                  <a:pt x="756474" y="128098"/>
                </a:lnTo>
                <a:lnTo>
                  <a:pt x="757013" y="127731"/>
                </a:lnTo>
                <a:lnTo>
                  <a:pt x="757546" y="127354"/>
                </a:lnTo>
                <a:lnTo>
                  <a:pt x="758071" y="126969"/>
                </a:lnTo>
                <a:lnTo>
                  <a:pt x="758589" y="126574"/>
                </a:lnTo>
                <a:lnTo>
                  <a:pt x="759099" y="126170"/>
                </a:lnTo>
                <a:lnTo>
                  <a:pt x="759602" y="125756"/>
                </a:lnTo>
                <a:lnTo>
                  <a:pt x="760098" y="125334"/>
                </a:lnTo>
                <a:lnTo>
                  <a:pt x="760587" y="124902"/>
                </a:lnTo>
                <a:lnTo>
                  <a:pt x="761068" y="124461"/>
                </a:lnTo>
                <a:lnTo>
                  <a:pt x="761542" y="124011"/>
                </a:lnTo>
                <a:lnTo>
                  <a:pt x="762009" y="123551"/>
                </a:lnTo>
                <a:lnTo>
                  <a:pt x="762468" y="123082"/>
                </a:lnTo>
                <a:lnTo>
                  <a:pt x="762920" y="122604"/>
                </a:lnTo>
                <a:lnTo>
                  <a:pt x="763365" y="122117"/>
                </a:lnTo>
                <a:lnTo>
                  <a:pt x="763803" y="121620"/>
                </a:lnTo>
                <a:lnTo>
                  <a:pt x="764232" y="121116"/>
                </a:lnTo>
                <a:lnTo>
                  <a:pt x="764653" y="120604"/>
                </a:lnTo>
                <a:lnTo>
                  <a:pt x="765066" y="120085"/>
                </a:lnTo>
                <a:lnTo>
                  <a:pt x="765470" y="119558"/>
                </a:lnTo>
                <a:lnTo>
                  <a:pt x="765865" y="119025"/>
                </a:lnTo>
                <a:lnTo>
                  <a:pt x="766252" y="118484"/>
                </a:lnTo>
                <a:lnTo>
                  <a:pt x="766631" y="117937"/>
                </a:lnTo>
                <a:lnTo>
                  <a:pt x="767000" y="117382"/>
                </a:lnTo>
                <a:lnTo>
                  <a:pt x="767362" y="116820"/>
                </a:lnTo>
                <a:lnTo>
                  <a:pt x="767714" y="116251"/>
                </a:lnTo>
                <a:lnTo>
                  <a:pt x="768059" y="115675"/>
                </a:lnTo>
                <a:lnTo>
                  <a:pt x="768394" y="115091"/>
                </a:lnTo>
                <a:lnTo>
                  <a:pt x="768721" y="114501"/>
                </a:lnTo>
                <a:lnTo>
                  <a:pt x="769040" y="113903"/>
                </a:lnTo>
                <a:lnTo>
                  <a:pt x="769350" y="113298"/>
                </a:lnTo>
                <a:lnTo>
                  <a:pt x="769651" y="112686"/>
                </a:lnTo>
                <a:lnTo>
                  <a:pt x="769944" y="112067"/>
                </a:lnTo>
                <a:lnTo>
                  <a:pt x="770228" y="111441"/>
                </a:lnTo>
                <a:lnTo>
                  <a:pt x="770504" y="110807"/>
                </a:lnTo>
                <a:lnTo>
                  <a:pt x="770771" y="110167"/>
                </a:lnTo>
                <a:lnTo>
                  <a:pt x="771030" y="109519"/>
                </a:lnTo>
                <a:lnTo>
                  <a:pt x="771280" y="108864"/>
                </a:lnTo>
                <a:lnTo>
                  <a:pt x="771522" y="108202"/>
                </a:lnTo>
                <a:lnTo>
                  <a:pt x="771755" y="107533"/>
                </a:lnTo>
                <a:lnTo>
                  <a:pt x="771979" y="106858"/>
                </a:lnTo>
                <a:lnTo>
                  <a:pt x="772193" y="106178"/>
                </a:lnTo>
                <a:lnTo>
                  <a:pt x="772398" y="105493"/>
                </a:lnTo>
                <a:lnTo>
                  <a:pt x="772593" y="104804"/>
                </a:lnTo>
                <a:lnTo>
                  <a:pt x="772779" y="104110"/>
                </a:lnTo>
                <a:lnTo>
                  <a:pt x="772955" y="103411"/>
                </a:lnTo>
                <a:lnTo>
                  <a:pt x="773122" y="102707"/>
                </a:lnTo>
                <a:lnTo>
                  <a:pt x="773280" y="101998"/>
                </a:lnTo>
                <a:lnTo>
                  <a:pt x="773427" y="101285"/>
                </a:lnTo>
                <a:lnTo>
                  <a:pt x="773565" y="100567"/>
                </a:lnTo>
                <a:lnTo>
                  <a:pt x="773694" y="99844"/>
                </a:lnTo>
                <a:lnTo>
                  <a:pt x="773813" y="99117"/>
                </a:lnTo>
                <a:lnTo>
                  <a:pt x="773923" y="98384"/>
                </a:lnTo>
                <a:lnTo>
                  <a:pt x="774023" y="97647"/>
                </a:lnTo>
                <a:lnTo>
                  <a:pt x="774113" y="96905"/>
                </a:lnTo>
                <a:lnTo>
                  <a:pt x="774194" y="96159"/>
                </a:lnTo>
                <a:lnTo>
                  <a:pt x="774266" y="95407"/>
                </a:lnTo>
                <a:lnTo>
                  <a:pt x="774328" y="94651"/>
                </a:lnTo>
                <a:lnTo>
                  <a:pt x="774380" y="93890"/>
                </a:lnTo>
                <a:lnTo>
                  <a:pt x="774423" y="93125"/>
                </a:lnTo>
                <a:lnTo>
                  <a:pt x="774457" y="92354"/>
                </a:lnTo>
                <a:lnTo>
                  <a:pt x="774480" y="91579"/>
                </a:lnTo>
                <a:lnTo>
                  <a:pt x="774495" y="90799"/>
                </a:lnTo>
                <a:lnTo>
                  <a:pt x="774499" y="90014"/>
                </a:lnTo>
                <a:lnTo>
                  <a:pt x="774499" y="88158"/>
                </a:lnTo>
                <a:lnTo>
                  <a:pt x="774495" y="87373"/>
                </a:lnTo>
                <a:lnTo>
                  <a:pt x="774480" y="86593"/>
                </a:lnTo>
                <a:lnTo>
                  <a:pt x="774457" y="85817"/>
                </a:lnTo>
                <a:lnTo>
                  <a:pt x="774423" y="85046"/>
                </a:lnTo>
                <a:lnTo>
                  <a:pt x="774380" y="84280"/>
                </a:lnTo>
                <a:lnTo>
                  <a:pt x="774328" y="83518"/>
                </a:lnTo>
                <a:lnTo>
                  <a:pt x="774266" y="82761"/>
                </a:lnTo>
                <a:lnTo>
                  <a:pt x="774194" y="82009"/>
                </a:lnTo>
                <a:lnTo>
                  <a:pt x="774113" y="81261"/>
                </a:lnTo>
                <a:lnTo>
                  <a:pt x="774023" y="80518"/>
                </a:lnTo>
                <a:lnTo>
                  <a:pt x="773923" y="79779"/>
                </a:lnTo>
                <a:lnTo>
                  <a:pt x="773813" y="79045"/>
                </a:lnTo>
                <a:lnTo>
                  <a:pt x="773694" y="78316"/>
                </a:lnTo>
                <a:lnTo>
                  <a:pt x="773565" y="77591"/>
                </a:lnTo>
                <a:lnTo>
                  <a:pt x="773427" y="76871"/>
                </a:lnTo>
                <a:lnTo>
                  <a:pt x="773280" y="76156"/>
                </a:lnTo>
                <a:lnTo>
                  <a:pt x="773122" y="75445"/>
                </a:lnTo>
                <a:lnTo>
                  <a:pt x="772955" y="74739"/>
                </a:lnTo>
                <a:lnTo>
                  <a:pt x="772779" y="74037"/>
                </a:lnTo>
                <a:lnTo>
                  <a:pt x="772593" y="73340"/>
                </a:lnTo>
                <a:lnTo>
                  <a:pt x="772398" y="72648"/>
                </a:lnTo>
                <a:lnTo>
                  <a:pt x="772193" y="71960"/>
                </a:lnTo>
                <a:lnTo>
                  <a:pt x="771979" y="71277"/>
                </a:lnTo>
                <a:lnTo>
                  <a:pt x="771755" y="70599"/>
                </a:lnTo>
                <a:lnTo>
                  <a:pt x="771522" y="69926"/>
                </a:lnTo>
                <a:lnTo>
                  <a:pt x="771280" y="69261"/>
                </a:lnTo>
                <a:lnTo>
                  <a:pt x="771030" y="68603"/>
                </a:lnTo>
                <a:lnTo>
                  <a:pt x="770771" y="67953"/>
                </a:lnTo>
                <a:lnTo>
                  <a:pt x="770504" y="67309"/>
                </a:lnTo>
                <a:lnTo>
                  <a:pt x="770228" y="66673"/>
                </a:lnTo>
                <a:lnTo>
                  <a:pt x="769944" y="66044"/>
                </a:lnTo>
                <a:lnTo>
                  <a:pt x="769651" y="65423"/>
                </a:lnTo>
                <a:lnTo>
                  <a:pt x="769350" y="64809"/>
                </a:lnTo>
                <a:lnTo>
                  <a:pt x="769040" y="64202"/>
                </a:lnTo>
                <a:lnTo>
                  <a:pt x="768721" y="63602"/>
                </a:lnTo>
                <a:lnTo>
                  <a:pt x="768394" y="63010"/>
                </a:lnTo>
                <a:lnTo>
                  <a:pt x="768059" y="62425"/>
                </a:lnTo>
                <a:lnTo>
                  <a:pt x="767714" y="61847"/>
                </a:lnTo>
                <a:lnTo>
                  <a:pt x="767362" y="61277"/>
                </a:lnTo>
                <a:lnTo>
                  <a:pt x="767000" y="60714"/>
                </a:lnTo>
                <a:lnTo>
                  <a:pt x="766631" y="60158"/>
                </a:lnTo>
                <a:lnTo>
                  <a:pt x="766252" y="59609"/>
                </a:lnTo>
                <a:lnTo>
                  <a:pt x="765865" y="59068"/>
                </a:lnTo>
                <a:lnTo>
                  <a:pt x="765470" y="58534"/>
                </a:lnTo>
                <a:lnTo>
                  <a:pt x="765066" y="58007"/>
                </a:lnTo>
                <a:lnTo>
                  <a:pt x="764653" y="57488"/>
                </a:lnTo>
                <a:lnTo>
                  <a:pt x="764232" y="56976"/>
                </a:lnTo>
                <a:lnTo>
                  <a:pt x="763803" y="56471"/>
                </a:lnTo>
                <a:lnTo>
                  <a:pt x="763365" y="55974"/>
                </a:lnTo>
                <a:lnTo>
                  <a:pt x="762920" y="55487"/>
                </a:lnTo>
                <a:lnTo>
                  <a:pt x="762467" y="55009"/>
                </a:lnTo>
                <a:lnTo>
                  <a:pt x="762006" y="54540"/>
                </a:lnTo>
                <a:lnTo>
                  <a:pt x="761538" y="54081"/>
                </a:lnTo>
                <a:lnTo>
                  <a:pt x="761063" y="53630"/>
                </a:lnTo>
                <a:lnTo>
                  <a:pt x="760580" y="53189"/>
                </a:lnTo>
                <a:lnTo>
                  <a:pt x="760089" y="52757"/>
                </a:lnTo>
                <a:lnTo>
                  <a:pt x="759591" y="52335"/>
                </a:lnTo>
                <a:lnTo>
                  <a:pt x="759085" y="51921"/>
                </a:lnTo>
                <a:lnTo>
                  <a:pt x="758572" y="51517"/>
                </a:lnTo>
                <a:lnTo>
                  <a:pt x="758051" y="51123"/>
                </a:lnTo>
                <a:lnTo>
                  <a:pt x="757522" y="50737"/>
                </a:lnTo>
                <a:lnTo>
                  <a:pt x="756986" y="50361"/>
                </a:lnTo>
                <a:lnTo>
                  <a:pt x="756442" y="49994"/>
                </a:lnTo>
                <a:lnTo>
                  <a:pt x="755891" y="49636"/>
                </a:lnTo>
                <a:lnTo>
                  <a:pt x="755332" y="49287"/>
                </a:lnTo>
                <a:lnTo>
                  <a:pt x="754766" y="48948"/>
                </a:lnTo>
                <a:lnTo>
                  <a:pt x="754192" y="48618"/>
                </a:lnTo>
                <a:lnTo>
                  <a:pt x="753610" y="48297"/>
                </a:lnTo>
                <a:lnTo>
                  <a:pt x="753021" y="47985"/>
                </a:lnTo>
                <a:lnTo>
                  <a:pt x="752425" y="47683"/>
                </a:lnTo>
                <a:lnTo>
                  <a:pt x="751821" y="47390"/>
                </a:lnTo>
                <a:lnTo>
                  <a:pt x="751209" y="47106"/>
                </a:lnTo>
                <a:lnTo>
                  <a:pt x="750590" y="46833"/>
                </a:lnTo>
                <a:lnTo>
                  <a:pt x="749965" y="46571"/>
                </a:lnTo>
                <a:lnTo>
                  <a:pt x="749334" y="46321"/>
                </a:lnTo>
                <a:lnTo>
                  <a:pt x="748696" y="46082"/>
                </a:lnTo>
                <a:lnTo>
                  <a:pt x="748052" y="45856"/>
                </a:lnTo>
                <a:lnTo>
                  <a:pt x="747402" y="45640"/>
                </a:lnTo>
                <a:lnTo>
                  <a:pt x="746745" y="45437"/>
                </a:lnTo>
                <a:lnTo>
                  <a:pt x="746082" y="45245"/>
                </a:lnTo>
                <a:lnTo>
                  <a:pt x="745413" y="45065"/>
                </a:lnTo>
                <a:lnTo>
                  <a:pt x="744738" y="44896"/>
                </a:lnTo>
                <a:lnTo>
                  <a:pt x="744056" y="44739"/>
                </a:lnTo>
                <a:lnTo>
                  <a:pt x="743368" y="44593"/>
                </a:lnTo>
                <a:lnTo>
                  <a:pt x="742673" y="44460"/>
                </a:lnTo>
                <a:lnTo>
                  <a:pt x="741973" y="44338"/>
                </a:lnTo>
                <a:lnTo>
                  <a:pt x="741266" y="44227"/>
                </a:lnTo>
                <a:lnTo>
                  <a:pt x="740552" y="44128"/>
                </a:lnTo>
                <a:lnTo>
                  <a:pt x="739833" y="44041"/>
                </a:lnTo>
                <a:lnTo>
                  <a:pt x="739107" y="43965"/>
                </a:lnTo>
                <a:lnTo>
                  <a:pt x="738375" y="43901"/>
                </a:lnTo>
                <a:lnTo>
                  <a:pt x="737636" y="43849"/>
                </a:lnTo>
                <a:lnTo>
                  <a:pt x="736891" y="43808"/>
                </a:lnTo>
                <a:lnTo>
                  <a:pt x="736140" y="43779"/>
                </a:lnTo>
                <a:lnTo>
                  <a:pt x="735382" y="43762"/>
                </a:lnTo>
                <a:lnTo>
                  <a:pt x="734619" y="43756"/>
                </a:lnTo>
                <a:lnTo>
                  <a:pt x="733862" y="43762"/>
                </a:lnTo>
                <a:lnTo>
                  <a:pt x="733111" y="43779"/>
                </a:lnTo>
                <a:lnTo>
                  <a:pt x="732366" y="43808"/>
                </a:lnTo>
                <a:lnTo>
                  <a:pt x="731627" y="43849"/>
                </a:lnTo>
                <a:lnTo>
                  <a:pt x="730895" y="43901"/>
                </a:lnTo>
                <a:lnTo>
                  <a:pt x="730168" y="43965"/>
                </a:lnTo>
                <a:lnTo>
                  <a:pt x="729448" y="44041"/>
                </a:lnTo>
                <a:lnTo>
                  <a:pt x="728734" y="44128"/>
                </a:lnTo>
                <a:lnTo>
                  <a:pt x="728027" y="44227"/>
                </a:lnTo>
                <a:lnTo>
                  <a:pt x="727325" y="44338"/>
                </a:lnTo>
                <a:lnTo>
                  <a:pt x="726629" y="44460"/>
                </a:lnTo>
                <a:lnTo>
                  <a:pt x="725940" y="44593"/>
                </a:lnTo>
                <a:lnTo>
                  <a:pt x="725257" y="44739"/>
                </a:lnTo>
                <a:lnTo>
                  <a:pt x="724580" y="44896"/>
                </a:lnTo>
                <a:lnTo>
                  <a:pt x="723909" y="45065"/>
                </a:lnTo>
                <a:lnTo>
                  <a:pt x="723245" y="45245"/>
                </a:lnTo>
                <a:lnTo>
                  <a:pt x="722586" y="45437"/>
                </a:lnTo>
                <a:lnTo>
                  <a:pt x="721934" y="45640"/>
                </a:lnTo>
                <a:lnTo>
                  <a:pt x="721288" y="45856"/>
                </a:lnTo>
                <a:lnTo>
                  <a:pt x="720648" y="46082"/>
                </a:lnTo>
                <a:lnTo>
                  <a:pt x="720014" y="46321"/>
                </a:lnTo>
                <a:lnTo>
                  <a:pt x="719386" y="46571"/>
                </a:lnTo>
                <a:lnTo>
                  <a:pt x="718765" y="46833"/>
                </a:lnTo>
                <a:lnTo>
                  <a:pt x="718150" y="47106"/>
                </a:lnTo>
                <a:lnTo>
                  <a:pt x="717541" y="47390"/>
                </a:lnTo>
                <a:lnTo>
                  <a:pt x="716940" y="47683"/>
                </a:lnTo>
                <a:lnTo>
                  <a:pt x="716347" y="47985"/>
                </a:lnTo>
                <a:lnTo>
                  <a:pt x="715761" y="48297"/>
                </a:lnTo>
                <a:lnTo>
                  <a:pt x="715183" y="48618"/>
                </a:lnTo>
                <a:lnTo>
                  <a:pt x="714613" y="48948"/>
                </a:lnTo>
                <a:lnTo>
                  <a:pt x="714050" y="49287"/>
                </a:lnTo>
                <a:lnTo>
                  <a:pt x="713494" y="49636"/>
                </a:lnTo>
                <a:lnTo>
                  <a:pt x="712946" y="49994"/>
                </a:lnTo>
                <a:lnTo>
                  <a:pt x="712406" y="50361"/>
                </a:lnTo>
                <a:lnTo>
                  <a:pt x="711873" y="50737"/>
                </a:lnTo>
                <a:lnTo>
                  <a:pt x="711348" y="51123"/>
                </a:lnTo>
                <a:lnTo>
                  <a:pt x="710831" y="51517"/>
                </a:lnTo>
                <a:lnTo>
                  <a:pt x="710320" y="51921"/>
                </a:lnTo>
                <a:lnTo>
                  <a:pt x="709818" y="52335"/>
                </a:lnTo>
                <a:lnTo>
                  <a:pt x="709323" y="52757"/>
                </a:lnTo>
                <a:lnTo>
                  <a:pt x="708836" y="53189"/>
                </a:lnTo>
                <a:lnTo>
                  <a:pt x="708356" y="53630"/>
                </a:lnTo>
                <a:lnTo>
                  <a:pt x="707884" y="54081"/>
                </a:lnTo>
                <a:lnTo>
                  <a:pt x="707419" y="54540"/>
                </a:lnTo>
                <a:lnTo>
                  <a:pt x="706962" y="55009"/>
                </a:lnTo>
                <a:lnTo>
                  <a:pt x="706513" y="55487"/>
                </a:lnTo>
                <a:lnTo>
                  <a:pt x="706071" y="55974"/>
                </a:lnTo>
                <a:lnTo>
                  <a:pt x="705636" y="56471"/>
                </a:lnTo>
                <a:lnTo>
                  <a:pt x="705210" y="56976"/>
                </a:lnTo>
                <a:lnTo>
                  <a:pt x="704792" y="57488"/>
                </a:lnTo>
                <a:lnTo>
                  <a:pt x="704383" y="58007"/>
                </a:lnTo>
                <a:lnTo>
                  <a:pt x="703981" y="58534"/>
                </a:lnTo>
                <a:lnTo>
                  <a:pt x="703589" y="59068"/>
                </a:lnTo>
                <a:lnTo>
                  <a:pt x="703204" y="59609"/>
                </a:lnTo>
                <a:lnTo>
                  <a:pt x="702829" y="60158"/>
                </a:lnTo>
                <a:lnTo>
                  <a:pt x="702461" y="60714"/>
                </a:lnTo>
                <a:lnTo>
                  <a:pt x="702102" y="61277"/>
                </a:lnTo>
                <a:lnTo>
                  <a:pt x="701751" y="61847"/>
                </a:lnTo>
                <a:lnTo>
                  <a:pt x="701409" y="62425"/>
                </a:lnTo>
                <a:lnTo>
                  <a:pt x="701075" y="63010"/>
                </a:lnTo>
                <a:lnTo>
                  <a:pt x="700750" y="63602"/>
                </a:lnTo>
                <a:lnTo>
                  <a:pt x="700433" y="64202"/>
                </a:lnTo>
                <a:lnTo>
                  <a:pt x="700124" y="64809"/>
                </a:lnTo>
                <a:lnTo>
                  <a:pt x="699824" y="65423"/>
                </a:lnTo>
                <a:lnTo>
                  <a:pt x="699532" y="66044"/>
                </a:lnTo>
                <a:lnTo>
                  <a:pt x="699249" y="66673"/>
                </a:lnTo>
                <a:lnTo>
                  <a:pt x="698974" y="67309"/>
                </a:lnTo>
                <a:lnTo>
                  <a:pt x="698707" y="67953"/>
                </a:lnTo>
                <a:lnTo>
                  <a:pt x="698449" y="68603"/>
                </a:lnTo>
                <a:lnTo>
                  <a:pt x="698199" y="69261"/>
                </a:lnTo>
                <a:lnTo>
                  <a:pt x="697958" y="69926"/>
                </a:lnTo>
                <a:lnTo>
                  <a:pt x="697725" y="70599"/>
                </a:lnTo>
                <a:lnTo>
                  <a:pt x="697501" y="71277"/>
                </a:lnTo>
                <a:lnTo>
                  <a:pt x="697286" y="71960"/>
                </a:lnTo>
                <a:lnTo>
                  <a:pt x="697082" y="72648"/>
                </a:lnTo>
                <a:lnTo>
                  <a:pt x="696886" y="73340"/>
                </a:lnTo>
                <a:lnTo>
                  <a:pt x="696700" y="74037"/>
                </a:lnTo>
                <a:lnTo>
                  <a:pt x="696524" y="74739"/>
                </a:lnTo>
                <a:lnTo>
                  <a:pt x="696357" y="75445"/>
                </a:lnTo>
                <a:lnTo>
                  <a:pt x="696200" y="76156"/>
                </a:lnTo>
                <a:lnTo>
                  <a:pt x="696052" y="76871"/>
                </a:lnTo>
                <a:lnTo>
                  <a:pt x="695914" y="77591"/>
                </a:lnTo>
                <a:lnTo>
                  <a:pt x="695785" y="78316"/>
                </a:lnTo>
                <a:lnTo>
                  <a:pt x="695666" y="79045"/>
                </a:lnTo>
                <a:lnTo>
                  <a:pt x="695557" y="79779"/>
                </a:lnTo>
                <a:lnTo>
                  <a:pt x="695457" y="80518"/>
                </a:lnTo>
                <a:lnTo>
                  <a:pt x="695366" y="81261"/>
                </a:lnTo>
                <a:lnTo>
                  <a:pt x="695285" y="82009"/>
                </a:lnTo>
                <a:lnTo>
                  <a:pt x="695214" y="82761"/>
                </a:lnTo>
                <a:lnTo>
                  <a:pt x="695152" y="83518"/>
                </a:lnTo>
                <a:lnTo>
                  <a:pt x="695099" y="84280"/>
                </a:lnTo>
                <a:lnTo>
                  <a:pt x="695056" y="85046"/>
                </a:lnTo>
                <a:lnTo>
                  <a:pt x="695023" y="85817"/>
                </a:lnTo>
                <a:lnTo>
                  <a:pt x="694999" y="86593"/>
                </a:lnTo>
                <a:lnTo>
                  <a:pt x="694985" y="87373"/>
                </a:lnTo>
                <a:lnTo>
                  <a:pt x="694980" y="88158"/>
                </a:lnTo>
                <a:lnTo>
                  <a:pt x="694980" y="90014"/>
                </a:lnTo>
                <a:lnTo>
                  <a:pt x="694985" y="90799"/>
                </a:lnTo>
                <a:lnTo>
                  <a:pt x="694999" y="91579"/>
                </a:lnTo>
                <a:lnTo>
                  <a:pt x="695023" y="92354"/>
                </a:lnTo>
                <a:lnTo>
                  <a:pt x="695056" y="93125"/>
                </a:lnTo>
                <a:lnTo>
                  <a:pt x="695099" y="93890"/>
                </a:lnTo>
                <a:lnTo>
                  <a:pt x="695152" y="94651"/>
                </a:lnTo>
                <a:close/>
                <a:moveTo>
                  <a:pt x="710011" y="84971"/>
                </a:moveTo>
                <a:lnTo>
                  <a:pt x="710046" y="84449"/>
                </a:lnTo>
                <a:lnTo>
                  <a:pt x="710086" y="83928"/>
                </a:lnTo>
                <a:lnTo>
                  <a:pt x="710131" y="83410"/>
                </a:lnTo>
                <a:lnTo>
                  <a:pt x="710181" y="82895"/>
                </a:lnTo>
                <a:lnTo>
                  <a:pt x="710237" y="82381"/>
                </a:lnTo>
                <a:lnTo>
                  <a:pt x="710299" y="81871"/>
                </a:lnTo>
                <a:lnTo>
                  <a:pt x="710365" y="81362"/>
                </a:lnTo>
                <a:lnTo>
                  <a:pt x="710437" y="80856"/>
                </a:lnTo>
                <a:lnTo>
                  <a:pt x="710514" y="80353"/>
                </a:lnTo>
                <a:lnTo>
                  <a:pt x="710597" y="79851"/>
                </a:lnTo>
                <a:lnTo>
                  <a:pt x="710685" y="79352"/>
                </a:lnTo>
                <a:lnTo>
                  <a:pt x="710778" y="78856"/>
                </a:lnTo>
                <a:lnTo>
                  <a:pt x="710876" y="78362"/>
                </a:lnTo>
                <a:lnTo>
                  <a:pt x="710980" y="77870"/>
                </a:lnTo>
                <a:lnTo>
                  <a:pt x="711090" y="77381"/>
                </a:lnTo>
                <a:lnTo>
                  <a:pt x="711204" y="76894"/>
                </a:lnTo>
                <a:lnTo>
                  <a:pt x="711324" y="76409"/>
                </a:lnTo>
                <a:lnTo>
                  <a:pt x="711449" y="75927"/>
                </a:lnTo>
                <a:lnTo>
                  <a:pt x="711580" y="75448"/>
                </a:lnTo>
                <a:lnTo>
                  <a:pt x="711716" y="74974"/>
                </a:lnTo>
                <a:lnTo>
                  <a:pt x="711857" y="74504"/>
                </a:lnTo>
                <a:lnTo>
                  <a:pt x="712004" y="74039"/>
                </a:lnTo>
                <a:lnTo>
                  <a:pt x="712156" y="73578"/>
                </a:lnTo>
                <a:lnTo>
                  <a:pt x="712314" y="73122"/>
                </a:lnTo>
                <a:lnTo>
                  <a:pt x="712478" y="72670"/>
                </a:lnTo>
                <a:lnTo>
                  <a:pt x="712647" y="72222"/>
                </a:lnTo>
                <a:lnTo>
                  <a:pt x="712821" y="71779"/>
                </a:lnTo>
                <a:lnTo>
                  <a:pt x="713001" y="71341"/>
                </a:lnTo>
                <a:lnTo>
                  <a:pt x="713186" y="70907"/>
                </a:lnTo>
                <a:lnTo>
                  <a:pt x="713376" y="70478"/>
                </a:lnTo>
                <a:lnTo>
                  <a:pt x="713573" y="70053"/>
                </a:lnTo>
                <a:lnTo>
                  <a:pt x="713774" y="69632"/>
                </a:lnTo>
                <a:lnTo>
                  <a:pt x="713981" y="69216"/>
                </a:lnTo>
                <a:lnTo>
                  <a:pt x="714194" y="68805"/>
                </a:lnTo>
                <a:lnTo>
                  <a:pt x="714412" y="68398"/>
                </a:lnTo>
                <a:lnTo>
                  <a:pt x="714635" y="67995"/>
                </a:lnTo>
                <a:lnTo>
                  <a:pt x="714864" y="67597"/>
                </a:lnTo>
                <a:lnTo>
                  <a:pt x="715099" y="67204"/>
                </a:lnTo>
                <a:lnTo>
                  <a:pt x="715339" y="66814"/>
                </a:lnTo>
                <a:lnTo>
                  <a:pt x="715584" y="66430"/>
                </a:lnTo>
                <a:lnTo>
                  <a:pt x="715835" y="66050"/>
                </a:lnTo>
                <a:lnTo>
                  <a:pt x="716091" y="65674"/>
                </a:lnTo>
                <a:lnTo>
                  <a:pt x="716353" y="65304"/>
                </a:lnTo>
                <a:lnTo>
                  <a:pt x="716620" y="64941"/>
                </a:lnTo>
                <a:lnTo>
                  <a:pt x="716892" y="64584"/>
                </a:lnTo>
                <a:lnTo>
                  <a:pt x="717170" y="64233"/>
                </a:lnTo>
                <a:lnTo>
                  <a:pt x="717453" y="63890"/>
                </a:lnTo>
                <a:lnTo>
                  <a:pt x="717741" y="63552"/>
                </a:lnTo>
                <a:lnTo>
                  <a:pt x="718035" y="63222"/>
                </a:lnTo>
                <a:lnTo>
                  <a:pt x="718334" y="62898"/>
                </a:lnTo>
                <a:lnTo>
                  <a:pt x="718638" y="62581"/>
                </a:lnTo>
                <a:lnTo>
                  <a:pt x="718947" y="62270"/>
                </a:lnTo>
                <a:lnTo>
                  <a:pt x="719262" y="61966"/>
                </a:lnTo>
                <a:lnTo>
                  <a:pt x="719583" y="61668"/>
                </a:lnTo>
                <a:lnTo>
                  <a:pt x="719908" y="61377"/>
                </a:lnTo>
                <a:lnTo>
                  <a:pt x="720239" y="61092"/>
                </a:lnTo>
                <a:lnTo>
                  <a:pt x="720575" y="60815"/>
                </a:lnTo>
                <a:lnTo>
                  <a:pt x="720917" y="60543"/>
                </a:lnTo>
                <a:lnTo>
                  <a:pt x="721264" y="60279"/>
                </a:lnTo>
                <a:lnTo>
                  <a:pt x="721616" y="60021"/>
                </a:lnTo>
                <a:lnTo>
                  <a:pt x="721974" y="59769"/>
                </a:lnTo>
                <a:lnTo>
                  <a:pt x="722336" y="59524"/>
                </a:lnTo>
                <a:lnTo>
                  <a:pt x="722705" y="59286"/>
                </a:lnTo>
                <a:lnTo>
                  <a:pt x="723078" y="59054"/>
                </a:lnTo>
                <a:lnTo>
                  <a:pt x="723457" y="58829"/>
                </a:lnTo>
                <a:lnTo>
                  <a:pt x="723841" y="58610"/>
                </a:lnTo>
                <a:lnTo>
                  <a:pt x="724231" y="58399"/>
                </a:lnTo>
                <a:lnTo>
                  <a:pt x="724625" y="58198"/>
                </a:lnTo>
                <a:lnTo>
                  <a:pt x="725025" y="58005"/>
                </a:lnTo>
                <a:lnTo>
                  <a:pt x="725430" y="57821"/>
                </a:lnTo>
                <a:lnTo>
                  <a:pt x="725840" y="57646"/>
                </a:lnTo>
                <a:lnTo>
                  <a:pt x="726255" y="57480"/>
                </a:lnTo>
                <a:lnTo>
                  <a:pt x="726676" y="57323"/>
                </a:lnTo>
                <a:lnTo>
                  <a:pt x="727102" y="57175"/>
                </a:lnTo>
                <a:lnTo>
                  <a:pt x="727533" y="57036"/>
                </a:lnTo>
                <a:lnTo>
                  <a:pt x="727969" y="56906"/>
                </a:lnTo>
                <a:lnTo>
                  <a:pt x="728410" y="56785"/>
                </a:lnTo>
                <a:lnTo>
                  <a:pt x="728857" y="56673"/>
                </a:lnTo>
                <a:lnTo>
                  <a:pt x="729308" y="56570"/>
                </a:lnTo>
                <a:lnTo>
                  <a:pt x="729765" y="56475"/>
                </a:lnTo>
                <a:lnTo>
                  <a:pt x="730227" y="56390"/>
                </a:lnTo>
                <a:lnTo>
                  <a:pt x="730694" y="56314"/>
                </a:lnTo>
                <a:lnTo>
                  <a:pt x="731167" y="56247"/>
                </a:lnTo>
                <a:lnTo>
                  <a:pt x="731644" y="56188"/>
                </a:lnTo>
                <a:lnTo>
                  <a:pt x="732127" y="56139"/>
                </a:lnTo>
                <a:lnTo>
                  <a:pt x="732615" y="56099"/>
                </a:lnTo>
                <a:lnTo>
                  <a:pt x="733108" y="56067"/>
                </a:lnTo>
                <a:lnTo>
                  <a:pt x="733606" y="56045"/>
                </a:lnTo>
                <a:lnTo>
                  <a:pt x="734110" y="56031"/>
                </a:lnTo>
                <a:lnTo>
                  <a:pt x="734619" y="56027"/>
                </a:lnTo>
                <a:lnTo>
                  <a:pt x="735134" y="56031"/>
                </a:lnTo>
                <a:lnTo>
                  <a:pt x="735644" y="56045"/>
                </a:lnTo>
                <a:lnTo>
                  <a:pt x="736148" y="56067"/>
                </a:lnTo>
                <a:lnTo>
                  <a:pt x="736647" y="56099"/>
                </a:lnTo>
                <a:lnTo>
                  <a:pt x="737140" y="56139"/>
                </a:lnTo>
                <a:lnTo>
                  <a:pt x="737628" y="56188"/>
                </a:lnTo>
                <a:lnTo>
                  <a:pt x="738111" y="56247"/>
                </a:lnTo>
                <a:lnTo>
                  <a:pt x="738588" y="56314"/>
                </a:lnTo>
                <a:lnTo>
                  <a:pt x="739059" y="56390"/>
                </a:lnTo>
                <a:lnTo>
                  <a:pt x="739526" y="56475"/>
                </a:lnTo>
                <a:lnTo>
                  <a:pt x="739986" y="56570"/>
                </a:lnTo>
                <a:lnTo>
                  <a:pt x="740441" y="56673"/>
                </a:lnTo>
                <a:lnTo>
                  <a:pt x="740891" y="56785"/>
                </a:lnTo>
                <a:lnTo>
                  <a:pt x="741335" y="56906"/>
                </a:lnTo>
                <a:lnTo>
                  <a:pt x="741774" y="57036"/>
                </a:lnTo>
                <a:lnTo>
                  <a:pt x="742207" y="57175"/>
                </a:lnTo>
                <a:lnTo>
                  <a:pt x="742635" y="57323"/>
                </a:lnTo>
                <a:lnTo>
                  <a:pt x="743057" y="57480"/>
                </a:lnTo>
                <a:lnTo>
                  <a:pt x="743474" y="57646"/>
                </a:lnTo>
                <a:lnTo>
                  <a:pt x="743886" y="57821"/>
                </a:lnTo>
                <a:lnTo>
                  <a:pt x="744292" y="58005"/>
                </a:lnTo>
                <a:lnTo>
                  <a:pt x="744692" y="58198"/>
                </a:lnTo>
                <a:lnTo>
                  <a:pt x="745087" y="58399"/>
                </a:lnTo>
                <a:lnTo>
                  <a:pt x="745477" y="58610"/>
                </a:lnTo>
                <a:lnTo>
                  <a:pt x="745861" y="58829"/>
                </a:lnTo>
                <a:lnTo>
                  <a:pt x="746240" y="59054"/>
                </a:lnTo>
                <a:lnTo>
                  <a:pt x="746613" y="59286"/>
                </a:lnTo>
                <a:lnTo>
                  <a:pt x="746982" y="59524"/>
                </a:lnTo>
                <a:lnTo>
                  <a:pt x="747344" y="59769"/>
                </a:lnTo>
                <a:lnTo>
                  <a:pt x="747702" y="60021"/>
                </a:lnTo>
                <a:lnTo>
                  <a:pt x="748054" y="60279"/>
                </a:lnTo>
                <a:lnTo>
                  <a:pt x="748401" y="60543"/>
                </a:lnTo>
                <a:lnTo>
                  <a:pt x="748743" y="60815"/>
                </a:lnTo>
                <a:lnTo>
                  <a:pt x="749079" y="61092"/>
                </a:lnTo>
                <a:lnTo>
                  <a:pt x="749410" y="61377"/>
                </a:lnTo>
                <a:lnTo>
                  <a:pt x="749735" y="61668"/>
                </a:lnTo>
                <a:lnTo>
                  <a:pt x="750056" y="61966"/>
                </a:lnTo>
                <a:lnTo>
                  <a:pt x="750371" y="62270"/>
                </a:lnTo>
                <a:lnTo>
                  <a:pt x="750680" y="62581"/>
                </a:lnTo>
                <a:lnTo>
                  <a:pt x="750984" y="62898"/>
                </a:lnTo>
                <a:lnTo>
                  <a:pt x="751283" y="63222"/>
                </a:lnTo>
                <a:lnTo>
                  <a:pt x="751577" y="63552"/>
                </a:lnTo>
                <a:lnTo>
                  <a:pt x="751865" y="63890"/>
                </a:lnTo>
                <a:lnTo>
                  <a:pt x="752148" y="64233"/>
                </a:lnTo>
                <a:lnTo>
                  <a:pt x="752426" y="64584"/>
                </a:lnTo>
                <a:lnTo>
                  <a:pt x="752698" y="64941"/>
                </a:lnTo>
                <a:lnTo>
                  <a:pt x="752965" y="65304"/>
                </a:lnTo>
                <a:lnTo>
                  <a:pt x="753227" y="65674"/>
                </a:lnTo>
                <a:lnTo>
                  <a:pt x="753483" y="66050"/>
                </a:lnTo>
                <a:lnTo>
                  <a:pt x="753734" y="66430"/>
                </a:lnTo>
                <a:lnTo>
                  <a:pt x="753980" y="66814"/>
                </a:lnTo>
                <a:lnTo>
                  <a:pt x="754220" y="67204"/>
                </a:lnTo>
                <a:lnTo>
                  <a:pt x="754455" y="67597"/>
                </a:lnTo>
                <a:lnTo>
                  <a:pt x="754685" y="67995"/>
                </a:lnTo>
                <a:lnTo>
                  <a:pt x="754910" y="68398"/>
                </a:lnTo>
                <a:lnTo>
                  <a:pt x="755129" y="68805"/>
                </a:lnTo>
                <a:lnTo>
                  <a:pt x="755342" y="69216"/>
                </a:lnTo>
                <a:lnTo>
                  <a:pt x="755551" y="69632"/>
                </a:lnTo>
                <a:lnTo>
                  <a:pt x="755754" y="70053"/>
                </a:lnTo>
                <a:lnTo>
                  <a:pt x="755952" y="70478"/>
                </a:lnTo>
                <a:lnTo>
                  <a:pt x="756144" y="70907"/>
                </a:lnTo>
                <a:lnTo>
                  <a:pt x="756331" y="71341"/>
                </a:lnTo>
                <a:lnTo>
                  <a:pt x="756513" y="71779"/>
                </a:lnTo>
                <a:lnTo>
                  <a:pt x="756689" y="72222"/>
                </a:lnTo>
                <a:lnTo>
                  <a:pt x="756861" y="72670"/>
                </a:lnTo>
                <a:lnTo>
                  <a:pt x="757026" y="73122"/>
                </a:lnTo>
                <a:lnTo>
                  <a:pt x="757187" y="73578"/>
                </a:lnTo>
                <a:lnTo>
                  <a:pt x="757342" y="74039"/>
                </a:lnTo>
                <a:lnTo>
                  <a:pt x="757492" y="74504"/>
                </a:lnTo>
                <a:lnTo>
                  <a:pt x="757636" y="74974"/>
                </a:lnTo>
                <a:lnTo>
                  <a:pt x="757776" y="75448"/>
                </a:lnTo>
                <a:lnTo>
                  <a:pt x="757909" y="75927"/>
                </a:lnTo>
                <a:lnTo>
                  <a:pt x="758038" y="76409"/>
                </a:lnTo>
                <a:lnTo>
                  <a:pt x="758161" y="76894"/>
                </a:lnTo>
                <a:lnTo>
                  <a:pt x="758278" y="77381"/>
                </a:lnTo>
                <a:lnTo>
                  <a:pt x="758390" y="77870"/>
                </a:lnTo>
                <a:lnTo>
                  <a:pt x="758497" y="78362"/>
                </a:lnTo>
                <a:lnTo>
                  <a:pt x="758598" y="78856"/>
                </a:lnTo>
                <a:lnTo>
                  <a:pt x="758694" y="79352"/>
                </a:lnTo>
                <a:lnTo>
                  <a:pt x="758784" y="79851"/>
                </a:lnTo>
                <a:lnTo>
                  <a:pt x="758869" y="80353"/>
                </a:lnTo>
                <a:lnTo>
                  <a:pt x="758948" y="80856"/>
                </a:lnTo>
                <a:lnTo>
                  <a:pt x="759022" y="81362"/>
                </a:lnTo>
                <a:lnTo>
                  <a:pt x="759090" y="81871"/>
                </a:lnTo>
                <a:lnTo>
                  <a:pt x="759153" y="82381"/>
                </a:lnTo>
                <a:lnTo>
                  <a:pt x="759210" y="82895"/>
                </a:lnTo>
                <a:lnTo>
                  <a:pt x="759262" y="83410"/>
                </a:lnTo>
                <a:lnTo>
                  <a:pt x="759309" y="83928"/>
                </a:lnTo>
                <a:lnTo>
                  <a:pt x="759350" y="84449"/>
                </a:lnTo>
                <a:lnTo>
                  <a:pt x="759385" y="84971"/>
                </a:lnTo>
                <a:lnTo>
                  <a:pt x="759415" y="85496"/>
                </a:lnTo>
                <a:lnTo>
                  <a:pt x="759440" y="86024"/>
                </a:lnTo>
                <a:lnTo>
                  <a:pt x="759459" y="86554"/>
                </a:lnTo>
                <a:lnTo>
                  <a:pt x="759473" y="87086"/>
                </a:lnTo>
                <a:lnTo>
                  <a:pt x="759481" y="87621"/>
                </a:lnTo>
                <a:lnTo>
                  <a:pt x="759484" y="88158"/>
                </a:lnTo>
                <a:lnTo>
                  <a:pt x="759484" y="90014"/>
                </a:lnTo>
                <a:lnTo>
                  <a:pt x="759481" y="90558"/>
                </a:lnTo>
                <a:lnTo>
                  <a:pt x="759473" y="91099"/>
                </a:lnTo>
                <a:lnTo>
                  <a:pt x="759459" y="91637"/>
                </a:lnTo>
                <a:lnTo>
                  <a:pt x="759440" y="92173"/>
                </a:lnTo>
                <a:lnTo>
                  <a:pt x="759415" y="92706"/>
                </a:lnTo>
                <a:lnTo>
                  <a:pt x="759385" y="93236"/>
                </a:lnTo>
                <a:lnTo>
                  <a:pt x="759350" y="93764"/>
                </a:lnTo>
                <a:lnTo>
                  <a:pt x="759309" y="94289"/>
                </a:lnTo>
                <a:lnTo>
                  <a:pt x="759262" y="94811"/>
                </a:lnTo>
                <a:lnTo>
                  <a:pt x="759210" y="95331"/>
                </a:lnTo>
                <a:lnTo>
                  <a:pt x="759153" y="95847"/>
                </a:lnTo>
                <a:lnTo>
                  <a:pt x="759090" y="96362"/>
                </a:lnTo>
                <a:lnTo>
                  <a:pt x="759022" y="96873"/>
                </a:lnTo>
                <a:lnTo>
                  <a:pt x="758948" y="97382"/>
                </a:lnTo>
                <a:lnTo>
                  <a:pt x="758869" y="97889"/>
                </a:lnTo>
                <a:lnTo>
                  <a:pt x="758784" y="98392"/>
                </a:lnTo>
                <a:lnTo>
                  <a:pt x="758694" y="98893"/>
                </a:lnTo>
                <a:lnTo>
                  <a:pt x="758598" y="99392"/>
                </a:lnTo>
                <a:lnTo>
                  <a:pt x="758497" y="99887"/>
                </a:lnTo>
                <a:lnTo>
                  <a:pt x="758390" y="100380"/>
                </a:lnTo>
                <a:lnTo>
                  <a:pt x="758278" y="100871"/>
                </a:lnTo>
                <a:lnTo>
                  <a:pt x="758161" y="101358"/>
                </a:lnTo>
                <a:lnTo>
                  <a:pt x="758038" y="101843"/>
                </a:lnTo>
                <a:lnTo>
                  <a:pt x="757909" y="102326"/>
                </a:lnTo>
                <a:lnTo>
                  <a:pt x="757776" y="102804"/>
                </a:lnTo>
                <a:lnTo>
                  <a:pt x="757637" y="103279"/>
                </a:lnTo>
                <a:lnTo>
                  <a:pt x="757492" y="103748"/>
                </a:lnTo>
                <a:lnTo>
                  <a:pt x="757343" y="104213"/>
                </a:lnTo>
                <a:lnTo>
                  <a:pt x="757189" y="104673"/>
                </a:lnTo>
                <a:lnTo>
                  <a:pt x="757029" y="105129"/>
                </a:lnTo>
                <a:lnTo>
                  <a:pt x="756864" y="105580"/>
                </a:lnTo>
                <a:lnTo>
                  <a:pt x="756694" y="106026"/>
                </a:lnTo>
                <a:lnTo>
                  <a:pt x="756519" y="106468"/>
                </a:lnTo>
                <a:lnTo>
                  <a:pt x="756338" y="106905"/>
                </a:lnTo>
                <a:lnTo>
                  <a:pt x="756153" y="107337"/>
                </a:lnTo>
                <a:lnTo>
                  <a:pt x="755962" y="107765"/>
                </a:lnTo>
                <a:lnTo>
                  <a:pt x="755766" y="108188"/>
                </a:lnTo>
                <a:lnTo>
                  <a:pt x="755565" y="108607"/>
                </a:lnTo>
                <a:lnTo>
                  <a:pt x="755358" y="109021"/>
                </a:lnTo>
                <a:lnTo>
                  <a:pt x="755147" y="109430"/>
                </a:lnTo>
                <a:lnTo>
                  <a:pt x="754930" y="109835"/>
                </a:lnTo>
                <a:lnTo>
                  <a:pt x="754708" y="110235"/>
                </a:lnTo>
                <a:lnTo>
                  <a:pt x="754481" y="110630"/>
                </a:lnTo>
                <a:lnTo>
                  <a:pt x="754248" y="111021"/>
                </a:lnTo>
                <a:lnTo>
                  <a:pt x="754011" y="111407"/>
                </a:lnTo>
                <a:lnTo>
                  <a:pt x="753768" y="111789"/>
                </a:lnTo>
                <a:lnTo>
                  <a:pt x="753520" y="112166"/>
                </a:lnTo>
                <a:lnTo>
                  <a:pt x="753267" y="112538"/>
                </a:lnTo>
                <a:lnTo>
                  <a:pt x="753009" y="112905"/>
                </a:lnTo>
                <a:lnTo>
                  <a:pt x="752745" y="113265"/>
                </a:lnTo>
                <a:lnTo>
                  <a:pt x="752476" y="113619"/>
                </a:lnTo>
                <a:lnTo>
                  <a:pt x="752201" y="113965"/>
                </a:lnTo>
                <a:lnTo>
                  <a:pt x="751921" y="114306"/>
                </a:lnTo>
                <a:lnTo>
                  <a:pt x="751635" y="114640"/>
                </a:lnTo>
                <a:lnTo>
                  <a:pt x="751344" y="114967"/>
                </a:lnTo>
                <a:lnTo>
                  <a:pt x="751047" y="115287"/>
                </a:lnTo>
                <a:lnTo>
                  <a:pt x="750745" y="115601"/>
                </a:lnTo>
                <a:lnTo>
                  <a:pt x="750438" y="115909"/>
                </a:lnTo>
                <a:lnTo>
                  <a:pt x="750125" y="116210"/>
                </a:lnTo>
                <a:lnTo>
                  <a:pt x="749806" y="116504"/>
                </a:lnTo>
                <a:lnTo>
                  <a:pt x="749482" y="116792"/>
                </a:lnTo>
                <a:lnTo>
                  <a:pt x="749153" y="117073"/>
                </a:lnTo>
                <a:lnTo>
                  <a:pt x="748818" y="117347"/>
                </a:lnTo>
                <a:lnTo>
                  <a:pt x="748477" y="117615"/>
                </a:lnTo>
                <a:lnTo>
                  <a:pt x="748132" y="117877"/>
                </a:lnTo>
                <a:lnTo>
                  <a:pt x="747780" y="118131"/>
                </a:lnTo>
                <a:lnTo>
                  <a:pt x="747423" y="118379"/>
                </a:lnTo>
                <a:lnTo>
                  <a:pt x="747061" y="118621"/>
                </a:lnTo>
                <a:lnTo>
                  <a:pt x="746694" y="118856"/>
                </a:lnTo>
                <a:lnTo>
                  <a:pt x="746320" y="119084"/>
                </a:lnTo>
                <a:lnTo>
                  <a:pt x="745942" y="119306"/>
                </a:lnTo>
                <a:lnTo>
                  <a:pt x="745558" y="119521"/>
                </a:lnTo>
                <a:lnTo>
                  <a:pt x="745168" y="119729"/>
                </a:lnTo>
                <a:lnTo>
                  <a:pt x="744774" y="119927"/>
                </a:lnTo>
                <a:lnTo>
                  <a:pt x="744374" y="120117"/>
                </a:lnTo>
                <a:lnTo>
                  <a:pt x="743969" y="120298"/>
                </a:lnTo>
                <a:lnTo>
                  <a:pt x="743559" y="120471"/>
                </a:lnTo>
                <a:lnTo>
                  <a:pt x="743143" y="120634"/>
                </a:lnTo>
                <a:lnTo>
                  <a:pt x="742723" y="120788"/>
                </a:lnTo>
                <a:lnTo>
                  <a:pt x="742297" y="120934"/>
                </a:lnTo>
                <a:lnTo>
                  <a:pt x="741866" y="121071"/>
                </a:lnTo>
                <a:lnTo>
                  <a:pt x="741430" y="121199"/>
                </a:lnTo>
                <a:lnTo>
                  <a:pt x="740989" y="121318"/>
                </a:lnTo>
                <a:lnTo>
                  <a:pt x="740542" y="121429"/>
                </a:lnTo>
                <a:lnTo>
                  <a:pt x="740091" y="121530"/>
                </a:lnTo>
                <a:lnTo>
                  <a:pt x="739634" y="121623"/>
                </a:lnTo>
                <a:lnTo>
                  <a:pt x="739172" y="121707"/>
                </a:lnTo>
                <a:lnTo>
                  <a:pt x="738705" y="121782"/>
                </a:lnTo>
                <a:lnTo>
                  <a:pt x="738232" y="121848"/>
                </a:lnTo>
                <a:lnTo>
                  <a:pt x="737755" y="121905"/>
                </a:lnTo>
                <a:lnTo>
                  <a:pt x="737272" y="121954"/>
                </a:lnTo>
                <a:lnTo>
                  <a:pt x="736784" y="121994"/>
                </a:lnTo>
                <a:lnTo>
                  <a:pt x="736291" y="122025"/>
                </a:lnTo>
                <a:lnTo>
                  <a:pt x="735792" y="122047"/>
                </a:lnTo>
                <a:lnTo>
                  <a:pt x="735289" y="122060"/>
                </a:lnTo>
                <a:lnTo>
                  <a:pt x="734780" y="122064"/>
                </a:lnTo>
                <a:lnTo>
                  <a:pt x="734265" y="122060"/>
                </a:lnTo>
                <a:lnTo>
                  <a:pt x="733755" y="122047"/>
                </a:lnTo>
                <a:lnTo>
                  <a:pt x="733250" y="122025"/>
                </a:lnTo>
                <a:lnTo>
                  <a:pt x="732751" y="121994"/>
                </a:lnTo>
                <a:lnTo>
                  <a:pt x="732257" y="121954"/>
                </a:lnTo>
                <a:lnTo>
                  <a:pt x="731768" y="121905"/>
                </a:lnTo>
                <a:lnTo>
                  <a:pt x="731284" y="121848"/>
                </a:lnTo>
                <a:lnTo>
                  <a:pt x="730806" y="121782"/>
                </a:lnTo>
                <a:lnTo>
                  <a:pt x="730334" y="121707"/>
                </a:lnTo>
                <a:lnTo>
                  <a:pt x="729866" y="121623"/>
                </a:lnTo>
                <a:lnTo>
                  <a:pt x="729404" y="121530"/>
                </a:lnTo>
                <a:lnTo>
                  <a:pt x="728947" y="121429"/>
                </a:lnTo>
                <a:lnTo>
                  <a:pt x="728496" y="121318"/>
                </a:lnTo>
                <a:lnTo>
                  <a:pt x="728050" y="121199"/>
                </a:lnTo>
                <a:lnTo>
                  <a:pt x="727609" y="121071"/>
                </a:lnTo>
                <a:lnTo>
                  <a:pt x="727174" y="120934"/>
                </a:lnTo>
                <a:lnTo>
                  <a:pt x="726743" y="120788"/>
                </a:lnTo>
                <a:lnTo>
                  <a:pt x="726319" y="120634"/>
                </a:lnTo>
                <a:lnTo>
                  <a:pt x="725899" y="120471"/>
                </a:lnTo>
                <a:lnTo>
                  <a:pt x="725485" y="120298"/>
                </a:lnTo>
                <a:lnTo>
                  <a:pt x="725076" y="120117"/>
                </a:lnTo>
                <a:lnTo>
                  <a:pt x="724673" y="119927"/>
                </a:lnTo>
                <a:lnTo>
                  <a:pt x="724274" y="119729"/>
                </a:lnTo>
                <a:lnTo>
                  <a:pt x="723882" y="119521"/>
                </a:lnTo>
                <a:lnTo>
                  <a:pt x="723494" y="119306"/>
                </a:lnTo>
                <a:lnTo>
                  <a:pt x="723112" y="119084"/>
                </a:lnTo>
                <a:lnTo>
                  <a:pt x="722736" y="118856"/>
                </a:lnTo>
                <a:lnTo>
                  <a:pt x="722364" y="118621"/>
                </a:lnTo>
                <a:lnTo>
                  <a:pt x="721999" y="118379"/>
                </a:lnTo>
                <a:lnTo>
                  <a:pt x="721639" y="118131"/>
                </a:lnTo>
                <a:lnTo>
                  <a:pt x="721284" y="117877"/>
                </a:lnTo>
                <a:lnTo>
                  <a:pt x="720935" y="117615"/>
                </a:lnTo>
                <a:lnTo>
                  <a:pt x="720591" y="117347"/>
                </a:lnTo>
                <a:lnTo>
                  <a:pt x="720253" y="117073"/>
                </a:lnTo>
                <a:lnTo>
                  <a:pt x="719920" y="116792"/>
                </a:lnTo>
                <a:lnTo>
                  <a:pt x="719593" y="116504"/>
                </a:lnTo>
                <a:lnTo>
                  <a:pt x="719271" y="116210"/>
                </a:lnTo>
                <a:lnTo>
                  <a:pt x="718954" y="115909"/>
                </a:lnTo>
                <a:lnTo>
                  <a:pt x="718643" y="115601"/>
                </a:lnTo>
                <a:lnTo>
                  <a:pt x="718338" y="115287"/>
                </a:lnTo>
                <a:lnTo>
                  <a:pt x="718038" y="114967"/>
                </a:lnTo>
                <a:lnTo>
                  <a:pt x="717743" y="114640"/>
                </a:lnTo>
                <a:lnTo>
                  <a:pt x="717454" y="114306"/>
                </a:lnTo>
                <a:lnTo>
                  <a:pt x="717171" y="113965"/>
                </a:lnTo>
                <a:lnTo>
                  <a:pt x="716893" y="113619"/>
                </a:lnTo>
                <a:lnTo>
                  <a:pt x="716620" y="113265"/>
                </a:lnTo>
                <a:lnTo>
                  <a:pt x="716353" y="112905"/>
                </a:lnTo>
                <a:lnTo>
                  <a:pt x="716091" y="112538"/>
                </a:lnTo>
                <a:lnTo>
                  <a:pt x="715835" y="112166"/>
                </a:lnTo>
                <a:lnTo>
                  <a:pt x="715584" y="111789"/>
                </a:lnTo>
                <a:lnTo>
                  <a:pt x="715339" y="111407"/>
                </a:lnTo>
                <a:lnTo>
                  <a:pt x="715099" y="111021"/>
                </a:lnTo>
                <a:lnTo>
                  <a:pt x="714864" y="110630"/>
                </a:lnTo>
                <a:lnTo>
                  <a:pt x="714635" y="110235"/>
                </a:lnTo>
                <a:lnTo>
                  <a:pt x="714412" y="109835"/>
                </a:lnTo>
                <a:lnTo>
                  <a:pt x="714194" y="109430"/>
                </a:lnTo>
                <a:lnTo>
                  <a:pt x="713981" y="109021"/>
                </a:lnTo>
                <a:lnTo>
                  <a:pt x="713774" y="108607"/>
                </a:lnTo>
                <a:lnTo>
                  <a:pt x="713573" y="108188"/>
                </a:lnTo>
                <a:lnTo>
                  <a:pt x="713376" y="107765"/>
                </a:lnTo>
                <a:lnTo>
                  <a:pt x="713186" y="107337"/>
                </a:lnTo>
                <a:lnTo>
                  <a:pt x="713001" y="106905"/>
                </a:lnTo>
                <a:lnTo>
                  <a:pt x="712821" y="106468"/>
                </a:lnTo>
                <a:lnTo>
                  <a:pt x="712647" y="106026"/>
                </a:lnTo>
                <a:lnTo>
                  <a:pt x="712478" y="105580"/>
                </a:lnTo>
                <a:lnTo>
                  <a:pt x="712314" y="105129"/>
                </a:lnTo>
                <a:lnTo>
                  <a:pt x="712156" y="104673"/>
                </a:lnTo>
                <a:lnTo>
                  <a:pt x="712004" y="104213"/>
                </a:lnTo>
                <a:lnTo>
                  <a:pt x="711857" y="103748"/>
                </a:lnTo>
                <a:lnTo>
                  <a:pt x="711716" y="103279"/>
                </a:lnTo>
                <a:lnTo>
                  <a:pt x="711580" y="102804"/>
                </a:lnTo>
                <a:lnTo>
                  <a:pt x="711449" y="102326"/>
                </a:lnTo>
                <a:lnTo>
                  <a:pt x="711324" y="101843"/>
                </a:lnTo>
                <a:lnTo>
                  <a:pt x="711204" y="101358"/>
                </a:lnTo>
                <a:lnTo>
                  <a:pt x="711090" y="100871"/>
                </a:lnTo>
                <a:lnTo>
                  <a:pt x="710980" y="100380"/>
                </a:lnTo>
                <a:lnTo>
                  <a:pt x="710876" y="99887"/>
                </a:lnTo>
                <a:lnTo>
                  <a:pt x="710778" y="99392"/>
                </a:lnTo>
                <a:lnTo>
                  <a:pt x="710685" y="98893"/>
                </a:lnTo>
                <a:lnTo>
                  <a:pt x="710597" y="98392"/>
                </a:lnTo>
                <a:lnTo>
                  <a:pt x="710514" y="97889"/>
                </a:lnTo>
                <a:lnTo>
                  <a:pt x="710437" y="97382"/>
                </a:lnTo>
                <a:lnTo>
                  <a:pt x="710365" y="96873"/>
                </a:lnTo>
                <a:lnTo>
                  <a:pt x="710299" y="96362"/>
                </a:lnTo>
                <a:lnTo>
                  <a:pt x="710237" y="95847"/>
                </a:lnTo>
                <a:lnTo>
                  <a:pt x="710181" y="95331"/>
                </a:lnTo>
                <a:lnTo>
                  <a:pt x="710131" y="94811"/>
                </a:lnTo>
                <a:lnTo>
                  <a:pt x="710086" y="94289"/>
                </a:lnTo>
                <a:lnTo>
                  <a:pt x="710046" y="93764"/>
                </a:lnTo>
                <a:lnTo>
                  <a:pt x="710011" y="93236"/>
                </a:lnTo>
                <a:lnTo>
                  <a:pt x="709982" y="92706"/>
                </a:lnTo>
                <a:lnTo>
                  <a:pt x="709958" y="92173"/>
                </a:lnTo>
                <a:lnTo>
                  <a:pt x="709939" y="91637"/>
                </a:lnTo>
                <a:lnTo>
                  <a:pt x="709926" y="91099"/>
                </a:lnTo>
                <a:lnTo>
                  <a:pt x="709918" y="90558"/>
                </a:lnTo>
                <a:lnTo>
                  <a:pt x="709915" y="90014"/>
                </a:lnTo>
                <a:lnTo>
                  <a:pt x="709915" y="88158"/>
                </a:lnTo>
                <a:lnTo>
                  <a:pt x="709918" y="87621"/>
                </a:lnTo>
                <a:lnTo>
                  <a:pt x="709926" y="87086"/>
                </a:lnTo>
                <a:lnTo>
                  <a:pt x="709939" y="86554"/>
                </a:lnTo>
                <a:lnTo>
                  <a:pt x="709958" y="86024"/>
                </a:lnTo>
                <a:lnTo>
                  <a:pt x="709982" y="85496"/>
                </a:lnTo>
                <a:lnTo>
                  <a:pt x="710011" y="84971"/>
                </a:lnTo>
                <a:close/>
                <a:moveTo>
                  <a:pt x="1047730" y="125676"/>
                </a:moveTo>
                <a:lnTo>
                  <a:pt x="1048137" y="126066"/>
                </a:lnTo>
                <a:lnTo>
                  <a:pt x="1048551" y="126446"/>
                </a:lnTo>
                <a:lnTo>
                  <a:pt x="1048972" y="126818"/>
                </a:lnTo>
                <a:lnTo>
                  <a:pt x="1049399" y="127182"/>
                </a:lnTo>
                <a:lnTo>
                  <a:pt x="1049833" y="127537"/>
                </a:lnTo>
                <a:lnTo>
                  <a:pt x="1050273" y="127883"/>
                </a:lnTo>
                <a:lnTo>
                  <a:pt x="1050721" y="128220"/>
                </a:lnTo>
                <a:lnTo>
                  <a:pt x="1051175" y="128549"/>
                </a:lnTo>
                <a:lnTo>
                  <a:pt x="1051636" y="128869"/>
                </a:lnTo>
                <a:lnTo>
                  <a:pt x="1052103" y="129180"/>
                </a:lnTo>
                <a:lnTo>
                  <a:pt x="1052578" y="129483"/>
                </a:lnTo>
                <a:lnTo>
                  <a:pt x="1053059" y="129776"/>
                </a:lnTo>
                <a:lnTo>
                  <a:pt x="1053546" y="130062"/>
                </a:lnTo>
                <a:lnTo>
                  <a:pt x="1054041" y="130338"/>
                </a:lnTo>
                <a:lnTo>
                  <a:pt x="1054542" y="130606"/>
                </a:lnTo>
                <a:lnTo>
                  <a:pt x="1055050" y="130865"/>
                </a:lnTo>
                <a:lnTo>
                  <a:pt x="1055565" y="131116"/>
                </a:lnTo>
                <a:lnTo>
                  <a:pt x="1056086" y="131357"/>
                </a:lnTo>
                <a:lnTo>
                  <a:pt x="1056614" y="131591"/>
                </a:lnTo>
                <a:lnTo>
                  <a:pt x="1057149" y="131814"/>
                </a:lnTo>
                <a:lnTo>
                  <a:pt x="1057691" y="132029"/>
                </a:lnTo>
                <a:lnTo>
                  <a:pt x="1058239" y="132234"/>
                </a:lnTo>
                <a:lnTo>
                  <a:pt x="1058794" y="132429"/>
                </a:lnTo>
                <a:lnTo>
                  <a:pt x="1059356" y="132615"/>
                </a:lnTo>
                <a:lnTo>
                  <a:pt x="1059924" y="132791"/>
                </a:lnTo>
                <a:lnTo>
                  <a:pt x="1060499" y="132958"/>
                </a:lnTo>
                <a:lnTo>
                  <a:pt x="1061081" y="133115"/>
                </a:lnTo>
                <a:lnTo>
                  <a:pt x="1061670" y="133263"/>
                </a:lnTo>
                <a:lnTo>
                  <a:pt x="1062265" y="133401"/>
                </a:lnTo>
                <a:lnTo>
                  <a:pt x="1062867" y="133530"/>
                </a:lnTo>
                <a:lnTo>
                  <a:pt x="1063476" y="133649"/>
                </a:lnTo>
                <a:lnTo>
                  <a:pt x="1064092" y="133759"/>
                </a:lnTo>
                <a:lnTo>
                  <a:pt x="1064714" y="133859"/>
                </a:lnTo>
                <a:lnTo>
                  <a:pt x="1065343" y="133949"/>
                </a:lnTo>
                <a:lnTo>
                  <a:pt x="1065979" y="134030"/>
                </a:lnTo>
                <a:lnTo>
                  <a:pt x="1066621" y="134102"/>
                </a:lnTo>
                <a:lnTo>
                  <a:pt x="1067271" y="134164"/>
                </a:lnTo>
                <a:lnTo>
                  <a:pt x="1067926" y="134216"/>
                </a:lnTo>
                <a:lnTo>
                  <a:pt x="1068589" y="134259"/>
                </a:lnTo>
                <a:lnTo>
                  <a:pt x="1069259" y="134292"/>
                </a:lnTo>
                <a:lnTo>
                  <a:pt x="1069935" y="134316"/>
                </a:lnTo>
                <a:lnTo>
                  <a:pt x="1070617" y="134331"/>
                </a:lnTo>
                <a:lnTo>
                  <a:pt x="1071307" y="134335"/>
                </a:lnTo>
                <a:lnTo>
                  <a:pt x="1071983" y="134330"/>
                </a:lnTo>
                <a:lnTo>
                  <a:pt x="1072653" y="134312"/>
                </a:lnTo>
                <a:lnTo>
                  <a:pt x="1073316" y="134284"/>
                </a:lnTo>
                <a:lnTo>
                  <a:pt x="1073973" y="134243"/>
                </a:lnTo>
                <a:lnTo>
                  <a:pt x="1074624" y="134192"/>
                </a:lnTo>
                <a:lnTo>
                  <a:pt x="1075268" y="134128"/>
                </a:lnTo>
                <a:lnTo>
                  <a:pt x="1075905" y="134054"/>
                </a:lnTo>
                <a:lnTo>
                  <a:pt x="1076537" y="133968"/>
                </a:lnTo>
                <a:lnTo>
                  <a:pt x="1077161" y="133870"/>
                </a:lnTo>
                <a:lnTo>
                  <a:pt x="1077779" y="133761"/>
                </a:lnTo>
                <a:lnTo>
                  <a:pt x="1078391" y="133640"/>
                </a:lnTo>
                <a:lnTo>
                  <a:pt x="1078997" y="133508"/>
                </a:lnTo>
                <a:lnTo>
                  <a:pt x="1079595" y="133364"/>
                </a:lnTo>
                <a:lnTo>
                  <a:pt x="1080188" y="133209"/>
                </a:lnTo>
                <a:lnTo>
                  <a:pt x="1080774" y="133042"/>
                </a:lnTo>
                <a:lnTo>
                  <a:pt x="1081353" y="132864"/>
                </a:lnTo>
                <a:lnTo>
                  <a:pt x="1081927" y="132675"/>
                </a:lnTo>
                <a:lnTo>
                  <a:pt x="1082493" y="132473"/>
                </a:lnTo>
                <a:lnTo>
                  <a:pt x="1083053" y="132261"/>
                </a:lnTo>
                <a:lnTo>
                  <a:pt x="1083607" y="132037"/>
                </a:lnTo>
                <a:lnTo>
                  <a:pt x="1084155" y="131801"/>
                </a:lnTo>
                <a:lnTo>
                  <a:pt x="1084695" y="131554"/>
                </a:lnTo>
                <a:lnTo>
                  <a:pt x="1085230" y="131295"/>
                </a:lnTo>
                <a:lnTo>
                  <a:pt x="1085758" y="131025"/>
                </a:lnTo>
                <a:lnTo>
                  <a:pt x="1086279" y="130745"/>
                </a:lnTo>
                <a:lnTo>
                  <a:pt x="1086794" y="130455"/>
                </a:lnTo>
                <a:lnTo>
                  <a:pt x="1087301" y="130156"/>
                </a:lnTo>
                <a:lnTo>
                  <a:pt x="1087802" y="129848"/>
                </a:lnTo>
                <a:lnTo>
                  <a:pt x="1088296" y="129531"/>
                </a:lnTo>
                <a:lnTo>
                  <a:pt x="1088783" y="129204"/>
                </a:lnTo>
                <a:lnTo>
                  <a:pt x="1089263" y="128868"/>
                </a:lnTo>
                <a:lnTo>
                  <a:pt x="1089736" y="128523"/>
                </a:lnTo>
                <a:lnTo>
                  <a:pt x="1090202" y="128168"/>
                </a:lnTo>
                <a:lnTo>
                  <a:pt x="1090662" y="127805"/>
                </a:lnTo>
                <a:lnTo>
                  <a:pt x="1091115" y="127432"/>
                </a:lnTo>
                <a:lnTo>
                  <a:pt x="1091560" y="127049"/>
                </a:lnTo>
                <a:lnTo>
                  <a:pt x="1091999" y="126658"/>
                </a:lnTo>
                <a:lnTo>
                  <a:pt x="1092431" y="126257"/>
                </a:lnTo>
                <a:lnTo>
                  <a:pt x="1092856" y="125847"/>
                </a:lnTo>
                <a:lnTo>
                  <a:pt x="1093275" y="125428"/>
                </a:lnTo>
                <a:lnTo>
                  <a:pt x="1093686" y="125000"/>
                </a:lnTo>
                <a:lnTo>
                  <a:pt x="1094091" y="124562"/>
                </a:lnTo>
                <a:lnTo>
                  <a:pt x="1094488" y="124115"/>
                </a:lnTo>
                <a:lnTo>
                  <a:pt x="1094879" y="123659"/>
                </a:lnTo>
                <a:lnTo>
                  <a:pt x="1095263" y="123193"/>
                </a:lnTo>
                <a:lnTo>
                  <a:pt x="1095640" y="122719"/>
                </a:lnTo>
                <a:lnTo>
                  <a:pt x="1096010" y="122235"/>
                </a:lnTo>
                <a:lnTo>
                  <a:pt x="1096374" y="121741"/>
                </a:lnTo>
                <a:lnTo>
                  <a:pt x="1096730" y="121240"/>
                </a:lnTo>
                <a:lnTo>
                  <a:pt x="1097079" y="120731"/>
                </a:lnTo>
                <a:lnTo>
                  <a:pt x="1097421" y="120214"/>
                </a:lnTo>
                <a:lnTo>
                  <a:pt x="1097756" y="119691"/>
                </a:lnTo>
                <a:lnTo>
                  <a:pt x="1098084" y="119159"/>
                </a:lnTo>
                <a:lnTo>
                  <a:pt x="1098405" y="118621"/>
                </a:lnTo>
                <a:lnTo>
                  <a:pt x="1098718" y="118075"/>
                </a:lnTo>
                <a:lnTo>
                  <a:pt x="1099024" y="117521"/>
                </a:lnTo>
                <a:lnTo>
                  <a:pt x="1099324" y="116960"/>
                </a:lnTo>
                <a:lnTo>
                  <a:pt x="1099616" y="116392"/>
                </a:lnTo>
                <a:lnTo>
                  <a:pt x="1099901" y="115816"/>
                </a:lnTo>
                <a:lnTo>
                  <a:pt x="1100178" y="115233"/>
                </a:lnTo>
                <a:lnTo>
                  <a:pt x="1100449" y="114642"/>
                </a:lnTo>
                <a:lnTo>
                  <a:pt x="1100712" y="114044"/>
                </a:lnTo>
                <a:lnTo>
                  <a:pt x="1100969" y="113438"/>
                </a:lnTo>
                <a:lnTo>
                  <a:pt x="1101218" y="112825"/>
                </a:lnTo>
                <a:lnTo>
                  <a:pt x="1101460" y="112205"/>
                </a:lnTo>
                <a:lnTo>
                  <a:pt x="1101694" y="111577"/>
                </a:lnTo>
                <a:lnTo>
                  <a:pt x="1101922" y="110942"/>
                </a:lnTo>
                <a:lnTo>
                  <a:pt x="1102143" y="110299"/>
                </a:lnTo>
                <a:lnTo>
                  <a:pt x="1102356" y="109649"/>
                </a:lnTo>
                <a:lnTo>
                  <a:pt x="1102562" y="108991"/>
                </a:lnTo>
                <a:lnTo>
                  <a:pt x="1102761" y="108326"/>
                </a:lnTo>
                <a:lnTo>
                  <a:pt x="1102953" y="107654"/>
                </a:lnTo>
                <a:lnTo>
                  <a:pt x="1103138" y="106975"/>
                </a:lnTo>
                <a:lnTo>
                  <a:pt x="1103314" y="106292"/>
                </a:lnTo>
                <a:lnTo>
                  <a:pt x="1103483" y="105604"/>
                </a:lnTo>
                <a:lnTo>
                  <a:pt x="1103644" y="104910"/>
                </a:lnTo>
                <a:lnTo>
                  <a:pt x="1103797" y="104212"/>
                </a:lnTo>
                <a:lnTo>
                  <a:pt x="1103942" y="103509"/>
                </a:lnTo>
                <a:lnTo>
                  <a:pt x="1104080" y="102801"/>
                </a:lnTo>
                <a:lnTo>
                  <a:pt x="1104209" y="102088"/>
                </a:lnTo>
                <a:lnTo>
                  <a:pt x="1104331" y="101370"/>
                </a:lnTo>
                <a:lnTo>
                  <a:pt x="1104445" y="100648"/>
                </a:lnTo>
                <a:lnTo>
                  <a:pt x="1104551" y="99920"/>
                </a:lnTo>
                <a:lnTo>
                  <a:pt x="1104649" y="99187"/>
                </a:lnTo>
                <a:lnTo>
                  <a:pt x="1104739" y="98450"/>
                </a:lnTo>
                <a:lnTo>
                  <a:pt x="1104821" y="97708"/>
                </a:lnTo>
                <a:lnTo>
                  <a:pt x="1104896" y="96960"/>
                </a:lnTo>
                <a:lnTo>
                  <a:pt x="1104963" y="96208"/>
                </a:lnTo>
                <a:lnTo>
                  <a:pt x="1105021" y="95451"/>
                </a:lnTo>
                <a:lnTo>
                  <a:pt x="1105073" y="94689"/>
                </a:lnTo>
                <a:lnTo>
                  <a:pt x="1105116" y="93922"/>
                </a:lnTo>
                <a:lnTo>
                  <a:pt x="1105151" y="93151"/>
                </a:lnTo>
                <a:lnTo>
                  <a:pt x="1105178" y="92374"/>
                </a:lnTo>
                <a:lnTo>
                  <a:pt x="1105198" y="91592"/>
                </a:lnTo>
                <a:lnTo>
                  <a:pt x="1105210" y="90806"/>
                </a:lnTo>
                <a:lnTo>
                  <a:pt x="1105214" y="90014"/>
                </a:lnTo>
                <a:lnTo>
                  <a:pt x="1105214" y="88319"/>
                </a:lnTo>
                <a:lnTo>
                  <a:pt x="1105210" y="87488"/>
                </a:lnTo>
                <a:lnTo>
                  <a:pt x="1105198" y="86663"/>
                </a:lnTo>
                <a:lnTo>
                  <a:pt x="1105179" y="85845"/>
                </a:lnTo>
                <a:lnTo>
                  <a:pt x="1105152" y="85033"/>
                </a:lnTo>
                <a:lnTo>
                  <a:pt x="1105117" y="84227"/>
                </a:lnTo>
                <a:lnTo>
                  <a:pt x="1105075" y="83427"/>
                </a:lnTo>
                <a:lnTo>
                  <a:pt x="1105025" y="82634"/>
                </a:lnTo>
                <a:lnTo>
                  <a:pt x="1104967" y="81847"/>
                </a:lnTo>
                <a:lnTo>
                  <a:pt x="1104902" y="81067"/>
                </a:lnTo>
                <a:lnTo>
                  <a:pt x="1104828" y="80292"/>
                </a:lnTo>
                <a:lnTo>
                  <a:pt x="1104747" y="79524"/>
                </a:lnTo>
                <a:lnTo>
                  <a:pt x="1104659" y="78763"/>
                </a:lnTo>
                <a:lnTo>
                  <a:pt x="1104562" y="78007"/>
                </a:lnTo>
                <a:lnTo>
                  <a:pt x="1104458" y="77258"/>
                </a:lnTo>
                <a:lnTo>
                  <a:pt x="1104347" y="76515"/>
                </a:lnTo>
                <a:lnTo>
                  <a:pt x="1104227" y="75779"/>
                </a:lnTo>
                <a:lnTo>
                  <a:pt x="1104100" y="75049"/>
                </a:lnTo>
                <a:lnTo>
                  <a:pt x="1103965" y="74325"/>
                </a:lnTo>
                <a:lnTo>
                  <a:pt x="1103822" y="73607"/>
                </a:lnTo>
                <a:lnTo>
                  <a:pt x="1103672" y="72896"/>
                </a:lnTo>
                <a:lnTo>
                  <a:pt x="1103514" y="72191"/>
                </a:lnTo>
                <a:lnTo>
                  <a:pt x="1103348" y="71493"/>
                </a:lnTo>
                <a:lnTo>
                  <a:pt x="1103175" y="70800"/>
                </a:lnTo>
                <a:lnTo>
                  <a:pt x="1102994" y="70114"/>
                </a:lnTo>
                <a:lnTo>
                  <a:pt x="1102805" y="69435"/>
                </a:lnTo>
                <a:lnTo>
                  <a:pt x="1102609" y="68765"/>
                </a:lnTo>
                <a:lnTo>
                  <a:pt x="1102405" y="68102"/>
                </a:lnTo>
                <a:lnTo>
                  <a:pt x="1102194" y="67447"/>
                </a:lnTo>
                <a:lnTo>
                  <a:pt x="1101976" y="66800"/>
                </a:lnTo>
                <a:lnTo>
                  <a:pt x="1101750" y="66161"/>
                </a:lnTo>
                <a:lnTo>
                  <a:pt x="1101517" y="65530"/>
                </a:lnTo>
                <a:lnTo>
                  <a:pt x="1101276" y="64907"/>
                </a:lnTo>
                <a:lnTo>
                  <a:pt x="1101028" y="64292"/>
                </a:lnTo>
                <a:lnTo>
                  <a:pt x="1100772" y="63685"/>
                </a:lnTo>
                <a:lnTo>
                  <a:pt x="1100509" y="63086"/>
                </a:lnTo>
                <a:lnTo>
                  <a:pt x="1100239" y="62495"/>
                </a:lnTo>
                <a:lnTo>
                  <a:pt x="1099961" y="61912"/>
                </a:lnTo>
                <a:lnTo>
                  <a:pt x="1099676" y="61337"/>
                </a:lnTo>
                <a:lnTo>
                  <a:pt x="1099383" y="60770"/>
                </a:lnTo>
                <a:lnTo>
                  <a:pt x="1099083" y="60211"/>
                </a:lnTo>
                <a:lnTo>
                  <a:pt x="1098775" y="59660"/>
                </a:lnTo>
                <a:lnTo>
                  <a:pt x="1098460" y="59117"/>
                </a:lnTo>
                <a:lnTo>
                  <a:pt x="1098138" y="58582"/>
                </a:lnTo>
                <a:lnTo>
                  <a:pt x="1097808" y="58055"/>
                </a:lnTo>
                <a:lnTo>
                  <a:pt x="1097471" y="57536"/>
                </a:lnTo>
                <a:lnTo>
                  <a:pt x="1097126" y="57025"/>
                </a:lnTo>
                <a:lnTo>
                  <a:pt x="1096774" y="56522"/>
                </a:lnTo>
                <a:lnTo>
                  <a:pt x="1096414" y="56027"/>
                </a:lnTo>
                <a:lnTo>
                  <a:pt x="1096047" y="55540"/>
                </a:lnTo>
                <a:lnTo>
                  <a:pt x="1095674" y="55063"/>
                </a:lnTo>
                <a:lnTo>
                  <a:pt x="1095293" y="54596"/>
                </a:lnTo>
                <a:lnTo>
                  <a:pt x="1094905" y="54138"/>
                </a:lnTo>
                <a:lnTo>
                  <a:pt x="1094510" y="53689"/>
                </a:lnTo>
                <a:lnTo>
                  <a:pt x="1094108" y="53249"/>
                </a:lnTo>
                <a:lnTo>
                  <a:pt x="1093699" y="52819"/>
                </a:lnTo>
                <a:lnTo>
                  <a:pt x="1093284" y="52398"/>
                </a:lnTo>
                <a:lnTo>
                  <a:pt x="1092861" y="51987"/>
                </a:lnTo>
                <a:lnTo>
                  <a:pt x="1092431" y="51585"/>
                </a:lnTo>
                <a:lnTo>
                  <a:pt x="1091994" y="51193"/>
                </a:lnTo>
                <a:lnTo>
                  <a:pt x="1091550" y="50810"/>
                </a:lnTo>
                <a:lnTo>
                  <a:pt x="1091099" y="50436"/>
                </a:lnTo>
                <a:lnTo>
                  <a:pt x="1090641" y="50072"/>
                </a:lnTo>
                <a:lnTo>
                  <a:pt x="1090177" y="49717"/>
                </a:lnTo>
                <a:lnTo>
                  <a:pt x="1089705" y="49371"/>
                </a:lnTo>
                <a:lnTo>
                  <a:pt x="1089226" y="49035"/>
                </a:lnTo>
                <a:lnTo>
                  <a:pt x="1088740" y="48708"/>
                </a:lnTo>
                <a:lnTo>
                  <a:pt x="1088247" y="48391"/>
                </a:lnTo>
                <a:lnTo>
                  <a:pt x="1087747" y="48083"/>
                </a:lnTo>
                <a:lnTo>
                  <a:pt x="1087240" y="47784"/>
                </a:lnTo>
                <a:lnTo>
                  <a:pt x="1086726" y="47495"/>
                </a:lnTo>
                <a:lnTo>
                  <a:pt x="1086205" y="47215"/>
                </a:lnTo>
                <a:lnTo>
                  <a:pt x="1085677" y="46945"/>
                </a:lnTo>
                <a:lnTo>
                  <a:pt x="1085142" y="46685"/>
                </a:lnTo>
                <a:lnTo>
                  <a:pt x="1084601" y="46435"/>
                </a:lnTo>
                <a:lnTo>
                  <a:pt x="1084054" y="46197"/>
                </a:lnTo>
                <a:lnTo>
                  <a:pt x="1083500" y="45970"/>
                </a:lnTo>
                <a:lnTo>
                  <a:pt x="1082939" y="45754"/>
                </a:lnTo>
                <a:lnTo>
                  <a:pt x="1082372" y="45550"/>
                </a:lnTo>
                <a:lnTo>
                  <a:pt x="1081799" y="45356"/>
                </a:lnTo>
                <a:lnTo>
                  <a:pt x="1081219" y="45173"/>
                </a:lnTo>
                <a:lnTo>
                  <a:pt x="1080633" y="45002"/>
                </a:lnTo>
                <a:lnTo>
                  <a:pt x="1080040" y="44841"/>
                </a:lnTo>
                <a:lnTo>
                  <a:pt x="1079441" y="44691"/>
                </a:lnTo>
                <a:lnTo>
                  <a:pt x="1078835" y="44553"/>
                </a:lnTo>
                <a:lnTo>
                  <a:pt x="1078223" y="44426"/>
                </a:lnTo>
                <a:lnTo>
                  <a:pt x="1077605" y="44309"/>
                </a:lnTo>
                <a:lnTo>
                  <a:pt x="1076980" y="44204"/>
                </a:lnTo>
                <a:lnTo>
                  <a:pt x="1076348" y="44110"/>
                </a:lnTo>
                <a:lnTo>
                  <a:pt x="1075710" y="44027"/>
                </a:lnTo>
                <a:lnTo>
                  <a:pt x="1075066" y="43955"/>
                </a:lnTo>
                <a:lnTo>
                  <a:pt x="1074415" y="43894"/>
                </a:lnTo>
                <a:lnTo>
                  <a:pt x="1073758" y="43844"/>
                </a:lnTo>
                <a:lnTo>
                  <a:pt x="1073094" y="43806"/>
                </a:lnTo>
                <a:lnTo>
                  <a:pt x="1072424" y="43778"/>
                </a:lnTo>
                <a:lnTo>
                  <a:pt x="1071748" y="43761"/>
                </a:lnTo>
                <a:lnTo>
                  <a:pt x="1071065" y="43756"/>
                </a:lnTo>
                <a:lnTo>
                  <a:pt x="1070382" y="43761"/>
                </a:lnTo>
                <a:lnTo>
                  <a:pt x="1069706" y="43776"/>
                </a:lnTo>
                <a:lnTo>
                  <a:pt x="1069037" y="43801"/>
                </a:lnTo>
                <a:lnTo>
                  <a:pt x="1068374" y="43835"/>
                </a:lnTo>
                <a:lnTo>
                  <a:pt x="1067718" y="43880"/>
                </a:lnTo>
                <a:lnTo>
                  <a:pt x="1067069" y="43935"/>
                </a:lnTo>
                <a:lnTo>
                  <a:pt x="1066426" y="44000"/>
                </a:lnTo>
                <a:lnTo>
                  <a:pt x="1065790" y="44074"/>
                </a:lnTo>
                <a:lnTo>
                  <a:pt x="1065161" y="44159"/>
                </a:lnTo>
                <a:lnTo>
                  <a:pt x="1064539" y="44253"/>
                </a:lnTo>
                <a:lnTo>
                  <a:pt x="1063924" y="44358"/>
                </a:lnTo>
                <a:lnTo>
                  <a:pt x="1063315" y="44472"/>
                </a:lnTo>
                <a:lnTo>
                  <a:pt x="1062713" y="44597"/>
                </a:lnTo>
                <a:lnTo>
                  <a:pt x="1062117" y="44731"/>
                </a:lnTo>
                <a:lnTo>
                  <a:pt x="1061529" y="44875"/>
                </a:lnTo>
                <a:lnTo>
                  <a:pt x="1060947" y="45030"/>
                </a:lnTo>
                <a:lnTo>
                  <a:pt x="1060371" y="45194"/>
                </a:lnTo>
                <a:lnTo>
                  <a:pt x="1059803" y="45368"/>
                </a:lnTo>
                <a:lnTo>
                  <a:pt x="1059241" y="45552"/>
                </a:lnTo>
                <a:lnTo>
                  <a:pt x="1058686" y="45746"/>
                </a:lnTo>
                <a:lnTo>
                  <a:pt x="1058138" y="45950"/>
                </a:lnTo>
                <a:lnTo>
                  <a:pt x="1057596" y="46164"/>
                </a:lnTo>
                <a:lnTo>
                  <a:pt x="1057061" y="46388"/>
                </a:lnTo>
                <a:lnTo>
                  <a:pt x="1056533" y="46622"/>
                </a:lnTo>
                <a:lnTo>
                  <a:pt x="1056012" y="46865"/>
                </a:lnTo>
                <a:lnTo>
                  <a:pt x="1055497" y="47117"/>
                </a:lnTo>
                <a:lnTo>
                  <a:pt x="1054989" y="47379"/>
                </a:lnTo>
                <a:lnTo>
                  <a:pt x="1054487" y="47649"/>
                </a:lnTo>
                <a:lnTo>
                  <a:pt x="1053992" y="47928"/>
                </a:lnTo>
                <a:lnTo>
                  <a:pt x="1053503" y="48216"/>
                </a:lnTo>
                <a:lnTo>
                  <a:pt x="1053022" y="48513"/>
                </a:lnTo>
                <a:lnTo>
                  <a:pt x="1052546" y="48819"/>
                </a:lnTo>
                <a:lnTo>
                  <a:pt x="1052077" y="49135"/>
                </a:lnTo>
                <a:lnTo>
                  <a:pt x="1051615" y="49459"/>
                </a:lnTo>
                <a:lnTo>
                  <a:pt x="1051160" y="49792"/>
                </a:lnTo>
                <a:lnTo>
                  <a:pt x="1050711" y="50134"/>
                </a:lnTo>
                <a:lnTo>
                  <a:pt x="1050268" y="50485"/>
                </a:lnTo>
                <a:lnTo>
                  <a:pt x="1049832" y="50844"/>
                </a:lnTo>
                <a:lnTo>
                  <a:pt x="1049403" y="51213"/>
                </a:lnTo>
                <a:lnTo>
                  <a:pt x="1048981" y="51591"/>
                </a:lnTo>
                <a:lnTo>
                  <a:pt x="1048565" y="51978"/>
                </a:lnTo>
                <a:lnTo>
                  <a:pt x="1048155" y="52374"/>
                </a:lnTo>
                <a:lnTo>
                  <a:pt x="1047752" y="52779"/>
                </a:lnTo>
                <a:lnTo>
                  <a:pt x="1047356" y="53192"/>
                </a:lnTo>
                <a:lnTo>
                  <a:pt x="1046966" y="53615"/>
                </a:lnTo>
                <a:lnTo>
                  <a:pt x="1046583" y="54047"/>
                </a:lnTo>
                <a:lnTo>
                  <a:pt x="1046207" y="54487"/>
                </a:lnTo>
                <a:lnTo>
                  <a:pt x="1045837" y="54937"/>
                </a:lnTo>
                <a:lnTo>
                  <a:pt x="1045808" y="54973"/>
                </a:lnTo>
                <a:lnTo>
                  <a:pt x="1045070" y="45370"/>
                </a:lnTo>
                <a:lnTo>
                  <a:pt x="1031346" y="45370"/>
                </a:lnTo>
                <a:lnTo>
                  <a:pt x="1031346" y="166305"/>
                </a:lnTo>
                <a:lnTo>
                  <a:pt x="1046361" y="166305"/>
                </a:lnTo>
                <a:lnTo>
                  <a:pt x="1046361" y="124245"/>
                </a:lnTo>
                <a:lnTo>
                  <a:pt x="1046550" y="124455"/>
                </a:lnTo>
                <a:lnTo>
                  <a:pt x="1046937" y="124871"/>
                </a:lnTo>
                <a:lnTo>
                  <a:pt x="1047330" y="125278"/>
                </a:lnTo>
                <a:lnTo>
                  <a:pt x="1047730" y="125676"/>
                </a:lnTo>
                <a:close/>
                <a:moveTo>
                  <a:pt x="1047199" y="66986"/>
                </a:moveTo>
                <a:lnTo>
                  <a:pt x="1047398" y="66678"/>
                </a:lnTo>
                <a:lnTo>
                  <a:pt x="1047600" y="66373"/>
                </a:lnTo>
                <a:lnTo>
                  <a:pt x="1047806" y="66072"/>
                </a:lnTo>
                <a:lnTo>
                  <a:pt x="1048016" y="65773"/>
                </a:lnTo>
                <a:lnTo>
                  <a:pt x="1048230" y="65477"/>
                </a:lnTo>
                <a:lnTo>
                  <a:pt x="1048448" y="65185"/>
                </a:lnTo>
                <a:lnTo>
                  <a:pt x="1048669" y="64895"/>
                </a:lnTo>
                <a:lnTo>
                  <a:pt x="1048894" y="64609"/>
                </a:lnTo>
                <a:lnTo>
                  <a:pt x="1049123" y="64326"/>
                </a:lnTo>
                <a:lnTo>
                  <a:pt x="1049356" y="64046"/>
                </a:lnTo>
                <a:lnTo>
                  <a:pt x="1049592" y="63768"/>
                </a:lnTo>
                <a:lnTo>
                  <a:pt x="1049833" y="63494"/>
                </a:lnTo>
                <a:lnTo>
                  <a:pt x="1050077" y="63224"/>
                </a:lnTo>
                <a:lnTo>
                  <a:pt x="1050326" y="62959"/>
                </a:lnTo>
                <a:lnTo>
                  <a:pt x="1050579" y="62698"/>
                </a:lnTo>
                <a:lnTo>
                  <a:pt x="1050836" y="62442"/>
                </a:lnTo>
                <a:lnTo>
                  <a:pt x="1051098" y="62190"/>
                </a:lnTo>
                <a:lnTo>
                  <a:pt x="1051364" y="61943"/>
                </a:lnTo>
                <a:lnTo>
                  <a:pt x="1051635" y="61700"/>
                </a:lnTo>
                <a:lnTo>
                  <a:pt x="1051909" y="61463"/>
                </a:lnTo>
                <a:lnTo>
                  <a:pt x="1052188" y="61230"/>
                </a:lnTo>
                <a:lnTo>
                  <a:pt x="1052472" y="61001"/>
                </a:lnTo>
                <a:lnTo>
                  <a:pt x="1052760" y="60777"/>
                </a:lnTo>
                <a:lnTo>
                  <a:pt x="1053052" y="60558"/>
                </a:lnTo>
                <a:lnTo>
                  <a:pt x="1053348" y="60343"/>
                </a:lnTo>
                <a:lnTo>
                  <a:pt x="1053649" y="60133"/>
                </a:lnTo>
                <a:lnTo>
                  <a:pt x="1053954" y="59928"/>
                </a:lnTo>
                <a:lnTo>
                  <a:pt x="1054264" y="59727"/>
                </a:lnTo>
                <a:lnTo>
                  <a:pt x="1054578" y="59531"/>
                </a:lnTo>
                <a:lnTo>
                  <a:pt x="1054896" y="59339"/>
                </a:lnTo>
                <a:lnTo>
                  <a:pt x="1055219" y="59152"/>
                </a:lnTo>
                <a:lnTo>
                  <a:pt x="1055546" y="58970"/>
                </a:lnTo>
                <a:lnTo>
                  <a:pt x="1055877" y="58793"/>
                </a:lnTo>
                <a:lnTo>
                  <a:pt x="1056212" y="58620"/>
                </a:lnTo>
                <a:lnTo>
                  <a:pt x="1056552" y="58451"/>
                </a:lnTo>
                <a:lnTo>
                  <a:pt x="1056897" y="58287"/>
                </a:lnTo>
                <a:lnTo>
                  <a:pt x="1057246" y="58129"/>
                </a:lnTo>
                <a:lnTo>
                  <a:pt x="1057600" y="57978"/>
                </a:lnTo>
                <a:lnTo>
                  <a:pt x="1057959" y="57833"/>
                </a:lnTo>
                <a:lnTo>
                  <a:pt x="1058324" y="57695"/>
                </a:lnTo>
                <a:lnTo>
                  <a:pt x="1058694" y="57564"/>
                </a:lnTo>
                <a:lnTo>
                  <a:pt x="1059069" y="57440"/>
                </a:lnTo>
                <a:lnTo>
                  <a:pt x="1059449" y="57322"/>
                </a:lnTo>
                <a:lnTo>
                  <a:pt x="1059834" y="57211"/>
                </a:lnTo>
                <a:lnTo>
                  <a:pt x="1060225" y="57107"/>
                </a:lnTo>
                <a:lnTo>
                  <a:pt x="1060621" y="57009"/>
                </a:lnTo>
                <a:lnTo>
                  <a:pt x="1061022" y="56918"/>
                </a:lnTo>
                <a:lnTo>
                  <a:pt x="1061428" y="56834"/>
                </a:lnTo>
                <a:lnTo>
                  <a:pt x="1061839" y="56757"/>
                </a:lnTo>
                <a:lnTo>
                  <a:pt x="1062255" y="56686"/>
                </a:lnTo>
                <a:lnTo>
                  <a:pt x="1062677" y="56622"/>
                </a:lnTo>
                <a:lnTo>
                  <a:pt x="1063104" y="56565"/>
                </a:lnTo>
                <a:lnTo>
                  <a:pt x="1063536" y="56515"/>
                </a:lnTo>
                <a:lnTo>
                  <a:pt x="1063973" y="56471"/>
                </a:lnTo>
                <a:lnTo>
                  <a:pt x="1064416" y="56434"/>
                </a:lnTo>
                <a:lnTo>
                  <a:pt x="1064863" y="56404"/>
                </a:lnTo>
                <a:lnTo>
                  <a:pt x="1065316" y="56380"/>
                </a:lnTo>
                <a:lnTo>
                  <a:pt x="1065774" y="56363"/>
                </a:lnTo>
                <a:lnTo>
                  <a:pt x="1066237" y="56353"/>
                </a:lnTo>
                <a:lnTo>
                  <a:pt x="1066705" y="56350"/>
                </a:lnTo>
                <a:lnTo>
                  <a:pt x="1067214" y="56354"/>
                </a:lnTo>
                <a:lnTo>
                  <a:pt x="1067716" y="56367"/>
                </a:lnTo>
                <a:lnTo>
                  <a:pt x="1068213" y="56390"/>
                </a:lnTo>
                <a:lnTo>
                  <a:pt x="1068703" y="56420"/>
                </a:lnTo>
                <a:lnTo>
                  <a:pt x="1069188" y="56460"/>
                </a:lnTo>
                <a:lnTo>
                  <a:pt x="1069667" y="56509"/>
                </a:lnTo>
                <a:lnTo>
                  <a:pt x="1070140" y="56566"/>
                </a:lnTo>
                <a:lnTo>
                  <a:pt x="1070607" y="56632"/>
                </a:lnTo>
                <a:lnTo>
                  <a:pt x="1071069" y="56707"/>
                </a:lnTo>
                <a:lnTo>
                  <a:pt x="1071524" y="56791"/>
                </a:lnTo>
                <a:lnTo>
                  <a:pt x="1071973" y="56884"/>
                </a:lnTo>
                <a:lnTo>
                  <a:pt x="1072417" y="56986"/>
                </a:lnTo>
                <a:lnTo>
                  <a:pt x="1072855" y="57096"/>
                </a:lnTo>
                <a:lnTo>
                  <a:pt x="1073287" y="57215"/>
                </a:lnTo>
                <a:lnTo>
                  <a:pt x="1073713" y="57343"/>
                </a:lnTo>
                <a:lnTo>
                  <a:pt x="1074133" y="57480"/>
                </a:lnTo>
                <a:lnTo>
                  <a:pt x="1074547" y="57626"/>
                </a:lnTo>
                <a:lnTo>
                  <a:pt x="1074955" y="57780"/>
                </a:lnTo>
                <a:lnTo>
                  <a:pt x="1075357" y="57944"/>
                </a:lnTo>
                <a:lnTo>
                  <a:pt x="1075754" y="58116"/>
                </a:lnTo>
                <a:lnTo>
                  <a:pt x="1076145" y="58297"/>
                </a:lnTo>
                <a:lnTo>
                  <a:pt x="1076529" y="58487"/>
                </a:lnTo>
                <a:lnTo>
                  <a:pt x="1076908" y="58685"/>
                </a:lnTo>
                <a:lnTo>
                  <a:pt x="1077281" y="58893"/>
                </a:lnTo>
                <a:lnTo>
                  <a:pt x="1077648" y="59108"/>
                </a:lnTo>
                <a:lnTo>
                  <a:pt x="1078010" y="59330"/>
                </a:lnTo>
                <a:lnTo>
                  <a:pt x="1078367" y="59558"/>
                </a:lnTo>
                <a:lnTo>
                  <a:pt x="1078717" y="59792"/>
                </a:lnTo>
                <a:lnTo>
                  <a:pt x="1079063" y="60033"/>
                </a:lnTo>
                <a:lnTo>
                  <a:pt x="1079403" y="60280"/>
                </a:lnTo>
                <a:lnTo>
                  <a:pt x="1079737" y="60534"/>
                </a:lnTo>
                <a:lnTo>
                  <a:pt x="1080066" y="60794"/>
                </a:lnTo>
                <a:lnTo>
                  <a:pt x="1080390" y="61061"/>
                </a:lnTo>
                <a:lnTo>
                  <a:pt x="1080708" y="61334"/>
                </a:lnTo>
                <a:lnTo>
                  <a:pt x="1081021" y="61614"/>
                </a:lnTo>
                <a:lnTo>
                  <a:pt x="1081328" y="61900"/>
                </a:lnTo>
                <a:lnTo>
                  <a:pt x="1081629" y="62193"/>
                </a:lnTo>
                <a:lnTo>
                  <a:pt x="1081926" y="62491"/>
                </a:lnTo>
                <a:lnTo>
                  <a:pt x="1082216" y="62797"/>
                </a:lnTo>
                <a:lnTo>
                  <a:pt x="1082502" y="63109"/>
                </a:lnTo>
                <a:lnTo>
                  <a:pt x="1082781" y="63427"/>
                </a:lnTo>
                <a:lnTo>
                  <a:pt x="1083056" y="63752"/>
                </a:lnTo>
                <a:lnTo>
                  <a:pt x="1083325" y="64083"/>
                </a:lnTo>
                <a:lnTo>
                  <a:pt x="1083588" y="64421"/>
                </a:lnTo>
                <a:lnTo>
                  <a:pt x="1083846" y="64765"/>
                </a:lnTo>
                <a:lnTo>
                  <a:pt x="1084099" y="65115"/>
                </a:lnTo>
                <a:lnTo>
                  <a:pt x="1084346" y="65472"/>
                </a:lnTo>
                <a:lnTo>
                  <a:pt x="1084587" y="65836"/>
                </a:lnTo>
                <a:lnTo>
                  <a:pt x="1084823" y="66205"/>
                </a:lnTo>
                <a:lnTo>
                  <a:pt x="1085054" y="66578"/>
                </a:lnTo>
                <a:lnTo>
                  <a:pt x="1085280" y="66957"/>
                </a:lnTo>
                <a:lnTo>
                  <a:pt x="1085501" y="67340"/>
                </a:lnTo>
                <a:lnTo>
                  <a:pt x="1085717" y="67728"/>
                </a:lnTo>
                <a:lnTo>
                  <a:pt x="1085927" y="68121"/>
                </a:lnTo>
                <a:lnTo>
                  <a:pt x="1086132" y="68519"/>
                </a:lnTo>
                <a:lnTo>
                  <a:pt x="1086332" y="68921"/>
                </a:lnTo>
                <a:lnTo>
                  <a:pt x="1086527" y="69328"/>
                </a:lnTo>
                <a:lnTo>
                  <a:pt x="1086716" y="69740"/>
                </a:lnTo>
                <a:lnTo>
                  <a:pt x="1086901" y="70157"/>
                </a:lnTo>
                <a:lnTo>
                  <a:pt x="1087080" y="70579"/>
                </a:lnTo>
                <a:lnTo>
                  <a:pt x="1087254" y="71005"/>
                </a:lnTo>
                <a:lnTo>
                  <a:pt x="1087423" y="71436"/>
                </a:lnTo>
                <a:lnTo>
                  <a:pt x="1087586" y="71871"/>
                </a:lnTo>
                <a:lnTo>
                  <a:pt x="1087745" y="72312"/>
                </a:lnTo>
                <a:lnTo>
                  <a:pt x="1087898" y="72757"/>
                </a:lnTo>
                <a:lnTo>
                  <a:pt x="1088046" y="73207"/>
                </a:lnTo>
                <a:lnTo>
                  <a:pt x="1088189" y="73662"/>
                </a:lnTo>
                <a:lnTo>
                  <a:pt x="1088327" y="74122"/>
                </a:lnTo>
                <a:lnTo>
                  <a:pt x="1088459" y="74586"/>
                </a:lnTo>
                <a:lnTo>
                  <a:pt x="1088586" y="75055"/>
                </a:lnTo>
                <a:lnTo>
                  <a:pt x="1088709" y="75529"/>
                </a:lnTo>
                <a:lnTo>
                  <a:pt x="1088826" y="76008"/>
                </a:lnTo>
                <a:lnTo>
                  <a:pt x="1088938" y="76490"/>
                </a:lnTo>
                <a:lnTo>
                  <a:pt x="1089045" y="76975"/>
                </a:lnTo>
                <a:lnTo>
                  <a:pt x="1089147" y="77463"/>
                </a:lnTo>
                <a:lnTo>
                  <a:pt x="1089245" y="77953"/>
                </a:lnTo>
                <a:lnTo>
                  <a:pt x="1089338" y="78446"/>
                </a:lnTo>
                <a:lnTo>
                  <a:pt x="1089426" y="78942"/>
                </a:lnTo>
                <a:lnTo>
                  <a:pt x="1089509" y="79440"/>
                </a:lnTo>
                <a:lnTo>
                  <a:pt x="1089588" y="79941"/>
                </a:lnTo>
                <a:lnTo>
                  <a:pt x="1089662" y="80445"/>
                </a:lnTo>
                <a:lnTo>
                  <a:pt x="1089731" y="80951"/>
                </a:lnTo>
                <a:lnTo>
                  <a:pt x="1089795" y="81460"/>
                </a:lnTo>
                <a:lnTo>
                  <a:pt x="1089855" y="81972"/>
                </a:lnTo>
                <a:lnTo>
                  <a:pt x="1089910" y="82486"/>
                </a:lnTo>
                <a:lnTo>
                  <a:pt x="1089960" y="83003"/>
                </a:lnTo>
                <a:lnTo>
                  <a:pt x="1090005" y="83523"/>
                </a:lnTo>
                <a:lnTo>
                  <a:pt x="1090045" y="84045"/>
                </a:lnTo>
                <a:lnTo>
                  <a:pt x="1090081" y="84570"/>
                </a:lnTo>
                <a:lnTo>
                  <a:pt x="1090112" y="85097"/>
                </a:lnTo>
                <a:lnTo>
                  <a:pt x="1090138" y="85628"/>
                </a:lnTo>
                <a:lnTo>
                  <a:pt x="1090160" y="86161"/>
                </a:lnTo>
                <a:lnTo>
                  <a:pt x="1090177" y="86696"/>
                </a:lnTo>
                <a:lnTo>
                  <a:pt x="1090188" y="87234"/>
                </a:lnTo>
                <a:lnTo>
                  <a:pt x="1090196" y="87775"/>
                </a:lnTo>
                <a:lnTo>
                  <a:pt x="1090198" y="88319"/>
                </a:lnTo>
                <a:lnTo>
                  <a:pt x="1090198" y="90014"/>
                </a:lnTo>
                <a:lnTo>
                  <a:pt x="1090196" y="90558"/>
                </a:lnTo>
                <a:lnTo>
                  <a:pt x="1090188" y="91099"/>
                </a:lnTo>
                <a:lnTo>
                  <a:pt x="1090177" y="91637"/>
                </a:lnTo>
                <a:lnTo>
                  <a:pt x="1090160" y="92173"/>
                </a:lnTo>
                <a:lnTo>
                  <a:pt x="1090138" y="92706"/>
                </a:lnTo>
                <a:lnTo>
                  <a:pt x="1090112" y="93236"/>
                </a:lnTo>
                <a:lnTo>
                  <a:pt x="1090081" y="93764"/>
                </a:lnTo>
                <a:lnTo>
                  <a:pt x="1090045" y="94289"/>
                </a:lnTo>
                <a:lnTo>
                  <a:pt x="1090005" y="94811"/>
                </a:lnTo>
                <a:lnTo>
                  <a:pt x="1089960" y="95331"/>
                </a:lnTo>
                <a:lnTo>
                  <a:pt x="1089910" y="95847"/>
                </a:lnTo>
                <a:lnTo>
                  <a:pt x="1089855" y="96362"/>
                </a:lnTo>
                <a:lnTo>
                  <a:pt x="1089795" y="96873"/>
                </a:lnTo>
                <a:lnTo>
                  <a:pt x="1089731" y="97382"/>
                </a:lnTo>
                <a:lnTo>
                  <a:pt x="1089662" y="97889"/>
                </a:lnTo>
                <a:lnTo>
                  <a:pt x="1089588" y="98392"/>
                </a:lnTo>
                <a:lnTo>
                  <a:pt x="1089509" y="98893"/>
                </a:lnTo>
                <a:lnTo>
                  <a:pt x="1089426" y="99392"/>
                </a:lnTo>
                <a:lnTo>
                  <a:pt x="1089338" y="99887"/>
                </a:lnTo>
                <a:lnTo>
                  <a:pt x="1089245" y="100380"/>
                </a:lnTo>
                <a:lnTo>
                  <a:pt x="1089147" y="100871"/>
                </a:lnTo>
                <a:lnTo>
                  <a:pt x="1089045" y="101358"/>
                </a:lnTo>
                <a:lnTo>
                  <a:pt x="1088938" y="101843"/>
                </a:lnTo>
                <a:lnTo>
                  <a:pt x="1088826" y="102326"/>
                </a:lnTo>
                <a:lnTo>
                  <a:pt x="1088709" y="102804"/>
                </a:lnTo>
                <a:lnTo>
                  <a:pt x="1088586" y="103279"/>
                </a:lnTo>
                <a:lnTo>
                  <a:pt x="1088459" y="103748"/>
                </a:lnTo>
                <a:lnTo>
                  <a:pt x="1088327" y="104213"/>
                </a:lnTo>
                <a:lnTo>
                  <a:pt x="1088189" y="104673"/>
                </a:lnTo>
                <a:lnTo>
                  <a:pt x="1088046" y="105129"/>
                </a:lnTo>
                <a:lnTo>
                  <a:pt x="1087898" y="105580"/>
                </a:lnTo>
                <a:lnTo>
                  <a:pt x="1087745" y="106026"/>
                </a:lnTo>
                <a:lnTo>
                  <a:pt x="1087586" y="106468"/>
                </a:lnTo>
                <a:lnTo>
                  <a:pt x="1087423" y="106905"/>
                </a:lnTo>
                <a:lnTo>
                  <a:pt x="1087254" y="107337"/>
                </a:lnTo>
                <a:lnTo>
                  <a:pt x="1087080" y="107765"/>
                </a:lnTo>
                <a:lnTo>
                  <a:pt x="1086901" y="108188"/>
                </a:lnTo>
                <a:lnTo>
                  <a:pt x="1086716" y="108607"/>
                </a:lnTo>
                <a:lnTo>
                  <a:pt x="1086527" y="109021"/>
                </a:lnTo>
                <a:lnTo>
                  <a:pt x="1086332" y="109430"/>
                </a:lnTo>
                <a:lnTo>
                  <a:pt x="1086132" y="109835"/>
                </a:lnTo>
                <a:lnTo>
                  <a:pt x="1085927" y="110235"/>
                </a:lnTo>
                <a:lnTo>
                  <a:pt x="1085717" y="110630"/>
                </a:lnTo>
                <a:lnTo>
                  <a:pt x="1085501" y="111021"/>
                </a:lnTo>
                <a:lnTo>
                  <a:pt x="1085280" y="111407"/>
                </a:lnTo>
                <a:lnTo>
                  <a:pt x="1085054" y="111789"/>
                </a:lnTo>
                <a:lnTo>
                  <a:pt x="1084823" y="112166"/>
                </a:lnTo>
                <a:lnTo>
                  <a:pt x="1084587" y="112538"/>
                </a:lnTo>
                <a:lnTo>
                  <a:pt x="1084346" y="112905"/>
                </a:lnTo>
                <a:lnTo>
                  <a:pt x="1084099" y="113265"/>
                </a:lnTo>
                <a:lnTo>
                  <a:pt x="1083847" y="113619"/>
                </a:lnTo>
                <a:lnTo>
                  <a:pt x="1083589" y="113965"/>
                </a:lnTo>
                <a:lnTo>
                  <a:pt x="1083326" y="114306"/>
                </a:lnTo>
                <a:lnTo>
                  <a:pt x="1083058" y="114640"/>
                </a:lnTo>
                <a:lnTo>
                  <a:pt x="1082785" y="114967"/>
                </a:lnTo>
                <a:lnTo>
                  <a:pt x="1082506" y="115287"/>
                </a:lnTo>
                <a:lnTo>
                  <a:pt x="1082222" y="115601"/>
                </a:lnTo>
                <a:lnTo>
                  <a:pt x="1081933" y="115909"/>
                </a:lnTo>
                <a:lnTo>
                  <a:pt x="1081638" y="116210"/>
                </a:lnTo>
                <a:lnTo>
                  <a:pt x="1081338" y="116504"/>
                </a:lnTo>
                <a:lnTo>
                  <a:pt x="1081032" y="116792"/>
                </a:lnTo>
                <a:lnTo>
                  <a:pt x="1080722" y="117073"/>
                </a:lnTo>
                <a:lnTo>
                  <a:pt x="1080406" y="117347"/>
                </a:lnTo>
                <a:lnTo>
                  <a:pt x="1080084" y="117615"/>
                </a:lnTo>
                <a:lnTo>
                  <a:pt x="1079758" y="117877"/>
                </a:lnTo>
                <a:lnTo>
                  <a:pt x="1079425" y="118131"/>
                </a:lnTo>
                <a:lnTo>
                  <a:pt x="1079088" y="118379"/>
                </a:lnTo>
                <a:lnTo>
                  <a:pt x="1078745" y="118621"/>
                </a:lnTo>
                <a:lnTo>
                  <a:pt x="1078397" y="118856"/>
                </a:lnTo>
                <a:lnTo>
                  <a:pt x="1078044" y="119084"/>
                </a:lnTo>
                <a:lnTo>
                  <a:pt x="1077685" y="119306"/>
                </a:lnTo>
                <a:lnTo>
                  <a:pt x="1077321" y="119521"/>
                </a:lnTo>
                <a:lnTo>
                  <a:pt x="1076952" y="119729"/>
                </a:lnTo>
                <a:lnTo>
                  <a:pt x="1076577" y="119927"/>
                </a:lnTo>
                <a:lnTo>
                  <a:pt x="1076196" y="120117"/>
                </a:lnTo>
                <a:lnTo>
                  <a:pt x="1075809" y="120298"/>
                </a:lnTo>
                <a:lnTo>
                  <a:pt x="1075416" y="120471"/>
                </a:lnTo>
                <a:lnTo>
                  <a:pt x="1075018" y="120634"/>
                </a:lnTo>
                <a:lnTo>
                  <a:pt x="1074614" y="120788"/>
                </a:lnTo>
                <a:lnTo>
                  <a:pt x="1074204" y="120934"/>
                </a:lnTo>
                <a:lnTo>
                  <a:pt x="1073789" y="121071"/>
                </a:lnTo>
                <a:lnTo>
                  <a:pt x="1073368" y="121199"/>
                </a:lnTo>
                <a:lnTo>
                  <a:pt x="1072941" y="121318"/>
                </a:lnTo>
                <a:lnTo>
                  <a:pt x="1072508" y="121429"/>
                </a:lnTo>
                <a:lnTo>
                  <a:pt x="1072069" y="121530"/>
                </a:lnTo>
                <a:lnTo>
                  <a:pt x="1071625" y="121623"/>
                </a:lnTo>
                <a:lnTo>
                  <a:pt x="1071175" y="121707"/>
                </a:lnTo>
                <a:lnTo>
                  <a:pt x="1070720" y="121782"/>
                </a:lnTo>
                <a:lnTo>
                  <a:pt x="1070258" y="121848"/>
                </a:lnTo>
                <a:lnTo>
                  <a:pt x="1069791" y="121905"/>
                </a:lnTo>
                <a:lnTo>
                  <a:pt x="1069318" y="121954"/>
                </a:lnTo>
                <a:lnTo>
                  <a:pt x="1068839" y="121994"/>
                </a:lnTo>
                <a:lnTo>
                  <a:pt x="1068355" y="122025"/>
                </a:lnTo>
                <a:lnTo>
                  <a:pt x="1067865" y="122047"/>
                </a:lnTo>
                <a:lnTo>
                  <a:pt x="1067369" y="122060"/>
                </a:lnTo>
                <a:lnTo>
                  <a:pt x="1066867" y="122064"/>
                </a:lnTo>
                <a:lnTo>
                  <a:pt x="1066259" y="122059"/>
                </a:lnTo>
                <a:lnTo>
                  <a:pt x="1065660" y="122043"/>
                </a:lnTo>
                <a:lnTo>
                  <a:pt x="1065069" y="122017"/>
                </a:lnTo>
                <a:lnTo>
                  <a:pt x="1064488" y="121980"/>
                </a:lnTo>
                <a:lnTo>
                  <a:pt x="1063914" y="121933"/>
                </a:lnTo>
                <a:lnTo>
                  <a:pt x="1063350" y="121875"/>
                </a:lnTo>
                <a:lnTo>
                  <a:pt x="1062794" y="121807"/>
                </a:lnTo>
                <a:lnTo>
                  <a:pt x="1062247" y="121728"/>
                </a:lnTo>
                <a:lnTo>
                  <a:pt x="1061709" y="121639"/>
                </a:lnTo>
                <a:lnTo>
                  <a:pt x="1061179" y="121539"/>
                </a:lnTo>
                <a:lnTo>
                  <a:pt x="1060658" y="121428"/>
                </a:lnTo>
                <a:lnTo>
                  <a:pt x="1060146" y="121307"/>
                </a:lnTo>
                <a:lnTo>
                  <a:pt x="1059642" y="121176"/>
                </a:lnTo>
                <a:lnTo>
                  <a:pt x="1059148" y="121034"/>
                </a:lnTo>
                <a:lnTo>
                  <a:pt x="1058661" y="120882"/>
                </a:lnTo>
                <a:lnTo>
                  <a:pt x="1058184" y="120719"/>
                </a:lnTo>
                <a:lnTo>
                  <a:pt x="1057715" y="120545"/>
                </a:lnTo>
                <a:lnTo>
                  <a:pt x="1057255" y="120361"/>
                </a:lnTo>
                <a:lnTo>
                  <a:pt x="1056803" y="120167"/>
                </a:lnTo>
                <a:lnTo>
                  <a:pt x="1056361" y="119962"/>
                </a:lnTo>
                <a:lnTo>
                  <a:pt x="1055927" y="119746"/>
                </a:lnTo>
                <a:lnTo>
                  <a:pt x="1055501" y="119520"/>
                </a:lnTo>
                <a:lnTo>
                  <a:pt x="1055085" y="119284"/>
                </a:lnTo>
                <a:lnTo>
                  <a:pt x="1054677" y="119037"/>
                </a:lnTo>
                <a:lnTo>
                  <a:pt x="1054276" y="118781"/>
                </a:lnTo>
                <a:lnTo>
                  <a:pt x="1053883" y="118519"/>
                </a:lnTo>
                <a:lnTo>
                  <a:pt x="1053496" y="118250"/>
                </a:lnTo>
                <a:lnTo>
                  <a:pt x="1053116" y="117974"/>
                </a:lnTo>
                <a:lnTo>
                  <a:pt x="1052742" y="117691"/>
                </a:lnTo>
                <a:lnTo>
                  <a:pt x="1052376" y="117402"/>
                </a:lnTo>
                <a:lnTo>
                  <a:pt x="1052016" y="117106"/>
                </a:lnTo>
                <a:lnTo>
                  <a:pt x="1051663" y="116803"/>
                </a:lnTo>
                <a:lnTo>
                  <a:pt x="1051316" y="116494"/>
                </a:lnTo>
                <a:lnTo>
                  <a:pt x="1050976" y="116178"/>
                </a:lnTo>
                <a:lnTo>
                  <a:pt x="1050643" y="115855"/>
                </a:lnTo>
                <a:lnTo>
                  <a:pt x="1050317" y="115525"/>
                </a:lnTo>
                <a:lnTo>
                  <a:pt x="1049998" y="115189"/>
                </a:lnTo>
                <a:lnTo>
                  <a:pt x="1049685" y="114846"/>
                </a:lnTo>
                <a:lnTo>
                  <a:pt x="1049379" y="114496"/>
                </a:lnTo>
                <a:lnTo>
                  <a:pt x="1049079" y="114139"/>
                </a:lnTo>
                <a:lnTo>
                  <a:pt x="1048787" y="113776"/>
                </a:lnTo>
                <a:lnTo>
                  <a:pt x="1048501" y="113406"/>
                </a:lnTo>
                <a:lnTo>
                  <a:pt x="1048222" y="113029"/>
                </a:lnTo>
                <a:lnTo>
                  <a:pt x="1047949" y="112646"/>
                </a:lnTo>
                <a:lnTo>
                  <a:pt x="1047683" y="112256"/>
                </a:lnTo>
                <a:lnTo>
                  <a:pt x="1047424" y="111859"/>
                </a:lnTo>
                <a:lnTo>
                  <a:pt x="1047172" y="111455"/>
                </a:lnTo>
                <a:lnTo>
                  <a:pt x="1046926" y="111045"/>
                </a:lnTo>
                <a:lnTo>
                  <a:pt x="1046687" y="110630"/>
                </a:lnTo>
                <a:lnTo>
                  <a:pt x="1046451" y="110212"/>
                </a:lnTo>
                <a:lnTo>
                  <a:pt x="1046361" y="110049"/>
                </a:lnTo>
                <a:lnTo>
                  <a:pt x="1046361" y="68394"/>
                </a:lnTo>
                <a:lnTo>
                  <a:pt x="1046442" y="68249"/>
                </a:lnTo>
                <a:lnTo>
                  <a:pt x="1046626" y="67928"/>
                </a:lnTo>
                <a:lnTo>
                  <a:pt x="1046813" y="67611"/>
                </a:lnTo>
                <a:lnTo>
                  <a:pt x="1047004" y="67297"/>
                </a:lnTo>
                <a:lnTo>
                  <a:pt x="1047199" y="66986"/>
                </a:lnTo>
                <a:close/>
                <a:moveTo>
                  <a:pt x="1178422" y="23523"/>
                </a:moveTo>
                <a:lnTo>
                  <a:pt x="1178464" y="23793"/>
                </a:lnTo>
                <a:lnTo>
                  <a:pt x="1178514" y="24059"/>
                </a:lnTo>
                <a:lnTo>
                  <a:pt x="1178572" y="24322"/>
                </a:lnTo>
                <a:lnTo>
                  <a:pt x="1178638" y="24582"/>
                </a:lnTo>
                <a:lnTo>
                  <a:pt x="1178711" y="24838"/>
                </a:lnTo>
                <a:lnTo>
                  <a:pt x="1178792" y="25090"/>
                </a:lnTo>
                <a:lnTo>
                  <a:pt x="1178880" y="25339"/>
                </a:lnTo>
                <a:lnTo>
                  <a:pt x="1178977" y="25585"/>
                </a:lnTo>
                <a:lnTo>
                  <a:pt x="1179081" y="25827"/>
                </a:lnTo>
                <a:lnTo>
                  <a:pt x="1179193" y="26065"/>
                </a:lnTo>
                <a:lnTo>
                  <a:pt x="1179312" y="26300"/>
                </a:lnTo>
                <a:lnTo>
                  <a:pt x="1179439" y="26532"/>
                </a:lnTo>
                <a:lnTo>
                  <a:pt x="1179574" y="26760"/>
                </a:lnTo>
                <a:lnTo>
                  <a:pt x="1179717" y="26984"/>
                </a:lnTo>
                <a:lnTo>
                  <a:pt x="1179867" y="27205"/>
                </a:lnTo>
                <a:lnTo>
                  <a:pt x="1180025" y="27422"/>
                </a:lnTo>
                <a:lnTo>
                  <a:pt x="1180191" y="27636"/>
                </a:lnTo>
                <a:lnTo>
                  <a:pt x="1180364" y="27847"/>
                </a:lnTo>
                <a:lnTo>
                  <a:pt x="1180545" y="28054"/>
                </a:lnTo>
                <a:lnTo>
                  <a:pt x="1180734" y="28255"/>
                </a:lnTo>
                <a:lnTo>
                  <a:pt x="1180930" y="28447"/>
                </a:lnTo>
                <a:lnTo>
                  <a:pt x="1181134" y="28631"/>
                </a:lnTo>
                <a:lnTo>
                  <a:pt x="1181345" y="28806"/>
                </a:lnTo>
                <a:lnTo>
                  <a:pt x="1181563" y="28973"/>
                </a:lnTo>
                <a:lnTo>
                  <a:pt x="1181789" y="29131"/>
                </a:lnTo>
                <a:lnTo>
                  <a:pt x="1182022" y="29281"/>
                </a:lnTo>
                <a:lnTo>
                  <a:pt x="1182263" y="29422"/>
                </a:lnTo>
                <a:lnTo>
                  <a:pt x="1182511" y="29554"/>
                </a:lnTo>
                <a:lnTo>
                  <a:pt x="1182767" y="29678"/>
                </a:lnTo>
                <a:lnTo>
                  <a:pt x="1183030" y="29794"/>
                </a:lnTo>
                <a:lnTo>
                  <a:pt x="1183300" y="29901"/>
                </a:lnTo>
                <a:lnTo>
                  <a:pt x="1183578" y="29999"/>
                </a:lnTo>
                <a:lnTo>
                  <a:pt x="1183863" y="30089"/>
                </a:lnTo>
                <a:lnTo>
                  <a:pt x="1184156" y="30170"/>
                </a:lnTo>
                <a:lnTo>
                  <a:pt x="1184456" y="30242"/>
                </a:lnTo>
                <a:lnTo>
                  <a:pt x="1184764" y="30307"/>
                </a:lnTo>
                <a:lnTo>
                  <a:pt x="1185079" y="30362"/>
                </a:lnTo>
                <a:lnTo>
                  <a:pt x="1185401" y="30409"/>
                </a:lnTo>
                <a:lnTo>
                  <a:pt x="1185731" y="30448"/>
                </a:lnTo>
                <a:lnTo>
                  <a:pt x="1186068" y="30478"/>
                </a:lnTo>
                <a:lnTo>
                  <a:pt x="1186413" y="30499"/>
                </a:lnTo>
                <a:lnTo>
                  <a:pt x="1186765" y="30512"/>
                </a:lnTo>
                <a:lnTo>
                  <a:pt x="1187125" y="30516"/>
                </a:lnTo>
                <a:lnTo>
                  <a:pt x="1187478" y="30512"/>
                </a:lnTo>
                <a:lnTo>
                  <a:pt x="1187824" y="30499"/>
                </a:lnTo>
                <a:lnTo>
                  <a:pt x="1188164" y="30478"/>
                </a:lnTo>
                <a:lnTo>
                  <a:pt x="1188496" y="30448"/>
                </a:lnTo>
                <a:lnTo>
                  <a:pt x="1188822" y="30409"/>
                </a:lnTo>
                <a:lnTo>
                  <a:pt x="1189141" y="30362"/>
                </a:lnTo>
                <a:lnTo>
                  <a:pt x="1189453" y="30307"/>
                </a:lnTo>
                <a:lnTo>
                  <a:pt x="1189758" y="30242"/>
                </a:lnTo>
                <a:lnTo>
                  <a:pt x="1190056" y="30170"/>
                </a:lnTo>
                <a:lnTo>
                  <a:pt x="1190347" y="30089"/>
                </a:lnTo>
                <a:lnTo>
                  <a:pt x="1190632" y="29999"/>
                </a:lnTo>
                <a:lnTo>
                  <a:pt x="1190909" y="29901"/>
                </a:lnTo>
                <a:lnTo>
                  <a:pt x="1191180" y="29794"/>
                </a:lnTo>
                <a:lnTo>
                  <a:pt x="1191444" y="29678"/>
                </a:lnTo>
                <a:lnTo>
                  <a:pt x="1191701" y="29554"/>
                </a:lnTo>
                <a:lnTo>
                  <a:pt x="1191951" y="29422"/>
                </a:lnTo>
                <a:lnTo>
                  <a:pt x="1192194" y="29281"/>
                </a:lnTo>
                <a:lnTo>
                  <a:pt x="1192430" y="29131"/>
                </a:lnTo>
                <a:lnTo>
                  <a:pt x="1192660" y="28973"/>
                </a:lnTo>
                <a:lnTo>
                  <a:pt x="1192883" y="28806"/>
                </a:lnTo>
                <a:lnTo>
                  <a:pt x="1193098" y="28631"/>
                </a:lnTo>
                <a:lnTo>
                  <a:pt x="1193307" y="28447"/>
                </a:lnTo>
                <a:lnTo>
                  <a:pt x="1193509" y="28255"/>
                </a:lnTo>
                <a:lnTo>
                  <a:pt x="1193704" y="28054"/>
                </a:lnTo>
                <a:lnTo>
                  <a:pt x="1193892" y="27847"/>
                </a:lnTo>
                <a:lnTo>
                  <a:pt x="1194072" y="27636"/>
                </a:lnTo>
                <a:lnTo>
                  <a:pt x="1194244" y="27422"/>
                </a:lnTo>
                <a:lnTo>
                  <a:pt x="1194407" y="27205"/>
                </a:lnTo>
                <a:lnTo>
                  <a:pt x="1194563" y="26984"/>
                </a:lnTo>
                <a:lnTo>
                  <a:pt x="1194711" y="26760"/>
                </a:lnTo>
                <a:lnTo>
                  <a:pt x="1194851" y="26532"/>
                </a:lnTo>
                <a:lnTo>
                  <a:pt x="1194983" y="26300"/>
                </a:lnTo>
                <a:lnTo>
                  <a:pt x="1195107" y="26065"/>
                </a:lnTo>
                <a:lnTo>
                  <a:pt x="1195222" y="25827"/>
                </a:lnTo>
                <a:lnTo>
                  <a:pt x="1195330" y="25585"/>
                </a:lnTo>
                <a:lnTo>
                  <a:pt x="1195430" y="25339"/>
                </a:lnTo>
                <a:lnTo>
                  <a:pt x="1195522" y="25090"/>
                </a:lnTo>
                <a:lnTo>
                  <a:pt x="1195606" y="24838"/>
                </a:lnTo>
                <a:lnTo>
                  <a:pt x="1195682" y="24582"/>
                </a:lnTo>
                <a:lnTo>
                  <a:pt x="1195750" y="24322"/>
                </a:lnTo>
                <a:lnTo>
                  <a:pt x="1195810" y="24059"/>
                </a:lnTo>
                <a:lnTo>
                  <a:pt x="1195861" y="23793"/>
                </a:lnTo>
                <a:lnTo>
                  <a:pt x="1195905" y="23523"/>
                </a:lnTo>
                <a:lnTo>
                  <a:pt x="1195941" y="23249"/>
                </a:lnTo>
                <a:lnTo>
                  <a:pt x="1195969" y="22972"/>
                </a:lnTo>
                <a:lnTo>
                  <a:pt x="1195989" y="22692"/>
                </a:lnTo>
                <a:lnTo>
                  <a:pt x="1196001" y="22408"/>
                </a:lnTo>
                <a:lnTo>
                  <a:pt x="1196005" y="22120"/>
                </a:lnTo>
                <a:lnTo>
                  <a:pt x="1196001" y="21819"/>
                </a:lnTo>
                <a:lnTo>
                  <a:pt x="1195989" y="21522"/>
                </a:lnTo>
                <a:lnTo>
                  <a:pt x="1195969" y="21230"/>
                </a:lnTo>
                <a:lnTo>
                  <a:pt x="1195941" y="20941"/>
                </a:lnTo>
                <a:lnTo>
                  <a:pt x="1195905" y="20655"/>
                </a:lnTo>
                <a:lnTo>
                  <a:pt x="1195861" y="20374"/>
                </a:lnTo>
                <a:lnTo>
                  <a:pt x="1195810" y="20097"/>
                </a:lnTo>
                <a:lnTo>
                  <a:pt x="1195750" y="19824"/>
                </a:lnTo>
                <a:lnTo>
                  <a:pt x="1195682" y="19554"/>
                </a:lnTo>
                <a:lnTo>
                  <a:pt x="1195606" y="19289"/>
                </a:lnTo>
                <a:lnTo>
                  <a:pt x="1195522" y="19027"/>
                </a:lnTo>
                <a:lnTo>
                  <a:pt x="1195430" y="18770"/>
                </a:lnTo>
                <a:lnTo>
                  <a:pt x="1195330" y="18516"/>
                </a:lnTo>
                <a:lnTo>
                  <a:pt x="1195222" y="18266"/>
                </a:lnTo>
                <a:lnTo>
                  <a:pt x="1195107" y="18021"/>
                </a:lnTo>
                <a:lnTo>
                  <a:pt x="1194983" y="17779"/>
                </a:lnTo>
                <a:lnTo>
                  <a:pt x="1194851" y="17541"/>
                </a:lnTo>
                <a:lnTo>
                  <a:pt x="1194711" y="17307"/>
                </a:lnTo>
                <a:lnTo>
                  <a:pt x="1194563" y="17076"/>
                </a:lnTo>
                <a:lnTo>
                  <a:pt x="1194407" y="16850"/>
                </a:lnTo>
                <a:lnTo>
                  <a:pt x="1194244" y="16628"/>
                </a:lnTo>
                <a:lnTo>
                  <a:pt x="1194072" y="16410"/>
                </a:lnTo>
                <a:lnTo>
                  <a:pt x="1193892" y="16195"/>
                </a:lnTo>
                <a:lnTo>
                  <a:pt x="1193704" y="15985"/>
                </a:lnTo>
                <a:lnTo>
                  <a:pt x="1193509" y="15780"/>
                </a:lnTo>
                <a:lnTo>
                  <a:pt x="1193307" y="15585"/>
                </a:lnTo>
                <a:lnTo>
                  <a:pt x="1193098" y="15398"/>
                </a:lnTo>
                <a:lnTo>
                  <a:pt x="1192883" y="15220"/>
                </a:lnTo>
                <a:lnTo>
                  <a:pt x="1192660" y="15050"/>
                </a:lnTo>
                <a:lnTo>
                  <a:pt x="1192430" y="14890"/>
                </a:lnTo>
                <a:lnTo>
                  <a:pt x="1192194" y="14738"/>
                </a:lnTo>
                <a:lnTo>
                  <a:pt x="1191951" y="14594"/>
                </a:lnTo>
                <a:lnTo>
                  <a:pt x="1191701" y="14460"/>
                </a:lnTo>
                <a:lnTo>
                  <a:pt x="1191444" y="14334"/>
                </a:lnTo>
                <a:lnTo>
                  <a:pt x="1191180" y="14216"/>
                </a:lnTo>
                <a:lnTo>
                  <a:pt x="1190909" y="14108"/>
                </a:lnTo>
                <a:lnTo>
                  <a:pt x="1190632" y="14008"/>
                </a:lnTo>
                <a:lnTo>
                  <a:pt x="1190347" y="13916"/>
                </a:lnTo>
                <a:lnTo>
                  <a:pt x="1190056" y="13834"/>
                </a:lnTo>
                <a:lnTo>
                  <a:pt x="1189758" y="13760"/>
                </a:lnTo>
                <a:lnTo>
                  <a:pt x="1189453" y="13695"/>
                </a:lnTo>
                <a:lnTo>
                  <a:pt x="1189141" y="13638"/>
                </a:lnTo>
                <a:lnTo>
                  <a:pt x="1188822" y="13591"/>
                </a:lnTo>
                <a:lnTo>
                  <a:pt x="1188496" y="13551"/>
                </a:lnTo>
                <a:lnTo>
                  <a:pt x="1188164" y="13521"/>
                </a:lnTo>
                <a:lnTo>
                  <a:pt x="1187824" y="13499"/>
                </a:lnTo>
                <a:lnTo>
                  <a:pt x="1187478" y="13486"/>
                </a:lnTo>
                <a:lnTo>
                  <a:pt x="1187125" y="13482"/>
                </a:lnTo>
                <a:lnTo>
                  <a:pt x="1186765" y="13486"/>
                </a:lnTo>
                <a:lnTo>
                  <a:pt x="1186413" y="13499"/>
                </a:lnTo>
                <a:lnTo>
                  <a:pt x="1186068" y="13521"/>
                </a:lnTo>
                <a:lnTo>
                  <a:pt x="1185731" y="13551"/>
                </a:lnTo>
                <a:lnTo>
                  <a:pt x="1185401" y="13591"/>
                </a:lnTo>
                <a:lnTo>
                  <a:pt x="1185079" y="13638"/>
                </a:lnTo>
                <a:lnTo>
                  <a:pt x="1184764" y="13695"/>
                </a:lnTo>
                <a:lnTo>
                  <a:pt x="1184456" y="13760"/>
                </a:lnTo>
                <a:lnTo>
                  <a:pt x="1184156" y="13834"/>
                </a:lnTo>
                <a:lnTo>
                  <a:pt x="1183863" y="13916"/>
                </a:lnTo>
                <a:lnTo>
                  <a:pt x="1183578" y="14008"/>
                </a:lnTo>
                <a:lnTo>
                  <a:pt x="1183300" y="14108"/>
                </a:lnTo>
                <a:lnTo>
                  <a:pt x="1183030" y="14216"/>
                </a:lnTo>
                <a:lnTo>
                  <a:pt x="1182767" y="14334"/>
                </a:lnTo>
                <a:lnTo>
                  <a:pt x="1182511" y="14460"/>
                </a:lnTo>
                <a:lnTo>
                  <a:pt x="1182263" y="14594"/>
                </a:lnTo>
                <a:lnTo>
                  <a:pt x="1182022" y="14738"/>
                </a:lnTo>
                <a:lnTo>
                  <a:pt x="1181789" y="14890"/>
                </a:lnTo>
                <a:lnTo>
                  <a:pt x="1181563" y="15050"/>
                </a:lnTo>
                <a:lnTo>
                  <a:pt x="1181345" y="15220"/>
                </a:lnTo>
                <a:lnTo>
                  <a:pt x="1181134" y="15398"/>
                </a:lnTo>
                <a:lnTo>
                  <a:pt x="1180930" y="15585"/>
                </a:lnTo>
                <a:lnTo>
                  <a:pt x="1180734" y="15780"/>
                </a:lnTo>
                <a:lnTo>
                  <a:pt x="1180545" y="15985"/>
                </a:lnTo>
                <a:lnTo>
                  <a:pt x="1180364" y="16195"/>
                </a:lnTo>
                <a:lnTo>
                  <a:pt x="1180191" y="16410"/>
                </a:lnTo>
                <a:lnTo>
                  <a:pt x="1180025" y="16628"/>
                </a:lnTo>
                <a:lnTo>
                  <a:pt x="1179867" y="16850"/>
                </a:lnTo>
                <a:lnTo>
                  <a:pt x="1179717" y="17076"/>
                </a:lnTo>
                <a:lnTo>
                  <a:pt x="1179574" y="17307"/>
                </a:lnTo>
                <a:lnTo>
                  <a:pt x="1179439" y="17541"/>
                </a:lnTo>
                <a:lnTo>
                  <a:pt x="1179312" y="17779"/>
                </a:lnTo>
                <a:lnTo>
                  <a:pt x="1179193" y="18021"/>
                </a:lnTo>
                <a:lnTo>
                  <a:pt x="1179081" y="18266"/>
                </a:lnTo>
                <a:lnTo>
                  <a:pt x="1178977" y="18516"/>
                </a:lnTo>
                <a:lnTo>
                  <a:pt x="1178880" y="18770"/>
                </a:lnTo>
                <a:lnTo>
                  <a:pt x="1178792" y="19027"/>
                </a:lnTo>
                <a:lnTo>
                  <a:pt x="1178711" y="19289"/>
                </a:lnTo>
                <a:lnTo>
                  <a:pt x="1178638" y="19554"/>
                </a:lnTo>
                <a:lnTo>
                  <a:pt x="1178572" y="19824"/>
                </a:lnTo>
                <a:lnTo>
                  <a:pt x="1178514" y="20097"/>
                </a:lnTo>
                <a:lnTo>
                  <a:pt x="1178464" y="20374"/>
                </a:lnTo>
                <a:lnTo>
                  <a:pt x="1178422" y="20655"/>
                </a:lnTo>
                <a:lnTo>
                  <a:pt x="1178387" y="20941"/>
                </a:lnTo>
                <a:lnTo>
                  <a:pt x="1178360" y="21230"/>
                </a:lnTo>
                <a:lnTo>
                  <a:pt x="1178341" y="21522"/>
                </a:lnTo>
                <a:lnTo>
                  <a:pt x="1178329" y="21819"/>
                </a:lnTo>
                <a:lnTo>
                  <a:pt x="1178325" y="22120"/>
                </a:lnTo>
                <a:lnTo>
                  <a:pt x="1178329" y="22408"/>
                </a:lnTo>
                <a:lnTo>
                  <a:pt x="1178341" y="22692"/>
                </a:lnTo>
                <a:lnTo>
                  <a:pt x="1178360" y="22972"/>
                </a:lnTo>
                <a:lnTo>
                  <a:pt x="1178387" y="23249"/>
                </a:lnTo>
                <a:lnTo>
                  <a:pt x="1178422" y="23523"/>
                </a:lnTo>
                <a:close/>
                <a:moveTo>
                  <a:pt x="1404147" y="23793"/>
                </a:moveTo>
                <a:lnTo>
                  <a:pt x="1404197" y="24059"/>
                </a:lnTo>
                <a:lnTo>
                  <a:pt x="1404255" y="24322"/>
                </a:lnTo>
                <a:lnTo>
                  <a:pt x="1404321" y="24582"/>
                </a:lnTo>
                <a:lnTo>
                  <a:pt x="1404394" y="24838"/>
                </a:lnTo>
                <a:lnTo>
                  <a:pt x="1404475" y="25090"/>
                </a:lnTo>
                <a:lnTo>
                  <a:pt x="1404563" y="25339"/>
                </a:lnTo>
                <a:lnTo>
                  <a:pt x="1404660" y="25585"/>
                </a:lnTo>
                <a:lnTo>
                  <a:pt x="1404764" y="25827"/>
                </a:lnTo>
                <a:lnTo>
                  <a:pt x="1404876" y="26065"/>
                </a:lnTo>
                <a:lnTo>
                  <a:pt x="1404995" y="26300"/>
                </a:lnTo>
                <a:lnTo>
                  <a:pt x="1405122" y="26532"/>
                </a:lnTo>
                <a:lnTo>
                  <a:pt x="1405257" y="26760"/>
                </a:lnTo>
                <a:lnTo>
                  <a:pt x="1405400" y="26984"/>
                </a:lnTo>
                <a:lnTo>
                  <a:pt x="1405550" y="27205"/>
                </a:lnTo>
                <a:lnTo>
                  <a:pt x="1405708" y="27422"/>
                </a:lnTo>
                <a:lnTo>
                  <a:pt x="1405874" y="27636"/>
                </a:lnTo>
                <a:lnTo>
                  <a:pt x="1406047" y="27847"/>
                </a:lnTo>
                <a:lnTo>
                  <a:pt x="1406228" y="28054"/>
                </a:lnTo>
                <a:lnTo>
                  <a:pt x="1406417" y="28255"/>
                </a:lnTo>
                <a:lnTo>
                  <a:pt x="1406613" y="28447"/>
                </a:lnTo>
                <a:lnTo>
                  <a:pt x="1406817" y="28631"/>
                </a:lnTo>
                <a:lnTo>
                  <a:pt x="1407028" y="28806"/>
                </a:lnTo>
                <a:lnTo>
                  <a:pt x="1407246" y="28973"/>
                </a:lnTo>
                <a:lnTo>
                  <a:pt x="1407472" y="29131"/>
                </a:lnTo>
                <a:lnTo>
                  <a:pt x="1407706" y="29281"/>
                </a:lnTo>
                <a:lnTo>
                  <a:pt x="1407946" y="29422"/>
                </a:lnTo>
                <a:lnTo>
                  <a:pt x="1408194" y="29554"/>
                </a:lnTo>
                <a:lnTo>
                  <a:pt x="1408450" y="29678"/>
                </a:lnTo>
                <a:lnTo>
                  <a:pt x="1408713" y="29794"/>
                </a:lnTo>
                <a:lnTo>
                  <a:pt x="1408983" y="29901"/>
                </a:lnTo>
                <a:lnTo>
                  <a:pt x="1409261" y="29999"/>
                </a:lnTo>
                <a:lnTo>
                  <a:pt x="1409547" y="30089"/>
                </a:lnTo>
                <a:lnTo>
                  <a:pt x="1409839" y="30170"/>
                </a:lnTo>
                <a:lnTo>
                  <a:pt x="1410139" y="30242"/>
                </a:lnTo>
                <a:lnTo>
                  <a:pt x="1410447" y="30307"/>
                </a:lnTo>
                <a:lnTo>
                  <a:pt x="1410762" y="30362"/>
                </a:lnTo>
                <a:lnTo>
                  <a:pt x="1411084" y="30409"/>
                </a:lnTo>
                <a:lnTo>
                  <a:pt x="1411414" y="30448"/>
                </a:lnTo>
                <a:lnTo>
                  <a:pt x="1411752" y="30478"/>
                </a:lnTo>
                <a:lnTo>
                  <a:pt x="1412096" y="30499"/>
                </a:lnTo>
                <a:lnTo>
                  <a:pt x="1412448" y="30512"/>
                </a:lnTo>
                <a:lnTo>
                  <a:pt x="1412808" y="30516"/>
                </a:lnTo>
                <a:lnTo>
                  <a:pt x="1413161" y="30512"/>
                </a:lnTo>
                <a:lnTo>
                  <a:pt x="1413507" y="30499"/>
                </a:lnTo>
                <a:lnTo>
                  <a:pt x="1413847" y="30478"/>
                </a:lnTo>
                <a:lnTo>
                  <a:pt x="1414179" y="30448"/>
                </a:lnTo>
                <a:lnTo>
                  <a:pt x="1414505" y="30409"/>
                </a:lnTo>
                <a:lnTo>
                  <a:pt x="1414824" y="30362"/>
                </a:lnTo>
                <a:lnTo>
                  <a:pt x="1415136" y="30307"/>
                </a:lnTo>
                <a:lnTo>
                  <a:pt x="1415441" y="30242"/>
                </a:lnTo>
                <a:lnTo>
                  <a:pt x="1415739" y="30170"/>
                </a:lnTo>
                <a:lnTo>
                  <a:pt x="1416030" y="30089"/>
                </a:lnTo>
                <a:lnTo>
                  <a:pt x="1416315" y="29999"/>
                </a:lnTo>
                <a:lnTo>
                  <a:pt x="1416592" y="29901"/>
                </a:lnTo>
                <a:lnTo>
                  <a:pt x="1416863" y="29794"/>
                </a:lnTo>
                <a:lnTo>
                  <a:pt x="1417127" y="29678"/>
                </a:lnTo>
                <a:lnTo>
                  <a:pt x="1417384" y="29554"/>
                </a:lnTo>
                <a:lnTo>
                  <a:pt x="1417634" y="29422"/>
                </a:lnTo>
                <a:lnTo>
                  <a:pt x="1417877" y="29281"/>
                </a:lnTo>
                <a:lnTo>
                  <a:pt x="1418113" y="29131"/>
                </a:lnTo>
                <a:lnTo>
                  <a:pt x="1418343" y="28973"/>
                </a:lnTo>
                <a:lnTo>
                  <a:pt x="1418566" y="28806"/>
                </a:lnTo>
                <a:lnTo>
                  <a:pt x="1418781" y="28631"/>
                </a:lnTo>
                <a:lnTo>
                  <a:pt x="1418990" y="28447"/>
                </a:lnTo>
                <a:lnTo>
                  <a:pt x="1419192" y="28255"/>
                </a:lnTo>
                <a:lnTo>
                  <a:pt x="1419388" y="28054"/>
                </a:lnTo>
                <a:lnTo>
                  <a:pt x="1419575" y="27847"/>
                </a:lnTo>
                <a:lnTo>
                  <a:pt x="1419755" y="27636"/>
                </a:lnTo>
                <a:lnTo>
                  <a:pt x="1419927" y="27422"/>
                </a:lnTo>
                <a:lnTo>
                  <a:pt x="1420091" y="27205"/>
                </a:lnTo>
                <a:lnTo>
                  <a:pt x="1420246" y="26984"/>
                </a:lnTo>
                <a:lnTo>
                  <a:pt x="1420394" y="26760"/>
                </a:lnTo>
                <a:lnTo>
                  <a:pt x="1420534" y="26532"/>
                </a:lnTo>
                <a:lnTo>
                  <a:pt x="1420666" y="26300"/>
                </a:lnTo>
                <a:lnTo>
                  <a:pt x="1420790" y="26065"/>
                </a:lnTo>
                <a:lnTo>
                  <a:pt x="1420905" y="25827"/>
                </a:lnTo>
                <a:lnTo>
                  <a:pt x="1421013" y="25585"/>
                </a:lnTo>
                <a:lnTo>
                  <a:pt x="1421113" y="25339"/>
                </a:lnTo>
                <a:lnTo>
                  <a:pt x="1421205" y="25090"/>
                </a:lnTo>
                <a:lnTo>
                  <a:pt x="1421289" y="24838"/>
                </a:lnTo>
                <a:lnTo>
                  <a:pt x="1421365" y="24582"/>
                </a:lnTo>
                <a:lnTo>
                  <a:pt x="1421433" y="24322"/>
                </a:lnTo>
                <a:lnTo>
                  <a:pt x="1421493" y="24059"/>
                </a:lnTo>
                <a:lnTo>
                  <a:pt x="1421545" y="23793"/>
                </a:lnTo>
                <a:lnTo>
                  <a:pt x="1421588" y="23523"/>
                </a:lnTo>
                <a:lnTo>
                  <a:pt x="1421624" y="23249"/>
                </a:lnTo>
                <a:lnTo>
                  <a:pt x="1421652" y="22972"/>
                </a:lnTo>
                <a:lnTo>
                  <a:pt x="1421672" y="22692"/>
                </a:lnTo>
                <a:lnTo>
                  <a:pt x="1421684" y="22408"/>
                </a:lnTo>
                <a:lnTo>
                  <a:pt x="1421688" y="22120"/>
                </a:lnTo>
                <a:lnTo>
                  <a:pt x="1421684" y="21819"/>
                </a:lnTo>
                <a:lnTo>
                  <a:pt x="1421672" y="21522"/>
                </a:lnTo>
                <a:lnTo>
                  <a:pt x="1421652" y="21230"/>
                </a:lnTo>
                <a:lnTo>
                  <a:pt x="1421624" y="20941"/>
                </a:lnTo>
                <a:lnTo>
                  <a:pt x="1421588" y="20655"/>
                </a:lnTo>
                <a:lnTo>
                  <a:pt x="1421545" y="20374"/>
                </a:lnTo>
                <a:lnTo>
                  <a:pt x="1421493" y="20097"/>
                </a:lnTo>
                <a:lnTo>
                  <a:pt x="1421433" y="19824"/>
                </a:lnTo>
                <a:lnTo>
                  <a:pt x="1421365" y="19554"/>
                </a:lnTo>
                <a:lnTo>
                  <a:pt x="1421289" y="19289"/>
                </a:lnTo>
                <a:lnTo>
                  <a:pt x="1421205" y="19027"/>
                </a:lnTo>
                <a:lnTo>
                  <a:pt x="1421113" y="18770"/>
                </a:lnTo>
                <a:lnTo>
                  <a:pt x="1421013" y="18516"/>
                </a:lnTo>
                <a:lnTo>
                  <a:pt x="1420905" y="18266"/>
                </a:lnTo>
                <a:lnTo>
                  <a:pt x="1420790" y="18021"/>
                </a:lnTo>
                <a:lnTo>
                  <a:pt x="1420666" y="17779"/>
                </a:lnTo>
                <a:lnTo>
                  <a:pt x="1420534" y="17541"/>
                </a:lnTo>
                <a:lnTo>
                  <a:pt x="1420394" y="17307"/>
                </a:lnTo>
                <a:lnTo>
                  <a:pt x="1420246" y="17076"/>
                </a:lnTo>
                <a:lnTo>
                  <a:pt x="1420091" y="16850"/>
                </a:lnTo>
                <a:lnTo>
                  <a:pt x="1419927" y="16628"/>
                </a:lnTo>
                <a:lnTo>
                  <a:pt x="1419755" y="16410"/>
                </a:lnTo>
                <a:lnTo>
                  <a:pt x="1419575" y="16195"/>
                </a:lnTo>
                <a:lnTo>
                  <a:pt x="1419388" y="15985"/>
                </a:lnTo>
                <a:lnTo>
                  <a:pt x="1419192" y="15780"/>
                </a:lnTo>
                <a:lnTo>
                  <a:pt x="1418990" y="15585"/>
                </a:lnTo>
                <a:lnTo>
                  <a:pt x="1418781" y="15398"/>
                </a:lnTo>
                <a:lnTo>
                  <a:pt x="1418566" y="15220"/>
                </a:lnTo>
                <a:lnTo>
                  <a:pt x="1418343" y="15050"/>
                </a:lnTo>
                <a:lnTo>
                  <a:pt x="1418113" y="14890"/>
                </a:lnTo>
                <a:lnTo>
                  <a:pt x="1417877" y="14738"/>
                </a:lnTo>
                <a:lnTo>
                  <a:pt x="1417634" y="14594"/>
                </a:lnTo>
                <a:lnTo>
                  <a:pt x="1417384" y="14460"/>
                </a:lnTo>
                <a:lnTo>
                  <a:pt x="1417127" y="14334"/>
                </a:lnTo>
                <a:lnTo>
                  <a:pt x="1416863" y="14216"/>
                </a:lnTo>
                <a:lnTo>
                  <a:pt x="1416592" y="14108"/>
                </a:lnTo>
                <a:lnTo>
                  <a:pt x="1416315" y="14008"/>
                </a:lnTo>
                <a:lnTo>
                  <a:pt x="1416030" y="13916"/>
                </a:lnTo>
                <a:lnTo>
                  <a:pt x="1415739" y="13834"/>
                </a:lnTo>
                <a:lnTo>
                  <a:pt x="1415441" y="13760"/>
                </a:lnTo>
                <a:lnTo>
                  <a:pt x="1415136" y="13695"/>
                </a:lnTo>
                <a:lnTo>
                  <a:pt x="1414824" y="13638"/>
                </a:lnTo>
                <a:lnTo>
                  <a:pt x="1414505" y="13591"/>
                </a:lnTo>
                <a:lnTo>
                  <a:pt x="1414179" y="13551"/>
                </a:lnTo>
                <a:lnTo>
                  <a:pt x="1413847" y="13521"/>
                </a:lnTo>
                <a:lnTo>
                  <a:pt x="1413507" y="13499"/>
                </a:lnTo>
                <a:lnTo>
                  <a:pt x="1413161" y="13486"/>
                </a:lnTo>
                <a:lnTo>
                  <a:pt x="1412808" y="13482"/>
                </a:lnTo>
                <a:lnTo>
                  <a:pt x="1412448" y="13486"/>
                </a:lnTo>
                <a:lnTo>
                  <a:pt x="1412096" y="13499"/>
                </a:lnTo>
                <a:lnTo>
                  <a:pt x="1411752" y="13521"/>
                </a:lnTo>
                <a:lnTo>
                  <a:pt x="1411414" y="13551"/>
                </a:lnTo>
                <a:lnTo>
                  <a:pt x="1411084" y="13591"/>
                </a:lnTo>
                <a:lnTo>
                  <a:pt x="1410762" y="13638"/>
                </a:lnTo>
                <a:lnTo>
                  <a:pt x="1410447" y="13695"/>
                </a:lnTo>
                <a:lnTo>
                  <a:pt x="1410139" y="13760"/>
                </a:lnTo>
                <a:lnTo>
                  <a:pt x="1409839" y="13834"/>
                </a:lnTo>
                <a:lnTo>
                  <a:pt x="1409547" y="13916"/>
                </a:lnTo>
                <a:lnTo>
                  <a:pt x="1409261" y="14008"/>
                </a:lnTo>
                <a:lnTo>
                  <a:pt x="1408983" y="14108"/>
                </a:lnTo>
                <a:lnTo>
                  <a:pt x="1408713" y="14216"/>
                </a:lnTo>
                <a:lnTo>
                  <a:pt x="1408450" y="14334"/>
                </a:lnTo>
                <a:lnTo>
                  <a:pt x="1408194" y="14460"/>
                </a:lnTo>
                <a:lnTo>
                  <a:pt x="1407946" y="14594"/>
                </a:lnTo>
                <a:lnTo>
                  <a:pt x="1407706" y="14738"/>
                </a:lnTo>
                <a:lnTo>
                  <a:pt x="1407472" y="14890"/>
                </a:lnTo>
                <a:lnTo>
                  <a:pt x="1407246" y="15050"/>
                </a:lnTo>
                <a:lnTo>
                  <a:pt x="1407028" y="15220"/>
                </a:lnTo>
                <a:lnTo>
                  <a:pt x="1406817" y="15398"/>
                </a:lnTo>
                <a:lnTo>
                  <a:pt x="1406613" y="15585"/>
                </a:lnTo>
                <a:lnTo>
                  <a:pt x="1406417" y="15780"/>
                </a:lnTo>
                <a:lnTo>
                  <a:pt x="1406228" y="15985"/>
                </a:lnTo>
                <a:lnTo>
                  <a:pt x="1406047" y="16195"/>
                </a:lnTo>
                <a:lnTo>
                  <a:pt x="1405874" y="16410"/>
                </a:lnTo>
                <a:lnTo>
                  <a:pt x="1405708" y="16628"/>
                </a:lnTo>
                <a:lnTo>
                  <a:pt x="1405550" y="16850"/>
                </a:lnTo>
                <a:lnTo>
                  <a:pt x="1405400" y="17076"/>
                </a:lnTo>
                <a:lnTo>
                  <a:pt x="1405257" y="17307"/>
                </a:lnTo>
                <a:lnTo>
                  <a:pt x="1405122" y="17541"/>
                </a:lnTo>
                <a:lnTo>
                  <a:pt x="1404995" y="17779"/>
                </a:lnTo>
                <a:lnTo>
                  <a:pt x="1404876" y="18021"/>
                </a:lnTo>
                <a:lnTo>
                  <a:pt x="1404764" y="18266"/>
                </a:lnTo>
                <a:lnTo>
                  <a:pt x="1404660" y="18516"/>
                </a:lnTo>
                <a:lnTo>
                  <a:pt x="1404563" y="18770"/>
                </a:lnTo>
                <a:lnTo>
                  <a:pt x="1404475" y="19027"/>
                </a:lnTo>
                <a:lnTo>
                  <a:pt x="1404394" y="19289"/>
                </a:lnTo>
                <a:lnTo>
                  <a:pt x="1404321" y="19554"/>
                </a:lnTo>
                <a:lnTo>
                  <a:pt x="1404255" y="19824"/>
                </a:lnTo>
                <a:lnTo>
                  <a:pt x="1404197" y="20097"/>
                </a:lnTo>
                <a:lnTo>
                  <a:pt x="1404147" y="20374"/>
                </a:lnTo>
                <a:lnTo>
                  <a:pt x="1404105" y="20655"/>
                </a:lnTo>
                <a:lnTo>
                  <a:pt x="1404070" y="20941"/>
                </a:lnTo>
                <a:lnTo>
                  <a:pt x="1404043" y="21230"/>
                </a:lnTo>
                <a:lnTo>
                  <a:pt x="1404024" y="21522"/>
                </a:lnTo>
                <a:lnTo>
                  <a:pt x="1404012" y="21819"/>
                </a:lnTo>
                <a:lnTo>
                  <a:pt x="1404008" y="22120"/>
                </a:lnTo>
                <a:lnTo>
                  <a:pt x="1404012" y="22408"/>
                </a:lnTo>
                <a:lnTo>
                  <a:pt x="1404024" y="22692"/>
                </a:lnTo>
                <a:lnTo>
                  <a:pt x="1404043" y="22972"/>
                </a:lnTo>
                <a:lnTo>
                  <a:pt x="1404070" y="23249"/>
                </a:lnTo>
                <a:lnTo>
                  <a:pt x="1404105" y="23523"/>
                </a:lnTo>
                <a:lnTo>
                  <a:pt x="1404147" y="23793"/>
                </a:lnTo>
                <a:close/>
                <a:moveTo>
                  <a:pt x="1459484" y="69559"/>
                </a:moveTo>
                <a:lnTo>
                  <a:pt x="1459698" y="69169"/>
                </a:lnTo>
                <a:lnTo>
                  <a:pt x="1459917" y="68784"/>
                </a:lnTo>
                <a:lnTo>
                  <a:pt x="1460142" y="68402"/>
                </a:lnTo>
                <a:lnTo>
                  <a:pt x="1460372" y="68024"/>
                </a:lnTo>
                <a:lnTo>
                  <a:pt x="1460606" y="67651"/>
                </a:lnTo>
                <a:lnTo>
                  <a:pt x="1460846" y="67281"/>
                </a:lnTo>
                <a:lnTo>
                  <a:pt x="1461091" y="66916"/>
                </a:lnTo>
                <a:lnTo>
                  <a:pt x="1461340" y="66554"/>
                </a:lnTo>
                <a:lnTo>
                  <a:pt x="1461595" y="66197"/>
                </a:lnTo>
                <a:lnTo>
                  <a:pt x="1461855" y="65844"/>
                </a:lnTo>
                <a:lnTo>
                  <a:pt x="1462120" y="65495"/>
                </a:lnTo>
                <a:lnTo>
                  <a:pt x="1462390" y="65149"/>
                </a:lnTo>
                <a:lnTo>
                  <a:pt x="1462665" y="64809"/>
                </a:lnTo>
                <a:lnTo>
                  <a:pt x="1462944" y="64476"/>
                </a:lnTo>
                <a:lnTo>
                  <a:pt x="1463227" y="64148"/>
                </a:lnTo>
                <a:lnTo>
                  <a:pt x="1463516" y="63826"/>
                </a:lnTo>
                <a:lnTo>
                  <a:pt x="1463808" y="63511"/>
                </a:lnTo>
                <a:lnTo>
                  <a:pt x="1464105" y="63202"/>
                </a:lnTo>
                <a:lnTo>
                  <a:pt x="1464407" y="62899"/>
                </a:lnTo>
                <a:lnTo>
                  <a:pt x="1464713" y="62602"/>
                </a:lnTo>
                <a:lnTo>
                  <a:pt x="1465024" y="62311"/>
                </a:lnTo>
                <a:lnTo>
                  <a:pt x="1465339" y="62027"/>
                </a:lnTo>
                <a:lnTo>
                  <a:pt x="1465658" y="61748"/>
                </a:lnTo>
                <a:lnTo>
                  <a:pt x="1465982" y="61476"/>
                </a:lnTo>
                <a:lnTo>
                  <a:pt x="1466311" y="61210"/>
                </a:lnTo>
                <a:lnTo>
                  <a:pt x="1466644" y="60950"/>
                </a:lnTo>
                <a:lnTo>
                  <a:pt x="1466981" y="60697"/>
                </a:lnTo>
                <a:lnTo>
                  <a:pt x="1467323" y="60449"/>
                </a:lnTo>
                <a:lnTo>
                  <a:pt x="1467670" y="60208"/>
                </a:lnTo>
                <a:lnTo>
                  <a:pt x="1468021" y="59973"/>
                </a:lnTo>
                <a:lnTo>
                  <a:pt x="1468376" y="59744"/>
                </a:lnTo>
                <a:lnTo>
                  <a:pt x="1468736" y="59521"/>
                </a:lnTo>
                <a:lnTo>
                  <a:pt x="1469101" y="59304"/>
                </a:lnTo>
                <a:lnTo>
                  <a:pt x="1469469" y="59094"/>
                </a:lnTo>
                <a:lnTo>
                  <a:pt x="1469843" y="58889"/>
                </a:lnTo>
                <a:lnTo>
                  <a:pt x="1470221" y="58691"/>
                </a:lnTo>
                <a:lnTo>
                  <a:pt x="1470603" y="58500"/>
                </a:lnTo>
                <a:lnTo>
                  <a:pt x="1470988" y="58317"/>
                </a:lnTo>
                <a:lnTo>
                  <a:pt x="1471377" y="58142"/>
                </a:lnTo>
                <a:lnTo>
                  <a:pt x="1471769" y="57976"/>
                </a:lnTo>
                <a:lnTo>
                  <a:pt x="1472165" y="57817"/>
                </a:lnTo>
                <a:lnTo>
                  <a:pt x="1472564" y="57667"/>
                </a:lnTo>
                <a:lnTo>
                  <a:pt x="1472967" y="57524"/>
                </a:lnTo>
                <a:lnTo>
                  <a:pt x="1473374" y="57390"/>
                </a:lnTo>
                <a:lnTo>
                  <a:pt x="1473784" y="57264"/>
                </a:lnTo>
                <a:lnTo>
                  <a:pt x="1474197" y="57146"/>
                </a:lnTo>
                <a:lnTo>
                  <a:pt x="1474614" y="57037"/>
                </a:lnTo>
                <a:lnTo>
                  <a:pt x="1475034" y="56935"/>
                </a:lnTo>
                <a:lnTo>
                  <a:pt x="1475458" y="56842"/>
                </a:lnTo>
                <a:lnTo>
                  <a:pt x="1475886" y="56756"/>
                </a:lnTo>
                <a:lnTo>
                  <a:pt x="1476316" y="56679"/>
                </a:lnTo>
                <a:lnTo>
                  <a:pt x="1476751" y="56610"/>
                </a:lnTo>
                <a:lnTo>
                  <a:pt x="1477189" y="56549"/>
                </a:lnTo>
                <a:lnTo>
                  <a:pt x="1477630" y="56496"/>
                </a:lnTo>
                <a:lnTo>
                  <a:pt x="1478075" y="56451"/>
                </a:lnTo>
                <a:lnTo>
                  <a:pt x="1478524" y="56415"/>
                </a:lnTo>
                <a:lnTo>
                  <a:pt x="1478975" y="56386"/>
                </a:lnTo>
                <a:lnTo>
                  <a:pt x="1479431" y="56366"/>
                </a:lnTo>
                <a:lnTo>
                  <a:pt x="1479890" y="56354"/>
                </a:lnTo>
                <a:lnTo>
                  <a:pt x="1480352" y="56350"/>
                </a:lnTo>
                <a:lnTo>
                  <a:pt x="1480820" y="56353"/>
                </a:lnTo>
                <a:lnTo>
                  <a:pt x="1481282" y="56363"/>
                </a:lnTo>
                <a:lnTo>
                  <a:pt x="1481737" y="56379"/>
                </a:lnTo>
                <a:lnTo>
                  <a:pt x="1482187" y="56402"/>
                </a:lnTo>
                <a:lnTo>
                  <a:pt x="1482630" y="56432"/>
                </a:lnTo>
                <a:lnTo>
                  <a:pt x="1483067" y="56468"/>
                </a:lnTo>
                <a:lnTo>
                  <a:pt x="1483498" y="56511"/>
                </a:lnTo>
                <a:lnTo>
                  <a:pt x="1483922" y="56561"/>
                </a:lnTo>
                <a:lnTo>
                  <a:pt x="1484341" y="56617"/>
                </a:lnTo>
                <a:lnTo>
                  <a:pt x="1484753" y="56679"/>
                </a:lnTo>
                <a:lnTo>
                  <a:pt x="1485159" y="56748"/>
                </a:lnTo>
                <a:lnTo>
                  <a:pt x="1485559" y="56824"/>
                </a:lnTo>
                <a:lnTo>
                  <a:pt x="1485953" y="56906"/>
                </a:lnTo>
                <a:lnTo>
                  <a:pt x="1486341" y="56995"/>
                </a:lnTo>
                <a:lnTo>
                  <a:pt x="1486722" y="57091"/>
                </a:lnTo>
                <a:lnTo>
                  <a:pt x="1487098" y="57193"/>
                </a:lnTo>
                <a:lnTo>
                  <a:pt x="1487467" y="57302"/>
                </a:lnTo>
                <a:lnTo>
                  <a:pt x="1487830" y="57417"/>
                </a:lnTo>
                <a:lnTo>
                  <a:pt x="1488187" y="57539"/>
                </a:lnTo>
                <a:lnTo>
                  <a:pt x="1488537" y="57667"/>
                </a:lnTo>
                <a:lnTo>
                  <a:pt x="1488882" y="57802"/>
                </a:lnTo>
                <a:lnTo>
                  <a:pt x="1489220" y="57944"/>
                </a:lnTo>
                <a:lnTo>
                  <a:pt x="1489553" y="58092"/>
                </a:lnTo>
                <a:lnTo>
                  <a:pt x="1489879" y="58247"/>
                </a:lnTo>
                <a:lnTo>
                  <a:pt x="1490198" y="58409"/>
                </a:lnTo>
                <a:lnTo>
                  <a:pt x="1490511" y="58579"/>
                </a:lnTo>
                <a:lnTo>
                  <a:pt x="1490818" y="58757"/>
                </a:lnTo>
                <a:lnTo>
                  <a:pt x="1491119" y="58942"/>
                </a:lnTo>
                <a:lnTo>
                  <a:pt x="1491413" y="59136"/>
                </a:lnTo>
                <a:lnTo>
                  <a:pt x="1491700" y="59337"/>
                </a:lnTo>
                <a:lnTo>
                  <a:pt x="1491981" y="59546"/>
                </a:lnTo>
                <a:lnTo>
                  <a:pt x="1492256" y="59763"/>
                </a:lnTo>
                <a:lnTo>
                  <a:pt x="1492524" y="59988"/>
                </a:lnTo>
                <a:lnTo>
                  <a:pt x="1492785" y="60220"/>
                </a:lnTo>
                <a:lnTo>
                  <a:pt x="1493041" y="60461"/>
                </a:lnTo>
                <a:lnTo>
                  <a:pt x="1493289" y="60709"/>
                </a:lnTo>
                <a:lnTo>
                  <a:pt x="1493532" y="60965"/>
                </a:lnTo>
                <a:lnTo>
                  <a:pt x="1493768" y="61230"/>
                </a:lnTo>
                <a:lnTo>
                  <a:pt x="1493997" y="61501"/>
                </a:lnTo>
                <a:lnTo>
                  <a:pt x="1494220" y="61781"/>
                </a:lnTo>
                <a:lnTo>
                  <a:pt x="1494437" y="62069"/>
                </a:lnTo>
                <a:lnTo>
                  <a:pt x="1494647" y="62364"/>
                </a:lnTo>
                <a:lnTo>
                  <a:pt x="1494850" y="62668"/>
                </a:lnTo>
                <a:lnTo>
                  <a:pt x="1495047" y="62979"/>
                </a:lnTo>
                <a:lnTo>
                  <a:pt x="1495238" y="63298"/>
                </a:lnTo>
                <a:lnTo>
                  <a:pt x="1495423" y="63625"/>
                </a:lnTo>
                <a:lnTo>
                  <a:pt x="1495600" y="63959"/>
                </a:lnTo>
                <a:lnTo>
                  <a:pt x="1495772" y="64302"/>
                </a:lnTo>
                <a:lnTo>
                  <a:pt x="1495937" y="64653"/>
                </a:lnTo>
                <a:lnTo>
                  <a:pt x="1496094" y="65013"/>
                </a:lnTo>
                <a:lnTo>
                  <a:pt x="1496245" y="65383"/>
                </a:lnTo>
                <a:lnTo>
                  <a:pt x="1496389" y="65763"/>
                </a:lnTo>
                <a:lnTo>
                  <a:pt x="1496525" y="66151"/>
                </a:lnTo>
                <a:lnTo>
                  <a:pt x="1496655" y="66550"/>
                </a:lnTo>
                <a:lnTo>
                  <a:pt x="1496777" y="66957"/>
                </a:lnTo>
                <a:lnTo>
                  <a:pt x="1496893" y="67374"/>
                </a:lnTo>
                <a:lnTo>
                  <a:pt x="1497002" y="67800"/>
                </a:lnTo>
                <a:lnTo>
                  <a:pt x="1497103" y="68236"/>
                </a:lnTo>
                <a:lnTo>
                  <a:pt x="1497198" y="68681"/>
                </a:lnTo>
                <a:lnTo>
                  <a:pt x="1497286" y="69135"/>
                </a:lnTo>
                <a:lnTo>
                  <a:pt x="1497366" y="69599"/>
                </a:lnTo>
                <a:lnTo>
                  <a:pt x="1497440" y="70073"/>
                </a:lnTo>
                <a:lnTo>
                  <a:pt x="1497506" y="70555"/>
                </a:lnTo>
                <a:lnTo>
                  <a:pt x="1497566" y="71047"/>
                </a:lnTo>
                <a:lnTo>
                  <a:pt x="1497618" y="71549"/>
                </a:lnTo>
                <a:lnTo>
                  <a:pt x="1497664" y="72059"/>
                </a:lnTo>
                <a:lnTo>
                  <a:pt x="1497702" y="72580"/>
                </a:lnTo>
                <a:lnTo>
                  <a:pt x="1497734" y="73109"/>
                </a:lnTo>
                <a:lnTo>
                  <a:pt x="1497759" y="73648"/>
                </a:lnTo>
                <a:lnTo>
                  <a:pt x="1497776" y="74197"/>
                </a:lnTo>
                <a:lnTo>
                  <a:pt x="1497787" y="74754"/>
                </a:lnTo>
                <a:lnTo>
                  <a:pt x="1497790" y="75321"/>
                </a:lnTo>
                <a:lnTo>
                  <a:pt x="1497790" y="132721"/>
                </a:lnTo>
                <a:lnTo>
                  <a:pt x="1512806" y="132721"/>
                </a:lnTo>
                <a:lnTo>
                  <a:pt x="1512806" y="75483"/>
                </a:lnTo>
                <a:lnTo>
                  <a:pt x="1512803" y="74768"/>
                </a:lnTo>
                <a:lnTo>
                  <a:pt x="1512792" y="74061"/>
                </a:lnTo>
                <a:lnTo>
                  <a:pt x="1512776" y="73364"/>
                </a:lnTo>
                <a:lnTo>
                  <a:pt x="1512752" y="72676"/>
                </a:lnTo>
                <a:lnTo>
                  <a:pt x="1512722" y="71998"/>
                </a:lnTo>
                <a:lnTo>
                  <a:pt x="1512685" y="71328"/>
                </a:lnTo>
                <a:lnTo>
                  <a:pt x="1512641" y="70667"/>
                </a:lnTo>
                <a:lnTo>
                  <a:pt x="1512591" y="70016"/>
                </a:lnTo>
                <a:lnTo>
                  <a:pt x="1512533" y="69373"/>
                </a:lnTo>
                <a:lnTo>
                  <a:pt x="1512470" y="68740"/>
                </a:lnTo>
                <a:lnTo>
                  <a:pt x="1512399" y="68116"/>
                </a:lnTo>
                <a:lnTo>
                  <a:pt x="1512322" y="67501"/>
                </a:lnTo>
                <a:lnTo>
                  <a:pt x="1512237" y="66895"/>
                </a:lnTo>
                <a:lnTo>
                  <a:pt x="1512147" y="66298"/>
                </a:lnTo>
                <a:lnTo>
                  <a:pt x="1512049" y="65710"/>
                </a:lnTo>
                <a:lnTo>
                  <a:pt x="1511945" y="65131"/>
                </a:lnTo>
                <a:lnTo>
                  <a:pt x="1511834" y="64562"/>
                </a:lnTo>
                <a:lnTo>
                  <a:pt x="1511716" y="64002"/>
                </a:lnTo>
                <a:lnTo>
                  <a:pt x="1511592" y="63450"/>
                </a:lnTo>
                <a:lnTo>
                  <a:pt x="1511460" y="62908"/>
                </a:lnTo>
                <a:lnTo>
                  <a:pt x="1511323" y="62375"/>
                </a:lnTo>
                <a:lnTo>
                  <a:pt x="1511178" y="61851"/>
                </a:lnTo>
                <a:lnTo>
                  <a:pt x="1511027" y="61336"/>
                </a:lnTo>
                <a:lnTo>
                  <a:pt x="1510868" y="60830"/>
                </a:lnTo>
                <a:lnTo>
                  <a:pt x="1510704" y="60333"/>
                </a:lnTo>
                <a:lnTo>
                  <a:pt x="1510533" y="59843"/>
                </a:lnTo>
                <a:lnTo>
                  <a:pt x="1510357" y="59361"/>
                </a:lnTo>
                <a:lnTo>
                  <a:pt x="1510174" y="58887"/>
                </a:lnTo>
                <a:lnTo>
                  <a:pt x="1509986" y="58421"/>
                </a:lnTo>
                <a:lnTo>
                  <a:pt x="1509791" y="57962"/>
                </a:lnTo>
                <a:lnTo>
                  <a:pt x="1509591" y="57511"/>
                </a:lnTo>
                <a:lnTo>
                  <a:pt x="1509384" y="57067"/>
                </a:lnTo>
                <a:lnTo>
                  <a:pt x="1509171" y="56632"/>
                </a:lnTo>
                <a:lnTo>
                  <a:pt x="1508952" y="56204"/>
                </a:lnTo>
                <a:lnTo>
                  <a:pt x="1508728" y="55783"/>
                </a:lnTo>
                <a:lnTo>
                  <a:pt x="1508497" y="55371"/>
                </a:lnTo>
                <a:lnTo>
                  <a:pt x="1508260" y="54966"/>
                </a:lnTo>
                <a:lnTo>
                  <a:pt x="1508017" y="54569"/>
                </a:lnTo>
                <a:lnTo>
                  <a:pt x="1507768" y="54180"/>
                </a:lnTo>
                <a:lnTo>
                  <a:pt x="1507514" y="53798"/>
                </a:lnTo>
                <a:lnTo>
                  <a:pt x="1507253" y="53424"/>
                </a:lnTo>
                <a:lnTo>
                  <a:pt x="1506986" y="53058"/>
                </a:lnTo>
                <a:lnTo>
                  <a:pt x="1506713" y="52699"/>
                </a:lnTo>
                <a:lnTo>
                  <a:pt x="1506434" y="52348"/>
                </a:lnTo>
                <a:lnTo>
                  <a:pt x="1506149" y="52005"/>
                </a:lnTo>
                <a:lnTo>
                  <a:pt x="1505858" y="51669"/>
                </a:lnTo>
                <a:lnTo>
                  <a:pt x="1505561" y="51342"/>
                </a:lnTo>
                <a:lnTo>
                  <a:pt x="1505258" y="51022"/>
                </a:lnTo>
                <a:lnTo>
                  <a:pt x="1504949" y="50709"/>
                </a:lnTo>
                <a:lnTo>
                  <a:pt x="1504635" y="50404"/>
                </a:lnTo>
                <a:lnTo>
                  <a:pt x="1504316" y="50105"/>
                </a:lnTo>
                <a:lnTo>
                  <a:pt x="1503992" y="49814"/>
                </a:lnTo>
                <a:lnTo>
                  <a:pt x="1503662" y="49530"/>
                </a:lnTo>
                <a:lnTo>
                  <a:pt x="1503328" y="49253"/>
                </a:lnTo>
                <a:lnTo>
                  <a:pt x="1502988" y="48983"/>
                </a:lnTo>
                <a:lnTo>
                  <a:pt x="1502643" y="48721"/>
                </a:lnTo>
                <a:lnTo>
                  <a:pt x="1502293" y="48465"/>
                </a:lnTo>
                <a:lnTo>
                  <a:pt x="1501937" y="48217"/>
                </a:lnTo>
                <a:lnTo>
                  <a:pt x="1501577" y="47976"/>
                </a:lnTo>
                <a:lnTo>
                  <a:pt x="1501211" y="47742"/>
                </a:lnTo>
                <a:lnTo>
                  <a:pt x="1500840" y="47515"/>
                </a:lnTo>
                <a:lnTo>
                  <a:pt x="1500464" y="47295"/>
                </a:lnTo>
                <a:lnTo>
                  <a:pt x="1500083" y="47083"/>
                </a:lnTo>
                <a:lnTo>
                  <a:pt x="1499696" y="46877"/>
                </a:lnTo>
                <a:lnTo>
                  <a:pt x="1499305" y="46679"/>
                </a:lnTo>
                <a:lnTo>
                  <a:pt x="1498908" y="46488"/>
                </a:lnTo>
                <a:lnTo>
                  <a:pt x="1498506" y="46304"/>
                </a:lnTo>
                <a:lnTo>
                  <a:pt x="1498098" y="46127"/>
                </a:lnTo>
                <a:lnTo>
                  <a:pt x="1497686" y="45958"/>
                </a:lnTo>
                <a:lnTo>
                  <a:pt x="1497268" y="45795"/>
                </a:lnTo>
                <a:lnTo>
                  <a:pt x="1496846" y="45640"/>
                </a:lnTo>
                <a:lnTo>
                  <a:pt x="1496418" y="45492"/>
                </a:lnTo>
                <a:lnTo>
                  <a:pt x="1495985" y="45350"/>
                </a:lnTo>
                <a:lnTo>
                  <a:pt x="1495548" y="45214"/>
                </a:lnTo>
                <a:lnTo>
                  <a:pt x="1495106" y="45085"/>
                </a:lnTo>
                <a:lnTo>
                  <a:pt x="1494660" y="44961"/>
                </a:lnTo>
                <a:lnTo>
                  <a:pt x="1494209" y="44844"/>
                </a:lnTo>
                <a:lnTo>
                  <a:pt x="1493754" y="44732"/>
                </a:lnTo>
                <a:lnTo>
                  <a:pt x="1493294" y="44627"/>
                </a:lnTo>
                <a:lnTo>
                  <a:pt x="1492830" y="44527"/>
                </a:lnTo>
                <a:lnTo>
                  <a:pt x="1492361" y="44434"/>
                </a:lnTo>
                <a:lnTo>
                  <a:pt x="1491888" y="44346"/>
                </a:lnTo>
                <a:lnTo>
                  <a:pt x="1491410" y="44265"/>
                </a:lnTo>
                <a:lnTo>
                  <a:pt x="1490928" y="44190"/>
                </a:lnTo>
                <a:lnTo>
                  <a:pt x="1490441" y="44120"/>
                </a:lnTo>
                <a:lnTo>
                  <a:pt x="1489950" y="44057"/>
                </a:lnTo>
                <a:lnTo>
                  <a:pt x="1489455" y="44000"/>
                </a:lnTo>
                <a:lnTo>
                  <a:pt x="1488955" y="43949"/>
                </a:lnTo>
                <a:lnTo>
                  <a:pt x="1488450" y="43904"/>
                </a:lnTo>
                <a:lnTo>
                  <a:pt x="1487941" y="43864"/>
                </a:lnTo>
                <a:lnTo>
                  <a:pt x="1487427" y="43831"/>
                </a:lnTo>
                <a:lnTo>
                  <a:pt x="1486909" y="43804"/>
                </a:lnTo>
                <a:lnTo>
                  <a:pt x="1486387" y="43783"/>
                </a:lnTo>
                <a:lnTo>
                  <a:pt x="1485860" y="43768"/>
                </a:lnTo>
                <a:lnTo>
                  <a:pt x="1485328" y="43759"/>
                </a:lnTo>
                <a:lnTo>
                  <a:pt x="1484792" y="43756"/>
                </a:lnTo>
                <a:lnTo>
                  <a:pt x="1484136" y="43761"/>
                </a:lnTo>
                <a:lnTo>
                  <a:pt x="1483484" y="43777"/>
                </a:lnTo>
                <a:lnTo>
                  <a:pt x="1482837" y="43804"/>
                </a:lnTo>
                <a:lnTo>
                  <a:pt x="1482195" y="43842"/>
                </a:lnTo>
                <a:lnTo>
                  <a:pt x="1481557" y="43891"/>
                </a:lnTo>
                <a:lnTo>
                  <a:pt x="1480925" y="43950"/>
                </a:lnTo>
                <a:lnTo>
                  <a:pt x="1480298" y="44020"/>
                </a:lnTo>
                <a:lnTo>
                  <a:pt x="1479675" y="44101"/>
                </a:lnTo>
                <a:lnTo>
                  <a:pt x="1479057" y="44193"/>
                </a:lnTo>
                <a:lnTo>
                  <a:pt x="1478445" y="44295"/>
                </a:lnTo>
                <a:lnTo>
                  <a:pt x="1477837" y="44409"/>
                </a:lnTo>
                <a:lnTo>
                  <a:pt x="1477234" y="44533"/>
                </a:lnTo>
                <a:lnTo>
                  <a:pt x="1476636" y="44668"/>
                </a:lnTo>
                <a:lnTo>
                  <a:pt x="1476043" y="44813"/>
                </a:lnTo>
                <a:lnTo>
                  <a:pt x="1475455" y="44970"/>
                </a:lnTo>
                <a:lnTo>
                  <a:pt x="1474872" y="45137"/>
                </a:lnTo>
                <a:lnTo>
                  <a:pt x="1474293" y="45315"/>
                </a:lnTo>
                <a:lnTo>
                  <a:pt x="1473720" y="45504"/>
                </a:lnTo>
                <a:lnTo>
                  <a:pt x="1473151" y="45704"/>
                </a:lnTo>
                <a:lnTo>
                  <a:pt x="1472588" y="45914"/>
                </a:lnTo>
                <a:lnTo>
                  <a:pt x="1472029" y="46136"/>
                </a:lnTo>
                <a:lnTo>
                  <a:pt x="1471475" y="46368"/>
                </a:lnTo>
                <a:lnTo>
                  <a:pt x="1470926" y="46610"/>
                </a:lnTo>
                <a:lnTo>
                  <a:pt x="1470382" y="46864"/>
                </a:lnTo>
                <a:lnTo>
                  <a:pt x="1469844" y="47127"/>
                </a:lnTo>
                <a:lnTo>
                  <a:pt x="1469312" y="47400"/>
                </a:lnTo>
                <a:lnTo>
                  <a:pt x="1468786" y="47681"/>
                </a:lnTo>
                <a:lnTo>
                  <a:pt x="1468266" y="47971"/>
                </a:lnTo>
                <a:lnTo>
                  <a:pt x="1467753" y="48269"/>
                </a:lnTo>
                <a:lnTo>
                  <a:pt x="1467246" y="48577"/>
                </a:lnTo>
                <a:lnTo>
                  <a:pt x="1466746" y="48893"/>
                </a:lnTo>
                <a:lnTo>
                  <a:pt x="1466251" y="49219"/>
                </a:lnTo>
                <a:lnTo>
                  <a:pt x="1465763" y="49553"/>
                </a:lnTo>
                <a:lnTo>
                  <a:pt x="1465282" y="49896"/>
                </a:lnTo>
                <a:lnTo>
                  <a:pt x="1464806" y="50247"/>
                </a:lnTo>
                <a:lnTo>
                  <a:pt x="1464337" y="50608"/>
                </a:lnTo>
                <a:lnTo>
                  <a:pt x="1463875" y="50977"/>
                </a:lnTo>
                <a:lnTo>
                  <a:pt x="1463418" y="51355"/>
                </a:lnTo>
                <a:lnTo>
                  <a:pt x="1462968" y="51742"/>
                </a:lnTo>
                <a:lnTo>
                  <a:pt x="1462524" y="52138"/>
                </a:lnTo>
                <a:lnTo>
                  <a:pt x="1462087" y="52543"/>
                </a:lnTo>
                <a:lnTo>
                  <a:pt x="1461656" y="52957"/>
                </a:lnTo>
                <a:lnTo>
                  <a:pt x="1461231" y="53379"/>
                </a:lnTo>
                <a:lnTo>
                  <a:pt x="1460812" y="53810"/>
                </a:lnTo>
                <a:lnTo>
                  <a:pt x="1460400" y="54250"/>
                </a:lnTo>
                <a:lnTo>
                  <a:pt x="1459994" y="54699"/>
                </a:lnTo>
                <a:lnTo>
                  <a:pt x="1459594" y="55157"/>
                </a:lnTo>
                <a:lnTo>
                  <a:pt x="1459201" y="55623"/>
                </a:lnTo>
                <a:lnTo>
                  <a:pt x="1458814" y="56098"/>
                </a:lnTo>
                <a:lnTo>
                  <a:pt x="1458703" y="56239"/>
                </a:lnTo>
                <a:lnTo>
                  <a:pt x="1458232" y="45370"/>
                </a:lnTo>
                <a:lnTo>
                  <a:pt x="1444104" y="45370"/>
                </a:lnTo>
                <a:lnTo>
                  <a:pt x="1444104" y="132721"/>
                </a:lnTo>
                <a:lnTo>
                  <a:pt x="1459040" y="132721"/>
                </a:lnTo>
                <a:lnTo>
                  <a:pt x="1459040" y="70412"/>
                </a:lnTo>
                <a:lnTo>
                  <a:pt x="1459070" y="70351"/>
                </a:lnTo>
                <a:lnTo>
                  <a:pt x="1459274" y="69953"/>
                </a:lnTo>
                <a:lnTo>
                  <a:pt x="1459484" y="69559"/>
                </a:lnTo>
                <a:close/>
                <a:moveTo>
                  <a:pt x="1328476" y="68784"/>
                </a:moveTo>
                <a:lnTo>
                  <a:pt x="1328700" y="68402"/>
                </a:lnTo>
                <a:lnTo>
                  <a:pt x="1328930" y="68024"/>
                </a:lnTo>
                <a:lnTo>
                  <a:pt x="1329164" y="67651"/>
                </a:lnTo>
                <a:lnTo>
                  <a:pt x="1329404" y="67281"/>
                </a:lnTo>
                <a:lnTo>
                  <a:pt x="1329649" y="66916"/>
                </a:lnTo>
                <a:lnTo>
                  <a:pt x="1329898" y="66554"/>
                </a:lnTo>
                <a:lnTo>
                  <a:pt x="1330153" y="66197"/>
                </a:lnTo>
                <a:lnTo>
                  <a:pt x="1330413" y="65844"/>
                </a:lnTo>
                <a:lnTo>
                  <a:pt x="1330678" y="65495"/>
                </a:lnTo>
                <a:lnTo>
                  <a:pt x="1330948" y="65149"/>
                </a:lnTo>
                <a:lnTo>
                  <a:pt x="1331223" y="64809"/>
                </a:lnTo>
                <a:lnTo>
                  <a:pt x="1331502" y="64476"/>
                </a:lnTo>
                <a:lnTo>
                  <a:pt x="1331786" y="64148"/>
                </a:lnTo>
                <a:lnTo>
                  <a:pt x="1332074" y="63826"/>
                </a:lnTo>
                <a:lnTo>
                  <a:pt x="1332366" y="63511"/>
                </a:lnTo>
                <a:lnTo>
                  <a:pt x="1332663" y="63202"/>
                </a:lnTo>
                <a:lnTo>
                  <a:pt x="1332965" y="62899"/>
                </a:lnTo>
                <a:lnTo>
                  <a:pt x="1333271" y="62602"/>
                </a:lnTo>
                <a:lnTo>
                  <a:pt x="1333582" y="62311"/>
                </a:lnTo>
                <a:lnTo>
                  <a:pt x="1333897" y="62027"/>
                </a:lnTo>
                <a:lnTo>
                  <a:pt x="1334216" y="61748"/>
                </a:lnTo>
                <a:lnTo>
                  <a:pt x="1334540" y="61476"/>
                </a:lnTo>
                <a:lnTo>
                  <a:pt x="1334869" y="61210"/>
                </a:lnTo>
                <a:lnTo>
                  <a:pt x="1335202" y="60950"/>
                </a:lnTo>
                <a:lnTo>
                  <a:pt x="1335540" y="60697"/>
                </a:lnTo>
                <a:lnTo>
                  <a:pt x="1335881" y="60449"/>
                </a:lnTo>
                <a:lnTo>
                  <a:pt x="1336228" y="60208"/>
                </a:lnTo>
                <a:lnTo>
                  <a:pt x="1336579" y="59973"/>
                </a:lnTo>
                <a:lnTo>
                  <a:pt x="1336934" y="59744"/>
                </a:lnTo>
                <a:lnTo>
                  <a:pt x="1337294" y="59521"/>
                </a:lnTo>
                <a:lnTo>
                  <a:pt x="1337659" y="59304"/>
                </a:lnTo>
                <a:lnTo>
                  <a:pt x="1338028" y="59094"/>
                </a:lnTo>
                <a:lnTo>
                  <a:pt x="1338401" y="58889"/>
                </a:lnTo>
                <a:lnTo>
                  <a:pt x="1338779" y="58691"/>
                </a:lnTo>
                <a:lnTo>
                  <a:pt x="1339161" y="58500"/>
                </a:lnTo>
                <a:lnTo>
                  <a:pt x="1339546" y="58317"/>
                </a:lnTo>
                <a:lnTo>
                  <a:pt x="1339935" y="58142"/>
                </a:lnTo>
                <a:lnTo>
                  <a:pt x="1340327" y="57976"/>
                </a:lnTo>
                <a:lnTo>
                  <a:pt x="1340723" y="57817"/>
                </a:lnTo>
                <a:lnTo>
                  <a:pt x="1341123" y="57667"/>
                </a:lnTo>
                <a:lnTo>
                  <a:pt x="1341525" y="57524"/>
                </a:lnTo>
                <a:lnTo>
                  <a:pt x="1341932" y="57390"/>
                </a:lnTo>
                <a:lnTo>
                  <a:pt x="1342342" y="57264"/>
                </a:lnTo>
                <a:lnTo>
                  <a:pt x="1342755" y="57146"/>
                </a:lnTo>
                <a:lnTo>
                  <a:pt x="1343172" y="57037"/>
                </a:lnTo>
                <a:lnTo>
                  <a:pt x="1343592" y="56935"/>
                </a:lnTo>
                <a:lnTo>
                  <a:pt x="1344016" y="56842"/>
                </a:lnTo>
                <a:lnTo>
                  <a:pt x="1344444" y="56756"/>
                </a:lnTo>
                <a:lnTo>
                  <a:pt x="1344875" y="56679"/>
                </a:lnTo>
                <a:lnTo>
                  <a:pt x="1345309" y="56610"/>
                </a:lnTo>
                <a:lnTo>
                  <a:pt x="1345747" y="56549"/>
                </a:lnTo>
                <a:lnTo>
                  <a:pt x="1346188" y="56496"/>
                </a:lnTo>
                <a:lnTo>
                  <a:pt x="1346633" y="56451"/>
                </a:lnTo>
                <a:lnTo>
                  <a:pt x="1347082" y="56415"/>
                </a:lnTo>
                <a:lnTo>
                  <a:pt x="1347534" y="56386"/>
                </a:lnTo>
                <a:lnTo>
                  <a:pt x="1347989" y="56366"/>
                </a:lnTo>
                <a:lnTo>
                  <a:pt x="1348448" y="56354"/>
                </a:lnTo>
                <a:lnTo>
                  <a:pt x="1348910" y="56350"/>
                </a:lnTo>
                <a:lnTo>
                  <a:pt x="1349378" y="56353"/>
                </a:lnTo>
                <a:lnTo>
                  <a:pt x="1349840" y="56363"/>
                </a:lnTo>
                <a:lnTo>
                  <a:pt x="1350295" y="56379"/>
                </a:lnTo>
                <a:lnTo>
                  <a:pt x="1350745" y="56402"/>
                </a:lnTo>
                <a:lnTo>
                  <a:pt x="1351188" y="56432"/>
                </a:lnTo>
                <a:lnTo>
                  <a:pt x="1351625" y="56468"/>
                </a:lnTo>
                <a:lnTo>
                  <a:pt x="1352056" y="56511"/>
                </a:lnTo>
                <a:lnTo>
                  <a:pt x="1352481" y="56561"/>
                </a:lnTo>
                <a:lnTo>
                  <a:pt x="1352899" y="56617"/>
                </a:lnTo>
                <a:lnTo>
                  <a:pt x="1353311" y="56679"/>
                </a:lnTo>
                <a:lnTo>
                  <a:pt x="1353718" y="56748"/>
                </a:lnTo>
                <a:lnTo>
                  <a:pt x="1354118" y="56824"/>
                </a:lnTo>
                <a:lnTo>
                  <a:pt x="1354511" y="56906"/>
                </a:lnTo>
                <a:lnTo>
                  <a:pt x="1354899" y="56995"/>
                </a:lnTo>
                <a:lnTo>
                  <a:pt x="1355281" y="57091"/>
                </a:lnTo>
                <a:lnTo>
                  <a:pt x="1355656" y="57193"/>
                </a:lnTo>
                <a:lnTo>
                  <a:pt x="1356025" y="57302"/>
                </a:lnTo>
                <a:lnTo>
                  <a:pt x="1356388" y="57417"/>
                </a:lnTo>
                <a:lnTo>
                  <a:pt x="1356745" y="57539"/>
                </a:lnTo>
                <a:lnTo>
                  <a:pt x="1357096" y="57667"/>
                </a:lnTo>
                <a:lnTo>
                  <a:pt x="1357440" y="57802"/>
                </a:lnTo>
                <a:lnTo>
                  <a:pt x="1357778" y="57944"/>
                </a:lnTo>
                <a:lnTo>
                  <a:pt x="1358111" y="58092"/>
                </a:lnTo>
                <a:lnTo>
                  <a:pt x="1358437" y="58247"/>
                </a:lnTo>
                <a:lnTo>
                  <a:pt x="1358756" y="58409"/>
                </a:lnTo>
                <a:lnTo>
                  <a:pt x="1359070" y="58579"/>
                </a:lnTo>
                <a:lnTo>
                  <a:pt x="1359376" y="58757"/>
                </a:lnTo>
                <a:lnTo>
                  <a:pt x="1359677" y="58942"/>
                </a:lnTo>
                <a:lnTo>
                  <a:pt x="1359971" y="59136"/>
                </a:lnTo>
                <a:lnTo>
                  <a:pt x="1360258" y="59337"/>
                </a:lnTo>
                <a:lnTo>
                  <a:pt x="1360539" y="59546"/>
                </a:lnTo>
                <a:lnTo>
                  <a:pt x="1360814" y="59763"/>
                </a:lnTo>
                <a:lnTo>
                  <a:pt x="1361082" y="59988"/>
                </a:lnTo>
                <a:lnTo>
                  <a:pt x="1361344" y="60220"/>
                </a:lnTo>
                <a:lnTo>
                  <a:pt x="1361599" y="60461"/>
                </a:lnTo>
                <a:lnTo>
                  <a:pt x="1361848" y="60709"/>
                </a:lnTo>
                <a:lnTo>
                  <a:pt x="1362090" y="60965"/>
                </a:lnTo>
                <a:lnTo>
                  <a:pt x="1362326" y="61230"/>
                </a:lnTo>
                <a:lnTo>
                  <a:pt x="1362555" y="61501"/>
                </a:lnTo>
                <a:lnTo>
                  <a:pt x="1362778" y="61781"/>
                </a:lnTo>
                <a:lnTo>
                  <a:pt x="1362995" y="62069"/>
                </a:lnTo>
                <a:lnTo>
                  <a:pt x="1363205" y="62364"/>
                </a:lnTo>
                <a:lnTo>
                  <a:pt x="1363408" y="62668"/>
                </a:lnTo>
                <a:lnTo>
                  <a:pt x="1363606" y="62979"/>
                </a:lnTo>
                <a:lnTo>
                  <a:pt x="1363796" y="63298"/>
                </a:lnTo>
                <a:lnTo>
                  <a:pt x="1363981" y="63625"/>
                </a:lnTo>
                <a:lnTo>
                  <a:pt x="1364159" y="63959"/>
                </a:lnTo>
                <a:lnTo>
                  <a:pt x="1364330" y="64302"/>
                </a:lnTo>
                <a:lnTo>
                  <a:pt x="1364495" y="64653"/>
                </a:lnTo>
                <a:lnTo>
                  <a:pt x="1364652" y="65013"/>
                </a:lnTo>
                <a:lnTo>
                  <a:pt x="1364803" y="65383"/>
                </a:lnTo>
                <a:lnTo>
                  <a:pt x="1364947" y="65763"/>
                </a:lnTo>
                <a:lnTo>
                  <a:pt x="1365083" y="66151"/>
                </a:lnTo>
                <a:lnTo>
                  <a:pt x="1365213" y="66550"/>
                </a:lnTo>
                <a:lnTo>
                  <a:pt x="1365336" y="66957"/>
                </a:lnTo>
                <a:lnTo>
                  <a:pt x="1365451" y="67374"/>
                </a:lnTo>
                <a:lnTo>
                  <a:pt x="1365560" y="67800"/>
                </a:lnTo>
                <a:lnTo>
                  <a:pt x="1365661" y="68236"/>
                </a:lnTo>
                <a:lnTo>
                  <a:pt x="1365756" y="68681"/>
                </a:lnTo>
                <a:lnTo>
                  <a:pt x="1365844" y="69135"/>
                </a:lnTo>
                <a:lnTo>
                  <a:pt x="1365924" y="69599"/>
                </a:lnTo>
                <a:lnTo>
                  <a:pt x="1365998" y="70073"/>
                </a:lnTo>
                <a:lnTo>
                  <a:pt x="1366064" y="70555"/>
                </a:lnTo>
                <a:lnTo>
                  <a:pt x="1366124" y="71047"/>
                </a:lnTo>
                <a:lnTo>
                  <a:pt x="1366177" y="71549"/>
                </a:lnTo>
                <a:lnTo>
                  <a:pt x="1366222" y="72059"/>
                </a:lnTo>
                <a:lnTo>
                  <a:pt x="1366261" y="72580"/>
                </a:lnTo>
                <a:lnTo>
                  <a:pt x="1366292" y="73109"/>
                </a:lnTo>
                <a:lnTo>
                  <a:pt x="1366317" y="73648"/>
                </a:lnTo>
                <a:lnTo>
                  <a:pt x="1366334" y="74197"/>
                </a:lnTo>
                <a:lnTo>
                  <a:pt x="1366345" y="74754"/>
                </a:lnTo>
                <a:lnTo>
                  <a:pt x="1366348" y="75321"/>
                </a:lnTo>
                <a:lnTo>
                  <a:pt x="1366348" y="132721"/>
                </a:lnTo>
                <a:lnTo>
                  <a:pt x="1381364" y="132721"/>
                </a:lnTo>
                <a:lnTo>
                  <a:pt x="1381364" y="75483"/>
                </a:lnTo>
                <a:lnTo>
                  <a:pt x="1381361" y="74768"/>
                </a:lnTo>
                <a:lnTo>
                  <a:pt x="1381351" y="74061"/>
                </a:lnTo>
                <a:lnTo>
                  <a:pt x="1381334" y="73364"/>
                </a:lnTo>
                <a:lnTo>
                  <a:pt x="1381310" y="72676"/>
                </a:lnTo>
                <a:lnTo>
                  <a:pt x="1381280" y="71998"/>
                </a:lnTo>
                <a:lnTo>
                  <a:pt x="1381243" y="71328"/>
                </a:lnTo>
                <a:lnTo>
                  <a:pt x="1381199" y="70667"/>
                </a:lnTo>
                <a:lnTo>
                  <a:pt x="1381149" y="70016"/>
                </a:lnTo>
                <a:lnTo>
                  <a:pt x="1381092" y="69373"/>
                </a:lnTo>
                <a:lnTo>
                  <a:pt x="1381028" y="68740"/>
                </a:lnTo>
                <a:lnTo>
                  <a:pt x="1380957" y="68116"/>
                </a:lnTo>
                <a:lnTo>
                  <a:pt x="1380880" y="67501"/>
                </a:lnTo>
                <a:lnTo>
                  <a:pt x="1380796" y="66895"/>
                </a:lnTo>
                <a:lnTo>
                  <a:pt x="1380705" y="66298"/>
                </a:lnTo>
                <a:lnTo>
                  <a:pt x="1380607" y="65710"/>
                </a:lnTo>
                <a:lnTo>
                  <a:pt x="1380503" y="65131"/>
                </a:lnTo>
                <a:lnTo>
                  <a:pt x="1380392" y="64562"/>
                </a:lnTo>
                <a:lnTo>
                  <a:pt x="1380274" y="64002"/>
                </a:lnTo>
                <a:lnTo>
                  <a:pt x="1380150" y="63450"/>
                </a:lnTo>
                <a:lnTo>
                  <a:pt x="1380019" y="62908"/>
                </a:lnTo>
                <a:lnTo>
                  <a:pt x="1379881" y="62375"/>
                </a:lnTo>
                <a:lnTo>
                  <a:pt x="1379736" y="61851"/>
                </a:lnTo>
                <a:lnTo>
                  <a:pt x="1379585" y="61336"/>
                </a:lnTo>
                <a:lnTo>
                  <a:pt x="1379427" y="60830"/>
                </a:lnTo>
                <a:lnTo>
                  <a:pt x="1379262" y="60333"/>
                </a:lnTo>
                <a:lnTo>
                  <a:pt x="1379092" y="59843"/>
                </a:lnTo>
                <a:lnTo>
                  <a:pt x="1378915" y="59361"/>
                </a:lnTo>
                <a:lnTo>
                  <a:pt x="1378732" y="58887"/>
                </a:lnTo>
                <a:lnTo>
                  <a:pt x="1378544" y="58421"/>
                </a:lnTo>
                <a:lnTo>
                  <a:pt x="1378349" y="57962"/>
                </a:lnTo>
                <a:lnTo>
                  <a:pt x="1378149" y="57511"/>
                </a:lnTo>
                <a:lnTo>
                  <a:pt x="1377942" y="57067"/>
                </a:lnTo>
                <a:lnTo>
                  <a:pt x="1377729" y="56632"/>
                </a:lnTo>
                <a:lnTo>
                  <a:pt x="1377511" y="56204"/>
                </a:lnTo>
                <a:lnTo>
                  <a:pt x="1377286" y="55783"/>
                </a:lnTo>
                <a:lnTo>
                  <a:pt x="1377055" y="55371"/>
                </a:lnTo>
                <a:lnTo>
                  <a:pt x="1376818" y="54966"/>
                </a:lnTo>
                <a:lnTo>
                  <a:pt x="1376575" y="54569"/>
                </a:lnTo>
                <a:lnTo>
                  <a:pt x="1376327" y="54180"/>
                </a:lnTo>
                <a:lnTo>
                  <a:pt x="1376072" y="53798"/>
                </a:lnTo>
                <a:lnTo>
                  <a:pt x="1375811" y="53424"/>
                </a:lnTo>
                <a:lnTo>
                  <a:pt x="1375544" y="53058"/>
                </a:lnTo>
                <a:lnTo>
                  <a:pt x="1375271" y="52699"/>
                </a:lnTo>
                <a:lnTo>
                  <a:pt x="1374992" y="52348"/>
                </a:lnTo>
                <a:lnTo>
                  <a:pt x="1374707" y="52005"/>
                </a:lnTo>
                <a:lnTo>
                  <a:pt x="1374416" y="51669"/>
                </a:lnTo>
                <a:lnTo>
                  <a:pt x="1374119" y="51342"/>
                </a:lnTo>
                <a:lnTo>
                  <a:pt x="1373816" y="51022"/>
                </a:lnTo>
                <a:lnTo>
                  <a:pt x="1373507" y="50709"/>
                </a:lnTo>
                <a:lnTo>
                  <a:pt x="1373193" y="50404"/>
                </a:lnTo>
                <a:lnTo>
                  <a:pt x="1372874" y="50105"/>
                </a:lnTo>
                <a:lnTo>
                  <a:pt x="1372550" y="49814"/>
                </a:lnTo>
                <a:lnTo>
                  <a:pt x="1372220" y="49530"/>
                </a:lnTo>
                <a:lnTo>
                  <a:pt x="1371886" y="49253"/>
                </a:lnTo>
                <a:lnTo>
                  <a:pt x="1371546" y="48983"/>
                </a:lnTo>
                <a:lnTo>
                  <a:pt x="1371201" y="48721"/>
                </a:lnTo>
                <a:lnTo>
                  <a:pt x="1370851" y="48465"/>
                </a:lnTo>
                <a:lnTo>
                  <a:pt x="1370495" y="48217"/>
                </a:lnTo>
                <a:lnTo>
                  <a:pt x="1370135" y="47976"/>
                </a:lnTo>
                <a:lnTo>
                  <a:pt x="1369769" y="47742"/>
                </a:lnTo>
                <a:lnTo>
                  <a:pt x="1369398" y="47515"/>
                </a:lnTo>
                <a:lnTo>
                  <a:pt x="1369022" y="47295"/>
                </a:lnTo>
                <a:lnTo>
                  <a:pt x="1368641" y="47083"/>
                </a:lnTo>
                <a:lnTo>
                  <a:pt x="1368254" y="46877"/>
                </a:lnTo>
                <a:lnTo>
                  <a:pt x="1367863" y="46679"/>
                </a:lnTo>
                <a:lnTo>
                  <a:pt x="1367466" y="46488"/>
                </a:lnTo>
                <a:lnTo>
                  <a:pt x="1367064" y="46304"/>
                </a:lnTo>
                <a:lnTo>
                  <a:pt x="1366657" y="46127"/>
                </a:lnTo>
                <a:lnTo>
                  <a:pt x="1366244" y="45958"/>
                </a:lnTo>
                <a:lnTo>
                  <a:pt x="1365827" y="45795"/>
                </a:lnTo>
                <a:lnTo>
                  <a:pt x="1365404" y="45640"/>
                </a:lnTo>
                <a:lnTo>
                  <a:pt x="1364976" y="45492"/>
                </a:lnTo>
                <a:lnTo>
                  <a:pt x="1364543" y="45350"/>
                </a:lnTo>
                <a:lnTo>
                  <a:pt x="1364106" y="45214"/>
                </a:lnTo>
                <a:lnTo>
                  <a:pt x="1363664" y="45085"/>
                </a:lnTo>
                <a:lnTo>
                  <a:pt x="1363218" y="44961"/>
                </a:lnTo>
                <a:lnTo>
                  <a:pt x="1362767" y="44844"/>
                </a:lnTo>
                <a:lnTo>
                  <a:pt x="1362312" y="44732"/>
                </a:lnTo>
                <a:lnTo>
                  <a:pt x="1361852" y="44627"/>
                </a:lnTo>
                <a:lnTo>
                  <a:pt x="1361388" y="44527"/>
                </a:lnTo>
                <a:lnTo>
                  <a:pt x="1360919" y="44434"/>
                </a:lnTo>
                <a:lnTo>
                  <a:pt x="1360446" y="44346"/>
                </a:lnTo>
                <a:lnTo>
                  <a:pt x="1359968" y="44265"/>
                </a:lnTo>
                <a:lnTo>
                  <a:pt x="1359486" y="44190"/>
                </a:lnTo>
                <a:lnTo>
                  <a:pt x="1359000" y="44120"/>
                </a:lnTo>
                <a:lnTo>
                  <a:pt x="1358508" y="44057"/>
                </a:lnTo>
                <a:lnTo>
                  <a:pt x="1358013" y="44000"/>
                </a:lnTo>
                <a:lnTo>
                  <a:pt x="1357513" y="43949"/>
                </a:lnTo>
                <a:lnTo>
                  <a:pt x="1357008" y="43904"/>
                </a:lnTo>
                <a:lnTo>
                  <a:pt x="1356499" y="43864"/>
                </a:lnTo>
                <a:lnTo>
                  <a:pt x="1355986" y="43831"/>
                </a:lnTo>
                <a:lnTo>
                  <a:pt x="1355468" y="43804"/>
                </a:lnTo>
                <a:lnTo>
                  <a:pt x="1354945" y="43783"/>
                </a:lnTo>
                <a:lnTo>
                  <a:pt x="1354418" y="43768"/>
                </a:lnTo>
                <a:lnTo>
                  <a:pt x="1353887" y="43759"/>
                </a:lnTo>
                <a:lnTo>
                  <a:pt x="1353351" y="43756"/>
                </a:lnTo>
                <a:lnTo>
                  <a:pt x="1352694" y="43761"/>
                </a:lnTo>
                <a:lnTo>
                  <a:pt x="1352042" y="43777"/>
                </a:lnTo>
                <a:lnTo>
                  <a:pt x="1351395" y="43804"/>
                </a:lnTo>
                <a:lnTo>
                  <a:pt x="1350753" y="43842"/>
                </a:lnTo>
                <a:lnTo>
                  <a:pt x="1350115" y="43891"/>
                </a:lnTo>
                <a:lnTo>
                  <a:pt x="1349483" y="43950"/>
                </a:lnTo>
                <a:lnTo>
                  <a:pt x="1348856" y="44020"/>
                </a:lnTo>
                <a:lnTo>
                  <a:pt x="1348233" y="44101"/>
                </a:lnTo>
                <a:lnTo>
                  <a:pt x="1347616" y="44193"/>
                </a:lnTo>
                <a:lnTo>
                  <a:pt x="1347003" y="44295"/>
                </a:lnTo>
                <a:lnTo>
                  <a:pt x="1346395" y="44409"/>
                </a:lnTo>
                <a:lnTo>
                  <a:pt x="1345792" y="44533"/>
                </a:lnTo>
                <a:lnTo>
                  <a:pt x="1345194" y="44668"/>
                </a:lnTo>
                <a:lnTo>
                  <a:pt x="1344601" y="44813"/>
                </a:lnTo>
                <a:lnTo>
                  <a:pt x="1344013" y="44970"/>
                </a:lnTo>
                <a:lnTo>
                  <a:pt x="1343430" y="45137"/>
                </a:lnTo>
                <a:lnTo>
                  <a:pt x="1342851" y="45315"/>
                </a:lnTo>
                <a:lnTo>
                  <a:pt x="1342278" y="45504"/>
                </a:lnTo>
                <a:lnTo>
                  <a:pt x="1341709" y="45704"/>
                </a:lnTo>
                <a:lnTo>
                  <a:pt x="1341146" y="45914"/>
                </a:lnTo>
                <a:lnTo>
                  <a:pt x="1340587" y="46136"/>
                </a:lnTo>
                <a:lnTo>
                  <a:pt x="1340033" y="46368"/>
                </a:lnTo>
                <a:lnTo>
                  <a:pt x="1339484" y="46610"/>
                </a:lnTo>
                <a:lnTo>
                  <a:pt x="1338940" y="46864"/>
                </a:lnTo>
                <a:lnTo>
                  <a:pt x="1338402" y="47127"/>
                </a:lnTo>
                <a:lnTo>
                  <a:pt x="1337870" y="47400"/>
                </a:lnTo>
                <a:lnTo>
                  <a:pt x="1337344" y="47681"/>
                </a:lnTo>
                <a:lnTo>
                  <a:pt x="1336824" y="47971"/>
                </a:lnTo>
                <a:lnTo>
                  <a:pt x="1336311" y="48269"/>
                </a:lnTo>
                <a:lnTo>
                  <a:pt x="1335804" y="48577"/>
                </a:lnTo>
                <a:lnTo>
                  <a:pt x="1335304" y="48893"/>
                </a:lnTo>
                <a:lnTo>
                  <a:pt x="1334810" y="49219"/>
                </a:lnTo>
                <a:lnTo>
                  <a:pt x="1334322" y="49553"/>
                </a:lnTo>
                <a:lnTo>
                  <a:pt x="1333840" y="49896"/>
                </a:lnTo>
                <a:lnTo>
                  <a:pt x="1333365" y="50247"/>
                </a:lnTo>
                <a:lnTo>
                  <a:pt x="1332896" y="50608"/>
                </a:lnTo>
                <a:lnTo>
                  <a:pt x="1332433" y="50977"/>
                </a:lnTo>
                <a:lnTo>
                  <a:pt x="1331976" y="51355"/>
                </a:lnTo>
                <a:lnTo>
                  <a:pt x="1331526" y="51742"/>
                </a:lnTo>
                <a:lnTo>
                  <a:pt x="1331083" y="52138"/>
                </a:lnTo>
                <a:lnTo>
                  <a:pt x="1330645" y="52543"/>
                </a:lnTo>
                <a:lnTo>
                  <a:pt x="1330214" y="52957"/>
                </a:lnTo>
                <a:lnTo>
                  <a:pt x="1329789" y="53379"/>
                </a:lnTo>
                <a:lnTo>
                  <a:pt x="1329370" y="53810"/>
                </a:lnTo>
                <a:lnTo>
                  <a:pt x="1328958" y="54250"/>
                </a:lnTo>
                <a:lnTo>
                  <a:pt x="1328552" y="54699"/>
                </a:lnTo>
                <a:lnTo>
                  <a:pt x="1328152" y="55157"/>
                </a:lnTo>
                <a:lnTo>
                  <a:pt x="1327759" y="55623"/>
                </a:lnTo>
                <a:lnTo>
                  <a:pt x="1327373" y="56098"/>
                </a:lnTo>
                <a:lnTo>
                  <a:pt x="1327261" y="56239"/>
                </a:lnTo>
                <a:lnTo>
                  <a:pt x="1326790" y="45370"/>
                </a:lnTo>
                <a:lnTo>
                  <a:pt x="1312663" y="45370"/>
                </a:lnTo>
                <a:lnTo>
                  <a:pt x="1312663" y="132721"/>
                </a:lnTo>
                <a:lnTo>
                  <a:pt x="1327598" y="132721"/>
                </a:lnTo>
                <a:lnTo>
                  <a:pt x="1327598" y="70412"/>
                </a:lnTo>
                <a:lnTo>
                  <a:pt x="1327628" y="70351"/>
                </a:lnTo>
                <a:lnTo>
                  <a:pt x="1327832" y="69953"/>
                </a:lnTo>
                <a:lnTo>
                  <a:pt x="1328042" y="69559"/>
                </a:lnTo>
                <a:lnTo>
                  <a:pt x="1328256" y="69169"/>
                </a:lnTo>
                <a:lnTo>
                  <a:pt x="1328476" y="68784"/>
                </a:lnTo>
                <a:close/>
                <a:moveTo>
                  <a:pt x="1214637" y="94651"/>
                </a:moveTo>
                <a:lnTo>
                  <a:pt x="1214699" y="95407"/>
                </a:lnTo>
                <a:lnTo>
                  <a:pt x="1214771" y="96159"/>
                </a:lnTo>
                <a:lnTo>
                  <a:pt x="1214852" y="96905"/>
                </a:lnTo>
                <a:lnTo>
                  <a:pt x="1214942" y="97647"/>
                </a:lnTo>
                <a:lnTo>
                  <a:pt x="1215042" y="98384"/>
                </a:lnTo>
                <a:lnTo>
                  <a:pt x="1215152" y="99117"/>
                </a:lnTo>
                <a:lnTo>
                  <a:pt x="1215271" y="99844"/>
                </a:lnTo>
                <a:lnTo>
                  <a:pt x="1215400" y="100567"/>
                </a:lnTo>
                <a:lnTo>
                  <a:pt x="1215538" y="101285"/>
                </a:lnTo>
                <a:lnTo>
                  <a:pt x="1215685" y="101998"/>
                </a:lnTo>
                <a:lnTo>
                  <a:pt x="1215843" y="102707"/>
                </a:lnTo>
                <a:lnTo>
                  <a:pt x="1216010" y="103411"/>
                </a:lnTo>
                <a:lnTo>
                  <a:pt x="1216186" y="104110"/>
                </a:lnTo>
                <a:lnTo>
                  <a:pt x="1216372" y="104804"/>
                </a:lnTo>
                <a:lnTo>
                  <a:pt x="1216567" y="105493"/>
                </a:lnTo>
                <a:lnTo>
                  <a:pt x="1216772" y="106178"/>
                </a:lnTo>
                <a:lnTo>
                  <a:pt x="1216986" y="106858"/>
                </a:lnTo>
                <a:lnTo>
                  <a:pt x="1217210" y="107533"/>
                </a:lnTo>
                <a:lnTo>
                  <a:pt x="1217443" y="108202"/>
                </a:lnTo>
                <a:lnTo>
                  <a:pt x="1217685" y="108864"/>
                </a:lnTo>
                <a:lnTo>
                  <a:pt x="1217935" y="109519"/>
                </a:lnTo>
                <a:lnTo>
                  <a:pt x="1218194" y="110167"/>
                </a:lnTo>
                <a:lnTo>
                  <a:pt x="1218461" y="110807"/>
                </a:lnTo>
                <a:lnTo>
                  <a:pt x="1218737" y="111441"/>
                </a:lnTo>
                <a:lnTo>
                  <a:pt x="1219021" y="112067"/>
                </a:lnTo>
                <a:lnTo>
                  <a:pt x="1219314" y="112686"/>
                </a:lnTo>
                <a:lnTo>
                  <a:pt x="1219615" y="113298"/>
                </a:lnTo>
                <a:lnTo>
                  <a:pt x="1219925" y="113903"/>
                </a:lnTo>
                <a:lnTo>
                  <a:pt x="1220244" y="114501"/>
                </a:lnTo>
                <a:lnTo>
                  <a:pt x="1220571" y="115091"/>
                </a:lnTo>
                <a:lnTo>
                  <a:pt x="1220906" y="115675"/>
                </a:lnTo>
                <a:lnTo>
                  <a:pt x="1221251" y="116251"/>
                </a:lnTo>
                <a:lnTo>
                  <a:pt x="1221603" y="116820"/>
                </a:lnTo>
                <a:lnTo>
                  <a:pt x="1221964" y="117382"/>
                </a:lnTo>
                <a:lnTo>
                  <a:pt x="1222334" y="117937"/>
                </a:lnTo>
                <a:lnTo>
                  <a:pt x="1222713" y="118484"/>
                </a:lnTo>
                <a:lnTo>
                  <a:pt x="1223100" y="119025"/>
                </a:lnTo>
                <a:lnTo>
                  <a:pt x="1223495" y="119558"/>
                </a:lnTo>
                <a:lnTo>
                  <a:pt x="1223899" y="120085"/>
                </a:lnTo>
                <a:lnTo>
                  <a:pt x="1224312" y="120604"/>
                </a:lnTo>
                <a:lnTo>
                  <a:pt x="1224733" y="121116"/>
                </a:lnTo>
                <a:lnTo>
                  <a:pt x="1225162" y="121620"/>
                </a:lnTo>
                <a:lnTo>
                  <a:pt x="1225600" y="122117"/>
                </a:lnTo>
                <a:lnTo>
                  <a:pt x="1226045" y="122604"/>
                </a:lnTo>
                <a:lnTo>
                  <a:pt x="1226498" y="123082"/>
                </a:lnTo>
                <a:lnTo>
                  <a:pt x="1226957" y="123551"/>
                </a:lnTo>
                <a:lnTo>
                  <a:pt x="1227425" y="124011"/>
                </a:lnTo>
                <a:lnTo>
                  <a:pt x="1227900" y="124461"/>
                </a:lnTo>
                <a:lnTo>
                  <a:pt x="1228382" y="124902"/>
                </a:lnTo>
                <a:lnTo>
                  <a:pt x="1228871" y="125334"/>
                </a:lnTo>
                <a:lnTo>
                  <a:pt x="1229368" y="125756"/>
                </a:lnTo>
                <a:lnTo>
                  <a:pt x="1229873" y="126170"/>
                </a:lnTo>
                <a:lnTo>
                  <a:pt x="1230385" y="126574"/>
                </a:lnTo>
                <a:lnTo>
                  <a:pt x="1230904" y="126969"/>
                </a:lnTo>
                <a:lnTo>
                  <a:pt x="1231431" y="127354"/>
                </a:lnTo>
                <a:lnTo>
                  <a:pt x="1231965" y="127731"/>
                </a:lnTo>
                <a:lnTo>
                  <a:pt x="1232507" y="128098"/>
                </a:lnTo>
                <a:lnTo>
                  <a:pt x="1233056" y="128455"/>
                </a:lnTo>
                <a:lnTo>
                  <a:pt x="1233612" y="128804"/>
                </a:lnTo>
                <a:lnTo>
                  <a:pt x="1234176" y="129143"/>
                </a:lnTo>
                <a:lnTo>
                  <a:pt x="1234748" y="129473"/>
                </a:lnTo>
                <a:lnTo>
                  <a:pt x="1235326" y="129794"/>
                </a:lnTo>
                <a:lnTo>
                  <a:pt x="1235913" y="130106"/>
                </a:lnTo>
                <a:lnTo>
                  <a:pt x="1236506" y="130408"/>
                </a:lnTo>
                <a:lnTo>
                  <a:pt x="1237107" y="130701"/>
                </a:lnTo>
                <a:lnTo>
                  <a:pt x="1237716" y="130985"/>
                </a:lnTo>
                <a:lnTo>
                  <a:pt x="1238331" y="131258"/>
                </a:lnTo>
                <a:lnTo>
                  <a:pt x="1238953" y="131520"/>
                </a:lnTo>
                <a:lnTo>
                  <a:pt x="1239582" y="131770"/>
                </a:lnTo>
                <a:lnTo>
                  <a:pt x="1240216" y="132009"/>
                </a:lnTo>
                <a:lnTo>
                  <a:pt x="1240858" y="132236"/>
                </a:lnTo>
                <a:lnTo>
                  <a:pt x="1241505" y="132451"/>
                </a:lnTo>
                <a:lnTo>
                  <a:pt x="1242159" y="132654"/>
                </a:lnTo>
                <a:lnTo>
                  <a:pt x="1242820" y="132846"/>
                </a:lnTo>
                <a:lnTo>
                  <a:pt x="1243487" y="133027"/>
                </a:lnTo>
                <a:lnTo>
                  <a:pt x="1244160" y="133195"/>
                </a:lnTo>
                <a:lnTo>
                  <a:pt x="1244840" y="133352"/>
                </a:lnTo>
                <a:lnTo>
                  <a:pt x="1245527" y="133498"/>
                </a:lnTo>
                <a:lnTo>
                  <a:pt x="1246219" y="133632"/>
                </a:lnTo>
                <a:lnTo>
                  <a:pt x="1246919" y="133754"/>
                </a:lnTo>
                <a:lnTo>
                  <a:pt x="1247624" y="133864"/>
                </a:lnTo>
                <a:lnTo>
                  <a:pt x="1248336" y="133963"/>
                </a:lnTo>
                <a:lnTo>
                  <a:pt x="1249055" y="134050"/>
                </a:lnTo>
                <a:lnTo>
                  <a:pt x="1249780" y="134126"/>
                </a:lnTo>
                <a:lnTo>
                  <a:pt x="1250512" y="134190"/>
                </a:lnTo>
                <a:lnTo>
                  <a:pt x="1251249" y="134242"/>
                </a:lnTo>
                <a:lnTo>
                  <a:pt x="1251994" y="134283"/>
                </a:lnTo>
                <a:lnTo>
                  <a:pt x="1252745" y="134312"/>
                </a:lnTo>
                <a:lnTo>
                  <a:pt x="1253502" y="134330"/>
                </a:lnTo>
                <a:lnTo>
                  <a:pt x="1254266" y="134335"/>
                </a:lnTo>
                <a:lnTo>
                  <a:pt x="1255029" y="134330"/>
                </a:lnTo>
                <a:lnTo>
                  <a:pt x="1255786" y="134312"/>
                </a:lnTo>
                <a:lnTo>
                  <a:pt x="1256537" y="134283"/>
                </a:lnTo>
                <a:lnTo>
                  <a:pt x="1257281" y="134242"/>
                </a:lnTo>
                <a:lnTo>
                  <a:pt x="1258018" y="134190"/>
                </a:lnTo>
                <a:lnTo>
                  <a:pt x="1258749" y="134126"/>
                </a:lnTo>
                <a:lnTo>
                  <a:pt x="1259473" y="134050"/>
                </a:lnTo>
                <a:lnTo>
                  <a:pt x="1260190" y="133963"/>
                </a:lnTo>
                <a:lnTo>
                  <a:pt x="1260901" y="133864"/>
                </a:lnTo>
                <a:lnTo>
                  <a:pt x="1261606" y="133754"/>
                </a:lnTo>
                <a:lnTo>
                  <a:pt x="1262303" y="133632"/>
                </a:lnTo>
                <a:lnTo>
                  <a:pt x="1262995" y="133498"/>
                </a:lnTo>
                <a:lnTo>
                  <a:pt x="1263679" y="133352"/>
                </a:lnTo>
                <a:lnTo>
                  <a:pt x="1264357" y="133195"/>
                </a:lnTo>
                <a:lnTo>
                  <a:pt x="1265029" y="133027"/>
                </a:lnTo>
                <a:lnTo>
                  <a:pt x="1265693" y="132846"/>
                </a:lnTo>
                <a:lnTo>
                  <a:pt x="1266352" y="132654"/>
                </a:lnTo>
                <a:lnTo>
                  <a:pt x="1267003" y="132451"/>
                </a:lnTo>
                <a:lnTo>
                  <a:pt x="1267648" y="132236"/>
                </a:lnTo>
                <a:lnTo>
                  <a:pt x="1268287" y="132009"/>
                </a:lnTo>
                <a:lnTo>
                  <a:pt x="1268919" y="131770"/>
                </a:lnTo>
                <a:lnTo>
                  <a:pt x="1269544" y="131520"/>
                </a:lnTo>
                <a:lnTo>
                  <a:pt x="1270163" y="131258"/>
                </a:lnTo>
                <a:lnTo>
                  <a:pt x="1270775" y="130985"/>
                </a:lnTo>
                <a:lnTo>
                  <a:pt x="1271380" y="130701"/>
                </a:lnTo>
                <a:lnTo>
                  <a:pt x="1271978" y="130408"/>
                </a:lnTo>
                <a:lnTo>
                  <a:pt x="1272569" y="130106"/>
                </a:lnTo>
                <a:lnTo>
                  <a:pt x="1273152" y="129794"/>
                </a:lnTo>
                <a:lnTo>
                  <a:pt x="1273728" y="129473"/>
                </a:lnTo>
                <a:lnTo>
                  <a:pt x="1274297" y="129143"/>
                </a:lnTo>
                <a:lnTo>
                  <a:pt x="1274858" y="128804"/>
                </a:lnTo>
                <a:lnTo>
                  <a:pt x="1275412" y="128455"/>
                </a:lnTo>
                <a:lnTo>
                  <a:pt x="1275959" y="128098"/>
                </a:lnTo>
                <a:lnTo>
                  <a:pt x="1276499" y="127731"/>
                </a:lnTo>
                <a:lnTo>
                  <a:pt x="1277031" y="127354"/>
                </a:lnTo>
                <a:lnTo>
                  <a:pt x="1277556" y="126969"/>
                </a:lnTo>
                <a:lnTo>
                  <a:pt x="1278074" y="126574"/>
                </a:lnTo>
                <a:lnTo>
                  <a:pt x="1278585" y="126170"/>
                </a:lnTo>
                <a:lnTo>
                  <a:pt x="1279088" y="125756"/>
                </a:lnTo>
                <a:lnTo>
                  <a:pt x="1279584" y="125334"/>
                </a:lnTo>
                <a:lnTo>
                  <a:pt x="1280072" y="124902"/>
                </a:lnTo>
                <a:lnTo>
                  <a:pt x="1280553" y="124461"/>
                </a:lnTo>
                <a:lnTo>
                  <a:pt x="1281027" y="124011"/>
                </a:lnTo>
                <a:lnTo>
                  <a:pt x="1281494" y="123551"/>
                </a:lnTo>
                <a:lnTo>
                  <a:pt x="1281954" y="123082"/>
                </a:lnTo>
                <a:lnTo>
                  <a:pt x="1282406" y="122604"/>
                </a:lnTo>
                <a:lnTo>
                  <a:pt x="1282851" y="122117"/>
                </a:lnTo>
                <a:lnTo>
                  <a:pt x="1283288" y="121620"/>
                </a:lnTo>
                <a:lnTo>
                  <a:pt x="1283718" y="121116"/>
                </a:lnTo>
                <a:lnTo>
                  <a:pt x="1284139" y="120604"/>
                </a:lnTo>
                <a:lnTo>
                  <a:pt x="1284551" y="120085"/>
                </a:lnTo>
                <a:lnTo>
                  <a:pt x="1284955" y="119558"/>
                </a:lnTo>
                <a:lnTo>
                  <a:pt x="1285351" y="119025"/>
                </a:lnTo>
                <a:lnTo>
                  <a:pt x="1285738" y="118484"/>
                </a:lnTo>
                <a:lnTo>
                  <a:pt x="1286116" y="117937"/>
                </a:lnTo>
                <a:lnTo>
                  <a:pt x="1286486" y="117382"/>
                </a:lnTo>
                <a:lnTo>
                  <a:pt x="1286847" y="116820"/>
                </a:lnTo>
                <a:lnTo>
                  <a:pt x="1287200" y="116251"/>
                </a:lnTo>
                <a:lnTo>
                  <a:pt x="1287544" y="115675"/>
                </a:lnTo>
                <a:lnTo>
                  <a:pt x="1287880" y="115091"/>
                </a:lnTo>
                <a:lnTo>
                  <a:pt x="1288207" y="114501"/>
                </a:lnTo>
                <a:lnTo>
                  <a:pt x="1288525" y="113903"/>
                </a:lnTo>
                <a:lnTo>
                  <a:pt x="1288835" y="113298"/>
                </a:lnTo>
                <a:lnTo>
                  <a:pt x="1289137" y="112686"/>
                </a:lnTo>
                <a:lnTo>
                  <a:pt x="1289430" y="112067"/>
                </a:lnTo>
                <a:lnTo>
                  <a:pt x="1289714" y="111441"/>
                </a:lnTo>
                <a:lnTo>
                  <a:pt x="1289990" y="110807"/>
                </a:lnTo>
                <a:lnTo>
                  <a:pt x="1290257" y="110167"/>
                </a:lnTo>
                <a:lnTo>
                  <a:pt x="1290515" y="109519"/>
                </a:lnTo>
                <a:lnTo>
                  <a:pt x="1290766" y="108864"/>
                </a:lnTo>
                <a:lnTo>
                  <a:pt x="1291007" y="108202"/>
                </a:lnTo>
                <a:lnTo>
                  <a:pt x="1291240" y="107533"/>
                </a:lnTo>
                <a:lnTo>
                  <a:pt x="1291464" y="106858"/>
                </a:lnTo>
                <a:lnTo>
                  <a:pt x="1291679" y="106178"/>
                </a:lnTo>
                <a:lnTo>
                  <a:pt x="1291883" y="105493"/>
                </a:lnTo>
                <a:lnTo>
                  <a:pt x="1292079" y="104804"/>
                </a:lnTo>
                <a:lnTo>
                  <a:pt x="1292265" y="104110"/>
                </a:lnTo>
                <a:lnTo>
                  <a:pt x="1292441" y="103411"/>
                </a:lnTo>
                <a:lnTo>
                  <a:pt x="1292608" y="102707"/>
                </a:lnTo>
                <a:lnTo>
                  <a:pt x="1292765" y="101998"/>
                </a:lnTo>
                <a:lnTo>
                  <a:pt x="1292913" y="101285"/>
                </a:lnTo>
                <a:lnTo>
                  <a:pt x="1293051" y="100567"/>
                </a:lnTo>
                <a:lnTo>
                  <a:pt x="1293180" y="99844"/>
                </a:lnTo>
                <a:lnTo>
                  <a:pt x="1293299" y="99117"/>
                </a:lnTo>
                <a:lnTo>
                  <a:pt x="1293408" y="98384"/>
                </a:lnTo>
                <a:lnTo>
                  <a:pt x="1293508" y="97647"/>
                </a:lnTo>
                <a:lnTo>
                  <a:pt x="1293599" y="96905"/>
                </a:lnTo>
                <a:lnTo>
                  <a:pt x="1293680" y="96159"/>
                </a:lnTo>
                <a:lnTo>
                  <a:pt x="1293751" y="95407"/>
                </a:lnTo>
                <a:lnTo>
                  <a:pt x="1293813" y="94651"/>
                </a:lnTo>
                <a:lnTo>
                  <a:pt x="1293866" y="93890"/>
                </a:lnTo>
                <a:lnTo>
                  <a:pt x="1293909" y="93125"/>
                </a:lnTo>
                <a:lnTo>
                  <a:pt x="1293942" y="92354"/>
                </a:lnTo>
                <a:lnTo>
                  <a:pt x="1293966" y="91579"/>
                </a:lnTo>
                <a:lnTo>
                  <a:pt x="1293980" y="90799"/>
                </a:lnTo>
                <a:lnTo>
                  <a:pt x="1293985" y="90014"/>
                </a:lnTo>
                <a:lnTo>
                  <a:pt x="1293985" y="88158"/>
                </a:lnTo>
                <a:lnTo>
                  <a:pt x="1293980" y="87373"/>
                </a:lnTo>
                <a:lnTo>
                  <a:pt x="1293966" y="86593"/>
                </a:lnTo>
                <a:lnTo>
                  <a:pt x="1293942" y="85817"/>
                </a:lnTo>
                <a:lnTo>
                  <a:pt x="1293909" y="85046"/>
                </a:lnTo>
                <a:lnTo>
                  <a:pt x="1293866" y="84280"/>
                </a:lnTo>
                <a:lnTo>
                  <a:pt x="1293813" y="83518"/>
                </a:lnTo>
                <a:lnTo>
                  <a:pt x="1293751" y="82761"/>
                </a:lnTo>
                <a:lnTo>
                  <a:pt x="1293680" y="82009"/>
                </a:lnTo>
                <a:lnTo>
                  <a:pt x="1293599" y="81261"/>
                </a:lnTo>
                <a:lnTo>
                  <a:pt x="1293508" y="80518"/>
                </a:lnTo>
                <a:lnTo>
                  <a:pt x="1293408" y="79779"/>
                </a:lnTo>
                <a:lnTo>
                  <a:pt x="1293299" y="79045"/>
                </a:lnTo>
                <a:lnTo>
                  <a:pt x="1293180" y="78316"/>
                </a:lnTo>
                <a:lnTo>
                  <a:pt x="1293051" y="77591"/>
                </a:lnTo>
                <a:lnTo>
                  <a:pt x="1292913" y="76871"/>
                </a:lnTo>
                <a:lnTo>
                  <a:pt x="1292765" y="76156"/>
                </a:lnTo>
                <a:lnTo>
                  <a:pt x="1292608" y="75445"/>
                </a:lnTo>
                <a:lnTo>
                  <a:pt x="1292441" y="74739"/>
                </a:lnTo>
                <a:lnTo>
                  <a:pt x="1292265" y="74037"/>
                </a:lnTo>
                <a:lnTo>
                  <a:pt x="1292079" y="73340"/>
                </a:lnTo>
                <a:lnTo>
                  <a:pt x="1291883" y="72648"/>
                </a:lnTo>
                <a:lnTo>
                  <a:pt x="1291679" y="71960"/>
                </a:lnTo>
                <a:lnTo>
                  <a:pt x="1291464" y="71277"/>
                </a:lnTo>
                <a:lnTo>
                  <a:pt x="1291240" y="70599"/>
                </a:lnTo>
                <a:lnTo>
                  <a:pt x="1291007" y="69926"/>
                </a:lnTo>
                <a:lnTo>
                  <a:pt x="1290766" y="69261"/>
                </a:lnTo>
                <a:lnTo>
                  <a:pt x="1290515" y="68603"/>
                </a:lnTo>
                <a:lnTo>
                  <a:pt x="1290257" y="67953"/>
                </a:lnTo>
                <a:lnTo>
                  <a:pt x="1289990" y="67309"/>
                </a:lnTo>
                <a:lnTo>
                  <a:pt x="1289714" y="66673"/>
                </a:lnTo>
                <a:lnTo>
                  <a:pt x="1289430" y="66044"/>
                </a:lnTo>
                <a:lnTo>
                  <a:pt x="1289137" y="65423"/>
                </a:lnTo>
                <a:lnTo>
                  <a:pt x="1288835" y="64809"/>
                </a:lnTo>
                <a:lnTo>
                  <a:pt x="1288525" y="64202"/>
                </a:lnTo>
                <a:lnTo>
                  <a:pt x="1288207" y="63602"/>
                </a:lnTo>
                <a:lnTo>
                  <a:pt x="1287880" y="63010"/>
                </a:lnTo>
                <a:lnTo>
                  <a:pt x="1287544" y="62425"/>
                </a:lnTo>
                <a:lnTo>
                  <a:pt x="1287200" y="61847"/>
                </a:lnTo>
                <a:lnTo>
                  <a:pt x="1286847" y="61277"/>
                </a:lnTo>
                <a:lnTo>
                  <a:pt x="1286486" y="60714"/>
                </a:lnTo>
                <a:lnTo>
                  <a:pt x="1286116" y="60158"/>
                </a:lnTo>
                <a:lnTo>
                  <a:pt x="1285738" y="59609"/>
                </a:lnTo>
                <a:lnTo>
                  <a:pt x="1285351" y="59068"/>
                </a:lnTo>
                <a:lnTo>
                  <a:pt x="1284955" y="58534"/>
                </a:lnTo>
                <a:lnTo>
                  <a:pt x="1284551" y="58007"/>
                </a:lnTo>
                <a:lnTo>
                  <a:pt x="1284139" y="57488"/>
                </a:lnTo>
                <a:lnTo>
                  <a:pt x="1283718" y="56976"/>
                </a:lnTo>
                <a:lnTo>
                  <a:pt x="1283288" y="56471"/>
                </a:lnTo>
                <a:lnTo>
                  <a:pt x="1282850" y="55974"/>
                </a:lnTo>
                <a:lnTo>
                  <a:pt x="1282405" y="55487"/>
                </a:lnTo>
                <a:lnTo>
                  <a:pt x="1281952" y="55009"/>
                </a:lnTo>
                <a:lnTo>
                  <a:pt x="1281492" y="54540"/>
                </a:lnTo>
                <a:lnTo>
                  <a:pt x="1281024" y="54081"/>
                </a:lnTo>
                <a:lnTo>
                  <a:pt x="1280548" y="53630"/>
                </a:lnTo>
                <a:lnTo>
                  <a:pt x="1280065" y="53189"/>
                </a:lnTo>
                <a:lnTo>
                  <a:pt x="1279575" y="52757"/>
                </a:lnTo>
                <a:lnTo>
                  <a:pt x="1279076" y="52335"/>
                </a:lnTo>
                <a:lnTo>
                  <a:pt x="1278570" y="51921"/>
                </a:lnTo>
                <a:lnTo>
                  <a:pt x="1278057" y="51517"/>
                </a:lnTo>
                <a:lnTo>
                  <a:pt x="1277536" y="51123"/>
                </a:lnTo>
                <a:lnTo>
                  <a:pt x="1277008" y="50737"/>
                </a:lnTo>
                <a:lnTo>
                  <a:pt x="1276472" y="50361"/>
                </a:lnTo>
                <a:lnTo>
                  <a:pt x="1275928" y="49994"/>
                </a:lnTo>
                <a:lnTo>
                  <a:pt x="1275377" y="49636"/>
                </a:lnTo>
                <a:lnTo>
                  <a:pt x="1274818" y="49287"/>
                </a:lnTo>
                <a:lnTo>
                  <a:pt x="1274251" y="48948"/>
                </a:lnTo>
                <a:lnTo>
                  <a:pt x="1273677" y="48618"/>
                </a:lnTo>
                <a:lnTo>
                  <a:pt x="1273096" y="48297"/>
                </a:lnTo>
                <a:lnTo>
                  <a:pt x="1272507" y="47985"/>
                </a:lnTo>
                <a:lnTo>
                  <a:pt x="1271910" y="47683"/>
                </a:lnTo>
                <a:lnTo>
                  <a:pt x="1271306" y="47390"/>
                </a:lnTo>
                <a:lnTo>
                  <a:pt x="1270694" y="47106"/>
                </a:lnTo>
                <a:lnTo>
                  <a:pt x="1270076" y="46833"/>
                </a:lnTo>
                <a:lnTo>
                  <a:pt x="1269450" y="46571"/>
                </a:lnTo>
                <a:lnTo>
                  <a:pt x="1268819" y="46321"/>
                </a:lnTo>
                <a:lnTo>
                  <a:pt x="1268182" y="46082"/>
                </a:lnTo>
                <a:lnTo>
                  <a:pt x="1267538" y="45856"/>
                </a:lnTo>
                <a:lnTo>
                  <a:pt x="1266887" y="45640"/>
                </a:lnTo>
                <a:lnTo>
                  <a:pt x="1266231" y="45437"/>
                </a:lnTo>
                <a:lnTo>
                  <a:pt x="1265568" y="45245"/>
                </a:lnTo>
                <a:lnTo>
                  <a:pt x="1264899" y="45065"/>
                </a:lnTo>
                <a:lnTo>
                  <a:pt x="1264223" y="44896"/>
                </a:lnTo>
                <a:lnTo>
                  <a:pt x="1263541" y="44739"/>
                </a:lnTo>
                <a:lnTo>
                  <a:pt x="1262853" y="44593"/>
                </a:lnTo>
                <a:lnTo>
                  <a:pt x="1262159" y="44460"/>
                </a:lnTo>
                <a:lnTo>
                  <a:pt x="1261458" y="44338"/>
                </a:lnTo>
                <a:lnTo>
                  <a:pt x="1260751" y="44227"/>
                </a:lnTo>
                <a:lnTo>
                  <a:pt x="1260038" y="44128"/>
                </a:lnTo>
                <a:lnTo>
                  <a:pt x="1259318" y="44041"/>
                </a:lnTo>
                <a:lnTo>
                  <a:pt x="1258592" y="43965"/>
                </a:lnTo>
                <a:lnTo>
                  <a:pt x="1257860" y="43901"/>
                </a:lnTo>
                <a:lnTo>
                  <a:pt x="1257121" y="43849"/>
                </a:lnTo>
                <a:lnTo>
                  <a:pt x="1256377" y="43808"/>
                </a:lnTo>
                <a:lnTo>
                  <a:pt x="1255625" y="43779"/>
                </a:lnTo>
                <a:lnTo>
                  <a:pt x="1254868" y="43762"/>
                </a:lnTo>
                <a:lnTo>
                  <a:pt x="1254104" y="43756"/>
                </a:lnTo>
                <a:lnTo>
                  <a:pt x="1253347" y="43762"/>
                </a:lnTo>
                <a:lnTo>
                  <a:pt x="1252596" y="43779"/>
                </a:lnTo>
                <a:lnTo>
                  <a:pt x="1251851" y="43808"/>
                </a:lnTo>
                <a:lnTo>
                  <a:pt x="1251113" y="43849"/>
                </a:lnTo>
                <a:lnTo>
                  <a:pt x="1250380" y="43901"/>
                </a:lnTo>
                <a:lnTo>
                  <a:pt x="1249654" y="43965"/>
                </a:lnTo>
                <a:lnTo>
                  <a:pt x="1248934" y="44041"/>
                </a:lnTo>
                <a:lnTo>
                  <a:pt x="1248220" y="44128"/>
                </a:lnTo>
                <a:lnTo>
                  <a:pt x="1247512" y="44227"/>
                </a:lnTo>
                <a:lnTo>
                  <a:pt x="1246810" y="44338"/>
                </a:lnTo>
                <a:lnTo>
                  <a:pt x="1246115" y="44460"/>
                </a:lnTo>
                <a:lnTo>
                  <a:pt x="1245426" y="44593"/>
                </a:lnTo>
                <a:lnTo>
                  <a:pt x="1244743" y="44739"/>
                </a:lnTo>
                <a:lnTo>
                  <a:pt x="1244066" y="44896"/>
                </a:lnTo>
                <a:lnTo>
                  <a:pt x="1243395" y="45065"/>
                </a:lnTo>
                <a:lnTo>
                  <a:pt x="1242730" y="45245"/>
                </a:lnTo>
                <a:lnTo>
                  <a:pt x="1242072" y="45437"/>
                </a:lnTo>
                <a:lnTo>
                  <a:pt x="1241419" y="45640"/>
                </a:lnTo>
                <a:lnTo>
                  <a:pt x="1240773" y="45856"/>
                </a:lnTo>
                <a:lnTo>
                  <a:pt x="1240133" y="46082"/>
                </a:lnTo>
                <a:lnTo>
                  <a:pt x="1239500" y="46321"/>
                </a:lnTo>
                <a:lnTo>
                  <a:pt x="1238872" y="46571"/>
                </a:lnTo>
                <a:lnTo>
                  <a:pt x="1238250" y="46833"/>
                </a:lnTo>
                <a:lnTo>
                  <a:pt x="1237635" y="47106"/>
                </a:lnTo>
                <a:lnTo>
                  <a:pt x="1237027" y="47390"/>
                </a:lnTo>
                <a:lnTo>
                  <a:pt x="1236426" y="47683"/>
                </a:lnTo>
                <a:lnTo>
                  <a:pt x="1235833" y="47985"/>
                </a:lnTo>
                <a:lnTo>
                  <a:pt x="1235247" y="48297"/>
                </a:lnTo>
                <a:lnTo>
                  <a:pt x="1234669" y="48618"/>
                </a:lnTo>
                <a:lnTo>
                  <a:pt x="1234098" y="48948"/>
                </a:lnTo>
                <a:lnTo>
                  <a:pt x="1233535" y="49287"/>
                </a:lnTo>
                <a:lnTo>
                  <a:pt x="1232980" y="49636"/>
                </a:lnTo>
                <a:lnTo>
                  <a:pt x="1232432" y="49994"/>
                </a:lnTo>
                <a:lnTo>
                  <a:pt x="1231892" y="50361"/>
                </a:lnTo>
                <a:lnTo>
                  <a:pt x="1231359" y="50737"/>
                </a:lnTo>
                <a:lnTo>
                  <a:pt x="1230834" y="51123"/>
                </a:lnTo>
                <a:lnTo>
                  <a:pt x="1230316" y="51517"/>
                </a:lnTo>
                <a:lnTo>
                  <a:pt x="1229806" y="51921"/>
                </a:lnTo>
                <a:lnTo>
                  <a:pt x="1229304" y="52335"/>
                </a:lnTo>
                <a:lnTo>
                  <a:pt x="1228809" y="52757"/>
                </a:lnTo>
                <a:lnTo>
                  <a:pt x="1228321" y="53189"/>
                </a:lnTo>
                <a:lnTo>
                  <a:pt x="1227842" y="53630"/>
                </a:lnTo>
                <a:lnTo>
                  <a:pt x="1227369" y="54081"/>
                </a:lnTo>
                <a:lnTo>
                  <a:pt x="1226905" y="54540"/>
                </a:lnTo>
                <a:lnTo>
                  <a:pt x="1226448" y="55009"/>
                </a:lnTo>
                <a:lnTo>
                  <a:pt x="1225998" y="55487"/>
                </a:lnTo>
                <a:lnTo>
                  <a:pt x="1225556" y="55974"/>
                </a:lnTo>
                <a:lnTo>
                  <a:pt x="1225122" y="56471"/>
                </a:lnTo>
                <a:lnTo>
                  <a:pt x="1224696" y="56976"/>
                </a:lnTo>
                <a:lnTo>
                  <a:pt x="1224278" y="57488"/>
                </a:lnTo>
                <a:lnTo>
                  <a:pt x="1223868" y="58007"/>
                </a:lnTo>
                <a:lnTo>
                  <a:pt x="1223467" y="58534"/>
                </a:lnTo>
                <a:lnTo>
                  <a:pt x="1223074" y="59068"/>
                </a:lnTo>
                <a:lnTo>
                  <a:pt x="1222690" y="59609"/>
                </a:lnTo>
                <a:lnTo>
                  <a:pt x="1222314" y="60158"/>
                </a:lnTo>
                <a:lnTo>
                  <a:pt x="1221947" y="60714"/>
                </a:lnTo>
                <a:lnTo>
                  <a:pt x="1221587" y="61277"/>
                </a:lnTo>
                <a:lnTo>
                  <a:pt x="1221237" y="61847"/>
                </a:lnTo>
                <a:lnTo>
                  <a:pt x="1220895" y="62425"/>
                </a:lnTo>
                <a:lnTo>
                  <a:pt x="1220561" y="63010"/>
                </a:lnTo>
                <a:lnTo>
                  <a:pt x="1220235" y="63602"/>
                </a:lnTo>
                <a:lnTo>
                  <a:pt x="1219918" y="64202"/>
                </a:lnTo>
                <a:lnTo>
                  <a:pt x="1219610" y="64809"/>
                </a:lnTo>
                <a:lnTo>
                  <a:pt x="1219309" y="65423"/>
                </a:lnTo>
                <a:lnTo>
                  <a:pt x="1219018" y="66044"/>
                </a:lnTo>
                <a:lnTo>
                  <a:pt x="1218734" y="66673"/>
                </a:lnTo>
                <a:lnTo>
                  <a:pt x="1218459" y="67309"/>
                </a:lnTo>
                <a:lnTo>
                  <a:pt x="1218193" y="67953"/>
                </a:lnTo>
                <a:lnTo>
                  <a:pt x="1217934" y="68603"/>
                </a:lnTo>
                <a:lnTo>
                  <a:pt x="1217685" y="69261"/>
                </a:lnTo>
                <a:lnTo>
                  <a:pt x="1217443" y="69926"/>
                </a:lnTo>
                <a:lnTo>
                  <a:pt x="1217210" y="70599"/>
                </a:lnTo>
                <a:lnTo>
                  <a:pt x="1216986" y="71277"/>
                </a:lnTo>
                <a:lnTo>
                  <a:pt x="1216772" y="71960"/>
                </a:lnTo>
                <a:lnTo>
                  <a:pt x="1216567" y="72648"/>
                </a:lnTo>
                <a:lnTo>
                  <a:pt x="1216372" y="73340"/>
                </a:lnTo>
                <a:lnTo>
                  <a:pt x="1216186" y="74037"/>
                </a:lnTo>
                <a:lnTo>
                  <a:pt x="1216010" y="74739"/>
                </a:lnTo>
                <a:lnTo>
                  <a:pt x="1215843" y="75445"/>
                </a:lnTo>
                <a:lnTo>
                  <a:pt x="1215685" y="76156"/>
                </a:lnTo>
                <a:lnTo>
                  <a:pt x="1215538" y="76871"/>
                </a:lnTo>
                <a:lnTo>
                  <a:pt x="1215400" y="77591"/>
                </a:lnTo>
                <a:lnTo>
                  <a:pt x="1215271" y="78316"/>
                </a:lnTo>
                <a:lnTo>
                  <a:pt x="1215152" y="79045"/>
                </a:lnTo>
                <a:lnTo>
                  <a:pt x="1215042" y="79779"/>
                </a:lnTo>
                <a:lnTo>
                  <a:pt x="1214942" y="80518"/>
                </a:lnTo>
                <a:lnTo>
                  <a:pt x="1214852" y="81261"/>
                </a:lnTo>
                <a:lnTo>
                  <a:pt x="1214771" y="82009"/>
                </a:lnTo>
                <a:lnTo>
                  <a:pt x="1214699" y="82761"/>
                </a:lnTo>
                <a:lnTo>
                  <a:pt x="1214637" y="83518"/>
                </a:lnTo>
                <a:lnTo>
                  <a:pt x="1214585" y="84280"/>
                </a:lnTo>
                <a:lnTo>
                  <a:pt x="1214542" y="85046"/>
                </a:lnTo>
                <a:lnTo>
                  <a:pt x="1214508" y="85817"/>
                </a:lnTo>
                <a:lnTo>
                  <a:pt x="1214485" y="86593"/>
                </a:lnTo>
                <a:lnTo>
                  <a:pt x="1214470" y="87373"/>
                </a:lnTo>
                <a:lnTo>
                  <a:pt x="1214466" y="88158"/>
                </a:lnTo>
                <a:lnTo>
                  <a:pt x="1214466" y="90014"/>
                </a:lnTo>
                <a:lnTo>
                  <a:pt x="1214470" y="90799"/>
                </a:lnTo>
                <a:lnTo>
                  <a:pt x="1214485" y="91579"/>
                </a:lnTo>
                <a:lnTo>
                  <a:pt x="1214508" y="92354"/>
                </a:lnTo>
                <a:lnTo>
                  <a:pt x="1214542" y="93125"/>
                </a:lnTo>
                <a:lnTo>
                  <a:pt x="1214585" y="93890"/>
                </a:lnTo>
                <a:lnTo>
                  <a:pt x="1214637" y="94651"/>
                </a:lnTo>
                <a:close/>
                <a:moveTo>
                  <a:pt x="1229497" y="84971"/>
                </a:moveTo>
                <a:lnTo>
                  <a:pt x="1229531" y="84449"/>
                </a:lnTo>
                <a:lnTo>
                  <a:pt x="1229571" y="83928"/>
                </a:lnTo>
                <a:lnTo>
                  <a:pt x="1229616" y="83410"/>
                </a:lnTo>
                <a:lnTo>
                  <a:pt x="1229667" y="82895"/>
                </a:lnTo>
                <a:lnTo>
                  <a:pt x="1229723" y="82381"/>
                </a:lnTo>
                <a:lnTo>
                  <a:pt x="1229784" y="81871"/>
                </a:lnTo>
                <a:lnTo>
                  <a:pt x="1229851" y="81362"/>
                </a:lnTo>
                <a:lnTo>
                  <a:pt x="1229923" y="80856"/>
                </a:lnTo>
                <a:lnTo>
                  <a:pt x="1230000" y="80353"/>
                </a:lnTo>
                <a:lnTo>
                  <a:pt x="1230082" y="79851"/>
                </a:lnTo>
                <a:lnTo>
                  <a:pt x="1230170" y="79352"/>
                </a:lnTo>
                <a:lnTo>
                  <a:pt x="1230263" y="78856"/>
                </a:lnTo>
                <a:lnTo>
                  <a:pt x="1230362" y="78362"/>
                </a:lnTo>
                <a:lnTo>
                  <a:pt x="1230466" y="77870"/>
                </a:lnTo>
                <a:lnTo>
                  <a:pt x="1230575" y="77381"/>
                </a:lnTo>
                <a:lnTo>
                  <a:pt x="1230690" y="76894"/>
                </a:lnTo>
                <a:lnTo>
                  <a:pt x="1230809" y="76409"/>
                </a:lnTo>
                <a:lnTo>
                  <a:pt x="1230935" y="75927"/>
                </a:lnTo>
                <a:lnTo>
                  <a:pt x="1231065" y="75448"/>
                </a:lnTo>
                <a:lnTo>
                  <a:pt x="1231201" y="74974"/>
                </a:lnTo>
                <a:lnTo>
                  <a:pt x="1231343" y="74504"/>
                </a:lnTo>
                <a:lnTo>
                  <a:pt x="1231490" y="74039"/>
                </a:lnTo>
                <a:lnTo>
                  <a:pt x="1231642" y="73578"/>
                </a:lnTo>
                <a:lnTo>
                  <a:pt x="1231800" y="73122"/>
                </a:lnTo>
                <a:lnTo>
                  <a:pt x="1231963" y="72670"/>
                </a:lnTo>
                <a:lnTo>
                  <a:pt x="1232132" y="72222"/>
                </a:lnTo>
                <a:lnTo>
                  <a:pt x="1232306" y="71779"/>
                </a:lnTo>
                <a:lnTo>
                  <a:pt x="1232486" y="71341"/>
                </a:lnTo>
                <a:lnTo>
                  <a:pt x="1232671" y="70907"/>
                </a:lnTo>
                <a:lnTo>
                  <a:pt x="1232862" y="70478"/>
                </a:lnTo>
                <a:lnTo>
                  <a:pt x="1233058" y="70053"/>
                </a:lnTo>
                <a:lnTo>
                  <a:pt x="1233260" y="69632"/>
                </a:lnTo>
                <a:lnTo>
                  <a:pt x="1233467" y="69216"/>
                </a:lnTo>
                <a:lnTo>
                  <a:pt x="1233679" y="68805"/>
                </a:lnTo>
                <a:lnTo>
                  <a:pt x="1233897" y="68398"/>
                </a:lnTo>
                <a:lnTo>
                  <a:pt x="1234121" y="67995"/>
                </a:lnTo>
                <a:lnTo>
                  <a:pt x="1234350" y="67597"/>
                </a:lnTo>
                <a:lnTo>
                  <a:pt x="1234584" y="67204"/>
                </a:lnTo>
                <a:lnTo>
                  <a:pt x="1234824" y="66814"/>
                </a:lnTo>
                <a:lnTo>
                  <a:pt x="1235069" y="66430"/>
                </a:lnTo>
                <a:lnTo>
                  <a:pt x="1235320" y="66050"/>
                </a:lnTo>
                <a:lnTo>
                  <a:pt x="1235577" y="65674"/>
                </a:lnTo>
                <a:lnTo>
                  <a:pt x="1235838" y="65304"/>
                </a:lnTo>
                <a:lnTo>
                  <a:pt x="1236105" y="64941"/>
                </a:lnTo>
                <a:lnTo>
                  <a:pt x="1236378" y="64584"/>
                </a:lnTo>
                <a:lnTo>
                  <a:pt x="1236655" y="64233"/>
                </a:lnTo>
                <a:lnTo>
                  <a:pt x="1236938" y="63890"/>
                </a:lnTo>
                <a:lnTo>
                  <a:pt x="1237226" y="63552"/>
                </a:lnTo>
                <a:lnTo>
                  <a:pt x="1237520" y="63222"/>
                </a:lnTo>
                <a:lnTo>
                  <a:pt x="1237819" y="62898"/>
                </a:lnTo>
                <a:lnTo>
                  <a:pt x="1238123" y="62581"/>
                </a:lnTo>
                <a:lnTo>
                  <a:pt x="1238433" y="62270"/>
                </a:lnTo>
                <a:lnTo>
                  <a:pt x="1238748" y="61966"/>
                </a:lnTo>
                <a:lnTo>
                  <a:pt x="1239068" y="61668"/>
                </a:lnTo>
                <a:lnTo>
                  <a:pt x="1239394" y="61377"/>
                </a:lnTo>
                <a:lnTo>
                  <a:pt x="1239725" y="61092"/>
                </a:lnTo>
                <a:lnTo>
                  <a:pt x="1240061" y="60815"/>
                </a:lnTo>
                <a:lnTo>
                  <a:pt x="1240402" y="60543"/>
                </a:lnTo>
                <a:lnTo>
                  <a:pt x="1240749" y="60279"/>
                </a:lnTo>
                <a:lnTo>
                  <a:pt x="1241102" y="60021"/>
                </a:lnTo>
                <a:lnTo>
                  <a:pt x="1241459" y="59769"/>
                </a:lnTo>
                <a:lnTo>
                  <a:pt x="1241822" y="59524"/>
                </a:lnTo>
                <a:lnTo>
                  <a:pt x="1242190" y="59286"/>
                </a:lnTo>
                <a:lnTo>
                  <a:pt x="1242564" y="59054"/>
                </a:lnTo>
                <a:lnTo>
                  <a:pt x="1242942" y="58829"/>
                </a:lnTo>
                <a:lnTo>
                  <a:pt x="1243327" y="58610"/>
                </a:lnTo>
                <a:lnTo>
                  <a:pt x="1243716" y="58399"/>
                </a:lnTo>
                <a:lnTo>
                  <a:pt x="1244111" y="58198"/>
                </a:lnTo>
                <a:lnTo>
                  <a:pt x="1244510" y="58005"/>
                </a:lnTo>
                <a:lnTo>
                  <a:pt x="1244915" y="57821"/>
                </a:lnTo>
                <a:lnTo>
                  <a:pt x="1245326" y="57646"/>
                </a:lnTo>
                <a:lnTo>
                  <a:pt x="1245741" y="57480"/>
                </a:lnTo>
                <a:lnTo>
                  <a:pt x="1246162" y="57323"/>
                </a:lnTo>
                <a:lnTo>
                  <a:pt x="1246587" y="57175"/>
                </a:lnTo>
                <a:lnTo>
                  <a:pt x="1247018" y="57036"/>
                </a:lnTo>
                <a:lnTo>
                  <a:pt x="1247454" y="56906"/>
                </a:lnTo>
                <a:lnTo>
                  <a:pt x="1247896" y="56785"/>
                </a:lnTo>
                <a:lnTo>
                  <a:pt x="1248342" y="56673"/>
                </a:lnTo>
                <a:lnTo>
                  <a:pt x="1248794" y="56570"/>
                </a:lnTo>
                <a:lnTo>
                  <a:pt x="1249251" y="56475"/>
                </a:lnTo>
                <a:lnTo>
                  <a:pt x="1249713" y="56390"/>
                </a:lnTo>
                <a:lnTo>
                  <a:pt x="1250180" y="56314"/>
                </a:lnTo>
                <a:lnTo>
                  <a:pt x="1250652" y="56247"/>
                </a:lnTo>
                <a:lnTo>
                  <a:pt x="1251130" y="56188"/>
                </a:lnTo>
                <a:lnTo>
                  <a:pt x="1251613" y="56139"/>
                </a:lnTo>
                <a:lnTo>
                  <a:pt x="1252100" y="56099"/>
                </a:lnTo>
                <a:lnTo>
                  <a:pt x="1252594" y="56067"/>
                </a:lnTo>
                <a:lnTo>
                  <a:pt x="1253092" y="56045"/>
                </a:lnTo>
                <a:lnTo>
                  <a:pt x="1253595" y="56031"/>
                </a:lnTo>
                <a:lnTo>
                  <a:pt x="1254104" y="56027"/>
                </a:lnTo>
                <a:lnTo>
                  <a:pt x="1254619" y="56031"/>
                </a:lnTo>
                <a:lnTo>
                  <a:pt x="1255129" y="56045"/>
                </a:lnTo>
                <a:lnTo>
                  <a:pt x="1255634" y="56067"/>
                </a:lnTo>
                <a:lnTo>
                  <a:pt x="1256132" y="56099"/>
                </a:lnTo>
                <a:lnTo>
                  <a:pt x="1256626" y="56139"/>
                </a:lnTo>
                <a:lnTo>
                  <a:pt x="1257114" y="56188"/>
                </a:lnTo>
                <a:lnTo>
                  <a:pt x="1257596" y="56247"/>
                </a:lnTo>
                <a:lnTo>
                  <a:pt x="1258073" y="56314"/>
                </a:lnTo>
                <a:lnTo>
                  <a:pt x="1258545" y="56390"/>
                </a:lnTo>
                <a:lnTo>
                  <a:pt x="1259011" y="56475"/>
                </a:lnTo>
                <a:lnTo>
                  <a:pt x="1259472" y="56570"/>
                </a:lnTo>
                <a:lnTo>
                  <a:pt x="1259927" y="56673"/>
                </a:lnTo>
                <a:lnTo>
                  <a:pt x="1260377" y="56785"/>
                </a:lnTo>
                <a:lnTo>
                  <a:pt x="1260821" y="56906"/>
                </a:lnTo>
                <a:lnTo>
                  <a:pt x="1261260" y="57036"/>
                </a:lnTo>
                <a:lnTo>
                  <a:pt x="1261693" y="57175"/>
                </a:lnTo>
                <a:lnTo>
                  <a:pt x="1262121" y="57323"/>
                </a:lnTo>
                <a:lnTo>
                  <a:pt x="1262543" y="57480"/>
                </a:lnTo>
                <a:lnTo>
                  <a:pt x="1262960" y="57646"/>
                </a:lnTo>
                <a:lnTo>
                  <a:pt x="1263371" y="57821"/>
                </a:lnTo>
                <a:lnTo>
                  <a:pt x="1263777" y="58005"/>
                </a:lnTo>
                <a:lnTo>
                  <a:pt x="1264178" y="58198"/>
                </a:lnTo>
                <a:lnTo>
                  <a:pt x="1264573" y="58399"/>
                </a:lnTo>
                <a:lnTo>
                  <a:pt x="1264962" y="58610"/>
                </a:lnTo>
                <a:lnTo>
                  <a:pt x="1265347" y="58829"/>
                </a:lnTo>
                <a:lnTo>
                  <a:pt x="1265725" y="59054"/>
                </a:lnTo>
                <a:lnTo>
                  <a:pt x="1266099" y="59286"/>
                </a:lnTo>
                <a:lnTo>
                  <a:pt x="1266467" y="59524"/>
                </a:lnTo>
                <a:lnTo>
                  <a:pt x="1266830" y="59769"/>
                </a:lnTo>
                <a:lnTo>
                  <a:pt x="1267188" y="60021"/>
                </a:lnTo>
                <a:lnTo>
                  <a:pt x="1267540" y="60279"/>
                </a:lnTo>
                <a:lnTo>
                  <a:pt x="1267887" y="60543"/>
                </a:lnTo>
                <a:lnTo>
                  <a:pt x="1268228" y="60815"/>
                </a:lnTo>
                <a:lnTo>
                  <a:pt x="1268564" y="61092"/>
                </a:lnTo>
                <a:lnTo>
                  <a:pt x="1268895" y="61377"/>
                </a:lnTo>
                <a:lnTo>
                  <a:pt x="1269221" y="61668"/>
                </a:lnTo>
                <a:lnTo>
                  <a:pt x="1269541" y="61966"/>
                </a:lnTo>
                <a:lnTo>
                  <a:pt x="1269856" y="62270"/>
                </a:lnTo>
                <a:lnTo>
                  <a:pt x="1270166" y="62581"/>
                </a:lnTo>
                <a:lnTo>
                  <a:pt x="1270470" y="62898"/>
                </a:lnTo>
                <a:lnTo>
                  <a:pt x="1270769" y="63222"/>
                </a:lnTo>
                <a:lnTo>
                  <a:pt x="1271063" y="63552"/>
                </a:lnTo>
                <a:lnTo>
                  <a:pt x="1271351" y="63890"/>
                </a:lnTo>
                <a:lnTo>
                  <a:pt x="1271634" y="64233"/>
                </a:lnTo>
                <a:lnTo>
                  <a:pt x="1271912" y="64584"/>
                </a:lnTo>
                <a:lnTo>
                  <a:pt x="1272184" y="64941"/>
                </a:lnTo>
                <a:lnTo>
                  <a:pt x="1272451" y="65304"/>
                </a:lnTo>
                <a:lnTo>
                  <a:pt x="1272712" y="65674"/>
                </a:lnTo>
                <a:lnTo>
                  <a:pt x="1272969" y="66050"/>
                </a:lnTo>
                <a:lnTo>
                  <a:pt x="1273220" y="66430"/>
                </a:lnTo>
                <a:lnTo>
                  <a:pt x="1273466" y="66814"/>
                </a:lnTo>
                <a:lnTo>
                  <a:pt x="1273706" y="67204"/>
                </a:lnTo>
                <a:lnTo>
                  <a:pt x="1273941" y="67597"/>
                </a:lnTo>
                <a:lnTo>
                  <a:pt x="1274171" y="67995"/>
                </a:lnTo>
                <a:lnTo>
                  <a:pt x="1274395" y="68398"/>
                </a:lnTo>
                <a:lnTo>
                  <a:pt x="1274614" y="68805"/>
                </a:lnTo>
                <a:lnTo>
                  <a:pt x="1274828" y="69216"/>
                </a:lnTo>
                <a:lnTo>
                  <a:pt x="1275036" y="69632"/>
                </a:lnTo>
                <a:lnTo>
                  <a:pt x="1275239" y="70053"/>
                </a:lnTo>
                <a:lnTo>
                  <a:pt x="1275437" y="70478"/>
                </a:lnTo>
                <a:lnTo>
                  <a:pt x="1275630" y="70907"/>
                </a:lnTo>
                <a:lnTo>
                  <a:pt x="1275817" y="71341"/>
                </a:lnTo>
                <a:lnTo>
                  <a:pt x="1275998" y="71779"/>
                </a:lnTo>
                <a:lnTo>
                  <a:pt x="1276175" y="72222"/>
                </a:lnTo>
                <a:lnTo>
                  <a:pt x="1276346" y="72670"/>
                </a:lnTo>
                <a:lnTo>
                  <a:pt x="1276512" y="73122"/>
                </a:lnTo>
                <a:lnTo>
                  <a:pt x="1276672" y="73578"/>
                </a:lnTo>
                <a:lnTo>
                  <a:pt x="1276828" y="74039"/>
                </a:lnTo>
                <a:lnTo>
                  <a:pt x="1276977" y="74504"/>
                </a:lnTo>
                <a:lnTo>
                  <a:pt x="1277122" y="74974"/>
                </a:lnTo>
                <a:lnTo>
                  <a:pt x="1277261" y="75448"/>
                </a:lnTo>
                <a:lnTo>
                  <a:pt x="1277395" y="75927"/>
                </a:lnTo>
                <a:lnTo>
                  <a:pt x="1277523" y="76409"/>
                </a:lnTo>
                <a:lnTo>
                  <a:pt x="1277646" y="76894"/>
                </a:lnTo>
                <a:lnTo>
                  <a:pt x="1277764" y="77381"/>
                </a:lnTo>
                <a:lnTo>
                  <a:pt x="1277876" y="77870"/>
                </a:lnTo>
                <a:lnTo>
                  <a:pt x="1277982" y="78362"/>
                </a:lnTo>
                <a:lnTo>
                  <a:pt x="1278084" y="78856"/>
                </a:lnTo>
                <a:lnTo>
                  <a:pt x="1278179" y="79352"/>
                </a:lnTo>
                <a:lnTo>
                  <a:pt x="1278269" y="79851"/>
                </a:lnTo>
                <a:lnTo>
                  <a:pt x="1278354" y="80353"/>
                </a:lnTo>
                <a:lnTo>
                  <a:pt x="1278433" y="80856"/>
                </a:lnTo>
                <a:lnTo>
                  <a:pt x="1278507" y="81362"/>
                </a:lnTo>
                <a:lnTo>
                  <a:pt x="1278576" y="81871"/>
                </a:lnTo>
                <a:lnTo>
                  <a:pt x="1278638" y="82381"/>
                </a:lnTo>
                <a:lnTo>
                  <a:pt x="1278696" y="82895"/>
                </a:lnTo>
                <a:lnTo>
                  <a:pt x="1278748" y="83410"/>
                </a:lnTo>
                <a:lnTo>
                  <a:pt x="1278794" y="83928"/>
                </a:lnTo>
                <a:lnTo>
                  <a:pt x="1278835" y="84449"/>
                </a:lnTo>
                <a:lnTo>
                  <a:pt x="1278871" y="84971"/>
                </a:lnTo>
                <a:lnTo>
                  <a:pt x="1278901" y="85496"/>
                </a:lnTo>
                <a:lnTo>
                  <a:pt x="1278925" y="86024"/>
                </a:lnTo>
                <a:lnTo>
                  <a:pt x="1278945" y="86554"/>
                </a:lnTo>
                <a:lnTo>
                  <a:pt x="1278958" y="87086"/>
                </a:lnTo>
                <a:lnTo>
                  <a:pt x="1278966" y="87621"/>
                </a:lnTo>
                <a:lnTo>
                  <a:pt x="1278969" y="88158"/>
                </a:lnTo>
                <a:lnTo>
                  <a:pt x="1278969" y="90014"/>
                </a:lnTo>
                <a:lnTo>
                  <a:pt x="1278966" y="90558"/>
                </a:lnTo>
                <a:lnTo>
                  <a:pt x="1278958" y="91099"/>
                </a:lnTo>
                <a:lnTo>
                  <a:pt x="1278945" y="91637"/>
                </a:lnTo>
                <a:lnTo>
                  <a:pt x="1278925" y="92173"/>
                </a:lnTo>
                <a:lnTo>
                  <a:pt x="1278901" y="92706"/>
                </a:lnTo>
                <a:lnTo>
                  <a:pt x="1278871" y="93236"/>
                </a:lnTo>
                <a:lnTo>
                  <a:pt x="1278835" y="93764"/>
                </a:lnTo>
                <a:lnTo>
                  <a:pt x="1278794" y="94289"/>
                </a:lnTo>
                <a:lnTo>
                  <a:pt x="1278748" y="94811"/>
                </a:lnTo>
                <a:lnTo>
                  <a:pt x="1278696" y="95331"/>
                </a:lnTo>
                <a:lnTo>
                  <a:pt x="1278638" y="95847"/>
                </a:lnTo>
                <a:lnTo>
                  <a:pt x="1278576" y="96362"/>
                </a:lnTo>
                <a:lnTo>
                  <a:pt x="1278507" y="96873"/>
                </a:lnTo>
                <a:lnTo>
                  <a:pt x="1278433" y="97382"/>
                </a:lnTo>
                <a:lnTo>
                  <a:pt x="1278354" y="97889"/>
                </a:lnTo>
                <a:lnTo>
                  <a:pt x="1278269" y="98392"/>
                </a:lnTo>
                <a:lnTo>
                  <a:pt x="1278179" y="98893"/>
                </a:lnTo>
                <a:lnTo>
                  <a:pt x="1278084" y="99392"/>
                </a:lnTo>
                <a:lnTo>
                  <a:pt x="1277982" y="99887"/>
                </a:lnTo>
                <a:lnTo>
                  <a:pt x="1277876" y="100380"/>
                </a:lnTo>
                <a:lnTo>
                  <a:pt x="1277764" y="100871"/>
                </a:lnTo>
                <a:lnTo>
                  <a:pt x="1277646" y="101358"/>
                </a:lnTo>
                <a:lnTo>
                  <a:pt x="1277523" y="101843"/>
                </a:lnTo>
                <a:lnTo>
                  <a:pt x="1277395" y="102326"/>
                </a:lnTo>
                <a:lnTo>
                  <a:pt x="1277261" y="102804"/>
                </a:lnTo>
                <a:lnTo>
                  <a:pt x="1277122" y="103279"/>
                </a:lnTo>
                <a:lnTo>
                  <a:pt x="1276978" y="103748"/>
                </a:lnTo>
                <a:lnTo>
                  <a:pt x="1276829" y="104213"/>
                </a:lnTo>
                <a:lnTo>
                  <a:pt x="1276674" y="104673"/>
                </a:lnTo>
                <a:lnTo>
                  <a:pt x="1276514" y="105129"/>
                </a:lnTo>
                <a:lnTo>
                  <a:pt x="1276349" y="105580"/>
                </a:lnTo>
                <a:lnTo>
                  <a:pt x="1276179" y="106026"/>
                </a:lnTo>
                <a:lnTo>
                  <a:pt x="1276004" y="106468"/>
                </a:lnTo>
                <a:lnTo>
                  <a:pt x="1275824" y="106905"/>
                </a:lnTo>
                <a:lnTo>
                  <a:pt x="1275638" y="107337"/>
                </a:lnTo>
                <a:lnTo>
                  <a:pt x="1275447" y="107765"/>
                </a:lnTo>
                <a:lnTo>
                  <a:pt x="1275251" y="108188"/>
                </a:lnTo>
                <a:lnTo>
                  <a:pt x="1275050" y="108607"/>
                </a:lnTo>
                <a:lnTo>
                  <a:pt x="1274844" y="109021"/>
                </a:lnTo>
                <a:lnTo>
                  <a:pt x="1274632" y="109430"/>
                </a:lnTo>
                <a:lnTo>
                  <a:pt x="1274415" y="109835"/>
                </a:lnTo>
                <a:lnTo>
                  <a:pt x="1274193" y="110235"/>
                </a:lnTo>
                <a:lnTo>
                  <a:pt x="1273966" y="110630"/>
                </a:lnTo>
                <a:lnTo>
                  <a:pt x="1273734" y="111021"/>
                </a:lnTo>
                <a:lnTo>
                  <a:pt x="1273496" y="111407"/>
                </a:lnTo>
                <a:lnTo>
                  <a:pt x="1273254" y="111789"/>
                </a:lnTo>
                <a:lnTo>
                  <a:pt x="1273006" y="112166"/>
                </a:lnTo>
                <a:lnTo>
                  <a:pt x="1272753" y="112538"/>
                </a:lnTo>
                <a:lnTo>
                  <a:pt x="1272494" y="112905"/>
                </a:lnTo>
                <a:lnTo>
                  <a:pt x="1272231" y="113265"/>
                </a:lnTo>
                <a:lnTo>
                  <a:pt x="1271961" y="113619"/>
                </a:lnTo>
                <a:lnTo>
                  <a:pt x="1271687" y="113965"/>
                </a:lnTo>
                <a:lnTo>
                  <a:pt x="1271406" y="114306"/>
                </a:lnTo>
                <a:lnTo>
                  <a:pt x="1271121" y="114640"/>
                </a:lnTo>
                <a:lnTo>
                  <a:pt x="1270829" y="114967"/>
                </a:lnTo>
                <a:lnTo>
                  <a:pt x="1270533" y="115287"/>
                </a:lnTo>
                <a:lnTo>
                  <a:pt x="1270231" y="115601"/>
                </a:lnTo>
                <a:lnTo>
                  <a:pt x="1269923" y="115909"/>
                </a:lnTo>
                <a:lnTo>
                  <a:pt x="1269610" y="116210"/>
                </a:lnTo>
                <a:lnTo>
                  <a:pt x="1269292" y="116504"/>
                </a:lnTo>
                <a:lnTo>
                  <a:pt x="1268968" y="116792"/>
                </a:lnTo>
                <a:lnTo>
                  <a:pt x="1268638" y="117073"/>
                </a:lnTo>
                <a:lnTo>
                  <a:pt x="1268303" y="117347"/>
                </a:lnTo>
                <a:lnTo>
                  <a:pt x="1267963" y="117615"/>
                </a:lnTo>
                <a:lnTo>
                  <a:pt x="1267617" y="117877"/>
                </a:lnTo>
                <a:lnTo>
                  <a:pt x="1267266" y="118131"/>
                </a:lnTo>
                <a:lnTo>
                  <a:pt x="1266909" y="118379"/>
                </a:lnTo>
                <a:lnTo>
                  <a:pt x="1266547" y="118621"/>
                </a:lnTo>
                <a:lnTo>
                  <a:pt x="1266179" y="118856"/>
                </a:lnTo>
                <a:lnTo>
                  <a:pt x="1265806" y="119084"/>
                </a:lnTo>
                <a:lnTo>
                  <a:pt x="1265427" y="119306"/>
                </a:lnTo>
                <a:lnTo>
                  <a:pt x="1265043" y="119521"/>
                </a:lnTo>
                <a:lnTo>
                  <a:pt x="1264654" y="119729"/>
                </a:lnTo>
                <a:lnTo>
                  <a:pt x="1264259" y="119927"/>
                </a:lnTo>
                <a:lnTo>
                  <a:pt x="1263859" y="120117"/>
                </a:lnTo>
                <a:lnTo>
                  <a:pt x="1263454" y="120298"/>
                </a:lnTo>
                <a:lnTo>
                  <a:pt x="1263044" y="120471"/>
                </a:lnTo>
                <a:lnTo>
                  <a:pt x="1262629" y="120634"/>
                </a:lnTo>
                <a:lnTo>
                  <a:pt x="1262208" y="120788"/>
                </a:lnTo>
                <a:lnTo>
                  <a:pt x="1261783" y="120934"/>
                </a:lnTo>
                <a:lnTo>
                  <a:pt x="1261352" y="121071"/>
                </a:lnTo>
                <a:lnTo>
                  <a:pt x="1260915" y="121199"/>
                </a:lnTo>
                <a:lnTo>
                  <a:pt x="1260474" y="121318"/>
                </a:lnTo>
                <a:lnTo>
                  <a:pt x="1260028" y="121429"/>
                </a:lnTo>
                <a:lnTo>
                  <a:pt x="1259576" y="121530"/>
                </a:lnTo>
                <a:lnTo>
                  <a:pt x="1259119" y="121623"/>
                </a:lnTo>
                <a:lnTo>
                  <a:pt x="1258657" y="121707"/>
                </a:lnTo>
                <a:lnTo>
                  <a:pt x="1258190" y="121782"/>
                </a:lnTo>
                <a:lnTo>
                  <a:pt x="1257718" y="121848"/>
                </a:lnTo>
                <a:lnTo>
                  <a:pt x="1257240" y="121905"/>
                </a:lnTo>
                <a:lnTo>
                  <a:pt x="1256757" y="121954"/>
                </a:lnTo>
                <a:lnTo>
                  <a:pt x="1256269" y="121994"/>
                </a:lnTo>
                <a:lnTo>
                  <a:pt x="1255776" y="122025"/>
                </a:lnTo>
                <a:lnTo>
                  <a:pt x="1255278" y="122047"/>
                </a:lnTo>
                <a:lnTo>
                  <a:pt x="1254774" y="122060"/>
                </a:lnTo>
                <a:lnTo>
                  <a:pt x="1254266" y="122064"/>
                </a:lnTo>
                <a:lnTo>
                  <a:pt x="1253750" y="122060"/>
                </a:lnTo>
                <a:lnTo>
                  <a:pt x="1253240" y="122047"/>
                </a:lnTo>
                <a:lnTo>
                  <a:pt x="1252736" y="122025"/>
                </a:lnTo>
                <a:lnTo>
                  <a:pt x="1252236" y="121994"/>
                </a:lnTo>
                <a:lnTo>
                  <a:pt x="1251742" y="121954"/>
                </a:lnTo>
                <a:lnTo>
                  <a:pt x="1251253" y="121905"/>
                </a:lnTo>
                <a:lnTo>
                  <a:pt x="1250770" y="121848"/>
                </a:lnTo>
                <a:lnTo>
                  <a:pt x="1250292" y="121782"/>
                </a:lnTo>
                <a:lnTo>
                  <a:pt x="1249819" y="121707"/>
                </a:lnTo>
                <a:lnTo>
                  <a:pt x="1249352" y="121623"/>
                </a:lnTo>
                <a:lnTo>
                  <a:pt x="1248890" y="121530"/>
                </a:lnTo>
                <a:lnTo>
                  <a:pt x="1248433" y="121429"/>
                </a:lnTo>
                <a:lnTo>
                  <a:pt x="1247981" y="121318"/>
                </a:lnTo>
                <a:lnTo>
                  <a:pt x="1247535" y="121199"/>
                </a:lnTo>
                <a:lnTo>
                  <a:pt x="1247094" y="121071"/>
                </a:lnTo>
                <a:lnTo>
                  <a:pt x="1246659" y="120934"/>
                </a:lnTo>
                <a:lnTo>
                  <a:pt x="1246229" y="120788"/>
                </a:lnTo>
                <a:lnTo>
                  <a:pt x="1245804" y="120634"/>
                </a:lnTo>
                <a:lnTo>
                  <a:pt x="1245385" y="120471"/>
                </a:lnTo>
                <a:lnTo>
                  <a:pt x="1244970" y="120298"/>
                </a:lnTo>
                <a:lnTo>
                  <a:pt x="1244562" y="120117"/>
                </a:lnTo>
                <a:lnTo>
                  <a:pt x="1244158" y="119927"/>
                </a:lnTo>
                <a:lnTo>
                  <a:pt x="1243760" y="119729"/>
                </a:lnTo>
                <a:lnTo>
                  <a:pt x="1243367" y="119521"/>
                </a:lnTo>
                <a:lnTo>
                  <a:pt x="1242980" y="119306"/>
                </a:lnTo>
                <a:lnTo>
                  <a:pt x="1242598" y="119084"/>
                </a:lnTo>
                <a:lnTo>
                  <a:pt x="1242221" y="118856"/>
                </a:lnTo>
                <a:lnTo>
                  <a:pt x="1241850" y="118621"/>
                </a:lnTo>
                <a:lnTo>
                  <a:pt x="1241484" y="118379"/>
                </a:lnTo>
                <a:lnTo>
                  <a:pt x="1241124" y="118131"/>
                </a:lnTo>
                <a:lnTo>
                  <a:pt x="1240770" y="117877"/>
                </a:lnTo>
                <a:lnTo>
                  <a:pt x="1240420" y="117615"/>
                </a:lnTo>
                <a:lnTo>
                  <a:pt x="1240077" y="117347"/>
                </a:lnTo>
                <a:lnTo>
                  <a:pt x="1239738" y="117073"/>
                </a:lnTo>
                <a:lnTo>
                  <a:pt x="1239406" y="116792"/>
                </a:lnTo>
                <a:lnTo>
                  <a:pt x="1239078" y="116504"/>
                </a:lnTo>
                <a:lnTo>
                  <a:pt x="1238756" y="116210"/>
                </a:lnTo>
                <a:lnTo>
                  <a:pt x="1238440" y="115909"/>
                </a:lnTo>
                <a:lnTo>
                  <a:pt x="1238129" y="115601"/>
                </a:lnTo>
                <a:lnTo>
                  <a:pt x="1237824" y="115287"/>
                </a:lnTo>
                <a:lnTo>
                  <a:pt x="1237524" y="114967"/>
                </a:lnTo>
                <a:lnTo>
                  <a:pt x="1237229" y="114640"/>
                </a:lnTo>
                <a:lnTo>
                  <a:pt x="1236940" y="114306"/>
                </a:lnTo>
                <a:lnTo>
                  <a:pt x="1236656" y="113965"/>
                </a:lnTo>
                <a:lnTo>
                  <a:pt x="1236378" y="113619"/>
                </a:lnTo>
                <a:lnTo>
                  <a:pt x="1236105" y="113265"/>
                </a:lnTo>
                <a:lnTo>
                  <a:pt x="1235838" y="112905"/>
                </a:lnTo>
                <a:lnTo>
                  <a:pt x="1235577" y="112538"/>
                </a:lnTo>
                <a:lnTo>
                  <a:pt x="1235320" y="112166"/>
                </a:lnTo>
                <a:lnTo>
                  <a:pt x="1235069" y="111789"/>
                </a:lnTo>
                <a:lnTo>
                  <a:pt x="1234824" y="111407"/>
                </a:lnTo>
                <a:lnTo>
                  <a:pt x="1234584" y="111021"/>
                </a:lnTo>
                <a:lnTo>
                  <a:pt x="1234350" y="110630"/>
                </a:lnTo>
                <a:lnTo>
                  <a:pt x="1234121" y="110235"/>
                </a:lnTo>
                <a:lnTo>
                  <a:pt x="1233897" y="109835"/>
                </a:lnTo>
                <a:lnTo>
                  <a:pt x="1233679" y="109430"/>
                </a:lnTo>
                <a:lnTo>
                  <a:pt x="1233467" y="109021"/>
                </a:lnTo>
                <a:lnTo>
                  <a:pt x="1233260" y="108607"/>
                </a:lnTo>
                <a:lnTo>
                  <a:pt x="1233058" y="108188"/>
                </a:lnTo>
                <a:lnTo>
                  <a:pt x="1232862" y="107765"/>
                </a:lnTo>
                <a:lnTo>
                  <a:pt x="1232671" y="107337"/>
                </a:lnTo>
                <a:lnTo>
                  <a:pt x="1232486" y="106905"/>
                </a:lnTo>
                <a:lnTo>
                  <a:pt x="1232306" y="106468"/>
                </a:lnTo>
                <a:lnTo>
                  <a:pt x="1232132" y="106026"/>
                </a:lnTo>
                <a:lnTo>
                  <a:pt x="1231963" y="105580"/>
                </a:lnTo>
                <a:lnTo>
                  <a:pt x="1231800" y="105129"/>
                </a:lnTo>
                <a:lnTo>
                  <a:pt x="1231642" y="104673"/>
                </a:lnTo>
                <a:lnTo>
                  <a:pt x="1231490" y="104213"/>
                </a:lnTo>
                <a:lnTo>
                  <a:pt x="1231343" y="103748"/>
                </a:lnTo>
                <a:lnTo>
                  <a:pt x="1231201" y="103279"/>
                </a:lnTo>
                <a:lnTo>
                  <a:pt x="1231065" y="102804"/>
                </a:lnTo>
                <a:lnTo>
                  <a:pt x="1230935" y="102326"/>
                </a:lnTo>
                <a:lnTo>
                  <a:pt x="1230809" y="101843"/>
                </a:lnTo>
                <a:lnTo>
                  <a:pt x="1230690" y="101358"/>
                </a:lnTo>
                <a:lnTo>
                  <a:pt x="1230575" y="100871"/>
                </a:lnTo>
                <a:lnTo>
                  <a:pt x="1230466" y="100380"/>
                </a:lnTo>
                <a:lnTo>
                  <a:pt x="1230362" y="99887"/>
                </a:lnTo>
                <a:lnTo>
                  <a:pt x="1230263" y="99392"/>
                </a:lnTo>
                <a:lnTo>
                  <a:pt x="1230170" y="98893"/>
                </a:lnTo>
                <a:lnTo>
                  <a:pt x="1230082" y="98392"/>
                </a:lnTo>
                <a:lnTo>
                  <a:pt x="1230000" y="97889"/>
                </a:lnTo>
                <a:lnTo>
                  <a:pt x="1229923" y="97382"/>
                </a:lnTo>
                <a:lnTo>
                  <a:pt x="1229851" y="96873"/>
                </a:lnTo>
                <a:lnTo>
                  <a:pt x="1229784" y="96362"/>
                </a:lnTo>
                <a:lnTo>
                  <a:pt x="1229723" y="95847"/>
                </a:lnTo>
                <a:lnTo>
                  <a:pt x="1229667" y="95331"/>
                </a:lnTo>
                <a:lnTo>
                  <a:pt x="1229616" y="94811"/>
                </a:lnTo>
                <a:lnTo>
                  <a:pt x="1229571" y="94289"/>
                </a:lnTo>
                <a:lnTo>
                  <a:pt x="1229531" y="93764"/>
                </a:lnTo>
                <a:lnTo>
                  <a:pt x="1229497" y="93236"/>
                </a:lnTo>
                <a:lnTo>
                  <a:pt x="1229467" y="92706"/>
                </a:lnTo>
                <a:lnTo>
                  <a:pt x="1229443" y="92173"/>
                </a:lnTo>
                <a:lnTo>
                  <a:pt x="1229425" y="91637"/>
                </a:lnTo>
                <a:lnTo>
                  <a:pt x="1229411" y="91099"/>
                </a:lnTo>
                <a:lnTo>
                  <a:pt x="1229403" y="90558"/>
                </a:lnTo>
                <a:lnTo>
                  <a:pt x="1229401" y="90014"/>
                </a:lnTo>
                <a:lnTo>
                  <a:pt x="1229401" y="88158"/>
                </a:lnTo>
                <a:lnTo>
                  <a:pt x="1229403" y="87621"/>
                </a:lnTo>
                <a:lnTo>
                  <a:pt x="1229411" y="87086"/>
                </a:lnTo>
                <a:lnTo>
                  <a:pt x="1229425" y="86554"/>
                </a:lnTo>
                <a:lnTo>
                  <a:pt x="1229443" y="86024"/>
                </a:lnTo>
                <a:lnTo>
                  <a:pt x="1229467" y="85496"/>
                </a:lnTo>
                <a:lnTo>
                  <a:pt x="1229497" y="84971"/>
                </a:lnTo>
                <a:close/>
                <a:moveTo>
                  <a:pt x="1590462" y="54047"/>
                </a:moveTo>
                <a:lnTo>
                  <a:pt x="1590086" y="53615"/>
                </a:lnTo>
                <a:lnTo>
                  <a:pt x="1589704" y="53192"/>
                </a:lnTo>
                <a:lnTo>
                  <a:pt x="1589315" y="52779"/>
                </a:lnTo>
                <a:lnTo>
                  <a:pt x="1588919" y="52374"/>
                </a:lnTo>
                <a:lnTo>
                  <a:pt x="1588517" y="51978"/>
                </a:lnTo>
                <a:lnTo>
                  <a:pt x="1588109" y="51591"/>
                </a:lnTo>
                <a:lnTo>
                  <a:pt x="1587694" y="51213"/>
                </a:lnTo>
                <a:lnTo>
                  <a:pt x="1587273" y="50844"/>
                </a:lnTo>
                <a:lnTo>
                  <a:pt x="1586846" y="50485"/>
                </a:lnTo>
                <a:lnTo>
                  <a:pt x="1586412" y="50134"/>
                </a:lnTo>
                <a:lnTo>
                  <a:pt x="1585971" y="49792"/>
                </a:lnTo>
                <a:lnTo>
                  <a:pt x="1585524" y="49459"/>
                </a:lnTo>
                <a:lnTo>
                  <a:pt x="1585071" y="49135"/>
                </a:lnTo>
                <a:lnTo>
                  <a:pt x="1584611" y="48819"/>
                </a:lnTo>
                <a:lnTo>
                  <a:pt x="1584145" y="48513"/>
                </a:lnTo>
                <a:lnTo>
                  <a:pt x="1583672" y="48216"/>
                </a:lnTo>
                <a:lnTo>
                  <a:pt x="1583193" y="47928"/>
                </a:lnTo>
                <a:lnTo>
                  <a:pt x="1582707" y="47649"/>
                </a:lnTo>
                <a:lnTo>
                  <a:pt x="1582215" y="47379"/>
                </a:lnTo>
                <a:lnTo>
                  <a:pt x="1581716" y="47117"/>
                </a:lnTo>
                <a:lnTo>
                  <a:pt x="1581211" y="46865"/>
                </a:lnTo>
                <a:lnTo>
                  <a:pt x="1580700" y="46622"/>
                </a:lnTo>
                <a:lnTo>
                  <a:pt x="1580182" y="46388"/>
                </a:lnTo>
                <a:lnTo>
                  <a:pt x="1579656" y="46164"/>
                </a:lnTo>
                <a:lnTo>
                  <a:pt x="1579124" y="45950"/>
                </a:lnTo>
                <a:lnTo>
                  <a:pt x="1578584" y="45746"/>
                </a:lnTo>
                <a:lnTo>
                  <a:pt x="1578037" y="45552"/>
                </a:lnTo>
                <a:lnTo>
                  <a:pt x="1577483" y="45368"/>
                </a:lnTo>
                <a:lnTo>
                  <a:pt x="1576922" y="45194"/>
                </a:lnTo>
                <a:lnTo>
                  <a:pt x="1576354" y="45030"/>
                </a:lnTo>
                <a:lnTo>
                  <a:pt x="1575778" y="44875"/>
                </a:lnTo>
                <a:lnTo>
                  <a:pt x="1575196" y="44731"/>
                </a:lnTo>
                <a:lnTo>
                  <a:pt x="1574606" y="44597"/>
                </a:lnTo>
                <a:lnTo>
                  <a:pt x="1574009" y="44472"/>
                </a:lnTo>
                <a:lnTo>
                  <a:pt x="1573405" y="44358"/>
                </a:lnTo>
                <a:lnTo>
                  <a:pt x="1572794" y="44253"/>
                </a:lnTo>
                <a:lnTo>
                  <a:pt x="1572176" y="44159"/>
                </a:lnTo>
                <a:lnTo>
                  <a:pt x="1571550" y="44074"/>
                </a:lnTo>
                <a:lnTo>
                  <a:pt x="1570918" y="44000"/>
                </a:lnTo>
                <a:lnTo>
                  <a:pt x="1570278" y="43935"/>
                </a:lnTo>
                <a:lnTo>
                  <a:pt x="1569631" y="43880"/>
                </a:lnTo>
                <a:lnTo>
                  <a:pt x="1568977" y="43835"/>
                </a:lnTo>
                <a:lnTo>
                  <a:pt x="1568316" y="43801"/>
                </a:lnTo>
                <a:lnTo>
                  <a:pt x="1567648" y="43776"/>
                </a:lnTo>
                <a:lnTo>
                  <a:pt x="1566972" y="43761"/>
                </a:lnTo>
                <a:lnTo>
                  <a:pt x="1566290" y="43756"/>
                </a:lnTo>
                <a:lnTo>
                  <a:pt x="1565626" y="43761"/>
                </a:lnTo>
                <a:lnTo>
                  <a:pt x="1564969" y="43778"/>
                </a:lnTo>
                <a:lnTo>
                  <a:pt x="1564317" y="43806"/>
                </a:lnTo>
                <a:lnTo>
                  <a:pt x="1563670" y="43844"/>
                </a:lnTo>
                <a:lnTo>
                  <a:pt x="1563029" y="43894"/>
                </a:lnTo>
                <a:lnTo>
                  <a:pt x="1562394" y="43955"/>
                </a:lnTo>
                <a:lnTo>
                  <a:pt x="1561765" y="44027"/>
                </a:lnTo>
                <a:lnTo>
                  <a:pt x="1561141" y="44110"/>
                </a:lnTo>
                <a:lnTo>
                  <a:pt x="1560522" y="44204"/>
                </a:lnTo>
                <a:lnTo>
                  <a:pt x="1559910" y="44309"/>
                </a:lnTo>
                <a:lnTo>
                  <a:pt x="1559302" y="44426"/>
                </a:lnTo>
                <a:lnTo>
                  <a:pt x="1558701" y="44553"/>
                </a:lnTo>
                <a:lnTo>
                  <a:pt x="1558105" y="44691"/>
                </a:lnTo>
                <a:lnTo>
                  <a:pt x="1557515" y="44841"/>
                </a:lnTo>
                <a:lnTo>
                  <a:pt x="1556930" y="45002"/>
                </a:lnTo>
                <a:lnTo>
                  <a:pt x="1556351" y="45173"/>
                </a:lnTo>
                <a:lnTo>
                  <a:pt x="1555777" y="45356"/>
                </a:lnTo>
                <a:lnTo>
                  <a:pt x="1555209" y="45550"/>
                </a:lnTo>
                <a:lnTo>
                  <a:pt x="1554647" y="45754"/>
                </a:lnTo>
                <a:lnTo>
                  <a:pt x="1554090" y="45970"/>
                </a:lnTo>
                <a:lnTo>
                  <a:pt x="1553539" y="46197"/>
                </a:lnTo>
                <a:lnTo>
                  <a:pt x="1552994" y="46435"/>
                </a:lnTo>
                <a:lnTo>
                  <a:pt x="1552454" y="46685"/>
                </a:lnTo>
                <a:lnTo>
                  <a:pt x="1551920" y="46945"/>
                </a:lnTo>
                <a:lnTo>
                  <a:pt x="1551391" y="47215"/>
                </a:lnTo>
                <a:lnTo>
                  <a:pt x="1550870" y="47495"/>
                </a:lnTo>
                <a:lnTo>
                  <a:pt x="1550355" y="47784"/>
                </a:lnTo>
                <a:lnTo>
                  <a:pt x="1549846" y="48083"/>
                </a:lnTo>
                <a:lnTo>
                  <a:pt x="1549344" y="48391"/>
                </a:lnTo>
                <a:lnTo>
                  <a:pt x="1548849" y="48708"/>
                </a:lnTo>
                <a:lnTo>
                  <a:pt x="1548361" y="49035"/>
                </a:lnTo>
                <a:lnTo>
                  <a:pt x="1547879" y="49371"/>
                </a:lnTo>
                <a:lnTo>
                  <a:pt x="1547403" y="49717"/>
                </a:lnTo>
                <a:lnTo>
                  <a:pt x="1546934" y="50072"/>
                </a:lnTo>
                <a:lnTo>
                  <a:pt x="1546472" y="50436"/>
                </a:lnTo>
                <a:lnTo>
                  <a:pt x="1546016" y="50810"/>
                </a:lnTo>
                <a:lnTo>
                  <a:pt x="1545567" y="51193"/>
                </a:lnTo>
                <a:lnTo>
                  <a:pt x="1545124" y="51585"/>
                </a:lnTo>
                <a:lnTo>
                  <a:pt x="1544688" y="51987"/>
                </a:lnTo>
                <a:lnTo>
                  <a:pt x="1544259" y="52398"/>
                </a:lnTo>
                <a:lnTo>
                  <a:pt x="1543836" y="52819"/>
                </a:lnTo>
                <a:lnTo>
                  <a:pt x="1543420" y="53249"/>
                </a:lnTo>
                <a:lnTo>
                  <a:pt x="1543011" y="53689"/>
                </a:lnTo>
                <a:lnTo>
                  <a:pt x="1542607" y="54138"/>
                </a:lnTo>
                <a:lnTo>
                  <a:pt x="1542211" y="54596"/>
                </a:lnTo>
                <a:lnTo>
                  <a:pt x="1541821" y="55063"/>
                </a:lnTo>
                <a:lnTo>
                  <a:pt x="1541438" y="55540"/>
                </a:lnTo>
                <a:lnTo>
                  <a:pt x="1541061" y="56027"/>
                </a:lnTo>
                <a:lnTo>
                  <a:pt x="1540692" y="56522"/>
                </a:lnTo>
                <a:lnTo>
                  <a:pt x="1540329" y="57025"/>
                </a:lnTo>
                <a:lnTo>
                  <a:pt x="1539974" y="57536"/>
                </a:lnTo>
                <a:lnTo>
                  <a:pt x="1539626" y="58055"/>
                </a:lnTo>
                <a:lnTo>
                  <a:pt x="1539285" y="58582"/>
                </a:lnTo>
                <a:lnTo>
                  <a:pt x="1538952" y="59117"/>
                </a:lnTo>
                <a:lnTo>
                  <a:pt x="1538626" y="59660"/>
                </a:lnTo>
                <a:lnTo>
                  <a:pt x="1538307" y="60211"/>
                </a:lnTo>
                <a:lnTo>
                  <a:pt x="1537996" y="60770"/>
                </a:lnTo>
                <a:lnTo>
                  <a:pt x="1537692" y="61337"/>
                </a:lnTo>
                <a:lnTo>
                  <a:pt x="1537395" y="61912"/>
                </a:lnTo>
                <a:lnTo>
                  <a:pt x="1537105" y="62495"/>
                </a:lnTo>
                <a:lnTo>
                  <a:pt x="1536823" y="63086"/>
                </a:lnTo>
                <a:lnTo>
                  <a:pt x="1536548" y="63685"/>
                </a:lnTo>
                <a:lnTo>
                  <a:pt x="1536281" y="64292"/>
                </a:lnTo>
                <a:lnTo>
                  <a:pt x="1536020" y="64907"/>
                </a:lnTo>
                <a:lnTo>
                  <a:pt x="1535767" y="65530"/>
                </a:lnTo>
                <a:lnTo>
                  <a:pt x="1535521" y="66161"/>
                </a:lnTo>
                <a:lnTo>
                  <a:pt x="1535283" y="66800"/>
                </a:lnTo>
                <a:lnTo>
                  <a:pt x="1535051" y="67447"/>
                </a:lnTo>
                <a:lnTo>
                  <a:pt x="1534827" y="68102"/>
                </a:lnTo>
                <a:lnTo>
                  <a:pt x="1534611" y="68765"/>
                </a:lnTo>
                <a:lnTo>
                  <a:pt x="1534401" y="69435"/>
                </a:lnTo>
                <a:lnTo>
                  <a:pt x="1534199" y="70114"/>
                </a:lnTo>
                <a:lnTo>
                  <a:pt x="1534005" y="70800"/>
                </a:lnTo>
                <a:lnTo>
                  <a:pt x="1533819" y="71493"/>
                </a:lnTo>
                <a:lnTo>
                  <a:pt x="1533641" y="72191"/>
                </a:lnTo>
                <a:lnTo>
                  <a:pt x="1533472" y="72896"/>
                </a:lnTo>
                <a:lnTo>
                  <a:pt x="1533310" y="73607"/>
                </a:lnTo>
                <a:lnTo>
                  <a:pt x="1533157" y="74325"/>
                </a:lnTo>
                <a:lnTo>
                  <a:pt x="1533013" y="75049"/>
                </a:lnTo>
                <a:lnTo>
                  <a:pt x="1532876" y="75779"/>
                </a:lnTo>
                <a:lnTo>
                  <a:pt x="1532748" y="76515"/>
                </a:lnTo>
                <a:lnTo>
                  <a:pt x="1532628" y="77258"/>
                </a:lnTo>
                <a:lnTo>
                  <a:pt x="1532516" y="78007"/>
                </a:lnTo>
                <a:lnTo>
                  <a:pt x="1532413" y="78763"/>
                </a:lnTo>
                <a:lnTo>
                  <a:pt x="1532318" y="79524"/>
                </a:lnTo>
                <a:lnTo>
                  <a:pt x="1532231" y="80292"/>
                </a:lnTo>
                <a:lnTo>
                  <a:pt x="1532153" y="81067"/>
                </a:lnTo>
                <a:lnTo>
                  <a:pt x="1532082" y="81847"/>
                </a:lnTo>
                <a:lnTo>
                  <a:pt x="1532020" y="82634"/>
                </a:lnTo>
                <a:lnTo>
                  <a:pt x="1531967" y="83427"/>
                </a:lnTo>
                <a:lnTo>
                  <a:pt x="1531921" y="84227"/>
                </a:lnTo>
                <a:lnTo>
                  <a:pt x="1531884" y="85033"/>
                </a:lnTo>
                <a:lnTo>
                  <a:pt x="1531855" y="85845"/>
                </a:lnTo>
                <a:lnTo>
                  <a:pt x="1531834" y="86663"/>
                </a:lnTo>
                <a:lnTo>
                  <a:pt x="1531822" y="87488"/>
                </a:lnTo>
                <a:lnTo>
                  <a:pt x="1531818" y="88319"/>
                </a:lnTo>
                <a:lnTo>
                  <a:pt x="1531818" y="90014"/>
                </a:lnTo>
                <a:lnTo>
                  <a:pt x="1531822" y="90806"/>
                </a:lnTo>
                <a:lnTo>
                  <a:pt x="1531834" y="91592"/>
                </a:lnTo>
                <a:lnTo>
                  <a:pt x="1531855" y="92374"/>
                </a:lnTo>
                <a:lnTo>
                  <a:pt x="1531884" y="93151"/>
                </a:lnTo>
                <a:lnTo>
                  <a:pt x="1531921" y="93922"/>
                </a:lnTo>
                <a:lnTo>
                  <a:pt x="1531967" y="94689"/>
                </a:lnTo>
                <a:lnTo>
                  <a:pt x="1532020" y="95451"/>
                </a:lnTo>
                <a:lnTo>
                  <a:pt x="1532082" y="96208"/>
                </a:lnTo>
                <a:lnTo>
                  <a:pt x="1532153" y="96960"/>
                </a:lnTo>
                <a:lnTo>
                  <a:pt x="1532231" y="97708"/>
                </a:lnTo>
                <a:lnTo>
                  <a:pt x="1532318" y="98450"/>
                </a:lnTo>
                <a:lnTo>
                  <a:pt x="1532413" y="99187"/>
                </a:lnTo>
                <a:lnTo>
                  <a:pt x="1532516" y="99920"/>
                </a:lnTo>
                <a:lnTo>
                  <a:pt x="1532628" y="100648"/>
                </a:lnTo>
                <a:lnTo>
                  <a:pt x="1532748" y="101370"/>
                </a:lnTo>
                <a:lnTo>
                  <a:pt x="1532876" y="102088"/>
                </a:lnTo>
                <a:lnTo>
                  <a:pt x="1533013" y="102801"/>
                </a:lnTo>
                <a:lnTo>
                  <a:pt x="1533157" y="103509"/>
                </a:lnTo>
                <a:lnTo>
                  <a:pt x="1533310" y="104212"/>
                </a:lnTo>
                <a:lnTo>
                  <a:pt x="1533472" y="104910"/>
                </a:lnTo>
                <a:lnTo>
                  <a:pt x="1533641" y="105604"/>
                </a:lnTo>
                <a:lnTo>
                  <a:pt x="1533819" y="106292"/>
                </a:lnTo>
                <a:lnTo>
                  <a:pt x="1534005" y="106975"/>
                </a:lnTo>
                <a:lnTo>
                  <a:pt x="1534199" y="107654"/>
                </a:lnTo>
                <a:lnTo>
                  <a:pt x="1534401" y="108326"/>
                </a:lnTo>
                <a:lnTo>
                  <a:pt x="1534611" y="108991"/>
                </a:lnTo>
                <a:lnTo>
                  <a:pt x="1534828" y="109649"/>
                </a:lnTo>
                <a:lnTo>
                  <a:pt x="1535052" y="110299"/>
                </a:lnTo>
                <a:lnTo>
                  <a:pt x="1535284" y="110942"/>
                </a:lnTo>
                <a:lnTo>
                  <a:pt x="1535524" y="111577"/>
                </a:lnTo>
                <a:lnTo>
                  <a:pt x="1535770" y="112205"/>
                </a:lnTo>
                <a:lnTo>
                  <a:pt x="1536025" y="112825"/>
                </a:lnTo>
                <a:lnTo>
                  <a:pt x="1536286" y="113438"/>
                </a:lnTo>
                <a:lnTo>
                  <a:pt x="1536555" y="114044"/>
                </a:lnTo>
                <a:lnTo>
                  <a:pt x="1536832" y="114642"/>
                </a:lnTo>
                <a:lnTo>
                  <a:pt x="1537116" y="115233"/>
                </a:lnTo>
                <a:lnTo>
                  <a:pt x="1537407" y="115816"/>
                </a:lnTo>
                <a:lnTo>
                  <a:pt x="1537706" y="116392"/>
                </a:lnTo>
                <a:lnTo>
                  <a:pt x="1538012" y="116960"/>
                </a:lnTo>
                <a:lnTo>
                  <a:pt x="1538325" y="117521"/>
                </a:lnTo>
                <a:lnTo>
                  <a:pt x="1538646" y="118075"/>
                </a:lnTo>
                <a:lnTo>
                  <a:pt x="1538975" y="118621"/>
                </a:lnTo>
                <a:lnTo>
                  <a:pt x="1539311" y="119159"/>
                </a:lnTo>
                <a:lnTo>
                  <a:pt x="1539654" y="119691"/>
                </a:lnTo>
                <a:lnTo>
                  <a:pt x="1540005" y="120214"/>
                </a:lnTo>
                <a:lnTo>
                  <a:pt x="1540363" y="120731"/>
                </a:lnTo>
                <a:lnTo>
                  <a:pt x="1540729" y="121240"/>
                </a:lnTo>
                <a:lnTo>
                  <a:pt x="1541102" y="121741"/>
                </a:lnTo>
                <a:lnTo>
                  <a:pt x="1541482" y="122235"/>
                </a:lnTo>
                <a:lnTo>
                  <a:pt x="1541868" y="122719"/>
                </a:lnTo>
                <a:lnTo>
                  <a:pt x="1542260" y="123193"/>
                </a:lnTo>
                <a:lnTo>
                  <a:pt x="1542659" y="123659"/>
                </a:lnTo>
                <a:lnTo>
                  <a:pt x="1543064" y="124115"/>
                </a:lnTo>
                <a:lnTo>
                  <a:pt x="1543476" y="124562"/>
                </a:lnTo>
                <a:lnTo>
                  <a:pt x="1543893" y="125000"/>
                </a:lnTo>
                <a:lnTo>
                  <a:pt x="1544317" y="125428"/>
                </a:lnTo>
                <a:lnTo>
                  <a:pt x="1544748" y="125847"/>
                </a:lnTo>
                <a:lnTo>
                  <a:pt x="1545184" y="126257"/>
                </a:lnTo>
                <a:lnTo>
                  <a:pt x="1545627" y="126658"/>
                </a:lnTo>
                <a:lnTo>
                  <a:pt x="1546077" y="127049"/>
                </a:lnTo>
                <a:lnTo>
                  <a:pt x="1546532" y="127432"/>
                </a:lnTo>
                <a:lnTo>
                  <a:pt x="1546994" y="127805"/>
                </a:lnTo>
                <a:lnTo>
                  <a:pt x="1547462" y="128168"/>
                </a:lnTo>
                <a:lnTo>
                  <a:pt x="1547937" y="128523"/>
                </a:lnTo>
                <a:lnTo>
                  <a:pt x="1548418" y="128868"/>
                </a:lnTo>
                <a:lnTo>
                  <a:pt x="1548905" y="129204"/>
                </a:lnTo>
                <a:lnTo>
                  <a:pt x="1549398" y="129531"/>
                </a:lnTo>
                <a:lnTo>
                  <a:pt x="1549898" y="129848"/>
                </a:lnTo>
                <a:lnTo>
                  <a:pt x="1550404" y="130156"/>
                </a:lnTo>
                <a:lnTo>
                  <a:pt x="1550916" y="130455"/>
                </a:lnTo>
                <a:lnTo>
                  <a:pt x="1551435" y="130745"/>
                </a:lnTo>
                <a:lnTo>
                  <a:pt x="1551960" y="131025"/>
                </a:lnTo>
                <a:lnTo>
                  <a:pt x="1552491" y="131295"/>
                </a:lnTo>
                <a:lnTo>
                  <a:pt x="1553026" y="131554"/>
                </a:lnTo>
                <a:lnTo>
                  <a:pt x="1553568" y="131801"/>
                </a:lnTo>
                <a:lnTo>
                  <a:pt x="1554114" y="132037"/>
                </a:lnTo>
                <a:lnTo>
                  <a:pt x="1554665" y="132261"/>
                </a:lnTo>
                <a:lnTo>
                  <a:pt x="1555222" y="132473"/>
                </a:lnTo>
                <a:lnTo>
                  <a:pt x="1555784" y="132675"/>
                </a:lnTo>
                <a:lnTo>
                  <a:pt x="1556351" y="132864"/>
                </a:lnTo>
                <a:lnTo>
                  <a:pt x="1556923" y="133042"/>
                </a:lnTo>
                <a:lnTo>
                  <a:pt x="1557500" y="133209"/>
                </a:lnTo>
                <a:lnTo>
                  <a:pt x="1558083" y="133364"/>
                </a:lnTo>
                <a:lnTo>
                  <a:pt x="1558671" y="133508"/>
                </a:lnTo>
                <a:lnTo>
                  <a:pt x="1559264" y="133640"/>
                </a:lnTo>
                <a:lnTo>
                  <a:pt x="1559862" y="133761"/>
                </a:lnTo>
                <a:lnTo>
                  <a:pt x="1560465" y="133870"/>
                </a:lnTo>
                <a:lnTo>
                  <a:pt x="1561073" y="133968"/>
                </a:lnTo>
                <a:lnTo>
                  <a:pt x="1561687" y="134054"/>
                </a:lnTo>
                <a:lnTo>
                  <a:pt x="1562306" y="134128"/>
                </a:lnTo>
                <a:lnTo>
                  <a:pt x="1562930" y="134192"/>
                </a:lnTo>
                <a:lnTo>
                  <a:pt x="1563559" y="134243"/>
                </a:lnTo>
                <a:lnTo>
                  <a:pt x="1564194" y="134284"/>
                </a:lnTo>
                <a:lnTo>
                  <a:pt x="1564833" y="134312"/>
                </a:lnTo>
                <a:lnTo>
                  <a:pt x="1565478" y="134330"/>
                </a:lnTo>
                <a:lnTo>
                  <a:pt x="1566128" y="134335"/>
                </a:lnTo>
                <a:lnTo>
                  <a:pt x="1566817" y="134330"/>
                </a:lnTo>
                <a:lnTo>
                  <a:pt x="1567499" y="134315"/>
                </a:lnTo>
                <a:lnTo>
                  <a:pt x="1568174" y="134291"/>
                </a:lnTo>
                <a:lnTo>
                  <a:pt x="1568842" y="134256"/>
                </a:lnTo>
                <a:lnTo>
                  <a:pt x="1569502" y="134211"/>
                </a:lnTo>
                <a:lnTo>
                  <a:pt x="1570154" y="134156"/>
                </a:lnTo>
                <a:lnTo>
                  <a:pt x="1570800" y="134092"/>
                </a:lnTo>
                <a:lnTo>
                  <a:pt x="1571438" y="134017"/>
                </a:lnTo>
                <a:lnTo>
                  <a:pt x="1572069" y="133932"/>
                </a:lnTo>
                <a:lnTo>
                  <a:pt x="1572693" y="133838"/>
                </a:lnTo>
                <a:lnTo>
                  <a:pt x="1573309" y="133733"/>
                </a:lnTo>
                <a:lnTo>
                  <a:pt x="1573919" y="133619"/>
                </a:lnTo>
                <a:lnTo>
                  <a:pt x="1574520" y="133494"/>
                </a:lnTo>
                <a:lnTo>
                  <a:pt x="1575115" y="133360"/>
                </a:lnTo>
                <a:lnTo>
                  <a:pt x="1575702" y="133216"/>
                </a:lnTo>
                <a:lnTo>
                  <a:pt x="1576282" y="133062"/>
                </a:lnTo>
                <a:lnTo>
                  <a:pt x="1576855" y="132897"/>
                </a:lnTo>
                <a:lnTo>
                  <a:pt x="1577420" y="132723"/>
                </a:lnTo>
                <a:lnTo>
                  <a:pt x="1577978" y="132539"/>
                </a:lnTo>
                <a:lnTo>
                  <a:pt x="1578529" y="132345"/>
                </a:lnTo>
                <a:lnTo>
                  <a:pt x="1579073" y="132141"/>
                </a:lnTo>
                <a:lnTo>
                  <a:pt x="1579609" y="131927"/>
                </a:lnTo>
                <a:lnTo>
                  <a:pt x="1580138" y="131703"/>
                </a:lnTo>
                <a:lnTo>
                  <a:pt x="1580660" y="131469"/>
                </a:lnTo>
                <a:lnTo>
                  <a:pt x="1581174" y="131226"/>
                </a:lnTo>
                <a:lnTo>
                  <a:pt x="1581682" y="130974"/>
                </a:lnTo>
                <a:lnTo>
                  <a:pt x="1582184" y="130713"/>
                </a:lnTo>
                <a:lnTo>
                  <a:pt x="1582679" y="130443"/>
                </a:lnTo>
                <a:lnTo>
                  <a:pt x="1583167" y="130165"/>
                </a:lnTo>
                <a:lnTo>
                  <a:pt x="1583649" y="129878"/>
                </a:lnTo>
                <a:lnTo>
                  <a:pt x="1584124" y="129581"/>
                </a:lnTo>
                <a:lnTo>
                  <a:pt x="1584593" y="129276"/>
                </a:lnTo>
                <a:lnTo>
                  <a:pt x="1585055" y="128962"/>
                </a:lnTo>
                <a:lnTo>
                  <a:pt x="1585510" y="128640"/>
                </a:lnTo>
                <a:lnTo>
                  <a:pt x="1585959" y="128308"/>
                </a:lnTo>
                <a:lnTo>
                  <a:pt x="1586401" y="127968"/>
                </a:lnTo>
                <a:lnTo>
                  <a:pt x="1586837" y="127619"/>
                </a:lnTo>
                <a:lnTo>
                  <a:pt x="1587266" y="127260"/>
                </a:lnTo>
                <a:lnTo>
                  <a:pt x="1587689" y="126894"/>
                </a:lnTo>
                <a:lnTo>
                  <a:pt x="1588105" y="126518"/>
                </a:lnTo>
                <a:lnTo>
                  <a:pt x="1588514" y="126133"/>
                </a:lnTo>
                <a:lnTo>
                  <a:pt x="1588917" y="125740"/>
                </a:lnTo>
                <a:lnTo>
                  <a:pt x="1589313" y="125338"/>
                </a:lnTo>
                <a:lnTo>
                  <a:pt x="1589702" y="124927"/>
                </a:lnTo>
                <a:lnTo>
                  <a:pt x="1590085" y="124507"/>
                </a:lnTo>
                <a:lnTo>
                  <a:pt x="1590462" y="124078"/>
                </a:lnTo>
                <a:lnTo>
                  <a:pt x="1590589" y="123927"/>
                </a:lnTo>
                <a:lnTo>
                  <a:pt x="1590589" y="131591"/>
                </a:lnTo>
                <a:lnTo>
                  <a:pt x="1590584" y="132219"/>
                </a:lnTo>
                <a:lnTo>
                  <a:pt x="1590569" y="132839"/>
                </a:lnTo>
                <a:lnTo>
                  <a:pt x="1590545" y="133450"/>
                </a:lnTo>
                <a:lnTo>
                  <a:pt x="1590510" y="134054"/>
                </a:lnTo>
                <a:lnTo>
                  <a:pt x="1590465" y="134649"/>
                </a:lnTo>
                <a:lnTo>
                  <a:pt x="1590410" y="135236"/>
                </a:lnTo>
                <a:lnTo>
                  <a:pt x="1590346" y="135815"/>
                </a:lnTo>
                <a:lnTo>
                  <a:pt x="1590271" y="136385"/>
                </a:lnTo>
                <a:lnTo>
                  <a:pt x="1590186" y="136947"/>
                </a:lnTo>
                <a:lnTo>
                  <a:pt x="1590092" y="137501"/>
                </a:lnTo>
                <a:lnTo>
                  <a:pt x="1589987" y="138046"/>
                </a:lnTo>
                <a:lnTo>
                  <a:pt x="1589873" y="138584"/>
                </a:lnTo>
                <a:lnTo>
                  <a:pt x="1589748" y="139113"/>
                </a:lnTo>
                <a:lnTo>
                  <a:pt x="1589614" y="139634"/>
                </a:lnTo>
                <a:lnTo>
                  <a:pt x="1589470" y="140146"/>
                </a:lnTo>
                <a:lnTo>
                  <a:pt x="1589316" y="140650"/>
                </a:lnTo>
                <a:lnTo>
                  <a:pt x="1589151" y="141146"/>
                </a:lnTo>
                <a:lnTo>
                  <a:pt x="1588977" y="141634"/>
                </a:lnTo>
                <a:lnTo>
                  <a:pt x="1588793" y="142113"/>
                </a:lnTo>
                <a:lnTo>
                  <a:pt x="1588599" y="142584"/>
                </a:lnTo>
                <a:lnTo>
                  <a:pt x="1588395" y="143047"/>
                </a:lnTo>
                <a:lnTo>
                  <a:pt x="1588181" y="143502"/>
                </a:lnTo>
                <a:lnTo>
                  <a:pt x="1587957" y="143948"/>
                </a:lnTo>
                <a:lnTo>
                  <a:pt x="1587723" y="144386"/>
                </a:lnTo>
                <a:lnTo>
                  <a:pt x="1587481" y="144816"/>
                </a:lnTo>
                <a:lnTo>
                  <a:pt x="1587230" y="145236"/>
                </a:lnTo>
                <a:lnTo>
                  <a:pt x="1586971" y="145648"/>
                </a:lnTo>
                <a:lnTo>
                  <a:pt x="1586704" y="146051"/>
                </a:lnTo>
                <a:lnTo>
                  <a:pt x="1586429" y="146446"/>
                </a:lnTo>
                <a:lnTo>
                  <a:pt x="1586147" y="146831"/>
                </a:lnTo>
                <a:lnTo>
                  <a:pt x="1585856" y="147207"/>
                </a:lnTo>
                <a:lnTo>
                  <a:pt x="1585557" y="147575"/>
                </a:lnTo>
                <a:lnTo>
                  <a:pt x="1585250" y="147934"/>
                </a:lnTo>
                <a:lnTo>
                  <a:pt x="1584936" y="148284"/>
                </a:lnTo>
                <a:lnTo>
                  <a:pt x="1584613" y="148625"/>
                </a:lnTo>
                <a:lnTo>
                  <a:pt x="1584282" y="148958"/>
                </a:lnTo>
                <a:lnTo>
                  <a:pt x="1583944" y="149281"/>
                </a:lnTo>
                <a:lnTo>
                  <a:pt x="1583597" y="149596"/>
                </a:lnTo>
                <a:lnTo>
                  <a:pt x="1583242" y="149902"/>
                </a:lnTo>
                <a:lnTo>
                  <a:pt x="1582880" y="150199"/>
                </a:lnTo>
                <a:lnTo>
                  <a:pt x="1582509" y="150487"/>
                </a:lnTo>
                <a:lnTo>
                  <a:pt x="1582130" y="150766"/>
                </a:lnTo>
                <a:lnTo>
                  <a:pt x="1581744" y="151037"/>
                </a:lnTo>
                <a:lnTo>
                  <a:pt x="1581349" y="151299"/>
                </a:lnTo>
                <a:lnTo>
                  <a:pt x="1580947" y="151552"/>
                </a:lnTo>
                <a:lnTo>
                  <a:pt x="1580536" y="151796"/>
                </a:lnTo>
                <a:lnTo>
                  <a:pt x="1580117" y="152031"/>
                </a:lnTo>
                <a:lnTo>
                  <a:pt x="1579691" y="152257"/>
                </a:lnTo>
                <a:lnTo>
                  <a:pt x="1579257" y="152475"/>
                </a:lnTo>
                <a:lnTo>
                  <a:pt x="1578816" y="152683"/>
                </a:lnTo>
                <a:lnTo>
                  <a:pt x="1578369" y="152882"/>
                </a:lnTo>
                <a:lnTo>
                  <a:pt x="1577915" y="153072"/>
                </a:lnTo>
                <a:lnTo>
                  <a:pt x="1577454" y="153252"/>
                </a:lnTo>
                <a:lnTo>
                  <a:pt x="1576986" y="153423"/>
                </a:lnTo>
                <a:lnTo>
                  <a:pt x="1576512" y="153585"/>
                </a:lnTo>
                <a:lnTo>
                  <a:pt x="1576031" y="153738"/>
                </a:lnTo>
                <a:lnTo>
                  <a:pt x="1575543" y="153881"/>
                </a:lnTo>
                <a:lnTo>
                  <a:pt x="1575049" y="154015"/>
                </a:lnTo>
                <a:lnTo>
                  <a:pt x="1574548" y="154140"/>
                </a:lnTo>
                <a:lnTo>
                  <a:pt x="1574040" y="154256"/>
                </a:lnTo>
                <a:lnTo>
                  <a:pt x="1573525" y="154362"/>
                </a:lnTo>
                <a:lnTo>
                  <a:pt x="1573004" y="154459"/>
                </a:lnTo>
                <a:lnTo>
                  <a:pt x="1572475" y="154547"/>
                </a:lnTo>
                <a:lnTo>
                  <a:pt x="1571941" y="154626"/>
                </a:lnTo>
                <a:lnTo>
                  <a:pt x="1571399" y="154695"/>
                </a:lnTo>
                <a:lnTo>
                  <a:pt x="1570851" y="154755"/>
                </a:lnTo>
                <a:lnTo>
                  <a:pt x="1570296" y="154806"/>
                </a:lnTo>
                <a:lnTo>
                  <a:pt x="1569734" y="154848"/>
                </a:lnTo>
                <a:lnTo>
                  <a:pt x="1569166" y="154880"/>
                </a:lnTo>
                <a:lnTo>
                  <a:pt x="1568590" y="154903"/>
                </a:lnTo>
                <a:lnTo>
                  <a:pt x="1568008" y="154917"/>
                </a:lnTo>
                <a:lnTo>
                  <a:pt x="1567420" y="154922"/>
                </a:lnTo>
                <a:lnTo>
                  <a:pt x="1566928" y="154917"/>
                </a:lnTo>
                <a:lnTo>
                  <a:pt x="1566437" y="154904"/>
                </a:lnTo>
                <a:lnTo>
                  <a:pt x="1565945" y="154881"/>
                </a:lnTo>
                <a:lnTo>
                  <a:pt x="1565452" y="154850"/>
                </a:lnTo>
                <a:lnTo>
                  <a:pt x="1564959" y="154809"/>
                </a:lnTo>
                <a:lnTo>
                  <a:pt x="1564466" y="154760"/>
                </a:lnTo>
                <a:lnTo>
                  <a:pt x="1563972" y="154702"/>
                </a:lnTo>
                <a:lnTo>
                  <a:pt x="1563477" y="154635"/>
                </a:lnTo>
                <a:lnTo>
                  <a:pt x="1562983" y="154558"/>
                </a:lnTo>
                <a:lnTo>
                  <a:pt x="1562488" y="154473"/>
                </a:lnTo>
                <a:lnTo>
                  <a:pt x="1561992" y="154379"/>
                </a:lnTo>
                <a:lnTo>
                  <a:pt x="1561496" y="154276"/>
                </a:lnTo>
                <a:lnTo>
                  <a:pt x="1561000" y="154164"/>
                </a:lnTo>
                <a:lnTo>
                  <a:pt x="1560503" y="154043"/>
                </a:lnTo>
                <a:lnTo>
                  <a:pt x="1560006" y="153912"/>
                </a:lnTo>
                <a:lnTo>
                  <a:pt x="1559508" y="153773"/>
                </a:lnTo>
                <a:lnTo>
                  <a:pt x="1559010" y="153625"/>
                </a:lnTo>
                <a:lnTo>
                  <a:pt x="1558512" y="153468"/>
                </a:lnTo>
                <a:lnTo>
                  <a:pt x="1558013" y="153302"/>
                </a:lnTo>
                <a:lnTo>
                  <a:pt x="1557513" y="153128"/>
                </a:lnTo>
                <a:lnTo>
                  <a:pt x="1557014" y="152944"/>
                </a:lnTo>
                <a:lnTo>
                  <a:pt x="1556514" y="152751"/>
                </a:lnTo>
                <a:lnTo>
                  <a:pt x="1556013" y="152549"/>
                </a:lnTo>
                <a:lnTo>
                  <a:pt x="1555512" y="152338"/>
                </a:lnTo>
                <a:lnTo>
                  <a:pt x="1555012" y="152116"/>
                </a:lnTo>
                <a:lnTo>
                  <a:pt x="1554513" y="151880"/>
                </a:lnTo>
                <a:lnTo>
                  <a:pt x="1554017" y="151629"/>
                </a:lnTo>
                <a:lnTo>
                  <a:pt x="1553522" y="151365"/>
                </a:lnTo>
                <a:lnTo>
                  <a:pt x="1553029" y="151087"/>
                </a:lnTo>
                <a:lnTo>
                  <a:pt x="1552538" y="150794"/>
                </a:lnTo>
                <a:lnTo>
                  <a:pt x="1552048" y="150488"/>
                </a:lnTo>
                <a:lnTo>
                  <a:pt x="1551561" y="150167"/>
                </a:lnTo>
                <a:lnTo>
                  <a:pt x="1551075" y="149833"/>
                </a:lnTo>
                <a:lnTo>
                  <a:pt x="1550591" y="149485"/>
                </a:lnTo>
                <a:lnTo>
                  <a:pt x="1550109" y="149122"/>
                </a:lnTo>
                <a:lnTo>
                  <a:pt x="1549629" y="148746"/>
                </a:lnTo>
                <a:lnTo>
                  <a:pt x="1549150" y="148355"/>
                </a:lnTo>
                <a:lnTo>
                  <a:pt x="1548674" y="147951"/>
                </a:lnTo>
                <a:lnTo>
                  <a:pt x="1548199" y="147532"/>
                </a:lnTo>
                <a:lnTo>
                  <a:pt x="1547726" y="147100"/>
                </a:lnTo>
                <a:lnTo>
                  <a:pt x="1547255" y="146653"/>
                </a:lnTo>
                <a:lnTo>
                  <a:pt x="1546786" y="146193"/>
                </a:lnTo>
                <a:lnTo>
                  <a:pt x="1546318" y="145718"/>
                </a:lnTo>
                <a:lnTo>
                  <a:pt x="1545852" y="145229"/>
                </a:lnTo>
                <a:lnTo>
                  <a:pt x="1545389" y="144727"/>
                </a:lnTo>
                <a:lnTo>
                  <a:pt x="1544927" y="144210"/>
                </a:lnTo>
                <a:lnTo>
                  <a:pt x="1544466" y="143680"/>
                </a:lnTo>
                <a:lnTo>
                  <a:pt x="1544008" y="143135"/>
                </a:lnTo>
                <a:lnTo>
                  <a:pt x="1536177" y="152015"/>
                </a:lnTo>
                <a:lnTo>
                  <a:pt x="1536510" y="152482"/>
                </a:lnTo>
                <a:lnTo>
                  <a:pt x="1536850" y="152941"/>
                </a:lnTo>
                <a:lnTo>
                  <a:pt x="1537196" y="153392"/>
                </a:lnTo>
                <a:lnTo>
                  <a:pt x="1537548" y="153835"/>
                </a:lnTo>
                <a:lnTo>
                  <a:pt x="1537908" y="154270"/>
                </a:lnTo>
                <a:lnTo>
                  <a:pt x="1538274" y="154697"/>
                </a:lnTo>
                <a:lnTo>
                  <a:pt x="1538646" y="155116"/>
                </a:lnTo>
                <a:lnTo>
                  <a:pt x="1539025" y="155527"/>
                </a:lnTo>
                <a:lnTo>
                  <a:pt x="1539411" y="155930"/>
                </a:lnTo>
                <a:lnTo>
                  <a:pt x="1539803" y="156325"/>
                </a:lnTo>
                <a:lnTo>
                  <a:pt x="1540202" y="156712"/>
                </a:lnTo>
                <a:lnTo>
                  <a:pt x="1540607" y="157091"/>
                </a:lnTo>
                <a:lnTo>
                  <a:pt x="1541019" y="157462"/>
                </a:lnTo>
                <a:lnTo>
                  <a:pt x="1541438" y="157825"/>
                </a:lnTo>
                <a:lnTo>
                  <a:pt x="1541863" y="158180"/>
                </a:lnTo>
                <a:lnTo>
                  <a:pt x="1542295" y="158528"/>
                </a:lnTo>
                <a:lnTo>
                  <a:pt x="1542733" y="158867"/>
                </a:lnTo>
                <a:lnTo>
                  <a:pt x="1543178" y="159198"/>
                </a:lnTo>
                <a:lnTo>
                  <a:pt x="1543629" y="159521"/>
                </a:lnTo>
                <a:lnTo>
                  <a:pt x="1544088" y="159836"/>
                </a:lnTo>
                <a:lnTo>
                  <a:pt x="1544552" y="160143"/>
                </a:lnTo>
                <a:lnTo>
                  <a:pt x="1545024" y="160442"/>
                </a:lnTo>
                <a:lnTo>
                  <a:pt x="1545501" y="160734"/>
                </a:lnTo>
                <a:lnTo>
                  <a:pt x="1545986" y="161017"/>
                </a:lnTo>
                <a:lnTo>
                  <a:pt x="1546474" y="161293"/>
                </a:lnTo>
                <a:lnTo>
                  <a:pt x="1546963" y="161562"/>
                </a:lnTo>
                <a:lnTo>
                  <a:pt x="1547453" y="161824"/>
                </a:lnTo>
                <a:lnTo>
                  <a:pt x="1547944" y="162080"/>
                </a:lnTo>
                <a:lnTo>
                  <a:pt x="1548435" y="162329"/>
                </a:lnTo>
                <a:lnTo>
                  <a:pt x="1548927" y="162571"/>
                </a:lnTo>
                <a:lnTo>
                  <a:pt x="1549421" y="162806"/>
                </a:lnTo>
                <a:lnTo>
                  <a:pt x="1549915" y="163035"/>
                </a:lnTo>
                <a:lnTo>
                  <a:pt x="1550410" y="163257"/>
                </a:lnTo>
                <a:lnTo>
                  <a:pt x="1550905" y="163472"/>
                </a:lnTo>
                <a:lnTo>
                  <a:pt x="1551402" y="163681"/>
                </a:lnTo>
                <a:lnTo>
                  <a:pt x="1551899" y="163883"/>
                </a:lnTo>
                <a:lnTo>
                  <a:pt x="1552398" y="164078"/>
                </a:lnTo>
                <a:lnTo>
                  <a:pt x="1552897" y="164266"/>
                </a:lnTo>
                <a:lnTo>
                  <a:pt x="1553397" y="164448"/>
                </a:lnTo>
                <a:lnTo>
                  <a:pt x="1553897" y="164623"/>
                </a:lnTo>
                <a:lnTo>
                  <a:pt x="1554399" y="164791"/>
                </a:lnTo>
                <a:lnTo>
                  <a:pt x="1554901" y="164952"/>
                </a:lnTo>
                <a:lnTo>
                  <a:pt x="1555405" y="165107"/>
                </a:lnTo>
                <a:lnTo>
                  <a:pt x="1555909" y="165255"/>
                </a:lnTo>
                <a:lnTo>
                  <a:pt x="1556414" y="165396"/>
                </a:lnTo>
                <a:lnTo>
                  <a:pt x="1556920" y="165531"/>
                </a:lnTo>
                <a:lnTo>
                  <a:pt x="1557426" y="165659"/>
                </a:lnTo>
                <a:lnTo>
                  <a:pt x="1557934" y="165780"/>
                </a:lnTo>
                <a:lnTo>
                  <a:pt x="1558439" y="165895"/>
                </a:lnTo>
                <a:lnTo>
                  <a:pt x="1558939" y="166005"/>
                </a:lnTo>
                <a:lnTo>
                  <a:pt x="1559433" y="166111"/>
                </a:lnTo>
                <a:lnTo>
                  <a:pt x="1559922" y="166211"/>
                </a:lnTo>
                <a:lnTo>
                  <a:pt x="1560405" y="166307"/>
                </a:lnTo>
                <a:lnTo>
                  <a:pt x="1560883" y="166398"/>
                </a:lnTo>
                <a:lnTo>
                  <a:pt x="1561356" y="166484"/>
                </a:lnTo>
                <a:lnTo>
                  <a:pt x="1561822" y="166565"/>
                </a:lnTo>
                <a:lnTo>
                  <a:pt x="1562284" y="166641"/>
                </a:lnTo>
                <a:lnTo>
                  <a:pt x="1562740" y="166712"/>
                </a:lnTo>
                <a:lnTo>
                  <a:pt x="1563190" y="166778"/>
                </a:lnTo>
                <a:lnTo>
                  <a:pt x="1563636" y="166839"/>
                </a:lnTo>
                <a:lnTo>
                  <a:pt x="1564075" y="166896"/>
                </a:lnTo>
                <a:lnTo>
                  <a:pt x="1564509" y="166947"/>
                </a:lnTo>
                <a:lnTo>
                  <a:pt x="1564938" y="166994"/>
                </a:lnTo>
                <a:lnTo>
                  <a:pt x="1565361" y="167036"/>
                </a:lnTo>
                <a:lnTo>
                  <a:pt x="1565779" y="167072"/>
                </a:lnTo>
                <a:lnTo>
                  <a:pt x="1566191" y="167104"/>
                </a:lnTo>
                <a:lnTo>
                  <a:pt x="1566598" y="167131"/>
                </a:lnTo>
                <a:lnTo>
                  <a:pt x="1566999" y="167153"/>
                </a:lnTo>
                <a:lnTo>
                  <a:pt x="1567395" y="167171"/>
                </a:lnTo>
                <a:lnTo>
                  <a:pt x="1567786" y="167183"/>
                </a:lnTo>
                <a:lnTo>
                  <a:pt x="1568171" y="167190"/>
                </a:lnTo>
                <a:lnTo>
                  <a:pt x="1568550" y="167193"/>
                </a:lnTo>
                <a:lnTo>
                  <a:pt x="1569454" y="167185"/>
                </a:lnTo>
                <a:lnTo>
                  <a:pt x="1570349" y="167163"/>
                </a:lnTo>
                <a:lnTo>
                  <a:pt x="1571235" y="167126"/>
                </a:lnTo>
                <a:lnTo>
                  <a:pt x="1572112" y="167075"/>
                </a:lnTo>
                <a:lnTo>
                  <a:pt x="1572981" y="167009"/>
                </a:lnTo>
                <a:lnTo>
                  <a:pt x="1573840" y="166928"/>
                </a:lnTo>
                <a:lnTo>
                  <a:pt x="1574691" y="166832"/>
                </a:lnTo>
                <a:lnTo>
                  <a:pt x="1575533" y="166722"/>
                </a:lnTo>
                <a:lnTo>
                  <a:pt x="1576366" y="166597"/>
                </a:lnTo>
                <a:lnTo>
                  <a:pt x="1577191" y="166457"/>
                </a:lnTo>
                <a:lnTo>
                  <a:pt x="1578006" y="166302"/>
                </a:lnTo>
                <a:lnTo>
                  <a:pt x="1578813" y="166133"/>
                </a:lnTo>
                <a:lnTo>
                  <a:pt x="1579611" y="165949"/>
                </a:lnTo>
                <a:lnTo>
                  <a:pt x="1580400" y="165750"/>
                </a:lnTo>
                <a:lnTo>
                  <a:pt x="1581180" y="165537"/>
                </a:lnTo>
                <a:lnTo>
                  <a:pt x="1581951" y="165309"/>
                </a:lnTo>
                <a:lnTo>
                  <a:pt x="1582714" y="165066"/>
                </a:lnTo>
                <a:lnTo>
                  <a:pt x="1583467" y="164809"/>
                </a:lnTo>
                <a:lnTo>
                  <a:pt x="1584212" y="164536"/>
                </a:lnTo>
                <a:lnTo>
                  <a:pt x="1584948" y="164249"/>
                </a:lnTo>
                <a:lnTo>
                  <a:pt x="1585676" y="163948"/>
                </a:lnTo>
                <a:lnTo>
                  <a:pt x="1586394" y="163631"/>
                </a:lnTo>
                <a:lnTo>
                  <a:pt x="1587103" y="163300"/>
                </a:lnTo>
                <a:lnTo>
                  <a:pt x="1587804" y="162954"/>
                </a:lnTo>
                <a:lnTo>
                  <a:pt x="1588494" y="162594"/>
                </a:lnTo>
                <a:lnTo>
                  <a:pt x="1589171" y="162221"/>
                </a:lnTo>
                <a:lnTo>
                  <a:pt x="1589836" y="161833"/>
                </a:lnTo>
                <a:lnTo>
                  <a:pt x="1590487" y="161433"/>
                </a:lnTo>
                <a:lnTo>
                  <a:pt x="1591126" y="161018"/>
                </a:lnTo>
                <a:lnTo>
                  <a:pt x="1591752" y="160590"/>
                </a:lnTo>
                <a:lnTo>
                  <a:pt x="1592366" y="160149"/>
                </a:lnTo>
                <a:lnTo>
                  <a:pt x="1592966" y="159694"/>
                </a:lnTo>
                <a:lnTo>
                  <a:pt x="1593554" y="159225"/>
                </a:lnTo>
                <a:lnTo>
                  <a:pt x="1594129" y="158743"/>
                </a:lnTo>
                <a:lnTo>
                  <a:pt x="1594692" y="158247"/>
                </a:lnTo>
                <a:lnTo>
                  <a:pt x="1595241" y="157737"/>
                </a:lnTo>
                <a:lnTo>
                  <a:pt x="1595778" y="157214"/>
                </a:lnTo>
                <a:lnTo>
                  <a:pt x="1596302" y="156677"/>
                </a:lnTo>
                <a:lnTo>
                  <a:pt x="1596814" y="156127"/>
                </a:lnTo>
                <a:lnTo>
                  <a:pt x="1597312" y="155563"/>
                </a:lnTo>
                <a:lnTo>
                  <a:pt x="1597798" y="154985"/>
                </a:lnTo>
                <a:lnTo>
                  <a:pt x="1598271" y="154394"/>
                </a:lnTo>
                <a:lnTo>
                  <a:pt x="1598732" y="153790"/>
                </a:lnTo>
                <a:lnTo>
                  <a:pt x="1599179" y="153171"/>
                </a:lnTo>
                <a:lnTo>
                  <a:pt x="1599614" y="152539"/>
                </a:lnTo>
                <a:lnTo>
                  <a:pt x="1600036" y="151894"/>
                </a:lnTo>
                <a:lnTo>
                  <a:pt x="1600446" y="151235"/>
                </a:lnTo>
                <a:lnTo>
                  <a:pt x="1600842" y="150562"/>
                </a:lnTo>
                <a:lnTo>
                  <a:pt x="1601224" y="149877"/>
                </a:lnTo>
                <a:lnTo>
                  <a:pt x="1601590" y="149180"/>
                </a:lnTo>
                <a:lnTo>
                  <a:pt x="1601940" y="148471"/>
                </a:lnTo>
                <a:lnTo>
                  <a:pt x="1602273" y="147750"/>
                </a:lnTo>
                <a:lnTo>
                  <a:pt x="1602590" y="147018"/>
                </a:lnTo>
                <a:lnTo>
                  <a:pt x="1602891" y="146273"/>
                </a:lnTo>
                <a:lnTo>
                  <a:pt x="1603175" y="145517"/>
                </a:lnTo>
                <a:lnTo>
                  <a:pt x="1603443" y="144750"/>
                </a:lnTo>
                <a:lnTo>
                  <a:pt x="1603695" y="143970"/>
                </a:lnTo>
                <a:lnTo>
                  <a:pt x="1603931" y="143179"/>
                </a:lnTo>
                <a:lnTo>
                  <a:pt x="1604151" y="142376"/>
                </a:lnTo>
                <a:lnTo>
                  <a:pt x="1604354" y="141561"/>
                </a:lnTo>
                <a:lnTo>
                  <a:pt x="1604541" y="140734"/>
                </a:lnTo>
                <a:lnTo>
                  <a:pt x="1604712" y="139896"/>
                </a:lnTo>
                <a:lnTo>
                  <a:pt x="1604866" y="139045"/>
                </a:lnTo>
                <a:lnTo>
                  <a:pt x="1605004" y="138183"/>
                </a:lnTo>
                <a:lnTo>
                  <a:pt x="1605126" y="137310"/>
                </a:lnTo>
                <a:lnTo>
                  <a:pt x="1605232" y="136424"/>
                </a:lnTo>
                <a:lnTo>
                  <a:pt x="1605321" y="135527"/>
                </a:lnTo>
                <a:lnTo>
                  <a:pt x="1605394" y="134618"/>
                </a:lnTo>
                <a:lnTo>
                  <a:pt x="1605451" y="133697"/>
                </a:lnTo>
                <a:lnTo>
                  <a:pt x="1605492" y="132764"/>
                </a:lnTo>
                <a:lnTo>
                  <a:pt x="1605516" y="131820"/>
                </a:lnTo>
                <a:lnTo>
                  <a:pt x="1605524" y="130864"/>
                </a:lnTo>
                <a:lnTo>
                  <a:pt x="1605524" y="45370"/>
                </a:lnTo>
                <a:lnTo>
                  <a:pt x="1591962" y="45370"/>
                </a:lnTo>
                <a:lnTo>
                  <a:pt x="1591271" y="55035"/>
                </a:lnTo>
                <a:lnTo>
                  <a:pt x="1591195" y="54937"/>
                </a:lnTo>
                <a:lnTo>
                  <a:pt x="1590832" y="54487"/>
                </a:lnTo>
                <a:lnTo>
                  <a:pt x="1590462" y="54047"/>
                </a:lnTo>
                <a:close/>
                <a:moveTo>
                  <a:pt x="1590211" y="109330"/>
                </a:moveTo>
                <a:lnTo>
                  <a:pt x="1589978" y="109765"/>
                </a:lnTo>
                <a:lnTo>
                  <a:pt x="1589742" y="110197"/>
                </a:lnTo>
                <a:lnTo>
                  <a:pt x="1589499" y="110624"/>
                </a:lnTo>
                <a:lnTo>
                  <a:pt x="1589250" y="111044"/>
                </a:lnTo>
                <a:lnTo>
                  <a:pt x="1588994" y="111457"/>
                </a:lnTo>
                <a:lnTo>
                  <a:pt x="1588731" y="111863"/>
                </a:lnTo>
                <a:lnTo>
                  <a:pt x="1588462" y="112262"/>
                </a:lnTo>
                <a:lnTo>
                  <a:pt x="1588185" y="112654"/>
                </a:lnTo>
                <a:lnTo>
                  <a:pt x="1587902" y="113039"/>
                </a:lnTo>
                <a:lnTo>
                  <a:pt x="1587611" y="113417"/>
                </a:lnTo>
                <a:lnTo>
                  <a:pt x="1587314" y="113788"/>
                </a:lnTo>
                <a:lnTo>
                  <a:pt x="1587010" y="114152"/>
                </a:lnTo>
                <a:lnTo>
                  <a:pt x="1586699" y="114509"/>
                </a:lnTo>
                <a:lnTo>
                  <a:pt x="1586381" y="114859"/>
                </a:lnTo>
                <a:lnTo>
                  <a:pt x="1586057" y="115202"/>
                </a:lnTo>
                <a:lnTo>
                  <a:pt x="1585725" y="115538"/>
                </a:lnTo>
                <a:lnTo>
                  <a:pt x="1585387" y="115867"/>
                </a:lnTo>
                <a:lnTo>
                  <a:pt x="1585041" y="116189"/>
                </a:lnTo>
                <a:lnTo>
                  <a:pt x="1584689" y="116504"/>
                </a:lnTo>
                <a:lnTo>
                  <a:pt x="1584330" y="116812"/>
                </a:lnTo>
                <a:lnTo>
                  <a:pt x="1583964" y="117113"/>
                </a:lnTo>
                <a:lnTo>
                  <a:pt x="1583592" y="117407"/>
                </a:lnTo>
                <a:lnTo>
                  <a:pt x="1583212" y="117694"/>
                </a:lnTo>
                <a:lnTo>
                  <a:pt x="1582826" y="117973"/>
                </a:lnTo>
                <a:lnTo>
                  <a:pt x="1582432" y="118246"/>
                </a:lnTo>
                <a:lnTo>
                  <a:pt x="1582032" y="118512"/>
                </a:lnTo>
                <a:lnTo>
                  <a:pt x="1581624" y="118769"/>
                </a:lnTo>
                <a:lnTo>
                  <a:pt x="1581207" y="119015"/>
                </a:lnTo>
                <a:lnTo>
                  <a:pt x="1580781" y="119250"/>
                </a:lnTo>
                <a:lnTo>
                  <a:pt x="1580346" y="119474"/>
                </a:lnTo>
                <a:lnTo>
                  <a:pt x="1579902" y="119687"/>
                </a:lnTo>
                <a:lnTo>
                  <a:pt x="1579449" y="119890"/>
                </a:lnTo>
                <a:lnTo>
                  <a:pt x="1578987" y="120081"/>
                </a:lnTo>
                <a:lnTo>
                  <a:pt x="1578516" y="120261"/>
                </a:lnTo>
                <a:lnTo>
                  <a:pt x="1578036" y="120431"/>
                </a:lnTo>
                <a:lnTo>
                  <a:pt x="1577547" y="120589"/>
                </a:lnTo>
                <a:lnTo>
                  <a:pt x="1577049" y="120737"/>
                </a:lnTo>
                <a:lnTo>
                  <a:pt x="1576542" y="120874"/>
                </a:lnTo>
                <a:lnTo>
                  <a:pt x="1576027" y="120999"/>
                </a:lnTo>
                <a:lnTo>
                  <a:pt x="1575502" y="121114"/>
                </a:lnTo>
                <a:lnTo>
                  <a:pt x="1574968" y="121218"/>
                </a:lnTo>
                <a:lnTo>
                  <a:pt x="1574425" y="121311"/>
                </a:lnTo>
                <a:lnTo>
                  <a:pt x="1573874" y="121393"/>
                </a:lnTo>
                <a:lnTo>
                  <a:pt x="1573313" y="121464"/>
                </a:lnTo>
                <a:lnTo>
                  <a:pt x="1572743" y="121524"/>
                </a:lnTo>
                <a:lnTo>
                  <a:pt x="1572165" y="121573"/>
                </a:lnTo>
                <a:lnTo>
                  <a:pt x="1571577" y="121611"/>
                </a:lnTo>
                <a:lnTo>
                  <a:pt x="1570981" y="121639"/>
                </a:lnTo>
                <a:lnTo>
                  <a:pt x="1570375" y="121655"/>
                </a:lnTo>
                <a:lnTo>
                  <a:pt x="1569761" y="121661"/>
                </a:lnTo>
                <a:lnTo>
                  <a:pt x="1569259" y="121656"/>
                </a:lnTo>
                <a:lnTo>
                  <a:pt x="1568764" y="121644"/>
                </a:lnTo>
                <a:lnTo>
                  <a:pt x="1568274" y="121622"/>
                </a:lnTo>
                <a:lnTo>
                  <a:pt x="1567790" y="121592"/>
                </a:lnTo>
                <a:lnTo>
                  <a:pt x="1567312" y="121554"/>
                </a:lnTo>
                <a:lnTo>
                  <a:pt x="1566840" y="121507"/>
                </a:lnTo>
                <a:lnTo>
                  <a:pt x="1566373" y="121451"/>
                </a:lnTo>
                <a:lnTo>
                  <a:pt x="1565913" y="121387"/>
                </a:lnTo>
                <a:lnTo>
                  <a:pt x="1565458" y="121314"/>
                </a:lnTo>
                <a:lnTo>
                  <a:pt x="1565010" y="121233"/>
                </a:lnTo>
                <a:lnTo>
                  <a:pt x="1564567" y="121143"/>
                </a:lnTo>
                <a:lnTo>
                  <a:pt x="1564130" y="121045"/>
                </a:lnTo>
                <a:lnTo>
                  <a:pt x="1563699" y="120938"/>
                </a:lnTo>
                <a:lnTo>
                  <a:pt x="1563274" y="120823"/>
                </a:lnTo>
                <a:lnTo>
                  <a:pt x="1562855" y="120699"/>
                </a:lnTo>
                <a:lnTo>
                  <a:pt x="1562441" y="120566"/>
                </a:lnTo>
                <a:lnTo>
                  <a:pt x="1562034" y="120425"/>
                </a:lnTo>
                <a:lnTo>
                  <a:pt x="1561632" y="120276"/>
                </a:lnTo>
                <a:lnTo>
                  <a:pt x="1561237" y="120117"/>
                </a:lnTo>
                <a:lnTo>
                  <a:pt x="1560847" y="119951"/>
                </a:lnTo>
                <a:lnTo>
                  <a:pt x="1560463" y="119775"/>
                </a:lnTo>
                <a:lnTo>
                  <a:pt x="1560085" y="119592"/>
                </a:lnTo>
                <a:lnTo>
                  <a:pt x="1559713" y="119399"/>
                </a:lnTo>
                <a:lnTo>
                  <a:pt x="1559347" y="119198"/>
                </a:lnTo>
                <a:lnTo>
                  <a:pt x="1558986" y="118990"/>
                </a:lnTo>
                <a:lnTo>
                  <a:pt x="1558631" y="118775"/>
                </a:lnTo>
                <a:lnTo>
                  <a:pt x="1558281" y="118553"/>
                </a:lnTo>
                <a:lnTo>
                  <a:pt x="1557937" y="118325"/>
                </a:lnTo>
                <a:lnTo>
                  <a:pt x="1557599" y="118090"/>
                </a:lnTo>
                <a:lnTo>
                  <a:pt x="1557265" y="117849"/>
                </a:lnTo>
                <a:lnTo>
                  <a:pt x="1556938" y="117601"/>
                </a:lnTo>
                <a:lnTo>
                  <a:pt x="1556615" y="117346"/>
                </a:lnTo>
                <a:lnTo>
                  <a:pt x="1556299" y="117085"/>
                </a:lnTo>
                <a:lnTo>
                  <a:pt x="1555987" y="116817"/>
                </a:lnTo>
                <a:lnTo>
                  <a:pt x="1555681" y="116543"/>
                </a:lnTo>
                <a:lnTo>
                  <a:pt x="1555381" y="116262"/>
                </a:lnTo>
                <a:lnTo>
                  <a:pt x="1555086" y="115974"/>
                </a:lnTo>
                <a:lnTo>
                  <a:pt x="1554796" y="115680"/>
                </a:lnTo>
                <a:lnTo>
                  <a:pt x="1554512" y="115379"/>
                </a:lnTo>
                <a:lnTo>
                  <a:pt x="1554234" y="115072"/>
                </a:lnTo>
                <a:lnTo>
                  <a:pt x="1553961" y="114758"/>
                </a:lnTo>
                <a:lnTo>
                  <a:pt x="1553693" y="114438"/>
                </a:lnTo>
                <a:lnTo>
                  <a:pt x="1553431" y="114111"/>
                </a:lnTo>
                <a:lnTo>
                  <a:pt x="1553174" y="113777"/>
                </a:lnTo>
                <a:lnTo>
                  <a:pt x="1552923" y="113437"/>
                </a:lnTo>
                <a:lnTo>
                  <a:pt x="1552677" y="113090"/>
                </a:lnTo>
                <a:lnTo>
                  <a:pt x="1552437" y="112737"/>
                </a:lnTo>
                <a:lnTo>
                  <a:pt x="1552202" y="112377"/>
                </a:lnTo>
                <a:lnTo>
                  <a:pt x="1551973" y="112011"/>
                </a:lnTo>
                <a:lnTo>
                  <a:pt x="1551748" y="111641"/>
                </a:lnTo>
                <a:lnTo>
                  <a:pt x="1551528" y="111265"/>
                </a:lnTo>
                <a:lnTo>
                  <a:pt x="1551314" y="110885"/>
                </a:lnTo>
                <a:lnTo>
                  <a:pt x="1551105" y="110501"/>
                </a:lnTo>
                <a:lnTo>
                  <a:pt x="1550900" y="110111"/>
                </a:lnTo>
                <a:lnTo>
                  <a:pt x="1550701" y="109717"/>
                </a:lnTo>
                <a:lnTo>
                  <a:pt x="1550507" y="109318"/>
                </a:lnTo>
                <a:lnTo>
                  <a:pt x="1550318" y="108914"/>
                </a:lnTo>
                <a:lnTo>
                  <a:pt x="1550133" y="108506"/>
                </a:lnTo>
                <a:lnTo>
                  <a:pt x="1549954" y="108092"/>
                </a:lnTo>
                <a:lnTo>
                  <a:pt x="1549780" y="107674"/>
                </a:lnTo>
                <a:lnTo>
                  <a:pt x="1549611" y="107251"/>
                </a:lnTo>
                <a:lnTo>
                  <a:pt x="1549447" y="106824"/>
                </a:lnTo>
                <a:lnTo>
                  <a:pt x="1549288" y="106391"/>
                </a:lnTo>
                <a:lnTo>
                  <a:pt x="1549134" y="105954"/>
                </a:lnTo>
                <a:lnTo>
                  <a:pt x="1548985" y="105512"/>
                </a:lnTo>
                <a:lnTo>
                  <a:pt x="1548842" y="105066"/>
                </a:lnTo>
                <a:lnTo>
                  <a:pt x="1548703" y="104614"/>
                </a:lnTo>
                <a:lnTo>
                  <a:pt x="1548569" y="104158"/>
                </a:lnTo>
                <a:lnTo>
                  <a:pt x="1548441" y="103697"/>
                </a:lnTo>
                <a:lnTo>
                  <a:pt x="1548317" y="103231"/>
                </a:lnTo>
                <a:lnTo>
                  <a:pt x="1548198" y="102761"/>
                </a:lnTo>
                <a:lnTo>
                  <a:pt x="1548085" y="102285"/>
                </a:lnTo>
                <a:lnTo>
                  <a:pt x="1547976" y="101806"/>
                </a:lnTo>
                <a:lnTo>
                  <a:pt x="1547872" y="101324"/>
                </a:lnTo>
                <a:lnTo>
                  <a:pt x="1547773" y="100840"/>
                </a:lnTo>
                <a:lnTo>
                  <a:pt x="1547678" y="100352"/>
                </a:lnTo>
                <a:lnTo>
                  <a:pt x="1547588" y="99862"/>
                </a:lnTo>
                <a:lnTo>
                  <a:pt x="1547502" y="99369"/>
                </a:lnTo>
                <a:lnTo>
                  <a:pt x="1547421" y="98873"/>
                </a:lnTo>
                <a:lnTo>
                  <a:pt x="1547345" y="98374"/>
                </a:lnTo>
                <a:lnTo>
                  <a:pt x="1547273" y="97873"/>
                </a:lnTo>
                <a:lnTo>
                  <a:pt x="1547206" y="97369"/>
                </a:lnTo>
                <a:lnTo>
                  <a:pt x="1547144" y="96862"/>
                </a:lnTo>
                <a:lnTo>
                  <a:pt x="1547086" y="96352"/>
                </a:lnTo>
                <a:lnTo>
                  <a:pt x="1547033" y="95839"/>
                </a:lnTo>
                <a:lnTo>
                  <a:pt x="1546984" y="95324"/>
                </a:lnTo>
                <a:lnTo>
                  <a:pt x="1546940" y="94805"/>
                </a:lnTo>
                <a:lnTo>
                  <a:pt x="1546901" y="94284"/>
                </a:lnTo>
                <a:lnTo>
                  <a:pt x="1546866" y="93760"/>
                </a:lnTo>
                <a:lnTo>
                  <a:pt x="1546836" y="93233"/>
                </a:lnTo>
                <a:lnTo>
                  <a:pt x="1546811" y="92704"/>
                </a:lnTo>
                <a:lnTo>
                  <a:pt x="1546790" y="92172"/>
                </a:lnTo>
                <a:lnTo>
                  <a:pt x="1546774" y="91637"/>
                </a:lnTo>
                <a:lnTo>
                  <a:pt x="1546762" y="91099"/>
                </a:lnTo>
                <a:lnTo>
                  <a:pt x="1546755" y="90558"/>
                </a:lnTo>
                <a:lnTo>
                  <a:pt x="1546753" y="90014"/>
                </a:lnTo>
                <a:lnTo>
                  <a:pt x="1546753" y="88319"/>
                </a:lnTo>
                <a:lnTo>
                  <a:pt x="1546755" y="87775"/>
                </a:lnTo>
                <a:lnTo>
                  <a:pt x="1546762" y="87234"/>
                </a:lnTo>
                <a:lnTo>
                  <a:pt x="1546774" y="86696"/>
                </a:lnTo>
                <a:lnTo>
                  <a:pt x="1546790" y="86161"/>
                </a:lnTo>
                <a:lnTo>
                  <a:pt x="1546811" y="85628"/>
                </a:lnTo>
                <a:lnTo>
                  <a:pt x="1546836" y="85097"/>
                </a:lnTo>
                <a:lnTo>
                  <a:pt x="1546866" y="84570"/>
                </a:lnTo>
                <a:lnTo>
                  <a:pt x="1546901" y="84045"/>
                </a:lnTo>
                <a:lnTo>
                  <a:pt x="1546940" y="83523"/>
                </a:lnTo>
                <a:lnTo>
                  <a:pt x="1546984" y="83003"/>
                </a:lnTo>
                <a:lnTo>
                  <a:pt x="1547033" y="82486"/>
                </a:lnTo>
                <a:lnTo>
                  <a:pt x="1547086" y="81972"/>
                </a:lnTo>
                <a:lnTo>
                  <a:pt x="1547144" y="81460"/>
                </a:lnTo>
                <a:lnTo>
                  <a:pt x="1547206" y="80951"/>
                </a:lnTo>
                <a:lnTo>
                  <a:pt x="1547273" y="80445"/>
                </a:lnTo>
                <a:lnTo>
                  <a:pt x="1547345" y="79941"/>
                </a:lnTo>
                <a:lnTo>
                  <a:pt x="1547421" y="79440"/>
                </a:lnTo>
                <a:lnTo>
                  <a:pt x="1547502" y="78942"/>
                </a:lnTo>
                <a:lnTo>
                  <a:pt x="1547588" y="78446"/>
                </a:lnTo>
                <a:lnTo>
                  <a:pt x="1547678" y="77953"/>
                </a:lnTo>
                <a:lnTo>
                  <a:pt x="1547773" y="77463"/>
                </a:lnTo>
                <a:lnTo>
                  <a:pt x="1547872" y="76975"/>
                </a:lnTo>
                <a:lnTo>
                  <a:pt x="1547976" y="76490"/>
                </a:lnTo>
                <a:lnTo>
                  <a:pt x="1548085" y="76008"/>
                </a:lnTo>
                <a:lnTo>
                  <a:pt x="1548198" y="75529"/>
                </a:lnTo>
                <a:lnTo>
                  <a:pt x="1548317" y="75055"/>
                </a:lnTo>
                <a:lnTo>
                  <a:pt x="1548441" y="74586"/>
                </a:lnTo>
                <a:lnTo>
                  <a:pt x="1548569" y="74122"/>
                </a:lnTo>
                <a:lnTo>
                  <a:pt x="1548703" y="73662"/>
                </a:lnTo>
                <a:lnTo>
                  <a:pt x="1548842" y="73207"/>
                </a:lnTo>
                <a:lnTo>
                  <a:pt x="1548985" y="72757"/>
                </a:lnTo>
                <a:lnTo>
                  <a:pt x="1549134" y="72312"/>
                </a:lnTo>
                <a:lnTo>
                  <a:pt x="1549288" y="71871"/>
                </a:lnTo>
                <a:lnTo>
                  <a:pt x="1549447" y="71436"/>
                </a:lnTo>
                <a:lnTo>
                  <a:pt x="1549611" y="71005"/>
                </a:lnTo>
                <a:lnTo>
                  <a:pt x="1549780" y="70579"/>
                </a:lnTo>
                <a:lnTo>
                  <a:pt x="1549954" y="70157"/>
                </a:lnTo>
                <a:lnTo>
                  <a:pt x="1550133" y="69740"/>
                </a:lnTo>
                <a:lnTo>
                  <a:pt x="1550318" y="69328"/>
                </a:lnTo>
                <a:lnTo>
                  <a:pt x="1550507" y="68921"/>
                </a:lnTo>
                <a:lnTo>
                  <a:pt x="1550701" y="68519"/>
                </a:lnTo>
                <a:lnTo>
                  <a:pt x="1550900" y="68121"/>
                </a:lnTo>
                <a:lnTo>
                  <a:pt x="1551105" y="67728"/>
                </a:lnTo>
                <a:lnTo>
                  <a:pt x="1551314" y="67340"/>
                </a:lnTo>
                <a:lnTo>
                  <a:pt x="1551528" y="66957"/>
                </a:lnTo>
                <a:lnTo>
                  <a:pt x="1551748" y="66578"/>
                </a:lnTo>
                <a:lnTo>
                  <a:pt x="1551973" y="66205"/>
                </a:lnTo>
                <a:lnTo>
                  <a:pt x="1552202" y="65836"/>
                </a:lnTo>
                <a:lnTo>
                  <a:pt x="1552437" y="65472"/>
                </a:lnTo>
                <a:lnTo>
                  <a:pt x="1552677" y="65115"/>
                </a:lnTo>
                <a:lnTo>
                  <a:pt x="1552924" y="64765"/>
                </a:lnTo>
                <a:lnTo>
                  <a:pt x="1553175" y="64421"/>
                </a:lnTo>
                <a:lnTo>
                  <a:pt x="1553433" y="64083"/>
                </a:lnTo>
                <a:lnTo>
                  <a:pt x="1553696" y="63752"/>
                </a:lnTo>
                <a:lnTo>
                  <a:pt x="1553964" y="63427"/>
                </a:lnTo>
                <a:lnTo>
                  <a:pt x="1554238" y="63109"/>
                </a:lnTo>
                <a:lnTo>
                  <a:pt x="1554518" y="62797"/>
                </a:lnTo>
                <a:lnTo>
                  <a:pt x="1554803" y="62491"/>
                </a:lnTo>
                <a:lnTo>
                  <a:pt x="1555094" y="62193"/>
                </a:lnTo>
                <a:lnTo>
                  <a:pt x="1555391" y="61900"/>
                </a:lnTo>
                <a:lnTo>
                  <a:pt x="1555693" y="61614"/>
                </a:lnTo>
                <a:lnTo>
                  <a:pt x="1556001" y="61334"/>
                </a:lnTo>
                <a:lnTo>
                  <a:pt x="1556314" y="61061"/>
                </a:lnTo>
                <a:lnTo>
                  <a:pt x="1556633" y="60794"/>
                </a:lnTo>
                <a:lnTo>
                  <a:pt x="1556958" y="60534"/>
                </a:lnTo>
                <a:lnTo>
                  <a:pt x="1557288" y="60280"/>
                </a:lnTo>
                <a:lnTo>
                  <a:pt x="1557624" y="60033"/>
                </a:lnTo>
                <a:lnTo>
                  <a:pt x="1557965" y="59792"/>
                </a:lnTo>
                <a:lnTo>
                  <a:pt x="1558312" y="59558"/>
                </a:lnTo>
                <a:lnTo>
                  <a:pt x="1558665" y="59330"/>
                </a:lnTo>
                <a:lnTo>
                  <a:pt x="1559023" y="59108"/>
                </a:lnTo>
                <a:lnTo>
                  <a:pt x="1559387" y="58893"/>
                </a:lnTo>
                <a:lnTo>
                  <a:pt x="1559757" y="58685"/>
                </a:lnTo>
                <a:lnTo>
                  <a:pt x="1560132" y="58487"/>
                </a:lnTo>
                <a:lnTo>
                  <a:pt x="1560514" y="58297"/>
                </a:lnTo>
                <a:lnTo>
                  <a:pt x="1560902" y="58116"/>
                </a:lnTo>
                <a:lnTo>
                  <a:pt x="1561296" y="57944"/>
                </a:lnTo>
                <a:lnTo>
                  <a:pt x="1561695" y="57780"/>
                </a:lnTo>
                <a:lnTo>
                  <a:pt x="1562101" y="57626"/>
                </a:lnTo>
                <a:lnTo>
                  <a:pt x="1562513" y="57480"/>
                </a:lnTo>
                <a:lnTo>
                  <a:pt x="1562931" y="57343"/>
                </a:lnTo>
                <a:lnTo>
                  <a:pt x="1563355" y="57215"/>
                </a:lnTo>
                <a:lnTo>
                  <a:pt x="1563785" y="57096"/>
                </a:lnTo>
                <a:lnTo>
                  <a:pt x="1564221" y="56986"/>
                </a:lnTo>
                <a:lnTo>
                  <a:pt x="1564663" y="56884"/>
                </a:lnTo>
                <a:lnTo>
                  <a:pt x="1565111" y="56791"/>
                </a:lnTo>
                <a:lnTo>
                  <a:pt x="1565565" y="56707"/>
                </a:lnTo>
                <a:lnTo>
                  <a:pt x="1566025" y="56632"/>
                </a:lnTo>
                <a:lnTo>
                  <a:pt x="1566491" y="56566"/>
                </a:lnTo>
                <a:lnTo>
                  <a:pt x="1566963" y="56509"/>
                </a:lnTo>
                <a:lnTo>
                  <a:pt x="1567441" y="56460"/>
                </a:lnTo>
                <a:lnTo>
                  <a:pt x="1567925" y="56420"/>
                </a:lnTo>
                <a:lnTo>
                  <a:pt x="1568416" y="56390"/>
                </a:lnTo>
                <a:lnTo>
                  <a:pt x="1568912" y="56367"/>
                </a:lnTo>
                <a:lnTo>
                  <a:pt x="1569414" y="56354"/>
                </a:lnTo>
                <a:lnTo>
                  <a:pt x="1569922" y="56350"/>
                </a:lnTo>
                <a:lnTo>
                  <a:pt x="1570391" y="56353"/>
                </a:lnTo>
                <a:lnTo>
                  <a:pt x="1570854" y="56363"/>
                </a:lnTo>
                <a:lnTo>
                  <a:pt x="1571312" y="56380"/>
                </a:lnTo>
                <a:lnTo>
                  <a:pt x="1571766" y="56404"/>
                </a:lnTo>
                <a:lnTo>
                  <a:pt x="1572214" y="56434"/>
                </a:lnTo>
                <a:lnTo>
                  <a:pt x="1572657" y="56471"/>
                </a:lnTo>
                <a:lnTo>
                  <a:pt x="1573095" y="56515"/>
                </a:lnTo>
                <a:lnTo>
                  <a:pt x="1573528" y="56565"/>
                </a:lnTo>
                <a:lnTo>
                  <a:pt x="1573956" y="56622"/>
                </a:lnTo>
                <a:lnTo>
                  <a:pt x="1574379" y="56686"/>
                </a:lnTo>
                <a:lnTo>
                  <a:pt x="1574797" y="56757"/>
                </a:lnTo>
                <a:lnTo>
                  <a:pt x="1575210" y="56834"/>
                </a:lnTo>
                <a:lnTo>
                  <a:pt x="1575618" y="56918"/>
                </a:lnTo>
                <a:lnTo>
                  <a:pt x="1576021" y="57009"/>
                </a:lnTo>
                <a:lnTo>
                  <a:pt x="1576419" y="57107"/>
                </a:lnTo>
                <a:lnTo>
                  <a:pt x="1576811" y="57211"/>
                </a:lnTo>
                <a:lnTo>
                  <a:pt x="1577199" y="57322"/>
                </a:lnTo>
                <a:lnTo>
                  <a:pt x="1577582" y="57440"/>
                </a:lnTo>
                <a:lnTo>
                  <a:pt x="1577959" y="57564"/>
                </a:lnTo>
                <a:lnTo>
                  <a:pt x="1578332" y="57695"/>
                </a:lnTo>
                <a:lnTo>
                  <a:pt x="1578699" y="57833"/>
                </a:lnTo>
                <a:lnTo>
                  <a:pt x="1579062" y="57978"/>
                </a:lnTo>
                <a:lnTo>
                  <a:pt x="1579419" y="58129"/>
                </a:lnTo>
                <a:lnTo>
                  <a:pt x="1579771" y="58287"/>
                </a:lnTo>
                <a:lnTo>
                  <a:pt x="1580119" y="58451"/>
                </a:lnTo>
                <a:lnTo>
                  <a:pt x="1580462" y="58620"/>
                </a:lnTo>
                <a:lnTo>
                  <a:pt x="1580800" y="58793"/>
                </a:lnTo>
                <a:lnTo>
                  <a:pt x="1581134" y="58970"/>
                </a:lnTo>
                <a:lnTo>
                  <a:pt x="1581463" y="59152"/>
                </a:lnTo>
                <a:lnTo>
                  <a:pt x="1581787" y="59339"/>
                </a:lnTo>
                <a:lnTo>
                  <a:pt x="1582107" y="59531"/>
                </a:lnTo>
                <a:lnTo>
                  <a:pt x="1582422" y="59727"/>
                </a:lnTo>
                <a:lnTo>
                  <a:pt x="1582733" y="59928"/>
                </a:lnTo>
                <a:lnTo>
                  <a:pt x="1583039" y="60133"/>
                </a:lnTo>
                <a:lnTo>
                  <a:pt x="1583340" y="60343"/>
                </a:lnTo>
                <a:lnTo>
                  <a:pt x="1583636" y="60558"/>
                </a:lnTo>
                <a:lnTo>
                  <a:pt x="1583928" y="60777"/>
                </a:lnTo>
                <a:lnTo>
                  <a:pt x="1584216" y="61001"/>
                </a:lnTo>
                <a:lnTo>
                  <a:pt x="1584499" y="61230"/>
                </a:lnTo>
                <a:lnTo>
                  <a:pt x="1584777" y="61463"/>
                </a:lnTo>
                <a:lnTo>
                  <a:pt x="1585050" y="61700"/>
                </a:lnTo>
                <a:lnTo>
                  <a:pt x="1585319" y="61943"/>
                </a:lnTo>
                <a:lnTo>
                  <a:pt x="1585583" y="62190"/>
                </a:lnTo>
                <a:lnTo>
                  <a:pt x="1585843" y="62442"/>
                </a:lnTo>
                <a:lnTo>
                  <a:pt x="1586098" y="62698"/>
                </a:lnTo>
                <a:lnTo>
                  <a:pt x="1586349" y="62959"/>
                </a:lnTo>
                <a:lnTo>
                  <a:pt x="1586594" y="63224"/>
                </a:lnTo>
                <a:lnTo>
                  <a:pt x="1586835" y="63494"/>
                </a:lnTo>
                <a:lnTo>
                  <a:pt x="1587072" y="63768"/>
                </a:lnTo>
                <a:lnTo>
                  <a:pt x="1587306" y="64046"/>
                </a:lnTo>
                <a:lnTo>
                  <a:pt x="1587535" y="64326"/>
                </a:lnTo>
                <a:lnTo>
                  <a:pt x="1587762" y="64609"/>
                </a:lnTo>
                <a:lnTo>
                  <a:pt x="1587984" y="64895"/>
                </a:lnTo>
                <a:lnTo>
                  <a:pt x="1588203" y="65185"/>
                </a:lnTo>
                <a:lnTo>
                  <a:pt x="1588418" y="65477"/>
                </a:lnTo>
                <a:lnTo>
                  <a:pt x="1588629" y="65773"/>
                </a:lnTo>
                <a:lnTo>
                  <a:pt x="1588837" y="66072"/>
                </a:lnTo>
                <a:lnTo>
                  <a:pt x="1589041" y="66373"/>
                </a:lnTo>
                <a:lnTo>
                  <a:pt x="1589242" y="66678"/>
                </a:lnTo>
                <a:lnTo>
                  <a:pt x="1589439" y="66986"/>
                </a:lnTo>
                <a:lnTo>
                  <a:pt x="1589632" y="67297"/>
                </a:lnTo>
                <a:lnTo>
                  <a:pt x="1589822" y="67611"/>
                </a:lnTo>
                <a:lnTo>
                  <a:pt x="1590008" y="67928"/>
                </a:lnTo>
                <a:lnTo>
                  <a:pt x="1590190" y="68249"/>
                </a:lnTo>
                <a:lnTo>
                  <a:pt x="1590369" y="68572"/>
                </a:lnTo>
                <a:lnTo>
                  <a:pt x="1590544" y="68898"/>
                </a:lnTo>
                <a:lnTo>
                  <a:pt x="1590589" y="68986"/>
                </a:lnTo>
                <a:lnTo>
                  <a:pt x="1590589" y="108594"/>
                </a:lnTo>
                <a:lnTo>
                  <a:pt x="1590439" y="108891"/>
                </a:lnTo>
                <a:lnTo>
                  <a:pt x="1590211" y="109330"/>
                </a:lnTo>
                <a:close/>
                <a:moveTo>
                  <a:pt x="1179456" y="45370"/>
                </a:moveTo>
                <a:lnTo>
                  <a:pt x="1179456" y="132721"/>
                </a:lnTo>
                <a:lnTo>
                  <a:pt x="1194471" y="132721"/>
                </a:lnTo>
                <a:lnTo>
                  <a:pt x="1194471" y="45370"/>
                </a:lnTo>
                <a:lnTo>
                  <a:pt x="1179456" y="45370"/>
                </a:lnTo>
                <a:close/>
                <a:moveTo>
                  <a:pt x="1405139" y="132721"/>
                </a:moveTo>
                <a:lnTo>
                  <a:pt x="1420154" y="132721"/>
                </a:lnTo>
                <a:lnTo>
                  <a:pt x="1420154" y="45370"/>
                </a:lnTo>
                <a:lnTo>
                  <a:pt x="1405139" y="45370"/>
                </a:lnTo>
                <a:lnTo>
                  <a:pt x="1405139" y="1327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CBB369-E5B1-421E-BAEC-48B4BC0B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8215" y="2503246"/>
            <a:ext cx="1584143" cy="220882"/>
          </a:xfrm>
          <a:custGeom xmlns:a="http://schemas.openxmlformats.org/drawingml/2006/main">
            <a:pathLst>
              <a:path w="1584143" h="220882">
                <a:moveTo>
                  <a:pt x="1584143" y="220882"/>
                </a:moveTo>
                <a:cubicBezTo>
                  <a:pt x="1584143" y="165665"/>
                  <a:pt x="1188107" y="138058"/>
                  <a:pt x="792071" y="110448"/>
                </a:cubicBezTo>
                <a:cubicBezTo>
                  <a:pt x="396036" y="82837"/>
                  <a:pt x="0" y="55224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696680-2716-41C2-88DB-5766B56E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8215" y="2503246"/>
            <a:ext cx="1510711" cy="182912"/>
          </a:xfrm>
          <a:custGeom xmlns:a="http://schemas.openxmlformats.org/drawingml/2006/main">
            <a:pathLst>
              <a:path w="1510711" h="182912" fill="none">
                <a:moveTo>
                  <a:pt x="0" y="0"/>
                </a:moveTo>
                <a:cubicBezTo>
                  <a:pt x="0" y="55224"/>
                  <a:pt x="396036" y="82837"/>
                  <a:pt x="792071" y="110448"/>
                </a:cubicBezTo>
                <a:cubicBezTo>
                  <a:pt x="990089" y="124253"/>
                  <a:pt x="1188107" y="138057"/>
                  <a:pt x="1336620" y="155312"/>
                </a:cubicBezTo>
                <a:cubicBezTo>
                  <a:pt x="1373748" y="159626"/>
                  <a:pt x="1407783" y="164155"/>
                  <a:pt x="1437949" y="168954"/>
                </a:cubicBezTo>
                <a:cubicBezTo>
                  <a:pt x="1453033" y="171354"/>
                  <a:pt x="1467149" y="173821"/>
                  <a:pt x="1480203" y="176362"/>
                </a:cubicBezTo>
                <a:cubicBezTo>
                  <a:pt x="1486730" y="177633"/>
                  <a:pt x="1492989" y="178922"/>
                  <a:pt x="1498972" y="180230"/>
                </a:cubicBezTo>
                <a:cubicBezTo>
                  <a:pt x="1501964" y="180884"/>
                  <a:pt x="1504885" y="181543"/>
                  <a:pt x="1507736" y="182207"/>
                </a:cubicBezTo>
                <a:lnTo>
                  <a:pt x="1510711" y="182912"/>
                </a:lnTo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38761D"/>
            </a:solidFill>
            <a:round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0C7C89-ED02-4A47-8383-F0B88BC1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8473" y="2665942"/>
            <a:ext cx="65993" cy="48934"/>
          </a:xfrm>
          <a:custGeom xmlns:a="http://schemas.openxmlformats.org/drawingml/2006/main">
            <a:pathLst>
              <a:path w="65993" h="48934">
                <a:moveTo>
                  <a:pt x="0" y="40430"/>
                </a:moveTo>
                <a:lnTo>
                  <a:pt x="20905" y="0"/>
                </a:lnTo>
                <a:lnTo>
                  <a:pt x="65993" y="48934"/>
                </a:lnTo>
                <a:lnTo>
                  <a:pt x="0" y="40430"/>
                </a:lnTo>
                <a:close/>
              </a:path>
            </a:pathLst>
          </a:custGeom>
          <a:solidFill xmlns:a="http://schemas.openxmlformats.org/drawingml/2006/main">
            <a:srgbClr val="38761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3B111E-6072-4FB8-91A8-0F729875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8473" y="2665942"/>
            <a:ext cx="65993" cy="48934"/>
          </a:xfrm>
          <a:custGeom xmlns:a="http://schemas.openxmlformats.org/drawingml/2006/main">
            <a:pathLst>
              <a:path w="65993" h="48934" fill="none">
                <a:moveTo>
                  <a:pt x="0" y="40430"/>
                </a:moveTo>
                <a:lnTo>
                  <a:pt x="65993" y="48934"/>
                </a:lnTo>
                <a:lnTo>
                  <a:pt x="20905" y="0"/>
                </a:lnTo>
                <a:lnTo>
                  <a:pt x="0" y="4043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38761D"/>
            </a:solidFill>
            <a:miter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A642B8-8B90-43B2-AE8F-5BB37CB7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8178" y="1654989"/>
            <a:ext cx="446754" cy="282069"/>
          </a:xfrm>
          <a:custGeom xmlns:a="http://schemas.openxmlformats.org/drawingml/2006/main">
            <a:pathLst>
              <a:path w="446754" h="282069">
                <a:moveTo>
                  <a:pt x="0" y="282069"/>
                </a:moveTo>
                <a:lnTo>
                  <a:pt x="0" y="141023"/>
                </a:lnTo>
                <a:lnTo>
                  <a:pt x="446754" y="141023"/>
                </a:lnTo>
                <a:lnTo>
                  <a:pt x="446754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038126-E6EB-4746-96B1-BF5C3113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8178" y="1654989"/>
            <a:ext cx="446754" cy="199401"/>
          </a:xfrm>
          <a:custGeom xmlns:a="http://schemas.openxmlformats.org/drawingml/2006/main">
            <a:pathLst>
              <a:path w="446754" h="199401" fill="none">
                <a:moveTo>
                  <a:pt x="446754" y="0"/>
                </a:moveTo>
                <a:lnTo>
                  <a:pt x="446754" y="141023"/>
                </a:lnTo>
                <a:lnTo>
                  <a:pt x="0" y="141023"/>
                </a:lnTo>
                <a:lnTo>
                  <a:pt x="0" y="199401"/>
                </a:lnTo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00"/>
            </a:solidFill>
            <a:round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D89E34-2456-4EBB-902B-E22BEF8B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5420" y="1854390"/>
            <a:ext cx="45515" cy="62526"/>
          </a:xfrm>
          <a:custGeom xmlns:a="http://schemas.openxmlformats.org/drawingml/2006/main">
            <a:pathLst>
              <a:path w="45515" h="62526">
                <a:moveTo>
                  <a:pt x="0" y="0"/>
                </a:moveTo>
                <a:lnTo>
                  <a:pt x="45515" y="0"/>
                </a:lnTo>
                <a:lnTo>
                  <a:pt x="22757" y="625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20FE83-7FA0-4F5F-A9DC-3A30CE0B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5420" y="1854390"/>
            <a:ext cx="45515" cy="62526"/>
          </a:xfrm>
          <a:custGeom xmlns:a="http://schemas.openxmlformats.org/drawingml/2006/main">
            <a:pathLst>
              <a:path w="45515" h="62526" fill="none">
                <a:moveTo>
                  <a:pt x="0" y="0"/>
                </a:moveTo>
                <a:lnTo>
                  <a:pt x="22757" y="62526"/>
                </a:lnTo>
                <a:lnTo>
                  <a:pt x="4551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00"/>
            </a:solidFill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F9937D-4950-47DE-8B7E-611560A2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660" y="3771088"/>
            <a:ext cx="2171931" cy="237627"/>
          </a:xfrm>
          <a:custGeom xmlns:a="http://schemas.openxmlformats.org/drawingml/2006/main">
            <a:pathLst>
              <a:path w="2171931" h="237627">
                <a:moveTo>
                  <a:pt x="2171931" y="110224"/>
                </a:moveTo>
                <a:cubicBezTo>
                  <a:pt x="2171931" y="167037"/>
                  <a:pt x="1628948" y="237627"/>
                  <a:pt x="1085965" y="223849"/>
                </a:cubicBezTo>
                <a:cubicBezTo>
                  <a:pt x="542983" y="210071"/>
                  <a:pt x="0" y="111925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962D67-F0D4-42D1-BC75-5A3E109E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625" y="3832835"/>
            <a:ext cx="2043797" cy="168991"/>
          </a:xfrm>
          <a:custGeom xmlns:a="http://schemas.openxmlformats.org/drawingml/2006/main">
            <a:pathLst>
              <a:path w="2043797" h="168991" fill="none">
                <a:moveTo>
                  <a:pt x="0" y="0"/>
                </a:moveTo>
                <a:lnTo>
                  <a:pt x="3128" y="1731"/>
                </a:lnTo>
                <a:cubicBezTo>
                  <a:pt x="4623" y="2543"/>
                  <a:pt x="6146" y="3352"/>
                  <a:pt x="7694" y="4161"/>
                </a:cubicBezTo>
                <a:cubicBezTo>
                  <a:pt x="10791" y="5776"/>
                  <a:pt x="13991" y="7385"/>
                  <a:pt x="17298" y="8987"/>
                </a:cubicBezTo>
                <a:cubicBezTo>
                  <a:pt x="23909" y="12191"/>
                  <a:pt x="30935" y="15366"/>
                  <a:pt x="38359" y="18511"/>
                </a:cubicBezTo>
                <a:cubicBezTo>
                  <a:pt x="97748" y="43666"/>
                  <a:pt x="182589" y="66858"/>
                  <a:pt x="284398" y="86983"/>
                </a:cubicBezTo>
                <a:cubicBezTo>
                  <a:pt x="488017" y="127232"/>
                  <a:pt x="759509" y="155213"/>
                  <a:pt x="1031000" y="162102"/>
                </a:cubicBezTo>
                <a:cubicBezTo>
                  <a:pt x="1302491" y="168991"/>
                  <a:pt x="1573983" y="154788"/>
                  <a:pt x="1777600" y="131761"/>
                </a:cubicBezTo>
                <a:cubicBezTo>
                  <a:pt x="1879411" y="120248"/>
                  <a:pt x="1964251" y="106529"/>
                  <a:pt x="2023640" y="92137"/>
                </a:cubicBezTo>
                <a:cubicBezTo>
                  <a:pt x="2027352" y="91237"/>
                  <a:pt x="2030965" y="90335"/>
                  <a:pt x="2034475" y="89431"/>
                </a:cubicBezTo>
                <a:cubicBezTo>
                  <a:pt x="2036230" y="88978"/>
                  <a:pt x="2037961" y="88526"/>
                  <a:pt x="2039665" y="88072"/>
                </a:cubicBezTo>
                <a:lnTo>
                  <a:pt x="2043797" y="86955"/>
                </a:lnTo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38761D"/>
            </a:solidFill>
            <a:custDash>
              <a:ds d="400000" sp="300000"/>
              <a:ds d="100000" sp="300000"/>
            </a:custDash>
            <a:round/>
          </a:ln>
        </p:spPr>
      </p:sp>
      <p:sp>
        <p:nvSpPr>
          <p:cNvPr id="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F1CBE4-BAE1-4B76-B49D-8C4A0454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4052" y="3786133"/>
            <a:ext cx="58572" cy="61834"/>
          </a:xfrm>
          <a:custGeom xmlns:a="http://schemas.openxmlformats.org/drawingml/2006/main">
            <a:pathLst>
              <a:path w="58572" h="61834">
                <a:moveTo>
                  <a:pt x="58572" y="31571"/>
                </a:moveTo>
                <a:lnTo>
                  <a:pt x="24576" y="61834"/>
                </a:lnTo>
                <a:lnTo>
                  <a:pt x="0" y="0"/>
                </a:lnTo>
                <a:lnTo>
                  <a:pt x="58572" y="31571"/>
                </a:lnTo>
                <a:close/>
              </a:path>
            </a:pathLst>
          </a:custGeom>
          <a:solidFill xmlns:a="http://schemas.openxmlformats.org/drawingml/2006/main">
            <a:srgbClr val="38761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976B2A-8429-4CFB-BE41-ACA21DEC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4052" y="3786133"/>
            <a:ext cx="58572" cy="61834"/>
          </a:xfrm>
          <a:custGeom xmlns:a="http://schemas.openxmlformats.org/drawingml/2006/main">
            <a:pathLst>
              <a:path w="58572" h="61834" fill="none">
                <a:moveTo>
                  <a:pt x="58572" y="31571"/>
                </a:moveTo>
                <a:lnTo>
                  <a:pt x="0" y="0"/>
                </a:lnTo>
                <a:lnTo>
                  <a:pt x="24576" y="61834"/>
                </a:lnTo>
                <a:lnTo>
                  <a:pt x="58572" y="3157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38761D"/>
            </a:solidFill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B190F8-A50A-4C53-A339-A0EB4420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831" y="3890687"/>
            <a:ext cx="65933" cy="49245"/>
          </a:xfrm>
          <a:custGeom xmlns:a="http://schemas.openxmlformats.org/drawingml/2006/main">
            <a:pathLst>
              <a:path w="65933" h="49245">
                <a:moveTo>
                  <a:pt x="21184" y="49245"/>
                </a:moveTo>
                <a:lnTo>
                  <a:pt x="0" y="8961"/>
                </a:lnTo>
                <a:lnTo>
                  <a:pt x="65933" y="0"/>
                </a:lnTo>
                <a:lnTo>
                  <a:pt x="21184" y="49245"/>
                </a:lnTo>
                <a:close/>
              </a:path>
            </a:pathLst>
          </a:custGeom>
          <a:solidFill xmlns:a="http://schemas.openxmlformats.org/drawingml/2006/main">
            <a:srgbClr val="38761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B85A00-3EE5-4135-B687-B8800B77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831" y="3890687"/>
            <a:ext cx="65933" cy="49245"/>
          </a:xfrm>
          <a:custGeom xmlns:a="http://schemas.openxmlformats.org/drawingml/2006/main">
            <a:pathLst>
              <a:path w="65933" h="49245" fill="none">
                <a:moveTo>
                  <a:pt x="21184" y="49245"/>
                </a:moveTo>
                <a:lnTo>
                  <a:pt x="65933" y="0"/>
                </a:lnTo>
                <a:lnTo>
                  <a:pt x="0" y="8961"/>
                </a:lnTo>
                <a:lnTo>
                  <a:pt x="21184" y="492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38761D"/>
            </a:solidFill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6A2F06-0617-4C64-BC76-971D0A21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2338" y="130533"/>
            <a:ext cx="2076678" cy="9547"/>
          </a:xfrm>
          <a:custGeom xmlns:a="http://schemas.openxmlformats.org/drawingml/2006/main">
            <a:pathLst>
              <a:path w="2076678" h="9547">
                <a:moveTo>
                  <a:pt x="0" y="9547"/>
                </a:moveTo>
                <a:lnTo>
                  <a:pt x="2076678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45B2F8-D966-43A8-A824-917BCBDE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2338" y="130913"/>
            <a:ext cx="1994012" cy="9167"/>
          </a:xfrm>
          <a:custGeom xmlns:a="http://schemas.openxmlformats.org/drawingml/2006/main">
            <a:pathLst>
              <a:path w="1994012" h="9167" fill="none">
                <a:moveTo>
                  <a:pt x="0" y="9167"/>
                </a:moveTo>
                <a:lnTo>
                  <a:pt x="19940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6AA84F"/>
            </a:solidFill>
            <a:round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213000-2BBB-42FA-B247-CA7FDBFE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6245" y="108156"/>
            <a:ext cx="62630" cy="45515"/>
          </a:xfrm>
          <a:custGeom xmlns:a="http://schemas.openxmlformats.org/drawingml/2006/main">
            <a:pathLst>
              <a:path w="62630" h="45515">
                <a:moveTo>
                  <a:pt x="208" y="45515"/>
                </a:moveTo>
                <a:lnTo>
                  <a:pt x="0" y="0"/>
                </a:lnTo>
                <a:lnTo>
                  <a:pt x="62630" y="22470"/>
                </a:lnTo>
                <a:lnTo>
                  <a:pt x="208" y="45515"/>
                </a:lnTo>
                <a:close/>
              </a:path>
            </a:pathLst>
          </a:custGeom>
          <a:solidFill xmlns:a="http://schemas.openxmlformats.org/drawingml/2006/main">
            <a:srgbClr val="6AA8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64E65C-48C7-41EB-AC30-238B2341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6245" y="108156"/>
            <a:ext cx="62630" cy="45515"/>
          </a:xfrm>
          <a:custGeom xmlns:a="http://schemas.openxmlformats.org/drawingml/2006/main">
            <a:pathLst>
              <a:path w="62630" h="45515" fill="none">
                <a:moveTo>
                  <a:pt x="208" y="45515"/>
                </a:moveTo>
                <a:lnTo>
                  <a:pt x="62630" y="22470"/>
                </a:lnTo>
                <a:lnTo>
                  <a:pt x="0" y="0"/>
                </a:lnTo>
                <a:lnTo>
                  <a:pt x="208" y="4551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6AA84F"/>
            </a:solidFill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5738EA-74DC-450C-A19C-03629196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2338" y="288283"/>
            <a:ext cx="2076678" cy="9547"/>
          </a:xfrm>
          <a:custGeom xmlns:a="http://schemas.openxmlformats.org/drawingml/2006/main">
            <a:pathLst>
              <a:path w="2076678" h="9547">
                <a:moveTo>
                  <a:pt x="0" y="9547"/>
                </a:moveTo>
                <a:lnTo>
                  <a:pt x="2076678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56E363-91D6-4BF9-9EC2-1792B890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2338" y="288663"/>
            <a:ext cx="1994012" cy="9167"/>
          </a:xfrm>
          <a:custGeom xmlns:a="http://schemas.openxmlformats.org/drawingml/2006/main">
            <a:pathLst>
              <a:path w="1994012" h="9167" fill="none">
                <a:moveTo>
                  <a:pt x="0" y="9167"/>
                </a:moveTo>
                <a:lnTo>
                  <a:pt x="19940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FF"/>
            </a:solidFill>
            <a:round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A3ABA5-8049-403D-BA27-6DE523FF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6245" y="265906"/>
            <a:ext cx="62630" cy="45515"/>
          </a:xfrm>
          <a:custGeom xmlns:a="http://schemas.openxmlformats.org/drawingml/2006/main">
            <a:pathLst>
              <a:path w="62630" h="45515">
                <a:moveTo>
                  <a:pt x="208" y="45515"/>
                </a:moveTo>
                <a:lnTo>
                  <a:pt x="0" y="0"/>
                </a:lnTo>
                <a:lnTo>
                  <a:pt x="62630" y="22470"/>
                </a:lnTo>
                <a:lnTo>
                  <a:pt x="208" y="45515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9D450E-5391-4368-8F90-3C5DD1A3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6245" y="265906"/>
            <a:ext cx="62630" cy="45515"/>
          </a:xfrm>
          <a:custGeom xmlns:a="http://schemas.openxmlformats.org/drawingml/2006/main">
            <a:pathLst>
              <a:path w="62630" h="45515" fill="none">
                <a:moveTo>
                  <a:pt x="208" y="45515"/>
                </a:moveTo>
                <a:lnTo>
                  <a:pt x="62630" y="22470"/>
                </a:lnTo>
                <a:lnTo>
                  <a:pt x="0" y="0"/>
                </a:lnTo>
                <a:lnTo>
                  <a:pt x="208" y="4551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78" cap="flat">
            <a:solidFill>
              <a:srgbClr val="0000FF"/>
            </a:solidFill>
            <a:miter/>
          </a:ln>
        </p:spPr>
      </p:sp>
      <p:sp>
        <p:nvSpPr>
          <p:cNvPr id="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BB7E27-8466-4C76-B2D6-E8C504E8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5694" y="313010"/>
            <a:ext cx="2395850" cy="467584"/>
          </a:xfrm>
          <a:custGeom xmlns:a="http://schemas.openxmlformats.org/drawingml/2006/main">
            <a:pathLst>
              <a:path w="2395850" h="467584">
                <a:moveTo>
                  <a:pt x="0" y="0"/>
                </a:moveTo>
                <a:lnTo>
                  <a:pt x="2395850" y="0"/>
                </a:lnTo>
                <a:lnTo>
                  <a:pt x="2395850" y="467584"/>
                </a:lnTo>
                <a:lnTo>
                  <a:pt x="0" y="4675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Text Note:ArrowcolorsIndicatedif">
            <a:extLst xmlns:a="http://schemas.openxmlformats.org/drawingml/2006/main">
              <a:ext uri="{FF2B5EF4-FFF2-40B4-BE49-F238E27FC236}">
                <a16:creationId xmlns:a16="http://schemas.microsoft.com/office/drawing/2014/main" id="{9F7DE2FF-4F04-48C2-A64B-DCDC7B09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248" y="407039"/>
            <a:ext cx="1838734" cy="101855"/>
          </a:xfrm>
          <a:custGeom xmlns:a="http://schemas.openxmlformats.org/drawingml/2006/main">
            <a:pathLst>
              <a:path w="1838734" h="101855">
                <a:moveTo>
                  <a:pt x="0" y="100240"/>
                </a:moveTo>
                <a:lnTo>
                  <a:pt x="0" y="1615"/>
                </a:lnTo>
                <a:lnTo>
                  <a:pt x="19375" y="1615"/>
                </a:lnTo>
                <a:lnTo>
                  <a:pt x="59740" y="67618"/>
                </a:lnTo>
                <a:lnTo>
                  <a:pt x="59740" y="1615"/>
                </a:lnTo>
                <a:lnTo>
                  <a:pt x="78241" y="1615"/>
                </a:lnTo>
                <a:lnTo>
                  <a:pt x="78241" y="100240"/>
                </a:lnTo>
                <a:lnTo>
                  <a:pt x="58260" y="100240"/>
                </a:lnTo>
                <a:lnTo>
                  <a:pt x="18501" y="35744"/>
                </a:lnTo>
                <a:lnTo>
                  <a:pt x="18501" y="100240"/>
                </a:lnTo>
                <a:lnTo>
                  <a:pt x="0" y="100240"/>
                </a:lnTo>
                <a:close/>
                <a:moveTo>
                  <a:pt x="94768" y="63508"/>
                </a:moveTo>
                <a:cubicBezTo>
                  <a:pt x="94768" y="57229"/>
                  <a:pt x="96315" y="51152"/>
                  <a:pt x="99410" y="45276"/>
                </a:cubicBezTo>
                <a:cubicBezTo>
                  <a:pt x="102504" y="39401"/>
                  <a:pt x="106889" y="34916"/>
                  <a:pt x="112562" y="31821"/>
                </a:cubicBezTo>
                <a:cubicBezTo>
                  <a:pt x="118236" y="28727"/>
                  <a:pt x="124571" y="27179"/>
                  <a:pt x="131567" y="27179"/>
                </a:cubicBezTo>
                <a:cubicBezTo>
                  <a:pt x="142376" y="27179"/>
                  <a:pt x="151234" y="30689"/>
                  <a:pt x="158141" y="37708"/>
                </a:cubicBezTo>
                <a:cubicBezTo>
                  <a:pt x="165048" y="44727"/>
                  <a:pt x="168501" y="53596"/>
                  <a:pt x="168501" y="64315"/>
                </a:cubicBezTo>
                <a:cubicBezTo>
                  <a:pt x="168501" y="75124"/>
                  <a:pt x="165014" y="84083"/>
                  <a:pt x="158040" y="91192"/>
                </a:cubicBezTo>
                <a:cubicBezTo>
                  <a:pt x="151066" y="98300"/>
                  <a:pt x="142287" y="101855"/>
                  <a:pt x="131702" y="101855"/>
                </a:cubicBezTo>
                <a:cubicBezTo>
                  <a:pt x="125154" y="101855"/>
                  <a:pt x="118908" y="100375"/>
                  <a:pt x="112966" y="97415"/>
                </a:cubicBezTo>
                <a:cubicBezTo>
                  <a:pt x="107023" y="94455"/>
                  <a:pt x="102504" y="90115"/>
                  <a:pt x="99410" y="84397"/>
                </a:cubicBezTo>
                <a:cubicBezTo>
                  <a:pt x="96315" y="78678"/>
                  <a:pt x="94768" y="71715"/>
                  <a:pt x="94768" y="63508"/>
                </a:cubicBezTo>
                <a:moveTo>
                  <a:pt x="114143" y="64517"/>
                </a:moveTo>
                <a:cubicBezTo>
                  <a:pt x="114143" y="71581"/>
                  <a:pt x="115825" y="76991"/>
                  <a:pt x="119189" y="80747"/>
                </a:cubicBezTo>
                <a:cubicBezTo>
                  <a:pt x="122552" y="84503"/>
                  <a:pt x="126701" y="86381"/>
                  <a:pt x="131635" y="86381"/>
                </a:cubicBezTo>
                <a:cubicBezTo>
                  <a:pt x="136568" y="86381"/>
                  <a:pt x="140706" y="84503"/>
                  <a:pt x="144047" y="80747"/>
                </a:cubicBezTo>
                <a:cubicBezTo>
                  <a:pt x="147388" y="76991"/>
                  <a:pt x="149059" y="71536"/>
                  <a:pt x="149059" y="64382"/>
                </a:cubicBezTo>
                <a:cubicBezTo>
                  <a:pt x="149059" y="57408"/>
                  <a:pt x="147388" y="52043"/>
                  <a:pt x="144047" y="48287"/>
                </a:cubicBezTo>
                <a:cubicBezTo>
                  <a:pt x="140706" y="44531"/>
                  <a:pt x="136568" y="42653"/>
                  <a:pt x="131635" y="42653"/>
                </a:cubicBezTo>
                <a:cubicBezTo>
                  <a:pt x="126701" y="42653"/>
                  <a:pt x="122552" y="44531"/>
                  <a:pt x="119189" y="48287"/>
                </a:cubicBezTo>
                <a:cubicBezTo>
                  <a:pt x="115825" y="52043"/>
                  <a:pt x="114143" y="57453"/>
                  <a:pt x="114143" y="64517"/>
                </a:cubicBezTo>
                <a:close/>
                <a:moveTo>
                  <a:pt x="215950" y="28794"/>
                </a:moveTo>
                <a:lnTo>
                  <a:pt x="215950" y="43863"/>
                </a:lnTo>
                <a:lnTo>
                  <a:pt x="203033" y="43863"/>
                </a:lnTo>
                <a:lnTo>
                  <a:pt x="203033" y="72611"/>
                </a:lnTo>
                <a:cubicBezTo>
                  <a:pt x="203033" y="78433"/>
                  <a:pt x="203156" y="81826"/>
                  <a:pt x="203403" y="82789"/>
                </a:cubicBezTo>
                <a:cubicBezTo>
                  <a:pt x="203649" y="83750"/>
                  <a:pt x="204210" y="84545"/>
                  <a:pt x="205085" y="85173"/>
                </a:cubicBezTo>
                <a:cubicBezTo>
                  <a:pt x="205959" y="85799"/>
                  <a:pt x="207024" y="86112"/>
                  <a:pt x="208280" y="86112"/>
                </a:cubicBezTo>
                <a:cubicBezTo>
                  <a:pt x="210029" y="86112"/>
                  <a:pt x="212563" y="85507"/>
                  <a:pt x="215882" y="84296"/>
                </a:cubicBezTo>
                <a:lnTo>
                  <a:pt x="217497" y="99017"/>
                </a:lnTo>
                <a:cubicBezTo>
                  <a:pt x="213102" y="100909"/>
                  <a:pt x="208123" y="101855"/>
                  <a:pt x="202562" y="101855"/>
                </a:cubicBezTo>
                <a:cubicBezTo>
                  <a:pt x="199153" y="101855"/>
                  <a:pt x="196081" y="101283"/>
                  <a:pt x="193345" y="100139"/>
                </a:cubicBezTo>
                <a:cubicBezTo>
                  <a:pt x="190609" y="98996"/>
                  <a:pt x="188602" y="97516"/>
                  <a:pt x="187324" y="95699"/>
                </a:cubicBezTo>
                <a:cubicBezTo>
                  <a:pt x="186046" y="93883"/>
                  <a:pt x="185160" y="91427"/>
                  <a:pt x="184667" y="88332"/>
                </a:cubicBezTo>
                <a:cubicBezTo>
                  <a:pt x="184263" y="86135"/>
                  <a:pt x="184061" y="81695"/>
                  <a:pt x="184061" y="75012"/>
                </a:cubicBezTo>
                <a:lnTo>
                  <a:pt x="184061" y="43863"/>
                </a:lnTo>
                <a:lnTo>
                  <a:pt x="175383" y="43863"/>
                </a:lnTo>
                <a:lnTo>
                  <a:pt x="175383" y="28794"/>
                </a:lnTo>
                <a:lnTo>
                  <a:pt x="184061" y="28794"/>
                </a:lnTo>
                <a:lnTo>
                  <a:pt x="184061" y="14531"/>
                </a:lnTo>
                <a:lnTo>
                  <a:pt x="203033" y="3364"/>
                </a:lnTo>
                <a:lnTo>
                  <a:pt x="203033" y="28794"/>
                </a:lnTo>
                <a:lnTo>
                  <a:pt x="215950" y="28794"/>
                </a:lnTo>
                <a:close/>
                <a:moveTo>
                  <a:pt x="270442" y="77501"/>
                </a:moveTo>
                <a:lnTo>
                  <a:pt x="289279" y="80730"/>
                </a:lnTo>
                <a:cubicBezTo>
                  <a:pt x="286857" y="87615"/>
                  <a:pt x="283034" y="92857"/>
                  <a:pt x="277809" y="96456"/>
                </a:cubicBezTo>
                <a:cubicBezTo>
                  <a:pt x="272584" y="100055"/>
                  <a:pt x="266047" y="101855"/>
                  <a:pt x="258198" y="101855"/>
                </a:cubicBezTo>
                <a:cubicBezTo>
                  <a:pt x="245774" y="101855"/>
                  <a:pt x="236580" y="97796"/>
                  <a:pt x="230615" y="89678"/>
                </a:cubicBezTo>
                <a:cubicBezTo>
                  <a:pt x="225906" y="83175"/>
                  <a:pt x="223551" y="74967"/>
                  <a:pt x="223551" y="65055"/>
                </a:cubicBezTo>
                <a:cubicBezTo>
                  <a:pt x="223551" y="53215"/>
                  <a:pt x="226646" y="43942"/>
                  <a:pt x="232835" y="37237"/>
                </a:cubicBezTo>
                <a:cubicBezTo>
                  <a:pt x="239024" y="30532"/>
                  <a:pt x="246851" y="27179"/>
                  <a:pt x="256314" y="27179"/>
                </a:cubicBezTo>
                <a:cubicBezTo>
                  <a:pt x="266944" y="27179"/>
                  <a:pt x="275331" y="30689"/>
                  <a:pt x="281475" y="37708"/>
                </a:cubicBezTo>
                <a:cubicBezTo>
                  <a:pt x="287620" y="44727"/>
                  <a:pt x="290557" y="55480"/>
                  <a:pt x="290288" y="69966"/>
                </a:cubicBezTo>
                <a:lnTo>
                  <a:pt x="242926" y="69966"/>
                </a:lnTo>
                <a:cubicBezTo>
                  <a:pt x="243061" y="75573"/>
                  <a:pt x="244586" y="79934"/>
                  <a:pt x="247501" y="83051"/>
                </a:cubicBezTo>
                <a:cubicBezTo>
                  <a:pt x="250416" y="86168"/>
                  <a:pt x="254049" y="87727"/>
                  <a:pt x="258400" y="87727"/>
                </a:cubicBezTo>
                <a:cubicBezTo>
                  <a:pt x="261360" y="87727"/>
                  <a:pt x="263849" y="86920"/>
                  <a:pt x="265867" y="85305"/>
                </a:cubicBezTo>
                <a:cubicBezTo>
                  <a:pt x="267886" y="83690"/>
                  <a:pt x="269410" y="81089"/>
                  <a:pt x="270442" y="77501"/>
                </a:cubicBezTo>
                <a:moveTo>
                  <a:pt x="271518" y="58395"/>
                </a:moveTo>
                <a:cubicBezTo>
                  <a:pt x="271384" y="52946"/>
                  <a:pt x="269971" y="48803"/>
                  <a:pt x="267280" y="45966"/>
                </a:cubicBezTo>
                <a:cubicBezTo>
                  <a:pt x="264589" y="43129"/>
                  <a:pt x="261315" y="41711"/>
                  <a:pt x="257458" y="41711"/>
                </a:cubicBezTo>
                <a:cubicBezTo>
                  <a:pt x="253332" y="41711"/>
                  <a:pt x="249923" y="43207"/>
                  <a:pt x="247232" y="46199"/>
                </a:cubicBezTo>
                <a:cubicBezTo>
                  <a:pt x="244541" y="49193"/>
                  <a:pt x="243218" y="53258"/>
                  <a:pt x="243263" y="58395"/>
                </a:cubicBezTo>
                <a:lnTo>
                  <a:pt x="271518" y="58395"/>
                </a:lnTo>
                <a:close/>
                <a:moveTo>
                  <a:pt x="308391" y="42653"/>
                </a:moveTo>
                <a:lnTo>
                  <a:pt x="308391" y="28794"/>
                </a:lnTo>
                <a:lnTo>
                  <a:pt x="322182" y="28794"/>
                </a:lnTo>
                <a:lnTo>
                  <a:pt x="322182" y="42653"/>
                </a:lnTo>
                <a:lnTo>
                  <a:pt x="308391" y="42653"/>
                </a:lnTo>
                <a:moveTo>
                  <a:pt x="308391" y="100240"/>
                </a:moveTo>
                <a:lnTo>
                  <a:pt x="308391" y="86381"/>
                </a:lnTo>
                <a:lnTo>
                  <a:pt x="322182" y="86381"/>
                </a:lnTo>
                <a:lnTo>
                  <a:pt x="322182" y="100240"/>
                </a:lnTo>
                <a:lnTo>
                  <a:pt x="308391" y="100240"/>
                </a:lnTo>
                <a:close/>
                <a:moveTo>
                  <a:pt x="364495" y="100240"/>
                </a:moveTo>
                <a:lnTo>
                  <a:pt x="402371" y="1615"/>
                </a:lnTo>
                <a:lnTo>
                  <a:pt x="416431" y="1615"/>
                </a:lnTo>
                <a:lnTo>
                  <a:pt x="456796" y="100240"/>
                </a:lnTo>
                <a:lnTo>
                  <a:pt x="441928" y="100240"/>
                </a:lnTo>
                <a:lnTo>
                  <a:pt x="430424" y="70370"/>
                </a:lnTo>
                <a:lnTo>
                  <a:pt x="389185" y="70370"/>
                </a:lnTo>
                <a:lnTo>
                  <a:pt x="378353" y="100240"/>
                </a:lnTo>
                <a:lnTo>
                  <a:pt x="364495" y="100240"/>
                </a:lnTo>
                <a:moveTo>
                  <a:pt x="392952" y="59740"/>
                </a:moveTo>
                <a:lnTo>
                  <a:pt x="426388" y="59740"/>
                </a:lnTo>
                <a:lnTo>
                  <a:pt x="416095" y="32401"/>
                </a:lnTo>
                <a:cubicBezTo>
                  <a:pt x="412955" y="24117"/>
                  <a:pt x="410623" y="17263"/>
                  <a:pt x="409098" y="11840"/>
                </a:cubicBezTo>
                <a:cubicBezTo>
                  <a:pt x="407842" y="18247"/>
                  <a:pt x="406071" y="24571"/>
                  <a:pt x="403783" y="30812"/>
                </a:cubicBezTo>
                <a:lnTo>
                  <a:pt x="392952" y="59740"/>
                </a:lnTo>
                <a:close/>
                <a:moveTo>
                  <a:pt x="465405" y="100240"/>
                </a:moveTo>
                <a:lnTo>
                  <a:pt x="465405" y="28794"/>
                </a:lnTo>
                <a:lnTo>
                  <a:pt x="476304" y="28794"/>
                </a:lnTo>
                <a:lnTo>
                  <a:pt x="476304" y="39625"/>
                </a:lnTo>
                <a:cubicBezTo>
                  <a:pt x="479085" y="34557"/>
                  <a:pt x="481652" y="31216"/>
                  <a:pt x="484007" y="29601"/>
                </a:cubicBezTo>
                <a:cubicBezTo>
                  <a:pt x="486361" y="27987"/>
                  <a:pt x="488952" y="27179"/>
                  <a:pt x="491777" y="27179"/>
                </a:cubicBezTo>
                <a:cubicBezTo>
                  <a:pt x="495859" y="27179"/>
                  <a:pt x="500007" y="28480"/>
                  <a:pt x="504223" y="31081"/>
                </a:cubicBezTo>
                <a:lnTo>
                  <a:pt x="500052" y="42308"/>
                </a:lnTo>
                <a:cubicBezTo>
                  <a:pt x="497092" y="40564"/>
                  <a:pt x="494132" y="39692"/>
                  <a:pt x="491172" y="39692"/>
                </a:cubicBezTo>
                <a:cubicBezTo>
                  <a:pt x="488526" y="39692"/>
                  <a:pt x="486148" y="40489"/>
                  <a:pt x="484040" y="42081"/>
                </a:cubicBezTo>
                <a:cubicBezTo>
                  <a:pt x="481933" y="43673"/>
                  <a:pt x="480430" y="45882"/>
                  <a:pt x="479533" y="48707"/>
                </a:cubicBezTo>
                <a:cubicBezTo>
                  <a:pt x="478188" y="53013"/>
                  <a:pt x="477515" y="57722"/>
                  <a:pt x="477515" y="62835"/>
                </a:cubicBezTo>
                <a:lnTo>
                  <a:pt x="477515" y="100240"/>
                </a:lnTo>
                <a:lnTo>
                  <a:pt x="465405" y="100240"/>
                </a:lnTo>
                <a:close/>
                <a:moveTo>
                  <a:pt x="511286" y="100240"/>
                </a:moveTo>
                <a:lnTo>
                  <a:pt x="511286" y="28794"/>
                </a:lnTo>
                <a:lnTo>
                  <a:pt x="522184" y="28794"/>
                </a:lnTo>
                <a:lnTo>
                  <a:pt x="522184" y="39625"/>
                </a:lnTo>
                <a:cubicBezTo>
                  <a:pt x="524965" y="34557"/>
                  <a:pt x="527533" y="31216"/>
                  <a:pt x="529887" y="29601"/>
                </a:cubicBezTo>
                <a:cubicBezTo>
                  <a:pt x="532242" y="27987"/>
                  <a:pt x="534832" y="27179"/>
                  <a:pt x="537658" y="27179"/>
                </a:cubicBezTo>
                <a:cubicBezTo>
                  <a:pt x="541739" y="27179"/>
                  <a:pt x="545888" y="28480"/>
                  <a:pt x="550104" y="31081"/>
                </a:cubicBezTo>
                <a:lnTo>
                  <a:pt x="545933" y="42308"/>
                </a:lnTo>
                <a:cubicBezTo>
                  <a:pt x="542973" y="40564"/>
                  <a:pt x="540012" y="39692"/>
                  <a:pt x="537052" y="39692"/>
                </a:cubicBezTo>
                <a:cubicBezTo>
                  <a:pt x="534406" y="39692"/>
                  <a:pt x="532029" y="40489"/>
                  <a:pt x="529921" y="42081"/>
                </a:cubicBezTo>
                <a:cubicBezTo>
                  <a:pt x="527813" y="43673"/>
                  <a:pt x="526311" y="45882"/>
                  <a:pt x="525414" y="48707"/>
                </a:cubicBezTo>
                <a:cubicBezTo>
                  <a:pt x="524068" y="53013"/>
                  <a:pt x="523395" y="57722"/>
                  <a:pt x="523395" y="62835"/>
                </a:cubicBezTo>
                <a:lnTo>
                  <a:pt x="523395" y="100240"/>
                </a:lnTo>
                <a:lnTo>
                  <a:pt x="511286" y="100240"/>
                </a:lnTo>
                <a:close/>
                <a:moveTo>
                  <a:pt x="552794" y="64517"/>
                </a:moveTo>
                <a:cubicBezTo>
                  <a:pt x="552794" y="51286"/>
                  <a:pt x="556472" y="41486"/>
                  <a:pt x="563828" y="35118"/>
                </a:cubicBezTo>
                <a:cubicBezTo>
                  <a:pt x="569972" y="29825"/>
                  <a:pt x="577462" y="27179"/>
                  <a:pt x="586297" y="27179"/>
                </a:cubicBezTo>
                <a:cubicBezTo>
                  <a:pt x="596120" y="27179"/>
                  <a:pt x="604148" y="30397"/>
                  <a:pt x="610382" y="36833"/>
                </a:cubicBezTo>
                <a:cubicBezTo>
                  <a:pt x="616616" y="43269"/>
                  <a:pt x="619733" y="52161"/>
                  <a:pt x="619733" y="63508"/>
                </a:cubicBezTo>
                <a:cubicBezTo>
                  <a:pt x="619733" y="72702"/>
                  <a:pt x="618354" y="79934"/>
                  <a:pt x="615596" y="85204"/>
                </a:cubicBezTo>
                <a:cubicBezTo>
                  <a:pt x="612838" y="90474"/>
                  <a:pt x="608824" y="94567"/>
                  <a:pt x="603554" y="97482"/>
                </a:cubicBezTo>
                <a:cubicBezTo>
                  <a:pt x="598284" y="100397"/>
                  <a:pt x="592532" y="101855"/>
                  <a:pt x="586297" y="101855"/>
                </a:cubicBezTo>
                <a:cubicBezTo>
                  <a:pt x="576296" y="101855"/>
                  <a:pt x="568212" y="98648"/>
                  <a:pt x="562045" y="92234"/>
                </a:cubicBezTo>
                <a:cubicBezTo>
                  <a:pt x="555878" y="85821"/>
                  <a:pt x="552794" y="76582"/>
                  <a:pt x="552794" y="64517"/>
                </a:cubicBezTo>
                <a:moveTo>
                  <a:pt x="565240" y="64551"/>
                </a:moveTo>
                <a:cubicBezTo>
                  <a:pt x="565240" y="73689"/>
                  <a:pt x="567236" y="80531"/>
                  <a:pt x="571228" y="85078"/>
                </a:cubicBezTo>
                <a:cubicBezTo>
                  <a:pt x="575219" y="89625"/>
                  <a:pt x="580243" y="91898"/>
                  <a:pt x="586297" y="91898"/>
                </a:cubicBezTo>
                <a:cubicBezTo>
                  <a:pt x="592307" y="91898"/>
                  <a:pt x="597308" y="89614"/>
                  <a:pt x="601300" y="85044"/>
                </a:cubicBezTo>
                <a:cubicBezTo>
                  <a:pt x="605292" y="80475"/>
                  <a:pt x="607287" y="73509"/>
                  <a:pt x="607287" y="64147"/>
                </a:cubicBezTo>
                <a:cubicBezTo>
                  <a:pt x="607287" y="55323"/>
                  <a:pt x="605280" y="48637"/>
                  <a:pt x="601266" y="44091"/>
                </a:cubicBezTo>
                <a:cubicBezTo>
                  <a:pt x="597252" y="39544"/>
                  <a:pt x="592263" y="37271"/>
                  <a:pt x="586297" y="37271"/>
                </a:cubicBezTo>
                <a:cubicBezTo>
                  <a:pt x="580243" y="37271"/>
                  <a:pt x="575219" y="39533"/>
                  <a:pt x="571228" y="44057"/>
                </a:cubicBezTo>
                <a:cubicBezTo>
                  <a:pt x="567236" y="48581"/>
                  <a:pt x="565240" y="55412"/>
                  <a:pt x="565240" y="64551"/>
                </a:cubicBezTo>
                <a:close/>
                <a:moveTo>
                  <a:pt x="647093" y="100240"/>
                </a:moveTo>
                <a:lnTo>
                  <a:pt x="625229" y="28794"/>
                </a:lnTo>
                <a:lnTo>
                  <a:pt x="637742" y="28794"/>
                </a:lnTo>
                <a:lnTo>
                  <a:pt x="649111" y="70027"/>
                </a:lnTo>
                <a:lnTo>
                  <a:pt x="653350" y="85372"/>
                </a:lnTo>
                <a:cubicBezTo>
                  <a:pt x="653529" y="84611"/>
                  <a:pt x="654762" y="79705"/>
                  <a:pt x="657050" y="70654"/>
                </a:cubicBezTo>
                <a:lnTo>
                  <a:pt x="668419" y="28794"/>
                </a:lnTo>
                <a:lnTo>
                  <a:pt x="680865" y="28794"/>
                </a:lnTo>
                <a:lnTo>
                  <a:pt x="691562" y="70227"/>
                </a:lnTo>
                <a:lnTo>
                  <a:pt x="695128" y="83892"/>
                </a:lnTo>
                <a:lnTo>
                  <a:pt x="699231" y="70099"/>
                </a:lnTo>
                <a:lnTo>
                  <a:pt x="711476" y="28794"/>
                </a:lnTo>
                <a:lnTo>
                  <a:pt x="723249" y="28794"/>
                </a:lnTo>
                <a:lnTo>
                  <a:pt x="700913" y="100240"/>
                </a:lnTo>
                <a:lnTo>
                  <a:pt x="688333" y="100240"/>
                </a:lnTo>
                <a:lnTo>
                  <a:pt x="676963" y="57430"/>
                </a:lnTo>
                <a:lnTo>
                  <a:pt x="674205" y="45276"/>
                </a:lnTo>
                <a:lnTo>
                  <a:pt x="659741" y="100240"/>
                </a:lnTo>
                <a:lnTo>
                  <a:pt x="647093" y="100240"/>
                </a:lnTo>
                <a:close/>
                <a:moveTo>
                  <a:pt x="818171" y="74003"/>
                </a:moveTo>
                <a:lnTo>
                  <a:pt x="830078" y="75617"/>
                </a:lnTo>
                <a:cubicBezTo>
                  <a:pt x="828778" y="83825"/>
                  <a:pt x="825448" y="90250"/>
                  <a:pt x="820088" y="94892"/>
                </a:cubicBezTo>
                <a:cubicBezTo>
                  <a:pt x="814728" y="99534"/>
                  <a:pt x="808147" y="101855"/>
                  <a:pt x="800343" y="101855"/>
                </a:cubicBezTo>
                <a:cubicBezTo>
                  <a:pt x="790565" y="101855"/>
                  <a:pt x="782705" y="98659"/>
                  <a:pt x="776763" y="92268"/>
                </a:cubicBezTo>
                <a:cubicBezTo>
                  <a:pt x="770820" y="85877"/>
                  <a:pt x="767849" y="76716"/>
                  <a:pt x="767849" y="64786"/>
                </a:cubicBezTo>
                <a:cubicBezTo>
                  <a:pt x="767849" y="57072"/>
                  <a:pt x="769127" y="50322"/>
                  <a:pt x="771683" y="44536"/>
                </a:cubicBezTo>
                <a:cubicBezTo>
                  <a:pt x="774240" y="38751"/>
                  <a:pt x="778131" y="34411"/>
                  <a:pt x="783356" y="31518"/>
                </a:cubicBezTo>
                <a:cubicBezTo>
                  <a:pt x="788581" y="28626"/>
                  <a:pt x="794266" y="27179"/>
                  <a:pt x="800410" y="27179"/>
                </a:cubicBezTo>
                <a:cubicBezTo>
                  <a:pt x="808169" y="27179"/>
                  <a:pt x="814515" y="29130"/>
                  <a:pt x="819449" y="33032"/>
                </a:cubicBezTo>
                <a:cubicBezTo>
                  <a:pt x="824382" y="36933"/>
                  <a:pt x="827544" y="42472"/>
                  <a:pt x="828935" y="49649"/>
                </a:cubicBezTo>
                <a:lnTo>
                  <a:pt x="817162" y="51533"/>
                </a:lnTo>
                <a:cubicBezTo>
                  <a:pt x="816040" y="46756"/>
                  <a:pt x="814056" y="43163"/>
                  <a:pt x="811208" y="40752"/>
                </a:cubicBezTo>
                <a:cubicBezTo>
                  <a:pt x="808360" y="38341"/>
                  <a:pt x="804917" y="37136"/>
                  <a:pt x="800881" y="37136"/>
                </a:cubicBezTo>
                <a:cubicBezTo>
                  <a:pt x="794781" y="37136"/>
                  <a:pt x="789825" y="39322"/>
                  <a:pt x="786013" y="43695"/>
                </a:cubicBezTo>
                <a:cubicBezTo>
                  <a:pt x="782201" y="48068"/>
                  <a:pt x="780295" y="54986"/>
                  <a:pt x="780295" y="64450"/>
                </a:cubicBezTo>
                <a:cubicBezTo>
                  <a:pt x="780295" y="74048"/>
                  <a:pt x="782134" y="81022"/>
                  <a:pt x="785811" y="85372"/>
                </a:cubicBezTo>
                <a:cubicBezTo>
                  <a:pt x="789489" y="89723"/>
                  <a:pt x="794288" y="91898"/>
                  <a:pt x="800208" y="91898"/>
                </a:cubicBezTo>
                <a:cubicBezTo>
                  <a:pt x="804962" y="91898"/>
                  <a:pt x="808932" y="90435"/>
                  <a:pt x="812116" y="87508"/>
                </a:cubicBezTo>
                <a:cubicBezTo>
                  <a:pt x="815300" y="84582"/>
                  <a:pt x="817319" y="80080"/>
                  <a:pt x="818171" y="74003"/>
                </a:cubicBezTo>
                <a:close/>
                <a:moveTo>
                  <a:pt x="835931" y="64517"/>
                </a:moveTo>
                <a:cubicBezTo>
                  <a:pt x="835931" y="51286"/>
                  <a:pt x="839609" y="41486"/>
                  <a:pt x="846964" y="35118"/>
                </a:cubicBezTo>
                <a:cubicBezTo>
                  <a:pt x="853109" y="29825"/>
                  <a:pt x="860599" y="27179"/>
                  <a:pt x="869434" y="27179"/>
                </a:cubicBezTo>
                <a:cubicBezTo>
                  <a:pt x="879256" y="27179"/>
                  <a:pt x="887285" y="30397"/>
                  <a:pt x="893519" y="36833"/>
                </a:cubicBezTo>
                <a:cubicBezTo>
                  <a:pt x="899753" y="43269"/>
                  <a:pt x="902870" y="52161"/>
                  <a:pt x="902870" y="63508"/>
                </a:cubicBezTo>
                <a:cubicBezTo>
                  <a:pt x="902870" y="72702"/>
                  <a:pt x="901491" y="79934"/>
                  <a:pt x="898733" y="85204"/>
                </a:cubicBezTo>
                <a:cubicBezTo>
                  <a:pt x="895974" y="90474"/>
                  <a:pt x="891960" y="94567"/>
                  <a:pt x="886690" y="97482"/>
                </a:cubicBezTo>
                <a:cubicBezTo>
                  <a:pt x="881421" y="100397"/>
                  <a:pt x="875668" y="101855"/>
                  <a:pt x="869434" y="101855"/>
                </a:cubicBezTo>
                <a:cubicBezTo>
                  <a:pt x="859433" y="101855"/>
                  <a:pt x="851348" y="98648"/>
                  <a:pt x="845182" y="92234"/>
                </a:cubicBezTo>
                <a:cubicBezTo>
                  <a:pt x="839015" y="85821"/>
                  <a:pt x="835931" y="76582"/>
                  <a:pt x="835931" y="64517"/>
                </a:cubicBezTo>
                <a:moveTo>
                  <a:pt x="848377" y="64551"/>
                </a:moveTo>
                <a:cubicBezTo>
                  <a:pt x="848377" y="73689"/>
                  <a:pt x="850373" y="80531"/>
                  <a:pt x="854365" y="85078"/>
                </a:cubicBezTo>
                <a:cubicBezTo>
                  <a:pt x="858356" y="89625"/>
                  <a:pt x="863380" y="91898"/>
                  <a:pt x="869434" y="91898"/>
                </a:cubicBezTo>
                <a:cubicBezTo>
                  <a:pt x="875444" y="91898"/>
                  <a:pt x="880445" y="89614"/>
                  <a:pt x="884437" y="85044"/>
                </a:cubicBezTo>
                <a:cubicBezTo>
                  <a:pt x="888428" y="80475"/>
                  <a:pt x="890424" y="73509"/>
                  <a:pt x="890424" y="64147"/>
                </a:cubicBezTo>
                <a:cubicBezTo>
                  <a:pt x="890424" y="55323"/>
                  <a:pt x="888417" y="48637"/>
                  <a:pt x="884403" y="44091"/>
                </a:cubicBezTo>
                <a:cubicBezTo>
                  <a:pt x="880389" y="39544"/>
                  <a:pt x="875399" y="37271"/>
                  <a:pt x="869434" y="37271"/>
                </a:cubicBezTo>
                <a:cubicBezTo>
                  <a:pt x="863380" y="37271"/>
                  <a:pt x="858356" y="39533"/>
                  <a:pt x="854365" y="44057"/>
                </a:cubicBezTo>
                <a:cubicBezTo>
                  <a:pt x="850373" y="48581"/>
                  <a:pt x="848377" y="55412"/>
                  <a:pt x="848377" y="64551"/>
                </a:cubicBezTo>
                <a:close/>
                <a:moveTo>
                  <a:pt x="916775" y="100240"/>
                </a:moveTo>
                <a:lnTo>
                  <a:pt x="916775" y="1615"/>
                </a:lnTo>
                <a:lnTo>
                  <a:pt x="928885" y="1615"/>
                </a:lnTo>
                <a:lnTo>
                  <a:pt x="928885" y="100240"/>
                </a:lnTo>
                <a:lnTo>
                  <a:pt x="916775" y="100240"/>
                </a:lnTo>
                <a:close/>
                <a:moveTo>
                  <a:pt x="943125" y="64517"/>
                </a:moveTo>
                <a:cubicBezTo>
                  <a:pt x="943125" y="51286"/>
                  <a:pt x="946802" y="41486"/>
                  <a:pt x="954158" y="35118"/>
                </a:cubicBezTo>
                <a:cubicBezTo>
                  <a:pt x="960302" y="29825"/>
                  <a:pt x="967792" y="27179"/>
                  <a:pt x="976628" y="27179"/>
                </a:cubicBezTo>
                <a:cubicBezTo>
                  <a:pt x="986450" y="27179"/>
                  <a:pt x="994478" y="30397"/>
                  <a:pt x="1000712" y="36833"/>
                </a:cubicBezTo>
                <a:cubicBezTo>
                  <a:pt x="1006946" y="43269"/>
                  <a:pt x="1010064" y="52161"/>
                  <a:pt x="1010064" y="63508"/>
                </a:cubicBezTo>
                <a:cubicBezTo>
                  <a:pt x="1010064" y="72702"/>
                  <a:pt x="1008684" y="79934"/>
                  <a:pt x="1005926" y="85204"/>
                </a:cubicBezTo>
                <a:cubicBezTo>
                  <a:pt x="1003168" y="90474"/>
                  <a:pt x="999154" y="94567"/>
                  <a:pt x="993884" y="97482"/>
                </a:cubicBezTo>
                <a:cubicBezTo>
                  <a:pt x="988614" y="100397"/>
                  <a:pt x="982862" y="101855"/>
                  <a:pt x="976628" y="101855"/>
                </a:cubicBezTo>
                <a:cubicBezTo>
                  <a:pt x="966626" y="101855"/>
                  <a:pt x="958542" y="98648"/>
                  <a:pt x="952375" y="92234"/>
                </a:cubicBezTo>
                <a:cubicBezTo>
                  <a:pt x="946208" y="85821"/>
                  <a:pt x="943125" y="76582"/>
                  <a:pt x="943125" y="64517"/>
                </a:cubicBezTo>
                <a:moveTo>
                  <a:pt x="955571" y="64551"/>
                </a:moveTo>
                <a:cubicBezTo>
                  <a:pt x="955571" y="73689"/>
                  <a:pt x="957566" y="80531"/>
                  <a:pt x="961558" y="85078"/>
                </a:cubicBezTo>
                <a:cubicBezTo>
                  <a:pt x="965550" y="89625"/>
                  <a:pt x="970573" y="91898"/>
                  <a:pt x="976628" y="91898"/>
                </a:cubicBezTo>
                <a:cubicBezTo>
                  <a:pt x="982638" y="91898"/>
                  <a:pt x="987638" y="89614"/>
                  <a:pt x="991630" y="85044"/>
                </a:cubicBezTo>
                <a:cubicBezTo>
                  <a:pt x="995622" y="80475"/>
                  <a:pt x="997618" y="73509"/>
                  <a:pt x="997618" y="64147"/>
                </a:cubicBezTo>
                <a:cubicBezTo>
                  <a:pt x="997618" y="55323"/>
                  <a:pt x="995611" y="48637"/>
                  <a:pt x="991596" y="44091"/>
                </a:cubicBezTo>
                <a:cubicBezTo>
                  <a:pt x="987582" y="39544"/>
                  <a:pt x="982593" y="37271"/>
                  <a:pt x="976628" y="37271"/>
                </a:cubicBezTo>
                <a:cubicBezTo>
                  <a:pt x="970573" y="37271"/>
                  <a:pt x="965550" y="39533"/>
                  <a:pt x="961558" y="44057"/>
                </a:cubicBezTo>
                <a:cubicBezTo>
                  <a:pt x="957566" y="48581"/>
                  <a:pt x="955571" y="55412"/>
                  <a:pt x="955571" y="64551"/>
                </a:cubicBezTo>
                <a:close/>
                <a:moveTo>
                  <a:pt x="1024103" y="100240"/>
                </a:moveTo>
                <a:lnTo>
                  <a:pt x="1024103" y="28794"/>
                </a:lnTo>
                <a:lnTo>
                  <a:pt x="1035001" y="28794"/>
                </a:lnTo>
                <a:lnTo>
                  <a:pt x="1035001" y="39625"/>
                </a:lnTo>
                <a:cubicBezTo>
                  <a:pt x="1037782" y="34557"/>
                  <a:pt x="1040350" y="31216"/>
                  <a:pt x="1042704" y="29601"/>
                </a:cubicBezTo>
                <a:cubicBezTo>
                  <a:pt x="1045059" y="27987"/>
                  <a:pt x="1047649" y="27179"/>
                  <a:pt x="1050475" y="27179"/>
                </a:cubicBezTo>
                <a:cubicBezTo>
                  <a:pt x="1054556" y="27179"/>
                  <a:pt x="1058705" y="28480"/>
                  <a:pt x="1062921" y="31081"/>
                </a:cubicBezTo>
                <a:lnTo>
                  <a:pt x="1058750" y="42308"/>
                </a:lnTo>
                <a:cubicBezTo>
                  <a:pt x="1055789" y="40564"/>
                  <a:pt x="1052829" y="39692"/>
                  <a:pt x="1049869" y="39692"/>
                </a:cubicBezTo>
                <a:cubicBezTo>
                  <a:pt x="1047223" y="39692"/>
                  <a:pt x="1044846" y="40489"/>
                  <a:pt x="1042738" y="42081"/>
                </a:cubicBezTo>
                <a:cubicBezTo>
                  <a:pt x="1040630" y="43673"/>
                  <a:pt x="1039128" y="45882"/>
                  <a:pt x="1038231" y="48707"/>
                </a:cubicBezTo>
                <a:cubicBezTo>
                  <a:pt x="1036885" y="53013"/>
                  <a:pt x="1036212" y="57722"/>
                  <a:pt x="1036212" y="62835"/>
                </a:cubicBezTo>
                <a:lnTo>
                  <a:pt x="1036212" y="100240"/>
                </a:lnTo>
                <a:lnTo>
                  <a:pt x="1024103" y="100240"/>
                </a:lnTo>
                <a:close/>
                <a:moveTo>
                  <a:pt x="1065274" y="78847"/>
                </a:moveTo>
                <a:lnTo>
                  <a:pt x="1077249" y="76963"/>
                </a:lnTo>
                <a:cubicBezTo>
                  <a:pt x="1077922" y="81783"/>
                  <a:pt x="1079794" y="85477"/>
                  <a:pt x="1082867" y="88047"/>
                </a:cubicBezTo>
                <a:cubicBezTo>
                  <a:pt x="1085939" y="90614"/>
                  <a:pt x="1090233" y="91898"/>
                  <a:pt x="1095750" y="91898"/>
                </a:cubicBezTo>
                <a:cubicBezTo>
                  <a:pt x="1101311" y="91898"/>
                  <a:pt x="1105437" y="90766"/>
                  <a:pt x="1108128" y="88501"/>
                </a:cubicBezTo>
                <a:cubicBezTo>
                  <a:pt x="1110819" y="86236"/>
                  <a:pt x="1112165" y="83578"/>
                  <a:pt x="1112165" y="80529"/>
                </a:cubicBezTo>
                <a:cubicBezTo>
                  <a:pt x="1112165" y="77793"/>
                  <a:pt x="1110976" y="75640"/>
                  <a:pt x="1108599" y="74070"/>
                </a:cubicBezTo>
                <a:cubicBezTo>
                  <a:pt x="1106940" y="72994"/>
                  <a:pt x="1102814" y="71626"/>
                  <a:pt x="1096221" y="69966"/>
                </a:cubicBezTo>
                <a:cubicBezTo>
                  <a:pt x="1087340" y="67724"/>
                  <a:pt x="1081185" y="65784"/>
                  <a:pt x="1077754" y="64147"/>
                </a:cubicBezTo>
                <a:cubicBezTo>
                  <a:pt x="1074323" y="62510"/>
                  <a:pt x="1071721" y="60245"/>
                  <a:pt x="1069950" y="57352"/>
                </a:cubicBezTo>
                <a:cubicBezTo>
                  <a:pt x="1068178" y="54459"/>
                  <a:pt x="1067292" y="51264"/>
                  <a:pt x="1067292" y="47765"/>
                </a:cubicBezTo>
                <a:cubicBezTo>
                  <a:pt x="1067292" y="44581"/>
                  <a:pt x="1068021" y="41632"/>
                  <a:pt x="1069479" y="38919"/>
                </a:cubicBezTo>
                <a:cubicBezTo>
                  <a:pt x="1070936" y="36205"/>
                  <a:pt x="1072921" y="33952"/>
                  <a:pt x="1075433" y="32158"/>
                </a:cubicBezTo>
                <a:cubicBezTo>
                  <a:pt x="1077316" y="30767"/>
                  <a:pt x="1079884" y="29590"/>
                  <a:pt x="1083136" y="28626"/>
                </a:cubicBezTo>
                <a:cubicBezTo>
                  <a:pt x="1086387" y="27661"/>
                  <a:pt x="1089874" y="27179"/>
                  <a:pt x="1093597" y="27179"/>
                </a:cubicBezTo>
                <a:cubicBezTo>
                  <a:pt x="1099203" y="27179"/>
                  <a:pt x="1104126" y="27987"/>
                  <a:pt x="1108364" y="29601"/>
                </a:cubicBezTo>
                <a:cubicBezTo>
                  <a:pt x="1112602" y="31216"/>
                  <a:pt x="1115731" y="33402"/>
                  <a:pt x="1117749" y="36160"/>
                </a:cubicBezTo>
                <a:cubicBezTo>
                  <a:pt x="1119767" y="38919"/>
                  <a:pt x="1121157" y="42608"/>
                  <a:pt x="1121920" y="47227"/>
                </a:cubicBezTo>
                <a:lnTo>
                  <a:pt x="1110079" y="48842"/>
                </a:lnTo>
                <a:cubicBezTo>
                  <a:pt x="1109541" y="45164"/>
                  <a:pt x="1107983" y="42294"/>
                  <a:pt x="1105404" y="40231"/>
                </a:cubicBezTo>
                <a:cubicBezTo>
                  <a:pt x="1102825" y="38168"/>
                  <a:pt x="1099181" y="37136"/>
                  <a:pt x="1094472" y="37136"/>
                </a:cubicBezTo>
                <a:cubicBezTo>
                  <a:pt x="1088910" y="37136"/>
                  <a:pt x="1084941" y="38055"/>
                  <a:pt x="1082564" y="39894"/>
                </a:cubicBezTo>
                <a:cubicBezTo>
                  <a:pt x="1080187" y="41733"/>
                  <a:pt x="1078998" y="43886"/>
                  <a:pt x="1078998" y="46353"/>
                </a:cubicBezTo>
                <a:cubicBezTo>
                  <a:pt x="1078998" y="47922"/>
                  <a:pt x="1079492" y="49335"/>
                  <a:pt x="1080478" y="50591"/>
                </a:cubicBezTo>
                <a:cubicBezTo>
                  <a:pt x="1081465" y="51892"/>
                  <a:pt x="1083012" y="52968"/>
                  <a:pt x="1085120" y="53820"/>
                </a:cubicBezTo>
                <a:cubicBezTo>
                  <a:pt x="1086331" y="54269"/>
                  <a:pt x="1089897" y="55300"/>
                  <a:pt x="1095817" y="56915"/>
                </a:cubicBezTo>
                <a:cubicBezTo>
                  <a:pt x="1104383" y="59202"/>
                  <a:pt x="1110360" y="61075"/>
                  <a:pt x="1113746" y="62532"/>
                </a:cubicBezTo>
                <a:cubicBezTo>
                  <a:pt x="1117132" y="63990"/>
                  <a:pt x="1119790" y="66109"/>
                  <a:pt x="1121718" y="68890"/>
                </a:cubicBezTo>
                <a:cubicBezTo>
                  <a:pt x="1123647" y="71671"/>
                  <a:pt x="1124611" y="75124"/>
                  <a:pt x="1124611" y="79250"/>
                </a:cubicBezTo>
                <a:cubicBezTo>
                  <a:pt x="1124611" y="83287"/>
                  <a:pt x="1123434" y="87088"/>
                  <a:pt x="1121079" y="90653"/>
                </a:cubicBezTo>
                <a:cubicBezTo>
                  <a:pt x="1118724" y="94219"/>
                  <a:pt x="1115327" y="96977"/>
                  <a:pt x="1110887" y="98928"/>
                </a:cubicBezTo>
                <a:cubicBezTo>
                  <a:pt x="1106447" y="100879"/>
                  <a:pt x="1101423" y="101855"/>
                  <a:pt x="1095817" y="101855"/>
                </a:cubicBezTo>
                <a:cubicBezTo>
                  <a:pt x="1086533" y="101855"/>
                  <a:pt x="1079458" y="99921"/>
                  <a:pt x="1074592" y="96052"/>
                </a:cubicBezTo>
                <a:cubicBezTo>
                  <a:pt x="1069725" y="92184"/>
                  <a:pt x="1066620" y="86449"/>
                  <a:pt x="1065274" y="78847"/>
                </a:cubicBezTo>
                <a:close/>
                <a:moveTo>
                  <a:pt x="1180940" y="100240"/>
                </a:moveTo>
                <a:lnTo>
                  <a:pt x="1180940" y="1615"/>
                </a:lnTo>
                <a:lnTo>
                  <a:pt x="1193992" y="1615"/>
                </a:lnTo>
                <a:lnTo>
                  <a:pt x="1193992" y="100240"/>
                </a:lnTo>
                <a:lnTo>
                  <a:pt x="1180940" y="100240"/>
                </a:lnTo>
                <a:close/>
                <a:moveTo>
                  <a:pt x="1215338" y="100240"/>
                </a:moveTo>
                <a:lnTo>
                  <a:pt x="1215338" y="28794"/>
                </a:lnTo>
                <a:lnTo>
                  <a:pt x="1226236" y="28794"/>
                </a:lnTo>
                <a:lnTo>
                  <a:pt x="1226236" y="38952"/>
                </a:lnTo>
                <a:cubicBezTo>
                  <a:pt x="1231484" y="31104"/>
                  <a:pt x="1239064" y="27179"/>
                  <a:pt x="1248975" y="27179"/>
                </a:cubicBezTo>
                <a:cubicBezTo>
                  <a:pt x="1253281" y="27179"/>
                  <a:pt x="1257239" y="27953"/>
                  <a:pt x="1260850" y="29500"/>
                </a:cubicBezTo>
                <a:cubicBezTo>
                  <a:pt x="1264460" y="31048"/>
                  <a:pt x="1267162" y="33077"/>
                  <a:pt x="1268956" y="35589"/>
                </a:cubicBezTo>
                <a:cubicBezTo>
                  <a:pt x="1270750" y="38100"/>
                  <a:pt x="1272006" y="41083"/>
                  <a:pt x="1272724" y="44536"/>
                </a:cubicBezTo>
                <a:cubicBezTo>
                  <a:pt x="1273172" y="46779"/>
                  <a:pt x="1273396" y="50703"/>
                  <a:pt x="1273396" y="56309"/>
                </a:cubicBezTo>
                <a:lnTo>
                  <a:pt x="1273396" y="100240"/>
                </a:lnTo>
                <a:lnTo>
                  <a:pt x="1261287" y="100240"/>
                </a:lnTo>
                <a:lnTo>
                  <a:pt x="1261287" y="56780"/>
                </a:lnTo>
                <a:cubicBezTo>
                  <a:pt x="1261287" y="51847"/>
                  <a:pt x="1260816" y="48158"/>
                  <a:pt x="1259874" y="45714"/>
                </a:cubicBezTo>
                <a:cubicBezTo>
                  <a:pt x="1258932" y="43269"/>
                  <a:pt x="1257262" y="41318"/>
                  <a:pt x="1254862" y="39861"/>
                </a:cubicBezTo>
                <a:cubicBezTo>
                  <a:pt x="1252463" y="38403"/>
                  <a:pt x="1249648" y="37674"/>
                  <a:pt x="1246419" y="37674"/>
                </a:cubicBezTo>
                <a:cubicBezTo>
                  <a:pt x="1241261" y="37674"/>
                  <a:pt x="1236810" y="39311"/>
                  <a:pt x="1233065" y="42585"/>
                </a:cubicBezTo>
                <a:cubicBezTo>
                  <a:pt x="1229320" y="45859"/>
                  <a:pt x="1227447" y="52071"/>
                  <a:pt x="1227447" y="61221"/>
                </a:cubicBezTo>
                <a:lnTo>
                  <a:pt x="1227447" y="100240"/>
                </a:lnTo>
                <a:lnTo>
                  <a:pt x="1215338" y="100240"/>
                </a:lnTo>
                <a:close/>
                <a:moveTo>
                  <a:pt x="1338296" y="100240"/>
                </a:moveTo>
                <a:lnTo>
                  <a:pt x="1338296" y="91225"/>
                </a:lnTo>
                <a:cubicBezTo>
                  <a:pt x="1333766" y="98312"/>
                  <a:pt x="1327106" y="101855"/>
                  <a:pt x="1318315" y="101855"/>
                </a:cubicBezTo>
                <a:cubicBezTo>
                  <a:pt x="1312619" y="101855"/>
                  <a:pt x="1307383" y="100285"/>
                  <a:pt x="1302606" y="97146"/>
                </a:cubicBezTo>
                <a:cubicBezTo>
                  <a:pt x="1297830" y="94006"/>
                  <a:pt x="1294130" y="89622"/>
                  <a:pt x="1291506" y="83993"/>
                </a:cubicBezTo>
                <a:cubicBezTo>
                  <a:pt x="1288882" y="78365"/>
                  <a:pt x="1287570" y="71895"/>
                  <a:pt x="1287570" y="64584"/>
                </a:cubicBezTo>
                <a:cubicBezTo>
                  <a:pt x="1287570" y="57453"/>
                  <a:pt x="1288759" y="50983"/>
                  <a:pt x="1291136" y="45175"/>
                </a:cubicBezTo>
                <a:cubicBezTo>
                  <a:pt x="1293513" y="39367"/>
                  <a:pt x="1297078" y="34916"/>
                  <a:pt x="1301833" y="31821"/>
                </a:cubicBezTo>
                <a:cubicBezTo>
                  <a:pt x="1306587" y="28727"/>
                  <a:pt x="1311901" y="27179"/>
                  <a:pt x="1317777" y="27179"/>
                </a:cubicBezTo>
                <a:cubicBezTo>
                  <a:pt x="1322082" y="27179"/>
                  <a:pt x="1325917" y="28094"/>
                  <a:pt x="1329281" y="29923"/>
                </a:cubicBezTo>
                <a:cubicBezTo>
                  <a:pt x="1332645" y="31750"/>
                  <a:pt x="1335380" y="34132"/>
                  <a:pt x="1337488" y="37067"/>
                </a:cubicBezTo>
                <a:lnTo>
                  <a:pt x="1337488" y="1615"/>
                </a:lnTo>
                <a:lnTo>
                  <a:pt x="1349531" y="1615"/>
                </a:lnTo>
                <a:lnTo>
                  <a:pt x="1349531" y="100240"/>
                </a:lnTo>
                <a:lnTo>
                  <a:pt x="1338296" y="100240"/>
                </a:lnTo>
                <a:moveTo>
                  <a:pt x="1300016" y="64618"/>
                </a:moveTo>
                <a:cubicBezTo>
                  <a:pt x="1300016" y="73756"/>
                  <a:pt x="1301945" y="80587"/>
                  <a:pt x="1305802" y="85112"/>
                </a:cubicBezTo>
                <a:cubicBezTo>
                  <a:pt x="1309659" y="89636"/>
                  <a:pt x="1314211" y="91898"/>
                  <a:pt x="1319459" y="91898"/>
                </a:cubicBezTo>
                <a:cubicBezTo>
                  <a:pt x="1324751" y="91898"/>
                  <a:pt x="1329247" y="89737"/>
                  <a:pt x="1332947" y="85414"/>
                </a:cubicBezTo>
                <a:cubicBezTo>
                  <a:pt x="1336648" y="81092"/>
                  <a:pt x="1338498" y="74495"/>
                  <a:pt x="1338498" y="65625"/>
                </a:cubicBezTo>
                <a:cubicBezTo>
                  <a:pt x="1338498" y="55860"/>
                  <a:pt x="1336614" y="48693"/>
                  <a:pt x="1332846" y="44124"/>
                </a:cubicBezTo>
                <a:cubicBezTo>
                  <a:pt x="1329079" y="39555"/>
                  <a:pt x="1324437" y="37271"/>
                  <a:pt x="1318920" y="37271"/>
                </a:cubicBezTo>
                <a:cubicBezTo>
                  <a:pt x="1313538" y="37271"/>
                  <a:pt x="1309042" y="39465"/>
                  <a:pt x="1305432" y="43855"/>
                </a:cubicBezTo>
                <a:cubicBezTo>
                  <a:pt x="1301821" y="48245"/>
                  <a:pt x="1300016" y="55166"/>
                  <a:pt x="1300016" y="64618"/>
                </a:cubicBezTo>
                <a:close/>
                <a:moveTo>
                  <a:pt x="1368616" y="15473"/>
                </a:moveTo>
                <a:lnTo>
                  <a:pt x="1368616" y="1615"/>
                </a:lnTo>
                <a:lnTo>
                  <a:pt x="1380726" y="1615"/>
                </a:lnTo>
                <a:lnTo>
                  <a:pt x="1380726" y="15473"/>
                </a:lnTo>
                <a:lnTo>
                  <a:pt x="1368616" y="15473"/>
                </a:lnTo>
                <a:moveTo>
                  <a:pt x="1368616" y="100240"/>
                </a:moveTo>
                <a:lnTo>
                  <a:pt x="1368616" y="28794"/>
                </a:lnTo>
                <a:lnTo>
                  <a:pt x="1380726" y="28794"/>
                </a:lnTo>
                <a:lnTo>
                  <a:pt x="1380726" y="100240"/>
                </a:lnTo>
                <a:lnTo>
                  <a:pt x="1368616" y="100240"/>
                </a:lnTo>
                <a:close/>
                <a:moveTo>
                  <a:pt x="1445758" y="74003"/>
                </a:moveTo>
                <a:lnTo>
                  <a:pt x="1457665" y="75617"/>
                </a:lnTo>
                <a:cubicBezTo>
                  <a:pt x="1456365" y="83825"/>
                  <a:pt x="1453035" y="90250"/>
                  <a:pt x="1447675" y="94892"/>
                </a:cubicBezTo>
                <a:cubicBezTo>
                  <a:pt x="1442315" y="99534"/>
                  <a:pt x="1435734" y="101855"/>
                  <a:pt x="1427930" y="101855"/>
                </a:cubicBezTo>
                <a:cubicBezTo>
                  <a:pt x="1418152" y="101855"/>
                  <a:pt x="1410292" y="98659"/>
                  <a:pt x="1404350" y="92268"/>
                </a:cubicBezTo>
                <a:cubicBezTo>
                  <a:pt x="1398407" y="85877"/>
                  <a:pt x="1395436" y="76716"/>
                  <a:pt x="1395436" y="64786"/>
                </a:cubicBezTo>
                <a:cubicBezTo>
                  <a:pt x="1395436" y="57072"/>
                  <a:pt x="1396714" y="50322"/>
                  <a:pt x="1399270" y="44536"/>
                </a:cubicBezTo>
                <a:cubicBezTo>
                  <a:pt x="1401827" y="38751"/>
                  <a:pt x="1405718" y="34411"/>
                  <a:pt x="1410943" y="31518"/>
                </a:cubicBezTo>
                <a:cubicBezTo>
                  <a:pt x="1416168" y="28626"/>
                  <a:pt x="1421853" y="27179"/>
                  <a:pt x="1427997" y="27179"/>
                </a:cubicBezTo>
                <a:cubicBezTo>
                  <a:pt x="1435756" y="27179"/>
                  <a:pt x="1442102" y="29130"/>
                  <a:pt x="1447036" y="33032"/>
                </a:cubicBezTo>
                <a:cubicBezTo>
                  <a:pt x="1451969" y="36933"/>
                  <a:pt x="1455131" y="42472"/>
                  <a:pt x="1456522" y="49649"/>
                </a:cubicBezTo>
                <a:lnTo>
                  <a:pt x="1444749" y="51533"/>
                </a:lnTo>
                <a:cubicBezTo>
                  <a:pt x="1443627" y="46756"/>
                  <a:pt x="1441643" y="43163"/>
                  <a:pt x="1438795" y="40752"/>
                </a:cubicBezTo>
                <a:cubicBezTo>
                  <a:pt x="1435947" y="38341"/>
                  <a:pt x="1432504" y="37136"/>
                  <a:pt x="1428468" y="37136"/>
                </a:cubicBezTo>
                <a:cubicBezTo>
                  <a:pt x="1422368" y="37136"/>
                  <a:pt x="1417412" y="39322"/>
                  <a:pt x="1413600" y="43695"/>
                </a:cubicBezTo>
                <a:cubicBezTo>
                  <a:pt x="1409788" y="48068"/>
                  <a:pt x="1407882" y="54986"/>
                  <a:pt x="1407882" y="64450"/>
                </a:cubicBezTo>
                <a:cubicBezTo>
                  <a:pt x="1407882" y="74048"/>
                  <a:pt x="1409721" y="81022"/>
                  <a:pt x="1413398" y="85372"/>
                </a:cubicBezTo>
                <a:cubicBezTo>
                  <a:pt x="1417076" y="89723"/>
                  <a:pt x="1421875" y="91898"/>
                  <a:pt x="1427795" y="91898"/>
                </a:cubicBezTo>
                <a:cubicBezTo>
                  <a:pt x="1432549" y="91898"/>
                  <a:pt x="1436519" y="90435"/>
                  <a:pt x="1439703" y="87508"/>
                </a:cubicBezTo>
                <a:cubicBezTo>
                  <a:pt x="1442887" y="84582"/>
                  <a:pt x="1444906" y="80080"/>
                  <a:pt x="1445758" y="74003"/>
                </a:cubicBezTo>
                <a:close/>
                <a:moveTo>
                  <a:pt x="1514647" y="91225"/>
                </a:moveTo>
                <a:cubicBezTo>
                  <a:pt x="1510162" y="95112"/>
                  <a:pt x="1505846" y="97855"/>
                  <a:pt x="1501697" y="99456"/>
                </a:cubicBezTo>
                <a:cubicBezTo>
                  <a:pt x="1497548" y="101055"/>
                  <a:pt x="1493097" y="101855"/>
                  <a:pt x="1488343" y="101855"/>
                </a:cubicBezTo>
                <a:cubicBezTo>
                  <a:pt x="1480494" y="101855"/>
                  <a:pt x="1474462" y="99937"/>
                  <a:pt x="1470246" y="96103"/>
                </a:cubicBezTo>
                <a:cubicBezTo>
                  <a:pt x="1466030" y="92268"/>
                  <a:pt x="1463922" y="87368"/>
                  <a:pt x="1463922" y="81403"/>
                </a:cubicBezTo>
                <a:cubicBezTo>
                  <a:pt x="1463922" y="77905"/>
                  <a:pt x="1464718" y="74709"/>
                  <a:pt x="1466310" y="71816"/>
                </a:cubicBezTo>
                <a:cubicBezTo>
                  <a:pt x="1467902" y="68924"/>
                  <a:pt x="1469988" y="66603"/>
                  <a:pt x="1472567" y="64853"/>
                </a:cubicBezTo>
                <a:cubicBezTo>
                  <a:pt x="1475146" y="63104"/>
                  <a:pt x="1478050" y="61781"/>
                  <a:pt x="1481279" y="60884"/>
                </a:cubicBezTo>
                <a:cubicBezTo>
                  <a:pt x="1483656" y="60256"/>
                  <a:pt x="1487244" y="59651"/>
                  <a:pt x="1492043" y="59068"/>
                </a:cubicBezTo>
                <a:cubicBezTo>
                  <a:pt x="1501820" y="57902"/>
                  <a:pt x="1509019" y="56511"/>
                  <a:pt x="1513638" y="54897"/>
                </a:cubicBezTo>
                <a:cubicBezTo>
                  <a:pt x="1513683" y="53244"/>
                  <a:pt x="1513706" y="52194"/>
                  <a:pt x="1513706" y="51747"/>
                </a:cubicBezTo>
                <a:cubicBezTo>
                  <a:pt x="1513706" y="46832"/>
                  <a:pt x="1512562" y="43369"/>
                  <a:pt x="1510275" y="41360"/>
                </a:cubicBezTo>
                <a:cubicBezTo>
                  <a:pt x="1507180" y="38634"/>
                  <a:pt x="1502583" y="37271"/>
                  <a:pt x="1496483" y="37271"/>
                </a:cubicBezTo>
                <a:cubicBezTo>
                  <a:pt x="1490787" y="37271"/>
                  <a:pt x="1486582" y="38268"/>
                  <a:pt x="1483869" y="40264"/>
                </a:cubicBezTo>
                <a:cubicBezTo>
                  <a:pt x="1481156" y="42260"/>
                  <a:pt x="1479149" y="45792"/>
                  <a:pt x="1477848" y="50860"/>
                </a:cubicBezTo>
                <a:lnTo>
                  <a:pt x="1466007" y="49246"/>
                </a:lnTo>
                <a:cubicBezTo>
                  <a:pt x="1467084" y="44162"/>
                  <a:pt x="1468855" y="40057"/>
                  <a:pt x="1471322" y="36930"/>
                </a:cubicBezTo>
                <a:cubicBezTo>
                  <a:pt x="1473789" y="33803"/>
                  <a:pt x="1477354" y="31397"/>
                  <a:pt x="1482019" y="29710"/>
                </a:cubicBezTo>
                <a:cubicBezTo>
                  <a:pt x="1486683" y="28023"/>
                  <a:pt x="1492088" y="27179"/>
                  <a:pt x="1498232" y="27179"/>
                </a:cubicBezTo>
                <a:cubicBezTo>
                  <a:pt x="1504332" y="27179"/>
                  <a:pt x="1509288" y="27900"/>
                  <a:pt x="1513100" y="29340"/>
                </a:cubicBezTo>
                <a:cubicBezTo>
                  <a:pt x="1516912" y="30780"/>
                  <a:pt x="1519716" y="32591"/>
                  <a:pt x="1521510" y="34775"/>
                </a:cubicBezTo>
                <a:cubicBezTo>
                  <a:pt x="1523304" y="36957"/>
                  <a:pt x="1524559" y="39714"/>
                  <a:pt x="1525277" y="43046"/>
                </a:cubicBezTo>
                <a:cubicBezTo>
                  <a:pt x="1525681" y="45116"/>
                  <a:pt x="1525882" y="48834"/>
                  <a:pt x="1525882" y="54201"/>
                </a:cubicBezTo>
                <a:lnTo>
                  <a:pt x="1525882" y="70301"/>
                </a:lnTo>
                <a:cubicBezTo>
                  <a:pt x="1525882" y="81526"/>
                  <a:pt x="1526140" y="88635"/>
                  <a:pt x="1526656" y="91629"/>
                </a:cubicBezTo>
                <a:cubicBezTo>
                  <a:pt x="1527172" y="94623"/>
                  <a:pt x="1528192" y="97493"/>
                  <a:pt x="1529717" y="100240"/>
                </a:cubicBezTo>
                <a:lnTo>
                  <a:pt x="1517069" y="100240"/>
                </a:lnTo>
                <a:cubicBezTo>
                  <a:pt x="1515814" y="97671"/>
                  <a:pt x="1515006" y="94666"/>
                  <a:pt x="1514647" y="91225"/>
                </a:cubicBezTo>
                <a:moveTo>
                  <a:pt x="1513638" y="64450"/>
                </a:moveTo>
                <a:cubicBezTo>
                  <a:pt x="1509243" y="66235"/>
                  <a:pt x="1502650" y="67753"/>
                  <a:pt x="1493859" y="69003"/>
                </a:cubicBezTo>
                <a:cubicBezTo>
                  <a:pt x="1488881" y="69717"/>
                  <a:pt x="1485360" y="70520"/>
                  <a:pt x="1483297" y="71413"/>
                </a:cubicBezTo>
                <a:cubicBezTo>
                  <a:pt x="1481234" y="72306"/>
                  <a:pt x="1479642" y="73611"/>
                  <a:pt x="1478521" y="75329"/>
                </a:cubicBezTo>
                <a:cubicBezTo>
                  <a:pt x="1477399" y="77048"/>
                  <a:pt x="1476839" y="78956"/>
                  <a:pt x="1476839" y="81054"/>
                </a:cubicBezTo>
                <a:cubicBezTo>
                  <a:pt x="1476839" y="84268"/>
                  <a:pt x="1478061" y="86946"/>
                  <a:pt x="1480505" y="89089"/>
                </a:cubicBezTo>
                <a:cubicBezTo>
                  <a:pt x="1482950" y="91231"/>
                  <a:pt x="1486526" y="92302"/>
                  <a:pt x="1491236" y="92302"/>
                </a:cubicBezTo>
                <a:cubicBezTo>
                  <a:pt x="1495900" y="92302"/>
                  <a:pt x="1500049" y="91285"/>
                  <a:pt x="1503682" y="89251"/>
                </a:cubicBezTo>
                <a:cubicBezTo>
                  <a:pt x="1507314" y="87216"/>
                  <a:pt x="1509983" y="84436"/>
                  <a:pt x="1511687" y="80911"/>
                </a:cubicBezTo>
                <a:cubicBezTo>
                  <a:pt x="1512988" y="78191"/>
                  <a:pt x="1513638" y="74176"/>
                  <a:pt x="1513638" y="68867"/>
                </a:cubicBezTo>
                <a:lnTo>
                  <a:pt x="1513638" y="64450"/>
                </a:lnTo>
                <a:close/>
                <a:moveTo>
                  <a:pt x="1571071" y="89409"/>
                </a:moveTo>
                <a:lnTo>
                  <a:pt x="1572820" y="100106"/>
                </a:lnTo>
                <a:cubicBezTo>
                  <a:pt x="1569411" y="100823"/>
                  <a:pt x="1566361" y="101182"/>
                  <a:pt x="1563670" y="101182"/>
                </a:cubicBezTo>
                <a:cubicBezTo>
                  <a:pt x="1559275" y="101182"/>
                  <a:pt x="1555866" y="100487"/>
                  <a:pt x="1553445" y="99097"/>
                </a:cubicBezTo>
                <a:cubicBezTo>
                  <a:pt x="1551023" y="97706"/>
                  <a:pt x="1549318" y="95879"/>
                  <a:pt x="1548332" y="93614"/>
                </a:cubicBezTo>
                <a:cubicBezTo>
                  <a:pt x="1547345" y="91349"/>
                  <a:pt x="1546852" y="86583"/>
                  <a:pt x="1546852" y="79318"/>
                </a:cubicBezTo>
                <a:lnTo>
                  <a:pt x="1546852" y="38212"/>
                </a:lnTo>
                <a:lnTo>
                  <a:pt x="1537971" y="38212"/>
                </a:lnTo>
                <a:lnTo>
                  <a:pt x="1537971" y="28794"/>
                </a:lnTo>
                <a:lnTo>
                  <a:pt x="1546852" y="28794"/>
                </a:lnTo>
                <a:lnTo>
                  <a:pt x="1546852" y="11100"/>
                </a:lnTo>
                <a:lnTo>
                  <a:pt x="1558894" y="3835"/>
                </a:lnTo>
                <a:lnTo>
                  <a:pt x="1558894" y="28794"/>
                </a:lnTo>
                <a:lnTo>
                  <a:pt x="1571071" y="28794"/>
                </a:lnTo>
                <a:lnTo>
                  <a:pt x="1571071" y="38212"/>
                </a:lnTo>
                <a:lnTo>
                  <a:pt x="1558894" y="38212"/>
                </a:lnTo>
                <a:lnTo>
                  <a:pt x="1558894" y="79990"/>
                </a:lnTo>
                <a:cubicBezTo>
                  <a:pt x="1558894" y="83444"/>
                  <a:pt x="1559107" y="85664"/>
                  <a:pt x="1559533" y="86651"/>
                </a:cubicBezTo>
                <a:cubicBezTo>
                  <a:pt x="1559959" y="87637"/>
                  <a:pt x="1560654" y="88422"/>
                  <a:pt x="1561619" y="89005"/>
                </a:cubicBezTo>
                <a:cubicBezTo>
                  <a:pt x="1562583" y="89588"/>
                  <a:pt x="1563962" y="89880"/>
                  <a:pt x="1565756" y="89880"/>
                </a:cubicBezTo>
                <a:cubicBezTo>
                  <a:pt x="1567101" y="89880"/>
                  <a:pt x="1568873" y="89723"/>
                  <a:pt x="1571071" y="89409"/>
                </a:cubicBezTo>
                <a:close/>
                <a:moveTo>
                  <a:pt x="1631705" y="77098"/>
                </a:moveTo>
                <a:lnTo>
                  <a:pt x="1644219" y="78712"/>
                </a:lnTo>
                <a:cubicBezTo>
                  <a:pt x="1642245" y="86044"/>
                  <a:pt x="1638590" y="91734"/>
                  <a:pt x="1633253" y="95783"/>
                </a:cubicBezTo>
                <a:cubicBezTo>
                  <a:pt x="1627916" y="99831"/>
                  <a:pt x="1621098" y="101855"/>
                  <a:pt x="1612801" y="101855"/>
                </a:cubicBezTo>
                <a:cubicBezTo>
                  <a:pt x="1602351" y="101855"/>
                  <a:pt x="1594065" y="98637"/>
                  <a:pt x="1587943" y="92201"/>
                </a:cubicBezTo>
                <a:cubicBezTo>
                  <a:pt x="1581821" y="85765"/>
                  <a:pt x="1578760" y="76739"/>
                  <a:pt x="1578760" y="65122"/>
                </a:cubicBezTo>
                <a:cubicBezTo>
                  <a:pt x="1578760" y="53103"/>
                  <a:pt x="1581854" y="43774"/>
                  <a:pt x="1588044" y="37136"/>
                </a:cubicBezTo>
                <a:cubicBezTo>
                  <a:pt x="1594233" y="30498"/>
                  <a:pt x="1602261" y="27179"/>
                  <a:pt x="1612128" y="27179"/>
                </a:cubicBezTo>
                <a:cubicBezTo>
                  <a:pt x="1621681" y="27179"/>
                  <a:pt x="1629485" y="30426"/>
                  <a:pt x="1635540" y="36919"/>
                </a:cubicBezTo>
                <a:cubicBezTo>
                  <a:pt x="1641595" y="43411"/>
                  <a:pt x="1644622" y="52546"/>
                  <a:pt x="1644622" y="64322"/>
                </a:cubicBezTo>
                <a:cubicBezTo>
                  <a:pt x="1644622" y="65038"/>
                  <a:pt x="1644600" y="66112"/>
                  <a:pt x="1644555" y="67544"/>
                </a:cubicBezTo>
                <a:lnTo>
                  <a:pt x="1591273" y="67544"/>
                </a:lnTo>
                <a:cubicBezTo>
                  <a:pt x="1591721" y="75416"/>
                  <a:pt x="1593942" y="81442"/>
                  <a:pt x="1597933" y="85625"/>
                </a:cubicBezTo>
                <a:cubicBezTo>
                  <a:pt x="1601925" y="89807"/>
                  <a:pt x="1606903" y="91898"/>
                  <a:pt x="1612868" y="91898"/>
                </a:cubicBezTo>
                <a:cubicBezTo>
                  <a:pt x="1617309" y="91898"/>
                  <a:pt x="1621098" y="90721"/>
                  <a:pt x="1624238" y="88368"/>
                </a:cubicBezTo>
                <a:cubicBezTo>
                  <a:pt x="1627377" y="86014"/>
                  <a:pt x="1629867" y="82257"/>
                  <a:pt x="1631705" y="77098"/>
                </a:cubicBezTo>
                <a:moveTo>
                  <a:pt x="1591946" y="57588"/>
                </a:moveTo>
                <a:lnTo>
                  <a:pt x="1631840" y="57588"/>
                </a:lnTo>
                <a:cubicBezTo>
                  <a:pt x="1631302" y="51597"/>
                  <a:pt x="1629777" y="47105"/>
                  <a:pt x="1627265" y="44109"/>
                </a:cubicBezTo>
                <a:cubicBezTo>
                  <a:pt x="1623408" y="39460"/>
                  <a:pt x="1618407" y="37136"/>
                  <a:pt x="1612263" y="37136"/>
                </a:cubicBezTo>
                <a:cubicBezTo>
                  <a:pt x="1606701" y="37136"/>
                  <a:pt x="1602026" y="38992"/>
                  <a:pt x="1598236" y="42703"/>
                </a:cubicBezTo>
                <a:cubicBezTo>
                  <a:pt x="1594446" y="46413"/>
                  <a:pt x="1592349" y="51375"/>
                  <a:pt x="1591946" y="57588"/>
                </a:cubicBezTo>
                <a:close/>
                <a:moveTo>
                  <a:pt x="1743920" y="100240"/>
                </a:moveTo>
                <a:lnTo>
                  <a:pt x="1743920" y="91225"/>
                </a:lnTo>
                <a:cubicBezTo>
                  <a:pt x="1739390" y="98312"/>
                  <a:pt x="1732730" y="101855"/>
                  <a:pt x="1723939" y="101855"/>
                </a:cubicBezTo>
                <a:cubicBezTo>
                  <a:pt x="1718243" y="101855"/>
                  <a:pt x="1713007" y="100285"/>
                  <a:pt x="1708230" y="97146"/>
                </a:cubicBezTo>
                <a:cubicBezTo>
                  <a:pt x="1703454" y="94006"/>
                  <a:pt x="1699754" y="89622"/>
                  <a:pt x="1697130" y="83993"/>
                </a:cubicBezTo>
                <a:cubicBezTo>
                  <a:pt x="1694506" y="78365"/>
                  <a:pt x="1693194" y="71895"/>
                  <a:pt x="1693194" y="64584"/>
                </a:cubicBezTo>
                <a:cubicBezTo>
                  <a:pt x="1693194" y="57453"/>
                  <a:pt x="1694383" y="50983"/>
                  <a:pt x="1696760" y="45175"/>
                </a:cubicBezTo>
                <a:cubicBezTo>
                  <a:pt x="1699137" y="39367"/>
                  <a:pt x="1702703" y="34916"/>
                  <a:pt x="1707457" y="31821"/>
                </a:cubicBezTo>
                <a:cubicBezTo>
                  <a:pt x="1712211" y="28727"/>
                  <a:pt x="1717526" y="27179"/>
                  <a:pt x="1723401" y="27179"/>
                </a:cubicBezTo>
                <a:cubicBezTo>
                  <a:pt x="1727707" y="27179"/>
                  <a:pt x="1731541" y="28094"/>
                  <a:pt x="1734905" y="29923"/>
                </a:cubicBezTo>
                <a:cubicBezTo>
                  <a:pt x="1738269" y="31750"/>
                  <a:pt x="1741005" y="34132"/>
                  <a:pt x="1743113" y="37067"/>
                </a:cubicBezTo>
                <a:lnTo>
                  <a:pt x="1743113" y="1615"/>
                </a:lnTo>
                <a:lnTo>
                  <a:pt x="1755155" y="1615"/>
                </a:lnTo>
                <a:lnTo>
                  <a:pt x="1755155" y="100240"/>
                </a:lnTo>
                <a:lnTo>
                  <a:pt x="1743920" y="100240"/>
                </a:lnTo>
                <a:moveTo>
                  <a:pt x="1705640" y="64618"/>
                </a:moveTo>
                <a:cubicBezTo>
                  <a:pt x="1705640" y="73756"/>
                  <a:pt x="1707569" y="80587"/>
                  <a:pt x="1711426" y="85112"/>
                </a:cubicBezTo>
                <a:cubicBezTo>
                  <a:pt x="1715283" y="89636"/>
                  <a:pt x="1719835" y="91898"/>
                  <a:pt x="1725083" y="91898"/>
                </a:cubicBezTo>
                <a:cubicBezTo>
                  <a:pt x="1730375" y="91898"/>
                  <a:pt x="1734871" y="89737"/>
                  <a:pt x="1738572" y="85414"/>
                </a:cubicBezTo>
                <a:cubicBezTo>
                  <a:pt x="1742272" y="81092"/>
                  <a:pt x="1744122" y="74495"/>
                  <a:pt x="1744122" y="65625"/>
                </a:cubicBezTo>
                <a:cubicBezTo>
                  <a:pt x="1744122" y="55860"/>
                  <a:pt x="1742238" y="48693"/>
                  <a:pt x="1738471" y="44124"/>
                </a:cubicBezTo>
                <a:cubicBezTo>
                  <a:pt x="1734703" y="39555"/>
                  <a:pt x="1730061" y="37271"/>
                  <a:pt x="1724545" y="37271"/>
                </a:cubicBezTo>
                <a:cubicBezTo>
                  <a:pt x="1719163" y="37271"/>
                  <a:pt x="1714666" y="39465"/>
                  <a:pt x="1711056" y="43855"/>
                </a:cubicBezTo>
                <a:cubicBezTo>
                  <a:pt x="1707445" y="48245"/>
                  <a:pt x="1705640" y="55166"/>
                  <a:pt x="1705640" y="64618"/>
                </a:cubicBezTo>
                <a:close/>
                <a:moveTo>
                  <a:pt x="1774241" y="15473"/>
                </a:moveTo>
                <a:lnTo>
                  <a:pt x="1774241" y="1615"/>
                </a:lnTo>
                <a:lnTo>
                  <a:pt x="1786350" y="1615"/>
                </a:lnTo>
                <a:lnTo>
                  <a:pt x="1786350" y="15473"/>
                </a:lnTo>
                <a:lnTo>
                  <a:pt x="1774241" y="15473"/>
                </a:lnTo>
                <a:moveTo>
                  <a:pt x="1774241" y="100240"/>
                </a:moveTo>
                <a:lnTo>
                  <a:pt x="1774241" y="28794"/>
                </a:lnTo>
                <a:lnTo>
                  <a:pt x="1786350" y="28794"/>
                </a:lnTo>
                <a:lnTo>
                  <a:pt x="1786350" y="100240"/>
                </a:lnTo>
                <a:lnTo>
                  <a:pt x="1774241" y="100240"/>
                </a:lnTo>
                <a:close/>
                <a:moveTo>
                  <a:pt x="1807653" y="100240"/>
                </a:moveTo>
                <a:lnTo>
                  <a:pt x="1807653" y="38212"/>
                </a:lnTo>
                <a:lnTo>
                  <a:pt x="1796956" y="38212"/>
                </a:lnTo>
                <a:lnTo>
                  <a:pt x="1796956" y="28794"/>
                </a:lnTo>
                <a:lnTo>
                  <a:pt x="1807653" y="28794"/>
                </a:lnTo>
                <a:lnTo>
                  <a:pt x="1807653" y="21209"/>
                </a:lnTo>
                <a:cubicBezTo>
                  <a:pt x="1807653" y="16421"/>
                  <a:pt x="1808079" y="12864"/>
                  <a:pt x="1808931" y="10537"/>
                </a:cubicBezTo>
                <a:cubicBezTo>
                  <a:pt x="1810097" y="7406"/>
                  <a:pt x="1812149" y="4867"/>
                  <a:pt x="1815087" y="2920"/>
                </a:cubicBezTo>
                <a:cubicBezTo>
                  <a:pt x="1818024" y="973"/>
                  <a:pt x="1822139" y="0"/>
                  <a:pt x="1827432" y="0"/>
                </a:cubicBezTo>
                <a:cubicBezTo>
                  <a:pt x="1830840" y="0"/>
                  <a:pt x="1834608" y="406"/>
                  <a:pt x="1838734" y="1217"/>
                </a:cubicBezTo>
                <a:lnTo>
                  <a:pt x="1836918" y="11836"/>
                </a:lnTo>
                <a:cubicBezTo>
                  <a:pt x="1834406" y="11391"/>
                  <a:pt x="1832029" y="11168"/>
                  <a:pt x="1829786" y="11168"/>
                </a:cubicBezTo>
                <a:cubicBezTo>
                  <a:pt x="1826109" y="11168"/>
                  <a:pt x="1823507" y="11947"/>
                  <a:pt x="1821983" y="13506"/>
                </a:cubicBezTo>
                <a:cubicBezTo>
                  <a:pt x="1820458" y="15063"/>
                  <a:pt x="1819695" y="17978"/>
                  <a:pt x="1819695" y="22251"/>
                </a:cubicBezTo>
                <a:lnTo>
                  <a:pt x="1819695" y="28794"/>
                </a:lnTo>
                <a:lnTo>
                  <a:pt x="1833621" y="28794"/>
                </a:lnTo>
                <a:lnTo>
                  <a:pt x="1833621" y="38212"/>
                </a:lnTo>
                <a:lnTo>
                  <a:pt x="1819695" y="38212"/>
                </a:lnTo>
                <a:lnTo>
                  <a:pt x="1819695" y="100240"/>
                </a:lnTo>
                <a:lnTo>
                  <a:pt x="1807653" y="1002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" name="Text ferent">
            <a:extLst xmlns:a="http://schemas.openxmlformats.org/drawingml/2006/main">
              <a:ext uri="{FF2B5EF4-FFF2-40B4-BE49-F238E27FC236}">
                <a16:creationId xmlns:a16="http://schemas.microsoft.com/office/drawing/2014/main" id="{9BAE000F-109B-4008-B7B7-B0DEEEB7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8889" y="407039"/>
            <a:ext cx="349855" cy="101855"/>
          </a:xfrm>
          <a:custGeom xmlns:a="http://schemas.openxmlformats.org/drawingml/2006/main">
            <a:pathLst>
              <a:path w="349855" h="101855">
                <a:moveTo>
                  <a:pt x="10697" y="100240"/>
                </a:moveTo>
                <a:lnTo>
                  <a:pt x="10697" y="38212"/>
                </a:lnTo>
                <a:lnTo>
                  <a:pt x="0" y="38212"/>
                </a:lnTo>
                <a:lnTo>
                  <a:pt x="0" y="28794"/>
                </a:lnTo>
                <a:lnTo>
                  <a:pt x="10697" y="28794"/>
                </a:lnTo>
                <a:lnTo>
                  <a:pt x="10697" y="21209"/>
                </a:lnTo>
                <a:cubicBezTo>
                  <a:pt x="10697" y="16421"/>
                  <a:pt x="11123" y="12864"/>
                  <a:pt x="11975" y="10537"/>
                </a:cubicBezTo>
                <a:cubicBezTo>
                  <a:pt x="13141" y="7406"/>
                  <a:pt x="15193" y="4867"/>
                  <a:pt x="18131" y="2920"/>
                </a:cubicBezTo>
                <a:cubicBezTo>
                  <a:pt x="21068" y="973"/>
                  <a:pt x="25183" y="0"/>
                  <a:pt x="30476" y="0"/>
                </a:cubicBezTo>
                <a:cubicBezTo>
                  <a:pt x="33884" y="0"/>
                  <a:pt x="37652" y="406"/>
                  <a:pt x="41778" y="1217"/>
                </a:cubicBezTo>
                <a:lnTo>
                  <a:pt x="39962" y="11836"/>
                </a:lnTo>
                <a:cubicBezTo>
                  <a:pt x="37450" y="11391"/>
                  <a:pt x="35073" y="11168"/>
                  <a:pt x="32830" y="11168"/>
                </a:cubicBezTo>
                <a:cubicBezTo>
                  <a:pt x="29153" y="11168"/>
                  <a:pt x="26551" y="11947"/>
                  <a:pt x="25026" y="13506"/>
                </a:cubicBezTo>
                <a:cubicBezTo>
                  <a:pt x="23502" y="15063"/>
                  <a:pt x="22739" y="17978"/>
                  <a:pt x="22739" y="22251"/>
                </a:cubicBezTo>
                <a:lnTo>
                  <a:pt x="22739" y="28794"/>
                </a:lnTo>
                <a:lnTo>
                  <a:pt x="36665" y="28794"/>
                </a:lnTo>
                <a:lnTo>
                  <a:pt x="36665" y="38212"/>
                </a:lnTo>
                <a:lnTo>
                  <a:pt x="22739" y="38212"/>
                </a:lnTo>
                <a:lnTo>
                  <a:pt x="22739" y="100240"/>
                </a:lnTo>
                <a:lnTo>
                  <a:pt x="10697" y="100240"/>
                </a:lnTo>
                <a:close/>
                <a:moveTo>
                  <a:pt x="94879" y="77098"/>
                </a:moveTo>
                <a:lnTo>
                  <a:pt x="107392" y="78712"/>
                </a:lnTo>
                <a:cubicBezTo>
                  <a:pt x="105419" y="86044"/>
                  <a:pt x="101763" y="91734"/>
                  <a:pt x="96426" y="95783"/>
                </a:cubicBezTo>
                <a:cubicBezTo>
                  <a:pt x="91089" y="99831"/>
                  <a:pt x="84272" y="101855"/>
                  <a:pt x="75974" y="101855"/>
                </a:cubicBezTo>
                <a:cubicBezTo>
                  <a:pt x="65524" y="101855"/>
                  <a:pt x="57238" y="98637"/>
                  <a:pt x="51116" y="92201"/>
                </a:cubicBezTo>
                <a:cubicBezTo>
                  <a:pt x="44994" y="85765"/>
                  <a:pt x="41933" y="76739"/>
                  <a:pt x="41933" y="65122"/>
                </a:cubicBezTo>
                <a:cubicBezTo>
                  <a:pt x="41933" y="53103"/>
                  <a:pt x="45028" y="43774"/>
                  <a:pt x="51217" y="37136"/>
                </a:cubicBezTo>
                <a:cubicBezTo>
                  <a:pt x="57406" y="30498"/>
                  <a:pt x="65435" y="27179"/>
                  <a:pt x="75302" y="27179"/>
                </a:cubicBezTo>
                <a:cubicBezTo>
                  <a:pt x="84855" y="27179"/>
                  <a:pt x="92659" y="30426"/>
                  <a:pt x="98713" y="36919"/>
                </a:cubicBezTo>
                <a:cubicBezTo>
                  <a:pt x="104768" y="43411"/>
                  <a:pt x="107796" y="52546"/>
                  <a:pt x="107796" y="64322"/>
                </a:cubicBezTo>
                <a:cubicBezTo>
                  <a:pt x="107796" y="65038"/>
                  <a:pt x="107773" y="66112"/>
                  <a:pt x="107728" y="67544"/>
                </a:cubicBezTo>
                <a:lnTo>
                  <a:pt x="54446" y="67544"/>
                </a:lnTo>
                <a:cubicBezTo>
                  <a:pt x="54895" y="75416"/>
                  <a:pt x="57115" y="81442"/>
                  <a:pt x="61107" y="85625"/>
                </a:cubicBezTo>
                <a:cubicBezTo>
                  <a:pt x="65098" y="89807"/>
                  <a:pt x="70077" y="91898"/>
                  <a:pt x="76042" y="91898"/>
                </a:cubicBezTo>
                <a:cubicBezTo>
                  <a:pt x="80482" y="91898"/>
                  <a:pt x="84272" y="90721"/>
                  <a:pt x="87411" y="88368"/>
                </a:cubicBezTo>
                <a:cubicBezTo>
                  <a:pt x="90551" y="86014"/>
                  <a:pt x="93040" y="82257"/>
                  <a:pt x="94879" y="77098"/>
                </a:cubicBezTo>
                <a:moveTo>
                  <a:pt x="55119" y="57588"/>
                </a:moveTo>
                <a:lnTo>
                  <a:pt x="95013" y="57588"/>
                </a:lnTo>
                <a:cubicBezTo>
                  <a:pt x="94475" y="51597"/>
                  <a:pt x="92950" y="47105"/>
                  <a:pt x="90439" y="44109"/>
                </a:cubicBezTo>
                <a:cubicBezTo>
                  <a:pt x="86581" y="39460"/>
                  <a:pt x="81581" y="37136"/>
                  <a:pt x="75436" y="37136"/>
                </a:cubicBezTo>
                <a:cubicBezTo>
                  <a:pt x="69875" y="37136"/>
                  <a:pt x="65199" y="38992"/>
                  <a:pt x="61409" y="42703"/>
                </a:cubicBezTo>
                <a:cubicBezTo>
                  <a:pt x="57619" y="46413"/>
                  <a:pt x="55523" y="51375"/>
                  <a:pt x="55119" y="57588"/>
                </a:cubicBezTo>
                <a:close/>
                <a:moveTo>
                  <a:pt x="122440" y="100240"/>
                </a:moveTo>
                <a:lnTo>
                  <a:pt x="122440" y="28794"/>
                </a:lnTo>
                <a:lnTo>
                  <a:pt x="133338" y="28794"/>
                </a:lnTo>
                <a:lnTo>
                  <a:pt x="133338" y="39625"/>
                </a:lnTo>
                <a:cubicBezTo>
                  <a:pt x="136119" y="34557"/>
                  <a:pt x="138687" y="31216"/>
                  <a:pt x="141041" y="29601"/>
                </a:cubicBezTo>
                <a:cubicBezTo>
                  <a:pt x="143396" y="27987"/>
                  <a:pt x="145986" y="27179"/>
                  <a:pt x="148812" y="27179"/>
                </a:cubicBezTo>
                <a:cubicBezTo>
                  <a:pt x="152893" y="27179"/>
                  <a:pt x="157042" y="28480"/>
                  <a:pt x="161258" y="31081"/>
                </a:cubicBezTo>
                <a:lnTo>
                  <a:pt x="157087" y="42308"/>
                </a:lnTo>
                <a:cubicBezTo>
                  <a:pt x="154126" y="40564"/>
                  <a:pt x="151166" y="39692"/>
                  <a:pt x="148206" y="39692"/>
                </a:cubicBezTo>
                <a:cubicBezTo>
                  <a:pt x="145560" y="39692"/>
                  <a:pt x="143183" y="40489"/>
                  <a:pt x="141075" y="42081"/>
                </a:cubicBezTo>
                <a:cubicBezTo>
                  <a:pt x="138967" y="43673"/>
                  <a:pt x="137465" y="45882"/>
                  <a:pt x="136568" y="48707"/>
                </a:cubicBezTo>
                <a:cubicBezTo>
                  <a:pt x="135222" y="53013"/>
                  <a:pt x="134549" y="57722"/>
                  <a:pt x="134549" y="62835"/>
                </a:cubicBezTo>
                <a:lnTo>
                  <a:pt x="134549" y="100240"/>
                </a:lnTo>
                <a:lnTo>
                  <a:pt x="122440" y="100240"/>
                </a:lnTo>
                <a:close/>
                <a:moveTo>
                  <a:pt x="217365" y="77098"/>
                </a:moveTo>
                <a:lnTo>
                  <a:pt x="229878" y="78712"/>
                </a:lnTo>
                <a:cubicBezTo>
                  <a:pt x="227904" y="86044"/>
                  <a:pt x="224249" y="91734"/>
                  <a:pt x="218912" y="95783"/>
                </a:cubicBezTo>
                <a:cubicBezTo>
                  <a:pt x="213575" y="99831"/>
                  <a:pt x="206758" y="101855"/>
                  <a:pt x="198460" y="101855"/>
                </a:cubicBezTo>
                <a:cubicBezTo>
                  <a:pt x="188010" y="101855"/>
                  <a:pt x="179724" y="98637"/>
                  <a:pt x="173602" y="92201"/>
                </a:cubicBezTo>
                <a:cubicBezTo>
                  <a:pt x="167480" y="85765"/>
                  <a:pt x="164419" y="76739"/>
                  <a:pt x="164419" y="65122"/>
                </a:cubicBezTo>
                <a:cubicBezTo>
                  <a:pt x="164419" y="53103"/>
                  <a:pt x="167514" y="43774"/>
                  <a:pt x="173703" y="37136"/>
                </a:cubicBezTo>
                <a:cubicBezTo>
                  <a:pt x="179892" y="30498"/>
                  <a:pt x="187920" y="27179"/>
                  <a:pt x="197787" y="27179"/>
                </a:cubicBezTo>
                <a:cubicBezTo>
                  <a:pt x="207341" y="27179"/>
                  <a:pt x="215145" y="30426"/>
                  <a:pt x="221199" y="36919"/>
                </a:cubicBezTo>
                <a:cubicBezTo>
                  <a:pt x="227254" y="43411"/>
                  <a:pt x="230281" y="52546"/>
                  <a:pt x="230281" y="64322"/>
                </a:cubicBezTo>
                <a:cubicBezTo>
                  <a:pt x="230281" y="65038"/>
                  <a:pt x="230259" y="66112"/>
                  <a:pt x="230214" y="67544"/>
                </a:cubicBezTo>
                <a:lnTo>
                  <a:pt x="176932" y="67544"/>
                </a:lnTo>
                <a:cubicBezTo>
                  <a:pt x="177381" y="75416"/>
                  <a:pt x="179601" y="81442"/>
                  <a:pt x="183592" y="85625"/>
                </a:cubicBezTo>
                <a:cubicBezTo>
                  <a:pt x="187584" y="89807"/>
                  <a:pt x="192562" y="91898"/>
                  <a:pt x="198528" y="91898"/>
                </a:cubicBezTo>
                <a:cubicBezTo>
                  <a:pt x="202968" y="91898"/>
                  <a:pt x="206758" y="90721"/>
                  <a:pt x="209897" y="88368"/>
                </a:cubicBezTo>
                <a:cubicBezTo>
                  <a:pt x="213037" y="86014"/>
                  <a:pt x="215526" y="82257"/>
                  <a:pt x="217365" y="77098"/>
                </a:cubicBezTo>
                <a:moveTo>
                  <a:pt x="177605" y="57588"/>
                </a:moveTo>
                <a:lnTo>
                  <a:pt x="217499" y="57588"/>
                </a:lnTo>
                <a:cubicBezTo>
                  <a:pt x="216961" y="51597"/>
                  <a:pt x="215436" y="47105"/>
                  <a:pt x="212924" y="44109"/>
                </a:cubicBezTo>
                <a:cubicBezTo>
                  <a:pt x="209067" y="39460"/>
                  <a:pt x="204067" y="37136"/>
                  <a:pt x="197922" y="37136"/>
                </a:cubicBezTo>
                <a:cubicBezTo>
                  <a:pt x="192361" y="37136"/>
                  <a:pt x="187685" y="38992"/>
                  <a:pt x="183895" y="42703"/>
                </a:cubicBezTo>
                <a:cubicBezTo>
                  <a:pt x="180105" y="46413"/>
                  <a:pt x="178009" y="51375"/>
                  <a:pt x="177605" y="57588"/>
                </a:cubicBezTo>
                <a:close/>
                <a:moveTo>
                  <a:pt x="245061" y="100240"/>
                </a:moveTo>
                <a:lnTo>
                  <a:pt x="245061" y="28794"/>
                </a:lnTo>
                <a:lnTo>
                  <a:pt x="255960" y="28794"/>
                </a:lnTo>
                <a:lnTo>
                  <a:pt x="255960" y="38952"/>
                </a:lnTo>
                <a:cubicBezTo>
                  <a:pt x="261207" y="31104"/>
                  <a:pt x="268787" y="27179"/>
                  <a:pt x="278699" y="27179"/>
                </a:cubicBezTo>
                <a:cubicBezTo>
                  <a:pt x="283004" y="27179"/>
                  <a:pt x="286962" y="27953"/>
                  <a:pt x="290573" y="29500"/>
                </a:cubicBezTo>
                <a:cubicBezTo>
                  <a:pt x="294183" y="31048"/>
                  <a:pt x="296885" y="33077"/>
                  <a:pt x="298679" y="35589"/>
                </a:cubicBezTo>
                <a:cubicBezTo>
                  <a:pt x="300473" y="38100"/>
                  <a:pt x="301729" y="41083"/>
                  <a:pt x="302447" y="44536"/>
                </a:cubicBezTo>
                <a:cubicBezTo>
                  <a:pt x="302895" y="46779"/>
                  <a:pt x="303120" y="50703"/>
                  <a:pt x="303120" y="56309"/>
                </a:cubicBezTo>
                <a:lnTo>
                  <a:pt x="303120" y="100240"/>
                </a:lnTo>
                <a:lnTo>
                  <a:pt x="291010" y="100240"/>
                </a:lnTo>
                <a:lnTo>
                  <a:pt x="291010" y="56780"/>
                </a:lnTo>
                <a:cubicBezTo>
                  <a:pt x="291010" y="51847"/>
                  <a:pt x="290539" y="48158"/>
                  <a:pt x="289597" y="45714"/>
                </a:cubicBezTo>
                <a:cubicBezTo>
                  <a:pt x="288655" y="43269"/>
                  <a:pt x="286985" y="41318"/>
                  <a:pt x="284585" y="39861"/>
                </a:cubicBezTo>
                <a:cubicBezTo>
                  <a:pt x="282186" y="38403"/>
                  <a:pt x="279371" y="37674"/>
                  <a:pt x="276142" y="37674"/>
                </a:cubicBezTo>
                <a:cubicBezTo>
                  <a:pt x="270984" y="37674"/>
                  <a:pt x="266533" y="39311"/>
                  <a:pt x="262788" y="42585"/>
                </a:cubicBezTo>
                <a:cubicBezTo>
                  <a:pt x="259043" y="45859"/>
                  <a:pt x="257171" y="52071"/>
                  <a:pt x="257171" y="61221"/>
                </a:cubicBezTo>
                <a:lnTo>
                  <a:pt x="257171" y="100240"/>
                </a:lnTo>
                <a:lnTo>
                  <a:pt x="245061" y="100240"/>
                </a:lnTo>
                <a:close/>
                <a:moveTo>
                  <a:pt x="348106" y="89409"/>
                </a:moveTo>
                <a:lnTo>
                  <a:pt x="349855" y="100106"/>
                </a:lnTo>
                <a:cubicBezTo>
                  <a:pt x="346447" y="100823"/>
                  <a:pt x="343397" y="101182"/>
                  <a:pt x="340706" y="101182"/>
                </a:cubicBezTo>
                <a:cubicBezTo>
                  <a:pt x="336310" y="101182"/>
                  <a:pt x="332902" y="100487"/>
                  <a:pt x="330480" y="99097"/>
                </a:cubicBezTo>
                <a:cubicBezTo>
                  <a:pt x="328058" y="97706"/>
                  <a:pt x="326354" y="95879"/>
                  <a:pt x="325367" y="93614"/>
                </a:cubicBezTo>
                <a:cubicBezTo>
                  <a:pt x="324380" y="91349"/>
                  <a:pt x="323887" y="86583"/>
                  <a:pt x="323887" y="79318"/>
                </a:cubicBezTo>
                <a:lnTo>
                  <a:pt x="323887" y="38212"/>
                </a:lnTo>
                <a:lnTo>
                  <a:pt x="315007" y="38212"/>
                </a:lnTo>
                <a:lnTo>
                  <a:pt x="315007" y="28794"/>
                </a:lnTo>
                <a:lnTo>
                  <a:pt x="323887" y="28794"/>
                </a:lnTo>
                <a:lnTo>
                  <a:pt x="323887" y="11100"/>
                </a:lnTo>
                <a:lnTo>
                  <a:pt x="335929" y="3835"/>
                </a:lnTo>
                <a:lnTo>
                  <a:pt x="335929" y="28794"/>
                </a:lnTo>
                <a:lnTo>
                  <a:pt x="348106" y="28794"/>
                </a:lnTo>
                <a:lnTo>
                  <a:pt x="348106" y="38212"/>
                </a:lnTo>
                <a:lnTo>
                  <a:pt x="335929" y="38212"/>
                </a:lnTo>
                <a:lnTo>
                  <a:pt x="335929" y="79990"/>
                </a:lnTo>
                <a:cubicBezTo>
                  <a:pt x="335929" y="83444"/>
                  <a:pt x="336142" y="85664"/>
                  <a:pt x="336568" y="86651"/>
                </a:cubicBezTo>
                <a:cubicBezTo>
                  <a:pt x="336994" y="87637"/>
                  <a:pt x="337690" y="88422"/>
                  <a:pt x="338654" y="89005"/>
                </a:cubicBezTo>
                <a:cubicBezTo>
                  <a:pt x="339618" y="89588"/>
                  <a:pt x="340997" y="89880"/>
                  <a:pt x="342791" y="89880"/>
                </a:cubicBezTo>
                <a:cubicBezTo>
                  <a:pt x="344137" y="89880"/>
                  <a:pt x="345908" y="89723"/>
                  <a:pt x="348106" y="894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" name="Text forwardpassesinembeddingtasks">
            <a:extLst xmlns:a="http://schemas.openxmlformats.org/drawingml/2006/main">
              <a:ext uri="{FF2B5EF4-FFF2-40B4-BE49-F238E27FC236}">
                <a16:creationId xmlns:a16="http://schemas.microsoft.com/office/drawing/2014/main" id="{F7147860-400B-474A-910F-F6E95BFC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5062" y="572375"/>
            <a:ext cx="2152004" cy="129303"/>
          </a:xfrm>
          <a:custGeom xmlns:a="http://schemas.openxmlformats.org/drawingml/2006/main">
            <a:pathLst>
              <a:path w="2152004" h="129303">
                <a:moveTo>
                  <a:pt x="992017" y="15473"/>
                </a:moveTo>
                <a:lnTo>
                  <a:pt x="992017" y="1615"/>
                </a:lnTo>
                <a:lnTo>
                  <a:pt x="979908" y="1615"/>
                </a:lnTo>
                <a:lnTo>
                  <a:pt x="979908" y="15473"/>
                </a:lnTo>
                <a:lnTo>
                  <a:pt x="992017" y="15473"/>
                </a:lnTo>
                <a:close/>
                <a:moveTo>
                  <a:pt x="159680" y="30167"/>
                </a:moveTo>
                <a:lnTo>
                  <a:pt x="159156" y="29889"/>
                </a:lnTo>
                <a:lnTo>
                  <a:pt x="158632" y="29625"/>
                </a:lnTo>
                <a:lnTo>
                  <a:pt x="158109" y="29374"/>
                </a:lnTo>
                <a:lnTo>
                  <a:pt x="157586" y="29137"/>
                </a:lnTo>
                <a:lnTo>
                  <a:pt x="157065" y="28913"/>
                </a:lnTo>
                <a:lnTo>
                  <a:pt x="156544" y="28703"/>
                </a:lnTo>
                <a:lnTo>
                  <a:pt x="156023" y="28507"/>
                </a:lnTo>
                <a:lnTo>
                  <a:pt x="155504" y="28324"/>
                </a:lnTo>
                <a:lnTo>
                  <a:pt x="154985" y="28155"/>
                </a:lnTo>
                <a:lnTo>
                  <a:pt x="154466" y="27999"/>
                </a:lnTo>
                <a:lnTo>
                  <a:pt x="153949" y="27857"/>
                </a:lnTo>
                <a:lnTo>
                  <a:pt x="153432" y="27728"/>
                </a:lnTo>
                <a:lnTo>
                  <a:pt x="152916" y="27613"/>
                </a:lnTo>
                <a:lnTo>
                  <a:pt x="152401" y="27511"/>
                </a:lnTo>
                <a:lnTo>
                  <a:pt x="151886" y="27423"/>
                </a:lnTo>
                <a:lnTo>
                  <a:pt x="151372" y="27349"/>
                </a:lnTo>
                <a:lnTo>
                  <a:pt x="150859" y="27288"/>
                </a:lnTo>
                <a:lnTo>
                  <a:pt x="150346" y="27240"/>
                </a:lnTo>
                <a:lnTo>
                  <a:pt x="149834" y="27206"/>
                </a:lnTo>
                <a:lnTo>
                  <a:pt x="149323" y="27186"/>
                </a:lnTo>
                <a:lnTo>
                  <a:pt x="148812" y="27179"/>
                </a:lnTo>
                <a:lnTo>
                  <a:pt x="148460" y="27183"/>
                </a:lnTo>
                <a:lnTo>
                  <a:pt x="148111" y="27196"/>
                </a:lnTo>
                <a:lnTo>
                  <a:pt x="147764" y="27217"/>
                </a:lnTo>
                <a:lnTo>
                  <a:pt x="147419" y="27246"/>
                </a:lnTo>
                <a:lnTo>
                  <a:pt x="147077" y="27284"/>
                </a:lnTo>
                <a:lnTo>
                  <a:pt x="146737" y="27331"/>
                </a:lnTo>
                <a:lnTo>
                  <a:pt x="146400" y="27385"/>
                </a:lnTo>
                <a:lnTo>
                  <a:pt x="146065" y="27448"/>
                </a:lnTo>
                <a:lnTo>
                  <a:pt x="145733" y="27520"/>
                </a:lnTo>
                <a:lnTo>
                  <a:pt x="145403" y="27600"/>
                </a:lnTo>
                <a:lnTo>
                  <a:pt x="145075" y="27688"/>
                </a:lnTo>
                <a:lnTo>
                  <a:pt x="144750" y="27785"/>
                </a:lnTo>
                <a:lnTo>
                  <a:pt x="144428" y="27890"/>
                </a:lnTo>
                <a:lnTo>
                  <a:pt x="144108" y="28003"/>
                </a:lnTo>
                <a:lnTo>
                  <a:pt x="143790" y="28125"/>
                </a:lnTo>
                <a:lnTo>
                  <a:pt x="143475" y="28256"/>
                </a:lnTo>
                <a:lnTo>
                  <a:pt x="143162" y="28394"/>
                </a:lnTo>
                <a:lnTo>
                  <a:pt x="142852" y="28542"/>
                </a:lnTo>
                <a:lnTo>
                  <a:pt x="142544" y="28697"/>
                </a:lnTo>
                <a:lnTo>
                  <a:pt x="142239" y="28861"/>
                </a:lnTo>
                <a:lnTo>
                  <a:pt x="141936" y="29034"/>
                </a:lnTo>
                <a:lnTo>
                  <a:pt x="141635" y="29214"/>
                </a:lnTo>
                <a:lnTo>
                  <a:pt x="141337" y="29404"/>
                </a:lnTo>
                <a:lnTo>
                  <a:pt x="141042" y="29601"/>
                </a:lnTo>
                <a:lnTo>
                  <a:pt x="140746" y="29812"/>
                </a:lnTo>
                <a:lnTo>
                  <a:pt x="140449" y="30041"/>
                </a:lnTo>
                <a:lnTo>
                  <a:pt x="140149" y="30288"/>
                </a:lnTo>
                <a:lnTo>
                  <a:pt x="139847" y="30552"/>
                </a:lnTo>
                <a:lnTo>
                  <a:pt x="139543" y="30835"/>
                </a:lnTo>
                <a:lnTo>
                  <a:pt x="139236" y="31136"/>
                </a:lnTo>
                <a:lnTo>
                  <a:pt x="138927" y="31455"/>
                </a:lnTo>
                <a:lnTo>
                  <a:pt x="138616" y="31791"/>
                </a:lnTo>
                <a:lnTo>
                  <a:pt x="138303" y="32146"/>
                </a:lnTo>
                <a:lnTo>
                  <a:pt x="137988" y="32519"/>
                </a:lnTo>
                <a:lnTo>
                  <a:pt x="137670" y="32909"/>
                </a:lnTo>
                <a:lnTo>
                  <a:pt x="137350" y="33318"/>
                </a:lnTo>
                <a:lnTo>
                  <a:pt x="137028" y="33745"/>
                </a:lnTo>
                <a:lnTo>
                  <a:pt x="136704" y="34189"/>
                </a:lnTo>
                <a:lnTo>
                  <a:pt x="136377" y="34652"/>
                </a:lnTo>
                <a:lnTo>
                  <a:pt x="136049" y="35133"/>
                </a:lnTo>
                <a:lnTo>
                  <a:pt x="135718" y="35631"/>
                </a:lnTo>
                <a:lnTo>
                  <a:pt x="135384" y="36148"/>
                </a:lnTo>
                <a:lnTo>
                  <a:pt x="135049" y="36682"/>
                </a:lnTo>
                <a:lnTo>
                  <a:pt x="134712" y="37235"/>
                </a:lnTo>
                <a:lnTo>
                  <a:pt x="134372" y="37806"/>
                </a:lnTo>
                <a:lnTo>
                  <a:pt x="134030" y="38394"/>
                </a:lnTo>
                <a:lnTo>
                  <a:pt x="133685" y="39001"/>
                </a:lnTo>
                <a:lnTo>
                  <a:pt x="133339" y="39625"/>
                </a:lnTo>
                <a:lnTo>
                  <a:pt x="133339" y="28794"/>
                </a:lnTo>
                <a:lnTo>
                  <a:pt x="122440" y="28794"/>
                </a:lnTo>
                <a:lnTo>
                  <a:pt x="122440" y="100240"/>
                </a:lnTo>
                <a:lnTo>
                  <a:pt x="134550" y="100240"/>
                </a:lnTo>
                <a:lnTo>
                  <a:pt x="134550" y="62835"/>
                </a:lnTo>
                <a:lnTo>
                  <a:pt x="134553" y="62198"/>
                </a:lnTo>
                <a:lnTo>
                  <a:pt x="134564" y="61565"/>
                </a:lnTo>
                <a:lnTo>
                  <a:pt x="134581" y="60937"/>
                </a:lnTo>
                <a:lnTo>
                  <a:pt x="134606" y="60312"/>
                </a:lnTo>
                <a:lnTo>
                  <a:pt x="134637" y="59692"/>
                </a:lnTo>
                <a:lnTo>
                  <a:pt x="134676" y="59076"/>
                </a:lnTo>
                <a:lnTo>
                  <a:pt x="134722" y="58464"/>
                </a:lnTo>
                <a:lnTo>
                  <a:pt x="134774" y="57857"/>
                </a:lnTo>
                <a:lnTo>
                  <a:pt x="134834" y="57253"/>
                </a:lnTo>
                <a:lnTo>
                  <a:pt x="134900" y="56654"/>
                </a:lnTo>
                <a:lnTo>
                  <a:pt x="134974" y="56059"/>
                </a:lnTo>
                <a:lnTo>
                  <a:pt x="135054" y="55468"/>
                </a:lnTo>
                <a:lnTo>
                  <a:pt x="135142" y="54882"/>
                </a:lnTo>
                <a:lnTo>
                  <a:pt x="135237" y="54300"/>
                </a:lnTo>
                <a:lnTo>
                  <a:pt x="135338" y="53721"/>
                </a:lnTo>
                <a:lnTo>
                  <a:pt x="135447" y="53147"/>
                </a:lnTo>
                <a:lnTo>
                  <a:pt x="135562" y="52578"/>
                </a:lnTo>
                <a:lnTo>
                  <a:pt x="135685" y="52012"/>
                </a:lnTo>
                <a:lnTo>
                  <a:pt x="135815" y="51451"/>
                </a:lnTo>
                <a:lnTo>
                  <a:pt x="135951" y="50894"/>
                </a:lnTo>
                <a:lnTo>
                  <a:pt x="136095" y="50341"/>
                </a:lnTo>
                <a:lnTo>
                  <a:pt x="136246" y="49792"/>
                </a:lnTo>
                <a:lnTo>
                  <a:pt x="136403" y="49248"/>
                </a:lnTo>
                <a:lnTo>
                  <a:pt x="136568" y="48707"/>
                </a:lnTo>
                <a:lnTo>
                  <a:pt x="136683" y="48357"/>
                </a:lnTo>
                <a:lnTo>
                  <a:pt x="136805" y="48014"/>
                </a:lnTo>
                <a:lnTo>
                  <a:pt x="136933" y="47677"/>
                </a:lnTo>
                <a:lnTo>
                  <a:pt x="137067" y="47346"/>
                </a:lnTo>
                <a:lnTo>
                  <a:pt x="137208" y="47022"/>
                </a:lnTo>
                <a:lnTo>
                  <a:pt x="137354" y="46704"/>
                </a:lnTo>
                <a:lnTo>
                  <a:pt x="137508" y="46392"/>
                </a:lnTo>
                <a:lnTo>
                  <a:pt x="137667" y="46087"/>
                </a:lnTo>
                <a:lnTo>
                  <a:pt x="137833" y="45789"/>
                </a:lnTo>
                <a:lnTo>
                  <a:pt x="138005" y="45497"/>
                </a:lnTo>
                <a:lnTo>
                  <a:pt x="138183" y="45211"/>
                </a:lnTo>
                <a:lnTo>
                  <a:pt x="138368" y="44931"/>
                </a:lnTo>
                <a:lnTo>
                  <a:pt x="138559" y="44659"/>
                </a:lnTo>
                <a:lnTo>
                  <a:pt x="138756" y="44392"/>
                </a:lnTo>
                <a:lnTo>
                  <a:pt x="138960" y="44132"/>
                </a:lnTo>
                <a:lnTo>
                  <a:pt x="139169" y="43878"/>
                </a:lnTo>
                <a:lnTo>
                  <a:pt x="139386" y="43631"/>
                </a:lnTo>
                <a:lnTo>
                  <a:pt x="139608" y="43390"/>
                </a:lnTo>
                <a:lnTo>
                  <a:pt x="139837" y="43156"/>
                </a:lnTo>
                <a:lnTo>
                  <a:pt x="140072" y="42928"/>
                </a:lnTo>
                <a:lnTo>
                  <a:pt x="140313" y="42707"/>
                </a:lnTo>
                <a:lnTo>
                  <a:pt x="140561" y="42492"/>
                </a:lnTo>
                <a:lnTo>
                  <a:pt x="140815" y="42283"/>
                </a:lnTo>
                <a:lnTo>
                  <a:pt x="141076" y="42081"/>
                </a:lnTo>
                <a:lnTo>
                  <a:pt x="141340" y="41886"/>
                </a:lnTo>
                <a:lnTo>
                  <a:pt x="141608" y="41699"/>
                </a:lnTo>
                <a:lnTo>
                  <a:pt x="141879" y="41521"/>
                </a:lnTo>
                <a:lnTo>
                  <a:pt x="142152" y="41351"/>
                </a:lnTo>
                <a:lnTo>
                  <a:pt x="142428" y="41189"/>
                </a:lnTo>
                <a:lnTo>
                  <a:pt x="142707" y="41036"/>
                </a:lnTo>
                <a:lnTo>
                  <a:pt x="142989" y="40891"/>
                </a:lnTo>
                <a:lnTo>
                  <a:pt x="143273" y="40754"/>
                </a:lnTo>
                <a:lnTo>
                  <a:pt x="143561" y="40625"/>
                </a:lnTo>
                <a:lnTo>
                  <a:pt x="143851" y="40505"/>
                </a:lnTo>
                <a:lnTo>
                  <a:pt x="144144" y="40393"/>
                </a:lnTo>
                <a:lnTo>
                  <a:pt x="144439" y="40289"/>
                </a:lnTo>
                <a:lnTo>
                  <a:pt x="144738" y="40194"/>
                </a:lnTo>
                <a:lnTo>
                  <a:pt x="145039" y="40107"/>
                </a:lnTo>
                <a:lnTo>
                  <a:pt x="145343" y="40028"/>
                </a:lnTo>
                <a:lnTo>
                  <a:pt x="145650" y="39958"/>
                </a:lnTo>
                <a:lnTo>
                  <a:pt x="145960" y="39896"/>
                </a:lnTo>
                <a:lnTo>
                  <a:pt x="146273" y="39842"/>
                </a:lnTo>
                <a:lnTo>
                  <a:pt x="146588" y="39796"/>
                </a:lnTo>
                <a:lnTo>
                  <a:pt x="146906" y="39759"/>
                </a:lnTo>
                <a:lnTo>
                  <a:pt x="147227" y="39730"/>
                </a:lnTo>
                <a:lnTo>
                  <a:pt x="147551" y="39709"/>
                </a:lnTo>
                <a:lnTo>
                  <a:pt x="147877" y="39697"/>
                </a:lnTo>
                <a:lnTo>
                  <a:pt x="148207" y="39692"/>
                </a:lnTo>
                <a:lnTo>
                  <a:pt x="148577" y="39697"/>
                </a:lnTo>
                <a:lnTo>
                  <a:pt x="148947" y="39711"/>
                </a:lnTo>
                <a:lnTo>
                  <a:pt x="149317" y="39733"/>
                </a:lnTo>
                <a:lnTo>
                  <a:pt x="149687" y="39765"/>
                </a:lnTo>
                <a:lnTo>
                  <a:pt x="150057" y="39806"/>
                </a:lnTo>
                <a:lnTo>
                  <a:pt x="150427" y="39856"/>
                </a:lnTo>
                <a:lnTo>
                  <a:pt x="150797" y="39915"/>
                </a:lnTo>
                <a:lnTo>
                  <a:pt x="151167" y="39983"/>
                </a:lnTo>
                <a:lnTo>
                  <a:pt x="151537" y="40060"/>
                </a:lnTo>
                <a:lnTo>
                  <a:pt x="151907" y="40146"/>
                </a:lnTo>
                <a:lnTo>
                  <a:pt x="152277" y="40242"/>
                </a:lnTo>
                <a:lnTo>
                  <a:pt x="152647" y="40346"/>
                </a:lnTo>
                <a:lnTo>
                  <a:pt x="153017" y="40460"/>
                </a:lnTo>
                <a:lnTo>
                  <a:pt x="153387" y="40582"/>
                </a:lnTo>
                <a:lnTo>
                  <a:pt x="153757" y="40714"/>
                </a:lnTo>
                <a:lnTo>
                  <a:pt x="154127" y="40855"/>
                </a:lnTo>
                <a:lnTo>
                  <a:pt x="154497" y="41005"/>
                </a:lnTo>
                <a:lnTo>
                  <a:pt x="154867" y="41164"/>
                </a:lnTo>
                <a:lnTo>
                  <a:pt x="155237" y="41332"/>
                </a:lnTo>
                <a:lnTo>
                  <a:pt x="155607" y="41509"/>
                </a:lnTo>
                <a:lnTo>
                  <a:pt x="155977" y="41695"/>
                </a:lnTo>
                <a:lnTo>
                  <a:pt x="156347" y="41890"/>
                </a:lnTo>
                <a:lnTo>
                  <a:pt x="156717" y="42094"/>
                </a:lnTo>
                <a:lnTo>
                  <a:pt x="157087" y="42308"/>
                </a:lnTo>
                <a:lnTo>
                  <a:pt x="160830" y="32234"/>
                </a:lnTo>
                <a:lnTo>
                  <a:pt x="181641" y="100240"/>
                </a:lnTo>
                <a:lnTo>
                  <a:pt x="194289" y="100240"/>
                </a:lnTo>
                <a:lnTo>
                  <a:pt x="208753" y="45276"/>
                </a:lnTo>
                <a:lnTo>
                  <a:pt x="211512" y="57430"/>
                </a:lnTo>
                <a:lnTo>
                  <a:pt x="222881" y="100240"/>
                </a:lnTo>
                <a:lnTo>
                  <a:pt x="235462" y="100240"/>
                </a:lnTo>
                <a:lnTo>
                  <a:pt x="257797" y="28794"/>
                </a:lnTo>
                <a:lnTo>
                  <a:pt x="246024" y="28794"/>
                </a:lnTo>
                <a:lnTo>
                  <a:pt x="233780" y="70099"/>
                </a:lnTo>
                <a:lnTo>
                  <a:pt x="229676" y="83892"/>
                </a:lnTo>
                <a:lnTo>
                  <a:pt x="226110" y="70227"/>
                </a:lnTo>
                <a:lnTo>
                  <a:pt x="215414" y="28794"/>
                </a:lnTo>
                <a:lnTo>
                  <a:pt x="202968" y="28794"/>
                </a:lnTo>
                <a:lnTo>
                  <a:pt x="191598" y="70654"/>
                </a:lnTo>
                <a:lnTo>
                  <a:pt x="191318" y="71764"/>
                </a:lnTo>
                <a:lnTo>
                  <a:pt x="191048" y="72830"/>
                </a:lnTo>
                <a:lnTo>
                  <a:pt x="190790" y="73854"/>
                </a:lnTo>
                <a:lnTo>
                  <a:pt x="190542" y="74834"/>
                </a:lnTo>
                <a:lnTo>
                  <a:pt x="190306" y="75771"/>
                </a:lnTo>
                <a:lnTo>
                  <a:pt x="190080" y="76665"/>
                </a:lnTo>
                <a:lnTo>
                  <a:pt x="189866" y="77516"/>
                </a:lnTo>
                <a:lnTo>
                  <a:pt x="189662" y="78323"/>
                </a:lnTo>
                <a:lnTo>
                  <a:pt x="189470" y="79088"/>
                </a:lnTo>
                <a:lnTo>
                  <a:pt x="189288" y="79809"/>
                </a:lnTo>
                <a:lnTo>
                  <a:pt x="189117" y="80487"/>
                </a:lnTo>
                <a:lnTo>
                  <a:pt x="188958" y="81122"/>
                </a:lnTo>
                <a:lnTo>
                  <a:pt x="188809" y="81714"/>
                </a:lnTo>
                <a:lnTo>
                  <a:pt x="188671" y="82262"/>
                </a:lnTo>
                <a:lnTo>
                  <a:pt x="188544" y="82767"/>
                </a:lnTo>
                <a:lnTo>
                  <a:pt x="188429" y="83230"/>
                </a:lnTo>
                <a:lnTo>
                  <a:pt x="188324" y="83649"/>
                </a:lnTo>
                <a:lnTo>
                  <a:pt x="188230" y="84024"/>
                </a:lnTo>
                <a:lnTo>
                  <a:pt x="188147" y="84357"/>
                </a:lnTo>
                <a:lnTo>
                  <a:pt x="188076" y="84646"/>
                </a:lnTo>
                <a:lnTo>
                  <a:pt x="188015" y="84893"/>
                </a:lnTo>
                <a:lnTo>
                  <a:pt x="187965" y="85096"/>
                </a:lnTo>
                <a:lnTo>
                  <a:pt x="187926" y="85256"/>
                </a:lnTo>
                <a:lnTo>
                  <a:pt x="187898" y="85372"/>
                </a:lnTo>
                <a:lnTo>
                  <a:pt x="183660" y="70027"/>
                </a:lnTo>
                <a:lnTo>
                  <a:pt x="172290" y="28794"/>
                </a:lnTo>
                <a:lnTo>
                  <a:pt x="159777" y="28794"/>
                </a:lnTo>
                <a:lnTo>
                  <a:pt x="160304" y="30515"/>
                </a:lnTo>
                <a:lnTo>
                  <a:pt x="160206" y="30458"/>
                </a:lnTo>
                <a:lnTo>
                  <a:pt x="159680" y="30167"/>
                </a:lnTo>
                <a:close/>
                <a:moveTo>
                  <a:pt x="22739" y="28794"/>
                </a:moveTo>
                <a:lnTo>
                  <a:pt x="22739" y="22251"/>
                </a:lnTo>
                <a:lnTo>
                  <a:pt x="22743" y="21724"/>
                </a:lnTo>
                <a:lnTo>
                  <a:pt x="22755" y="21211"/>
                </a:lnTo>
                <a:lnTo>
                  <a:pt x="22775" y="20712"/>
                </a:lnTo>
                <a:lnTo>
                  <a:pt x="22803" y="20228"/>
                </a:lnTo>
                <a:lnTo>
                  <a:pt x="22838" y="19757"/>
                </a:lnTo>
                <a:lnTo>
                  <a:pt x="22882" y="19301"/>
                </a:lnTo>
                <a:lnTo>
                  <a:pt x="22934" y="18859"/>
                </a:lnTo>
                <a:lnTo>
                  <a:pt x="22993" y="18431"/>
                </a:lnTo>
                <a:lnTo>
                  <a:pt x="23061" y="18017"/>
                </a:lnTo>
                <a:lnTo>
                  <a:pt x="23136" y="17617"/>
                </a:lnTo>
                <a:lnTo>
                  <a:pt x="23220" y="17231"/>
                </a:lnTo>
                <a:lnTo>
                  <a:pt x="23311" y="16860"/>
                </a:lnTo>
                <a:lnTo>
                  <a:pt x="23410" y="16502"/>
                </a:lnTo>
                <a:lnTo>
                  <a:pt x="23517" y="16159"/>
                </a:lnTo>
                <a:lnTo>
                  <a:pt x="23633" y="15830"/>
                </a:lnTo>
                <a:lnTo>
                  <a:pt x="23756" y="15515"/>
                </a:lnTo>
                <a:lnTo>
                  <a:pt x="23887" y="15215"/>
                </a:lnTo>
                <a:lnTo>
                  <a:pt x="24026" y="14928"/>
                </a:lnTo>
                <a:lnTo>
                  <a:pt x="24173" y="14656"/>
                </a:lnTo>
                <a:lnTo>
                  <a:pt x="24327" y="14397"/>
                </a:lnTo>
                <a:lnTo>
                  <a:pt x="24490" y="14153"/>
                </a:lnTo>
                <a:lnTo>
                  <a:pt x="24661" y="13923"/>
                </a:lnTo>
                <a:lnTo>
                  <a:pt x="24840" y="13707"/>
                </a:lnTo>
                <a:lnTo>
                  <a:pt x="25026" y="13506"/>
                </a:lnTo>
                <a:lnTo>
                  <a:pt x="25223" y="13315"/>
                </a:lnTo>
                <a:lnTo>
                  <a:pt x="25430" y="13132"/>
                </a:lnTo>
                <a:lnTo>
                  <a:pt x="25649" y="12958"/>
                </a:lnTo>
                <a:lnTo>
                  <a:pt x="25879" y="12791"/>
                </a:lnTo>
                <a:lnTo>
                  <a:pt x="26120" y="12633"/>
                </a:lnTo>
                <a:lnTo>
                  <a:pt x="26372" y="12483"/>
                </a:lnTo>
                <a:lnTo>
                  <a:pt x="26635" y="12341"/>
                </a:lnTo>
                <a:lnTo>
                  <a:pt x="26910" y="12207"/>
                </a:lnTo>
                <a:lnTo>
                  <a:pt x="27196" y="12081"/>
                </a:lnTo>
                <a:lnTo>
                  <a:pt x="27493" y="11963"/>
                </a:lnTo>
                <a:lnTo>
                  <a:pt x="27802" y="11854"/>
                </a:lnTo>
                <a:lnTo>
                  <a:pt x="28121" y="11752"/>
                </a:lnTo>
                <a:lnTo>
                  <a:pt x="28452" y="11659"/>
                </a:lnTo>
                <a:lnTo>
                  <a:pt x="28794" y="11574"/>
                </a:lnTo>
                <a:lnTo>
                  <a:pt x="29147" y="11496"/>
                </a:lnTo>
                <a:lnTo>
                  <a:pt x="29511" y="11427"/>
                </a:lnTo>
                <a:lnTo>
                  <a:pt x="29887" y="11367"/>
                </a:lnTo>
                <a:lnTo>
                  <a:pt x="30274" y="11314"/>
                </a:lnTo>
                <a:lnTo>
                  <a:pt x="30672" y="11269"/>
                </a:lnTo>
                <a:lnTo>
                  <a:pt x="31081" y="11233"/>
                </a:lnTo>
                <a:lnTo>
                  <a:pt x="31502" y="11204"/>
                </a:lnTo>
                <a:lnTo>
                  <a:pt x="31933" y="11184"/>
                </a:lnTo>
                <a:lnTo>
                  <a:pt x="32376" y="11172"/>
                </a:lnTo>
                <a:lnTo>
                  <a:pt x="32830" y="11168"/>
                </a:lnTo>
                <a:lnTo>
                  <a:pt x="33111" y="11169"/>
                </a:lnTo>
                <a:lnTo>
                  <a:pt x="33394" y="11172"/>
                </a:lnTo>
                <a:lnTo>
                  <a:pt x="33678" y="11178"/>
                </a:lnTo>
                <a:lnTo>
                  <a:pt x="33963" y="11186"/>
                </a:lnTo>
                <a:lnTo>
                  <a:pt x="34249" y="11197"/>
                </a:lnTo>
                <a:lnTo>
                  <a:pt x="34537" y="11209"/>
                </a:lnTo>
                <a:lnTo>
                  <a:pt x="34827" y="11225"/>
                </a:lnTo>
                <a:lnTo>
                  <a:pt x="35118" y="11242"/>
                </a:lnTo>
                <a:lnTo>
                  <a:pt x="35410" y="11262"/>
                </a:lnTo>
                <a:lnTo>
                  <a:pt x="35704" y="11284"/>
                </a:lnTo>
                <a:lnTo>
                  <a:pt x="35999" y="11308"/>
                </a:lnTo>
                <a:lnTo>
                  <a:pt x="36295" y="11335"/>
                </a:lnTo>
                <a:lnTo>
                  <a:pt x="36593" y="11364"/>
                </a:lnTo>
                <a:lnTo>
                  <a:pt x="36892" y="11395"/>
                </a:lnTo>
                <a:lnTo>
                  <a:pt x="37193" y="11429"/>
                </a:lnTo>
                <a:lnTo>
                  <a:pt x="37495" y="11465"/>
                </a:lnTo>
                <a:lnTo>
                  <a:pt x="37798" y="11503"/>
                </a:lnTo>
                <a:lnTo>
                  <a:pt x="38103" y="11544"/>
                </a:lnTo>
                <a:lnTo>
                  <a:pt x="38409" y="11587"/>
                </a:lnTo>
                <a:lnTo>
                  <a:pt x="38717" y="11632"/>
                </a:lnTo>
                <a:lnTo>
                  <a:pt x="39026" y="11680"/>
                </a:lnTo>
                <a:lnTo>
                  <a:pt x="39336" y="11729"/>
                </a:lnTo>
                <a:lnTo>
                  <a:pt x="39648" y="11782"/>
                </a:lnTo>
                <a:lnTo>
                  <a:pt x="39962" y="11836"/>
                </a:lnTo>
                <a:lnTo>
                  <a:pt x="41778" y="1217"/>
                </a:lnTo>
                <a:lnTo>
                  <a:pt x="41264" y="1118"/>
                </a:lnTo>
                <a:lnTo>
                  <a:pt x="40754" y="1023"/>
                </a:lnTo>
                <a:lnTo>
                  <a:pt x="40247" y="932"/>
                </a:lnTo>
                <a:lnTo>
                  <a:pt x="39745" y="845"/>
                </a:lnTo>
                <a:lnTo>
                  <a:pt x="39246" y="763"/>
                </a:lnTo>
                <a:lnTo>
                  <a:pt x="38751" y="685"/>
                </a:lnTo>
                <a:lnTo>
                  <a:pt x="38259" y="611"/>
                </a:lnTo>
                <a:lnTo>
                  <a:pt x="37771" y="541"/>
                </a:lnTo>
                <a:lnTo>
                  <a:pt x="37287" y="475"/>
                </a:lnTo>
                <a:lnTo>
                  <a:pt x="36807" y="414"/>
                </a:lnTo>
                <a:lnTo>
                  <a:pt x="36331" y="357"/>
                </a:lnTo>
                <a:lnTo>
                  <a:pt x="35858" y="304"/>
                </a:lnTo>
                <a:lnTo>
                  <a:pt x="35389" y="256"/>
                </a:lnTo>
                <a:lnTo>
                  <a:pt x="34923" y="211"/>
                </a:lnTo>
                <a:lnTo>
                  <a:pt x="34462" y="171"/>
                </a:lnTo>
                <a:lnTo>
                  <a:pt x="34004" y="135"/>
                </a:lnTo>
                <a:lnTo>
                  <a:pt x="33550" y="104"/>
                </a:lnTo>
                <a:lnTo>
                  <a:pt x="33099" y="76"/>
                </a:lnTo>
                <a:lnTo>
                  <a:pt x="32653" y="53"/>
                </a:lnTo>
                <a:lnTo>
                  <a:pt x="32210" y="34"/>
                </a:lnTo>
                <a:lnTo>
                  <a:pt x="31771" y="19"/>
                </a:lnTo>
                <a:lnTo>
                  <a:pt x="31335" y="8"/>
                </a:lnTo>
                <a:lnTo>
                  <a:pt x="30904" y="2"/>
                </a:lnTo>
                <a:lnTo>
                  <a:pt x="30476" y="0"/>
                </a:lnTo>
                <a:lnTo>
                  <a:pt x="29820" y="5"/>
                </a:lnTo>
                <a:lnTo>
                  <a:pt x="29177" y="20"/>
                </a:lnTo>
                <a:lnTo>
                  <a:pt x="28546" y="46"/>
                </a:lnTo>
                <a:lnTo>
                  <a:pt x="27928" y="81"/>
                </a:lnTo>
                <a:lnTo>
                  <a:pt x="27321" y="127"/>
                </a:lnTo>
                <a:lnTo>
                  <a:pt x="26727" y="183"/>
                </a:lnTo>
                <a:lnTo>
                  <a:pt x="26145" y="248"/>
                </a:lnTo>
                <a:lnTo>
                  <a:pt x="25576" y="324"/>
                </a:lnTo>
                <a:lnTo>
                  <a:pt x="25019" y="411"/>
                </a:lnTo>
                <a:lnTo>
                  <a:pt x="24473" y="507"/>
                </a:lnTo>
                <a:lnTo>
                  <a:pt x="23941" y="613"/>
                </a:lnTo>
                <a:lnTo>
                  <a:pt x="23420" y="730"/>
                </a:lnTo>
                <a:lnTo>
                  <a:pt x="22912" y="857"/>
                </a:lnTo>
                <a:lnTo>
                  <a:pt x="22416" y="994"/>
                </a:lnTo>
                <a:lnTo>
                  <a:pt x="21932" y="1141"/>
                </a:lnTo>
                <a:lnTo>
                  <a:pt x="21461" y="1298"/>
                </a:lnTo>
                <a:lnTo>
                  <a:pt x="21002" y="1465"/>
                </a:lnTo>
                <a:lnTo>
                  <a:pt x="20555" y="1643"/>
                </a:lnTo>
                <a:lnTo>
                  <a:pt x="20120" y="1830"/>
                </a:lnTo>
                <a:lnTo>
                  <a:pt x="19698" y="2028"/>
                </a:lnTo>
                <a:lnTo>
                  <a:pt x="19288" y="2236"/>
                </a:lnTo>
                <a:lnTo>
                  <a:pt x="18890" y="2454"/>
                </a:lnTo>
                <a:lnTo>
                  <a:pt x="18504" y="2682"/>
                </a:lnTo>
                <a:lnTo>
                  <a:pt x="18131" y="2920"/>
                </a:lnTo>
                <a:lnTo>
                  <a:pt x="17768" y="3167"/>
                </a:lnTo>
                <a:lnTo>
                  <a:pt x="17415" y="3419"/>
                </a:lnTo>
                <a:lnTo>
                  <a:pt x="17071" y="3678"/>
                </a:lnTo>
                <a:lnTo>
                  <a:pt x="16736" y="3943"/>
                </a:lnTo>
                <a:lnTo>
                  <a:pt x="16410" y="4214"/>
                </a:lnTo>
                <a:lnTo>
                  <a:pt x="16094" y="4491"/>
                </a:lnTo>
                <a:lnTo>
                  <a:pt x="15786" y="4775"/>
                </a:lnTo>
                <a:lnTo>
                  <a:pt x="15488" y="5064"/>
                </a:lnTo>
                <a:lnTo>
                  <a:pt x="15199" y="5360"/>
                </a:lnTo>
                <a:lnTo>
                  <a:pt x="14920" y="5662"/>
                </a:lnTo>
                <a:lnTo>
                  <a:pt x="14650" y="5970"/>
                </a:lnTo>
                <a:lnTo>
                  <a:pt x="14389" y="6284"/>
                </a:lnTo>
                <a:lnTo>
                  <a:pt x="14137" y="6605"/>
                </a:lnTo>
                <a:lnTo>
                  <a:pt x="13894" y="6932"/>
                </a:lnTo>
                <a:lnTo>
                  <a:pt x="13661" y="7264"/>
                </a:lnTo>
                <a:lnTo>
                  <a:pt x="13436" y="7603"/>
                </a:lnTo>
                <a:lnTo>
                  <a:pt x="13221" y="7948"/>
                </a:lnTo>
                <a:lnTo>
                  <a:pt x="13016" y="8300"/>
                </a:lnTo>
                <a:lnTo>
                  <a:pt x="12819" y="8657"/>
                </a:lnTo>
                <a:lnTo>
                  <a:pt x="12632" y="9021"/>
                </a:lnTo>
                <a:lnTo>
                  <a:pt x="12454" y="9391"/>
                </a:lnTo>
                <a:lnTo>
                  <a:pt x="12285" y="9767"/>
                </a:lnTo>
                <a:lnTo>
                  <a:pt x="12125" y="10149"/>
                </a:lnTo>
                <a:lnTo>
                  <a:pt x="11975" y="10537"/>
                </a:lnTo>
                <a:lnTo>
                  <a:pt x="11871" y="10834"/>
                </a:lnTo>
                <a:lnTo>
                  <a:pt x="11771" y="11144"/>
                </a:lnTo>
                <a:lnTo>
                  <a:pt x="11675" y="11467"/>
                </a:lnTo>
                <a:lnTo>
                  <a:pt x="11584" y="11803"/>
                </a:lnTo>
                <a:lnTo>
                  <a:pt x="11498" y="12151"/>
                </a:lnTo>
                <a:lnTo>
                  <a:pt x="11416" y="12513"/>
                </a:lnTo>
                <a:lnTo>
                  <a:pt x="11338" y="12887"/>
                </a:lnTo>
                <a:lnTo>
                  <a:pt x="11265" y="13274"/>
                </a:lnTo>
                <a:lnTo>
                  <a:pt x="11196" y="13674"/>
                </a:lnTo>
                <a:lnTo>
                  <a:pt x="11132" y="14086"/>
                </a:lnTo>
                <a:lnTo>
                  <a:pt x="11072" y="14512"/>
                </a:lnTo>
                <a:lnTo>
                  <a:pt x="11016" y="14950"/>
                </a:lnTo>
                <a:lnTo>
                  <a:pt x="10965" y="15401"/>
                </a:lnTo>
                <a:lnTo>
                  <a:pt x="10919" y="15865"/>
                </a:lnTo>
                <a:lnTo>
                  <a:pt x="10877" y="16341"/>
                </a:lnTo>
                <a:lnTo>
                  <a:pt x="10839" y="16831"/>
                </a:lnTo>
                <a:lnTo>
                  <a:pt x="10806" y="17333"/>
                </a:lnTo>
                <a:lnTo>
                  <a:pt x="10777" y="17848"/>
                </a:lnTo>
                <a:lnTo>
                  <a:pt x="10752" y="18376"/>
                </a:lnTo>
                <a:lnTo>
                  <a:pt x="10732" y="18917"/>
                </a:lnTo>
                <a:lnTo>
                  <a:pt x="10717" y="19471"/>
                </a:lnTo>
                <a:lnTo>
                  <a:pt x="10706" y="20037"/>
                </a:lnTo>
                <a:lnTo>
                  <a:pt x="10699" y="20616"/>
                </a:lnTo>
                <a:lnTo>
                  <a:pt x="10697" y="21209"/>
                </a:lnTo>
                <a:lnTo>
                  <a:pt x="10697" y="28794"/>
                </a:lnTo>
                <a:lnTo>
                  <a:pt x="0" y="28794"/>
                </a:lnTo>
                <a:lnTo>
                  <a:pt x="0" y="38212"/>
                </a:lnTo>
                <a:lnTo>
                  <a:pt x="10697" y="38212"/>
                </a:lnTo>
                <a:lnTo>
                  <a:pt x="10697" y="100240"/>
                </a:lnTo>
                <a:lnTo>
                  <a:pt x="22739" y="100240"/>
                </a:lnTo>
                <a:lnTo>
                  <a:pt x="22739" y="38212"/>
                </a:lnTo>
                <a:lnTo>
                  <a:pt x="36665" y="38212"/>
                </a:lnTo>
                <a:lnTo>
                  <a:pt x="36665" y="28794"/>
                </a:lnTo>
                <a:lnTo>
                  <a:pt x="22739" y="28794"/>
                </a:lnTo>
                <a:close/>
                <a:moveTo>
                  <a:pt x="435697" y="36703"/>
                </a:moveTo>
                <a:lnTo>
                  <a:pt x="435424" y="36344"/>
                </a:lnTo>
                <a:lnTo>
                  <a:pt x="435144" y="35992"/>
                </a:lnTo>
                <a:lnTo>
                  <a:pt x="434857" y="35645"/>
                </a:lnTo>
                <a:lnTo>
                  <a:pt x="434564" y="35304"/>
                </a:lnTo>
                <a:lnTo>
                  <a:pt x="434265" y="34969"/>
                </a:lnTo>
                <a:lnTo>
                  <a:pt x="433959" y="34640"/>
                </a:lnTo>
                <a:lnTo>
                  <a:pt x="433646" y="34316"/>
                </a:lnTo>
                <a:lnTo>
                  <a:pt x="433327" y="33998"/>
                </a:lnTo>
                <a:lnTo>
                  <a:pt x="433002" y="33686"/>
                </a:lnTo>
                <a:lnTo>
                  <a:pt x="432670" y="33380"/>
                </a:lnTo>
                <a:lnTo>
                  <a:pt x="432331" y="33079"/>
                </a:lnTo>
                <a:lnTo>
                  <a:pt x="431986" y="32785"/>
                </a:lnTo>
                <a:lnTo>
                  <a:pt x="431634" y="32496"/>
                </a:lnTo>
                <a:lnTo>
                  <a:pt x="431275" y="32212"/>
                </a:lnTo>
                <a:lnTo>
                  <a:pt x="430911" y="31935"/>
                </a:lnTo>
                <a:lnTo>
                  <a:pt x="430539" y="31663"/>
                </a:lnTo>
                <a:lnTo>
                  <a:pt x="430161" y="31397"/>
                </a:lnTo>
                <a:lnTo>
                  <a:pt x="429777" y="31137"/>
                </a:lnTo>
                <a:lnTo>
                  <a:pt x="429386" y="30883"/>
                </a:lnTo>
                <a:lnTo>
                  <a:pt x="428988" y="30634"/>
                </a:lnTo>
                <a:lnTo>
                  <a:pt x="428584" y="30391"/>
                </a:lnTo>
                <a:lnTo>
                  <a:pt x="428173" y="30154"/>
                </a:lnTo>
                <a:lnTo>
                  <a:pt x="427756" y="29923"/>
                </a:lnTo>
                <a:lnTo>
                  <a:pt x="427333" y="29699"/>
                </a:lnTo>
                <a:lnTo>
                  <a:pt x="426905" y="29485"/>
                </a:lnTo>
                <a:lnTo>
                  <a:pt x="426473" y="29280"/>
                </a:lnTo>
                <a:lnTo>
                  <a:pt x="426035" y="29084"/>
                </a:lnTo>
                <a:lnTo>
                  <a:pt x="425592" y="28899"/>
                </a:lnTo>
                <a:lnTo>
                  <a:pt x="425145" y="28722"/>
                </a:lnTo>
                <a:lnTo>
                  <a:pt x="424693" y="28556"/>
                </a:lnTo>
                <a:lnTo>
                  <a:pt x="424235" y="28399"/>
                </a:lnTo>
                <a:lnTo>
                  <a:pt x="423773" y="28251"/>
                </a:lnTo>
                <a:lnTo>
                  <a:pt x="423306" y="28113"/>
                </a:lnTo>
                <a:lnTo>
                  <a:pt x="422834" y="27984"/>
                </a:lnTo>
                <a:lnTo>
                  <a:pt x="422357" y="27865"/>
                </a:lnTo>
                <a:lnTo>
                  <a:pt x="421875" y="27756"/>
                </a:lnTo>
                <a:lnTo>
                  <a:pt x="421389" y="27656"/>
                </a:lnTo>
                <a:lnTo>
                  <a:pt x="420897" y="27565"/>
                </a:lnTo>
                <a:lnTo>
                  <a:pt x="420401" y="27484"/>
                </a:lnTo>
                <a:lnTo>
                  <a:pt x="419899" y="27413"/>
                </a:lnTo>
                <a:lnTo>
                  <a:pt x="419393" y="27351"/>
                </a:lnTo>
                <a:lnTo>
                  <a:pt x="418882" y="27298"/>
                </a:lnTo>
                <a:lnTo>
                  <a:pt x="418366" y="27255"/>
                </a:lnTo>
                <a:lnTo>
                  <a:pt x="417845" y="27222"/>
                </a:lnTo>
                <a:lnTo>
                  <a:pt x="417319" y="27198"/>
                </a:lnTo>
                <a:lnTo>
                  <a:pt x="416788" y="27184"/>
                </a:lnTo>
                <a:lnTo>
                  <a:pt x="416252" y="27179"/>
                </a:lnTo>
                <a:lnTo>
                  <a:pt x="415521" y="27187"/>
                </a:lnTo>
                <a:lnTo>
                  <a:pt x="414795" y="27211"/>
                </a:lnTo>
                <a:lnTo>
                  <a:pt x="414075" y="27252"/>
                </a:lnTo>
                <a:lnTo>
                  <a:pt x="413361" y="27308"/>
                </a:lnTo>
                <a:lnTo>
                  <a:pt x="412653" y="27381"/>
                </a:lnTo>
                <a:lnTo>
                  <a:pt x="411951" y="27469"/>
                </a:lnTo>
                <a:lnTo>
                  <a:pt x="411254" y="27574"/>
                </a:lnTo>
                <a:lnTo>
                  <a:pt x="410564" y="27695"/>
                </a:lnTo>
                <a:lnTo>
                  <a:pt x="409879" y="27832"/>
                </a:lnTo>
                <a:lnTo>
                  <a:pt x="409200" y="27985"/>
                </a:lnTo>
                <a:lnTo>
                  <a:pt x="408527" y="28154"/>
                </a:lnTo>
                <a:lnTo>
                  <a:pt x="407859" y="28340"/>
                </a:lnTo>
                <a:lnTo>
                  <a:pt x="407198" y="28541"/>
                </a:lnTo>
                <a:lnTo>
                  <a:pt x="406542" y="28759"/>
                </a:lnTo>
                <a:lnTo>
                  <a:pt x="405893" y="28993"/>
                </a:lnTo>
                <a:lnTo>
                  <a:pt x="405249" y="29242"/>
                </a:lnTo>
                <a:lnTo>
                  <a:pt x="404611" y="29508"/>
                </a:lnTo>
                <a:lnTo>
                  <a:pt x="403979" y="29790"/>
                </a:lnTo>
                <a:lnTo>
                  <a:pt x="403352" y="30089"/>
                </a:lnTo>
                <a:lnTo>
                  <a:pt x="402732" y="30403"/>
                </a:lnTo>
                <a:lnTo>
                  <a:pt x="402117" y="30733"/>
                </a:lnTo>
                <a:lnTo>
                  <a:pt x="401508" y="31080"/>
                </a:lnTo>
                <a:lnTo>
                  <a:pt x="400905" y="31442"/>
                </a:lnTo>
                <a:lnTo>
                  <a:pt x="400308" y="31821"/>
                </a:lnTo>
                <a:lnTo>
                  <a:pt x="399720" y="32215"/>
                </a:lnTo>
                <a:lnTo>
                  <a:pt x="399144" y="32623"/>
                </a:lnTo>
                <a:lnTo>
                  <a:pt x="398581" y="33045"/>
                </a:lnTo>
                <a:lnTo>
                  <a:pt x="398030" y="33482"/>
                </a:lnTo>
                <a:lnTo>
                  <a:pt x="397491" y="33932"/>
                </a:lnTo>
                <a:lnTo>
                  <a:pt x="396965" y="34397"/>
                </a:lnTo>
                <a:lnTo>
                  <a:pt x="396451" y="34875"/>
                </a:lnTo>
                <a:lnTo>
                  <a:pt x="395950" y="35368"/>
                </a:lnTo>
                <a:lnTo>
                  <a:pt x="395461" y="35875"/>
                </a:lnTo>
                <a:lnTo>
                  <a:pt x="394984" y="36396"/>
                </a:lnTo>
                <a:lnTo>
                  <a:pt x="394520" y="36931"/>
                </a:lnTo>
                <a:lnTo>
                  <a:pt x="394068" y="37481"/>
                </a:lnTo>
                <a:lnTo>
                  <a:pt x="393629" y="38044"/>
                </a:lnTo>
                <a:lnTo>
                  <a:pt x="393201" y="38622"/>
                </a:lnTo>
                <a:lnTo>
                  <a:pt x="392787" y="39214"/>
                </a:lnTo>
                <a:lnTo>
                  <a:pt x="392384" y="39820"/>
                </a:lnTo>
                <a:lnTo>
                  <a:pt x="391994" y="40440"/>
                </a:lnTo>
                <a:lnTo>
                  <a:pt x="391617" y="41074"/>
                </a:lnTo>
                <a:lnTo>
                  <a:pt x="391251" y="41722"/>
                </a:lnTo>
                <a:lnTo>
                  <a:pt x="390899" y="42384"/>
                </a:lnTo>
                <a:lnTo>
                  <a:pt x="390558" y="43061"/>
                </a:lnTo>
                <a:lnTo>
                  <a:pt x="390230" y="43752"/>
                </a:lnTo>
                <a:lnTo>
                  <a:pt x="389914" y="44456"/>
                </a:lnTo>
                <a:lnTo>
                  <a:pt x="389611" y="45175"/>
                </a:lnTo>
                <a:lnTo>
                  <a:pt x="389320" y="45905"/>
                </a:lnTo>
                <a:lnTo>
                  <a:pt x="389042" y="46641"/>
                </a:lnTo>
                <a:lnTo>
                  <a:pt x="388775" y="47384"/>
                </a:lnTo>
                <a:lnTo>
                  <a:pt x="388522" y="48135"/>
                </a:lnTo>
                <a:lnTo>
                  <a:pt x="388280" y="48892"/>
                </a:lnTo>
                <a:lnTo>
                  <a:pt x="388051" y="49655"/>
                </a:lnTo>
                <a:lnTo>
                  <a:pt x="387834" y="50426"/>
                </a:lnTo>
                <a:lnTo>
                  <a:pt x="387630" y="51204"/>
                </a:lnTo>
                <a:lnTo>
                  <a:pt x="387438" y="51989"/>
                </a:lnTo>
                <a:lnTo>
                  <a:pt x="387259" y="52780"/>
                </a:lnTo>
                <a:lnTo>
                  <a:pt x="387092" y="53578"/>
                </a:lnTo>
                <a:lnTo>
                  <a:pt x="386937" y="54384"/>
                </a:lnTo>
                <a:lnTo>
                  <a:pt x="386794" y="55196"/>
                </a:lnTo>
                <a:lnTo>
                  <a:pt x="386664" y="56015"/>
                </a:lnTo>
                <a:lnTo>
                  <a:pt x="386547" y="56841"/>
                </a:lnTo>
                <a:lnTo>
                  <a:pt x="386442" y="57674"/>
                </a:lnTo>
                <a:lnTo>
                  <a:pt x="386349" y="58513"/>
                </a:lnTo>
                <a:lnTo>
                  <a:pt x="386268" y="59360"/>
                </a:lnTo>
                <a:lnTo>
                  <a:pt x="386200" y="60213"/>
                </a:lnTo>
                <a:lnTo>
                  <a:pt x="386144" y="61074"/>
                </a:lnTo>
                <a:lnTo>
                  <a:pt x="386101" y="61941"/>
                </a:lnTo>
                <a:lnTo>
                  <a:pt x="386070" y="62815"/>
                </a:lnTo>
                <a:lnTo>
                  <a:pt x="386052" y="63696"/>
                </a:lnTo>
                <a:lnTo>
                  <a:pt x="386045" y="64584"/>
                </a:lnTo>
                <a:lnTo>
                  <a:pt x="386052" y="65494"/>
                </a:lnTo>
                <a:lnTo>
                  <a:pt x="386073" y="66394"/>
                </a:lnTo>
                <a:lnTo>
                  <a:pt x="386107" y="67286"/>
                </a:lnTo>
                <a:lnTo>
                  <a:pt x="386155" y="68170"/>
                </a:lnTo>
                <a:lnTo>
                  <a:pt x="386216" y="69044"/>
                </a:lnTo>
                <a:lnTo>
                  <a:pt x="386291" y="69910"/>
                </a:lnTo>
                <a:lnTo>
                  <a:pt x="386380" y="70766"/>
                </a:lnTo>
                <a:lnTo>
                  <a:pt x="386483" y="71615"/>
                </a:lnTo>
                <a:lnTo>
                  <a:pt x="386599" y="72454"/>
                </a:lnTo>
                <a:lnTo>
                  <a:pt x="386729" y="73285"/>
                </a:lnTo>
                <a:lnTo>
                  <a:pt x="386872" y="74106"/>
                </a:lnTo>
                <a:lnTo>
                  <a:pt x="387029" y="74919"/>
                </a:lnTo>
                <a:lnTo>
                  <a:pt x="387200" y="75724"/>
                </a:lnTo>
                <a:lnTo>
                  <a:pt x="387385" y="76519"/>
                </a:lnTo>
                <a:lnTo>
                  <a:pt x="387583" y="77306"/>
                </a:lnTo>
                <a:lnTo>
                  <a:pt x="387795" y="78084"/>
                </a:lnTo>
                <a:lnTo>
                  <a:pt x="388020" y="78853"/>
                </a:lnTo>
                <a:lnTo>
                  <a:pt x="388259" y="79614"/>
                </a:lnTo>
                <a:lnTo>
                  <a:pt x="388512" y="80366"/>
                </a:lnTo>
                <a:lnTo>
                  <a:pt x="388778" y="81109"/>
                </a:lnTo>
                <a:lnTo>
                  <a:pt x="389059" y="81843"/>
                </a:lnTo>
                <a:lnTo>
                  <a:pt x="389352" y="82569"/>
                </a:lnTo>
                <a:lnTo>
                  <a:pt x="389660" y="83285"/>
                </a:lnTo>
                <a:lnTo>
                  <a:pt x="389981" y="83993"/>
                </a:lnTo>
                <a:lnTo>
                  <a:pt x="390315" y="84690"/>
                </a:lnTo>
                <a:lnTo>
                  <a:pt x="390659" y="85374"/>
                </a:lnTo>
                <a:lnTo>
                  <a:pt x="391015" y="86046"/>
                </a:lnTo>
                <a:lnTo>
                  <a:pt x="391383" y="86704"/>
                </a:lnTo>
                <a:lnTo>
                  <a:pt x="391761" y="87349"/>
                </a:lnTo>
                <a:lnTo>
                  <a:pt x="392151" y="87981"/>
                </a:lnTo>
                <a:lnTo>
                  <a:pt x="392552" y="88601"/>
                </a:lnTo>
                <a:lnTo>
                  <a:pt x="392964" y="89207"/>
                </a:lnTo>
                <a:lnTo>
                  <a:pt x="393387" y="89800"/>
                </a:lnTo>
                <a:lnTo>
                  <a:pt x="393821" y="90381"/>
                </a:lnTo>
                <a:lnTo>
                  <a:pt x="394267" y="90948"/>
                </a:lnTo>
                <a:lnTo>
                  <a:pt x="394724" y="91503"/>
                </a:lnTo>
                <a:lnTo>
                  <a:pt x="395192" y="92044"/>
                </a:lnTo>
                <a:lnTo>
                  <a:pt x="395671" y="92573"/>
                </a:lnTo>
                <a:lnTo>
                  <a:pt x="396162" y="93089"/>
                </a:lnTo>
                <a:lnTo>
                  <a:pt x="396664" y="93591"/>
                </a:lnTo>
                <a:lnTo>
                  <a:pt x="397177" y="94081"/>
                </a:lnTo>
                <a:lnTo>
                  <a:pt x="397701" y="94558"/>
                </a:lnTo>
                <a:lnTo>
                  <a:pt x="398236" y="95021"/>
                </a:lnTo>
                <a:lnTo>
                  <a:pt x="398783" y="95472"/>
                </a:lnTo>
                <a:lnTo>
                  <a:pt x="399341" y="95910"/>
                </a:lnTo>
                <a:lnTo>
                  <a:pt x="399910" y="96335"/>
                </a:lnTo>
                <a:lnTo>
                  <a:pt x="400490" y="96747"/>
                </a:lnTo>
                <a:lnTo>
                  <a:pt x="401081" y="97146"/>
                </a:lnTo>
                <a:lnTo>
                  <a:pt x="401681" y="97530"/>
                </a:lnTo>
                <a:lnTo>
                  <a:pt x="402285" y="97898"/>
                </a:lnTo>
                <a:lnTo>
                  <a:pt x="402894" y="98249"/>
                </a:lnTo>
                <a:lnTo>
                  <a:pt x="403508" y="98584"/>
                </a:lnTo>
                <a:lnTo>
                  <a:pt x="404127" y="98903"/>
                </a:lnTo>
                <a:lnTo>
                  <a:pt x="404750" y="99206"/>
                </a:lnTo>
                <a:lnTo>
                  <a:pt x="405378" y="99492"/>
                </a:lnTo>
                <a:lnTo>
                  <a:pt x="406011" y="99762"/>
                </a:lnTo>
                <a:lnTo>
                  <a:pt x="406649" y="100015"/>
                </a:lnTo>
                <a:lnTo>
                  <a:pt x="407292" y="100252"/>
                </a:lnTo>
                <a:lnTo>
                  <a:pt x="407939" y="100473"/>
                </a:lnTo>
                <a:lnTo>
                  <a:pt x="408591" y="100677"/>
                </a:lnTo>
                <a:lnTo>
                  <a:pt x="409248" y="100866"/>
                </a:lnTo>
                <a:lnTo>
                  <a:pt x="409910" y="101037"/>
                </a:lnTo>
                <a:lnTo>
                  <a:pt x="410576" y="101193"/>
                </a:lnTo>
                <a:lnTo>
                  <a:pt x="411248" y="101332"/>
                </a:lnTo>
                <a:lnTo>
                  <a:pt x="411924" y="101454"/>
                </a:lnTo>
                <a:lnTo>
                  <a:pt x="412604" y="101560"/>
                </a:lnTo>
                <a:lnTo>
                  <a:pt x="413290" y="101650"/>
                </a:lnTo>
                <a:lnTo>
                  <a:pt x="413981" y="101724"/>
                </a:lnTo>
                <a:lnTo>
                  <a:pt x="414676" y="101781"/>
                </a:lnTo>
                <a:lnTo>
                  <a:pt x="415376" y="101822"/>
                </a:lnTo>
                <a:lnTo>
                  <a:pt x="416081" y="101847"/>
                </a:lnTo>
                <a:lnTo>
                  <a:pt x="416790" y="101855"/>
                </a:lnTo>
                <a:lnTo>
                  <a:pt x="417878" y="101836"/>
                </a:lnTo>
                <a:lnTo>
                  <a:pt x="418944" y="101781"/>
                </a:lnTo>
                <a:lnTo>
                  <a:pt x="419987" y="101689"/>
                </a:lnTo>
                <a:lnTo>
                  <a:pt x="421008" y="101560"/>
                </a:lnTo>
                <a:lnTo>
                  <a:pt x="422007" y="101393"/>
                </a:lnTo>
                <a:lnTo>
                  <a:pt x="422984" y="101190"/>
                </a:lnTo>
                <a:lnTo>
                  <a:pt x="423938" y="100951"/>
                </a:lnTo>
                <a:lnTo>
                  <a:pt x="424871" y="100674"/>
                </a:lnTo>
                <a:lnTo>
                  <a:pt x="425781" y="100360"/>
                </a:lnTo>
                <a:lnTo>
                  <a:pt x="426669" y="100009"/>
                </a:lnTo>
                <a:lnTo>
                  <a:pt x="427535" y="99622"/>
                </a:lnTo>
                <a:lnTo>
                  <a:pt x="428378" y="99197"/>
                </a:lnTo>
                <a:lnTo>
                  <a:pt x="429200" y="98736"/>
                </a:lnTo>
                <a:lnTo>
                  <a:pt x="429999" y="98238"/>
                </a:lnTo>
                <a:lnTo>
                  <a:pt x="430776" y="97703"/>
                </a:lnTo>
                <a:lnTo>
                  <a:pt x="431531" y="97131"/>
                </a:lnTo>
                <a:lnTo>
                  <a:pt x="432264" y="96522"/>
                </a:lnTo>
                <a:lnTo>
                  <a:pt x="432974" y="95876"/>
                </a:lnTo>
                <a:lnTo>
                  <a:pt x="433662" y="95193"/>
                </a:lnTo>
                <a:lnTo>
                  <a:pt x="434329" y="94473"/>
                </a:lnTo>
                <a:lnTo>
                  <a:pt x="434972" y="93717"/>
                </a:lnTo>
                <a:lnTo>
                  <a:pt x="435594" y="92923"/>
                </a:lnTo>
                <a:lnTo>
                  <a:pt x="436194" y="92093"/>
                </a:lnTo>
                <a:lnTo>
                  <a:pt x="436771" y="91225"/>
                </a:lnTo>
                <a:lnTo>
                  <a:pt x="436771" y="100240"/>
                </a:lnTo>
                <a:lnTo>
                  <a:pt x="448006" y="100240"/>
                </a:lnTo>
                <a:lnTo>
                  <a:pt x="448006" y="1615"/>
                </a:lnTo>
                <a:lnTo>
                  <a:pt x="435964" y="1615"/>
                </a:lnTo>
                <a:lnTo>
                  <a:pt x="435964" y="37067"/>
                </a:lnTo>
                <a:lnTo>
                  <a:pt x="435697" y="36703"/>
                </a:lnTo>
                <a:close/>
                <a:moveTo>
                  <a:pt x="398726" y="59040"/>
                </a:moveTo>
                <a:lnTo>
                  <a:pt x="398830" y="58003"/>
                </a:lnTo>
                <a:lnTo>
                  <a:pt x="398952" y="56993"/>
                </a:lnTo>
                <a:lnTo>
                  <a:pt x="399093" y="56009"/>
                </a:lnTo>
                <a:lnTo>
                  <a:pt x="399253" y="55052"/>
                </a:lnTo>
                <a:lnTo>
                  <a:pt x="399432" y="54121"/>
                </a:lnTo>
                <a:lnTo>
                  <a:pt x="399629" y="53216"/>
                </a:lnTo>
                <a:lnTo>
                  <a:pt x="399845" y="52338"/>
                </a:lnTo>
                <a:lnTo>
                  <a:pt x="400080" y="51486"/>
                </a:lnTo>
                <a:lnTo>
                  <a:pt x="400334" y="50661"/>
                </a:lnTo>
                <a:lnTo>
                  <a:pt x="400607" y="49861"/>
                </a:lnTo>
                <a:lnTo>
                  <a:pt x="400898" y="49089"/>
                </a:lnTo>
                <a:lnTo>
                  <a:pt x="401209" y="48342"/>
                </a:lnTo>
                <a:lnTo>
                  <a:pt x="401538" y="47622"/>
                </a:lnTo>
                <a:lnTo>
                  <a:pt x="401886" y="46928"/>
                </a:lnTo>
                <a:lnTo>
                  <a:pt x="402252" y="46261"/>
                </a:lnTo>
                <a:lnTo>
                  <a:pt x="402638" y="45620"/>
                </a:lnTo>
                <a:lnTo>
                  <a:pt x="403042" y="45005"/>
                </a:lnTo>
                <a:lnTo>
                  <a:pt x="403465" y="44417"/>
                </a:lnTo>
                <a:lnTo>
                  <a:pt x="403907" y="43855"/>
                </a:lnTo>
                <a:lnTo>
                  <a:pt x="404363" y="43318"/>
                </a:lnTo>
                <a:lnTo>
                  <a:pt x="404828" y="42803"/>
                </a:lnTo>
                <a:lnTo>
                  <a:pt x="405302" y="42312"/>
                </a:lnTo>
                <a:lnTo>
                  <a:pt x="405786" y="41843"/>
                </a:lnTo>
                <a:lnTo>
                  <a:pt x="406279" y="41397"/>
                </a:lnTo>
                <a:lnTo>
                  <a:pt x="406781" y="40974"/>
                </a:lnTo>
                <a:lnTo>
                  <a:pt x="407292" y="40574"/>
                </a:lnTo>
                <a:lnTo>
                  <a:pt x="407813" y="40197"/>
                </a:lnTo>
                <a:lnTo>
                  <a:pt x="408342" y="39843"/>
                </a:lnTo>
                <a:lnTo>
                  <a:pt x="408881" y="39511"/>
                </a:lnTo>
                <a:lnTo>
                  <a:pt x="409430" y="39202"/>
                </a:lnTo>
                <a:lnTo>
                  <a:pt x="409987" y="38917"/>
                </a:lnTo>
                <a:lnTo>
                  <a:pt x="410554" y="38654"/>
                </a:lnTo>
                <a:lnTo>
                  <a:pt x="411130" y="38414"/>
                </a:lnTo>
                <a:lnTo>
                  <a:pt x="411715" y="38196"/>
                </a:lnTo>
                <a:lnTo>
                  <a:pt x="412309" y="38002"/>
                </a:lnTo>
                <a:lnTo>
                  <a:pt x="412913" y="37831"/>
                </a:lnTo>
                <a:lnTo>
                  <a:pt x="413525" y="37682"/>
                </a:lnTo>
                <a:lnTo>
                  <a:pt x="414147" y="37556"/>
                </a:lnTo>
                <a:lnTo>
                  <a:pt x="414779" y="37453"/>
                </a:lnTo>
                <a:lnTo>
                  <a:pt x="415419" y="37373"/>
                </a:lnTo>
                <a:lnTo>
                  <a:pt x="416069" y="37316"/>
                </a:lnTo>
                <a:lnTo>
                  <a:pt x="416728" y="37282"/>
                </a:lnTo>
                <a:lnTo>
                  <a:pt x="417396" y="37271"/>
                </a:lnTo>
                <a:lnTo>
                  <a:pt x="418081" y="37282"/>
                </a:lnTo>
                <a:lnTo>
                  <a:pt x="418757" y="37318"/>
                </a:lnTo>
                <a:lnTo>
                  <a:pt x="419423" y="37378"/>
                </a:lnTo>
                <a:lnTo>
                  <a:pt x="420081" y="37461"/>
                </a:lnTo>
                <a:lnTo>
                  <a:pt x="420730" y="37568"/>
                </a:lnTo>
                <a:lnTo>
                  <a:pt x="421369" y="37699"/>
                </a:lnTo>
                <a:lnTo>
                  <a:pt x="422000" y="37854"/>
                </a:lnTo>
                <a:lnTo>
                  <a:pt x="422621" y="38032"/>
                </a:lnTo>
                <a:lnTo>
                  <a:pt x="423233" y="38234"/>
                </a:lnTo>
                <a:lnTo>
                  <a:pt x="423836" y="38460"/>
                </a:lnTo>
                <a:lnTo>
                  <a:pt x="424430" y="38710"/>
                </a:lnTo>
                <a:lnTo>
                  <a:pt x="425015" y="38984"/>
                </a:lnTo>
                <a:lnTo>
                  <a:pt x="425590" y="39281"/>
                </a:lnTo>
                <a:lnTo>
                  <a:pt x="426157" y="39603"/>
                </a:lnTo>
                <a:lnTo>
                  <a:pt x="426714" y="39948"/>
                </a:lnTo>
                <a:lnTo>
                  <a:pt x="427263" y="40317"/>
                </a:lnTo>
                <a:lnTo>
                  <a:pt x="427802" y="40709"/>
                </a:lnTo>
                <a:lnTo>
                  <a:pt x="428332" y="41126"/>
                </a:lnTo>
                <a:lnTo>
                  <a:pt x="428853" y="41566"/>
                </a:lnTo>
                <a:lnTo>
                  <a:pt x="429365" y="42030"/>
                </a:lnTo>
                <a:lnTo>
                  <a:pt x="429868" y="42518"/>
                </a:lnTo>
                <a:lnTo>
                  <a:pt x="430362" y="43030"/>
                </a:lnTo>
                <a:lnTo>
                  <a:pt x="430846" y="43565"/>
                </a:lnTo>
                <a:lnTo>
                  <a:pt x="431322" y="44124"/>
                </a:lnTo>
                <a:lnTo>
                  <a:pt x="431783" y="44709"/>
                </a:lnTo>
                <a:lnTo>
                  <a:pt x="432224" y="45321"/>
                </a:lnTo>
                <a:lnTo>
                  <a:pt x="432646" y="45959"/>
                </a:lnTo>
                <a:lnTo>
                  <a:pt x="433048" y="46625"/>
                </a:lnTo>
                <a:lnTo>
                  <a:pt x="433431" y="47318"/>
                </a:lnTo>
                <a:lnTo>
                  <a:pt x="433794" y="48038"/>
                </a:lnTo>
                <a:lnTo>
                  <a:pt x="434137" y="48785"/>
                </a:lnTo>
                <a:lnTo>
                  <a:pt x="434461" y="49559"/>
                </a:lnTo>
                <a:lnTo>
                  <a:pt x="434765" y="50360"/>
                </a:lnTo>
                <a:lnTo>
                  <a:pt x="435050" y="51189"/>
                </a:lnTo>
                <a:lnTo>
                  <a:pt x="435315" y="52044"/>
                </a:lnTo>
                <a:lnTo>
                  <a:pt x="435560" y="52926"/>
                </a:lnTo>
                <a:lnTo>
                  <a:pt x="435786" y="53836"/>
                </a:lnTo>
                <a:lnTo>
                  <a:pt x="435992" y="54772"/>
                </a:lnTo>
                <a:lnTo>
                  <a:pt x="436178" y="55736"/>
                </a:lnTo>
                <a:lnTo>
                  <a:pt x="436345" y="56726"/>
                </a:lnTo>
                <a:lnTo>
                  <a:pt x="436492" y="57744"/>
                </a:lnTo>
                <a:lnTo>
                  <a:pt x="436620" y="58789"/>
                </a:lnTo>
                <a:lnTo>
                  <a:pt x="436728" y="59860"/>
                </a:lnTo>
                <a:lnTo>
                  <a:pt x="436816" y="60959"/>
                </a:lnTo>
                <a:lnTo>
                  <a:pt x="436885" y="62085"/>
                </a:lnTo>
                <a:lnTo>
                  <a:pt x="436934" y="63238"/>
                </a:lnTo>
                <a:lnTo>
                  <a:pt x="436963" y="64418"/>
                </a:lnTo>
                <a:lnTo>
                  <a:pt x="436973" y="65625"/>
                </a:lnTo>
                <a:lnTo>
                  <a:pt x="436963" y="66722"/>
                </a:lnTo>
                <a:lnTo>
                  <a:pt x="436934" y="67795"/>
                </a:lnTo>
                <a:lnTo>
                  <a:pt x="436886" y="68845"/>
                </a:lnTo>
                <a:lnTo>
                  <a:pt x="436819" y="69871"/>
                </a:lnTo>
                <a:lnTo>
                  <a:pt x="436732" y="70873"/>
                </a:lnTo>
                <a:lnTo>
                  <a:pt x="436626" y="71851"/>
                </a:lnTo>
                <a:lnTo>
                  <a:pt x="436501" y="72806"/>
                </a:lnTo>
                <a:lnTo>
                  <a:pt x="436356" y="73737"/>
                </a:lnTo>
                <a:lnTo>
                  <a:pt x="436192" y="74645"/>
                </a:lnTo>
                <a:lnTo>
                  <a:pt x="436009" y="75529"/>
                </a:lnTo>
                <a:lnTo>
                  <a:pt x="435807" y="76389"/>
                </a:lnTo>
                <a:lnTo>
                  <a:pt x="435585" y="77225"/>
                </a:lnTo>
                <a:lnTo>
                  <a:pt x="435344" y="78038"/>
                </a:lnTo>
                <a:lnTo>
                  <a:pt x="435084" y="78827"/>
                </a:lnTo>
                <a:lnTo>
                  <a:pt x="434805" y="79592"/>
                </a:lnTo>
                <a:lnTo>
                  <a:pt x="434506" y="80334"/>
                </a:lnTo>
                <a:lnTo>
                  <a:pt x="434188" y="81052"/>
                </a:lnTo>
                <a:lnTo>
                  <a:pt x="433851" y="81746"/>
                </a:lnTo>
                <a:lnTo>
                  <a:pt x="433494" y="82417"/>
                </a:lnTo>
                <a:lnTo>
                  <a:pt x="433119" y="83064"/>
                </a:lnTo>
                <a:lnTo>
                  <a:pt x="432723" y="83687"/>
                </a:lnTo>
                <a:lnTo>
                  <a:pt x="432309" y="84286"/>
                </a:lnTo>
                <a:lnTo>
                  <a:pt x="431876" y="84862"/>
                </a:lnTo>
                <a:lnTo>
                  <a:pt x="431423" y="85414"/>
                </a:lnTo>
                <a:lnTo>
                  <a:pt x="430956" y="85943"/>
                </a:lnTo>
                <a:lnTo>
                  <a:pt x="430481" y="86450"/>
                </a:lnTo>
                <a:lnTo>
                  <a:pt x="429998" y="86934"/>
                </a:lnTo>
                <a:lnTo>
                  <a:pt x="429506" y="87396"/>
                </a:lnTo>
                <a:lnTo>
                  <a:pt x="429006" y="87835"/>
                </a:lnTo>
                <a:lnTo>
                  <a:pt x="428498" y="88251"/>
                </a:lnTo>
                <a:lnTo>
                  <a:pt x="427982" y="88645"/>
                </a:lnTo>
                <a:lnTo>
                  <a:pt x="427457" y="89016"/>
                </a:lnTo>
                <a:lnTo>
                  <a:pt x="426924" y="89365"/>
                </a:lnTo>
                <a:lnTo>
                  <a:pt x="426383" y="89692"/>
                </a:lnTo>
                <a:lnTo>
                  <a:pt x="425833" y="89996"/>
                </a:lnTo>
                <a:lnTo>
                  <a:pt x="425275" y="90277"/>
                </a:lnTo>
                <a:lnTo>
                  <a:pt x="424709" y="90536"/>
                </a:lnTo>
                <a:lnTo>
                  <a:pt x="424135" y="90772"/>
                </a:lnTo>
                <a:lnTo>
                  <a:pt x="423552" y="90986"/>
                </a:lnTo>
                <a:lnTo>
                  <a:pt x="422961" y="91178"/>
                </a:lnTo>
                <a:lnTo>
                  <a:pt x="422362" y="91347"/>
                </a:lnTo>
                <a:lnTo>
                  <a:pt x="421754" y="91493"/>
                </a:lnTo>
                <a:lnTo>
                  <a:pt x="421138" y="91617"/>
                </a:lnTo>
                <a:lnTo>
                  <a:pt x="420514" y="91718"/>
                </a:lnTo>
                <a:lnTo>
                  <a:pt x="419881" y="91797"/>
                </a:lnTo>
                <a:lnTo>
                  <a:pt x="419240" y="91853"/>
                </a:lnTo>
                <a:lnTo>
                  <a:pt x="418591" y="91887"/>
                </a:lnTo>
                <a:lnTo>
                  <a:pt x="417934" y="91898"/>
                </a:lnTo>
                <a:lnTo>
                  <a:pt x="417282" y="91886"/>
                </a:lnTo>
                <a:lnTo>
                  <a:pt x="416637" y="91851"/>
                </a:lnTo>
                <a:lnTo>
                  <a:pt x="415999" y="91792"/>
                </a:lnTo>
                <a:lnTo>
                  <a:pt x="415368" y="91710"/>
                </a:lnTo>
                <a:lnTo>
                  <a:pt x="414745" y="91604"/>
                </a:lnTo>
                <a:lnTo>
                  <a:pt x="414129" y="91474"/>
                </a:lnTo>
                <a:lnTo>
                  <a:pt x="413520" y="91321"/>
                </a:lnTo>
                <a:lnTo>
                  <a:pt x="412918" y="91144"/>
                </a:lnTo>
                <a:lnTo>
                  <a:pt x="412324" y="90944"/>
                </a:lnTo>
                <a:lnTo>
                  <a:pt x="411737" y="90720"/>
                </a:lnTo>
                <a:lnTo>
                  <a:pt x="411157" y="90472"/>
                </a:lnTo>
                <a:lnTo>
                  <a:pt x="410584" y="90201"/>
                </a:lnTo>
                <a:lnTo>
                  <a:pt x="410019" y="89907"/>
                </a:lnTo>
                <a:lnTo>
                  <a:pt x="409461" y="89589"/>
                </a:lnTo>
                <a:lnTo>
                  <a:pt x="408910" y="89247"/>
                </a:lnTo>
                <a:lnTo>
                  <a:pt x="408366" y="88882"/>
                </a:lnTo>
                <a:lnTo>
                  <a:pt x="407829" y="88493"/>
                </a:lnTo>
                <a:lnTo>
                  <a:pt x="407300" y="88081"/>
                </a:lnTo>
                <a:lnTo>
                  <a:pt x="406778" y="87645"/>
                </a:lnTo>
                <a:lnTo>
                  <a:pt x="406264" y="87185"/>
                </a:lnTo>
                <a:lnTo>
                  <a:pt x="405756" y="86702"/>
                </a:lnTo>
                <a:lnTo>
                  <a:pt x="405256" y="86196"/>
                </a:lnTo>
                <a:lnTo>
                  <a:pt x="404763" y="85665"/>
                </a:lnTo>
                <a:lnTo>
                  <a:pt x="404277" y="85112"/>
                </a:lnTo>
                <a:lnTo>
                  <a:pt x="403805" y="84534"/>
                </a:lnTo>
                <a:lnTo>
                  <a:pt x="403353" y="83933"/>
                </a:lnTo>
                <a:lnTo>
                  <a:pt x="402921" y="83307"/>
                </a:lnTo>
                <a:lnTo>
                  <a:pt x="402509" y="82657"/>
                </a:lnTo>
                <a:lnTo>
                  <a:pt x="402117" y="81984"/>
                </a:lnTo>
                <a:lnTo>
                  <a:pt x="401746" y="81286"/>
                </a:lnTo>
                <a:lnTo>
                  <a:pt x="401394" y="80564"/>
                </a:lnTo>
                <a:lnTo>
                  <a:pt x="401063" y="79818"/>
                </a:lnTo>
                <a:lnTo>
                  <a:pt x="400751" y="79049"/>
                </a:lnTo>
                <a:lnTo>
                  <a:pt x="400460" y="78255"/>
                </a:lnTo>
                <a:lnTo>
                  <a:pt x="400189" y="77437"/>
                </a:lnTo>
                <a:lnTo>
                  <a:pt x="399938" y="76595"/>
                </a:lnTo>
                <a:lnTo>
                  <a:pt x="399707" y="75729"/>
                </a:lnTo>
                <a:lnTo>
                  <a:pt x="399496" y="74839"/>
                </a:lnTo>
                <a:lnTo>
                  <a:pt x="399305" y="73925"/>
                </a:lnTo>
                <a:lnTo>
                  <a:pt x="399134" y="72987"/>
                </a:lnTo>
                <a:lnTo>
                  <a:pt x="398984" y="72025"/>
                </a:lnTo>
                <a:lnTo>
                  <a:pt x="398853" y="71039"/>
                </a:lnTo>
                <a:lnTo>
                  <a:pt x="398742" y="70029"/>
                </a:lnTo>
                <a:lnTo>
                  <a:pt x="398652" y="68995"/>
                </a:lnTo>
                <a:lnTo>
                  <a:pt x="398582" y="67937"/>
                </a:lnTo>
                <a:lnTo>
                  <a:pt x="398532" y="66854"/>
                </a:lnTo>
                <a:lnTo>
                  <a:pt x="398501" y="65748"/>
                </a:lnTo>
                <a:lnTo>
                  <a:pt x="398491" y="64618"/>
                </a:lnTo>
                <a:lnTo>
                  <a:pt x="398501" y="63450"/>
                </a:lnTo>
                <a:lnTo>
                  <a:pt x="398529" y="62308"/>
                </a:lnTo>
                <a:lnTo>
                  <a:pt x="398576" y="61192"/>
                </a:lnTo>
                <a:lnTo>
                  <a:pt x="398642" y="60103"/>
                </a:lnTo>
                <a:lnTo>
                  <a:pt x="398726" y="59040"/>
                </a:lnTo>
                <a:close/>
                <a:moveTo>
                  <a:pt x="356544" y="60937"/>
                </a:moveTo>
                <a:lnTo>
                  <a:pt x="356569" y="60312"/>
                </a:lnTo>
                <a:lnTo>
                  <a:pt x="356600" y="59692"/>
                </a:lnTo>
                <a:lnTo>
                  <a:pt x="356639" y="59076"/>
                </a:lnTo>
                <a:lnTo>
                  <a:pt x="356684" y="58464"/>
                </a:lnTo>
                <a:lnTo>
                  <a:pt x="356737" y="57857"/>
                </a:lnTo>
                <a:lnTo>
                  <a:pt x="356797" y="57253"/>
                </a:lnTo>
                <a:lnTo>
                  <a:pt x="356863" y="56654"/>
                </a:lnTo>
                <a:lnTo>
                  <a:pt x="356937" y="56059"/>
                </a:lnTo>
                <a:lnTo>
                  <a:pt x="357017" y="55468"/>
                </a:lnTo>
                <a:lnTo>
                  <a:pt x="357105" y="54882"/>
                </a:lnTo>
                <a:lnTo>
                  <a:pt x="357200" y="54300"/>
                </a:lnTo>
                <a:lnTo>
                  <a:pt x="357301" y="53721"/>
                </a:lnTo>
                <a:lnTo>
                  <a:pt x="357410" y="53147"/>
                </a:lnTo>
                <a:lnTo>
                  <a:pt x="357525" y="52578"/>
                </a:lnTo>
                <a:lnTo>
                  <a:pt x="357648" y="52012"/>
                </a:lnTo>
                <a:lnTo>
                  <a:pt x="357778" y="51451"/>
                </a:lnTo>
                <a:lnTo>
                  <a:pt x="357914" y="50894"/>
                </a:lnTo>
                <a:lnTo>
                  <a:pt x="358058" y="50341"/>
                </a:lnTo>
                <a:lnTo>
                  <a:pt x="358209" y="49792"/>
                </a:lnTo>
                <a:lnTo>
                  <a:pt x="358366" y="49248"/>
                </a:lnTo>
                <a:lnTo>
                  <a:pt x="358531" y="48707"/>
                </a:lnTo>
                <a:lnTo>
                  <a:pt x="358646" y="48357"/>
                </a:lnTo>
                <a:lnTo>
                  <a:pt x="358768" y="48014"/>
                </a:lnTo>
                <a:lnTo>
                  <a:pt x="358896" y="47677"/>
                </a:lnTo>
                <a:lnTo>
                  <a:pt x="359030" y="47346"/>
                </a:lnTo>
                <a:lnTo>
                  <a:pt x="359170" y="47022"/>
                </a:lnTo>
                <a:lnTo>
                  <a:pt x="359317" y="46704"/>
                </a:lnTo>
                <a:lnTo>
                  <a:pt x="359470" y="46392"/>
                </a:lnTo>
                <a:lnTo>
                  <a:pt x="359630" y="46087"/>
                </a:lnTo>
                <a:lnTo>
                  <a:pt x="359796" y="45789"/>
                </a:lnTo>
                <a:lnTo>
                  <a:pt x="359968" y="45497"/>
                </a:lnTo>
                <a:lnTo>
                  <a:pt x="360146" y="45211"/>
                </a:lnTo>
                <a:lnTo>
                  <a:pt x="360331" y="44931"/>
                </a:lnTo>
                <a:lnTo>
                  <a:pt x="360522" y="44659"/>
                </a:lnTo>
                <a:lnTo>
                  <a:pt x="360719" y="44392"/>
                </a:lnTo>
                <a:lnTo>
                  <a:pt x="360922" y="44132"/>
                </a:lnTo>
                <a:lnTo>
                  <a:pt x="361132" y="43878"/>
                </a:lnTo>
                <a:lnTo>
                  <a:pt x="361349" y="43631"/>
                </a:lnTo>
                <a:lnTo>
                  <a:pt x="361571" y="43390"/>
                </a:lnTo>
                <a:lnTo>
                  <a:pt x="361800" y="43156"/>
                </a:lnTo>
                <a:lnTo>
                  <a:pt x="362035" y="42928"/>
                </a:lnTo>
                <a:lnTo>
                  <a:pt x="362276" y="42707"/>
                </a:lnTo>
                <a:lnTo>
                  <a:pt x="362524" y="42492"/>
                </a:lnTo>
                <a:lnTo>
                  <a:pt x="362778" y="42283"/>
                </a:lnTo>
                <a:lnTo>
                  <a:pt x="363038" y="42081"/>
                </a:lnTo>
                <a:lnTo>
                  <a:pt x="363303" y="41886"/>
                </a:lnTo>
                <a:lnTo>
                  <a:pt x="363571" y="41699"/>
                </a:lnTo>
                <a:lnTo>
                  <a:pt x="363842" y="41521"/>
                </a:lnTo>
                <a:lnTo>
                  <a:pt x="364115" y="41351"/>
                </a:lnTo>
                <a:lnTo>
                  <a:pt x="364391" y="41189"/>
                </a:lnTo>
                <a:lnTo>
                  <a:pt x="364670" y="41036"/>
                </a:lnTo>
                <a:lnTo>
                  <a:pt x="364952" y="40891"/>
                </a:lnTo>
                <a:lnTo>
                  <a:pt x="365236" y="40754"/>
                </a:lnTo>
                <a:lnTo>
                  <a:pt x="365523" y="40625"/>
                </a:lnTo>
                <a:lnTo>
                  <a:pt x="365814" y="40505"/>
                </a:lnTo>
                <a:lnTo>
                  <a:pt x="366106" y="40393"/>
                </a:lnTo>
                <a:lnTo>
                  <a:pt x="366402" y="40289"/>
                </a:lnTo>
                <a:lnTo>
                  <a:pt x="366701" y="40194"/>
                </a:lnTo>
                <a:lnTo>
                  <a:pt x="367002" y="40107"/>
                </a:lnTo>
                <a:lnTo>
                  <a:pt x="367306" y="40028"/>
                </a:lnTo>
                <a:lnTo>
                  <a:pt x="367613" y="39958"/>
                </a:lnTo>
                <a:lnTo>
                  <a:pt x="367923" y="39896"/>
                </a:lnTo>
                <a:lnTo>
                  <a:pt x="368235" y="39842"/>
                </a:lnTo>
                <a:lnTo>
                  <a:pt x="368551" y="39796"/>
                </a:lnTo>
                <a:lnTo>
                  <a:pt x="368869" y="39759"/>
                </a:lnTo>
                <a:lnTo>
                  <a:pt x="369190" y="39730"/>
                </a:lnTo>
                <a:lnTo>
                  <a:pt x="369514" y="39709"/>
                </a:lnTo>
                <a:lnTo>
                  <a:pt x="369840" y="39697"/>
                </a:lnTo>
                <a:lnTo>
                  <a:pt x="370170" y="39692"/>
                </a:lnTo>
                <a:lnTo>
                  <a:pt x="370540" y="39697"/>
                </a:lnTo>
                <a:lnTo>
                  <a:pt x="370910" y="39711"/>
                </a:lnTo>
                <a:lnTo>
                  <a:pt x="371280" y="39733"/>
                </a:lnTo>
                <a:lnTo>
                  <a:pt x="371650" y="39765"/>
                </a:lnTo>
                <a:lnTo>
                  <a:pt x="372020" y="39806"/>
                </a:lnTo>
                <a:lnTo>
                  <a:pt x="372390" y="39856"/>
                </a:lnTo>
                <a:lnTo>
                  <a:pt x="372760" y="39915"/>
                </a:lnTo>
                <a:lnTo>
                  <a:pt x="373130" y="39983"/>
                </a:lnTo>
                <a:lnTo>
                  <a:pt x="373500" y="40060"/>
                </a:lnTo>
                <a:lnTo>
                  <a:pt x="373870" y="40146"/>
                </a:lnTo>
                <a:lnTo>
                  <a:pt x="374240" y="40242"/>
                </a:lnTo>
                <a:lnTo>
                  <a:pt x="374610" y="40346"/>
                </a:lnTo>
                <a:lnTo>
                  <a:pt x="374980" y="40460"/>
                </a:lnTo>
                <a:lnTo>
                  <a:pt x="375350" y="40582"/>
                </a:lnTo>
                <a:lnTo>
                  <a:pt x="375720" y="40714"/>
                </a:lnTo>
                <a:lnTo>
                  <a:pt x="376090" y="40855"/>
                </a:lnTo>
                <a:lnTo>
                  <a:pt x="376460" y="41005"/>
                </a:lnTo>
                <a:lnTo>
                  <a:pt x="376830" y="41164"/>
                </a:lnTo>
                <a:lnTo>
                  <a:pt x="377200" y="41332"/>
                </a:lnTo>
                <a:lnTo>
                  <a:pt x="377570" y="41509"/>
                </a:lnTo>
                <a:lnTo>
                  <a:pt x="377940" y="41695"/>
                </a:lnTo>
                <a:lnTo>
                  <a:pt x="378310" y="41890"/>
                </a:lnTo>
                <a:lnTo>
                  <a:pt x="378680" y="42094"/>
                </a:lnTo>
                <a:lnTo>
                  <a:pt x="379050" y="42308"/>
                </a:lnTo>
                <a:lnTo>
                  <a:pt x="383221" y="31081"/>
                </a:lnTo>
                <a:lnTo>
                  <a:pt x="382694" y="30763"/>
                </a:lnTo>
                <a:lnTo>
                  <a:pt x="382168" y="30458"/>
                </a:lnTo>
                <a:lnTo>
                  <a:pt x="381643" y="30167"/>
                </a:lnTo>
                <a:lnTo>
                  <a:pt x="381119" y="29889"/>
                </a:lnTo>
                <a:lnTo>
                  <a:pt x="380595" y="29625"/>
                </a:lnTo>
                <a:lnTo>
                  <a:pt x="380072" y="29374"/>
                </a:lnTo>
                <a:lnTo>
                  <a:pt x="379549" y="29137"/>
                </a:lnTo>
                <a:lnTo>
                  <a:pt x="379028" y="28913"/>
                </a:lnTo>
                <a:lnTo>
                  <a:pt x="378507" y="28703"/>
                </a:lnTo>
                <a:lnTo>
                  <a:pt x="377986" y="28507"/>
                </a:lnTo>
                <a:lnTo>
                  <a:pt x="377467" y="28324"/>
                </a:lnTo>
                <a:lnTo>
                  <a:pt x="376948" y="28155"/>
                </a:lnTo>
                <a:lnTo>
                  <a:pt x="376429" y="27999"/>
                </a:lnTo>
                <a:lnTo>
                  <a:pt x="375912" y="27857"/>
                </a:lnTo>
                <a:lnTo>
                  <a:pt x="375395" y="27728"/>
                </a:lnTo>
                <a:lnTo>
                  <a:pt x="374879" y="27613"/>
                </a:lnTo>
                <a:lnTo>
                  <a:pt x="374363" y="27511"/>
                </a:lnTo>
                <a:lnTo>
                  <a:pt x="373849" y="27423"/>
                </a:lnTo>
                <a:lnTo>
                  <a:pt x="373335" y="27349"/>
                </a:lnTo>
                <a:lnTo>
                  <a:pt x="372821" y="27288"/>
                </a:lnTo>
                <a:lnTo>
                  <a:pt x="372309" y="27240"/>
                </a:lnTo>
                <a:lnTo>
                  <a:pt x="371797" y="27206"/>
                </a:lnTo>
                <a:lnTo>
                  <a:pt x="371286" y="27186"/>
                </a:lnTo>
                <a:lnTo>
                  <a:pt x="370775" y="27179"/>
                </a:lnTo>
                <a:lnTo>
                  <a:pt x="370423" y="27183"/>
                </a:lnTo>
                <a:lnTo>
                  <a:pt x="370074" y="27196"/>
                </a:lnTo>
                <a:lnTo>
                  <a:pt x="369727" y="27217"/>
                </a:lnTo>
                <a:lnTo>
                  <a:pt x="369382" y="27246"/>
                </a:lnTo>
                <a:lnTo>
                  <a:pt x="369040" y="27284"/>
                </a:lnTo>
                <a:lnTo>
                  <a:pt x="368700" y="27331"/>
                </a:lnTo>
                <a:lnTo>
                  <a:pt x="368363" y="27385"/>
                </a:lnTo>
                <a:lnTo>
                  <a:pt x="368028" y="27448"/>
                </a:lnTo>
                <a:lnTo>
                  <a:pt x="367696" y="27520"/>
                </a:lnTo>
                <a:lnTo>
                  <a:pt x="367366" y="27600"/>
                </a:lnTo>
                <a:lnTo>
                  <a:pt x="367038" y="27688"/>
                </a:lnTo>
                <a:lnTo>
                  <a:pt x="366713" y="27785"/>
                </a:lnTo>
                <a:lnTo>
                  <a:pt x="366391" y="27890"/>
                </a:lnTo>
                <a:lnTo>
                  <a:pt x="366071" y="28003"/>
                </a:lnTo>
                <a:lnTo>
                  <a:pt x="365753" y="28125"/>
                </a:lnTo>
                <a:lnTo>
                  <a:pt x="365438" y="28256"/>
                </a:lnTo>
                <a:lnTo>
                  <a:pt x="365125" y="28394"/>
                </a:lnTo>
                <a:lnTo>
                  <a:pt x="364815" y="28542"/>
                </a:lnTo>
                <a:lnTo>
                  <a:pt x="364507" y="28697"/>
                </a:lnTo>
                <a:lnTo>
                  <a:pt x="364202" y="28861"/>
                </a:lnTo>
                <a:lnTo>
                  <a:pt x="363899" y="29034"/>
                </a:lnTo>
                <a:lnTo>
                  <a:pt x="363598" y="29214"/>
                </a:lnTo>
                <a:lnTo>
                  <a:pt x="363300" y="29404"/>
                </a:lnTo>
                <a:lnTo>
                  <a:pt x="363005" y="29601"/>
                </a:lnTo>
                <a:lnTo>
                  <a:pt x="362709" y="29812"/>
                </a:lnTo>
                <a:lnTo>
                  <a:pt x="362412" y="30041"/>
                </a:lnTo>
                <a:lnTo>
                  <a:pt x="362112" y="30288"/>
                </a:lnTo>
                <a:lnTo>
                  <a:pt x="361810" y="30552"/>
                </a:lnTo>
                <a:lnTo>
                  <a:pt x="361505" y="30835"/>
                </a:lnTo>
                <a:lnTo>
                  <a:pt x="361199" y="31136"/>
                </a:lnTo>
                <a:lnTo>
                  <a:pt x="360890" y="31455"/>
                </a:lnTo>
                <a:lnTo>
                  <a:pt x="360579" y="31791"/>
                </a:lnTo>
                <a:lnTo>
                  <a:pt x="360266" y="32146"/>
                </a:lnTo>
                <a:lnTo>
                  <a:pt x="359951" y="32519"/>
                </a:lnTo>
                <a:lnTo>
                  <a:pt x="359633" y="32909"/>
                </a:lnTo>
                <a:lnTo>
                  <a:pt x="359313" y="33318"/>
                </a:lnTo>
                <a:lnTo>
                  <a:pt x="358991" y="33745"/>
                </a:lnTo>
                <a:lnTo>
                  <a:pt x="358667" y="34189"/>
                </a:lnTo>
                <a:lnTo>
                  <a:pt x="358340" y="34652"/>
                </a:lnTo>
                <a:lnTo>
                  <a:pt x="358011" y="35133"/>
                </a:lnTo>
                <a:lnTo>
                  <a:pt x="357681" y="35631"/>
                </a:lnTo>
                <a:lnTo>
                  <a:pt x="357347" y="36148"/>
                </a:lnTo>
                <a:lnTo>
                  <a:pt x="357012" y="36682"/>
                </a:lnTo>
                <a:lnTo>
                  <a:pt x="356674" y="37235"/>
                </a:lnTo>
                <a:lnTo>
                  <a:pt x="356335" y="37806"/>
                </a:lnTo>
                <a:lnTo>
                  <a:pt x="355993" y="38394"/>
                </a:lnTo>
                <a:lnTo>
                  <a:pt x="355648" y="39001"/>
                </a:lnTo>
                <a:lnTo>
                  <a:pt x="355302" y="39625"/>
                </a:lnTo>
                <a:lnTo>
                  <a:pt x="355302" y="28794"/>
                </a:lnTo>
                <a:lnTo>
                  <a:pt x="344403" y="28794"/>
                </a:lnTo>
                <a:lnTo>
                  <a:pt x="344403" y="100240"/>
                </a:lnTo>
                <a:lnTo>
                  <a:pt x="356513" y="100240"/>
                </a:lnTo>
                <a:lnTo>
                  <a:pt x="356513" y="62835"/>
                </a:lnTo>
                <a:lnTo>
                  <a:pt x="356516" y="62198"/>
                </a:lnTo>
                <a:lnTo>
                  <a:pt x="356527" y="61565"/>
                </a:lnTo>
                <a:lnTo>
                  <a:pt x="356544" y="60937"/>
                </a:lnTo>
                <a:close/>
                <a:moveTo>
                  <a:pt x="41863" y="71690"/>
                </a:moveTo>
                <a:lnTo>
                  <a:pt x="42039" y="73036"/>
                </a:lnTo>
                <a:lnTo>
                  <a:pt x="42248" y="74353"/>
                </a:lnTo>
                <a:lnTo>
                  <a:pt x="42489" y="75640"/>
                </a:lnTo>
                <a:lnTo>
                  <a:pt x="42762" y="76898"/>
                </a:lnTo>
                <a:lnTo>
                  <a:pt x="43067" y="78126"/>
                </a:lnTo>
                <a:lnTo>
                  <a:pt x="43404" y="79325"/>
                </a:lnTo>
                <a:lnTo>
                  <a:pt x="43774" y="80495"/>
                </a:lnTo>
                <a:lnTo>
                  <a:pt x="44175" y="81635"/>
                </a:lnTo>
                <a:lnTo>
                  <a:pt x="44609" y="82746"/>
                </a:lnTo>
                <a:lnTo>
                  <a:pt x="45075" y="83827"/>
                </a:lnTo>
                <a:lnTo>
                  <a:pt x="45573" y="84879"/>
                </a:lnTo>
                <a:lnTo>
                  <a:pt x="46102" y="85901"/>
                </a:lnTo>
                <a:lnTo>
                  <a:pt x="46665" y="86894"/>
                </a:lnTo>
                <a:lnTo>
                  <a:pt x="47259" y="87858"/>
                </a:lnTo>
                <a:lnTo>
                  <a:pt x="47885" y="88792"/>
                </a:lnTo>
                <a:lnTo>
                  <a:pt x="48544" y="89697"/>
                </a:lnTo>
                <a:lnTo>
                  <a:pt x="49234" y="90572"/>
                </a:lnTo>
                <a:lnTo>
                  <a:pt x="49957" y="91418"/>
                </a:lnTo>
                <a:lnTo>
                  <a:pt x="50712" y="92234"/>
                </a:lnTo>
                <a:lnTo>
                  <a:pt x="51492" y="93019"/>
                </a:lnTo>
                <a:lnTo>
                  <a:pt x="52293" y="93771"/>
                </a:lnTo>
                <a:lnTo>
                  <a:pt x="53114" y="94489"/>
                </a:lnTo>
                <a:lnTo>
                  <a:pt x="53955" y="95174"/>
                </a:lnTo>
                <a:lnTo>
                  <a:pt x="54816" y="95825"/>
                </a:lnTo>
                <a:lnTo>
                  <a:pt x="55696" y="96443"/>
                </a:lnTo>
                <a:lnTo>
                  <a:pt x="56597" y="97028"/>
                </a:lnTo>
                <a:lnTo>
                  <a:pt x="57518" y="97579"/>
                </a:lnTo>
                <a:lnTo>
                  <a:pt x="58458" y="98097"/>
                </a:lnTo>
                <a:lnTo>
                  <a:pt x="59419" y="98581"/>
                </a:lnTo>
                <a:lnTo>
                  <a:pt x="60399" y="99032"/>
                </a:lnTo>
                <a:lnTo>
                  <a:pt x="61400" y="99450"/>
                </a:lnTo>
                <a:lnTo>
                  <a:pt x="62420" y="99834"/>
                </a:lnTo>
                <a:lnTo>
                  <a:pt x="63461" y="100185"/>
                </a:lnTo>
                <a:lnTo>
                  <a:pt x="64521" y="100502"/>
                </a:lnTo>
                <a:lnTo>
                  <a:pt x="65602" y="100786"/>
                </a:lnTo>
                <a:lnTo>
                  <a:pt x="66702" y="101036"/>
                </a:lnTo>
                <a:lnTo>
                  <a:pt x="67823" y="101254"/>
                </a:lnTo>
                <a:lnTo>
                  <a:pt x="68963" y="101437"/>
                </a:lnTo>
                <a:lnTo>
                  <a:pt x="70123" y="101588"/>
                </a:lnTo>
                <a:lnTo>
                  <a:pt x="71304" y="101704"/>
                </a:lnTo>
                <a:lnTo>
                  <a:pt x="72504" y="101788"/>
                </a:lnTo>
                <a:lnTo>
                  <a:pt x="73724" y="101838"/>
                </a:lnTo>
                <a:lnTo>
                  <a:pt x="74964" y="101855"/>
                </a:lnTo>
                <a:lnTo>
                  <a:pt x="75741" y="101847"/>
                </a:lnTo>
                <a:lnTo>
                  <a:pt x="76513" y="101824"/>
                </a:lnTo>
                <a:lnTo>
                  <a:pt x="77280" y="101786"/>
                </a:lnTo>
                <a:lnTo>
                  <a:pt x="78041" y="101733"/>
                </a:lnTo>
                <a:lnTo>
                  <a:pt x="78798" y="101665"/>
                </a:lnTo>
                <a:lnTo>
                  <a:pt x="79550" y="101582"/>
                </a:lnTo>
                <a:lnTo>
                  <a:pt x="80296" y="101483"/>
                </a:lnTo>
                <a:lnTo>
                  <a:pt x="81038" y="101369"/>
                </a:lnTo>
                <a:lnTo>
                  <a:pt x="81774" y="101240"/>
                </a:lnTo>
                <a:lnTo>
                  <a:pt x="82506" y="101096"/>
                </a:lnTo>
                <a:lnTo>
                  <a:pt x="83233" y="100936"/>
                </a:lnTo>
                <a:lnTo>
                  <a:pt x="83954" y="100762"/>
                </a:lnTo>
                <a:lnTo>
                  <a:pt x="84671" y="100572"/>
                </a:lnTo>
                <a:lnTo>
                  <a:pt x="85382" y="100367"/>
                </a:lnTo>
                <a:lnTo>
                  <a:pt x="86088" y="100147"/>
                </a:lnTo>
                <a:lnTo>
                  <a:pt x="86790" y="99911"/>
                </a:lnTo>
                <a:lnTo>
                  <a:pt x="87486" y="99661"/>
                </a:lnTo>
                <a:lnTo>
                  <a:pt x="88178" y="99395"/>
                </a:lnTo>
                <a:lnTo>
                  <a:pt x="88864" y="99114"/>
                </a:lnTo>
                <a:lnTo>
                  <a:pt x="89545" y="98818"/>
                </a:lnTo>
                <a:lnTo>
                  <a:pt x="90222" y="98507"/>
                </a:lnTo>
                <a:lnTo>
                  <a:pt x="90893" y="98180"/>
                </a:lnTo>
                <a:lnTo>
                  <a:pt x="91559" y="97839"/>
                </a:lnTo>
                <a:lnTo>
                  <a:pt x="92220" y="97482"/>
                </a:lnTo>
                <a:lnTo>
                  <a:pt x="92873" y="97111"/>
                </a:lnTo>
                <a:lnTo>
                  <a:pt x="93512" y="96729"/>
                </a:lnTo>
                <a:lnTo>
                  <a:pt x="94138" y="96334"/>
                </a:lnTo>
                <a:lnTo>
                  <a:pt x="94751" y="95926"/>
                </a:lnTo>
                <a:lnTo>
                  <a:pt x="95351" y="95507"/>
                </a:lnTo>
                <a:lnTo>
                  <a:pt x="95937" y="95075"/>
                </a:lnTo>
                <a:lnTo>
                  <a:pt x="96511" y="94631"/>
                </a:lnTo>
                <a:lnTo>
                  <a:pt x="97072" y="94174"/>
                </a:lnTo>
                <a:lnTo>
                  <a:pt x="97619" y="93706"/>
                </a:lnTo>
                <a:lnTo>
                  <a:pt x="98154" y="93225"/>
                </a:lnTo>
                <a:lnTo>
                  <a:pt x="98675" y="92731"/>
                </a:lnTo>
                <a:lnTo>
                  <a:pt x="99183" y="92226"/>
                </a:lnTo>
                <a:lnTo>
                  <a:pt x="99679" y="91708"/>
                </a:lnTo>
                <a:lnTo>
                  <a:pt x="100161" y="91178"/>
                </a:lnTo>
                <a:lnTo>
                  <a:pt x="100630" y="90636"/>
                </a:lnTo>
                <a:lnTo>
                  <a:pt x="101086" y="90082"/>
                </a:lnTo>
                <a:lnTo>
                  <a:pt x="101529" y="89515"/>
                </a:lnTo>
                <a:lnTo>
                  <a:pt x="101959" y="88936"/>
                </a:lnTo>
                <a:lnTo>
                  <a:pt x="102375" y="88345"/>
                </a:lnTo>
                <a:lnTo>
                  <a:pt x="102779" y="87741"/>
                </a:lnTo>
                <a:lnTo>
                  <a:pt x="103170" y="87125"/>
                </a:lnTo>
                <a:lnTo>
                  <a:pt x="103547" y="86497"/>
                </a:lnTo>
                <a:lnTo>
                  <a:pt x="103911" y="85857"/>
                </a:lnTo>
                <a:lnTo>
                  <a:pt x="104263" y="85204"/>
                </a:lnTo>
                <a:lnTo>
                  <a:pt x="104600" y="84535"/>
                </a:lnTo>
                <a:lnTo>
                  <a:pt x="104924" y="83846"/>
                </a:lnTo>
                <a:lnTo>
                  <a:pt x="105232" y="83136"/>
                </a:lnTo>
                <a:lnTo>
                  <a:pt x="105527" y="82406"/>
                </a:lnTo>
                <a:lnTo>
                  <a:pt x="105807" y="81655"/>
                </a:lnTo>
                <a:lnTo>
                  <a:pt x="106073" y="80884"/>
                </a:lnTo>
                <a:lnTo>
                  <a:pt x="106324" y="80092"/>
                </a:lnTo>
                <a:lnTo>
                  <a:pt x="106561" y="79280"/>
                </a:lnTo>
                <a:lnTo>
                  <a:pt x="106784" y="78448"/>
                </a:lnTo>
                <a:lnTo>
                  <a:pt x="106992" y="77595"/>
                </a:lnTo>
                <a:lnTo>
                  <a:pt x="107186" y="76721"/>
                </a:lnTo>
                <a:lnTo>
                  <a:pt x="107366" y="75828"/>
                </a:lnTo>
                <a:lnTo>
                  <a:pt x="107531" y="74913"/>
                </a:lnTo>
                <a:lnTo>
                  <a:pt x="107682" y="73979"/>
                </a:lnTo>
                <a:lnTo>
                  <a:pt x="107818" y="73024"/>
                </a:lnTo>
                <a:lnTo>
                  <a:pt x="107940" y="72048"/>
                </a:lnTo>
                <a:lnTo>
                  <a:pt x="108048" y="71052"/>
                </a:lnTo>
                <a:lnTo>
                  <a:pt x="108142" y="70036"/>
                </a:lnTo>
                <a:lnTo>
                  <a:pt x="108221" y="68999"/>
                </a:lnTo>
                <a:lnTo>
                  <a:pt x="108285" y="67942"/>
                </a:lnTo>
                <a:lnTo>
                  <a:pt x="108336" y="66864"/>
                </a:lnTo>
                <a:lnTo>
                  <a:pt x="108371" y="65766"/>
                </a:lnTo>
                <a:lnTo>
                  <a:pt x="108393" y="64647"/>
                </a:lnTo>
                <a:lnTo>
                  <a:pt x="108400" y="63508"/>
                </a:lnTo>
                <a:lnTo>
                  <a:pt x="108384" y="62102"/>
                </a:lnTo>
                <a:lnTo>
                  <a:pt x="108335" y="60722"/>
                </a:lnTo>
                <a:lnTo>
                  <a:pt x="108254" y="59368"/>
                </a:lnTo>
                <a:lnTo>
                  <a:pt x="108140" y="58039"/>
                </a:lnTo>
                <a:lnTo>
                  <a:pt x="107994" y="56736"/>
                </a:lnTo>
                <a:lnTo>
                  <a:pt x="107816" y="55458"/>
                </a:lnTo>
                <a:lnTo>
                  <a:pt x="107605" y="54206"/>
                </a:lnTo>
                <a:lnTo>
                  <a:pt x="107361" y="52979"/>
                </a:lnTo>
                <a:lnTo>
                  <a:pt x="107085" y="51778"/>
                </a:lnTo>
                <a:lnTo>
                  <a:pt x="106777" y="50603"/>
                </a:lnTo>
                <a:lnTo>
                  <a:pt x="106436" y="49453"/>
                </a:lnTo>
                <a:lnTo>
                  <a:pt x="106062" y="48329"/>
                </a:lnTo>
                <a:lnTo>
                  <a:pt x="105657" y="47230"/>
                </a:lnTo>
                <a:lnTo>
                  <a:pt x="105218" y="46157"/>
                </a:lnTo>
                <a:lnTo>
                  <a:pt x="104747" y="45110"/>
                </a:lnTo>
                <a:lnTo>
                  <a:pt x="104244" y="44088"/>
                </a:lnTo>
                <a:lnTo>
                  <a:pt x="103708" y="43091"/>
                </a:lnTo>
                <a:lnTo>
                  <a:pt x="103140" y="42121"/>
                </a:lnTo>
                <a:lnTo>
                  <a:pt x="102539" y="41175"/>
                </a:lnTo>
                <a:lnTo>
                  <a:pt x="101906" y="40256"/>
                </a:lnTo>
                <a:lnTo>
                  <a:pt x="101241" y="39362"/>
                </a:lnTo>
                <a:lnTo>
                  <a:pt x="100543" y="38493"/>
                </a:lnTo>
                <a:lnTo>
                  <a:pt x="99812" y="37651"/>
                </a:lnTo>
                <a:lnTo>
                  <a:pt x="99049" y="36833"/>
                </a:lnTo>
                <a:lnTo>
                  <a:pt x="98260" y="36045"/>
                </a:lnTo>
                <a:lnTo>
                  <a:pt x="97453" y="35291"/>
                </a:lnTo>
                <a:lnTo>
                  <a:pt x="96627" y="34571"/>
                </a:lnTo>
                <a:lnTo>
                  <a:pt x="95782" y="33883"/>
                </a:lnTo>
                <a:lnTo>
                  <a:pt x="94919" y="33230"/>
                </a:lnTo>
                <a:lnTo>
                  <a:pt x="94037" y="32610"/>
                </a:lnTo>
                <a:lnTo>
                  <a:pt x="93136" y="32023"/>
                </a:lnTo>
                <a:lnTo>
                  <a:pt x="92217" y="31470"/>
                </a:lnTo>
                <a:lnTo>
                  <a:pt x="91279" y="30950"/>
                </a:lnTo>
                <a:lnTo>
                  <a:pt x="90322" y="30464"/>
                </a:lnTo>
                <a:lnTo>
                  <a:pt x="89346" y="30012"/>
                </a:lnTo>
                <a:lnTo>
                  <a:pt x="88352" y="29593"/>
                </a:lnTo>
                <a:lnTo>
                  <a:pt x="87339" y="29207"/>
                </a:lnTo>
                <a:lnTo>
                  <a:pt x="86308" y="28855"/>
                </a:lnTo>
                <a:lnTo>
                  <a:pt x="85257" y="28537"/>
                </a:lnTo>
                <a:lnTo>
                  <a:pt x="84189" y="28252"/>
                </a:lnTo>
                <a:lnTo>
                  <a:pt x="83101" y="28000"/>
                </a:lnTo>
                <a:lnTo>
                  <a:pt x="81995" y="27783"/>
                </a:lnTo>
                <a:lnTo>
                  <a:pt x="80870" y="27598"/>
                </a:lnTo>
                <a:lnTo>
                  <a:pt x="79726" y="27447"/>
                </a:lnTo>
                <a:lnTo>
                  <a:pt x="78564" y="27330"/>
                </a:lnTo>
                <a:lnTo>
                  <a:pt x="77383" y="27246"/>
                </a:lnTo>
                <a:lnTo>
                  <a:pt x="76183" y="27196"/>
                </a:lnTo>
                <a:lnTo>
                  <a:pt x="74964" y="27179"/>
                </a:lnTo>
                <a:lnTo>
                  <a:pt x="73867" y="27193"/>
                </a:lnTo>
                <a:lnTo>
                  <a:pt x="72784" y="27234"/>
                </a:lnTo>
                <a:lnTo>
                  <a:pt x="71714" y="27303"/>
                </a:lnTo>
                <a:lnTo>
                  <a:pt x="70659" y="27400"/>
                </a:lnTo>
                <a:lnTo>
                  <a:pt x="69617" y="27524"/>
                </a:lnTo>
                <a:lnTo>
                  <a:pt x="68590" y="27675"/>
                </a:lnTo>
                <a:lnTo>
                  <a:pt x="67577" y="27855"/>
                </a:lnTo>
                <a:lnTo>
                  <a:pt x="66577" y="28061"/>
                </a:lnTo>
                <a:lnTo>
                  <a:pt x="65592" y="28296"/>
                </a:lnTo>
                <a:lnTo>
                  <a:pt x="64621" y="28557"/>
                </a:lnTo>
                <a:lnTo>
                  <a:pt x="63664" y="28847"/>
                </a:lnTo>
                <a:lnTo>
                  <a:pt x="62720" y="29164"/>
                </a:lnTo>
                <a:lnTo>
                  <a:pt x="61791" y="29508"/>
                </a:lnTo>
                <a:lnTo>
                  <a:pt x="60876" y="29881"/>
                </a:lnTo>
                <a:lnTo>
                  <a:pt x="59975" y="30280"/>
                </a:lnTo>
                <a:lnTo>
                  <a:pt x="59087" y="30707"/>
                </a:lnTo>
                <a:lnTo>
                  <a:pt x="58214" y="31162"/>
                </a:lnTo>
                <a:lnTo>
                  <a:pt x="57355" y="31645"/>
                </a:lnTo>
                <a:lnTo>
                  <a:pt x="56510" y="32155"/>
                </a:lnTo>
                <a:lnTo>
                  <a:pt x="55679" y="32692"/>
                </a:lnTo>
                <a:lnTo>
                  <a:pt x="54862" y="33257"/>
                </a:lnTo>
                <a:lnTo>
                  <a:pt x="54059" y="33850"/>
                </a:lnTo>
                <a:lnTo>
                  <a:pt x="53269" y="34470"/>
                </a:lnTo>
                <a:lnTo>
                  <a:pt x="52494" y="35118"/>
                </a:lnTo>
                <a:lnTo>
                  <a:pt x="51594" y="35932"/>
                </a:lnTo>
                <a:lnTo>
                  <a:pt x="50732" y="36781"/>
                </a:lnTo>
                <a:lnTo>
                  <a:pt x="49909" y="37667"/>
                </a:lnTo>
                <a:lnTo>
                  <a:pt x="49123" y="38588"/>
                </a:lnTo>
                <a:lnTo>
                  <a:pt x="48376" y="39545"/>
                </a:lnTo>
                <a:lnTo>
                  <a:pt x="47667" y="40538"/>
                </a:lnTo>
                <a:lnTo>
                  <a:pt x="46997" y="41566"/>
                </a:lnTo>
                <a:lnTo>
                  <a:pt x="46365" y="42630"/>
                </a:lnTo>
                <a:lnTo>
                  <a:pt x="45771" y="43730"/>
                </a:lnTo>
                <a:lnTo>
                  <a:pt x="45216" y="44866"/>
                </a:lnTo>
                <a:lnTo>
                  <a:pt x="44698" y="46037"/>
                </a:lnTo>
                <a:lnTo>
                  <a:pt x="44220" y="47244"/>
                </a:lnTo>
                <a:lnTo>
                  <a:pt x="43779" y="48487"/>
                </a:lnTo>
                <a:lnTo>
                  <a:pt x="43377" y="49766"/>
                </a:lnTo>
                <a:lnTo>
                  <a:pt x="43013" y="51080"/>
                </a:lnTo>
                <a:lnTo>
                  <a:pt x="42687" y="52430"/>
                </a:lnTo>
                <a:lnTo>
                  <a:pt x="42400" y="53816"/>
                </a:lnTo>
                <a:lnTo>
                  <a:pt x="42151" y="55237"/>
                </a:lnTo>
                <a:lnTo>
                  <a:pt x="41940" y="56695"/>
                </a:lnTo>
                <a:lnTo>
                  <a:pt x="41768" y="58188"/>
                </a:lnTo>
                <a:lnTo>
                  <a:pt x="41634" y="59716"/>
                </a:lnTo>
                <a:lnTo>
                  <a:pt x="41538" y="61281"/>
                </a:lnTo>
                <a:lnTo>
                  <a:pt x="41480" y="62881"/>
                </a:lnTo>
                <a:lnTo>
                  <a:pt x="41461" y="64517"/>
                </a:lnTo>
                <a:lnTo>
                  <a:pt x="41477" y="66010"/>
                </a:lnTo>
                <a:lnTo>
                  <a:pt x="41525" y="67474"/>
                </a:lnTo>
                <a:lnTo>
                  <a:pt x="41606" y="68909"/>
                </a:lnTo>
                <a:lnTo>
                  <a:pt x="41718" y="70314"/>
                </a:lnTo>
                <a:lnTo>
                  <a:pt x="41863" y="71690"/>
                </a:lnTo>
                <a:close/>
                <a:moveTo>
                  <a:pt x="54167" y="59140"/>
                </a:moveTo>
                <a:lnTo>
                  <a:pt x="54281" y="58130"/>
                </a:lnTo>
                <a:lnTo>
                  <a:pt x="54417" y="57143"/>
                </a:lnTo>
                <a:lnTo>
                  <a:pt x="54572" y="56181"/>
                </a:lnTo>
                <a:lnTo>
                  <a:pt x="54749" y="55243"/>
                </a:lnTo>
                <a:lnTo>
                  <a:pt x="54947" y="54329"/>
                </a:lnTo>
                <a:lnTo>
                  <a:pt x="55165" y="53439"/>
                </a:lnTo>
                <a:lnTo>
                  <a:pt x="55404" y="52574"/>
                </a:lnTo>
                <a:lnTo>
                  <a:pt x="55664" y="51732"/>
                </a:lnTo>
                <a:lnTo>
                  <a:pt x="55945" y="50914"/>
                </a:lnTo>
                <a:lnTo>
                  <a:pt x="56246" y="50120"/>
                </a:lnTo>
                <a:lnTo>
                  <a:pt x="56568" y="49350"/>
                </a:lnTo>
                <a:lnTo>
                  <a:pt x="56911" y="48604"/>
                </a:lnTo>
                <a:lnTo>
                  <a:pt x="57275" y="47883"/>
                </a:lnTo>
                <a:lnTo>
                  <a:pt x="57660" y="47185"/>
                </a:lnTo>
                <a:lnTo>
                  <a:pt x="58065" y="46511"/>
                </a:lnTo>
                <a:lnTo>
                  <a:pt x="58491" y="45862"/>
                </a:lnTo>
                <a:lnTo>
                  <a:pt x="58938" y="45236"/>
                </a:lnTo>
                <a:lnTo>
                  <a:pt x="59406" y="44634"/>
                </a:lnTo>
                <a:lnTo>
                  <a:pt x="59895" y="44057"/>
                </a:lnTo>
                <a:lnTo>
                  <a:pt x="60399" y="43503"/>
                </a:lnTo>
                <a:lnTo>
                  <a:pt x="60914" y="42973"/>
                </a:lnTo>
                <a:lnTo>
                  <a:pt x="61440" y="42466"/>
                </a:lnTo>
                <a:lnTo>
                  <a:pt x="61976" y="41983"/>
                </a:lnTo>
                <a:lnTo>
                  <a:pt x="62524" y="41524"/>
                </a:lnTo>
                <a:lnTo>
                  <a:pt x="63082" y="41088"/>
                </a:lnTo>
                <a:lnTo>
                  <a:pt x="63651" y="40676"/>
                </a:lnTo>
                <a:lnTo>
                  <a:pt x="64230" y="40287"/>
                </a:lnTo>
                <a:lnTo>
                  <a:pt x="64821" y="39921"/>
                </a:lnTo>
                <a:lnTo>
                  <a:pt x="65422" y="39580"/>
                </a:lnTo>
                <a:lnTo>
                  <a:pt x="66033" y="39262"/>
                </a:lnTo>
                <a:lnTo>
                  <a:pt x="66656" y="38967"/>
                </a:lnTo>
                <a:lnTo>
                  <a:pt x="67289" y="38696"/>
                </a:lnTo>
                <a:lnTo>
                  <a:pt x="67933" y="38449"/>
                </a:lnTo>
                <a:lnTo>
                  <a:pt x="68588" y="38225"/>
                </a:lnTo>
                <a:lnTo>
                  <a:pt x="69253" y="38025"/>
                </a:lnTo>
                <a:lnTo>
                  <a:pt x="69930" y="37848"/>
                </a:lnTo>
                <a:lnTo>
                  <a:pt x="70617" y="37695"/>
                </a:lnTo>
                <a:lnTo>
                  <a:pt x="71314" y="37565"/>
                </a:lnTo>
                <a:lnTo>
                  <a:pt x="72023" y="37459"/>
                </a:lnTo>
                <a:lnTo>
                  <a:pt x="72742" y="37377"/>
                </a:lnTo>
                <a:lnTo>
                  <a:pt x="73472" y="37318"/>
                </a:lnTo>
                <a:lnTo>
                  <a:pt x="74213" y="37282"/>
                </a:lnTo>
                <a:lnTo>
                  <a:pt x="74964" y="37271"/>
                </a:lnTo>
                <a:lnTo>
                  <a:pt x="75705" y="37282"/>
                </a:lnTo>
                <a:lnTo>
                  <a:pt x="76435" y="37318"/>
                </a:lnTo>
                <a:lnTo>
                  <a:pt x="77156" y="37377"/>
                </a:lnTo>
                <a:lnTo>
                  <a:pt x="77866" y="37460"/>
                </a:lnTo>
                <a:lnTo>
                  <a:pt x="78566" y="37567"/>
                </a:lnTo>
                <a:lnTo>
                  <a:pt x="79255" y="37697"/>
                </a:lnTo>
                <a:lnTo>
                  <a:pt x="79935" y="37851"/>
                </a:lnTo>
                <a:lnTo>
                  <a:pt x="80604" y="38028"/>
                </a:lnTo>
                <a:lnTo>
                  <a:pt x="81264" y="38230"/>
                </a:lnTo>
                <a:lnTo>
                  <a:pt x="81913" y="38455"/>
                </a:lnTo>
                <a:lnTo>
                  <a:pt x="82552" y="38703"/>
                </a:lnTo>
                <a:lnTo>
                  <a:pt x="83180" y="38976"/>
                </a:lnTo>
                <a:lnTo>
                  <a:pt x="83799" y="39272"/>
                </a:lnTo>
                <a:lnTo>
                  <a:pt x="84407" y="39591"/>
                </a:lnTo>
                <a:lnTo>
                  <a:pt x="85006" y="39935"/>
                </a:lnTo>
                <a:lnTo>
                  <a:pt x="85594" y="40302"/>
                </a:lnTo>
                <a:lnTo>
                  <a:pt x="86172" y="40692"/>
                </a:lnTo>
                <a:lnTo>
                  <a:pt x="86740" y="41107"/>
                </a:lnTo>
                <a:lnTo>
                  <a:pt x="87297" y="41545"/>
                </a:lnTo>
                <a:lnTo>
                  <a:pt x="87845" y="42007"/>
                </a:lnTo>
                <a:lnTo>
                  <a:pt x="88382" y="42492"/>
                </a:lnTo>
                <a:lnTo>
                  <a:pt x="88909" y="43001"/>
                </a:lnTo>
                <a:lnTo>
                  <a:pt x="89426" y="43534"/>
                </a:lnTo>
                <a:lnTo>
                  <a:pt x="89933" y="44091"/>
                </a:lnTo>
                <a:lnTo>
                  <a:pt x="90424" y="44670"/>
                </a:lnTo>
                <a:lnTo>
                  <a:pt x="90895" y="45272"/>
                </a:lnTo>
                <a:lnTo>
                  <a:pt x="91344" y="45896"/>
                </a:lnTo>
                <a:lnTo>
                  <a:pt x="91773" y="46542"/>
                </a:lnTo>
                <a:lnTo>
                  <a:pt x="92181" y="47211"/>
                </a:lnTo>
                <a:lnTo>
                  <a:pt x="92567" y="47902"/>
                </a:lnTo>
                <a:lnTo>
                  <a:pt x="92933" y="48615"/>
                </a:lnTo>
                <a:lnTo>
                  <a:pt x="93278" y="49350"/>
                </a:lnTo>
                <a:lnTo>
                  <a:pt x="93602" y="50108"/>
                </a:lnTo>
                <a:lnTo>
                  <a:pt x="93905" y="50888"/>
                </a:lnTo>
                <a:lnTo>
                  <a:pt x="94188" y="51690"/>
                </a:lnTo>
                <a:lnTo>
                  <a:pt x="94449" y="52515"/>
                </a:lnTo>
                <a:lnTo>
                  <a:pt x="94689" y="53362"/>
                </a:lnTo>
                <a:lnTo>
                  <a:pt x="94909" y="54231"/>
                </a:lnTo>
                <a:lnTo>
                  <a:pt x="95108" y="55122"/>
                </a:lnTo>
                <a:lnTo>
                  <a:pt x="95285" y="56036"/>
                </a:lnTo>
                <a:lnTo>
                  <a:pt x="95442" y="56972"/>
                </a:lnTo>
                <a:lnTo>
                  <a:pt x="95578" y="57930"/>
                </a:lnTo>
                <a:lnTo>
                  <a:pt x="95693" y="58910"/>
                </a:lnTo>
                <a:lnTo>
                  <a:pt x="95787" y="59913"/>
                </a:lnTo>
                <a:lnTo>
                  <a:pt x="95860" y="60938"/>
                </a:lnTo>
                <a:lnTo>
                  <a:pt x="95912" y="61985"/>
                </a:lnTo>
                <a:lnTo>
                  <a:pt x="95944" y="63055"/>
                </a:lnTo>
                <a:lnTo>
                  <a:pt x="95954" y="64147"/>
                </a:lnTo>
                <a:lnTo>
                  <a:pt x="95944" y="65305"/>
                </a:lnTo>
                <a:lnTo>
                  <a:pt x="95913" y="66438"/>
                </a:lnTo>
                <a:lnTo>
                  <a:pt x="95861" y="67546"/>
                </a:lnTo>
                <a:lnTo>
                  <a:pt x="95788" y="68629"/>
                </a:lnTo>
                <a:lnTo>
                  <a:pt x="95694" y="69686"/>
                </a:lnTo>
                <a:lnTo>
                  <a:pt x="95580" y="70719"/>
                </a:lnTo>
                <a:lnTo>
                  <a:pt x="95445" y="71728"/>
                </a:lnTo>
                <a:lnTo>
                  <a:pt x="95289" y="72711"/>
                </a:lnTo>
                <a:lnTo>
                  <a:pt x="95112" y="73669"/>
                </a:lnTo>
                <a:lnTo>
                  <a:pt x="94915" y="74602"/>
                </a:lnTo>
                <a:lnTo>
                  <a:pt x="94696" y="75510"/>
                </a:lnTo>
                <a:lnTo>
                  <a:pt x="94457" y="76393"/>
                </a:lnTo>
                <a:lnTo>
                  <a:pt x="94198" y="77251"/>
                </a:lnTo>
                <a:lnTo>
                  <a:pt x="93917" y="78085"/>
                </a:lnTo>
                <a:lnTo>
                  <a:pt x="93615" y="78893"/>
                </a:lnTo>
                <a:lnTo>
                  <a:pt x="93293" y="79676"/>
                </a:lnTo>
                <a:lnTo>
                  <a:pt x="92950" y="80435"/>
                </a:lnTo>
                <a:lnTo>
                  <a:pt x="92586" y="81168"/>
                </a:lnTo>
                <a:lnTo>
                  <a:pt x="92202" y="81877"/>
                </a:lnTo>
                <a:lnTo>
                  <a:pt x="91796" y="82560"/>
                </a:lnTo>
                <a:lnTo>
                  <a:pt x="91370" y="83219"/>
                </a:lnTo>
                <a:lnTo>
                  <a:pt x="90923" y="83852"/>
                </a:lnTo>
                <a:lnTo>
                  <a:pt x="90455" y="84461"/>
                </a:lnTo>
                <a:lnTo>
                  <a:pt x="89967" y="85044"/>
                </a:lnTo>
                <a:lnTo>
                  <a:pt x="89463" y="85604"/>
                </a:lnTo>
                <a:lnTo>
                  <a:pt x="88948" y="86139"/>
                </a:lnTo>
                <a:lnTo>
                  <a:pt x="88423" y="86651"/>
                </a:lnTo>
                <a:lnTo>
                  <a:pt x="87887" y="87139"/>
                </a:lnTo>
                <a:lnTo>
                  <a:pt x="87341" y="87603"/>
                </a:lnTo>
                <a:lnTo>
                  <a:pt x="86784" y="88043"/>
                </a:lnTo>
                <a:lnTo>
                  <a:pt x="86217" y="88459"/>
                </a:lnTo>
                <a:lnTo>
                  <a:pt x="85639" y="88852"/>
                </a:lnTo>
                <a:lnTo>
                  <a:pt x="85050" y="89221"/>
                </a:lnTo>
                <a:lnTo>
                  <a:pt x="84452" y="89566"/>
                </a:lnTo>
                <a:lnTo>
                  <a:pt x="83842" y="89887"/>
                </a:lnTo>
                <a:lnTo>
                  <a:pt x="83222" y="90185"/>
                </a:lnTo>
                <a:lnTo>
                  <a:pt x="82592" y="90458"/>
                </a:lnTo>
                <a:lnTo>
                  <a:pt x="81951" y="90708"/>
                </a:lnTo>
                <a:lnTo>
                  <a:pt x="81300" y="90934"/>
                </a:lnTo>
                <a:lnTo>
                  <a:pt x="80638" y="91137"/>
                </a:lnTo>
                <a:lnTo>
                  <a:pt x="79966" y="91315"/>
                </a:lnTo>
                <a:lnTo>
                  <a:pt x="79283" y="91470"/>
                </a:lnTo>
                <a:lnTo>
                  <a:pt x="78589" y="91601"/>
                </a:lnTo>
                <a:lnTo>
                  <a:pt x="77885" y="91708"/>
                </a:lnTo>
                <a:lnTo>
                  <a:pt x="77171" y="91791"/>
                </a:lnTo>
                <a:lnTo>
                  <a:pt x="76446" y="91850"/>
                </a:lnTo>
                <a:lnTo>
                  <a:pt x="75710" y="91886"/>
                </a:lnTo>
                <a:lnTo>
                  <a:pt x="74964" y="91898"/>
                </a:lnTo>
                <a:lnTo>
                  <a:pt x="74213" y="91886"/>
                </a:lnTo>
                <a:lnTo>
                  <a:pt x="73472" y="91851"/>
                </a:lnTo>
                <a:lnTo>
                  <a:pt x="72742" y="91792"/>
                </a:lnTo>
                <a:lnTo>
                  <a:pt x="72023" y="91709"/>
                </a:lnTo>
                <a:lnTo>
                  <a:pt x="71314" y="91602"/>
                </a:lnTo>
                <a:lnTo>
                  <a:pt x="70617" y="91472"/>
                </a:lnTo>
                <a:lnTo>
                  <a:pt x="69930" y="91318"/>
                </a:lnTo>
                <a:lnTo>
                  <a:pt x="69253" y="91140"/>
                </a:lnTo>
                <a:lnTo>
                  <a:pt x="68588" y="90939"/>
                </a:lnTo>
                <a:lnTo>
                  <a:pt x="67933" y="90714"/>
                </a:lnTo>
                <a:lnTo>
                  <a:pt x="67289" y="90465"/>
                </a:lnTo>
                <a:lnTo>
                  <a:pt x="66656" y="90193"/>
                </a:lnTo>
                <a:lnTo>
                  <a:pt x="66033" y="89897"/>
                </a:lnTo>
                <a:lnTo>
                  <a:pt x="65422" y="89577"/>
                </a:lnTo>
                <a:lnTo>
                  <a:pt x="64821" y="89234"/>
                </a:lnTo>
                <a:lnTo>
                  <a:pt x="64230" y="88867"/>
                </a:lnTo>
                <a:lnTo>
                  <a:pt x="63651" y="88476"/>
                </a:lnTo>
                <a:lnTo>
                  <a:pt x="63082" y="88062"/>
                </a:lnTo>
                <a:lnTo>
                  <a:pt x="62524" y="87624"/>
                </a:lnTo>
                <a:lnTo>
                  <a:pt x="61976" y="87162"/>
                </a:lnTo>
                <a:lnTo>
                  <a:pt x="61440" y="86676"/>
                </a:lnTo>
                <a:lnTo>
                  <a:pt x="60914" y="86167"/>
                </a:lnTo>
                <a:lnTo>
                  <a:pt x="60399" y="85635"/>
                </a:lnTo>
                <a:lnTo>
                  <a:pt x="59895" y="85078"/>
                </a:lnTo>
                <a:lnTo>
                  <a:pt x="59406" y="84498"/>
                </a:lnTo>
                <a:lnTo>
                  <a:pt x="58938" y="83894"/>
                </a:lnTo>
                <a:lnTo>
                  <a:pt x="58491" y="83265"/>
                </a:lnTo>
                <a:lnTo>
                  <a:pt x="58065" y="82613"/>
                </a:lnTo>
                <a:lnTo>
                  <a:pt x="57660" y="81937"/>
                </a:lnTo>
                <a:lnTo>
                  <a:pt x="57275" y="81238"/>
                </a:lnTo>
                <a:lnTo>
                  <a:pt x="56911" y="80514"/>
                </a:lnTo>
                <a:lnTo>
                  <a:pt x="56568" y="79766"/>
                </a:lnTo>
                <a:lnTo>
                  <a:pt x="56246" y="78994"/>
                </a:lnTo>
                <a:lnTo>
                  <a:pt x="55945" y="78199"/>
                </a:lnTo>
                <a:lnTo>
                  <a:pt x="55664" y="77380"/>
                </a:lnTo>
                <a:lnTo>
                  <a:pt x="55404" y="76536"/>
                </a:lnTo>
                <a:lnTo>
                  <a:pt x="55165" y="75669"/>
                </a:lnTo>
                <a:lnTo>
                  <a:pt x="54947" y="74778"/>
                </a:lnTo>
                <a:lnTo>
                  <a:pt x="54749" y="73863"/>
                </a:lnTo>
                <a:lnTo>
                  <a:pt x="54572" y="72924"/>
                </a:lnTo>
                <a:lnTo>
                  <a:pt x="54417" y="71961"/>
                </a:lnTo>
                <a:lnTo>
                  <a:pt x="54281" y="70974"/>
                </a:lnTo>
                <a:lnTo>
                  <a:pt x="54167" y="69963"/>
                </a:lnTo>
                <a:lnTo>
                  <a:pt x="54074" y="68928"/>
                </a:lnTo>
                <a:lnTo>
                  <a:pt x="54001" y="67870"/>
                </a:lnTo>
                <a:lnTo>
                  <a:pt x="53949" y="66787"/>
                </a:lnTo>
                <a:lnTo>
                  <a:pt x="53918" y="65681"/>
                </a:lnTo>
                <a:lnTo>
                  <a:pt x="53907" y="64551"/>
                </a:lnTo>
                <a:lnTo>
                  <a:pt x="53918" y="63420"/>
                </a:lnTo>
                <a:lnTo>
                  <a:pt x="53949" y="62314"/>
                </a:lnTo>
                <a:lnTo>
                  <a:pt x="54001" y="61232"/>
                </a:lnTo>
                <a:lnTo>
                  <a:pt x="54074" y="60174"/>
                </a:lnTo>
                <a:lnTo>
                  <a:pt x="54167" y="59140"/>
                </a:lnTo>
                <a:close/>
                <a:moveTo>
                  <a:pt x="314837" y="93319"/>
                </a:moveTo>
                <a:lnTo>
                  <a:pt x="314907" y="93724"/>
                </a:lnTo>
                <a:lnTo>
                  <a:pt x="314982" y="94125"/>
                </a:lnTo>
                <a:lnTo>
                  <a:pt x="315062" y="94521"/>
                </a:lnTo>
                <a:lnTo>
                  <a:pt x="315147" y="94912"/>
                </a:lnTo>
                <a:lnTo>
                  <a:pt x="315236" y="95299"/>
                </a:lnTo>
                <a:lnTo>
                  <a:pt x="315330" y="95682"/>
                </a:lnTo>
                <a:lnTo>
                  <a:pt x="315429" y="96060"/>
                </a:lnTo>
                <a:lnTo>
                  <a:pt x="315532" y="96433"/>
                </a:lnTo>
                <a:lnTo>
                  <a:pt x="315640" y="96802"/>
                </a:lnTo>
                <a:lnTo>
                  <a:pt x="315752" y="97166"/>
                </a:lnTo>
                <a:lnTo>
                  <a:pt x="315870" y="97526"/>
                </a:lnTo>
                <a:lnTo>
                  <a:pt x="315991" y="97881"/>
                </a:lnTo>
                <a:lnTo>
                  <a:pt x="316118" y="98232"/>
                </a:lnTo>
                <a:lnTo>
                  <a:pt x="316249" y="98578"/>
                </a:lnTo>
                <a:lnTo>
                  <a:pt x="316385" y="98919"/>
                </a:lnTo>
                <a:lnTo>
                  <a:pt x="316526" y="99256"/>
                </a:lnTo>
                <a:lnTo>
                  <a:pt x="316671" y="99589"/>
                </a:lnTo>
                <a:lnTo>
                  <a:pt x="316821" y="99917"/>
                </a:lnTo>
                <a:lnTo>
                  <a:pt x="316976" y="100240"/>
                </a:lnTo>
                <a:lnTo>
                  <a:pt x="329624" y="100240"/>
                </a:lnTo>
                <a:lnTo>
                  <a:pt x="329436" y="99896"/>
                </a:lnTo>
                <a:lnTo>
                  <a:pt x="329253" y="99551"/>
                </a:lnTo>
                <a:lnTo>
                  <a:pt x="329075" y="99204"/>
                </a:lnTo>
                <a:lnTo>
                  <a:pt x="328903" y="98856"/>
                </a:lnTo>
                <a:lnTo>
                  <a:pt x="328736" y="98507"/>
                </a:lnTo>
                <a:lnTo>
                  <a:pt x="328575" y="98157"/>
                </a:lnTo>
                <a:lnTo>
                  <a:pt x="328418" y="97805"/>
                </a:lnTo>
                <a:lnTo>
                  <a:pt x="328267" y="97452"/>
                </a:lnTo>
                <a:lnTo>
                  <a:pt x="328121" y="97098"/>
                </a:lnTo>
                <a:lnTo>
                  <a:pt x="327980" y="96742"/>
                </a:lnTo>
                <a:lnTo>
                  <a:pt x="327845" y="96385"/>
                </a:lnTo>
                <a:lnTo>
                  <a:pt x="327715" y="96027"/>
                </a:lnTo>
                <a:lnTo>
                  <a:pt x="327590" y="95668"/>
                </a:lnTo>
                <a:lnTo>
                  <a:pt x="327470" y="95307"/>
                </a:lnTo>
                <a:lnTo>
                  <a:pt x="327356" y="94945"/>
                </a:lnTo>
                <a:lnTo>
                  <a:pt x="327247" y="94582"/>
                </a:lnTo>
                <a:lnTo>
                  <a:pt x="327143" y="94217"/>
                </a:lnTo>
                <a:lnTo>
                  <a:pt x="327044" y="93851"/>
                </a:lnTo>
                <a:lnTo>
                  <a:pt x="326951" y="93484"/>
                </a:lnTo>
                <a:lnTo>
                  <a:pt x="326863" y="93116"/>
                </a:lnTo>
                <a:lnTo>
                  <a:pt x="326780" y="92746"/>
                </a:lnTo>
                <a:lnTo>
                  <a:pt x="326702" y="92375"/>
                </a:lnTo>
                <a:lnTo>
                  <a:pt x="326630" y="92003"/>
                </a:lnTo>
                <a:lnTo>
                  <a:pt x="326563" y="91629"/>
                </a:lnTo>
                <a:lnTo>
                  <a:pt x="326499" y="91233"/>
                </a:lnTo>
                <a:lnTo>
                  <a:pt x="326439" y="90795"/>
                </a:lnTo>
                <a:lnTo>
                  <a:pt x="326381" y="90313"/>
                </a:lnTo>
                <a:lnTo>
                  <a:pt x="326326" y="89789"/>
                </a:lnTo>
                <a:lnTo>
                  <a:pt x="326274" y="89222"/>
                </a:lnTo>
                <a:lnTo>
                  <a:pt x="326224" y="88612"/>
                </a:lnTo>
                <a:lnTo>
                  <a:pt x="326177" y="87959"/>
                </a:lnTo>
                <a:lnTo>
                  <a:pt x="326133" y="87263"/>
                </a:lnTo>
                <a:lnTo>
                  <a:pt x="326091" y="86525"/>
                </a:lnTo>
                <a:lnTo>
                  <a:pt x="326052" y="85743"/>
                </a:lnTo>
                <a:lnTo>
                  <a:pt x="326016" y="84919"/>
                </a:lnTo>
                <a:lnTo>
                  <a:pt x="325982" y="84052"/>
                </a:lnTo>
                <a:lnTo>
                  <a:pt x="325951" y="83141"/>
                </a:lnTo>
                <a:lnTo>
                  <a:pt x="325923" y="82188"/>
                </a:lnTo>
                <a:lnTo>
                  <a:pt x="325898" y="81193"/>
                </a:lnTo>
                <a:lnTo>
                  <a:pt x="325875" y="80154"/>
                </a:lnTo>
                <a:lnTo>
                  <a:pt x="325855" y="79072"/>
                </a:lnTo>
                <a:lnTo>
                  <a:pt x="325837" y="77948"/>
                </a:lnTo>
                <a:lnTo>
                  <a:pt x="325823" y="76780"/>
                </a:lnTo>
                <a:lnTo>
                  <a:pt x="325810" y="75570"/>
                </a:lnTo>
                <a:lnTo>
                  <a:pt x="325801" y="74317"/>
                </a:lnTo>
                <a:lnTo>
                  <a:pt x="325794" y="73021"/>
                </a:lnTo>
                <a:lnTo>
                  <a:pt x="325790" y="71682"/>
                </a:lnTo>
                <a:lnTo>
                  <a:pt x="325789" y="70301"/>
                </a:lnTo>
                <a:lnTo>
                  <a:pt x="325789" y="54201"/>
                </a:lnTo>
                <a:lnTo>
                  <a:pt x="325788" y="53539"/>
                </a:lnTo>
                <a:lnTo>
                  <a:pt x="325785" y="52893"/>
                </a:lnTo>
                <a:lnTo>
                  <a:pt x="325779" y="52266"/>
                </a:lnTo>
                <a:lnTo>
                  <a:pt x="325772" y="51655"/>
                </a:lnTo>
                <a:lnTo>
                  <a:pt x="325763" y="51061"/>
                </a:lnTo>
                <a:lnTo>
                  <a:pt x="325751" y="50485"/>
                </a:lnTo>
                <a:lnTo>
                  <a:pt x="325737" y="49926"/>
                </a:lnTo>
                <a:lnTo>
                  <a:pt x="325722" y="49384"/>
                </a:lnTo>
                <a:lnTo>
                  <a:pt x="325704" y="48859"/>
                </a:lnTo>
                <a:lnTo>
                  <a:pt x="325684" y="48351"/>
                </a:lnTo>
                <a:lnTo>
                  <a:pt x="325662" y="47860"/>
                </a:lnTo>
                <a:lnTo>
                  <a:pt x="325638" y="47387"/>
                </a:lnTo>
                <a:lnTo>
                  <a:pt x="325611" y="46931"/>
                </a:lnTo>
                <a:lnTo>
                  <a:pt x="325583" y="46492"/>
                </a:lnTo>
                <a:lnTo>
                  <a:pt x="325552" y="46070"/>
                </a:lnTo>
                <a:lnTo>
                  <a:pt x="325520" y="45665"/>
                </a:lnTo>
                <a:lnTo>
                  <a:pt x="325485" y="45278"/>
                </a:lnTo>
                <a:lnTo>
                  <a:pt x="325448" y="44907"/>
                </a:lnTo>
                <a:lnTo>
                  <a:pt x="325409" y="44554"/>
                </a:lnTo>
                <a:lnTo>
                  <a:pt x="325368" y="44218"/>
                </a:lnTo>
                <a:lnTo>
                  <a:pt x="325325" y="43899"/>
                </a:lnTo>
                <a:lnTo>
                  <a:pt x="325280" y="43598"/>
                </a:lnTo>
                <a:lnTo>
                  <a:pt x="325233" y="43313"/>
                </a:lnTo>
                <a:lnTo>
                  <a:pt x="325183" y="43046"/>
                </a:lnTo>
                <a:lnTo>
                  <a:pt x="325091" y="42632"/>
                </a:lnTo>
                <a:lnTo>
                  <a:pt x="324993" y="42225"/>
                </a:lnTo>
                <a:lnTo>
                  <a:pt x="324889" y="41823"/>
                </a:lnTo>
                <a:lnTo>
                  <a:pt x="324780" y="41428"/>
                </a:lnTo>
                <a:lnTo>
                  <a:pt x="324665" y="41038"/>
                </a:lnTo>
                <a:lnTo>
                  <a:pt x="324544" y="40655"/>
                </a:lnTo>
                <a:lnTo>
                  <a:pt x="324418" y="40277"/>
                </a:lnTo>
                <a:lnTo>
                  <a:pt x="324286" y="39906"/>
                </a:lnTo>
                <a:lnTo>
                  <a:pt x="324149" y="39540"/>
                </a:lnTo>
                <a:lnTo>
                  <a:pt x="324006" y="39181"/>
                </a:lnTo>
                <a:lnTo>
                  <a:pt x="323858" y="38827"/>
                </a:lnTo>
                <a:lnTo>
                  <a:pt x="323703" y="38479"/>
                </a:lnTo>
                <a:lnTo>
                  <a:pt x="323544" y="38138"/>
                </a:lnTo>
                <a:lnTo>
                  <a:pt x="323378" y="37802"/>
                </a:lnTo>
                <a:lnTo>
                  <a:pt x="323207" y="37472"/>
                </a:lnTo>
                <a:lnTo>
                  <a:pt x="323031" y="37149"/>
                </a:lnTo>
                <a:lnTo>
                  <a:pt x="322848" y="36831"/>
                </a:lnTo>
                <a:lnTo>
                  <a:pt x="322661" y="36519"/>
                </a:lnTo>
                <a:lnTo>
                  <a:pt x="322467" y="36214"/>
                </a:lnTo>
                <a:lnTo>
                  <a:pt x="322268" y="35914"/>
                </a:lnTo>
                <a:lnTo>
                  <a:pt x="322064" y="35620"/>
                </a:lnTo>
                <a:lnTo>
                  <a:pt x="321853" y="35333"/>
                </a:lnTo>
                <a:lnTo>
                  <a:pt x="321637" y="35051"/>
                </a:lnTo>
                <a:lnTo>
                  <a:pt x="321416" y="34775"/>
                </a:lnTo>
                <a:lnTo>
                  <a:pt x="321187" y="34504"/>
                </a:lnTo>
                <a:lnTo>
                  <a:pt x="320947" y="34237"/>
                </a:lnTo>
                <a:lnTo>
                  <a:pt x="320696" y="33974"/>
                </a:lnTo>
                <a:lnTo>
                  <a:pt x="320435" y="33714"/>
                </a:lnTo>
                <a:lnTo>
                  <a:pt x="320163" y="33459"/>
                </a:lnTo>
                <a:lnTo>
                  <a:pt x="319881" y="33207"/>
                </a:lnTo>
                <a:lnTo>
                  <a:pt x="319589" y="32959"/>
                </a:lnTo>
                <a:lnTo>
                  <a:pt x="319286" y="32715"/>
                </a:lnTo>
                <a:lnTo>
                  <a:pt x="318972" y="32475"/>
                </a:lnTo>
                <a:lnTo>
                  <a:pt x="318648" y="32239"/>
                </a:lnTo>
                <a:lnTo>
                  <a:pt x="318313" y="32007"/>
                </a:lnTo>
                <a:lnTo>
                  <a:pt x="317968" y="31779"/>
                </a:lnTo>
                <a:lnTo>
                  <a:pt x="317613" y="31554"/>
                </a:lnTo>
                <a:lnTo>
                  <a:pt x="317246" y="31334"/>
                </a:lnTo>
                <a:lnTo>
                  <a:pt x="316870" y="31117"/>
                </a:lnTo>
                <a:lnTo>
                  <a:pt x="316483" y="30904"/>
                </a:lnTo>
                <a:lnTo>
                  <a:pt x="316085" y="30695"/>
                </a:lnTo>
                <a:lnTo>
                  <a:pt x="315677" y="30490"/>
                </a:lnTo>
                <a:lnTo>
                  <a:pt x="315258" y="30289"/>
                </a:lnTo>
                <a:lnTo>
                  <a:pt x="314829" y="30091"/>
                </a:lnTo>
                <a:lnTo>
                  <a:pt x="314389" y="29898"/>
                </a:lnTo>
                <a:lnTo>
                  <a:pt x="313939" y="29708"/>
                </a:lnTo>
                <a:lnTo>
                  <a:pt x="313478" y="29522"/>
                </a:lnTo>
                <a:lnTo>
                  <a:pt x="313007" y="29340"/>
                </a:lnTo>
                <a:lnTo>
                  <a:pt x="312524" y="29164"/>
                </a:lnTo>
                <a:lnTo>
                  <a:pt x="312030" y="28995"/>
                </a:lnTo>
                <a:lnTo>
                  <a:pt x="311523" y="28834"/>
                </a:lnTo>
                <a:lnTo>
                  <a:pt x="311005" y="28680"/>
                </a:lnTo>
                <a:lnTo>
                  <a:pt x="310475" y="28534"/>
                </a:lnTo>
                <a:lnTo>
                  <a:pt x="309933" y="28395"/>
                </a:lnTo>
                <a:lnTo>
                  <a:pt x="309379" y="28264"/>
                </a:lnTo>
                <a:lnTo>
                  <a:pt x="308813" y="28140"/>
                </a:lnTo>
                <a:lnTo>
                  <a:pt x="308235" y="28023"/>
                </a:lnTo>
                <a:lnTo>
                  <a:pt x="307646" y="27915"/>
                </a:lnTo>
                <a:lnTo>
                  <a:pt x="307044" y="27813"/>
                </a:lnTo>
                <a:lnTo>
                  <a:pt x="306430" y="27720"/>
                </a:lnTo>
                <a:lnTo>
                  <a:pt x="305805" y="27633"/>
                </a:lnTo>
                <a:lnTo>
                  <a:pt x="305168" y="27554"/>
                </a:lnTo>
                <a:lnTo>
                  <a:pt x="304518" y="27483"/>
                </a:lnTo>
                <a:lnTo>
                  <a:pt x="303857" y="27419"/>
                </a:lnTo>
                <a:lnTo>
                  <a:pt x="303184" y="27363"/>
                </a:lnTo>
                <a:lnTo>
                  <a:pt x="302499" y="27314"/>
                </a:lnTo>
                <a:lnTo>
                  <a:pt x="301802" y="27273"/>
                </a:lnTo>
                <a:lnTo>
                  <a:pt x="301093" y="27239"/>
                </a:lnTo>
                <a:lnTo>
                  <a:pt x="300373" y="27213"/>
                </a:lnTo>
                <a:lnTo>
                  <a:pt x="299640" y="27194"/>
                </a:lnTo>
                <a:lnTo>
                  <a:pt x="298895" y="27183"/>
                </a:lnTo>
                <a:lnTo>
                  <a:pt x="298139" y="27179"/>
                </a:lnTo>
                <a:lnTo>
                  <a:pt x="297375" y="27184"/>
                </a:lnTo>
                <a:lnTo>
                  <a:pt x="296618" y="27197"/>
                </a:lnTo>
                <a:lnTo>
                  <a:pt x="295869" y="27219"/>
                </a:lnTo>
                <a:lnTo>
                  <a:pt x="295128" y="27250"/>
                </a:lnTo>
                <a:lnTo>
                  <a:pt x="294395" y="27289"/>
                </a:lnTo>
                <a:lnTo>
                  <a:pt x="293669" y="27337"/>
                </a:lnTo>
                <a:lnTo>
                  <a:pt x="292951" y="27395"/>
                </a:lnTo>
                <a:lnTo>
                  <a:pt x="292241" y="27460"/>
                </a:lnTo>
                <a:lnTo>
                  <a:pt x="291538" y="27535"/>
                </a:lnTo>
                <a:lnTo>
                  <a:pt x="290844" y="27619"/>
                </a:lnTo>
                <a:lnTo>
                  <a:pt x="290156" y="27711"/>
                </a:lnTo>
                <a:lnTo>
                  <a:pt x="289477" y="27812"/>
                </a:lnTo>
                <a:lnTo>
                  <a:pt x="288805" y="27922"/>
                </a:lnTo>
                <a:lnTo>
                  <a:pt x="288141" y="28041"/>
                </a:lnTo>
                <a:lnTo>
                  <a:pt x="287485" y="28168"/>
                </a:lnTo>
                <a:lnTo>
                  <a:pt x="286837" y="28304"/>
                </a:lnTo>
                <a:lnTo>
                  <a:pt x="286196" y="28449"/>
                </a:lnTo>
                <a:lnTo>
                  <a:pt x="285562" y="28603"/>
                </a:lnTo>
                <a:lnTo>
                  <a:pt x="284937" y="28766"/>
                </a:lnTo>
                <a:lnTo>
                  <a:pt x="284319" y="28937"/>
                </a:lnTo>
                <a:lnTo>
                  <a:pt x="283709" y="29117"/>
                </a:lnTo>
                <a:lnTo>
                  <a:pt x="283107" y="29306"/>
                </a:lnTo>
                <a:lnTo>
                  <a:pt x="282512" y="29504"/>
                </a:lnTo>
                <a:lnTo>
                  <a:pt x="281925" y="29710"/>
                </a:lnTo>
                <a:lnTo>
                  <a:pt x="281348" y="29925"/>
                </a:lnTo>
                <a:lnTo>
                  <a:pt x="280782" y="30147"/>
                </a:lnTo>
                <a:lnTo>
                  <a:pt x="280228" y="30377"/>
                </a:lnTo>
                <a:lnTo>
                  <a:pt x="279685" y="30614"/>
                </a:lnTo>
                <a:lnTo>
                  <a:pt x="279153" y="30858"/>
                </a:lnTo>
                <a:lnTo>
                  <a:pt x="278633" y="31110"/>
                </a:lnTo>
                <a:lnTo>
                  <a:pt x="278124" y="31370"/>
                </a:lnTo>
                <a:lnTo>
                  <a:pt x="277627" y="31637"/>
                </a:lnTo>
                <a:lnTo>
                  <a:pt x="277142" y="31911"/>
                </a:lnTo>
                <a:lnTo>
                  <a:pt x="276667" y="32193"/>
                </a:lnTo>
                <a:lnTo>
                  <a:pt x="276204" y="32483"/>
                </a:lnTo>
                <a:lnTo>
                  <a:pt x="275753" y="32780"/>
                </a:lnTo>
                <a:lnTo>
                  <a:pt x="275313" y="33084"/>
                </a:lnTo>
                <a:lnTo>
                  <a:pt x="274884" y="33397"/>
                </a:lnTo>
                <a:lnTo>
                  <a:pt x="274467" y="33716"/>
                </a:lnTo>
                <a:lnTo>
                  <a:pt x="274062" y="34043"/>
                </a:lnTo>
                <a:lnTo>
                  <a:pt x="273667" y="34378"/>
                </a:lnTo>
                <a:lnTo>
                  <a:pt x="273285" y="34720"/>
                </a:lnTo>
                <a:lnTo>
                  <a:pt x="272913" y="35069"/>
                </a:lnTo>
                <a:lnTo>
                  <a:pt x="272554" y="35427"/>
                </a:lnTo>
                <a:lnTo>
                  <a:pt x="272205" y="35791"/>
                </a:lnTo>
                <a:lnTo>
                  <a:pt x="271868" y="36163"/>
                </a:lnTo>
                <a:lnTo>
                  <a:pt x="271543" y="36543"/>
                </a:lnTo>
                <a:lnTo>
                  <a:pt x="271229" y="36930"/>
                </a:lnTo>
                <a:lnTo>
                  <a:pt x="270924" y="37326"/>
                </a:lnTo>
                <a:lnTo>
                  <a:pt x="270626" y="37732"/>
                </a:lnTo>
                <a:lnTo>
                  <a:pt x="270336" y="38148"/>
                </a:lnTo>
                <a:lnTo>
                  <a:pt x="270053" y="38575"/>
                </a:lnTo>
                <a:lnTo>
                  <a:pt x="269777" y="39012"/>
                </a:lnTo>
                <a:lnTo>
                  <a:pt x="269509" y="39459"/>
                </a:lnTo>
                <a:lnTo>
                  <a:pt x="269248" y="39916"/>
                </a:lnTo>
                <a:lnTo>
                  <a:pt x="268994" y="40383"/>
                </a:lnTo>
                <a:lnTo>
                  <a:pt x="268747" y="40860"/>
                </a:lnTo>
                <a:lnTo>
                  <a:pt x="268507" y="41348"/>
                </a:lnTo>
                <a:lnTo>
                  <a:pt x="268275" y="41846"/>
                </a:lnTo>
                <a:lnTo>
                  <a:pt x="268050" y="42354"/>
                </a:lnTo>
                <a:lnTo>
                  <a:pt x="267832" y="42872"/>
                </a:lnTo>
                <a:lnTo>
                  <a:pt x="267621" y="43401"/>
                </a:lnTo>
                <a:lnTo>
                  <a:pt x="267418" y="43939"/>
                </a:lnTo>
                <a:lnTo>
                  <a:pt x="267222" y="44488"/>
                </a:lnTo>
                <a:lnTo>
                  <a:pt x="267033" y="45047"/>
                </a:lnTo>
                <a:lnTo>
                  <a:pt x="266852" y="45616"/>
                </a:lnTo>
                <a:lnTo>
                  <a:pt x="266677" y="46196"/>
                </a:lnTo>
                <a:lnTo>
                  <a:pt x="266510" y="46785"/>
                </a:lnTo>
                <a:lnTo>
                  <a:pt x="266350" y="47385"/>
                </a:lnTo>
                <a:lnTo>
                  <a:pt x="266197" y="47995"/>
                </a:lnTo>
                <a:lnTo>
                  <a:pt x="266052" y="48615"/>
                </a:lnTo>
                <a:lnTo>
                  <a:pt x="265914" y="49246"/>
                </a:lnTo>
                <a:lnTo>
                  <a:pt x="277754" y="50860"/>
                </a:lnTo>
                <a:lnTo>
                  <a:pt x="277921" y="50235"/>
                </a:lnTo>
                <a:lnTo>
                  <a:pt x="278094" y="49625"/>
                </a:lnTo>
                <a:lnTo>
                  <a:pt x="278275" y="49032"/>
                </a:lnTo>
                <a:lnTo>
                  <a:pt x="278464" y="48454"/>
                </a:lnTo>
                <a:lnTo>
                  <a:pt x="278659" y="47893"/>
                </a:lnTo>
                <a:lnTo>
                  <a:pt x="278862" y="47347"/>
                </a:lnTo>
                <a:lnTo>
                  <a:pt x="279073" y="46818"/>
                </a:lnTo>
                <a:lnTo>
                  <a:pt x="279290" y="46304"/>
                </a:lnTo>
                <a:lnTo>
                  <a:pt x="279516" y="45807"/>
                </a:lnTo>
                <a:lnTo>
                  <a:pt x="279748" y="45325"/>
                </a:lnTo>
                <a:lnTo>
                  <a:pt x="279988" y="44860"/>
                </a:lnTo>
                <a:lnTo>
                  <a:pt x="280235" y="44410"/>
                </a:lnTo>
                <a:lnTo>
                  <a:pt x="280490" y="43977"/>
                </a:lnTo>
                <a:lnTo>
                  <a:pt x="280752" y="43559"/>
                </a:lnTo>
                <a:lnTo>
                  <a:pt x="281021" y="43158"/>
                </a:lnTo>
                <a:lnTo>
                  <a:pt x="281298" y="42772"/>
                </a:lnTo>
                <a:lnTo>
                  <a:pt x="281582" y="42403"/>
                </a:lnTo>
                <a:lnTo>
                  <a:pt x="281873" y="42049"/>
                </a:lnTo>
                <a:lnTo>
                  <a:pt x="282172" y="41712"/>
                </a:lnTo>
                <a:lnTo>
                  <a:pt x="282478" y="41390"/>
                </a:lnTo>
                <a:lnTo>
                  <a:pt x="282791" y="41085"/>
                </a:lnTo>
                <a:lnTo>
                  <a:pt x="283112" y="40795"/>
                </a:lnTo>
                <a:lnTo>
                  <a:pt x="283440" y="40522"/>
                </a:lnTo>
                <a:lnTo>
                  <a:pt x="283775" y="40264"/>
                </a:lnTo>
                <a:lnTo>
                  <a:pt x="284122" y="40020"/>
                </a:lnTo>
                <a:lnTo>
                  <a:pt x="284485" y="39786"/>
                </a:lnTo>
                <a:lnTo>
                  <a:pt x="284863" y="39563"/>
                </a:lnTo>
                <a:lnTo>
                  <a:pt x="285256" y="39350"/>
                </a:lnTo>
                <a:lnTo>
                  <a:pt x="285666" y="39147"/>
                </a:lnTo>
                <a:lnTo>
                  <a:pt x="286090" y="38955"/>
                </a:lnTo>
                <a:lnTo>
                  <a:pt x="286530" y="38773"/>
                </a:lnTo>
                <a:lnTo>
                  <a:pt x="286986" y="38601"/>
                </a:lnTo>
                <a:lnTo>
                  <a:pt x="287457" y="38440"/>
                </a:lnTo>
                <a:lnTo>
                  <a:pt x="287944" y="38289"/>
                </a:lnTo>
                <a:lnTo>
                  <a:pt x="288446" y="38149"/>
                </a:lnTo>
                <a:lnTo>
                  <a:pt x="288964" y="38019"/>
                </a:lnTo>
                <a:lnTo>
                  <a:pt x="289497" y="37899"/>
                </a:lnTo>
                <a:lnTo>
                  <a:pt x="290046" y="37790"/>
                </a:lnTo>
                <a:lnTo>
                  <a:pt x="290611" y="37692"/>
                </a:lnTo>
                <a:lnTo>
                  <a:pt x="291191" y="37603"/>
                </a:lnTo>
                <a:lnTo>
                  <a:pt x="291786" y="37525"/>
                </a:lnTo>
                <a:lnTo>
                  <a:pt x="292397" y="37458"/>
                </a:lnTo>
                <a:lnTo>
                  <a:pt x="293024" y="37400"/>
                </a:lnTo>
                <a:lnTo>
                  <a:pt x="293666" y="37354"/>
                </a:lnTo>
                <a:lnTo>
                  <a:pt x="294324" y="37317"/>
                </a:lnTo>
                <a:lnTo>
                  <a:pt x="294997" y="37291"/>
                </a:lnTo>
                <a:lnTo>
                  <a:pt x="295685" y="37276"/>
                </a:lnTo>
                <a:lnTo>
                  <a:pt x="296390" y="37271"/>
                </a:lnTo>
                <a:lnTo>
                  <a:pt x="297144" y="37278"/>
                </a:lnTo>
                <a:lnTo>
                  <a:pt x="297883" y="37299"/>
                </a:lnTo>
                <a:lnTo>
                  <a:pt x="298607" y="37334"/>
                </a:lnTo>
                <a:lnTo>
                  <a:pt x="299314" y="37384"/>
                </a:lnTo>
                <a:lnTo>
                  <a:pt x="300006" y="37448"/>
                </a:lnTo>
                <a:lnTo>
                  <a:pt x="300683" y="37526"/>
                </a:lnTo>
                <a:lnTo>
                  <a:pt x="301343" y="37618"/>
                </a:lnTo>
                <a:lnTo>
                  <a:pt x="301988" y="37725"/>
                </a:lnTo>
                <a:lnTo>
                  <a:pt x="302618" y="37846"/>
                </a:lnTo>
                <a:lnTo>
                  <a:pt x="303232" y="37980"/>
                </a:lnTo>
                <a:lnTo>
                  <a:pt x="303830" y="38130"/>
                </a:lnTo>
                <a:lnTo>
                  <a:pt x="304412" y="38293"/>
                </a:lnTo>
                <a:lnTo>
                  <a:pt x="304979" y="38470"/>
                </a:lnTo>
                <a:lnTo>
                  <a:pt x="305530" y="38662"/>
                </a:lnTo>
                <a:lnTo>
                  <a:pt x="306066" y="38868"/>
                </a:lnTo>
                <a:lnTo>
                  <a:pt x="306586" y="39088"/>
                </a:lnTo>
                <a:lnTo>
                  <a:pt x="307090" y="39322"/>
                </a:lnTo>
                <a:lnTo>
                  <a:pt x="307578" y="39571"/>
                </a:lnTo>
                <a:lnTo>
                  <a:pt x="308051" y="39833"/>
                </a:lnTo>
                <a:lnTo>
                  <a:pt x="308509" y="40110"/>
                </a:lnTo>
                <a:lnTo>
                  <a:pt x="308950" y="40401"/>
                </a:lnTo>
                <a:lnTo>
                  <a:pt x="309376" y="40706"/>
                </a:lnTo>
                <a:lnTo>
                  <a:pt x="309786" y="41026"/>
                </a:lnTo>
                <a:lnTo>
                  <a:pt x="310181" y="41360"/>
                </a:lnTo>
                <a:lnTo>
                  <a:pt x="310461" y="41618"/>
                </a:lnTo>
                <a:lnTo>
                  <a:pt x="310729" y="41892"/>
                </a:lnTo>
                <a:lnTo>
                  <a:pt x="310985" y="42181"/>
                </a:lnTo>
                <a:lnTo>
                  <a:pt x="311229" y="42486"/>
                </a:lnTo>
                <a:lnTo>
                  <a:pt x="311462" y="42805"/>
                </a:lnTo>
                <a:lnTo>
                  <a:pt x="311682" y="43139"/>
                </a:lnTo>
                <a:lnTo>
                  <a:pt x="311891" y="43489"/>
                </a:lnTo>
                <a:lnTo>
                  <a:pt x="312087" y="43854"/>
                </a:lnTo>
                <a:lnTo>
                  <a:pt x="312272" y="44234"/>
                </a:lnTo>
                <a:lnTo>
                  <a:pt x="312445" y="44629"/>
                </a:lnTo>
                <a:lnTo>
                  <a:pt x="312605" y="45039"/>
                </a:lnTo>
                <a:lnTo>
                  <a:pt x="312754" y="45464"/>
                </a:lnTo>
                <a:lnTo>
                  <a:pt x="312891" y="45904"/>
                </a:lnTo>
                <a:lnTo>
                  <a:pt x="313016" y="46360"/>
                </a:lnTo>
                <a:lnTo>
                  <a:pt x="313130" y="46830"/>
                </a:lnTo>
                <a:lnTo>
                  <a:pt x="313231" y="47316"/>
                </a:lnTo>
                <a:lnTo>
                  <a:pt x="313320" y="47817"/>
                </a:lnTo>
                <a:lnTo>
                  <a:pt x="313398" y="48333"/>
                </a:lnTo>
                <a:lnTo>
                  <a:pt x="313463" y="48864"/>
                </a:lnTo>
                <a:lnTo>
                  <a:pt x="313517" y="49411"/>
                </a:lnTo>
                <a:lnTo>
                  <a:pt x="313558" y="49972"/>
                </a:lnTo>
                <a:lnTo>
                  <a:pt x="313588" y="50549"/>
                </a:lnTo>
                <a:lnTo>
                  <a:pt x="313606" y="51140"/>
                </a:lnTo>
                <a:lnTo>
                  <a:pt x="313612" y="51747"/>
                </a:lnTo>
                <a:lnTo>
                  <a:pt x="313612" y="51806"/>
                </a:lnTo>
                <a:lnTo>
                  <a:pt x="313612" y="51872"/>
                </a:lnTo>
                <a:lnTo>
                  <a:pt x="313611" y="51943"/>
                </a:lnTo>
                <a:lnTo>
                  <a:pt x="313610" y="52021"/>
                </a:lnTo>
                <a:lnTo>
                  <a:pt x="313609" y="52105"/>
                </a:lnTo>
                <a:lnTo>
                  <a:pt x="313608" y="52196"/>
                </a:lnTo>
                <a:lnTo>
                  <a:pt x="313606" y="52292"/>
                </a:lnTo>
                <a:lnTo>
                  <a:pt x="313605" y="52395"/>
                </a:lnTo>
                <a:lnTo>
                  <a:pt x="313603" y="52505"/>
                </a:lnTo>
                <a:lnTo>
                  <a:pt x="313600" y="52620"/>
                </a:lnTo>
                <a:lnTo>
                  <a:pt x="313598" y="52742"/>
                </a:lnTo>
                <a:lnTo>
                  <a:pt x="313595" y="52870"/>
                </a:lnTo>
                <a:lnTo>
                  <a:pt x="313592" y="53004"/>
                </a:lnTo>
                <a:lnTo>
                  <a:pt x="313589" y="53145"/>
                </a:lnTo>
                <a:lnTo>
                  <a:pt x="313586" y="53292"/>
                </a:lnTo>
                <a:lnTo>
                  <a:pt x="313582" y="53445"/>
                </a:lnTo>
                <a:lnTo>
                  <a:pt x="313578" y="53605"/>
                </a:lnTo>
                <a:lnTo>
                  <a:pt x="313574" y="53770"/>
                </a:lnTo>
                <a:lnTo>
                  <a:pt x="313570" y="53942"/>
                </a:lnTo>
                <a:lnTo>
                  <a:pt x="313565" y="54121"/>
                </a:lnTo>
                <a:lnTo>
                  <a:pt x="313561" y="54305"/>
                </a:lnTo>
                <a:lnTo>
                  <a:pt x="313556" y="54496"/>
                </a:lnTo>
                <a:lnTo>
                  <a:pt x="313550" y="54693"/>
                </a:lnTo>
                <a:lnTo>
                  <a:pt x="313545" y="54897"/>
                </a:lnTo>
                <a:lnTo>
                  <a:pt x="312954" y="55097"/>
                </a:lnTo>
                <a:lnTo>
                  <a:pt x="312336" y="55296"/>
                </a:lnTo>
                <a:lnTo>
                  <a:pt x="311692" y="55492"/>
                </a:lnTo>
                <a:lnTo>
                  <a:pt x="311020" y="55685"/>
                </a:lnTo>
                <a:lnTo>
                  <a:pt x="310322" y="55877"/>
                </a:lnTo>
                <a:lnTo>
                  <a:pt x="309597" y="56066"/>
                </a:lnTo>
                <a:lnTo>
                  <a:pt x="308845" y="56252"/>
                </a:lnTo>
                <a:lnTo>
                  <a:pt x="308066" y="56437"/>
                </a:lnTo>
                <a:lnTo>
                  <a:pt x="307260" y="56618"/>
                </a:lnTo>
                <a:lnTo>
                  <a:pt x="306427" y="56798"/>
                </a:lnTo>
                <a:lnTo>
                  <a:pt x="305568" y="56975"/>
                </a:lnTo>
                <a:lnTo>
                  <a:pt x="304681" y="57150"/>
                </a:lnTo>
                <a:lnTo>
                  <a:pt x="303768" y="57323"/>
                </a:lnTo>
                <a:lnTo>
                  <a:pt x="302828" y="57493"/>
                </a:lnTo>
                <a:lnTo>
                  <a:pt x="301861" y="57661"/>
                </a:lnTo>
                <a:lnTo>
                  <a:pt x="300867" y="57827"/>
                </a:lnTo>
                <a:lnTo>
                  <a:pt x="299846" y="57990"/>
                </a:lnTo>
                <a:lnTo>
                  <a:pt x="298799" y="58151"/>
                </a:lnTo>
                <a:lnTo>
                  <a:pt x="297724" y="58310"/>
                </a:lnTo>
                <a:lnTo>
                  <a:pt x="296623" y="58466"/>
                </a:lnTo>
                <a:lnTo>
                  <a:pt x="295495" y="58620"/>
                </a:lnTo>
                <a:lnTo>
                  <a:pt x="294340" y="58772"/>
                </a:lnTo>
                <a:lnTo>
                  <a:pt x="293158" y="58921"/>
                </a:lnTo>
                <a:lnTo>
                  <a:pt x="291949" y="59068"/>
                </a:lnTo>
                <a:lnTo>
                  <a:pt x="291356" y="59141"/>
                </a:lnTo>
                <a:lnTo>
                  <a:pt x="290775" y="59214"/>
                </a:lnTo>
                <a:lnTo>
                  <a:pt x="290207" y="59287"/>
                </a:lnTo>
                <a:lnTo>
                  <a:pt x="289651" y="59361"/>
                </a:lnTo>
                <a:lnTo>
                  <a:pt x="289108" y="59435"/>
                </a:lnTo>
                <a:lnTo>
                  <a:pt x="288577" y="59509"/>
                </a:lnTo>
                <a:lnTo>
                  <a:pt x="288059" y="59584"/>
                </a:lnTo>
                <a:lnTo>
                  <a:pt x="287554" y="59658"/>
                </a:lnTo>
                <a:lnTo>
                  <a:pt x="287061" y="59733"/>
                </a:lnTo>
                <a:lnTo>
                  <a:pt x="286581" y="59808"/>
                </a:lnTo>
                <a:lnTo>
                  <a:pt x="286114" y="59884"/>
                </a:lnTo>
                <a:lnTo>
                  <a:pt x="285659" y="59959"/>
                </a:lnTo>
                <a:lnTo>
                  <a:pt x="285217" y="60035"/>
                </a:lnTo>
                <a:lnTo>
                  <a:pt x="284787" y="60111"/>
                </a:lnTo>
                <a:lnTo>
                  <a:pt x="284370" y="60187"/>
                </a:lnTo>
                <a:lnTo>
                  <a:pt x="283966" y="60264"/>
                </a:lnTo>
                <a:lnTo>
                  <a:pt x="283574" y="60340"/>
                </a:lnTo>
                <a:lnTo>
                  <a:pt x="283195" y="60417"/>
                </a:lnTo>
                <a:lnTo>
                  <a:pt x="282829" y="60495"/>
                </a:lnTo>
                <a:lnTo>
                  <a:pt x="282475" y="60572"/>
                </a:lnTo>
                <a:lnTo>
                  <a:pt x="282134" y="60650"/>
                </a:lnTo>
                <a:lnTo>
                  <a:pt x="281805" y="60728"/>
                </a:lnTo>
                <a:lnTo>
                  <a:pt x="281489" y="60806"/>
                </a:lnTo>
                <a:lnTo>
                  <a:pt x="281185" y="60884"/>
                </a:lnTo>
                <a:lnTo>
                  <a:pt x="280783" y="60998"/>
                </a:lnTo>
                <a:lnTo>
                  <a:pt x="280385" y="61117"/>
                </a:lnTo>
                <a:lnTo>
                  <a:pt x="279990" y="61241"/>
                </a:lnTo>
                <a:lnTo>
                  <a:pt x="279598" y="61368"/>
                </a:lnTo>
                <a:lnTo>
                  <a:pt x="279209" y="61500"/>
                </a:lnTo>
                <a:lnTo>
                  <a:pt x="278824" y="61637"/>
                </a:lnTo>
                <a:lnTo>
                  <a:pt x="278443" y="61778"/>
                </a:lnTo>
                <a:lnTo>
                  <a:pt x="278065" y="61923"/>
                </a:lnTo>
                <a:lnTo>
                  <a:pt x="277690" y="62073"/>
                </a:lnTo>
                <a:lnTo>
                  <a:pt x="277318" y="62227"/>
                </a:lnTo>
                <a:lnTo>
                  <a:pt x="276950" y="62386"/>
                </a:lnTo>
                <a:lnTo>
                  <a:pt x="276585" y="62549"/>
                </a:lnTo>
                <a:lnTo>
                  <a:pt x="276224" y="62717"/>
                </a:lnTo>
                <a:lnTo>
                  <a:pt x="275866" y="62889"/>
                </a:lnTo>
                <a:lnTo>
                  <a:pt x="275512" y="63065"/>
                </a:lnTo>
                <a:lnTo>
                  <a:pt x="275161" y="63246"/>
                </a:lnTo>
                <a:lnTo>
                  <a:pt x="274813" y="63432"/>
                </a:lnTo>
                <a:lnTo>
                  <a:pt x="274468" y="63621"/>
                </a:lnTo>
                <a:lnTo>
                  <a:pt x="274127" y="63816"/>
                </a:lnTo>
                <a:lnTo>
                  <a:pt x="273790" y="64014"/>
                </a:lnTo>
                <a:lnTo>
                  <a:pt x="273456" y="64217"/>
                </a:lnTo>
                <a:lnTo>
                  <a:pt x="273125" y="64425"/>
                </a:lnTo>
                <a:lnTo>
                  <a:pt x="272797" y="64637"/>
                </a:lnTo>
                <a:lnTo>
                  <a:pt x="272473" y="64853"/>
                </a:lnTo>
                <a:lnTo>
                  <a:pt x="272153" y="65075"/>
                </a:lnTo>
                <a:lnTo>
                  <a:pt x="271839" y="65303"/>
                </a:lnTo>
                <a:lnTo>
                  <a:pt x="271529" y="65536"/>
                </a:lnTo>
                <a:lnTo>
                  <a:pt x="271225" y="65776"/>
                </a:lnTo>
                <a:lnTo>
                  <a:pt x="270926" y="66021"/>
                </a:lnTo>
                <a:lnTo>
                  <a:pt x="270632" y="66272"/>
                </a:lnTo>
                <a:lnTo>
                  <a:pt x="270343" y="66530"/>
                </a:lnTo>
                <a:lnTo>
                  <a:pt x="270059" y="66793"/>
                </a:lnTo>
                <a:lnTo>
                  <a:pt x="269780" y="67062"/>
                </a:lnTo>
                <a:lnTo>
                  <a:pt x="269507" y="67338"/>
                </a:lnTo>
                <a:lnTo>
                  <a:pt x="269238" y="67619"/>
                </a:lnTo>
                <a:lnTo>
                  <a:pt x="268975" y="67906"/>
                </a:lnTo>
                <a:lnTo>
                  <a:pt x="268717" y="68199"/>
                </a:lnTo>
                <a:lnTo>
                  <a:pt x="268464" y="68498"/>
                </a:lnTo>
                <a:lnTo>
                  <a:pt x="268216" y="68803"/>
                </a:lnTo>
                <a:lnTo>
                  <a:pt x="267973" y="69114"/>
                </a:lnTo>
                <a:lnTo>
                  <a:pt x="267736" y="69431"/>
                </a:lnTo>
                <a:lnTo>
                  <a:pt x="267503" y="69754"/>
                </a:lnTo>
                <a:lnTo>
                  <a:pt x="267276" y="70083"/>
                </a:lnTo>
                <a:lnTo>
                  <a:pt x="267054" y="70418"/>
                </a:lnTo>
                <a:lnTo>
                  <a:pt x="266837" y="70758"/>
                </a:lnTo>
                <a:lnTo>
                  <a:pt x="266625" y="71105"/>
                </a:lnTo>
                <a:lnTo>
                  <a:pt x="266418" y="71458"/>
                </a:lnTo>
                <a:lnTo>
                  <a:pt x="266217" y="71816"/>
                </a:lnTo>
                <a:lnTo>
                  <a:pt x="266022" y="72180"/>
                </a:lnTo>
                <a:lnTo>
                  <a:pt x="265835" y="72546"/>
                </a:lnTo>
                <a:lnTo>
                  <a:pt x="265657" y="72915"/>
                </a:lnTo>
                <a:lnTo>
                  <a:pt x="265487" y="73288"/>
                </a:lnTo>
                <a:lnTo>
                  <a:pt x="265325" y="73664"/>
                </a:lnTo>
                <a:lnTo>
                  <a:pt x="265172" y="74043"/>
                </a:lnTo>
                <a:lnTo>
                  <a:pt x="265027" y="74425"/>
                </a:lnTo>
                <a:lnTo>
                  <a:pt x="264890" y="74810"/>
                </a:lnTo>
                <a:lnTo>
                  <a:pt x="264761" y="75199"/>
                </a:lnTo>
                <a:lnTo>
                  <a:pt x="264641" y="75590"/>
                </a:lnTo>
                <a:lnTo>
                  <a:pt x="264529" y="75985"/>
                </a:lnTo>
                <a:lnTo>
                  <a:pt x="264425" y="76383"/>
                </a:lnTo>
                <a:lnTo>
                  <a:pt x="264330" y="76784"/>
                </a:lnTo>
                <a:lnTo>
                  <a:pt x="264243" y="77188"/>
                </a:lnTo>
                <a:lnTo>
                  <a:pt x="264164" y="77595"/>
                </a:lnTo>
                <a:lnTo>
                  <a:pt x="264094" y="78006"/>
                </a:lnTo>
                <a:lnTo>
                  <a:pt x="264032" y="78419"/>
                </a:lnTo>
                <a:lnTo>
                  <a:pt x="263978" y="78836"/>
                </a:lnTo>
                <a:lnTo>
                  <a:pt x="263932" y="79256"/>
                </a:lnTo>
                <a:lnTo>
                  <a:pt x="263895" y="79679"/>
                </a:lnTo>
                <a:lnTo>
                  <a:pt x="263866" y="80105"/>
                </a:lnTo>
                <a:lnTo>
                  <a:pt x="263845" y="80535"/>
                </a:lnTo>
                <a:lnTo>
                  <a:pt x="263833" y="80967"/>
                </a:lnTo>
                <a:lnTo>
                  <a:pt x="263828" y="81403"/>
                </a:lnTo>
                <a:lnTo>
                  <a:pt x="263839" y="82143"/>
                </a:lnTo>
                <a:lnTo>
                  <a:pt x="263872" y="82872"/>
                </a:lnTo>
                <a:lnTo>
                  <a:pt x="263927" y="83590"/>
                </a:lnTo>
                <a:lnTo>
                  <a:pt x="264004" y="84297"/>
                </a:lnTo>
                <a:lnTo>
                  <a:pt x="264103" y="84993"/>
                </a:lnTo>
                <a:lnTo>
                  <a:pt x="264224" y="85677"/>
                </a:lnTo>
                <a:lnTo>
                  <a:pt x="264366" y="86351"/>
                </a:lnTo>
                <a:lnTo>
                  <a:pt x="264531" y="87013"/>
                </a:lnTo>
                <a:lnTo>
                  <a:pt x="264718" y="87664"/>
                </a:lnTo>
                <a:lnTo>
                  <a:pt x="264926" y="88305"/>
                </a:lnTo>
                <a:lnTo>
                  <a:pt x="265157" y="88934"/>
                </a:lnTo>
                <a:lnTo>
                  <a:pt x="265409" y="89552"/>
                </a:lnTo>
                <a:lnTo>
                  <a:pt x="265684" y="90159"/>
                </a:lnTo>
                <a:lnTo>
                  <a:pt x="265980" y="90755"/>
                </a:lnTo>
                <a:lnTo>
                  <a:pt x="266299" y="91339"/>
                </a:lnTo>
                <a:lnTo>
                  <a:pt x="266639" y="91913"/>
                </a:lnTo>
                <a:lnTo>
                  <a:pt x="267001" y="92476"/>
                </a:lnTo>
                <a:lnTo>
                  <a:pt x="267386" y="93027"/>
                </a:lnTo>
                <a:lnTo>
                  <a:pt x="267792" y="93567"/>
                </a:lnTo>
                <a:lnTo>
                  <a:pt x="268220" y="94097"/>
                </a:lnTo>
                <a:lnTo>
                  <a:pt x="268670" y="94615"/>
                </a:lnTo>
                <a:lnTo>
                  <a:pt x="269142" y="95122"/>
                </a:lnTo>
                <a:lnTo>
                  <a:pt x="269636" y="95618"/>
                </a:lnTo>
                <a:lnTo>
                  <a:pt x="270152" y="96103"/>
                </a:lnTo>
                <a:lnTo>
                  <a:pt x="270689" y="96572"/>
                </a:lnTo>
                <a:lnTo>
                  <a:pt x="271244" y="97022"/>
                </a:lnTo>
                <a:lnTo>
                  <a:pt x="271818" y="97451"/>
                </a:lnTo>
                <a:lnTo>
                  <a:pt x="272412" y="97860"/>
                </a:lnTo>
                <a:lnTo>
                  <a:pt x="273024" y="98250"/>
                </a:lnTo>
                <a:lnTo>
                  <a:pt x="273655" y="98619"/>
                </a:lnTo>
                <a:lnTo>
                  <a:pt x="274305" y="98969"/>
                </a:lnTo>
                <a:lnTo>
                  <a:pt x="274974" y="99298"/>
                </a:lnTo>
                <a:lnTo>
                  <a:pt x="275661" y="99608"/>
                </a:lnTo>
                <a:lnTo>
                  <a:pt x="276368" y="99898"/>
                </a:lnTo>
                <a:lnTo>
                  <a:pt x="277094" y="100167"/>
                </a:lnTo>
                <a:lnTo>
                  <a:pt x="277838" y="100417"/>
                </a:lnTo>
                <a:lnTo>
                  <a:pt x="278602" y="100646"/>
                </a:lnTo>
                <a:lnTo>
                  <a:pt x="279384" y="100856"/>
                </a:lnTo>
                <a:lnTo>
                  <a:pt x="280186" y="101046"/>
                </a:lnTo>
                <a:lnTo>
                  <a:pt x="281006" y="101216"/>
                </a:lnTo>
                <a:lnTo>
                  <a:pt x="281845" y="101365"/>
                </a:lnTo>
                <a:lnTo>
                  <a:pt x="282703" y="101495"/>
                </a:lnTo>
                <a:lnTo>
                  <a:pt x="283580" y="101605"/>
                </a:lnTo>
                <a:lnTo>
                  <a:pt x="284476" y="101695"/>
                </a:lnTo>
                <a:lnTo>
                  <a:pt x="285391" y="101765"/>
                </a:lnTo>
                <a:lnTo>
                  <a:pt x="286325" y="101815"/>
                </a:lnTo>
                <a:lnTo>
                  <a:pt x="287278" y="101845"/>
                </a:lnTo>
                <a:lnTo>
                  <a:pt x="288249" y="101855"/>
                </a:lnTo>
                <a:lnTo>
                  <a:pt x="288842" y="101851"/>
                </a:lnTo>
                <a:lnTo>
                  <a:pt x="289432" y="101838"/>
                </a:lnTo>
                <a:lnTo>
                  <a:pt x="290018" y="101817"/>
                </a:lnTo>
                <a:lnTo>
                  <a:pt x="290601" y="101788"/>
                </a:lnTo>
                <a:lnTo>
                  <a:pt x="291181" y="101751"/>
                </a:lnTo>
                <a:lnTo>
                  <a:pt x="291758" y="101705"/>
                </a:lnTo>
                <a:lnTo>
                  <a:pt x="292332" y="101651"/>
                </a:lnTo>
                <a:lnTo>
                  <a:pt x="292903" y="101588"/>
                </a:lnTo>
                <a:lnTo>
                  <a:pt x="293470" y="101517"/>
                </a:lnTo>
                <a:lnTo>
                  <a:pt x="294034" y="101438"/>
                </a:lnTo>
                <a:lnTo>
                  <a:pt x="294595" y="101351"/>
                </a:lnTo>
                <a:lnTo>
                  <a:pt x="295153" y="101255"/>
                </a:lnTo>
                <a:lnTo>
                  <a:pt x="295708" y="101151"/>
                </a:lnTo>
                <a:lnTo>
                  <a:pt x="296260" y="101039"/>
                </a:lnTo>
                <a:lnTo>
                  <a:pt x="296809" y="100918"/>
                </a:lnTo>
                <a:lnTo>
                  <a:pt x="297354" y="100789"/>
                </a:lnTo>
                <a:lnTo>
                  <a:pt x="297896" y="100651"/>
                </a:lnTo>
                <a:lnTo>
                  <a:pt x="298435" y="100505"/>
                </a:lnTo>
                <a:lnTo>
                  <a:pt x="298971" y="100351"/>
                </a:lnTo>
                <a:lnTo>
                  <a:pt x="299504" y="100189"/>
                </a:lnTo>
                <a:lnTo>
                  <a:pt x="300034" y="100018"/>
                </a:lnTo>
                <a:lnTo>
                  <a:pt x="300560" y="99839"/>
                </a:lnTo>
                <a:lnTo>
                  <a:pt x="301083" y="99652"/>
                </a:lnTo>
                <a:lnTo>
                  <a:pt x="301603" y="99456"/>
                </a:lnTo>
                <a:lnTo>
                  <a:pt x="302123" y="99250"/>
                </a:lnTo>
                <a:lnTo>
                  <a:pt x="302644" y="99032"/>
                </a:lnTo>
                <a:lnTo>
                  <a:pt x="303167" y="98802"/>
                </a:lnTo>
                <a:lnTo>
                  <a:pt x="303692" y="98560"/>
                </a:lnTo>
                <a:lnTo>
                  <a:pt x="304218" y="98307"/>
                </a:lnTo>
                <a:lnTo>
                  <a:pt x="304746" y="98041"/>
                </a:lnTo>
                <a:lnTo>
                  <a:pt x="305276" y="97764"/>
                </a:lnTo>
                <a:lnTo>
                  <a:pt x="305808" y="97474"/>
                </a:lnTo>
                <a:lnTo>
                  <a:pt x="306342" y="97173"/>
                </a:lnTo>
                <a:lnTo>
                  <a:pt x="306877" y="96860"/>
                </a:lnTo>
                <a:lnTo>
                  <a:pt x="307414" y="96535"/>
                </a:lnTo>
                <a:lnTo>
                  <a:pt x="307953" y="96198"/>
                </a:lnTo>
                <a:lnTo>
                  <a:pt x="308493" y="95849"/>
                </a:lnTo>
                <a:lnTo>
                  <a:pt x="309035" y="95488"/>
                </a:lnTo>
                <a:lnTo>
                  <a:pt x="309579" y="95115"/>
                </a:lnTo>
                <a:lnTo>
                  <a:pt x="310125" y="94731"/>
                </a:lnTo>
                <a:lnTo>
                  <a:pt x="310672" y="94334"/>
                </a:lnTo>
                <a:lnTo>
                  <a:pt x="311222" y="93926"/>
                </a:lnTo>
                <a:lnTo>
                  <a:pt x="311773" y="93506"/>
                </a:lnTo>
                <a:lnTo>
                  <a:pt x="312325" y="93073"/>
                </a:lnTo>
                <a:lnTo>
                  <a:pt x="312880" y="92629"/>
                </a:lnTo>
                <a:lnTo>
                  <a:pt x="313436" y="92173"/>
                </a:lnTo>
                <a:lnTo>
                  <a:pt x="313994" y="91705"/>
                </a:lnTo>
                <a:lnTo>
                  <a:pt x="314554" y="91225"/>
                </a:lnTo>
                <a:lnTo>
                  <a:pt x="314601" y="91653"/>
                </a:lnTo>
                <a:lnTo>
                  <a:pt x="314653" y="92076"/>
                </a:lnTo>
                <a:lnTo>
                  <a:pt x="314710" y="92495"/>
                </a:lnTo>
                <a:lnTo>
                  <a:pt x="314771" y="92909"/>
                </a:lnTo>
                <a:lnTo>
                  <a:pt x="314837" y="93319"/>
                </a:lnTo>
                <a:close/>
                <a:moveTo>
                  <a:pt x="313491" y="71413"/>
                </a:moveTo>
                <a:lnTo>
                  <a:pt x="313460" y="72016"/>
                </a:lnTo>
                <a:lnTo>
                  <a:pt x="313423" y="72606"/>
                </a:lnTo>
                <a:lnTo>
                  <a:pt x="313379" y="73182"/>
                </a:lnTo>
                <a:lnTo>
                  <a:pt x="313328" y="73744"/>
                </a:lnTo>
                <a:lnTo>
                  <a:pt x="313270" y="74294"/>
                </a:lnTo>
                <a:lnTo>
                  <a:pt x="313206" y="74829"/>
                </a:lnTo>
                <a:lnTo>
                  <a:pt x="313135" y="75351"/>
                </a:lnTo>
                <a:lnTo>
                  <a:pt x="313057" y="75860"/>
                </a:lnTo>
                <a:lnTo>
                  <a:pt x="312972" y="76355"/>
                </a:lnTo>
                <a:lnTo>
                  <a:pt x="312881" y="76836"/>
                </a:lnTo>
                <a:lnTo>
                  <a:pt x="312783" y="77305"/>
                </a:lnTo>
                <a:lnTo>
                  <a:pt x="312678" y="77759"/>
                </a:lnTo>
                <a:lnTo>
                  <a:pt x="312566" y="78200"/>
                </a:lnTo>
                <a:lnTo>
                  <a:pt x="312447" y="78628"/>
                </a:lnTo>
                <a:lnTo>
                  <a:pt x="312322" y="79042"/>
                </a:lnTo>
                <a:lnTo>
                  <a:pt x="312190" y="79443"/>
                </a:lnTo>
                <a:lnTo>
                  <a:pt x="312051" y="79830"/>
                </a:lnTo>
                <a:lnTo>
                  <a:pt x="311905" y="80204"/>
                </a:lnTo>
                <a:lnTo>
                  <a:pt x="311753" y="80564"/>
                </a:lnTo>
                <a:lnTo>
                  <a:pt x="311594" y="80911"/>
                </a:lnTo>
                <a:lnTo>
                  <a:pt x="311376" y="81348"/>
                </a:lnTo>
                <a:lnTo>
                  <a:pt x="311148" y="81777"/>
                </a:lnTo>
                <a:lnTo>
                  <a:pt x="310910" y="82198"/>
                </a:lnTo>
                <a:lnTo>
                  <a:pt x="310661" y="82612"/>
                </a:lnTo>
                <a:lnTo>
                  <a:pt x="310403" y="83017"/>
                </a:lnTo>
                <a:lnTo>
                  <a:pt x="310135" y="83415"/>
                </a:lnTo>
                <a:lnTo>
                  <a:pt x="309856" y="83805"/>
                </a:lnTo>
                <a:lnTo>
                  <a:pt x="309568" y="84188"/>
                </a:lnTo>
                <a:lnTo>
                  <a:pt x="309270" y="84562"/>
                </a:lnTo>
                <a:lnTo>
                  <a:pt x="308961" y="84929"/>
                </a:lnTo>
                <a:lnTo>
                  <a:pt x="308643" y="85289"/>
                </a:lnTo>
                <a:lnTo>
                  <a:pt x="308314" y="85640"/>
                </a:lnTo>
                <a:lnTo>
                  <a:pt x="307976" y="85984"/>
                </a:lnTo>
                <a:lnTo>
                  <a:pt x="307627" y="86319"/>
                </a:lnTo>
                <a:lnTo>
                  <a:pt x="307268" y="86647"/>
                </a:lnTo>
                <a:lnTo>
                  <a:pt x="306900" y="86968"/>
                </a:lnTo>
                <a:lnTo>
                  <a:pt x="306521" y="87280"/>
                </a:lnTo>
                <a:lnTo>
                  <a:pt x="306132" y="87585"/>
                </a:lnTo>
                <a:lnTo>
                  <a:pt x="305733" y="87882"/>
                </a:lnTo>
                <a:lnTo>
                  <a:pt x="305324" y="88172"/>
                </a:lnTo>
                <a:lnTo>
                  <a:pt x="304905" y="88453"/>
                </a:lnTo>
                <a:lnTo>
                  <a:pt x="304476" y="88727"/>
                </a:lnTo>
                <a:lnTo>
                  <a:pt x="304037" y="88993"/>
                </a:lnTo>
                <a:lnTo>
                  <a:pt x="303588" y="89251"/>
                </a:lnTo>
                <a:lnTo>
                  <a:pt x="303131" y="89500"/>
                </a:lnTo>
                <a:lnTo>
                  <a:pt x="302669" y="89738"/>
                </a:lnTo>
                <a:lnTo>
                  <a:pt x="302202" y="89966"/>
                </a:lnTo>
                <a:lnTo>
                  <a:pt x="301729" y="90183"/>
                </a:lnTo>
                <a:lnTo>
                  <a:pt x="301250" y="90390"/>
                </a:lnTo>
                <a:lnTo>
                  <a:pt x="300767" y="90586"/>
                </a:lnTo>
                <a:lnTo>
                  <a:pt x="300278" y="90771"/>
                </a:lnTo>
                <a:lnTo>
                  <a:pt x="299783" y="90946"/>
                </a:lnTo>
                <a:lnTo>
                  <a:pt x="299284" y="91110"/>
                </a:lnTo>
                <a:lnTo>
                  <a:pt x="298778" y="91264"/>
                </a:lnTo>
                <a:lnTo>
                  <a:pt x="298268" y="91407"/>
                </a:lnTo>
                <a:lnTo>
                  <a:pt x="297752" y="91539"/>
                </a:lnTo>
                <a:lnTo>
                  <a:pt x="297231" y="91661"/>
                </a:lnTo>
                <a:lnTo>
                  <a:pt x="296704" y="91772"/>
                </a:lnTo>
                <a:lnTo>
                  <a:pt x="296172" y="91873"/>
                </a:lnTo>
                <a:lnTo>
                  <a:pt x="295635" y="91963"/>
                </a:lnTo>
                <a:lnTo>
                  <a:pt x="295092" y="92042"/>
                </a:lnTo>
                <a:lnTo>
                  <a:pt x="294544" y="92111"/>
                </a:lnTo>
                <a:lnTo>
                  <a:pt x="293990" y="92169"/>
                </a:lnTo>
                <a:lnTo>
                  <a:pt x="293431" y="92217"/>
                </a:lnTo>
                <a:lnTo>
                  <a:pt x="292867" y="92254"/>
                </a:lnTo>
                <a:lnTo>
                  <a:pt x="292298" y="92281"/>
                </a:lnTo>
                <a:lnTo>
                  <a:pt x="291723" y="92296"/>
                </a:lnTo>
                <a:lnTo>
                  <a:pt x="291142" y="92302"/>
                </a:lnTo>
                <a:lnTo>
                  <a:pt x="290559" y="92296"/>
                </a:lnTo>
                <a:lnTo>
                  <a:pt x="289988" y="92279"/>
                </a:lnTo>
                <a:lnTo>
                  <a:pt x="289429" y="92252"/>
                </a:lnTo>
                <a:lnTo>
                  <a:pt x="288882" y="92212"/>
                </a:lnTo>
                <a:lnTo>
                  <a:pt x="288346" y="92162"/>
                </a:lnTo>
                <a:lnTo>
                  <a:pt x="287823" y="92101"/>
                </a:lnTo>
                <a:lnTo>
                  <a:pt x="287311" y="92028"/>
                </a:lnTo>
                <a:lnTo>
                  <a:pt x="286810" y="91945"/>
                </a:lnTo>
                <a:lnTo>
                  <a:pt x="286322" y="91850"/>
                </a:lnTo>
                <a:lnTo>
                  <a:pt x="285845" y="91744"/>
                </a:lnTo>
                <a:lnTo>
                  <a:pt x="285381" y="91627"/>
                </a:lnTo>
                <a:lnTo>
                  <a:pt x="284928" y="91499"/>
                </a:lnTo>
                <a:lnTo>
                  <a:pt x="284486" y="91359"/>
                </a:lnTo>
                <a:lnTo>
                  <a:pt x="284057" y="91209"/>
                </a:lnTo>
                <a:lnTo>
                  <a:pt x="283639" y="91047"/>
                </a:lnTo>
                <a:lnTo>
                  <a:pt x="283234" y="90874"/>
                </a:lnTo>
                <a:lnTo>
                  <a:pt x="282840" y="90690"/>
                </a:lnTo>
                <a:lnTo>
                  <a:pt x="282457" y="90495"/>
                </a:lnTo>
                <a:lnTo>
                  <a:pt x="282087" y="90288"/>
                </a:lnTo>
                <a:lnTo>
                  <a:pt x="281728" y="90071"/>
                </a:lnTo>
                <a:lnTo>
                  <a:pt x="281381" y="89842"/>
                </a:lnTo>
                <a:lnTo>
                  <a:pt x="281046" y="89602"/>
                </a:lnTo>
                <a:lnTo>
                  <a:pt x="280723" y="89351"/>
                </a:lnTo>
                <a:lnTo>
                  <a:pt x="280412" y="89089"/>
                </a:lnTo>
                <a:lnTo>
                  <a:pt x="280113" y="88819"/>
                </a:lnTo>
                <a:lnTo>
                  <a:pt x="279826" y="88542"/>
                </a:lnTo>
                <a:lnTo>
                  <a:pt x="279552" y="88261"/>
                </a:lnTo>
                <a:lnTo>
                  <a:pt x="279291" y="87973"/>
                </a:lnTo>
                <a:lnTo>
                  <a:pt x="279043" y="87680"/>
                </a:lnTo>
                <a:lnTo>
                  <a:pt x="278808" y="87382"/>
                </a:lnTo>
                <a:lnTo>
                  <a:pt x="278585" y="87078"/>
                </a:lnTo>
                <a:lnTo>
                  <a:pt x="278375" y="86768"/>
                </a:lnTo>
                <a:lnTo>
                  <a:pt x="278177" y="86453"/>
                </a:lnTo>
                <a:lnTo>
                  <a:pt x="277993" y="86132"/>
                </a:lnTo>
                <a:lnTo>
                  <a:pt x="277821" y="85805"/>
                </a:lnTo>
                <a:lnTo>
                  <a:pt x="277662" y="85473"/>
                </a:lnTo>
                <a:lnTo>
                  <a:pt x="277515" y="85136"/>
                </a:lnTo>
                <a:lnTo>
                  <a:pt x="277382" y="84793"/>
                </a:lnTo>
                <a:lnTo>
                  <a:pt x="277261" y="84444"/>
                </a:lnTo>
                <a:lnTo>
                  <a:pt x="277153" y="84089"/>
                </a:lnTo>
                <a:lnTo>
                  <a:pt x="277057" y="83730"/>
                </a:lnTo>
                <a:lnTo>
                  <a:pt x="276974" y="83364"/>
                </a:lnTo>
                <a:lnTo>
                  <a:pt x="276904" y="82993"/>
                </a:lnTo>
                <a:lnTo>
                  <a:pt x="276847" y="82616"/>
                </a:lnTo>
                <a:lnTo>
                  <a:pt x="276803" y="82234"/>
                </a:lnTo>
                <a:lnTo>
                  <a:pt x="276771" y="81846"/>
                </a:lnTo>
                <a:lnTo>
                  <a:pt x="276752" y="81453"/>
                </a:lnTo>
                <a:lnTo>
                  <a:pt x="276745" y="81054"/>
                </a:lnTo>
                <a:lnTo>
                  <a:pt x="276748" y="80793"/>
                </a:lnTo>
                <a:lnTo>
                  <a:pt x="276757" y="80534"/>
                </a:lnTo>
                <a:lnTo>
                  <a:pt x="276772" y="80276"/>
                </a:lnTo>
                <a:lnTo>
                  <a:pt x="276792" y="80021"/>
                </a:lnTo>
                <a:lnTo>
                  <a:pt x="276818" y="79768"/>
                </a:lnTo>
                <a:lnTo>
                  <a:pt x="276850" y="79516"/>
                </a:lnTo>
                <a:lnTo>
                  <a:pt x="276888" y="79267"/>
                </a:lnTo>
                <a:lnTo>
                  <a:pt x="276932" y="79019"/>
                </a:lnTo>
                <a:lnTo>
                  <a:pt x="276982" y="78774"/>
                </a:lnTo>
                <a:lnTo>
                  <a:pt x="277037" y="78530"/>
                </a:lnTo>
                <a:lnTo>
                  <a:pt x="277099" y="78289"/>
                </a:lnTo>
                <a:lnTo>
                  <a:pt x="277166" y="78049"/>
                </a:lnTo>
                <a:lnTo>
                  <a:pt x="277239" y="77812"/>
                </a:lnTo>
                <a:lnTo>
                  <a:pt x="277318" y="77576"/>
                </a:lnTo>
                <a:lnTo>
                  <a:pt x="277402" y="77343"/>
                </a:lnTo>
                <a:lnTo>
                  <a:pt x="277493" y="77111"/>
                </a:lnTo>
                <a:lnTo>
                  <a:pt x="277589" y="76881"/>
                </a:lnTo>
                <a:lnTo>
                  <a:pt x="277691" y="76654"/>
                </a:lnTo>
                <a:lnTo>
                  <a:pt x="277799" y="76428"/>
                </a:lnTo>
                <a:lnTo>
                  <a:pt x="277913" y="76204"/>
                </a:lnTo>
                <a:lnTo>
                  <a:pt x="278033" y="75983"/>
                </a:lnTo>
                <a:lnTo>
                  <a:pt x="278158" y="75763"/>
                </a:lnTo>
                <a:lnTo>
                  <a:pt x="278290" y="75545"/>
                </a:lnTo>
                <a:lnTo>
                  <a:pt x="278427" y="75329"/>
                </a:lnTo>
                <a:lnTo>
                  <a:pt x="278570" y="75117"/>
                </a:lnTo>
                <a:lnTo>
                  <a:pt x="278717" y="74908"/>
                </a:lnTo>
                <a:lnTo>
                  <a:pt x="278870" y="74704"/>
                </a:lnTo>
                <a:lnTo>
                  <a:pt x="279027" y="74505"/>
                </a:lnTo>
                <a:lnTo>
                  <a:pt x="279189" y="74309"/>
                </a:lnTo>
                <a:lnTo>
                  <a:pt x="279356" y="74118"/>
                </a:lnTo>
                <a:lnTo>
                  <a:pt x="279528" y="73931"/>
                </a:lnTo>
                <a:lnTo>
                  <a:pt x="279705" y="73749"/>
                </a:lnTo>
                <a:lnTo>
                  <a:pt x="279887" y="73570"/>
                </a:lnTo>
                <a:lnTo>
                  <a:pt x="280074" y="73396"/>
                </a:lnTo>
                <a:lnTo>
                  <a:pt x="280266" y="73227"/>
                </a:lnTo>
                <a:lnTo>
                  <a:pt x="280462" y="73062"/>
                </a:lnTo>
                <a:lnTo>
                  <a:pt x="280664" y="72900"/>
                </a:lnTo>
                <a:lnTo>
                  <a:pt x="280870" y="72744"/>
                </a:lnTo>
                <a:lnTo>
                  <a:pt x="281081" y="72591"/>
                </a:lnTo>
                <a:lnTo>
                  <a:pt x="281298" y="72443"/>
                </a:lnTo>
                <a:lnTo>
                  <a:pt x="281519" y="72299"/>
                </a:lnTo>
                <a:lnTo>
                  <a:pt x="281745" y="72160"/>
                </a:lnTo>
                <a:lnTo>
                  <a:pt x="281976" y="72024"/>
                </a:lnTo>
                <a:lnTo>
                  <a:pt x="282211" y="71894"/>
                </a:lnTo>
                <a:lnTo>
                  <a:pt x="282452" y="71767"/>
                </a:lnTo>
                <a:lnTo>
                  <a:pt x="282698" y="71645"/>
                </a:lnTo>
                <a:lnTo>
                  <a:pt x="282948" y="71526"/>
                </a:lnTo>
                <a:lnTo>
                  <a:pt x="283204" y="71413"/>
                </a:lnTo>
                <a:lnTo>
                  <a:pt x="283469" y="71302"/>
                </a:lnTo>
                <a:lnTo>
                  <a:pt x="283750" y="71191"/>
                </a:lnTo>
                <a:lnTo>
                  <a:pt x="284046" y="71082"/>
                </a:lnTo>
                <a:lnTo>
                  <a:pt x="284357" y="70974"/>
                </a:lnTo>
                <a:lnTo>
                  <a:pt x="284683" y="70866"/>
                </a:lnTo>
                <a:lnTo>
                  <a:pt x="285024" y="70760"/>
                </a:lnTo>
                <a:lnTo>
                  <a:pt x="285381" y="70654"/>
                </a:lnTo>
                <a:lnTo>
                  <a:pt x="285753" y="70550"/>
                </a:lnTo>
                <a:lnTo>
                  <a:pt x="286140" y="70446"/>
                </a:lnTo>
                <a:lnTo>
                  <a:pt x="286542" y="70343"/>
                </a:lnTo>
                <a:lnTo>
                  <a:pt x="286959" y="70242"/>
                </a:lnTo>
                <a:lnTo>
                  <a:pt x="287392" y="70141"/>
                </a:lnTo>
                <a:lnTo>
                  <a:pt x="287839" y="70041"/>
                </a:lnTo>
                <a:lnTo>
                  <a:pt x="288302" y="69942"/>
                </a:lnTo>
                <a:lnTo>
                  <a:pt x="288780" y="69844"/>
                </a:lnTo>
                <a:lnTo>
                  <a:pt x="289273" y="69747"/>
                </a:lnTo>
                <a:lnTo>
                  <a:pt x="289782" y="69651"/>
                </a:lnTo>
                <a:lnTo>
                  <a:pt x="290305" y="69555"/>
                </a:lnTo>
                <a:lnTo>
                  <a:pt x="290844" y="69461"/>
                </a:lnTo>
                <a:lnTo>
                  <a:pt x="291398" y="69368"/>
                </a:lnTo>
                <a:lnTo>
                  <a:pt x="291967" y="69275"/>
                </a:lnTo>
                <a:lnTo>
                  <a:pt x="292552" y="69184"/>
                </a:lnTo>
                <a:lnTo>
                  <a:pt x="293151" y="69093"/>
                </a:lnTo>
                <a:lnTo>
                  <a:pt x="293766" y="69003"/>
                </a:lnTo>
                <a:lnTo>
                  <a:pt x="294853" y="68846"/>
                </a:lnTo>
                <a:lnTo>
                  <a:pt x="295918" y="68685"/>
                </a:lnTo>
                <a:lnTo>
                  <a:pt x="296959" y="68522"/>
                </a:lnTo>
                <a:lnTo>
                  <a:pt x="297978" y="68356"/>
                </a:lnTo>
                <a:lnTo>
                  <a:pt x="298974" y="68187"/>
                </a:lnTo>
                <a:lnTo>
                  <a:pt x="299947" y="68016"/>
                </a:lnTo>
                <a:lnTo>
                  <a:pt x="300897" y="67841"/>
                </a:lnTo>
                <a:lnTo>
                  <a:pt x="301824" y="67664"/>
                </a:lnTo>
                <a:lnTo>
                  <a:pt x="302728" y="67484"/>
                </a:lnTo>
                <a:lnTo>
                  <a:pt x="303610" y="67301"/>
                </a:lnTo>
                <a:lnTo>
                  <a:pt x="304468" y="67116"/>
                </a:lnTo>
                <a:lnTo>
                  <a:pt x="305304" y="66927"/>
                </a:lnTo>
                <a:lnTo>
                  <a:pt x="306116" y="66736"/>
                </a:lnTo>
                <a:lnTo>
                  <a:pt x="306906" y="66542"/>
                </a:lnTo>
                <a:lnTo>
                  <a:pt x="307673" y="66346"/>
                </a:lnTo>
                <a:lnTo>
                  <a:pt x="308417" y="66146"/>
                </a:lnTo>
                <a:lnTo>
                  <a:pt x="309138" y="65944"/>
                </a:lnTo>
                <a:lnTo>
                  <a:pt x="309836" y="65739"/>
                </a:lnTo>
                <a:lnTo>
                  <a:pt x="310512" y="65531"/>
                </a:lnTo>
                <a:lnTo>
                  <a:pt x="311164" y="65320"/>
                </a:lnTo>
                <a:lnTo>
                  <a:pt x="311794" y="65107"/>
                </a:lnTo>
                <a:lnTo>
                  <a:pt x="312400" y="64891"/>
                </a:lnTo>
                <a:lnTo>
                  <a:pt x="312984" y="64672"/>
                </a:lnTo>
                <a:lnTo>
                  <a:pt x="313545" y="64450"/>
                </a:lnTo>
                <a:lnTo>
                  <a:pt x="313545" y="68867"/>
                </a:lnTo>
                <a:lnTo>
                  <a:pt x="313541" y="69524"/>
                </a:lnTo>
                <a:lnTo>
                  <a:pt x="313531" y="70167"/>
                </a:lnTo>
                <a:lnTo>
                  <a:pt x="313514" y="70797"/>
                </a:lnTo>
                <a:lnTo>
                  <a:pt x="313491" y="71413"/>
                </a:lnTo>
                <a:close/>
                <a:moveTo>
                  <a:pt x="628700" y="93319"/>
                </a:moveTo>
                <a:lnTo>
                  <a:pt x="628770" y="93724"/>
                </a:lnTo>
                <a:lnTo>
                  <a:pt x="628846" y="94125"/>
                </a:lnTo>
                <a:lnTo>
                  <a:pt x="628925" y="94521"/>
                </a:lnTo>
                <a:lnTo>
                  <a:pt x="629010" y="94912"/>
                </a:lnTo>
                <a:lnTo>
                  <a:pt x="629099" y="95299"/>
                </a:lnTo>
                <a:lnTo>
                  <a:pt x="629193" y="95682"/>
                </a:lnTo>
                <a:lnTo>
                  <a:pt x="629292" y="96060"/>
                </a:lnTo>
                <a:lnTo>
                  <a:pt x="629395" y="96433"/>
                </a:lnTo>
                <a:lnTo>
                  <a:pt x="629503" y="96802"/>
                </a:lnTo>
                <a:lnTo>
                  <a:pt x="629616" y="97166"/>
                </a:lnTo>
                <a:lnTo>
                  <a:pt x="629733" y="97526"/>
                </a:lnTo>
                <a:lnTo>
                  <a:pt x="629855" y="97881"/>
                </a:lnTo>
                <a:lnTo>
                  <a:pt x="629981" y="98232"/>
                </a:lnTo>
                <a:lnTo>
                  <a:pt x="630113" y="98578"/>
                </a:lnTo>
                <a:lnTo>
                  <a:pt x="630249" y="98919"/>
                </a:lnTo>
                <a:lnTo>
                  <a:pt x="630389" y="99256"/>
                </a:lnTo>
                <a:lnTo>
                  <a:pt x="630534" y="99589"/>
                </a:lnTo>
                <a:lnTo>
                  <a:pt x="630684" y="99917"/>
                </a:lnTo>
                <a:lnTo>
                  <a:pt x="630839" y="100240"/>
                </a:lnTo>
                <a:lnTo>
                  <a:pt x="643487" y="100240"/>
                </a:lnTo>
                <a:lnTo>
                  <a:pt x="643299" y="99896"/>
                </a:lnTo>
                <a:lnTo>
                  <a:pt x="643116" y="99551"/>
                </a:lnTo>
                <a:lnTo>
                  <a:pt x="642939" y="99204"/>
                </a:lnTo>
                <a:lnTo>
                  <a:pt x="642766" y="98856"/>
                </a:lnTo>
                <a:lnTo>
                  <a:pt x="642599" y="98507"/>
                </a:lnTo>
                <a:lnTo>
                  <a:pt x="642438" y="98157"/>
                </a:lnTo>
                <a:lnTo>
                  <a:pt x="642281" y="97805"/>
                </a:lnTo>
                <a:lnTo>
                  <a:pt x="642130" y="97452"/>
                </a:lnTo>
                <a:lnTo>
                  <a:pt x="641984" y="97098"/>
                </a:lnTo>
                <a:lnTo>
                  <a:pt x="641844" y="96742"/>
                </a:lnTo>
                <a:lnTo>
                  <a:pt x="641708" y="96385"/>
                </a:lnTo>
                <a:lnTo>
                  <a:pt x="641578" y="96027"/>
                </a:lnTo>
                <a:lnTo>
                  <a:pt x="641453" y="95668"/>
                </a:lnTo>
                <a:lnTo>
                  <a:pt x="641333" y="95307"/>
                </a:lnTo>
                <a:lnTo>
                  <a:pt x="641219" y="94945"/>
                </a:lnTo>
                <a:lnTo>
                  <a:pt x="641110" y="94582"/>
                </a:lnTo>
                <a:lnTo>
                  <a:pt x="641006" y="94217"/>
                </a:lnTo>
                <a:lnTo>
                  <a:pt x="640907" y="93851"/>
                </a:lnTo>
                <a:lnTo>
                  <a:pt x="640814" y="93484"/>
                </a:lnTo>
                <a:lnTo>
                  <a:pt x="640726" y="93116"/>
                </a:lnTo>
                <a:lnTo>
                  <a:pt x="640643" y="92746"/>
                </a:lnTo>
                <a:lnTo>
                  <a:pt x="640565" y="92375"/>
                </a:lnTo>
                <a:lnTo>
                  <a:pt x="640493" y="92003"/>
                </a:lnTo>
                <a:lnTo>
                  <a:pt x="640426" y="91629"/>
                </a:lnTo>
                <a:lnTo>
                  <a:pt x="640363" y="91233"/>
                </a:lnTo>
                <a:lnTo>
                  <a:pt x="640302" y="90795"/>
                </a:lnTo>
                <a:lnTo>
                  <a:pt x="640244" y="90313"/>
                </a:lnTo>
                <a:lnTo>
                  <a:pt x="640189" y="89789"/>
                </a:lnTo>
                <a:lnTo>
                  <a:pt x="640137" y="89222"/>
                </a:lnTo>
                <a:lnTo>
                  <a:pt x="640087" y="88612"/>
                </a:lnTo>
                <a:lnTo>
                  <a:pt x="640040" y="87959"/>
                </a:lnTo>
                <a:lnTo>
                  <a:pt x="639996" y="87263"/>
                </a:lnTo>
                <a:lnTo>
                  <a:pt x="639954" y="86525"/>
                </a:lnTo>
                <a:lnTo>
                  <a:pt x="639915" y="85743"/>
                </a:lnTo>
                <a:lnTo>
                  <a:pt x="639879" y="84919"/>
                </a:lnTo>
                <a:lnTo>
                  <a:pt x="639846" y="84052"/>
                </a:lnTo>
                <a:lnTo>
                  <a:pt x="639815" y="83141"/>
                </a:lnTo>
                <a:lnTo>
                  <a:pt x="639786" y="82188"/>
                </a:lnTo>
                <a:lnTo>
                  <a:pt x="639761" y="81193"/>
                </a:lnTo>
                <a:lnTo>
                  <a:pt x="639738" y="80154"/>
                </a:lnTo>
                <a:lnTo>
                  <a:pt x="639718" y="79072"/>
                </a:lnTo>
                <a:lnTo>
                  <a:pt x="639701" y="77948"/>
                </a:lnTo>
                <a:lnTo>
                  <a:pt x="639686" y="76780"/>
                </a:lnTo>
                <a:lnTo>
                  <a:pt x="639674" y="75570"/>
                </a:lnTo>
                <a:lnTo>
                  <a:pt x="639664" y="74317"/>
                </a:lnTo>
                <a:lnTo>
                  <a:pt x="639658" y="73021"/>
                </a:lnTo>
                <a:lnTo>
                  <a:pt x="639653" y="71682"/>
                </a:lnTo>
                <a:lnTo>
                  <a:pt x="639652" y="70301"/>
                </a:lnTo>
                <a:lnTo>
                  <a:pt x="639652" y="54201"/>
                </a:lnTo>
                <a:lnTo>
                  <a:pt x="639651" y="53539"/>
                </a:lnTo>
                <a:lnTo>
                  <a:pt x="639648" y="52893"/>
                </a:lnTo>
                <a:lnTo>
                  <a:pt x="639643" y="52266"/>
                </a:lnTo>
                <a:lnTo>
                  <a:pt x="639635" y="51655"/>
                </a:lnTo>
                <a:lnTo>
                  <a:pt x="639626" y="51061"/>
                </a:lnTo>
                <a:lnTo>
                  <a:pt x="639614" y="50485"/>
                </a:lnTo>
                <a:lnTo>
                  <a:pt x="639601" y="49926"/>
                </a:lnTo>
                <a:lnTo>
                  <a:pt x="639585" y="49384"/>
                </a:lnTo>
                <a:lnTo>
                  <a:pt x="639567" y="48859"/>
                </a:lnTo>
                <a:lnTo>
                  <a:pt x="639547" y="48351"/>
                </a:lnTo>
                <a:lnTo>
                  <a:pt x="639525" y="47860"/>
                </a:lnTo>
                <a:lnTo>
                  <a:pt x="639501" y="47387"/>
                </a:lnTo>
                <a:lnTo>
                  <a:pt x="639475" y="46931"/>
                </a:lnTo>
                <a:lnTo>
                  <a:pt x="639446" y="46492"/>
                </a:lnTo>
                <a:lnTo>
                  <a:pt x="639416" y="46070"/>
                </a:lnTo>
                <a:lnTo>
                  <a:pt x="639383" y="45665"/>
                </a:lnTo>
                <a:lnTo>
                  <a:pt x="639348" y="45278"/>
                </a:lnTo>
                <a:lnTo>
                  <a:pt x="639312" y="44907"/>
                </a:lnTo>
                <a:lnTo>
                  <a:pt x="639273" y="44554"/>
                </a:lnTo>
                <a:lnTo>
                  <a:pt x="639232" y="44218"/>
                </a:lnTo>
                <a:lnTo>
                  <a:pt x="639189" y="43899"/>
                </a:lnTo>
                <a:lnTo>
                  <a:pt x="639143" y="43598"/>
                </a:lnTo>
                <a:lnTo>
                  <a:pt x="639096" y="43313"/>
                </a:lnTo>
                <a:lnTo>
                  <a:pt x="639047" y="43046"/>
                </a:lnTo>
                <a:lnTo>
                  <a:pt x="638954" y="42632"/>
                </a:lnTo>
                <a:lnTo>
                  <a:pt x="638856" y="42225"/>
                </a:lnTo>
                <a:lnTo>
                  <a:pt x="638752" y="41823"/>
                </a:lnTo>
                <a:lnTo>
                  <a:pt x="638643" y="41428"/>
                </a:lnTo>
                <a:lnTo>
                  <a:pt x="638528" y="41038"/>
                </a:lnTo>
                <a:lnTo>
                  <a:pt x="638408" y="40655"/>
                </a:lnTo>
                <a:lnTo>
                  <a:pt x="638281" y="40277"/>
                </a:lnTo>
                <a:lnTo>
                  <a:pt x="638150" y="39906"/>
                </a:lnTo>
                <a:lnTo>
                  <a:pt x="638012" y="39540"/>
                </a:lnTo>
                <a:lnTo>
                  <a:pt x="637869" y="39181"/>
                </a:lnTo>
                <a:lnTo>
                  <a:pt x="637721" y="38827"/>
                </a:lnTo>
                <a:lnTo>
                  <a:pt x="637567" y="38479"/>
                </a:lnTo>
                <a:lnTo>
                  <a:pt x="637407" y="38138"/>
                </a:lnTo>
                <a:lnTo>
                  <a:pt x="637241" y="37802"/>
                </a:lnTo>
                <a:lnTo>
                  <a:pt x="637070" y="37472"/>
                </a:lnTo>
                <a:lnTo>
                  <a:pt x="636894" y="37149"/>
                </a:lnTo>
                <a:lnTo>
                  <a:pt x="636712" y="36831"/>
                </a:lnTo>
                <a:lnTo>
                  <a:pt x="636524" y="36519"/>
                </a:lnTo>
                <a:lnTo>
                  <a:pt x="636330" y="36214"/>
                </a:lnTo>
                <a:lnTo>
                  <a:pt x="636131" y="35914"/>
                </a:lnTo>
                <a:lnTo>
                  <a:pt x="635927" y="35620"/>
                </a:lnTo>
                <a:lnTo>
                  <a:pt x="635717" y="35333"/>
                </a:lnTo>
                <a:lnTo>
                  <a:pt x="635501" y="35051"/>
                </a:lnTo>
                <a:lnTo>
                  <a:pt x="635279" y="34775"/>
                </a:lnTo>
                <a:lnTo>
                  <a:pt x="635050" y="34504"/>
                </a:lnTo>
                <a:lnTo>
                  <a:pt x="634810" y="34237"/>
                </a:lnTo>
                <a:lnTo>
                  <a:pt x="634559" y="33974"/>
                </a:lnTo>
                <a:lnTo>
                  <a:pt x="634298" y="33714"/>
                </a:lnTo>
                <a:lnTo>
                  <a:pt x="634027" y="33459"/>
                </a:lnTo>
                <a:lnTo>
                  <a:pt x="633745" y="33207"/>
                </a:lnTo>
                <a:lnTo>
                  <a:pt x="633452" y="32959"/>
                </a:lnTo>
                <a:lnTo>
                  <a:pt x="633149" y="32715"/>
                </a:lnTo>
                <a:lnTo>
                  <a:pt x="632835" y="32475"/>
                </a:lnTo>
                <a:lnTo>
                  <a:pt x="632511" y="32239"/>
                </a:lnTo>
                <a:lnTo>
                  <a:pt x="632177" y="32007"/>
                </a:lnTo>
                <a:lnTo>
                  <a:pt x="631831" y="31779"/>
                </a:lnTo>
                <a:lnTo>
                  <a:pt x="631476" y="31554"/>
                </a:lnTo>
                <a:lnTo>
                  <a:pt x="631110" y="31334"/>
                </a:lnTo>
                <a:lnTo>
                  <a:pt x="630733" y="31117"/>
                </a:lnTo>
                <a:lnTo>
                  <a:pt x="630346" y="30904"/>
                </a:lnTo>
                <a:lnTo>
                  <a:pt x="629948" y="30695"/>
                </a:lnTo>
                <a:lnTo>
                  <a:pt x="629540" y="30490"/>
                </a:lnTo>
                <a:lnTo>
                  <a:pt x="629121" y="30289"/>
                </a:lnTo>
                <a:lnTo>
                  <a:pt x="628692" y="30091"/>
                </a:lnTo>
                <a:lnTo>
                  <a:pt x="628252" y="29898"/>
                </a:lnTo>
                <a:lnTo>
                  <a:pt x="627802" y="29708"/>
                </a:lnTo>
                <a:lnTo>
                  <a:pt x="627341" y="29522"/>
                </a:lnTo>
                <a:lnTo>
                  <a:pt x="626870" y="29340"/>
                </a:lnTo>
                <a:lnTo>
                  <a:pt x="626387" y="29164"/>
                </a:lnTo>
                <a:lnTo>
                  <a:pt x="625893" y="28995"/>
                </a:lnTo>
                <a:lnTo>
                  <a:pt x="625387" y="28834"/>
                </a:lnTo>
                <a:lnTo>
                  <a:pt x="624868" y="28680"/>
                </a:lnTo>
                <a:lnTo>
                  <a:pt x="624338" y="28534"/>
                </a:lnTo>
                <a:lnTo>
                  <a:pt x="623796" y="28395"/>
                </a:lnTo>
                <a:lnTo>
                  <a:pt x="623242" y="28264"/>
                </a:lnTo>
                <a:lnTo>
                  <a:pt x="622676" y="28140"/>
                </a:lnTo>
                <a:lnTo>
                  <a:pt x="622099" y="28023"/>
                </a:lnTo>
                <a:lnTo>
                  <a:pt x="621509" y="27915"/>
                </a:lnTo>
                <a:lnTo>
                  <a:pt x="620907" y="27813"/>
                </a:lnTo>
                <a:lnTo>
                  <a:pt x="620294" y="27720"/>
                </a:lnTo>
                <a:lnTo>
                  <a:pt x="619668" y="27633"/>
                </a:lnTo>
                <a:lnTo>
                  <a:pt x="619031" y="27554"/>
                </a:lnTo>
                <a:lnTo>
                  <a:pt x="618382" y="27483"/>
                </a:lnTo>
                <a:lnTo>
                  <a:pt x="617720" y="27419"/>
                </a:lnTo>
                <a:lnTo>
                  <a:pt x="617047" y="27363"/>
                </a:lnTo>
                <a:lnTo>
                  <a:pt x="616362" y="27314"/>
                </a:lnTo>
                <a:lnTo>
                  <a:pt x="615665" y="27273"/>
                </a:lnTo>
                <a:lnTo>
                  <a:pt x="614957" y="27239"/>
                </a:lnTo>
                <a:lnTo>
                  <a:pt x="614236" y="27213"/>
                </a:lnTo>
                <a:lnTo>
                  <a:pt x="613503" y="27194"/>
                </a:lnTo>
                <a:lnTo>
                  <a:pt x="612758" y="27183"/>
                </a:lnTo>
                <a:lnTo>
                  <a:pt x="612002" y="27179"/>
                </a:lnTo>
                <a:lnTo>
                  <a:pt x="611238" y="27184"/>
                </a:lnTo>
                <a:lnTo>
                  <a:pt x="610481" y="27197"/>
                </a:lnTo>
                <a:lnTo>
                  <a:pt x="609733" y="27219"/>
                </a:lnTo>
                <a:lnTo>
                  <a:pt x="608991" y="27250"/>
                </a:lnTo>
                <a:lnTo>
                  <a:pt x="608258" y="27289"/>
                </a:lnTo>
                <a:lnTo>
                  <a:pt x="607532" y="27337"/>
                </a:lnTo>
                <a:lnTo>
                  <a:pt x="606814" y="27395"/>
                </a:lnTo>
                <a:lnTo>
                  <a:pt x="606104" y="27460"/>
                </a:lnTo>
                <a:lnTo>
                  <a:pt x="605402" y="27535"/>
                </a:lnTo>
                <a:lnTo>
                  <a:pt x="604707" y="27619"/>
                </a:lnTo>
                <a:lnTo>
                  <a:pt x="604020" y="27711"/>
                </a:lnTo>
                <a:lnTo>
                  <a:pt x="603340" y="27812"/>
                </a:lnTo>
                <a:lnTo>
                  <a:pt x="602669" y="27922"/>
                </a:lnTo>
                <a:lnTo>
                  <a:pt x="602005" y="28041"/>
                </a:lnTo>
                <a:lnTo>
                  <a:pt x="601348" y="28168"/>
                </a:lnTo>
                <a:lnTo>
                  <a:pt x="600700" y="28304"/>
                </a:lnTo>
                <a:lnTo>
                  <a:pt x="600059" y="28449"/>
                </a:lnTo>
                <a:lnTo>
                  <a:pt x="599426" y="28603"/>
                </a:lnTo>
                <a:lnTo>
                  <a:pt x="598800" y="28766"/>
                </a:lnTo>
                <a:lnTo>
                  <a:pt x="598183" y="28937"/>
                </a:lnTo>
                <a:lnTo>
                  <a:pt x="597572" y="29117"/>
                </a:lnTo>
                <a:lnTo>
                  <a:pt x="596970" y="29306"/>
                </a:lnTo>
                <a:lnTo>
                  <a:pt x="596376" y="29504"/>
                </a:lnTo>
                <a:lnTo>
                  <a:pt x="595789" y="29710"/>
                </a:lnTo>
                <a:lnTo>
                  <a:pt x="595211" y="29925"/>
                </a:lnTo>
                <a:lnTo>
                  <a:pt x="594645" y="30147"/>
                </a:lnTo>
                <a:lnTo>
                  <a:pt x="594091" y="30377"/>
                </a:lnTo>
                <a:lnTo>
                  <a:pt x="593548" y="30614"/>
                </a:lnTo>
                <a:lnTo>
                  <a:pt x="593016" y="30858"/>
                </a:lnTo>
                <a:lnTo>
                  <a:pt x="592496" y="31110"/>
                </a:lnTo>
                <a:lnTo>
                  <a:pt x="591988" y="31370"/>
                </a:lnTo>
                <a:lnTo>
                  <a:pt x="591491" y="31637"/>
                </a:lnTo>
                <a:lnTo>
                  <a:pt x="591005" y="31911"/>
                </a:lnTo>
                <a:lnTo>
                  <a:pt x="590530" y="32193"/>
                </a:lnTo>
                <a:lnTo>
                  <a:pt x="590068" y="32483"/>
                </a:lnTo>
                <a:lnTo>
                  <a:pt x="589616" y="32780"/>
                </a:lnTo>
                <a:lnTo>
                  <a:pt x="589176" y="33084"/>
                </a:lnTo>
                <a:lnTo>
                  <a:pt x="588748" y="33397"/>
                </a:lnTo>
                <a:lnTo>
                  <a:pt x="588331" y="33716"/>
                </a:lnTo>
                <a:lnTo>
                  <a:pt x="587925" y="34043"/>
                </a:lnTo>
                <a:lnTo>
                  <a:pt x="587531" y="34378"/>
                </a:lnTo>
                <a:lnTo>
                  <a:pt x="587148" y="34720"/>
                </a:lnTo>
                <a:lnTo>
                  <a:pt x="586777" y="35069"/>
                </a:lnTo>
                <a:lnTo>
                  <a:pt x="586417" y="35427"/>
                </a:lnTo>
                <a:lnTo>
                  <a:pt x="586068" y="35791"/>
                </a:lnTo>
                <a:lnTo>
                  <a:pt x="585731" y="36163"/>
                </a:lnTo>
                <a:lnTo>
                  <a:pt x="585406" y="36543"/>
                </a:lnTo>
                <a:lnTo>
                  <a:pt x="585092" y="36930"/>
                </a:lnTo>
                <a:lnTo>
                  <a:pt x="584787" y="37326"/>
                </a:lnTo>
                <a:lnTo>
                  <a:pt x="584490" y="37732"/>
                </a:lnTo>
                <a:lnTo>
                  <a:pt x="584199" y="38148"/>
                </a:lnTo>
                <a:lnTo>
                  <a:pt x="583916" y="38575"/>
                </a:lnTo>
                <a:lnTo>
                  <a:pt x="583641" y="39012"/>
                </a:lnTo>
                <a:lnTo>
                  <a:pt x="583372" y="39459"/>
                </a:lnTo>
                <a:lnTo>
                  <a:pt x="583111" y="39916"/>
                </a:lnTo>
                <a:lnTo>
                  <a:pt x="582857" y="40383"/>
                </a:lnTo>
                <a:lnTo>
                  <a:pt x="582610" y="40860"/>
                </a:lnTo>
                <a:lnTo>
                  <a:pt x="582370" y="41348"/>
                </a:lnTo>
                <a:lnTo>
                  <a:pt x="582138" y="41846"/>
                </a:lnTo>
                <a:lnTo>
                  <a:pt x="581913" y="42354"/>
                </a:lnTo>
                <a:lnTo>
                  <a:pt x="581695" y="42872"/>
                </a:lnTo>
                <a:lnTo>
                  <a:pt x="581485" y="43401"/>
                </a:lnTo>
                <a:lnTo>
                  <a:pt x="581281" y="43939"/>
                </a:lnTo>
                <a:lnTo>
                  <a:pt x="581085" y="44488"/>
                </a:lnTo>
                <a:lnTo>
                  <a:pt x="580896" y="45047"/>
                </a:lnTo>
                <a:lnTo>
                  <a:pt x="580715" y="45616"/>
                </a:lnTo>
                <a:lnTo>
                  <a:pt x="580540" y="46196"/>
                </a:lnTo>
                <a:lnTo>
                  <a:pt x="580373" y="46785"/>
                </a:lnTo>
                <a:lnTo>
                  <a:pt x="580213" y="47385"/>
                </a:lnTo>
                <a:lnTo>
                  <a:pt x="580061" y="47995"/>
                </a:lnTo>
                <a:lnTo>
                  <a:pt x="579915" y="48615"/>
                </a:lnTo>
                <a:lnTo>
                  <a:pt x="579777" y="49246"/>
                </a:lnTo>
                <a:lnTo>
                  <a:pt x="591618" y="50860"/>
                </a:lnTo>
                <a:lnTo>
                  <a:pt x="591784" y="50235"/>
                </a:lnTo>
                <a:lnTo>
                  <a:pt x="591957" y="49625"/>
                </a:lnTo>
                <a:lnTo>
                  <a:pt x="592138" y="49032"/>
                </a:lnTo>
                <a:lnTo>
                  <a:pt x="592327" y="48454"/>
                </a:lnTo>
                <a:lnTo>
                  <a:pt x="592522" y="47893"/>
                </a:lnTo>
                <a:lnTo>
                  <a:pt x="592726" y="47347"/>
                </a:lnTo>
                <a:lnTo>
                  <a:pt x="592936" y="46818"/>
                </a:lnTo>
                <a:lnTo>
                  <a:pt x="593154" y="46304"/>
                </a:lnTo>
                <a:lnTo>
                  <a:pt x="593379" y="45807"/>
                </a:lnTo>
                <a:lnTo>
                  <a:pt x="593611" y="45325"/>
                </a:lnTo>
                <a:lnTo>
                  <a:pt x="593851" y="44860"/>
                </a:lnTo>
                <a:lnTo>
                  <a:pt x="594098" y="44410"/>
                </a:lnTo>
                <a:lnTo>
                  <a:pt x="594353" y="43977"/>
                </a:lnTo>
                <a:lnTo>
                  <a:pt x="594615" y="43559"/>
                </a:lnTo>
                <a:lnTo>
                  <a:pt x="594884" y="43158"/>
                </a:lnTo>
                <a:lnTo>
                  <a:pt x="595161" y="42772"/>
                </a:lnTo>
                <a:lnTo>
                  <a:pt x="595445" y="42403"/>
                </a:lnTo>
                <a:lnTo>
                  <a:pt x="595736" y="42049"/>
                </a:lnTo>
                <a:lnTo>
                  <a:pt x="596035" y="41712"/>
                </a:lnTo>
                <a:lnTo>
                  <a:pt x="596341" y="41390"/>
                </a:lnTo>
                <a:lnTo>
                  <a:pt x="596654" y="41085"/>
                </a:lnTo>
                <a:lnTo>
                  <a:pt x="596975" y="40795"/>
                </a:lnTo>
                <a:lnTo>
                  <a:pt x="597303" y="40522"/>
                </a:lnTo>
                <a:lnTo>
                  <a:pt x="597639" y="40264"/>
                </a:lnTo>
                <a:lnTo>
                  <a:pt x="597986" y="40020"/>
                </a:lnTo>
                <a:lnTo>
                  <a:pt x="598348" y="39786"/>
                </a:lnTo>
                <a:lnTo>
                  <a:pt x="598726" y="39563"/>
                </a:lnTo>
                <a:lnTo>
                  <a:pt x="599120" y="39350"/>
                </a:lnTo>
                <a:lnTo>
                  <a:pt x="599529" y="39147"/>
                </a:lnTo>
                <a:lnTo>
                  <a:pt x="599953" y="38955"/>
                </a:lnTo>
                <a:lnTo>
                  <a:pt x="600394" y="38773"/>
                </a:lnTo>
                <a:lnTo>
                  <a:pt x="600849" y="38601"/>
                </a:lnTo>
                <a:lnTo>
                  <a:pt x="601320" y="38440"/>
                </a:lnTo>
                <a:lnTo>
                  <a:pt x="601807" y="38289"/>
                </a:lnTo>
                <a:lnTo>
                  <a:pt x="602310" y="38149"/>
                </a:lnTo>
                <a:lnTo>
                  <a:pt x="602827" y="38019"/>
                </a:lnTo>
                <a:lnTo>
                  <a:pt x="603361" y="37899"/>
                </a:lnTo>
                <a:lnTo>
                  <a:pt x="603910" y="37790"/>
                </a:lnTo>
                <a:lnTo>
                  <a:pt x="604474" y="37692"/>
                </a:lnTo>
                <a:lnTo>
                  <a:pt x="605054" y="37603"/>
                </a:lnTo>
                <a:lnTo>
                  <a:pt x="605649" y="37525"/>
                </a:lnTo>
                <a:lnTo>
                  <a:pt x="606260" y="37458"/>
                </a:lnTo>
                <a:lnTo>
                  <a:pt x="606887" y="37400"/>
                </a:lnTo>
                <a:lnTo>
                  <a:pt x="607529" y="37354"/>
                </a:lnTo>
                <a:lnTo>
                  <a:pt x="608187" y="37317"/>
                </a:lnTo>
                <a:lnTo>
                  <a:pt x="608860" y="37291"/>
                </a:lnTo>
                <a:lnTo>
                  <a:pt x="609549" y="37276"/>
                </a:lnTo>
                <a:lnTo>
                  <a:pt x="610253" y="37271"/>
                </a:lnTo>
                <a:lnTo>
                  <a:pt x="611007" y="37278"/>
                </a:lnTo>
                <a:lnTo>
                  <a:pt x="611746" y="37299"/>
                </a:lnTo>
                <a:lnTo>
                  <a:pt x="612470" y="37334"/>
                </a:lnTo>
                <a:lnTo>
                  <a:pt x="613177" y="37384"/>
                </a:lnTo>
                <a:lnTo>
                  <a:pt x="613869" y="37448"/>
                </a:lnTo>
                <a:lnTo>
                  <a:pt x="614546" y="37526"/>
                </a:lnTo>
                <a:lnTo>
                  <a:pt x="615207" y="37618"/>
                </a:lnTo>
                <a:lnTo>
                  <a:pt x="615852" y="37725"/>
                </a:lnTo>
                <a:lnTo>
                  <a:pt x="616481" y="37846"/>
                </a:lnTo>
                <a:lnTo>
                  <a:pt x="617095" y="37980"/>
                </a:lnTo>
                <a:lnTo>
                  <a:pt x="617693" y="38130"/>
                </a:lnTo>
                <a:lnTo>
                  <a:pt x="618275" y="38293"/>
                </a:lnTo>
                <a:lnTo>
                  <a:pt x="618842" y="38470"/>
                </a:lnTo>
                <a:lnTo>
                  <a:pt x="619393" y="38662"/>
                </a:lnTo>
                <a:lnTo>
                  <a:pt x="619929" y="38868"/>
                </a:lnTo>
                <a:lnTo>
                  <a:pt x="620449" y="39088"/>
                </a:lnTo>
                <a:lnTo>
                  <a:pt x="620953" y="39322"/>
                </a:lnTo>
                <a:lnTo>
                  <a:pt x="621442" y="39571"/>
                </a:lnTo>
                <a:lnTo>
                  <a:pt x="621914" y="39833"/>
                </a:lnTo>
                <a:lnTo>
                  <a:pt x="622372" y="40110"/>
                </a:lnTo>
                <a:lnTo>
                  <a:pt x="622813" y="40401"/>
                </a:lnTo>
                <a:lnTo>
                  <a:pt x="623239" y="40706"/>
                </a:lnTo>
                <a:lnTo>
                  <a:pt x="623650" y="41026"/>
                </a:lnTo>
                <a:lnTo>
                  <a:pt x="624044" y="41360"/>
                </a:lnTo>
                <a:lnTo>
                  <a:pt x="624324" y="41618"/>
                </a:lnTo>
                <a:lnTo>
                  <a:pt x="624592" y="41892"/>
                </a:lnTo>
                <a:lnTo>
                  <a:pt x="624848" y="42181"/>
                </a:lnTo>
                <a:lnTo>
                  <a:pt x="625093" y="42486"/>
                </a:lnTo>
                <a:lnTo>
                  <a:pt x="625325" y="42805"/>
                </a:lnTo>
                <a:lnTo>
                  <a:pt x="625545" y="43139"/>
                </a:lnTo>
                <a:lnTo>
                  <a:pt x="625754" y="43489"/>
                </a:lnTo>
                <a:lnTo>
                  <a:pt x="625950" y="43854"/>
                </a:lnTo>
                <a:lnTo>
                  <a:pt x="626135" y="44234"/>
                </a:lnTo>
                <a:lnTo>
                  <a:pt x="626308" y="44629"/>
                </a:lnTo>
                <a:lnTo>
                  <a:pt x="626469" y="45039"/>
                </a:lnTo>
                <a:lnTo>
                  <a:pt x="626618" y="45464"/>
                </a:lnTo>
                <a:lnTo>
                  <a:pt x="626755" y="45904"/>
                </a:lnTo>
                <a:lnTo>
                  <a:pt x="626880" y="46360"/>
                </a:lnTo>
                <a:lnTo>
                  <a:pt x="626993" y="46830"/>
                </a:lnTo>
                <a:lnTo>
                  <a:pt x="627094" y="47316"/>
                </a:lnTo>
                <a:lnTo>
                  <a:pt x="627183" y="47817"/>
                </a:lnTo>
                <a:lnTo>
                  <a:pt x="627261" y="48333"/>
                </a:lnTo>
                <a:lnTo>
                  <a:pt x="627326" y="48864"/>
                </a:lnTo>
                <a:lnTo>
                  <a:pt x="627380" y="49411"/>
                </a:lnTo>
                <a:lnTo>
                  <a:pt x="627422" y="49972"/>
                </a:lnTo>
                <a:lnTo>
                  <a:pt x="627451" y="50549"/>
                </a:lnTo>
                <a:lnTo>
                  <a:pt x="627469" y="51140"/>
                </a:lnTo>
                <a:lnTo>
                  <a:pt x="627475" y="51747"/>
                </a:lnTo>
                <a:lnTo>
                  <a:pt x="627475" y="51806"/>
                </a:lnTo>
                <a:lnTo>
                  <a:pt x="627475" y="51872"/>
                </a:lnTo>
                <a:lnTo>
                  <a:pt x="627474" y="51943"/>
                </a:lnTo>
                <a:lnTo>
                  <a:pt x="627473" y="52021"/>
                </a:lnTo>
                <a:lnTo>
                  <a:pt x="627472" y="52105"/>
                </a:lnTo>
                <a:lnTo>
                  <a:pt x="627471" y="52196"/>
                </a:lnTo>
                <a:lnTo>
                  <a:pt x="627470" y="52292"/>
                </a:lnTo>
                <a:lnTo>
                  <a:pt x="627468" y="52395"/>
                </a:lnTo>
                <a:lnTo>
                  <a:pt x="627466" y="52505"/>
                </a:lnTo>
                <a:lnTo>
                  <a:pt x="627464" y="52620"/>
                </a:lnTo>
                <a:lnTo>
                  <a:pt x="627461" y="52742"/>
                </a:lnTo>
                <a:lnTo>
                  <a:pt x="627459" y="52870"/>
                </a:lnTo>
                <a:lnTo>
                  <a:pt x="627456" y="53004"/>
                </a:lnTo>
                <a:lnTo>
                  <a:pt x="627452" y="53145"/>
                </a:lnTo>
                <a:lnTo>
                  <a:pt x="627449" y="53292"/>
                </a:lnTo>
                <a:lnTo>
                  <a:pt x="627445" y="53445"/>
                </a:lnTo>
                <a:lnTo>
                  <a:pt x="627442" y="53605"/>
                </a:lnTo>
                <a:lnTo>
                  <a:pt x="627437" y="53770"/>
                </a:lnTo>
                <a:lnTo>
                  <a:pt x="627433" y="53942"/>
                </a:lnTo>
                <a:lnTo>
                  <a:pt x="627429" y="54121"/>
                </a:lnTo>
                <a:lnTo>
                  <a:pt x="627424" y="54305"/>
                </a:lnTo>
                <a:lnTo>
                  <a:pt x="627419" y="54496"/>
                </a:lnTo>
                <a:lnTo>
                  <a:pt x="627414" y="54693"/>
                </a:lnTo>
                <a:lnTo>
                  <a:pt x="627408" y="54897"/>
                </a:lnTo>
                <a:lnTo>
                  <a:pt x="626817" y="55097"/>
                </a:lnTo>
                <a:lnTo>
                  <a:pt x="626199" y="55296"/>
                </a:lnTo>
                <a:lnTo>
                  <a:pt x="625555" y="55492"/>
                </a:lnTo>
                <a:lnTo>
                  <a:pt x="624883" y="55685"/>
                </a:lnTo>
                <a:lnTo>
                  <a:pt x="624185" y="55877"/>
                </a:lnTo>
                <a:lnTo>
                  <a:pt x="623460" y="56066"/>
                </a:lnTo>
                <a:lnTo>
                  <a:pt x="622708" y="56252"/>
                </a:lnTo>
                <a:lnTo>
                  <a:pt x="621929" y="56437"/>
                </a:lnTo>
                <a:lnTo>
                  <a:pt x="621123" y="56618"/>
                </a:lnTo>
                <a:lnTo>
                  <a:pt x="620290" y="56798"/>
                </a:lnTo>
                <a:lnTo>
                  <a:pt x="619431" y="56975"/>
                </a:lnTo>
                <a:lnTo>
                  <a:pt x="618545" y="57150"/>
                </a:lnTo>
                <a:lnTo>
                  <a:pt x="617631" y="57323"/>
                </a:lnTo>
                <a:lnTo>
                  <a:pt x="616691" y="57493"/>
                </a:lnTo>
                <a:lnTo>
                  <a:pt x="615724" y="57661"/>
                </a:lnTo>
                <a:lnTo>
                  <a:pt x="614730" y="57827"/>
                </a:lnTo>
                <a:lnTo>
                  <a:pt x="613710" y="57990"/>
                </a:lnTo>
                <a:lnTo>
                  <a:pt x="612662" y="58151"/>
                </a:lnTo>
                <a:lnTo>
                  <a:pt x="611588" y="58310"/>
                </a:lnTo>
                <a:lnTo>
                  <a:pt x="610486" y="58466"/>
                </a:lnTo>
                <a:lnTo>
                  <a:pt x="609358" y="58620"/>
                </a:lnTo>
                <a:lnTo>
                  <a:pt x="608203" y="58772"/>
                </a:lnTo>
                <a:lnTo>
                  <a:pt x="607021" y="58921"/>
                </a:lnTo>
                <a:lnTo>
                  <a:pt x="605813" y="59068"/>
                </a:lnTo>
                <a:lnTo>
                  <a:pt x="605219" y="59141"/>
                </a:lnTo>
                <a:lnTo>
                  <a:pt x="604638" y="59214"/>
                </a:lnTo>
                <a:lnTo>
                  <a:pt x="604070" y="59287"/>
                </a:lnTo>
                <a:lnTo>
                  <a:pt x="603514" y="59361"/>
                </a:lnTo>
                <a:lnTo>
                  <a:pt x="602971" y="59435"/>
                </a:lnTo>
                <a:lnTo>
                  <a:pt x="602440" y="59509"/>
                </a:lnTo>
                <a:lnTo>
                  <a:pt x="601923" y="59584"/>
                </a:lnTo>
                <a:lnTo>
                  <a:pt x="601417" y="59658"/>
                </a:lnTo>
                <a:lnTo>
                  <a:pt x="600925" y="59733"/>
                </a:lnTo>
                <a:lnTo>
                  <a:pt x="600445" y="59808"/>
                </a:lnTo>
                <a:lnTo>
                  <a:pt x="599977" y="59884"/>
                </a:lnTo>
                <a:lnTo>
                  <a:pt x="599522" y="59959"/>
                </a:lnTo>
                <a:lnTo>
                  <a:pt x="599080" y="60035"/>
                </a:lnTo>
                <a:lnTo>
                  <a:pt x="598651" y="60111"/>
                </a:lnTo>
                <a:lnTo>
                  <a:pt x="598234" y="60187"/>
                </a:lnTo>
                <a:lnTo>
                  <a:pt x="597829" y="60264"/>
                </a:lnTo>
                <a:lnTo>
                  <a:pt x="597438" y="60340"/>
                </a:lnTo>
                <a:lnTo>
                  <a:pt x="597058" y="60417"/>
                </a:lnTo>
                <a:lnTo>
                  <a:pt x="596692" y="60495"/>
                </a:lnTo>
                <a:lnTo>
                  <a:pt x="596338" y="60572"/>
                </a:lnTo>
                <a:lnTo>
                  <a:pt x="595997" y="60650"/>
                </a:lnTo>
                <a:lnTo>
                  <a:pt x="595668" y="60728"/>
                </a:lnTo>
                <a:lnTo>
                  <a:pt x="595352" y="60806"/>
                </a:lnTo>
                <a:lnTo>
                  <a:pt x="595049" y="60884"/>
                </a:lnTo>
                <a:lnTo>
                  <a:pt x="594647" y="60998"/>
                </a:lnTo>
                <a:lnTo>
                  <a:pt x="594248" y="61117"/>
                </a:lnTo>
                <a:lnTo>
                  <a:pt x="593853" y="61241"/>
                </a:lnTo>
                <a:lnTo>
                  <a:pt x="593461" y="61368"/>
                </a:lnTo>
                <a:lnTo>
                  <a:pt x="593073" y="61500"/>
                </a:lnTo>
                <a:lnTo>
                  <a:pt x="592688" y="61637"/>
                </a:lnTo>
                <a:lnTo>
                  <a:pt x="592306" y="61778"/>
                </a:lnTo>
                <a:lnTo>
                  <a:pt x="591928" y="61923"/>
                </a:lnTo>
                <a:lnTo>
                  <a:pt x="591553" y="62073"/>
                </a:lnTo>
                <a:lnTo>
                  <a:pt x="591181" y="62227"/>
                </a:lnTo>
                <a:lnTo>
                  <a:pt x="590813" y="62386"/>
                </a:lnTo>
                <a:lnTo>
                  <a:pt x="590449" y="62549"/>
                </a:lnTo>
                <a:lnTo>
                  <a:pt x="590087" y="62717"/>
                </a:lnTo>
                <a:lnTo>
                  <a:pt x="589729" y="62889"/>
                </a:lnTo>
                <a:lnTo>
                  <a:pt x="589375" y="63065"/>
                </a:lnTo>
                <a:lnTo>
                  <a:pt x="589024" y="63246"/>
                </a:lnTo>
                <a:lnTo>
                  <a:pt x="588676" y="63432"/>
                </a:lnTo>
                <a:lnTo>
                  <a:pt x="588332" y="63621"/>
                </a:lnTo>
                <a:lnTo>
                  <a:pt x="587991" y="63816"/>
                </a:lnTo>
                <a:lnTo>
                  <a:pt x="587653" y="64014"/>
                </a:lnTo>
                <a:lnTo>
                  <a:pt x="587319" y="64217"/>
                </a:lnTo>
                <a:lnTo>
                  <a:pt x="586988" y="64425"/>
                </a:lnTo>
                <a:lnTo>
                  <a:pt x="586661" y="64637"/>
                </a:lnTo>
                <a:lnTo>
                  <a:pt x="586336" y="64853"/>
                </a:lnTo>
                <a:lnTo>
                  <a:pt x="586017" y="65075"/>
                </a:lnTo>
                <a:lnTo>
                  <a:pt x="585702" y="65303"/>
                </a:lnTo>
                <a:lnTo>
                  <a:pt x="585393" y="65536"/>
                </a:lnTo>
                <a:lnTo>
                  <a:pt x="585088" y="65776"/>
                </a:lnTo>
                <a:lnTo>
                  <a:pt x="584789" y="66021"/>
                </a:lnTo>
                <a:lnTo>
                  <a:pt x="584495" y="66272"/>
                </a:lnTo>
                <a:lnTo>
                  <a:pt x="584206" y="66530"/>
                </a:lnTo>
                <a:lnTo>
                  <a:pt x="583922" y="66793"/>
                </a:lnTo>
                <a:lnTo>
                  <a:pt x="583643" y="67062"/>
                </a:lnTo>
                <a:lnTo>
                  <a:pt x="583370" y="67338"/>
                </a:lnTo>
                <a:lnTo>
                  <a:pt x="583101" y="67619"/>
                </a:lnTo>
                <a:lnTo>
                  <a:pt x="582838" y="67906"/>
                </a:lnTo>
                <a:lnTo>
                  <a:pt x="582580" y="68199"/>
                </a:lnTo>
                <a:lnTo>
                  <a:pt x="582327" y="68498"/>
                </a:lnTo>
                <a:lnTo>
                  <a:pt x="582079" y="68803"/>
                </a:lnTo>
                <a:lnTo>
                  <a:pt x="581837" y="69114"/>
                </a:lnTo>
                <a:lnTo>
                  <a:pt x="581599" y="69431"/>
                </a:lnTo>
                <a:lnTo>
                  <a:pt x="581367" y="69754"/>
                </a:lnTo>
                <a:lnTo>
                  <a:pt x="581139" y="70083"/>
                </a:lnTo>
                <a:lnTo>
                  <a:pt x="580917" y="70418"/>
                </a:lnTo>
                <a:lnTo>
                  <a:pt x="580700" y="70758"/>
                </a:lnTo>
                <a:lnTo>
                  <a:pt x="580488" y="71105"/>
                </a:lnTo>
                <a:lnTo>
                  <a:pt x="580281" y="71458"/>
                </a:lnTo>
                <a:lnTo>
                  <a:pt x="580080" y="71816"/>
                </a:lnTo>
                <a:lnTo>
                  <a:pt x="579885" y="72180"/>
                </a:lnTo>
                <a:lnTo>
                  <a:pt x="579698" y="72546"/>
                </a:lnTo>
                <a:lnTo>
                  <a:pt x="579520" y="72915"/>
                </a:lnTo>
                <a:lnTo>
                  <a:pt x="579350" y="73288"/>
                </a:lnTo>
                <a:lnTo>
                  <a:pt x="579188" y="73664"/>
                </a:lnTo>
                <a:lnTo>
                  <a:pt x="579035" y="74043"/>
                </a:lnTo>
                <a:lnTo>
                  <a:pt x="578890" y="74425"/>
                </a:lnTo>
                <a:lnTo>
                  <a:pt x="578753" y="74810"/>
                </a:lnTo>
                <a:lnTo>
                  <a:pt x="578625" y="75199"/>
                </a:lnTo>
                <a:lnTo>
                  <a:pt x="578504" y="75590"/>
                </a:lnTo>
                <a:lnTo>
                  <a:pt x="578392" y="75985"/>
                </a:lnTo>
                <a:lnTo>
                  <a:pt x="578289" y="76383"/>
                </a:lnTo>
                <a:lnTo>
                  <a:pt x="578193" y="76784"/>
                </a:lnTo>
                <a:lnTo>
                  <a:pt x="578106" y="77188"/>
                </a:lnTo>
                <a:lnTo>
                  <a:pt x="578027" y="77595"/>
                </a:lnTo>
                <a:lnTo>
                  <a:pt x="577957" y="78006"/>
                </a:lnTo>
                <a:lnTo>
                  <a:pt x="577895" y="78419"/>
                </a:lnTo>
                <a:lnTo>
                  <a:pt x="577841" y="78836"/>
                </a:lnTo>
                <a:lnTo>
                  <a:pt x="577795" y="79256"/>
                </a:lnTo>
                <a:lnTo>
                  <a:pt x="577758" y="79679"/>
                </a:lnTo>
                <a:lnTo>
                  <a:pt x="577729" y="80105"/>
                </a:lnTo>
                <a:lnTo>
                  <a:pt x="577708" y="80535"/>
                </a:lnTo>
                <a:lnTo>
                  <a:pt x="577696" y="80967"/>
                </a:lnTo>
                <a:lnTo>
                  <a:pt x="577692" y="81403"/>
                </a:lnTo>
                <a:lnTo>
                  <a:pt x="577703" y="82143"/>
                </a:lnTo>
                <a:lnTo>
                  <a:pt x="577736" y="82872"/>
                </a:lnTo>
                <a:lnTo>
                  <a:pt x="577790" y="83590"/>
                </a:lnTo>
                <a:lnTo>
                  <a:pt x="577867" y="84297"/>
                </a:lnTo>
                <a:lnTo>
                  <a:pt x="577966" y="84993"/>
                </a:lnTo>
                <a:lnTo>
                  <a:pt x="578087" y="85677"/>
                </a:lnTo>
                <a:lnTo>
                  <a:pt x="578230" y="86351"/>
                </a:lnTo>
                <a:lnTo>
                  <a:pt x="578394" y="87013"/>
                </a:lnTo>
                <a:lnTo>
                  <a:pt x="578581" y="87664"/>
                </a:lnTo>
                <a:lnTo>
                  <a:pt x="578789" y="88305"/>
                </a:lnTo>
                <a:lnTo>
                  <a:pt x="579020" y="88934"/>
                </a:lnTo>
                <a:lnTo>
                  <a:pt x="579273" y="89552"/>
                </a:lnTo>
                <a:lnTo>
                  <a:pt x="579547" y="90159"/>
                </a:lnTo>
                <a:lnTo>
                  <a:pt x="579843" y="90755"/>
                </a:lnTo>
                <a:lnTo>
                  <a:pt x="580162" y="91339"/>
                </a:lnTo>
                <a:lnTo>
                  <a:pt x="580502" y="91913"/>
                </a:lnTo>
                <a:lnTo>
                  <a:pt x="580865" y="92476"/>
                </a:lnTo>
                <a:lnTo>
                  <a:pt x="581249" y="93027"/>
                </a:lnTo>
                <a:lnTo>
                  <a:pt x="581655" y="93567"/>
                </a:lnTo>
                <a:lnTo>
                  <a:pt x="582083" y="94097"/>
                </a:lnTo>
                <a:lnTo>
                  <a:pt x="582533" y="94615"/>
                </a:lnTo>
                <a:lnTo>
                  <a:pt x="583005" y="95122"/>
                </a:lnTo>
                <a:lnTo>
                  <a:pt x="583499" y="95618"/>
                </a:lnTo>
                <a:lnTo>
                  <a:pt x="584015" y="96103"/>
                </a:lnTo>
                <a:lnTo>
                  <a:pt x="584552" y="96572"/>
                </a:lnTo>
                <a:lnTo>
                  <a:pt x="585107" y="97022"/>
                </a:lnTo>
                <a:lnTo>
                  <a:pt x="585682" y="97451"/>
                </a:lnTo>
                <a:lnTo>
                  <a:pt x="586275" y="97860"/>
                </a:lnTo>
                <a:lnTo>
                  <a:pt x="586887" y="98250"/>
                </a:lnTo>
                <a:lnTo>
                  <a:pt x="587518" y="98619"/>
                </a:lnTo>
                <a:lnTo>
                  <a:pt x="588168" y="98969"/>
                </a:lnTo>
                <a:lnTo>
                  <a:pt x="588837" y="99298"/>
                </a:lnTo>
                <a:lnTo>
                  <a:pt x="589525" y="99608"/>
                </a:lnTo>
                <a:lnTo>
                  <a:pt x="590231" y="99898"/>
                </a:lnTo>
                <a:lnTo>
                  <a:pt x="590957" y="100167"/>
                </a:lnTo>
                <a:lnTo>
                  <a:pt x="591702" y="100417"/>
                </a:lnTo>
                <a:lnTo>
                  <a:pt x="592465" y="100646"/>
                </a:lnTo>
                <a:lnTo>
                  <a:pt x="593248" y="100856"/>
                </a:lnTo>
                <a:lnTo>
                  <a:pt x="594049" y="101046"/>
                </a:lnTo>
                <a:lnTo>
                  <a:pt x="594869" y="101216"/>
                </a:lnTo>
                <a:lnTo>
                  <a:pt x="595708" y="101365"/>
                </a:lnTo>
                <a:lnTo>
                  <a:pt x="596567" y="101495"/>
                </a:lnTo>
                <a:lnTo>
                  <a:pt x="597444" y="101605"/>
                </a:lnTo>
                <a:lnTo>
                  <a:pt x="598340" y="101695"/>
                </a:lnTo>
                <a:lnTo>
                  <a:pt x="599254" y="101765"/>
                </a:lnTo>
                <a:lnTo>
                  <a:pt x="600188" y="101815"/>
                </a:lnTo>
                <a:lnTo>
                  <a:pt x="601141" y="101845"/>
                </a:lnTo>
                <a:lnTo>
                  <a:pt x="602113" y="101855"/>
                </a:lnTo>
                <a:lnTo>
                  <a:pt x="602705" y="101851"/>
                </a:lnTo>
                <a:lnTo>
                  <a:pt x="603295" y="101838"/>
                </a:lnTo>
                <a:lnTo>
                  <a:pt x="603881" y="101817"/>
                </a:lnTo>
                <a:lnTo>
                  <a:pt x="604464" y="101788"/>
                </a:lnTo>
                <a:lnTo>
                  <a:pt x="605044" y="101751"/>
                </a:lnTo>
                <a:lnTo>
                  <a:pt x="605621" y="101705"/>
                </a:lnTo>
                <a:lnTo>
                  <a:pt x="606195" y="101651"/>
                </a:lnTo>
                <a:lnTo>
                  <a:pt x="606766" y="101588"/>
                </a:lnTo>
                <a:lnTo>
                  <a:pt x="607333" y="101517"/>
                </a:lnTo>
                <a:lnTo>
                  <a:pt x="607898" y="101438"/>
                </a:lnTo>
                <a:lnTo>
                  <a:pt x="608459" y="101351"/>
                </a:lnTo>
                <a:lnTo>
                  <a:pt x="609017" y="101255"/>
                </a:lnTo>
                <a:lnTo>
                  <a:pt x="609572" y="101151"/>
                </a:lnTo>
                <a:lnTo>
                  <a:pt x="610123" y="101039"/>
                </a:lnTo>
                <a:lnTo>
                  <a:pt x="610672" y="100918"/>
                </a:lnTo>
                <a:lnTo>
                  <a:pt x="611217" y="100789"/>
                </a:lnTo>
                <a:lnTo>
                  <a:pt x="611759" y="100651"/>
                </a:lnTo>
                <a:lnTo>
                  <a:pt x="612298" y="100505"/>
                </a:lnTo>
                <a:lnTo>
                  <a:pt x="612834" y="100351"/>
                </a:lnTo>
                <a:lnTo>
                  <a:pt x="613367" y="100189"/>
                </a:lnTo>
                <a:lnTo>
                  <a:pt x="613897" y="100018"/>
                </a:lnTo>
                <a:lnTo>
                  <a:pt x="614423" y="99839"/>
                </a:lnTo>
                <a:lnTo>
                  <a:pt x="614947" y="99652"/>
                </a:lnTo>
                <a:lnTo>
                  <a:pt x="615467" y="99456"/>
                </a:lnTo>
                <a:lnTo>
                  <a:pt x="615986" y="99250"/>
                </a:lnTo>
                <a:lnTo>
                  <a:pt x="616507" y="99032"/>
                </a:lnTo>
                <a:lnTo>
                  <a:pt x="617030" y="98802"/>
                </a:lnTo>
                <a:lnTo>
                  <a:pt x="617555" y="98560"/>
                </a:lnTo>
                <a:lnTo>
                  <a:pt x="618081" y="98307"/>
                </a:lnTo>
                <a:lnTo>
                  <a:pt x="618610" y="98041"/>
                </a:lnTo>
                <a:lnTo>
                  <a:pt x="619140" y="97764"/>
                </a:lnTo>
                <a:lnTo>
                  <a:pt x="619671" y="97474"/>
                </a:lnTo>
                <a:lnTo>
                  <a:pt x="620205" y="97173"/>
                </a:lnTo>
                <a:lnTo>
                  <a:pt x="620740" y="96860"/>
                </a:lnTo>
                <a:lnTo>
                  <a:pt x="621277" y="96535"/>
                </a:lnTo>
                <a:lnTo>
                  <a:pt x="621816" y="96198"/>
                </a:lnTo>
                <a:lnTo>
                  <a:pt x="622356" y="95849"/>
                </a:lnTo>
                <a:lnTo>
                  <a:pt x="622898" y="95488"/>
                </a:lnTo>
                <a:lnTo>
                  <a:pt x="623442" y="95115"/>
                </a:lnTo>
                <a:lnTo>
                  <a:pt x="623988" y="94731"/>
                </a:lnTo>
                <a:lnTo>
                  <a:pt x="624536" y="94334"/>
                </a:lnTo>
                <a:lnTo>
                  <a:pt x="625085" y="93926"/>
                </a:lnTo>
                <a:lnTo>
                  <a:pt x="625636" y="93506"/>
                </a:lnTo>
                <a:lnTo>
                  <a:pt x="626189" y="93073"/>
                </a:lnTo>
                <a:lnTo>
                  <a:pt x="626743" y="92629"/>
                </a:lnTo>
                <a:lnTo>
                  <a:pt x="627299" y="92173"/>
                </a:lnTo>
                <a:lnTo>
                  <a:pt x="627857" y="91705"/>
                </a:lnTo>
                <a:lnTo>
                  <a:pt x="628417" y="91225"/>
                </a:lnTo>
                <a:lnTo>
                  <a:pt x="628464" y="91653"/>
                </a:lnTo>
                <a:lnTo>
                  <a:pt x="628516" y="92076"/>
                </a:lnTo>
                <a:lnTo>
                  <a:pt x="628573" y="92495"/>
                </a:lnTo>
                <a:lnTo>
                  <a:pt x="628634" y="92909"/>
                </a:lnTo>
                <a:lnTo>
                  <a:pt x="628700" y="93319"/>
                </a:lnTo>
                <a:close/>
                <a:moveTo>
                  <a:pt x="627354" y="71413"/>
                </a:moveTo>
                <a:lnTo>
                  <a:pt x="627323" y="72016"/>
                </a:lnTo>
                <a:lnTo>
                  <a:pt x="627286" y="72606"/>
                </a:lnTo>
                <a:lnTo>
                  <a:pt x="627242" y="73182"/>
                </a:lnTo>
                <a:lnTo>
                  <a:pt x="627191" y="73744"/>
                </a:lnTo>
                <a:lnTo>
                  <a:pt x="627134" y="74294"/>
                </a:lnTo>
                <a:lnTo>
                  <a:pt x="627069" y="74829"/>
                </a:lnTo>
                <a:lnTo>
                  <a:pt x="626998" y="75351"/>
                </a:lnTo>
                <a:lnTo>
                  <a:pt x="626920" y="75860"/>
                </a:lnTo>
                <a:lnTo>
                  <a:pt x="626836" y="76355"/>
                </a:lnTo>
                <a:lnTo>
                  <a:pt x="626744" y="76836"/>
                </a:lnTo>
                <a:lnTo>
                  <a:pt x="626646" y="77305"/>
                </a:lnTo>
                <a:lnTo>
                  <a:pt x="626541" y="77759"/>
                </a:lnTo>
                <a:lnTo>
                  <a:pt x="626429" y="78200"/>
                </a:lnTo>
                <a:lnTo>
                  <a:pt x="626311" y="78628"/>
                </a:lnTo>
                <a:lnTo>
                  <a:pt x="626185" y="79042"/>
                </a:lnTo>
                <a:lnTo>
                  <a:pt x="626053" y="79443"/>
                </a:lnTo>
                <a:lnTo>
                  <a:pt x="625914" y="79830"/>
                </a:lnTo>
                <a:lnTo>
                  <a:pt x="625769" y="80204"/>
                </a:lnTo>
                <a:lnTo>
                  <a:pt x="625616" y="80564"/>
                </a:lnTo>
                <a:lnTo>
                  <a:pt x="625457" y="80911"/>
                </a:lnTo>
                <a:lnTo>
                  <a:pt x="625239" y="81348"/>
                </a:lnTo>
                <a:lnTo>
                  <a:pt x="625011" y="81777"/>
                </a:lnTo>
                <a:lnTo>
                  <a:pt x="624773" y="82198"/>
                </a:lnTo>
                <a:lnTo>
                  <a:pt x="624525" y="82612"/>
                </a:lnTo>
                <a:lnTo>
                  <a:pt x="624266" y="83017"/>
                </a:lnTo>
                <a:lnTo>
                  <a:pt x="623998" y="83415"/>
                </a:lnTo>
                <a:lnTo>
                  <a:pt x="623720" y="83805"/>
                </a:lnTo>
                <a:lnTo>
                  <a:pt x="623431" y="84188"/>
                </a:lnTo>
                <a:lnTo>
                  <a:pt x="623133" y="84562"/>
                </a:lnTo>
                <a:lnTo>
                  <a:pt x="622824" y="84929"/>
                </a:lnTo>
                <a:lnTo>
                  <a:pt x="622506" y="85289"/>
                </a:lnTo>
                <a:lnTo>
                  <a:pt x="622177" y="85640"/>
                </a:lnTo>
                <a:lnTo>
                  <a:pt x="621839" y="85984"/>
                </a:lnTo>
                <a:lnTo>
                  <a:pt x="621490" y="86319"/>
                </a:lnTo>
                <a:lnTo>
                  <a:pt x="621131" y="86647"/>
                </a:lnTo>
                <a:lnTo>
                  <a:pt x="620763" y="86968"/>
                </a:lnTo>
                <a:lnTo>
                  <a:pt x="620384" y="87280"/>
                </a:lnTo>
                <a:lnTo>
                  <a:pt x="619995" y="87585"/>
                </a:lnTo>
                <a:lnTo>
                  <a:pt x="619596" y="87882"/>
                </a:lnTo>
                <a:lnTo>
                  <a:pt x="619187" y="88172"/>
                </a:lnTo>
                <a:lnTo>
                  <a:pt x="618768" y="88453"/>
                </a:lnTo>
                <a:lnTo>
                  <a:pt x="618339" y="88727"/>
                </a:lnTo>
                <a:lnTo>
                  <a:pt x="617900" y="88993"/>
                </a:lnTo>
                <a:lnTo>
                  <a:pt x="617451" y="89251"/>
                </a:lnTo>
                <a:lnTo>
                  <a:pt x="616995" y="89500"/>
                </a:lnTo>
                <a:lnTo>
                  <a:pt x="616532" y="89738"/>
                </a:lnTo>
                <a:lnTo>
                  <a:pt x="616065" y="89966"/>
                </a:lnTo>
                <a:lnTo>
                  <a:pt x="615592" y="90183"/>
                </a:lnTo>
                <a:lnTo>
                  <a:pt x="615114" y="90390"/>
                </a:lnTo>
                <a:lnTo>
                  <a:pt x="614630" y="90586"/>
                </a:lnTo>
                <a:lnTo>
                  <a:pt x="614141" y="90771"/>
                </a:lnTo>
                <a:lnTo>
                  <a:pt x="613647" y="90946"/>
                </a:lnTo>
                <a:lnTo>
                  <a:pt x="613147" y="91110"/>
                </a:lnTo>
                <a:lnTo>
                  <a:pt x="612642" y="91264"/>
                </a:lnTo>
                <a:lnTo>
                  <a:pt x="612131" y="91407"/>
                </a:lnTo>
                <a:lnTo>
                  <a:pt x="611615" y="91539"/>
                </a:lnTo>
                <a:lnTo>
                  <a:pt x="611094" y="91661"/>
                </a:lnTo>
                <a:lnTo>
                  <a:pt x="610567" y="91772"/>
                </a:lnTo>
                <a:lnTo>
                  <a:pt x="610035" y="91873"/>
                </a:lnTo>
                <a:lnTo>
                  <a:pt x="609498" y="91963"/>
                </a:lnTo>
                <a:lnTo>
                  <a:pt x="608955" y="92042"/>
                </a:lnTo>
                <a:lnTo>
                  <a:pt x="608407" y="92111"/>
                </a:lnTo>
                <a:lnTo>
                  <a:pt x="607853" y="92169"/>
                </a:lnTo>
                <a:lnTo>
                  <a:pt x="607295" y="92217"/>
                </a:lnTo>
                <a:lnTo>
                  <a:pt x="606730" y="92254"/>
                </a:lnTo>
                <a:lnTo>
                  <a:pt x="606161" y="92281"/>
                </a:lnTo>
                <a:lnTo>
                  <a:pt x="605586" y="92296"/>
                </a:lnTo>
                <a:lnTo>
                  <a:pt x="605005" y="92302"/>
                </a:lnTo>
                <a:lnTo>
                  <a:pt x="604423" y="92296"/>
                </a:lnTo>
                <a:lnTo>
                  <a:pt x="603852" y="92279"/>
                </a:lnTo>
                <a:lnTo>
                  <a:pt x="603292" y="92252"/>
                </a:lnTo>
                <a:lnTo>
                  <a:pt x="602745" y="92212"/>
                </a:lnTo>
                <a:lnTo>
                  <a:pt x="602210" y="92162"/>
                </a:lnTo>
                <a:lnTo>
                  <a:pt x="601686" y="92101"/>
                </a:lnTo>
                <a:lnTo>
                  <a:pt x="601174" y="92028"/>
                </a:lnTo>
                <a:lnTo>
                  <a:pt x="600674" y="91945"/>
                </a:lnTo>
                <a:lnTo>
                  <a:pt x="600185" y="91850"/>
                </a:lnTo>
                <a:lnTo>
                  <a:pt x="599709" y="91744"/>
                </a:lnTo>
                <a:lnTo>
                  <a:pt x="599244" y="91627"/>
                </a:lnTo>
                <a:lnTo>
                  <a:pt x="598791" y="91499"/>
                </a:lnTo>
                <a:lnTo>
                  <a:pt x="598350" y="91359"/>
                </a:lnTo>
                <a:lnTo>
                  <a:pt x="597920" y="91209"/>
                </a:lnTo>
                <a:lnTo>
                  <a:pt x="597503" y="91047"/>
                </a:lnTo>
                <a:lnTo>
                  <a:pt x="597097" y="90874"/>
                </a:lnTo>
                <a:lnTo>
                  <a:pt x="596703" y="90690"/>
                </a:lnTo>
                <a:lnTo>
                  <a:pt x="596321" y="90495"/>
                </a:lnTo>
                <a:lnTo>
                  <a:pt x="595950" y="90288"/>
                </a:lnTo>
                <a:lnTo>
                  <a:pt x="595591" y="90071"/>
                </a:lnTo>
                <a:lnTo>
                  <a:pt x="595245" y="89842"/>
                </a:lnTo>
                <a:lnTo>
                  <a:pt x="594910" y="89602"/>
                </a:lnTo>
                <a:lnTo>
                  <a:pt x="594586" y="89351"/>
                </a:lnTo>
                <a:lnTo>
                  <a:pt x="594275" y="89089"/>
                </a:lnTo>
                <a:lnTo>
                  <a:pt x="593976" y="88819"/>
                </a:lnTo>
                <a:lnTo>
                  <a:pt x="593689" y="88542"/>
                </a:lnTo>
                <a:lnTo>
                  <a:pt x="593416" y="88261"/>
                </a:lnTo>
                <a:lnTo>
                  <a:pt x="593155" y="87973"/>
                </a:lnTo>
                <a:lnTo>
                  <a:pt x="592906" y="87680"/>
                </a:lnTo>
                <a:lnTo>
                  <a:pt x="592671" y="87382"/>
                </a:lnTo>
                <a:lnTo>
                  <a:pt x="592448" y="87078"/>
                </a:lnTo>
                <a:lnTo>
                  <a:pt x="592238" y="86768"/>
                </a:lnTo>
                <a:lnTo>
                  <a:pt x="592041" y="86453"/>
                </a:lnTo>
                <a:lnTo>
                  <a:pt x="591856" y="86132"/>
                </a:lnTo>
                <a:lnTo>
                  <a:pt x="591684" y="85805"/>
                </a:lnTo>
                <a:lnTo>
                  <a:pt x="591525" y="85473"/>
                </a:lnTo>
                <a:lnTo>
                  <a:pt x="591379" y="85136"/>
                </a:lnTo>
                <a:lnTo>
                  <a:pt x="591245" y="84793"/>
                </a:lnTo>
                <a:lnTo>
                  <a:pt x="591124" y="84444"/>
                </a:lnTo>
                <a:lnTo>
                  <a:pt x="591016" y="84089"/>
                </a:lnTo>
                <a:lnTo>
                  <a:pt x="590920" y="83730"/>
                </a:lnTo>
                <a:lnTo>
                  <a:pt x="590838" y="83364"/>
                </a:lnTo>
                <a:lnTo>
                  <a:pt x="590768" y="82993"/>
                </a:lnTo>
                <a:lnTo>
                  <a:pt x="590710" y="82616"/>
                </a:lnTo>
                <a:lnTo>
                  <a:pt x="590666" y="82234"/>
                </a:lnTo>
                <a:lnTo>
                  <a:pt x="590634" y="81846"/>
                </a:lnTo>
                <a:lnTo>
                  <a:pt x="590615" y="81453"/>
                </a:lnTo>
                <a:lnTo>
                  <a:pt x="590608" y="81054"/>
                </a:lnTo>
                <a:lnTo>
                  <a:pt x="590611" y="80793"/>
                </a:lnTo>
                <a:lnTo>
                  <a:pt x="590620" y="80534"/>
                </a:lnTo>
                <a:lnTo>
                  <a:pt x="590635" y="80276"/>
                </a:lnTo>
                <a:lnTo>
                  <a:pt x="590655" y="80021"/>
                </a:lnTo>
                <a:lnTo>
                  <a:pt x="590681" y="79768"/>
                </a:lnTo>
                <a:lnTo>
                  <a:pt x="590714" y="79516"/>
                </a:lnTo>
                <a:lnTo>
                  <a:pt x="590752" y="79267"/>
                </a:lnTo>
                <a:lnTo>
                  <a:pt x="590795" y="79019"/>
                </a:lnTo>
                <a:lnTo>
                  <a:pt x="590845" y="78774"/>
                </a:lnTo>
                <a:lnTo>
                  <a:pt x="590900" y="78530"/>
                </a:lnTo>
                <a:lnTo>
                  <a:pt x="590962" y="78289"/>
                </a:lnTo>
                <a:lnTo>
                  <a:pt x="591029" y="78049"/>
                </a:lnTo>
                <a:lnTo>
                  <a:pt x="591102" y="77812"/>
                </a:lnTo>
                <a:lnTo>
                  <a:pt x="591181" y="77576"/>
                </a:lnTo>
                <a:lnTo>
                  <a:pt x="591265" y="77343"/>
                </a:lnTo>
                <a:lnTo>
                  <a:pt x="591356" y="77111"/>
                </a:lnTo>
                <a:lnTo>
                  <a:pt x="591452" y="76881"/>
                </a:lnTo>
                <a:lnTo>
                  <a:pt x="591555" y="76654"/>
                </a:lnTo>
                <a:lnTo>
                  <a:pt x="591663" y="76428"/>
                </a:lnTo>
                <a:lnTo>
                  <a:pt x="591776" y="76204"/>
                </a:lnTo>
                <a:lnTo>
                  <a:pt x="591896" y="75983"/>
                </a:lnTo>
                <a:lnTo>
                  <a:pt x="592022" y="75763"/>
                </a:lnTo>
                <a:lnTo>
                  <a:pt x="592153" y="75545"/>
                </a:lnTo>
                <a:lnTo>
                  <a:pt x="592290" y="75329"/>
                </a:lnTo>
                <a:lnTo>
                  <a:pt x="592433" y="75117"/>
                </a:lnTo>
                <a:lnTo>
                  <a:pt x="592580" y="74908"/>
                </a:lnTo>
                <a:lnTo>
                  <a:pt x="592733" y="74704"/>
                </a:lnTo>
                <a:lnTo>
                  <a:pt x="592890" y="74505"/>
                </a:lnTo>
                <a:lnTo>
                  <a:pt x="593052" y="74309"/>
                </a:lnTo>
                <a:lnTo>
                  <a:pt x="593220" y="74118"/>
                </a:lnTo>
                <a:lnTo>
                  <a:pt x="593392" y="73931"/>
                </a:lnTo>
                <a:lnTo>
                  <a:pt x="593569" y="73749"/>
                </a:lnTo>
                <a:lnTo>
                  <a:pt x="593750" y="73570"/>
                </a:lnTo>
                <a:lnTo>
                  <a:pt x="593937" y="73396"/>
                </a:lnTo>
                <a:lnTo>
                  <a:pt x="594129" y="73227"/>
                </a:lnTo>
                <a:lnTo>
                  <a:pt x="594325" y="73062"/>
                </a:lnTo>
                <a:lnTo>
                  <a:pt x="594527" y="72900"/>
                </a:lnTo>
                <a:lnTo>
                  <a:pt x="594733" y="72744"/>
                </a:lnTo>
                <a:lnTo>
                  <a:pt x="594945" y="72591"/>
                </a:lnTo>
                <a:lnTo>
                  <a:pt x="595161" y="72443"/>
                </a:lnTo>
                <a:lnTo>
                  <a:pt x="595382" y="72299"/>
                </a:lnTo>
                <a:lnTo>
                  <a:pt x="595608" y="72160"/>
                </a:lnTo>
                <a:lnTo>
                  <a:pt x="595839" y="72024"/>
                </a:lnTo>
                <a:lnTo>
                  <a:pt x="596075" y="71894"/>
                </a:lnTo>
                <a:lnTo>
                  <a:pt x="596315" y="71767"/>
                </a:lnTo>
                <a:lnTo>
                  <a:pt x="596561" y="71645"/>
                </a:lnTo>
                <a:lnTo>
                  <a:pt x="596811" y="71526"/>
                </a:lnTo>
                <a:lnTo>
                  <a:pt x="597067" y="71413"/>
                </a:lnTo>
                <a:lnTo>
                  <a:pt x="597332" y="71302"/>
                </a:lnTo>
                <a:lnTo>
                  <a:pt x="597613" y="71191"/>
                </a:lnTo>
                <a:lnTo>
                  <a:pt x="597909" y="71082"/>
                </a:lnTo>
                <a:lnTo>
                  <a:pt x="598220" y="70974"/>
                </a:lnTo>
                <a:lnTo>
                  <a:pt x="598546" y="70866"/>
                </a:lnTo>
                <a:lnTo>
                  <a:pt x="598888" y="70760"/>
                </a:lnTo>
                <a:lnTo>
                  <a:pt x="599244" y="70654"/>
                </a:lnTo>
                <a:lnTo>
                  <a:pt x="599616" y="70550"/>
                </a:lnTo>
                <a:lnTo>
                  <a:pt x="600003" y="70446"/>
                </a:lnTo>
                <a:lnTo>
                  <a:pt x="600405" y="70343"/>
                </a:lnTo>
                <a:lnTo>
                  <a:pt x="600822" y="70242"/>
                </a:lnTo>
                <a:lnTo>
                  <a:pt x="601255" y="70141"/>
                </a:lnTo>
                <a:lnTo>
                  <a:pt x="601702" y="70041"/>
                </a:lnTo>
                <a:lnTo>
                  <a:pt x="602165" y="69942"/>
                </a:lnTo>
                <a:lnTo>
                  <a:pt x="602643" y="69844"/>
                </a:lnTo>
                <a:lnTo>
                  <a:pt x="603137" y="69747"/>
                </a:lnTo>
                <a:lnTo>
                  <a:pt x="603645" y="69651"/>
                </a:lnTo>
                <a:lnTo>
                  <a:pt x="604169" y="69555"/>
                </a:lnTo>
                <a:lnTo>
                  <a:pt x="604707" y="69461"/>
                </a:lnTo>
                <a:lnTo>
                  <a:pt x="605261" y="69368"/>
                </a:lnTo>
                <a:lnTo>
                  <a:pt x="605831" y="69275"/>
                </a:lnTo>
                <a:lnTo>
                  <a:pt x="606415" y="69184"/>
                </a:lnTo>
                <a:lnTo>
                  <a:pt x="607014" y="69093"/>
                </a:lnTo>
                <a:lnTo>
                  <a:pt x="607629" y="69003"/>
                </a:lnTo>
                <a:lnTo>
                  <a:pt x="608716" y="68846"/>
                </a:lnTo>
                <a:lnTo>
                  <a:pt x="609781" y="68685"/>
                </a:lnTo>
                <a:lnTo>
                  <a:pt x="610823" y="68522"/>
                </a:lnTo>
                <a:lnTo>
                  <a:pt x="611841" y="68356"/>
                </a:lnTo>
                <a:lnTo>
                  <a:pt x="612837" y="68187"/>
                </a:lnTo>
                <a:lnTo>
                  <a:pt x="613810" y="68016"/>
                </a:lnTo>
                <a:lnTo>
                  <a:pt x="614760" y="67841"/>
                </a:lnTo>
                <a:lnTo>
                  <a:pt x="615687" y="67664"/>
                </a:lnTo>
                <a:lnTo>
                  <a:pt x="616591" y="67484"/>
                </a:lnTo>
                <a:lnTo>
                  <a:pt x="617473" y="67301"/>
                </a:lnTo>
                <a:lnTo>
                  <a:pt x="618331" y="67116"/>
                </a:lnTo>
                <a:lnTo>
                  <a:pt x="619167" y="66927"/>
                </a:lnTo>
                <a:lnTo>
                  <a:pt x="619979" y="66736"/>
                </a:lnTo>
                <a:lnTo>
                  <a:pt x="620769" y="66542"/>
                </a:lnTo>
                <a:lnTo>
                  <a:pt x="621536" y="66346"/>
                </a:lnTo>
                <a:lnTo>
                  <a:pt x="622280" y="66146"/>
                </a:lnTo>
                <a:lnTo>
                  <a:pt x="623001" y="65944"/>
                </a:lnTo>
                <a:lnTo>
                  <a:pt x="623699" y="65739"/>
                </a:lnTo>
                <a:lnTo>
                  <a:pt x="624375" y="65531"/>
                </a:lnTo>
                <a:lnTo>
                  <a:pt x="625027" y="65320"/>
                </a:lnTo>
                <a:lnTo>
                  <a:pt x="625657" y="65107"/>
                </a:lnTo>
                <a:lnTo>
                  <a:pt x="626263" y="64891"/>
                </a:lnTo>
                <a:lnTo>
                  <a:pt x="626847" y="64672"/>
                </a:lnTo>
                <a:lnTo>
                  <a:pt x="627408" y="64450"/>
                </a:lnTo>
                <a:lnTo>
                  <a:pt x="627408" y="68867"/>
                </a:lnTo>
                <a:lnTo>
                  <a:pt x="627405" y="69524"/>
                </a:lnTo>
                <a:lnTo>
                  <a:pt x="627394" y="70167"/>
                </a:lnTo>
                <a:lnTo>
                  <a:pt x="627378" y="70797"/>
                </a:lnTo>
                <a:lnTo>
                  <a:pt x="627354" y="71413"/>
                </a:lnTo>
                <a:close/>
                <a:moveTo>
                  <a:pt x="654627" y="83355"/>
                </a:moveTo>
                <a:lnTo>
                  <a:pt x="654896" y="84198"/>
                </a:lnTo>
                <a:lnTo>
                  <a:pt x="655183" y="85022"/>
                </a:lnTo>
                <a:lnTo>
                  <a:pt x="655489" y="85826"/>
                </a:lnTo>
                <a:lnTo>
                  <a:pt x="655813" y="86611"/>
                </a:lnTo>
                <a:lnTo>
                  <a:pt x="656156" y="87377"/>
                </a:lnTo>
                <a:lnTo>
                  <a:pt x="656516" y="88123"/>
                </a:lnTo>
                <a:lnTo>
                  <a:pt x="656895" y="88850"/>
                </a:lnTo>
                <a:lnTo>
                  <a:pt x="657293" y="89557"/>
                </a:lnTo>
                <a:lnTo>
                  <a:pt x="657709" y="90245"/>
                </a:lnTo>
                <a:lnTo>
                  <a:pt x="658143" y="90913"/>
                </a:lnTo>
                <a:lnTo>
                  <a:pt x="658595" y="91562"/>
                </a:lnTo>
                <a:lnTo>
                  <a:pt x="659066" y="92191"/>
                </a:lnTo>
                <a:lnTo>
                  <a:pt x="659555" y="92801"/>
                </a:lnTo>
                <a:lnTo>
                  <a:pt x="660062" y="93392"/>
                </a:lnTo>
                <a:lnTo>
                  <a:pt x="660588" y="93963"/>
                </a:lnTo>
                <a:lnTo>
                  <a:pt x="661132" y="94514"/>
                </a:lnTo>
                <a:lnTo>
                  <a:pt x="661695" y="95046"/>
                </a:lnTo>
                <a:lnTo>
                  <a:pt x="662275" y="95559"/>
                </a:lnTo>
                <a:lnTo>
                  <a:pt x="662874" y="96052"/>
                </a:lnTo>
                <a:lnTo>
                  <a:pt x="663494" y="96526"/>
                </a:lnTo>
                <a:lnTo>
                  <a:pt x="664137" y="96979"/>
                </a:lnTo>
                <a:lnTo>
                  <a:pt x="664803" y="97412"/>
                </a:lnTo>
                <a:lnTo>
                  <a:pt x="665492" y="97825"/>
                </a:lnTo>
                <a:lnTo>
                  <a:pt x="666204" y="98218"/>
                </a:lnTo>
                <a:lnTo>
                  <a:pt x="666938" y="98591"/>
                </a:lnTo>
                <a:lnTo>
                  <a:pt x="667696" y="98943"/>
                </a:lnTo>
                <a:lnTo>
                  <a:pt x="668477" y="99276"/>
                </a:lnTo>
                <a:lnTo>
                  <a:pt x="669281" y="99588"/>
                </a:lnTo>
                <a:lnTo>
                  <a:pt x="670108" y="99880"/>
                </a:lnTo>
                <a:lnTo>
                  <a:pt x="670958" y="100152"/>
                </a:lnTo>
                <a:lnTo>
                  <a:pt x="671831" y="100404"/>
                </a:lnTo>
                <a:lnTo>
                  <a:pt x="672726" y="100636"/>
                </a:lnTo>
                <a:lnTo>
                  <a:pt x="673645" y="100847"/>
                </a:lnTo>
                <a:lnTo>
                  <a:pt x="674587" y="101039"/>
                </a:lnTo>
                <a:lnTo>
                  <a:pt x="675552" y="101210"/>
                </a:lnTo>
                <a:lnTo>
                  <a:pt x="676540" y="101361"/>
                </a:lnTo>
                <a:lnTo>
                  <a:pt x="677551" y="101492"/>
                </a:lnTo>
                <a:lnTo>
                  <a:pt x="678585" y="101603"/>
                </a:lnTo>
                <a:lnTo>
                  <a:pt x="679642" y="101694"/>
                </a:lnTo>
                <a:lnTo>
                  <a:pt x="680722" y="101764"/>
                </a:lnTo>
                <a:lnTo>
                  <a:pt x="681825" y="101815"/>
                </a:lnTo>
                <a:lnTo>
                  <a:pt x="682951" y="101845"/>
                </a:lnTo>
                <a:lnTo>
                  <a:pt x="684100" y="101855"/>
                </a:lnTo>
                <a:lnTo>
                  <a:pt x="684798" y="101850"/>
                </a:lnTo>
                <a:lnTo>
                  <a:pt x="685489" y="101834"/>
                </a:lnTo>
                <a:lnTo>
                  <a:pt x="686175" y="101809"/>
                </a:lnTo>
                <a:lnTo>
                  <a:pt x="686854" y="101774"/>
                </a:lnTo>
                <a:lnTo>
                  <a:pt x="687528" y="101728"/>
                </a:lnTo>
                <a:lnTo>
                  <a:pt x="688195" y="101672"/>
                </a:lnTo>
                <a:lnTo>
                  <a:pt x="688857" y="101606"/>
                </a:lnTo>
                <a:lnTo>
                  <a:pt x="689512" y="101530"/>
                </a:lnTo>
                <a:lnTo>
                  <a:pt x="690161" y="101443"/>
                </a:lnTo>
                <a:lnTo>
                  <a:pt x="690804" y="101347"/>
                </a:lnTo>
                <a:lnTo>
                  <a:pt x="691441" y="101240"/>
                </a:lnTo>
                <a:lnTo>
                  <a:pt x="692072" y="101123"/>
                </a:lnTo>
                <a:lnTo>
                  <a:pt x="692697" y="100996"/>
                </a:lnTo>
                <a:lnTo>
                  <a:pt x="693316" y="100859"/>
                </a:lnTo>
                <a:lnTo>
                  <a:pt x="693928" y="100712"/>
                </a:lnTo>
                <a:lnTo>
                  <a:pt x="694535" y="100554"/>
                </a:lnTo>
                <a:lnTo>
                  <a:pt x="695136" y="100386"/>
                </a:lnTo>
                <a:lnTo>
                  <a:pt x="695730" y="100209"/>
                </a:lnTo>
                <a:lnTo>
                  <a:pt x="696318" y="100021"/>
                </a:lnTo>
                <a:lnTo>
                  <a:pt x="696901" y="99823"/>
                </a:lnTo>
                <a:lnTo>
                  <a:pt x="697477" y="99614"/>
                </a:lnTo>
                <a:lnTo>
                  <a:pt x="698047" y="99396"/>
                </a:lnTo>
                <a:lnTo>
                  <a:pt x="698611" y="99167"/>
                </a:lnTo>
                <a:lnTo>
                  <a:pt x="699170" y="98928"/>
                </a:lnTo>
                <a:lnTo>
                  <a:pt x="699719" y="98680"/>
                </a:lnTo>
                <a:lnTo>
                  <a:pt x="700258" y="98424"/>
                </a:lnTo>
                <a:lnTo>
                  <a:pt x="700786" y="98159"/>
                </a:lnTo>
                <a:lnTo>
                  <a:pt x="701303" y="97886"/>
                </a:lnTo>
                <a:lnTo>
                  <a:pt x="701809" y="97604"/>
                </a:lnTo>
                <a:lnTo>
                  <a:pt x="702304" y="97314"/>
                </a:lnTo>
                <a:lnTo>
                  <a:pt x="702789" y="97015"/>
                </a:lnTo>
                <a:lnTo>
                  <a:pt x="703262" y="96708"/>
                </a:lnTo>
                <a:lnTo>
                  <a:pt x="703725" y="96393"/>
                </a:lnTo>
                <a:lnTo>
                  <a:pt x="704177" y="96069"/>
                </a:lnTo>
                <a:lnTo>
                  <a:pt x="704618" y="95737"/>
                </a:lnTo>
                <a:lnTo>
                  <a:pt x="705048" y="95396"/>
                </a:lnTo>
                <a:lnTo>
                  <a:pt x="705467" y="95047"/>
                </a:lnTo>
                <a:lnTo>
                  <a:pt x="705875" y="94690"/>
                </a:lnTo>
                <a:lnTo>
                  <a:pt x="706273" y="94324"/>
                </a:lnTo>
                <a:lnTo>
                  <a:pt x="706659" y="93950"/>
                </a:lnTo>
                <a:lnTo>
                  <a:pt x="707035" y="93567"/>
                </a:lnTo>
                <a:lnTo>
                  <a:pt x="707400" y="93176"/>
                </a:lnTo>
                <a:lnTo>
                  <a:pt x="707754" y="92777"/>
                </a:lnTo>
                <a:lnTo>
                  <a:pt x="708098" y="92369"/>
                </a:lnTo>
                <a:lnTo>
                  <a:pt x="708430" y="91953"/>
                </a:lnTo>
                <a:lnTo>
                  <a:pt x="708751" y="91528"/>
                </a:lnTo>
                <a:lnTo>
                  <a:pt x="709062" y="91095"/>
                </a:lnTo>
                <a:lnTo>
                  <a:pt x="709362" y="90653"/>
                </a:lnTo>
                <a:lnTo>
                  <a:pt x="709650" y="90207"/>
                </a:lnTo>
                <a:lnTo>
                  <a:pt x="709926" y="89757"/>
                </a:lnTo>
                <a:lnTo>
                  <a:pt x="710190" y="89305"/>
                </a:lnTo>
                <a:lnTo>
                  <a:pt x="710441" y="88851"/>
                </a:lnTo>
                <a:lnTo>
                  <a:pt x="710680" y="88394"/>
                </a:lnTo>
                <a:lnTo>
                  <a:pt x="710907" y="87935"/>
                </a:lnTo>
                <a:lnTo>
                  <a:pt x="711122" y="87473"/>
                </a:lnTo>
                <a:lnTo>
                  <a:pt x="711324" y="87009"/>
                </a:lnTo>
                <a:lnTo>
                  <a:pt x="711514" y="86543"/>
                </a:lnTo>
                <a:lnTo>
                  <a:pt x="711692" y="86074"/>
                </a:lnTo>
                <a:lnTo>
                  <a:pt x="711857" y="85602"/>
                </a:lnTo>
                <a:lnTo>
                  <a:pt x="712011" y="85128"/>
                </a:lnTo>
                <a:lnTo>
                  <a:pt x="712152" y="84652"/>
                </a:lnTo>
                <a:lnTo>
                  <a:pt x="712280" y="84173"/>
                </a:lnTo>
                <a:lnTo>
                  <a:pt x="712397" y="83692"/>
                </a:lnTo>
                <a:lnTo>
                  <a:pt x="712501" y="83208"/>
                </a:lnTo>
                <a:lnTo>
                  <a:pt x="712593" y="82722"/>
                </a:lnTo>
                <a:lnTo>
                  <a:pt x="712673" y="82234"/>
                </a:lnTo>
                <a:lnTo>
                  <a:pt x="712740" y="81742"/>
                </a:lnTo>
                <a:lnTo>
                  <a:pt x="712796" y="81249"/>
                </a:lnTo>
                <a:lnTo>
                  <a:pt x="712838" y="80753"/>
                </a:lnTo>
                <a:lnTo>
                  <a:pt x="712869" y="80255"/>
                </a:lnTo>
                <a:lnTo>
                  <a:pt x="712888" y="79754"/>
                </a:lnTo>
                <a:lnTo>
                  <a:pt x="712894" y="79250"/>
                </a:lnTo>
                <a:lnTo>
                  <a:pt x="712889" y="78738"/>
                </a:lnTo>
                <a:lnTo>
                  <a:pt x="712874" y="78233"/>
                </a:lnTo>
                <a:lnTo>
                  <a:pt x="712848" y="77735"/>
                </a:lnTo>
                <a:lnTo>
                  <a:pt x="712813" y="77243"/>
                </a:lnTo>
                <a:lnTo>
                  <a:pt x="712768" y="76759"/>
                </a:lnTo>
                <a:lnTo>
                  <a:pt x="712713" y="76282"/>
                </a:lnTo>
                <a:lnTo>
                  <a:pt x="712648" y="75812"/>
                </a:lnTo>
                <a:lnTo>
                  <a:pt x="712572" y="75348"/>
                </a:lnTo>
                <a:lnTo>
                  <a:pt x="712487" y="74892"/>
                </a:lnTo>
                <a:lnTo>
                  <a:pt x="712391" y="74443"/>
                </a:lnTo>
                <a:lnTo>
                  <a:pt x="712286" y="74001"/>
                </a:lnTo>
                <a:lnTo>
                  <a:pt x="712170" y="73566"/>
                </a:lnTo>
                <a:lnTo>
                  <a:pt x="712045" y="73137"/>
                </a:lnTo>
                <a:lnTo>
                  <a:pt x="711909" y="72716"/>
                </a:lnTo>
                <a:lnTo>
                  <a:pt x="711764" y="72302"/>
                </a:lnTo>
                <a:lnTo>
                  <a:pt x="711608" y="71895"/>
                </a:lnTo>
                <a:lnTo>
                  <a:pt x="711442" y="71495"/>
                </a:lnTo>
                <a:lnTo>
                  <a:pt x="711266" y="71102"/>
                </a:lnTo>
                <a:lnTo>
                  <a:pt x="711081" y="70715"/>
                </a:lnTo>
                <a:lnTo>
                  <a:pt x="710885" y="70336"/>
                </a:lnTo>
                <a:lnTo>
                  <a:pt x="710679" y="69964"/>
                </a:lnTo>
                <a:lnTo>
                  <a:pt x="710463" y="69599"/>
                </a:lnTo>
                <a:lnTo>
                  <a:pt x="710237" y="69241"/>
                </a:lnTo>
                <a:lnTo>
                  <a:pt x="710001" y="68890"/>
                </a:lnTo>
                <a:lnTo>
                  <a:pt x="709756" y="68546"/>
                </a:lnTo>
                <a:lnTo>
                  <a:pt x="709504" y="68209"/>
                </a:lnTo>
                <a:lnTo>
                  <a:pt x="709243" y="67878"/>
                </a:lnTo>
                <a:lnTo>
                  <a:pt x="708976" y="67555"/>
                </a:lnTo>
                <a:lnTo>
                  <a:pt x="708701" y="67238"/>
                </a:lnTo>
                <a:lnTo>
                  <a:pt x="708418" y="66928"/>
                </a:lnTo>
                <a:lnTo>
                  <a:pt x="708127" y="66626"/>
                </a:lnTo>
                <a:lnTo>
                  <a:pt x="707829" y="66330"/>
                </a:lnTo>
                <a:lnTo>
                  <a:pt x="707524" y="66041"/>
                </a:lnTo>
                <a:lnTo>
                  <a:pt x="707211" y="65759"/>
                </a:lnTo>
                <a:lnTo>
                  <a:pt x="706890" y="65483"/>
                </a:lnTo>
                <a:lnTo>
                  <a:pt x="706561" y="65215"/>
                </a:lnTo>
                <a:lnTo>
                  <a:pt x="706225" y="64954"/>
                </a:lnTo>
                <a:lnTo>
                  <a:pt x="705882" y="64699"/>
                </a:lnTo>
                <a:lnTo>
                  <a:pt x="705531" y="64451"/>
                </a:lnTo>
                <a:lnTo>
                  <a:pt x="705172" y="64211"/>
                </a:lnTo>
                <a:lnTo>
                  <a:pt x="704806" y="63977"/>
                </a:lnTo>
                <a:lnTo>
                  <a:pt x="704432" y="63750"/>
                </a:lnTo>
                <a:lnTo>
                  <a:pt x="704050" y="63530"/>
                </a:lnTo>
                <a:lnTo>
                  <a:pt x="703661" y="63316"/>
                </a:lnTo>
                <a:lnTo>
                  <a:pt x="703264" y="63110"/>
                </a:lnTo>
                <a:lnTo>
                  <a:pt x="702860" y="62911"/>
                </a:lnTo>
                <a:lnTo>
                  <a:pt x="702448" y="62718"/>
                </a:lnTo>
                <a:lnTo>
                  <a:pt x="702029" y="62532"/>
                </a:lnTo>
                <a:lnTo>
                  <a:pt x="701592" y="62348"/>
                </a:lnTo>
                <a:lnTo>
                  <a:pt x="701128" y="62159"/>
                </a:lnTo>
                <a:lnTo>
                  <a:pt x="700637" y="61966"/>
                </a:lnTo>
                <a:lnTo>
                  <a:pt x="700120" y="61769"/>
                </a:lnTo>
                <a:lnTo>
                  <a:pt x="699575" y="61567"/>
                </a:lnTo>
                <a:lnTo>
                  <a:pt x="699003" y="61361"/>
                </a:lnTo>
                <a:lnTo>
                  <a:pt x="698405" y="61151"/>
                </a:lnTo>
                <a:lnTo>
                  <a:pt x="697779" y="60936"/>
                </a:lnTo>
                <a:lnTo>
                  <a:pt x="697127" y="60718"/>
                </a:lnTo>
                <a:lnTo>
                  <a:pt x="696447" y="60494"/>
                </a:lnTo>
                <a:lnTo>
                  <a:pt x="695740" y="60267"/>
                </a:lnTo>
                <a:lnTo>
                  <a:pt x="695007" y="60035"/>
                </a:lnTo>
                <a:lnTo>
                  <a:pt x="694246" y="59799"/>
                </a:lnTo>
                <a:lnTo>
                  <a:pt x="693459" y="59558"/>
                </a:lnTo>
                <a:lnTo>
                  <a:pt x="692644" y="59313"/>
                </a:lnTo>
                <a:lnTo>
                  <a:pt x="691803" y="59064"/>
                </a:lnTo>
                <a:lnTo>
                  <a:pt x="690934" y="58810"/>
                </a:lnTo>
                <a:lnTo>
                  <a:pt x="690039" y="58553"/>
                </a:lnTo>
                <a:lnTo>
                  <a:pt x="689117" y="58290"/>
                </a:lnTo>
                <a:lnTo>
                  <a:pt x="688167" y="58024"/>
                </a:lnTo>
                <a:lnTo>
                  <a:pt x="687191" y="57753"/>
                </a:lnTo>
                <a:lnTo>
                  <a:pt x="686187" y="57478"/>
                </a:lnTo>
                <a:lnTo>
                  <a:pt x="685157" y="57199"/>
                </a:lnTo>
                <a:lnTo>
                  <a:pt x="684100" y="56915"/>
                </a:lnTo>
                <a:lnTo>
                  <a:pt x="683372" y="56716"/>
                </a:lnTo>
                <a:lnTo>
                  <a:pt x="682669" y="56523"/>
                </a:lnTo>
                <a:lnTo>
                  <a:pt x="681990" y="56337"/>
                </a:lnTo>
                <a:lnTo>
                  <a:pt x="681336" y="56156"/>
                </a:lnTo>
                <a:lnTo>
                  <a:pt x="680706" y="55982"/>
                </a:lnTo>
                <a:lnTo>
                  <a:pt x="680101" y="55813"/>
                </a:lnTo>
                <a:lnTo>
                  <a:pt x="679521" y="55651"/>
                </a:lnTo>
                <a:lnTo>
                  <a:pt x="678964" y="55495"/>
                </a:lnTo>
                <a:lnTo>
                  <a:pt x="678433" y="55344"/>
                </a:lnTo>
                <a:lnTo>
                  <a:pt x="677926" y="55200"/>
                </a:lnTo>
                <a:lnTo>
                  <a:pt x="677443" y="55062"/>
                </a:lnTo>
                <a:lnTo>
                  <a:pt x="676985" y="54930"/>
                </a:lnTo>
                <a:lnTo>
                  <a:pt x="676552" y="54804"/>
                </a:lnTo>
                <a:lnTo>
                  <a:pt x="676143" y="54685"/>
                </a:lnTo>
                <a:lnTo>
                  <a:pt x="675759" y="54571"/>
                </a:lnTo>
                <a:lnTo>
                  <a:pt x="675399" y="54463"/>
                </a:lnTo>
                <a:lnTo>
                  <a:pt x="675064" y="54361"/>
                </a:lnTo>
                <a:lnTo>
                  <a:pt x="674753" y="54266"/>
                </a:lnTo>
                <a:lnTo>
                  <a:pt x="674467" y="54176"/>
                </a:lnTo>
                <a:lnTo>
                  <a:pt x="674205" y="54093"/>
                </a:lnTo>
                <a:lnTo>
                  <a:pt x="673968" y="54016"/>
                </a:lnTo>
                <a:lnTo>
                  <a:pt x="673755" y="53945"/>
                </a:lnTo>
                <a:lnTo>
                  <a:pt x="673567" y="53879"/>
                </a:lnTo>
                <a:lnTo>
                  <a:pt x="673403" y="53820"/>
                </a:lnTo>
                <a:lnTo>
                  <a:pt x="673142" y="53713"/>
                </a:lnTo>
                <a:lnTo>
                  <a:pt x="672888" y="53603"/>
                </a:lnTo>
                <a:lnTo>
                  <a:pt x="672639" y="53490"/>
                </a:lnTo>
                <a:lnTo>
                  <a:pt x="672396" y="53375"/>
                </a:lnTo>
                <a:lnTo>
                  <a:pt x="672159" y="53258"/>
                </a:lnTo>
                <a:lnTo>
                  <a:pt x="671927" y="53139"/>
                </a:lnTo>
                <a:lnTo>
                  <a:pt x="671702" y="53017"/>
                </a:lnTo>
                <a:lnTo>
                  <a:pt x="671482" y="52893"/>
                </a:lnTo>
                <a:lnTo>
                  <a:pt x="671268" y="52767"/>
                </a:lnTo>
                <a:lnTo>
                  <a:pt x="671060" y="52638"/>
                </a:lnTo>
                <a:lnTo>
                  <a:pt x="670858" y="52507"/>
                </a:lnTo>
                <a:lnTo>
                  <a:pt x="670662" y="52374"/>
                </a:lnTo>
                <a:lnTo>
                  <a:pt x="670471" y="52238"/>
                </a:lnTo>
                <a:lnTo>
                  <a:pt x="670286" y="52100"/>
                </a:lnTo>
                <a:lnTo>
                  <a:pt x="670108" y="51960"/>
                </a:lnTo>
                <a:lnTo>
                  <a:pt x="669935" y="51817"/>
                </a:lnTo>
                <a:lnTo>
                  <a:pt x="669768" y="51672"/>
                </a:lnTo>
                <a:lnTo>
                  <a:pt x="669606" y="51524"/>
                </a:lnTo>
                <a:lnTo>
                  <a:pt x="669451" y="51375"/>
                </a:lnTo>
                <a:lnTo>
                  <a:pt x="669301" y="51223"/>
                </a:lnTo>
                <a:lnTo>
                  <a:pt x="669157" y="51068"/>
                </a:lnTo>
                <a:lnTo>
                  <a:pt x="669019" y="50912"/>
                </a:lnTo>
                <a:lnTo>
                  <a:pt x="668887" y="50752"/>
                </a:lnTo>
                <a:lnTo>
                  <a:pt x="668761" y="50591"/>
                </a:lnTo>
                <a:lnTo>
                  <a:pt x="668640" y="50433"/>
                </a:lnTo>
                <a:lnTo>
                  <a:pt x="668525" y="50274"/>
                </a:lnTo>
                <a:lnTo>
                  <a:pt x="668414" y="50113"/>
                </a:lnTo>
                <a:lnTo>
                  <a:pt x="668309" y="49950"/>
                </a:lnTo>
                <a:lnTo>
                  <a:pt x="668209" y="49786"/>
                </a:lnTo>
                <a:lnTo>
                  <a:pt x="668114" y="49620"/>
                </a:lnTo>
                <a:lnTo>
                  <a:pt x="668024" y="49452"/>
                </a:lnTo>
                <a:lnTo>
                  <a:pt x="667939" y="49283"/>
                </a:lnTo>
                <a:lnTo>
                  <a:pt x="667859" y="49112"/>
                </a:lnTo>
                <a:lnTo>
                  <a:pt x="667785" y="48940"/>
                </a:lnTo>
                <a:lnTo>
                  <a:pt x="667715" y="48765"/>
                </a:lnTo>
                <a:lnTo>
                  <a:pt x="667651" y="48590"/>
                </a:lnTo>
                <a:lnTo>
                  <a:pt x="667592" y="48412"/>
                </a:lnTo>
                <a:lnTo>
                  <a:pt x="667538" y="48233"/>
                </a:lnTo>
                <a:lnTo>
                  <a:pt x="667489" y="48052"/>
                </a:lnTo>
                <a:lnTo>
                  <a:pt x="667445" y="47870"/>
                </a:lnTo>
                <a:lnTo>
                  <a:pt x="667407" y="47686"/>
                </a:lnTo>
                <a:lnTo>
                  <a:pt x="667374" y="47501"/>
                </a:lnTo>
                <a:lnTo>
                  <a:pt x="667345" y="47313"/>
                </a:lnTo>
                <a:lnTo>
                  <a:pt x="667322" y="47124"/>
                </a:lnTo>
                <a:lnTo>
                  <a:pt x="667304" y="46934"/>
                </a:lnTo>
                <a:lnTo>
                  <a:pt x="667291" y="46742"/>
                </a:lnTo>
                <a:lnTo>
                  <a:pt x="667284" y="46548"/>
                </a:lnTo>
                <a:lnTo>
                  <a:pt x="667281" y="46353"/>
                </a:lnTo>
                <a:lnTo>
                  <a:pt x="667287" y="46046"/>
                </a:lnTo>
                <a:lnTo>
                  <a:pt x="667306" y="45743"/>
                </a:lnTo>
                <a:lnTo>
                  <a:pt x="667337" y="45442"/>
                </a:lnTo>
                <a:lnTo>
                  <a:pt x="667380" y="45145"/>
                </a:lnTo>
                <a:lnTo>
                  <a:pt x="667436" y="44852"/>
                </a:lnTo>
                <a:lnTo>
                  <a:pt x="667504" y="44561"/>
                </a:lnTo>
                <a:lnTo>
                  <a:pt x="667584" y="44274"/>
                </a:lnTo>
                <a:lnTo>
                  <a:pt x="667677" y="43991"/>
                </a:lnTo>
                <a:lnTo>
                  <a:pt x="667782" y="43710"/>
                </a:lnTo>
                <a:lnTo>
                  <a:pt x="667900" y="43433"/>
                </a:lnTo>
                <a:lnTo>
                  <a:pt x="668030" y="43159"/>
                </a:lnTo>
                <a:lnTo>
                  <a:pt x="668172" y="42888"/>
                </a:lnTo>
                <a:lnTo>
                  <a:pt x="668327" y="42621"/>
                </a:lnTo>
                <a:lnTo>
                  <a:pt x="668494" y="42356"/>
                </a:lnTo>
                <a:lnTo>
                  <a:pt x="668674" y="42095"/>
                </a:lnTo>
                <a:lnTo>
                  <a:pt x="668866" y="41838"/>
                </a:lnTo>
                <a:lnTo>
                  <a:pt x="669070" y="41583"/>
                </a:lnTo>
                <a:lnTo>
                  <a:pt x="669287" y="41332"/>
                </a:lnTo>
                <a:lnTo>
                  <a:pt x="669516" y="41084"/>
                </a:lnTo>
                <a:lnTo>
                  <a:pt x="669757" y="40840"/>
                </a:lnTo>
                <a:lnTo>
                  <a:pt x="670011" y="40599"/>
                </a:lnTo>
                <a:lnTo>
                  <a:pt x="670277" y="40361"/>
                </a:lnTo>
                <a:lnTo>
                  <a:pt x="670556" y="40126"/>
                </a:lnTo>
                <a:lnTo>
                  <a:pt x="670847" y="39894"/>
                </a:lnTo>
                <a:lnTo>
                  <a:pt x="671152" y="39669"/>
                </a:lnTo>
                <a:lnTo>
                  <a:pt x="671474" y="39454"/>
                </a:lnTo>
                <a:lnTo>
                  <a:pt x="671813" y="39248"/>
                </a:lnTo>
                <a:lnTo>
                  <a:pt x="672168" y="39051"/>
                </a:lnTo>
                <a:lnTo>
                  <a:pt x="672540" y="38865"/>
                </a:lnTo>
                <a:lnTo>
                  <a:pt x="672928" y="38688"/>
                </a:lnTo>
                <a:lnTo>
                  <a:pt x="673333" y="38520"/>
                </a:lnTo>
                <a:lnTo>
                  <a:pt x="673754" y="38362"/>
                </a:lnTo>
                <a:lnTo>
                  <a:pt x="674193" y="38213"/>
                </a:lnTo>
                <a:lnTo>
                  <a:pt x="674647" y="38075"/>
                </a:lnTo>
                <a:lnTo>
                  <a:pt x="675118" y="37945"/>
                </a:lnTo>
                <a:lnTo>
                  <a:pt x="675606" y="37826"/>
                </a:lnTo>
                <a:lnTo>
                  <a:pt x="676111" y="37715"/>
                </a:lnTo>
                <a:lnTo>
                  <a:pt x="676632" y="37615"/>
                </a:lnTo>
                <a:lnTo>
                  <a:pt x="677169" y="37524"/>
                </a:lnTo>
                <a:lnTo>
                  <a:pt x="677724" y="37442"/>
                </a:lnTo>
                <a:lnTo>
                  <a:pt x="678294" y="37371"/>
                </a:lnTo>
                <a:lnTo>
                  <a:pt x="678882" y="37308"/>
                </a:lnTo>
                <a:lnTo>
                  <a:pt x="679486" y="37256"/>
                </a:lnTo>
                <a:lnTo>
                  <a:pt x="680106" y="37213"/>
                </a:lnTo>
                <a:lnTo>
                  <a:pt x="680743" y="37179"/>
                </a:lnTo>
                <a:lnTo>
                  <a:pt x="681397" y="37155"/>
                </a:lnTo>
                <a:lnTo>
                  <a:pt x="682067" y="37141"/>
                </a:lnTo>
                <a:lnTo>
                  <a:pt x="682754" y="37136"/>
                </a:lnTo>
                <a:lnTo>
                  <a:pt x="683337" y="37141"/>
                </a:lnTo>
                <a:lnTo>
                  <a:pt x="683909" y="37157"/>
                </a:lnTo>
                <a:lnTo>
                  <a:pt x="684470" y="37184"/>
                </a:lnTo>
                <a:lnTo>
                  <a:pt x="685020" y="37222"/>
                </a:lnTo>
                <a:lnTo>
                  <a:pt x="685559" y="37270"/>
                </a:lnTo>
                <a:lnTo>
                  <a:pt x="686087" y="37329"/>
                </a:lnTo>
                <a:lnTo>
                  <a:pt x="686603" y="37399"/>
                </a:lnTo>
                <a:lnTo>
                  <a:pt x="687109" y="37480"/>
                </a:lnTo>
                <a:lnTo>
                  <a:pt x="687603" y="37571"/>
                </a:lnTo>
                <a:lnTo>
                  <a:pt x="688086" y="37673"/>
                </a:lnTo>
                <a:lnTo>
                  <a:pt x="688558" y="37786"/>
                </a:lnTo>
                <a:lnTo>
                  <a:pt x="689019" y="37910"/>
                </a:lnTo>
                <a:lnTo>
                  <a:pt x="689469" y="38044"/>
                </a:lnTo>
                <a:lnTo>
                  <a:pt x="689908" y="38189"/>
                </a:lnTo>
                <a:lnTo>
                  <a:pt x="690336" y="38345"/>
                </a:lnTo>
                <a:lnTo>
                  <a:pt x="690753" y="38511"/>
                </a:lnTo>
                <a:lnTo>
                  <a:pt x="691158" y="38689"/>
                </a:lnTo>
                <a:lnTo>
                  <a:pt x="691553" y="38877"/>
                </a:lnTo>
                <a:lnTo>
                  <a:pt x="691936" y="39076"/>
                </a:lnTo>
                <a:lnTo>
                  <a:pt x="692308" y="39285"/>
                </a:lnTo>
                <a:lnTo>
                  <a:pt x="692670" y="39505"/>
                </a:lnTo>
                <a:lnTo>
                  <a:pt x="693020" y="39736"/>
                </a:lnTo>
                <a:lnTo>
                  <a:pt x="693359" y="39978"/>
                </a:lnTo>
                <a:lnTo>
                  <a:pt x="693687" y="40231"/>
                </a:lnTo>
                <a:lnTo>
                  <a:pt x="694004" y="40493"/>
                </a:lnTo>
                <a:lnTo>
                  <a:pt x="694310" y="40763"/>
                </a:lnTo>
                <a:lnTo>
                  <a:pt x="694606" y="41042"/>
                </a:lnTo>
                <a:lnTo>
                  <a:pt x="694891" y="41329"/>
                </a:lnTo>
                <a:lnTo>
                  <a:pt x="695166" y="41625"/>
                </a:lnTo>
                <a:lnTo>
                  <a:pt x="695429" y="41929"/>
                </a:lnTo>
                <a:lnTo>
                  <a:pt x="695683" y="42242"/>
                </a:lnTo>
                <a:lnTo>
                  <a:pt x="695925" y="42563"/>
                </a:lnTo>
                <a:lnTo>
                  <a:pt x="696157" y="42892"/>
                </a:lnTo>
                <a:lnTo>
                  <a:pt x="696379" y="43230"/>
                </a:lnTo>
                <a:lnTo>
                  <a:pt x="696590" y="43576"/>
                </a:lnTo>
                <a:lnTo>
                  <a:pt x="696790" y="43931"/>
                </a:lnTo>
                <a:lnTo>
                  <a:pt x="696979" y="44294"/>
                </a:lnTo>
                <a:lnTo>
                  <a:pt x="697158" y="44665"/>
                </a:lnTo>
                <a:lnTo>
                  <a:pt x="697326" y="45045"/>
                </a:lnTo>
                <a:lnTo>
                  <a:pt x="697484" y="45433"/>
                </a:lnTo>
                <a:lnTo>
                  <a:pt x="697631" y="45830"/>
                </a:lnTo>
                <a:lnTo>
                  <a:pt x="697767" y="46235"/>
                </a:lnTo>
                <a:lnTo>
                  <a:pt x="697893" y="46648"/>
                </a:lnTo>
                <a:lnTo>
                  <a:pt x="698008" y="47070"/>
                </a:lnTo>
                <a:lnTo>
                  <a:pt x="698113" y="47501"/>
                </a:lnTo>
                <a:lnTo>
                  <a:pt x="698206" y="47939"/>
                </a:lnTo>
                <a:lnTo>
                  <a:pt x="698290" y="48386"/>
                </a:lnTo>
                <a:lnTo>
                  <a:pt x="698362" y="48842"/>
                </a:lnTo>
                <a:lnTo>
                  <a:pt x="710203" y="47227"/>
                </a:lnTo>
                <a:lnTo>
                  <a:pt x="710104" y="46655"/>
                </a:lnTo>
                <a:lnTo>
                  <a:pt x="709999" y="46092"/>
                </a:lnTo>
                <a:lnTo>
                  <a:pt x="709887" y="45539"/>
                </a:lnTo>
                <a:lnTo>
                  <a:pt x="709769" y="44995"/>
                </a:lnTo>
                <a:lnTo>
                  <a:pt x="709644" y="44461"/>
                </a:lnTo>
                <a:lnTo>
                  <a:pt x="709513" y="43937"/>
                </a:lnTo>
                <a:lnTo>
                  <a:pt x="709375" y="43423"/>
                </a:lnTo>
                <a:lnTo>
                  <a:pt x="709231" y="42918"/>
                </a:lnTo>
                <a:lnTo>
                  <a:pt x="709080" y="42423"/>
                </a:lnTo>
                <a:lnTo>
                  <a:pt x="708923" y="41938"/>
                </a:lnTo>
                <a:lnTo>
                  <a:pt x="708759" y="41462"/>
                </a:lnTo>
                <a:lnTo>
                  <a:pt x="708588" y="40996"/>
                </a:lnTo>
                <a:lnTo>
                  <a:pt x="708411" y="40540"/>
                </a:lnTo>
                <a:lnTo>
                  <a:pt x="708227" y="40093"/>
                </a:lnTo>
                <a:lnTo>
                  <a:pt x="708037" y="39656"/>
                </a:lnTo>
                <a:lnTo>
                  <a:pt x="707841" y="39229"/>
                </a:lnTo>
                <a:lnTo>
                  <a:pt x="707637" y="38811"/>
                </a:lnTo>
                <a:lnTo>
                  <a:pt x="707428" y="38404"/>
                </a:lnTo>
                <a:lnTo>
                  <a:pt x="707211" y="38006"/>
                </a:lnTo>
                <a:lnTo>
                  <a:pt x="706988" y="37617"/>
                </a:lnTo>
                <a:lnTo>
                  <a:pt x="706759" y="37238"/>
                </a:lnTo>
                <a:lnTo>
                  <a:pt x="706523" y="36869"/>
                </a:lnTo>
                <a:lnTo>
                  <a:pt x="706281" y="36510"/>
                </a:lnTo>
                <a:lnTo>
                  <a:pt x="706032" y="36160"/>
                </a:lnTo>
                <a:lnTo>
                  <a:pt x="705774" y="35819"/>
                </a:lnTo>
                <a:lnTo>
                  <a:pt x="705504" y="35483"/>
                </a:lnTo>
                <a:lnTo>
                  <a:pt x="705223" y="35153"/>
                </a:lnTo>
                <a:lnTo>
                  <a:pt x="704930" y="34829"/>
                </a:lnTo>
                <a:lnTo>
                  <a:pt x="704626" y="34511"/>
                </a:lnTo>
                <a:lnTo>
                  <a:pt x="704310" y="34199"/>
                </a:lnTo>
                <a:lnTo>
                  <a:pt x="703982" y="33893"/>
                </a:lnTo>
                <a:lnTo>
                  <a:pt x="703643" y="33593"/>
                </a:lnTo>
                <a:lnTo>
                  <a:pt x="703293" y="33299"/>
                </a:lnTo>
                <a:lnTo>
                  <a:pt x="702931" y="33010"/>
                </a:lnTo>
                <a:lnTo>
                  <a:pt x="702557" y="32728"/>
                </a:lnTo>
                <a:lnTo>
                  <a:pt x="702172" y="32452"/>
                </a:lnTo>
                <a:lnTo>
                  <a:pt x="701775" y="32182"/>
                </a:lnTo>
                <a:lnTo>
                  <a:pt x="701366" y="31917"/>
                </a:lnTo>
                <a:lnTo>
                  <a:pt x="700947" y="31659"/>
                </a:lnTo>
                <a:lnTo>
                  <a:pt x="700515" y="31406"/>
                </a:lnTo>
                <a:lnTo>
                  <a:pt x="700072" y="31160"/>
                </a:lnTo>
                <a:lnTo>
                  <a:pt x="699617" y="30919"/>
                </a:lnTo>
                <a:lnTo>
                  <a:pt x="699151" y="30685"/>
                </a:lnTo>
                <a:lnTo>
                  <a:pt x="698673" y="30456"/>
                </a:lnTo>
                <a:lnTo>
                  <a:pt x="698184" y="30233"/>
                </a:lnTo>
                <a:lnTo>
                  <a:pt x="697683" y="30017"/>
                </a:lnTo>
                <a:lnTo>
                  <a:pt x="697171" y="29806"/>
                </a:lnTo>
                <a:lnTo>
                  <a:pt x="696647" y="29601"/>
                </a:lnTo>
                <a:lnTo>
                  <a:pt x="696113" y="29404"/>
                </a:lnTo>
                <a:lnTo>
                  <a:pt x="695573" y="29214"/>
                </a:lnTo>
                <a:lnTo>
                  <a:pt x="695025" y="29034"/>
                </a:lnTo>
                <a:lnTo>
                  <a:pt x="694471" y="28861"/>
                </a:lnTo>
                <a:lnTo>
                  <a:pt x="693909" y="28697"/>
                </a:lnTo>
                <a:lnTo>
                  <a:pt x="693340" y="28542"/>
                </a:lnTo>
                <a:lnTo>
                  <a:pt x="692764" y="28394"/>
                </a:lnTo>
                <a:lnTo>
                  <a:pt x="692180" y="28256"/>
                </a:lnTo>
                <a:lnTo>
                  <a:pt x="691590" y="28125"/>
                </a:lnTo>
                <a:lnTo>
                  <a:pt x="690993" y="28003"/>
                </a:lnTo>
                <a:lnTo>
                  <a:pt x="690388" y="27890"/>
                </a:lnTo>
                <a:lnTo>
                  <a:pt x="689776" y="27785"/>
                </a:lnTo>
                <a:lnTo>
                  <a:pt x="689157" y="27688"/>
                </a:lnTo>
                <a:lnTo>
                  <a:pt x="688531" y="27600"/>
                </a:lnTo>
                <a:lnTo>
                  <a:pt x="687898" y="27520"/>
                </a:lnTo>
                <a:lnTo>
                  <a:pt x="687258" y="27448"/>
                </a:lnTo>
                <a:lnTo>
                  <a:pt x="686611" y="27385"/>
                </a:lnTo>
                <a:lnTo>
                  <a:pt x="685956" y="27331"/>
                </a:lnTo>
                <a:lnTo>
                  <a:pt x="685295" y="27284"/>
                </a:lnTo>
                <a:lnTo>
                  <a:pt x="684626" y="27246"/>
                </a:lnTo>
                <a:lnTo>
                  <a:pt x="683950" y="27217"/>
                </a:lnTo>
                <a:lnTo>
                  <a:pt x="683267" y="27196"/>
                </a:lnTo>
                <a:lnTo>
                  <a:pt x="682577" y="27183"/>
                </a:lnTo>
                <a:lnTo>
                  <a:pt x="681880" y="27179"/>
                </a:lnTo>
                <a:lnTo>
                  <a:pt x="681416" y="27182"/>
                </a:lnTo>
                <a:lnTo>
                  <a:pt x="680954" y="27189"/>
                </a:lnTo>
                <a:lnTo>
                  <a:pt x="680495" y="27202"/>
                </a:lnTo>
                <a:lnTo>
                  <a:pt x="680038" y="27219"/>
                </a:lnTo>
                <a:lnTo>
                  <a:pt x="679584" y="27242"/>
                </a:lnTo>
                <a:lnTo>
                  <a:pt x="679132" y="27270"/>
                </a:lnTo>
                <a:lnTo>
                  <a:pt x="678683" y="27302"/>
                </a:lnTo>
                <a:lnTo>
                  <a:pt x="678236" y="27340"/>
                </a:lnTo>
                <a:lnTo>
                  <a:pt x="677791" y="27383"/>
                </a:lnTo>
                <a:lnTo>
                  <a:pt x="677349" y="27430"/>
                </a:lnTo>
                <a:lnTo>
                  <a:pt x="676910" y="27483"/>
                </a:lnTo>
                <a:lnTo>
                  <a:pt x="676473" y="27541"/>
                </a:lnTo>
                <a:lnTo>
                  <a:pt x="676038" y="27604"/>
                </a:lnTo>
                <a:lnTo>
                  <a:pt x="675606" y="27671"/>
                </a:lnTo>
                <a:lnTo>
                  <a:pt x="675176" y="27744"/>
                </a:lnTo>
                <a:lnTo>
                  <a:pt x="674749" y="27822"/>
                </a:lnTo>
                <a:lnTo>
                  <a:pt x="674324" y="27905"/>
                </a:lnTo>
                <a:lnTo>
                  <a:pt x="673901" y="27993"/>
                </a:lnTo>
                <a:lnTo>
                  <a:pt x="673481" y="28086"/>
                </a:lnTo>
                <a:lnTo>
                  <a:pt x="673064" y="28184"/>
                </a:lnTo>
                <a:lnTo>
                  <a:pt x="672649" y="28287"/>
                </a:lnTo>
                <a:lnTo>
                  <a:pt x="672236" y="28395"/>
                </a:lnTo>
                <a:lnTo>
                  <a:pt x="671826" y="28508"/>
                </a:lnTo>
                <a:lnTo>
                  <a:pt x="671418" y="28626"/>
                </a:lnTo>
                <a:lnTo>
                  <a:pt x="671016" y="28747"/>
                </a:lnTo>
                <a:lnTo>
                  <a:pt x="670620" y="28871"/>
                </a:lnTo>
                <a:lnTo>
                  <a:pt x="670231" y="28997"/>
                </a:lnTo>
                <a:lnTo>
                  <a:pt x="669850" y="29126"/>
                </a:lnTo>
                <a:lnTo>
                  <a:pt x="669475" y="29256"/>
                </a:lnTo>
                <a:lnTo>
                  <a:pt x="669108" y="29389"/>
                </a:lnTo>
                <a:lnTo>
                  <a:pt x="668748" y="29524"/>
                </a:lnTo>
                <a:lnTo>
                  <a:pt x="668395" y="29661"/>
                </a:lnTo>
                <a:lnTo>
                  <a:pt x="668049" y="29800"/>
                </a:lnTo>
                <a:lnTo>
                  <a:pt x="667710" y="29942"/>
                </a:lnTo>
                <a:lnTo>
                  <a:pt x="667378" y="30086"/>
                </a:lnTo>
                <a:lnTo>
                  <a:pt x="667054" y="30232"/>
                </a:lnTo>
                <a:lnTo>
                  <a:pt x="666737" y="30380"/>
                </a:lnTo>
                <a:lnTo>
                  <a:pt x="666426" y="30531"/>
                </a:lnTo>
                <a:lnTo>
                  <a:pt x="666123" y="30683"/>
                </a:lnTo>
                <a:lnTo>
                  <a:pt x="665827" y="30838"/>
                </a:lnTo>
                <a:lnTo>
                  <a:pt x="665538" y="30995"/>
                </a:lnTo>
                <a:lnTo>
                  <a:pt x="665256" y="31155"/>
                </a:lnTo>
                <a:lnTo>
                  <a:pt x="664982" y="31316"/>
                </a:lnTo>
                <a:lnTo>
                  <a:pt x="664714" y="31480"/>
                </a:lnTo>
                <a:lnTo>
                  <a:pt x="664454" y="31646"/>
                </a:lnTo>
                <a:lnTo>
                  <a:pt x="664201" y="31814"/>
                </a:lnTo>
                <a:lnTo>
                  <a:pt x="663954" y="31985"/>
                </a:lnTo>
                <a:lnTo>
                  <a:pt x="663715" y="32158"/>
                </a:lnTo>
                <a:lnTo>
                  <a:pt x="663404" y="32384"/>
                </a:lnTo>
                <a:lnTo>
                  <a:pt x="663099" y="32616"/>
                </a:lnTo>
                <a:lnTo>
                  <a:pt x="662798" y="32852"/>
                </a:lnTo>
                <a:lnTo>
                  <a:pt x="662504" y="33093"/>
                </a:lnTo>
                <a:lnTo>
                  <a:pt x="662214" y="33339"/>
                </a:lnTo>
                <a:lnTo>
                  <a:pt x="661931" y="33589"/>
                </a:lnTo>
                <a:lnTo>
                  <a:pt x="661652" y="33845"/>
                </a:lnTo>
                <a:lnTo>
                  <a:pt x="661379" y="34105"/>
                </a:lnTo>
                <a:lnTo>
                  <a:pt x="661112" y="34370"/>
                </a:lnTo>
                <a:lnTo>
                  <a:pt x="660850" y="34640"/>
                </a:lnTo>
                <a:lnTo>
                  <a:pt x="660594" y="34914"/>
                </a:lnTo>
                <a:lnTo>
                  <a:pt x="660343" y="35193"/>
                </a:lnTo>
                <a:lnTo>
                  <a:pt x="660098" y="35478"/>
                </a:lnTo>
                <a:lnTo>
                  <a:pt x="659858" y="35766"/>
                </a:lnTo>
                <a:lnTo>
                  <a:pt x="659624" y="36060"/>
                </a:lnTo>
                <a:lnTo>
                  <a:pt x="659395" y="36359"/>
                </a:lnTo>
                <a:lnTo>
                  <a:pt x="659171" y="36662"/>
                </a:lnTo>
                <a:lnTo>
                  <a:pt x="658954" y="36970"/>
                </a:lnTo>
                <a:lnTo>
                  <a:pt x="658741" y="37283"/>
                </a:lnTo>
                <a:lnTo>
                  <a:pt x="658534" y="37600"/>
                </a:lnTo>
                <a:lnTo>
                  <a:pt x="658333" y="37923"/>
                </a:lnTo>
                <a:lnTo>
                  <a:pt x="658137" y="38250"/>
                </a:lnTo>
                <a:lnTo>
                  <a:pt x="657947" y="38582"/>
                </a:lnTo>
                <a:lnTo>
                  <a:pt x="657762" y="38919"/>
                </a:lnTo>
                <a:lnTo>
                  <a:pt x="657583" y="39259"/>
                </a:lnTo>
                <a:lnTo>
                  <a:pt x="657412" y="39602"/>
                </a:lnTo>
                <a:lnTo>
                  <a:pt x="657249" y="39947"/>
                </a:lnTo>
                <a:lnTo>
                  <a:pt x="657093" y="40295"/>
                </a:lnTo>
                <a:lnTo>
                  <a:pt x="656945" y="40645"/>
                </a:lnTo>
                <a:lnTo>
                  <a:pt x="656805" y="40998"/>
                </a:lnTo>
                <a:lnTo>
                  <a:pt x="656672" y="41353"/>
                </a:lnTo>
                <a:lnTo>
                  <a:pt x="656547" y="41711"/>
                </a:lnTo>
                <a:lnTo>
                  <a:pt x="656429" y="42071"/>
                </a:lnTo>
                <a:lnTo>
                  <a:pt x="656319" y="42433"/>
                </a:lnTo>
                <a:lnTo>
                  <a:pt x="656217" y="42798"/>
                </a:lnTo>
                <a:lnTo>
                  <a:pt x="656122" y="43166"/>
                </a:lnTo>
                <a:lnTo>
                  <a:pt x="656034" y="43535"/>
                </a:lnTo>
                <a:lnTo>
                  <a:pt x="655955" y="43908"/>
                </a:lnTo>
                <a:lnTo>
                  <a:pt x="655883" y="44282"/>
                </a:lnTo>
                <a:lnTo>
                  <a:pt x="655818" y="44660"/>
                </a:lnTo>
                <a:lnTo>
                  <a:pt x="655761" y="45039"/>
                </a:lnTo>
                <a:lnTo>
                  <a:pt x="655712" y="45421"/>
                </a:lnTo>
                <a:lnTo>
                  <a:pt x="655670" y="45806"/>
                </a:lnTo>
                <a:lnTo>
                  <a:pt x="655636" y="46193"/>
                </a:lnTo>
                <a:lnTo>
                  <a:pt x="655609" y="46582"/>
                </a:lnTo>
                <a:lnTo>
                  <a:pt x="655590" y="46974"/>
                </a:lnTo>
                <a:lnTo>
                  <a:pt x="655579" y="47369"/>
                </a:lnTo>
                <a:lnTo>
                  <a:pt x="655575" y="47765"/>
                </a:lnTo>
                <a:lnTo>
                  <a:pt x="655580" y="48201"/>
                </a:lnTo>
                <a:lnTo>
                  <a:pt x="655594" y="48634"/>
                </a:lnTo>
                <a:lnTo>
                  <a:pt x="655617" y="49063"/>
                </a:lnTo>
                <a:lnTo>
                  <a:pt x="655649" y="49489"/>
                </a:lnTo>
                <a:lnTo>
                  <a:pt x="655690" y="49912"/>
                </a:lnTo>
                <a:lnTo>
                  <a:pt x="655741" y="50332"/>
                </a:lnTo>
                <a:lnTo>
                  <a:pt x="655801" y="50749"/>
                </a:lnTo>
                <a:lnTo>
                  <a:pt x="655870" y="51163"/>
                </a:lnTo>
                <a:lnTo>
                  <a:pt x="655949" y="51573"/>
                </a:lnTo>
                <a:lnTo>
                  <a:pt x="656036" y="51981"/>
                </a:lnTo>
                <a:lnTo>
                  <a:pt x="656133" y="52385"/>
                </a:lnTo>
                <a:lnTo>
                  <a:pt x="656239" y="52786"/>
                </a:lnTo>
                <a:lnTo>
                  <a:pt x="656355" y="53184"/>
                </a:lnTo>
                <a:lnTo>
                  <a:pt x="656479" y="53578"/>
                </a:lnTo>
                <a:lnTo>
                  <a:pt x="656613" y="53970"/>
                </a:lnTo>
                <a:lnTo>
                  <a:pt x="656756" y="54358"/>
                </a:lnTo>
                <a:lnTo>
                  <a:pt x="656908" y="54744"/>
                </a:lnTo>
                <a:lnTo>
                  <a:pt x="657070" y="55126"/>
                </a:lnTo>
                <a:lnTo>
                  <a:pt x="657241" y="55505"/>
                </a:lnTo>
                <a:lnTo>
                  <a:pt x="657421" y="55881"/>
                </a:lnTo>
                <a:lnTo>
                  <a:pt x="657610" y="56253"/>
                </a:lnTo>
                <a:lnTo>
                  <a:pt x="657808" y="56623"/>
                </a:lnTo>
                <a:lnTo>
                  <a:pt x="658016" y="56989"/>
                </a:lnTo>
                <a:lnTo>
                  <a:pt x="658232" y="57352"/>
                </a:lnTo>
                <a:lnTo>
                  <a:pt x="658458" y="57711"/>
                </a:lnTo>
                <a:lnTo>
                  <a:pt x="658693" y="58062"/>
                </a:lnTo>
                <a:lnTo>
                  <a:pt x="658936" y="58408"/>
                </a:lnTo>
                <a:lnTo>
                  <a:pt x="659187" y="58746"/>
                </a:lnTo>
                <a:lnTo>
                  <a:pt x="659448" y="59078"/>
                </a:lnTo>
                <a:lnTo>
                  <a:pt x="659717" y="59404"/>
                </a:lnTo>
                <a:lnTo>
                  <a:pt x="659994" y="59723"/>
                </a:lnTo>
                <a:lnTo>
                  <a:pt x="660281" y="60036"/>
                </a:lnTo>
                <a:lnTo>
                  <a:pt x="660576" y="60342"/>
                </a:lnTo>
                <a:lnTo>
                  <a:pt x="660879" y="60641"/>
                </a:lnTo>
                <a:lnTo>
                  <a:pt x="661191" y="60934"/>
                </a:lnTo>
                <a:lnTo>
                  <a:pt x="661512" y="61221"/>
                </a:lnTo>
                <a:lnTo>
                  <a:pt x="661842" y="61500"/>
                </a:lnTo>
                <a:lnTo>
                  <a:pt x="662180" y="61774"/>
                </a:lnTo>
                <a:lnTo>
                  <a:pt x="662527" y="62040"/>
                </a:lnTo>
                <a:lnTo>
                  <a:pt x="662882" y="62301"/>
                </a:lnTo>
                <a:lnTo>
                  <a:pt x="663246" y="62554"/>
                </a:lnTo>
                <a:lnTo>
                  <a:pt x="663619" y="62801"/>
                </a:lnTo>
                <a:lnTo>
                  <a:pt x="664000" y="63042"/>
                </a:lnTo>
                <a:lnTo>
                  <a:pt x="664390" y="63276"/>
                </a:lnTo>
                <a:lnTo>
                  <a:pt x="664789" y="63504"/>
                </a:lnTo>
                <a:lnTo>
                  <a:pt x="665196" y="63725"/>
                </a:lnTo>
                <a:lnTo>
                  <a:pt x="665612" y="63939"/>
                </a:lnTo>
                <a:lnTo>
                  <a:pt x="666036" y="64147"/>
                </a:lnTo>
                <a:lnTo>
                  <a:pt x="666479" y="64353"/>
                </a:lnTo>
                <a:lnTo>
                  <a:pt x="666951" y="64563"/>
                </a:lnTo>
                <a:lnTo>
                  <a:pt x="667451" y="64775"/>
                </a:lnTo>
                <a:lnTo>
                  <a:pt x="667979" y="64991"/>
                </a:lnTo>
                <a:lnTo>
                  <a:pt x="668536" y="65210"/>
                </a:lnTo>
                <a:lnTo>
                  <a:pt x="669121" y="65432"/>
                </a:lnTo>
                <a:lnTo>
                  <a:pt x="669734" y="65657"/>
                </a:lnTo>
                <a:lnTo>
                  <a:pt x="670376" y="65885"/>
                </a:lnTo>
                <a:lnTo>
                  <a:pt x="671046" y="66116"/>
                </a:lnTo>
                <a:lnTo>
                  <a:pt x="671744" y="66351"/>
                </a:lnTo>
                <a:lnTo>
                  <a:pt x="672471" y="66589"/>
                </a:lnTo>
                <a:lnTo>
                  <a:pt x="673226" y="66830"/>
                </a:lnTo>
                <a:lnTo>
                  <a:pt x="674010" y="67074"/>
                </a:lnTo>
                <a:lnTo>
                  <a:pt x="674822" y="67321"/>
                </a:lnTo>
                <a:lnTo>
                  <a:pt x="675663" y="67571"/>
                </a:lnTo>
                <a:lnTo>
                  <a:pt x="676531" y="67825"/>
                </a:lnTo>
                <a:lnTo>
                  <a:pt x="677429" y="68081"/>
                </a:lnTo>
                <a:lnTo>
                  <a:pt x="678354" y="68341"/>
                </a:lnTo>
                <a:lnTo>
                  <a:pt x="679308" y="68604"/>
                </a:lnTo>
                <a:lnTo>
                  <a:pt x="680290" y="68870"/>
                </a:lnTo>
                <a:lnTo>
                  <a:pt x="681301" y="69140"/>
                </a:lnTo>
                <a:lnTo>
                  <a:pt x="682340" y="69412"/>
                </a:lnTo>
                <a:lnTo>
                  <a:pt x="683408" y="69688"/>
                </a:lnTo>
                <a:lnTo>
                  <a:pt x="684503" y="69966"/>
                </a:lnTo>
                <a:lnTo>
                  <a:pt x="685315" y="70172"/>
                </a:lnTo>
                <a:lnTo>
                  <a:pt x="686100" y="70375"/>
                </a:lnTo>
                <a:lnTo>
                  <a:pt x="686860" y="70575"/>
                </a:lnTo>
                <a:lnTo>
                  <a:pt x="687594" y="70772"/>
                </a:lnTo>
                <a:lnTo>
                  <a:pt x="688303" y="70966"/>
                </a:lnTo>
                <a:lnTo>
                  <a:pt x="688986" y="71156"/>
                </a:lnTo>
                <a:lnTo>
                  <a:pt x="689643" y="71344"/>
                </a:lnTo>
                <a:lnTo>
                  <a:pt x="690274" y="71529"/>
                </a:lnTo>
                <a:lnTo>
                  <a:pt x="690880" y="71710"/>
                </a:lnTo>
                <a:lnTo>
                  <a:pt x="691460" y="71889"/>
                </a:lnTo>
                <a:lnTo>
                  <a:pt x="692014" y="72064"/>
                </a:lnTo>
                <a:lnTo>
                  <a:pt x="692543" y="72237"/>
                </a:lnTo>
                <a:lnTo>
                  <a:pt x="693046" y="72406"/>
                </a:lnTo>
                <a:lnTo>
                  <a:pt x="693523" y="72573"/>
                </a:lnTo>
                <a:lnTo>
                  <a:pt x="693975" y="72736"/>
                </a:lnTo>
                <a:lnTo>
                  <a:pt x="694400" y="72897"/>
                </a:lnTo>
                <a:lnTo>
                  <a:pt x="694801" y="73054"/>
                </a:lnTo>
                <a:lnTo>
                  <a:pt x="695175" y="73208"/>
                </a:lnTo>
                <a:lnTo>
                  <a:pt x="695524" y="73359"/>
                </a:lnTo>
                <a:lnTo>
                  <a:pt x="695847" y="73508"/>
                </a:lnTo>
                <a:lnTo>
                  <a:pt x="696144" y="73653"/>
                </a:lnTo>
                <a:lnTo>
                  <a:pt x="696416" y="73795"/>
                </a:lnTo>
                <a:lnTo>
                  <a:pt x="696662" y="73934"/>
                </a:lnTo>
                <a:lnTo>
                  <a:pt x="696882" y="74070"/>
                </a:lnTo>
                <a:lnTo>
                  <a:pt x="697173" y="74269"/>
                </a:lnTo>
                <a:lnTo>
                  <a:pt x="697452" y="74475"/>
                </a:lnTo>
                <a:lnTo>
                  <a:pt x="697718" y="74686"/>
                </a:lnTo>
                <a:lnTo>
                  <a:pt x="697972" y="74904"/>
                </a:lnTo>
                <a:lnTo>
                  <a:pt x="698213" y="75127"/>
                </a:lnTo>
                <a:lnTo>
                  <a:pt x="698442" y="75357"/>
                </a:lnTo>
                <a:lnTo>
                  <a:pt x="698659" y="75592"/>
                </a:lnTo>
                <a:lnTo>
                  <a:pt x="698863" y="75834"/>
                </a:lnTo>
                <a:lnTo>
                  <a:pt x="699055" y="76082"/>
                </a:lnTo>
                <a:lnTo>
                  <a:pt x="699234" y="76336"/>
                </a:lnTo>
                <a:lnTo>
                  <a:pt x="699402" y="76596"/>
                </a:lnTo>
                <a:lnTo>
                  <a:pt x="699556" y="76862"/>
                </a:lnTo>
                <a:lnTo>
                  <a:pt x="699699" y="77134"/>
                </a:lnTo>
                <a:lnTo>
                  <a:pt x="699829" y="77412"/>
                </a:lnTo>
                <a:lnTo>
                  <a:pt x="699946" y="77697"/>
                </a:lnTo>
                <a:lnTo>
                  <a:pt x="700052" y="77987"/>
                </a:lnTo>
                <a:lnTo>
                  <a:pt x="700144" y="78283"/>
                </a:lnTo>
                <a:lnTo>
                  <a:pt x="700225" y="78586"/>
                </a:lnTo>
                <a:lnTo>
                  <a:pt x="700293" y="78895"/>
                </a:lnTo>
                <a:lnTo>
                  <a:pt x="700349" y="79209"/>
                </a:lnTo>
                <a:lnTo>
                  <a:pt x="700392" y="79530"/>
                </a:lnTo>
                <a:lnTo>
                  <a:pt x="700423" y="79857"/>
                </a:lnTo>
                <a:lnTo>
                  <a:pt x="700442" y="80190"/>
                </a:lnTo>
                <a:lnTo>
                  <a:pt x="700448" y="80529"/>
                </a:lnTo>
                <a:lnTo>
                  <a:pt x="700441" y="80908"/>
                </a:lnTo>
                <a:lnTo>
                  <a:pt x="700420" y="81283"/>
                </a:lnTo>
                <a:lnTo>
                  <a:pt x="700385" y="81654"/>
                </a:lnTo>
                <a:lnTo>
                  <a:pt x="700336" y="82021"/>
                </a:lnTo>
                <a:lnTo>
                  <a:pt x="700273" y="82384"/>
                </a:lnTo>
                <a:lnTo>
                  <a:pt x="700195" y="82742"/>
                </a:lnTo>
                <a:lnTo>
                  <a:pt x="700104" y="83097"/>
                </a:lnTo>
                <a:lnTo>
                  <a:pt x="699999" y="83448"/>
                </a:lnTo>
                <a:lnTo>
                  <a:pt x="699880" y="83794"/>
                </a:lnTo>
                <a:lnTo>
                  <a:pt x="699747" y="84136"/>
                </a:lnTo>
                <a:lnTo>
                  <a:pt x="699600" y="84475"/>
                </a:lnTo>
                <a:lnTo>
                  <a:pt x="699439" y="84809"/>
                </a:lnTo>
                <a:lnTo>
                  <a:pt x="699263" y="85139"/>
                </a:lnTo>
                <a:lnTo>
                  <a:pt x="699074" y="85465"/>
                </a:lnTo>
                <a:lnTo>
                  <a:pt x="698871" y="85787"/>
                </a:lnTo>
                <a:lnTo>
                  <a:pt x="698654" y="86105"/>
                </a:lnTo>
                <a:lnTo>
                  <a:pt x="698422" y="86419"/>
                </a:lnTo>
                <a:lnTo>
                  <a:pt x="698177" y="86728"/>
                </a:lnTo>
                <a:lnTo>
                  <a:pt x="697918" y="87034"/>
                </a:lnTo>
                <a:lnTo>
                  <a:pt x="697645" y="87335"/>
                </a:lnTo>
                <a:lnTo>
                  <a:pt x="697357" y="87633"/>
                </a:lnTo>
                <a:lnTo>
                  <a:pt x="697056" y="87926"/>
                </a:lnTo>
                <a:lnTo>
                  <a:pt x="696741" y="88216"/>
                </a:lnTo>
                <a:lnTo>
                  <a:pt x="696411" y="88501"/>
                </a:lnTo>
                <a:lnTo>
                  <a:pt x="696067" y="88778"/>
                </a:lnTo>
                <a:lnTo>
                  <a:pt x="695709" y="89043"/>
                </a:lnTo>
                <a:lnTo>
                  <a:pt x="695335" y="89297"/>
                </a:lnTo>
                <a:lnTo>
                  <a:pt x="694946" y="89539"/>
                </a:lnTo>
                <a:lnTo>
                  <a:pt x="694542" y="89769"/>
                </a:lnTo>
                <a:lnTo>
                  <a:pt x="694124" y="89987"/>
                </a:lnTo>
                <a:lnTo>
                  <a:pt x="693690" y="90193"/>
                </a:lnTo>
                <a:lnTo>
                  <a:pt x="693242" y="90388"/>
                </a:lnTo>
                <a:lnTo>
                  <a:pt x="692778" y="90571"/>
                </a:lnTo>
                <a:lnTo>
                  <a:pt x="692300" y="90742"/>
                </a:lnTo>
                <a:lnTo>
                  <a:pt x="691807" y="90901"/>
                </a:lnTo>
                <a:lnTo>
                  <a:pt x="691298" y="91049"/>
                </a:lnTo>
                <a:lnTo>
                  <a:pt x="690775" y="91184"/>
                </a:lnTo>
                <a:lnTo>
                  <a:pt x="690237" y="91308"/>
                </a:lnTo>
                <a:lnTo>
                  <a:pt x="689684" y="91420"/>
                </a:lnTo>
                <a:lnTo>
                  <a:pt x="689116" y="91521"/>
                </a:lnTo>
                <a:lnTo>
                  <a:pt x="688533" y="91609"/>
                </a:lnTo>
                <a:lnTo>
                  <a:pt x="687935" y="91686"/>
                </a:lnTo>
                <a:lnTo>
                  <a:pt x="687322" y="91751"/>
                </a:lnTo>
                <a:lnTo>
                  <a:pt x="686694" y="91804"/>
                </a:lnTo>
                <a:lnTo>
                  <a:pt x="686051" y="91845"/>
                </a:lnTo>
                <a:lnTo>
                  <a:pt x="685393" y="91874"/>
                </a:lnTo>
                <a:lnTo>
                  <a:pt x="684720" y="91892"/>
                </a:lnTo>
                <a:lnTo>
                  <a:pt x="684033" y="91898"/>
                </a:lnTo>
                <a:lnTo>
                  <a:pt x="683349" y="91891"/>
                </a:lnTo>
                <a:lnTo>
                  <a:pt x="682679" y="91871"/>
                </a:lnTo>
                <a:lnTo>
                  <a:pt x="682021" y="91838"/>
                </a:lnTo>
                <a:lnTo>
                  <a:pt x="681376" y="91791"/>
                </a:lnTo>
                <a:lnTo>
                  <a:pt x="680744" y="91731"/>
                </a:lnTo>
                <a:lnTo>
                  <a:pt x="680124" y="91657"/>
                </a:lnTo>
                <a:lnTo>
                  <a:pt x="679517" y="91570"/>
                </a:lnTo>
                <a:lnTo>
                  <a:pt x="678923" y="91470"/>
                </a:lnTo>
                <a:lnTo>
                  <a:pt x="678342" y="91356"/>
                </a:lnTo>
                <a:lnTo>
                  <a:pt x="677773" y="91229"/>
                </a:lnTo>
                <a:lnTo>
                  <a:pt x="677217" y="91089"/>
                </a:lnTo>
                <a:lnTo>
                  <a:pt x="676674" y="90935"/>
                </a:lnTo>
                <a:lnTo>
                  <a:pt x="676144" y="90768"/>
                </a:lnTo>
                <a:lnTo>
                  <a:pt x="675626" y="90587"/>
                </a:lnTo>
                <a:lnTo>
                  <a:pt x="675121" y="90394"/>
                </a:lnTo>
                <a:lnTo>
                  <a:pt x="674629" y="90186"/>
                </a:lnTo>
                <a:lnTo>
                  <a:pt x="674149" y="89966"/>
                </a:lnTo>
                <a:lnTo>
                  <a:pt x="673683" y="89732"/>
                </a:lnTo>
                <a:lnTo>
                  <a:pt x="673229" y="89484"/>
                </a:lnTo>
                <a:lnTo>
                  <a:pt x="672787" y="89223"/>
                </a:lnTo>
                <a:lnTo>
                  <a:pt x="672359" y="88949"/>
                </a:lnTo>
                <a:lnTo>
                  <a:pt x="671943" y="88662"/>
                </a:lnTo>
                <a:lnTo>
                  <a:pt x="671540" y="88361"/>
                </a:lnTo>
                <a:lnTo>
                  <a:pt x="671149" y="88047"/>
                </a:lnTo>
                <a:lnTo>
                  <a:pt x="670772" y="87720"/>
                </a:lnTo>
                <a:lnTo>
                  <a:pt x="670406" y="87381"/>
                </a:lnTo>
                <a:lnTo>
                  <a:pt x="670053" y="87030"/>
                </a:lnTo>
                <a:lnTo>
                  <a:pt x="669713" y="86668"/>
                </a:lnTo>
                <a:lnTo>
                  <a:pt x="669385" y="86294"/>
                </a:lnTo>
                <a:lnTo>
                  <a:pt x="669070" y="85909"/>
                </a:lnTo>
                <a:lnTo>
                  <a:pt x="668767" y="85511"/>
                </a:lnTo>
                <a:lnTo>
                  <a:pt x="668477" y="85102"/>
                </a:lnTo>
                <a:lnTo>
                  <a:pt x="668199" y="84682"/>
                </a:lnTo>
                <a:lnTo>
                  <a:pt x="667934" y="84249"/>
                </a:lnTo>
                <a:lnTo>
                  <a:pt x="667681" y="83805"/>
                </a:lnTo>
                <a:lnTo>
                  <a:pt x="667441" y="83349"/>
                </a:lnTo>
                <a:lnTo>
                  <a:pt x="667213" y="82881"/>
                </a:lnTo>
                <a:lnTo>
                  <a:pt x="666998" y="82402"/>
                </a:lnTo>
                <a:lnTo>
                  <a:pt x="666795" y="81911"/>
                </a:lnTo>
                <a:lnTo>
                  <a:pt x="666605" y="81408"/>
                </a:lnTo>
                <a:lnTo>
                  <a:pt x="666427" y="80893"/>
                </a:lnTo>
                <a:lnTo>
                  <a:pt x="666261" y="80367"/>
                </a:lnTo>
                <a:lnTo>
                  <a:pt x="666109" y="79829"/>
                </a:lnTo>
                <a:lnTo>
                  <a:pt x="665968" y="79279"/>
                </a:lnTo>
                <a:lnTo>
                  <a:pt x="665840" y="78718"/>
                </a:lnTo>
                <a:lnTo>
                  <a:pt x="665725" y="78145"/>
                </a:lnTo>
                <a:lnTo>
                  <a:pt x="665622" y="77560"/>
                </a:lnTo>
                <a:lnTo>
                  <a:pt x="665532" y="76963"/>
                </a:lnTo>
                <a:lnTo>
                  <a:pt x="653557" y="78847"/>
                </a:lnTo>
                <a:lnTo>
                  <a:pt x="653734" y="79787"/>
                </a:lnTo>
                <a:lnTo>
                  <a:pt x="653930" y="80708"/>
                </a:lnTo>
                <a:lnTo>
                  <a:pt x="654144" y="81610"/>
                </a:lnTo>
                <a:lnTo>
                  <a:pt x="654376" y="82492"/>
                </a:lnTo>
                <a:lnTo>
                  <a:pt x="654627" y="83355"/>
                </a:lnTo>
                <a:close/>
                <a:moveTo>
                  <a:pt x="723517" y="83355"/>
                </a:moveTo>
                <a:lnTo>
                  <a:pt x="723786" y="84198"/>
                </a:lnTo>
                <a:lnTo>
                  <a:pt x="724074" y="85022"/>
                </a:lnTo>
                <a:lnTo>
                  <a:pt x="724379" y="85826"/>
                </a:lnTo>
                <a:lnTo>
                  <a:pt x="724704" y="86611"/>
                </a:lnTo>
                <a:lnTo>
                  <a:pt x="725046" y="87377"/>
                </a:lnTo>
                <a:lnTo>
                  <a:pt x="725407" y="88123"/>
                </a:lnTo>
                <a:lnTo>
                  <a:pt x="725786" y="88850"/>
                </a:lnTo>
                <a:lnTo>
                  <a:pt x="726183" y="89557"/>
                </a:lnTo>
                <a:lnTo>
                  <a:pt x="726599" y="90245"/>
                </a:lnTo>
                <a:lnTo>
                  <a:pt x="727033" y="90913"/>
                </a:lnTo>
                <a:lnTo>
                  <a:pt x="727485" y="91562"/>
                </a:lnTo>
                <a:lnTo>
                  <a:pt x="727956" y="92191"/>
                </a:lnTo>
                <a:lnTo>
                  <a:pt x="728445" y="92801"/>
                </a:lnTo>
                <a:lnTo>
                  <a:pt x="728953" y="93392"/>
                </a:lnTo>
                <a:lnTo>
                  <a:pt x="729478" y="93963"/>
                </a:lnTo>
                <a:lnTo>
                  <a:pt x="730022" y="94514"/>
                </a:lnTo>
                <a:lnTo>
                  <a:pt x="730585" y="95046"/>
                </a:lnTo>
                <a:lnTo>
                  <a:pt x="731166" y="95559"/>
                </a:lnTo>
                <a:lnTo>
                  <a:pt x="731765" y="96052"/>
                </a:lnTo>
                <a:lnTo>
                  <a:pt x="732385" y="96526"/>
                </a:lnTo>
                <a:lnTo>
                  <a:pt x="733027" y="96979"/>
                </a:lnTo>
                <a:lnTo>
                  <a:pt x="733693" y="97412"/>
                </a:lnTo>
                <a:lnTo>
                  <a:pt x="734382" y="97825"/>
                </a:lnTo>
                <a:lnTo>
                  <a:pt x="735094" y="98218"/>
                </a:lnTo>
                <a:lnTo>
                  <a:pt x="735829" y="98591"/>
                </a:lnTo>
                <a:lnTo>
                  <a:pt x="736586" y="98943"/>
                </a:lnTo>
                <a:lnTo>
                  <a:pt x="737367" y="99276"/>
                </a:lnTo>
                <a:lnTo>
                  <a:pt x="738171" y="99588"/>
                </a:lnTo>
                <a:lnTo>
                  <a:pt x="738998" y="99880"/>
                </a:lnTo>
                <a:lnTo>
                  <a:pt x="739848" y="100152"/>
                </a:lnTo>
                <a:lnTo>
                  <a:pt x="740721" y="100404"/>
                </a:lnTo>
                <a:lnTo>
                  <a:pt x="741617" y="100636"/>
                </a:lnTo>
                <a:lnTo>
                  <a:pt x="742536" y="100847"/>
                </a:lnTo>
                <a:lnTo>
                  <a:pt x="743478" y="101039"/>
                </a:lnTo>
                <a:lnTo>
                  <a:pt x="744442" y="101210"/>
                </a:lnTo>
                <a:lnTo>
                  <a:pt x="745430" y="101361"/>
                </a:lnTo>
                <a:lnTo>
                  <a:pt x="746441" y="101492"/>
                </a:lnTo>
                <a:lnTo>
                  <a:pt x="747475" y="101603"/>
                </a:lnTo>
                <a:lnTo>
                  <a:pt x="748532" y="101694"/>
                </a:lnTo>
                <a:lnTo>
                  <a:pt x="749612" y="101764"/>
                </a:lnTo>
                <a:lnTo>
                  <a:pt x="750715" y="101815"/>
                </a:lnTo>
                <a:lnTo>
                  <a:pt x="751841" y="101845"/>
                </a:lnTo>
                <a:lnTo>
                  <a:pt x="752990" y="101855"/>
                </a:lnTo>
                <a:lnTo>
                  <a:pt x="753688" y="101850"/>
                </a:lnTo>
                <a:lnTo>
                  <a:pt x="754380" y="101834"/>
                </a:lnTo>
                <a:lnTo>
                  <a:pt x="755065" y="101809"/>
                </a:lnTo>
                <a:lnTo>
                  <a:pt x="755745" y="101774"/>
                </a:lnTo>
                <a:lnTo>
                  <a:pt x="756418" y="101728"/>
                </a:lnTo>
                <a:lnTo>
                  <a:pt x="757086" y="101672"/>
                </a:lnTo>
                <a:lnTo>
                  <a:pt x="757747" y="101606"/>
                </a:lnTo>
                <a:lnTo>
                  <a:pt x="758402" y="101530"/>
                </a:lnTo>
                <a:lnTo>
                  <a:pt x="759051" y="101443"/>
                </a:lnTo>
                <a:lnTo>
                  <a:pt x="759694" y="101347"/>
                </a:lnTo>
                <a:lnTo>
                  <a:pt x="760331" y="101240"/>
                </a:lnTo>
                <a:lnTo>
                  <a:pt x="760962" y="101123"/>
                </a:lnTo>
                <a:lnTo>
                  <a:pt x="761587" y="100996"/>
                </a:lnTo>
                <a:lnTo>
                  <a:pt x="762206" y="100859"/>
                </a:lnTo>
                <a:lnTo>
                  <a:pt x="762819" y="100712"/>
                </a:lnTo>
                <a:lnTo>
                  <a:pt x="763425" y="100554"/>
                </a:lnTo>
                <a:lnTo>
                  <a:pt x="764026" y="100386"/>
                </a:lnTo>
                <a:lnTo>
                  <a:pt x="764620" y="100209"/>
                </a:lnTo>
                <a:lnTo>
                  <a:pt x="765209" y="100021"/>
                </a:lnTo>
                <a:lnTo>
                  <a:pt x="765791" y="99823"/>
                </a:lnTo>
                <a:lnTo>
                  <a:pt x="766367" y="99614"/>
                </a:lnTo>
                <a:lnTo>
                  <a:pt x="766938" y="99396"/>
                </a:lnTo>
                <a:lnTo>
                  <a:pt x="767502" y="99167"/>
                </a:lnTo>
                <a:lnTo>
                  <a:pt x="768060" y="98928"/>
                </a:lnTo>
                <a:lnTo>
                  <a:pt x="768609" y="98680"/>
                </a:lnTo>
                <a:lnTo>
                  <a:pt x="769148" y="98424"/>
                </a:lnTo>
                <a:lnTo>
                  <a:pt x="769676" y="98159"/>
                </a:lnTo>
                <a:lnTo>
                  <a:pt x="770193" y="97886"/>
                </a:lnTo>
                <a:lnTo>
                  <a:pt x="770699" y="97604"/>
                </a:lnTo>
                <a:lnTo>
                  <a:pt x="771194" y="97314"/>
                </a:lnTo>
                <a:lnTo>
                  <a:pt x="771679" y="97015"/>
                </a:lnTo>
                <a:lnTo>
                  <a:pt x="772152" y="96708"/>
                </a:lnTo>
                <a:lnTo>
                  <a:pt x="772615" y="96393"/>
                </a:lnTo>
                <a:lnTo>
                  <a:pt x="773067" y="96069"/>
                </a:lnTo>
                <a:lnTo>
                  <a:pt x="773508" y="95737"/>
                </a:lnTo>
                <a:lnTo>
                  <a:pt x="773938" y="95396"/>
                </a:lnTo>
                <a:lnTo>
                  <a:pt x="774357" y="95047"/>
                </a:lnTo>
                <a:lnTo>
                  <a:pt x="774766" y="94690"/>
                </a:lnTo>
                <a:lnTo>
                  <a:pt x="775163" y="94324"/>
                </a:lnTo>
                <a:lnTo>
                  <a:pt x="775550" y="93950"/>
                </a:lnTo>
                <a:lnTo>
                  <a:pt x="775926" y="93567"/>
                </a:lnTo>
                <a:lnTo>
                  <a:pt x="776291" y="93176"/>
                </a:lnTo>
                <a:lnTo>
                  <a:pt x="776645" y="92777"/>
                </a:lnTo>
                <a:lnTo>
                  <a:pt x="776988" y="92369"/>
                </a:lnTo>
                <a:lnTo>
                  <a:pt x="777320" y="91953"/>
                </a:lnTo>
                <a:lnTo>
                  <a:pt x="777642" y="91528"/>
                </a:lnTo>
                <a:lnTo>
                  <a:pt x="777952" y="91095"/>
                </a:lnTo>
                <a:lnTo>
                  <a:pt x="778252" y="90653"/>
                </a:lnTo>
                <a:lnTo>
                  <a:pt x="778540" y="90207"/>
                </a:lnTo>
                <a:lnTo>
                  <a:pt x="778816" y="89757"/>
                </a:lnTo>
                <a:lnTo>
                  <a:pt x="779080" y="89305"/>
                </a:lnTo>
                <a:lnTo>
                  <a:pt x="779331" y="88851"/>
                </a:lnTo>
                <a:lnTo>
                  <a:pt x="779570" y="88394"/>
                </a:lnTo>
                <a:lnTo>
                  <a:pt x="779797" y="87935"/>
                </a:lnTo>
                <a:lnTo>
                  <a:pt x="780012" y="87473"/>
                </a:lnTo>
                <a:lnTo>
                  <a:pt x="780214" y="87009"/>
                </a:lnTo>
                <a:lnTo>
                  <a:pt x="780404" y="86543"/>
                </a:lnTo>
                <a:lnTo>
                  <a:pt x="780582" y="86074"/>
                </a:lnTo>
                <a:lnTo>
                  <a:pt x="780748" y="85602"/>
                </a:lnTo>
                <a:lnTo>
                  <a:pt x="780901" y="85128"/>
                </a:lnTo>
                <a:lnTo>
                  <a:pt x="781042" y="84652"/>
                </a:lnTo>
                <a:lnTo>
                  <a:pt x="781171" y="84173"/>
                </a:lnTo>
                <a:lnTo>
                  <a:pt x="781287" y="83692"/>
                </a:lnTo>
                <a:lnTo>
                  <a:pt x="781392" y="83208"/>
                </a:lnTo>
                <a:lnTo>
                  <a:pt x="781484" y="82722"/>
                </a:lnTo>
                <a:lnTo>
                  <a:pt x="781563" y="82234"/>
                </a:lnTo>
                <a:lnTo>
                  <a:pt x="781631" y="81742"/>
                </a:lnTo>
                <a:lnTo>
                  <a:pt x="781686" y="81249"/>
                </a:lnTo>
                <a:lnTo>
                  <a:pt x="781729" y="80753"/>
                </a:lnTo>
                <a:lnTo>
                  <a:pt x="781759" y="80255"/>
                </a:lnTo>
                <a:lnTo>
                  <a:pt x="781778" y="79754"/>
                </a:lnTo>
                <a:lnTo>
                  <a:pt x="781784" y="79250"/>
                </a:lnTo>
                <a:lnTo>
                  <a:pt x="781779" y="78738"/>
                </a:lnTo>
                <a:lnTo>
                  <a:pt x="781764" y="78233"/>
                </a:lnTo>
                <a:lnTo>
                  <a:pt x="781739" y="77735"/>
                </a:lnTo>
                <a:lnTo>
                  <a:pt x="781704" y="77243"/>
                </a:lnTo>
                <a:lnTo>
                  <a:pt x="781658" y="76759"/>
                </a:lnTo>
                <a:lnTo>
                  <a:pt x="781603" y="76282"/>
                </a:lnTo>
                <a:lnTo>
                  <a:pt x="781538" y="75812"/>
                </a:lnTo>
                <a:lnTo>
                  <a:pt x="781463" y="75348"/>
                </a:lnTo>
                <a:lnTo>
                  <a:pt x="781377" y="74892"/>
                </a:lnTo>
                <a:lnTo>
                  <a:pt x="781282" y="74443"/>
                </a:lnTo>
                <a:lnTo>
                  <a:pt x="781176" y="74001"/>
                </a:lnTo>
                <a:lnTo>
                  <a:pt x="781061" y="73566"/>
                </a:lnTo>
                <a:lnTo>
                  <a:pt x="780935" y="73137"/>
                </a:lnTo>
                <a:lnTo>
                  <a:pt x="780800" y="72716"/>
                </a:lnTo>
                <a:lnTo>
                  <a:pt x="780654" y="72302"/>
                </a:lnTo>
                <a:lnTo>
                  <a:pt x="780498" y="71895"/>
                </a:lnTo>
                <a:lnTo>
                  <a:pt x="780333" y="71495"/>
                </a:lnTo>
                <a:lnTo>
                  <a:pt x="780157" y="71102"/>
                </a:lnTo>
                <a:lnTo>
                  <a:pt x="779971" y="70715"/>
                </a:lnTo>
                <a:lnTo>
                  <a:pt x="779775" y="70336"/>
                </a:lnTo>
                <a:lnTo>
                  <a:pt x="779569" y="69964"/>
                </a:lnTo>
                <a:lnTo>
                  <a:pt x="779353" y="69599"/>
                </a:lnTo>
                <a:lnTo>
                  <a:pt x="779127" y="69241"/>
                </a:lnTo>
                <a:lnTo>
                  <a:pt x="778891" y="68890"/>
                </a:lnTo>
                <a:lnTo>
                  <a:pt x="778646" y="68546"/>
                </a:lnTo>
                <a:lnTo>
                  <a:pt x="778394" y="68209"/>
                </a:lnTo>
                <a:lnTo>
                  <a:pt x="778134" y="67878"/>
                </a:lnTo>
                <a:lnTo>
                  <a:pt x="777866" y="67555"/>
                </a:lnTo>
                <a:lnTo>
                  <a:pt x="777591" y="67238"/>
                </a:lnTo>
                <a:lnTo>
                  <a:pt x="777308" y="66928"/>
                </a:lnTo>
                <a:lnTo>
                  <a:pt x="777018" y="66626"/>
                </a:lnTo>
                <a:lnTo>
                  <a:pt x="776720" y="66330"/>
                </a:lnTo>
                <a:lnTo>
                  <a:pt x="776414" y="66041"/>
                </a:lnTo>
                <a:lnTo>
                  <a:pt x="776101" y="65759"/>
                </a:lnTo>
                <a:lnTo>
                  <a:pt x="775780" y="65483"/>
                </a:lnTo>
                <a:lnTo>
                  <a:pt x="775452" y="65215"/>
                </a:lnTo>
                <a:lnTo>
                  <a:pt x="775116" y="64954"/>
                </a:lnTo>
                <a:lnTo>
                  <a:pt x="774772" y="64699"/>
                </a:lnTo>
                <a:lnTo>
                  <a:pt x="774421" y="64451"/>
                </a:lnTo>
                <a:lnTo>
                  <a:pt x="774062" y="64211"/>
                </a:lnTo>
                <a:lnTo>
                  <a:pt x="773696" y="63977"/>
                </a:lnTo>
                <a:lnTo>
                  <a:pt x="773322" y="63750"/>
                </a:lnTo>
                <a:lnTo>
                  <a:pt x="772941" y="63530"/>
                </a:lnTo>
                <a:lnTo>
                  <a:pt x="772551" y="63316"/>
                </a:lnTo>
                <a:lnTo>
                  <a:pt x="772155" y="63110"/>
                </a:lnTo>
                <a:lnTo>
                  <a:pt x="771750" y="62911"/>
                </a:lnTo>
                <a:lnTo>
                  <a:pt x="771339" y="62718"/>
                </a:lnTo>
                <a:lnTo>
                  <a:pt x="770919" y="62532"/>
                </a:lnTo>
                <a:lnTo>
                  <a:pt x="770482" y="62348"/>
                </a:lnTo>
                <a:lnTo>
                  <a:pt x="770019" y="62159"/>
                </a:lnTo>
                <a:lnTo>
                  <a:pt x="769528" y="61966"/>
                </a:lnTo>
                <a:lnTo>
                  <a:pt x="769010" y="61769"/>
                </a:lnTo>
                <a:lnTo>
                  <a:pt x="768465" y="61567"/>
                </a:lnTo>
                <a:lnTo>
                  <a:pt x="767894" y="61361"/>
                </a:lnTo>
                <a:lnTo>
                  <a:pt x="767295" y="61151"/>
                </a:lnTo>
                <a:lnTo>
                  <a:pt x="766669" y="60936"/>
                </a:lnTo>
                <a:lnTo>
                  <a:pt x="766017" y="60718"/>
                </a:lnTo>
                <a:lnTo>
                  <a:pt x="765337" y="60494"/>
                </a:lnTo>
                <a:lnTo>
                  <a:pt x="764631" y="60267"/>
                </a:lnTo>
                <a:lnTo>
                  <a:pt x="763897" y="60035"/>
                </a:lnTo>
                <a:lnTo>
                  <a:pt x="763137" y="59799"/>
                </a:lnTo>
                <a:lnTo>
                  <a:pt x="762349" y="59558"/>
                </a:lnTo>
                <a:lnTo>
                  <a:pt x="761535" y="59313"/>
                </a:lnTo>
                <a:lnTo>
                  <a:pt x="760693" y="59064"/>
                </a:lnTo>
                <a:lnTo>
                  <a:pt x="759825" y="58810"/>
                </a:lnTo>
                <a:lnTo>
                  <a:pt x="758929" y="58553"/>
                </a:lnTo>
                <a:lnTo>
                  <a:pt x="758007" y="58290"/>
                </a:lnTo>
                <a:lnTo>
                  <a:pt x="757058" y="58024"/>
                </a:lnTo>
                <a:lnTo>
                  <a:pt x="756081" y="57753"/>
                </a:lnTo>
                <a:lnTo>
                  <a:pt x="755078" y="57478"/>
                </a:lnTo>
                <a:lnTo>
                  <a:pt x="754047" y="57199"/>
                </a:lnTo>
                <a:lnTo>
                  <a:pt x="752990" y="56915"/>
                </a:lnTo>
                <a:lnTo>
                  <a:pt x="752262" y="56716"/>
                </a:lnTo>
                <a:lnTo>
                  <a:pt x="751559" y="56523"/>
                </a:lnTo>
                <a:lnTo>
                  <a:pt x="750880" y="56337"/>
                </a:lnTo>
                <a:lnTo>
                  <a:pt x="750226" y="56156"/>
                </a:lnTo>
                <a:lnTo>
                  <a:pt x="749597" y="55982"/>
                </a:lnTo>
                <a:lnTo>
                  <a:pt x="748991" y="55813"/>
                </a:lnTo>
                <a:lnTo>
                  <a:pt x="748411" y="55651"/>
                </a:lnTo>
                <a:lnTo>
                  <a:pt x="747855" y="55495"/>
                </a:lnTo>
                <a:lnTo>
                  <a:pt x="747323" y="55344"/>
                </a:lnTo>
                <a:lnTo>
                  <a:pt x="746816" y="55200"/>
                </a:lnTo>
                <a:lnTo>
                  <a:pt x="746334" y="55062"/>
                </a:lnTo>
                <a:lnTo>
                  <a:pt x="745876" y="54930"/>
                </a:lnTo>
                <a:lnTo>
                  <a:pt x="745442" y="54804"/>
                </a:lnTo>
                <a:lnTo>
                  <a:pt x="745033" y="54685"/>
                </a:lnTo>
                <a:lnTo>
                  <a:pt x="744649" y="54571"/>
                </a:lnTo>
                <a:lnTo>
                  <a:pt x="744289" y="54463"/>
                </a:lnTo>
                <a:lnTo>
                  <a:pt x="743954" y="54361"/>
                </a:lnTo>
                <a:lnTo>
                  <a:pt x="743643" y="54266"/>
                </a:lnTo>
                <a:lnTo>
                  <a:pt x="743357" y="54176"/>
                </a:lnTo>
                <a:lnTo>
                  <a:pt x="743095" y="54093"/>
                </a:lnTo>
                <a:lnTo>
                  <a:pt x="742858" y="54016"/>
                </a:lnTo>
                <a:lnTo>
                  <a:pt x="742645" y="53945"/>
                </a:lnTo>
                <a:lnTo>
                  <a:pt x="742457" y="53879"/>
                </a:lnTo>
                <a:lnTo>
                  <a:pt x="742293" y="53820"/>
                </a:lnTo>
                <a:lnTo>
                  <a:pt x="742033" y="53713"/>
                </a:lnTo>
                <a:lnTo>
                  <a:pt x="741778" y="53603"/>
                </a:lnTo>
                <a:lnTo>
                  <a:pt x="741529" y="53490"/>
                </a:lnTo>
                <a:lnTo>
                  <a:pt x="741286" y="53375"/>
                </a:lnTo>
                <a:lnTo>
                  <a:pt x="741049" y="53258"/>
                </a:lnTo>
                <a:lnTo>
                  <a:pt x="740818" y="53139"/>
                </a:lnTo>
                <a:lnTo>
                  <a:pt x="740592" y="53017"/>
                </a:lnTo>
                <a:lnTo>
                  <a:pt x="740372" y="52893"/>
                </a:lnTo>
                <a:lnTo>
                  <a:pt x="740158" y="52767"/>
                </a:lnTo>
                <a:lnTo>
                  <a:pt x="739950" y="52638"/>
                </a:lnTo>
                <a:lnTo>
                  <a:pt x="739748" y="52507"/>
                </a:lnTo>
                <a:lnTo>
                  <a:pt x="739552" y="52374"/>
                </a:lnTo>
                <a:lnTo>
                  <a:pt x="739361" y="52238"/>
                </a:lnTo>
                <a:lnTo>
                  <a:pt x="739177" y="52100"/>
                </a:lnTo>
                <a:lnTo>
                  <a:pt x="738998" y="51960"/>
                </a:lnTo>
                <a:lnTo>
                  <a:pt x="738825" y="51817"/>
                </a:lnTo>
                <a:lnTo>
                  <a:pt x="738658" y="51672"/>
                </a:lnTo>
                <a:lnTo>
                  <a:pt x="738497" y="51524"/>
                </a:lnTo>
                <a:lnTo>
                  <a:pt x="738341" y="51375"/>
                </a:lnTo>
                <a:lnTo>
                  <a:pt x="738191" y="51223"/>
                </a:lnTo>
                <a:lnTo>
                  <a:pt x="738048" y="51068"/>
                </a:lnTo>
                <a:lnTo>
                  <a:pt x="737910" y="50912"/>
                </a:lnTo>
                <a:lnTo>
                  <a:pt x="737778" y="50752"/>
                </a:lnTo>
                <a:lnTo>
                  <a:pt x="737651" y="50591"/>
                </a:lnTo>
                <a:lnTo>
                  <a:pt x="737531" y="50433"/>
                </a:lnTo>
                <a:lnTo>
                  <a:pt x="737415" y="50274"/>
                </a:lnTo>
                <a:lnTo>
                  <a:pt x="737305" y="50113"/>
                </a:lnTo>
                <a:lnTo>
                  <a:pt x="737199" y="49950"/>
                </a:lnTo>
                <a:lnTo>
                  <a:pt x="737099" y="49786"/>
                </a:lnTo>
                <a:lnTo>
                  <a:pt x="737004" y="49620"/>
                </a:lnTo>
                <a:lnTo>
                  <a:pt x="736914" y="49452"/>
                </a:lnTo>
                <a:lnTo>
                  <a:pt x="736829" y="49283"/>
                </a:lnTo>
                <a:lnTo>
                  <a:pt x="736749" y="49112"/>
                </a:lnTo>
                <a:lnTo>
                  <a:pt x="736675" y="48940"/>
                </a:lnTo>
                <a:lnTo>
                  <a:pt x="736606" y="48765"/>
                </a:lnTo>
                <a:lnTo>
                  <a:pt x="736541" y="48590"/>
                </a:lnTo>
                <a:lnTo>
                  <a:pt x="736482" y="48412"/>
                </a:lnTo>
                <a:lnTo>
                  <a:pt x="736428" y="48233"/>
                </a:lnTo>
                <a:lnTo>
                  <a:pt x="736379" y="48052"/>
                </a:lnTo>
                <a:lnTo>
                  <a:pt x="736336" y="47870"/>
                </a:lnTo>
                <a:lnTo>
                  <a:pt x="736297" y="47686"/>
                </a:lnTo>
                <a:lnTo>
                  <a:pt x="736264" y="47501"/>
                </a:lnTo>
                <a:lnTo>
                  <a:pt x="736236" y="47313"/>
                </a:lnTo>
                <a:lnTo>
                  <a:pt x="736212" y="47124"/>
                </a:lnTo>
                <a:lnTo>
                  <a:pt x="736194" y="46934"/>
                </a:lnTo>
                <a:lnTo>
                  <a:pt x="736182" y="46742"/>
                </a:lnTo>
                <a:lnTo>
                  <a:pt x="736174" y="46548"/>
                </a:lnTo>
                <a:lnTo>
                  <a:pt x="736171" y="46353"/>
                </a:lnTo>
                <a:lnTo>
                  <a:pt x="736178" y="46046"/>
                </a:lnTo>
                <a:lnTo>
                  <a:pt x="736196" y="45743"/>
                </a:lnTo>
                <a:lnTo>
                  <a:pt x="736227" y="45442"/>
                </a:lnTo>
                <a:lnTo>
                  <a:pt x="736270" y="45145"/>
                </a:lnTo>
                <a:lnTo>
                  <a:pt x="736326" y="44852"/>
                </a:lnTo>
                <a:lnTo>
                  <a:pt x="736394" y="44561"/>
                </a:lnTo>
                <a:lnTo>
                  <a:pt x="736475" y="44274"/>
                </a:lnTo>
                <a:lnTo>
                  <a:pt x="736568" y="43991"/>
                </a:lnTo>
                <a:lnTo>
                  <a:pt x="736673" y="43710"/>
                </a:lnTo>
                <a:lnTo>
                  <a:pt x="736790" y="43433"/>
                </a:lnTo>
                <a:lnTo>
                  <a:pt x="736920" y="43159"/>
                </a:lnTo>
                <a:lnTo>
                  <a:pt x="737063" y="42888"/>
                </a:lnTo>
                <a:lnTo>
                  <a:pt x="737217" y="42621"/>
                </a:lnTo>
                <a:lnTo>
                  <a:pt x="737385" y="42356"/>
                </a:lnTo>
                <a:lnTo>
                  <a:pt x="737564" y="42095"/>
                </a:lnTo>
                <a:lnTo>
                  <a:pt x="737756" y="41838"/>
                </a:lnTo>
                <a:lnTo>
                  <a:pt x="737960" y="41583"/>
                </a:lnTo>
                <a:lnTo>
                  <a:pt x="738177" y="41332"/>
                </a:lnTo>
                <a:lnTo>
                  <a:pt x="738406" y="41084"/>
                </a:lnTo>
                <a:lnTo>
                  <a:pt x="738647" y="40840"/>
                </a:lnTo>
                <a:lnTo>
                  <a:pt x="738901" y="40599"/>
                </a:lnTo>
                <a:lnTo>
                  <a:pt x="739167" y="40361"/>
                </a:lnTo>
                <a:lnTo>
                  <a:pt x="739446" y="40126"/>
                </a:lnTo>
                <a:lnTo>
                  <a:pt x="739737" y="39894"/>
                </a:lnTo>
                <a:lnTo>
                  <a:pt x="740042" y="39669"/>
                </a:lnTo>
                <a:lnTo>
                  <a:pt x="740364" y="39454"/>
                </a:lnTo>
                <a:lnTo>
                  <a:pt x="740703" y="39248"/>
                </a:lnTo>
                <a:lnTo>
                  <a:pt x="741058" y="39051"/>
                </a:lnTo>
                <a:lnTo>
                  <a:pt x="741430" y="38865"/>
                </a:lnTo>
                <a:lnTo>
                  <a:pt x="741818" y="38688"/>
                </a:lnTo>
                <a:lnTo>
                  <a:pt x="742223" y="38520"/>
                </a:lnTo>
                <a:lnTo>
                  <a:pt x="742645" y="38362"/>
                </a:lnTo>
                <a:lnTo>
                  <a:pt x="743083" y="38213"/>
                </a:lnTo>
                <a:lnTo>
                  <a:pt x="743538" y="38075"/>
                </a:lnTo>
                <a:lnTo>
                  <a:pt x="744009" y="37945"/>
                </a:lnTo>
                <a:lnTo>
                  <a:pt x="744497" y="37826"/>
                </a:lnTo>
                <a:lnTo>
                  <a:pt x="745001" y="37715"/>
                </a:lnTo>
                <a:lnTo>
                  <a:pt x="745522" y="37615"/>
                </a:lnTo>
                <a:lnTo>
                  <a:pt x="746060" y="37524"/>
                </a:lnTo>
                <a:lnTo>
                  <a:pt x="746614" y="37442"/>
                </a:lnTo>
                <a:lnTo>
                  <a:pt x="747185" y="37371"/>
                </a:lnTo>
                <a:lnTo>
                  <a:pt x="747772" y="37308"/>
                </a:lnTo>
                <a:lnTo>
                  <a:pt x="748376" y="37256"/>
                </a:lnTo>
                <a:lnTo>
                  <a:pt x="748997" y="37213"/>
                </a:lnTo>
                <a:lnTo>
                  <a:pt x="749634" y="37179"/>
                </a:lnTo>
                <a:lnTo>
                  <a:pt x="750287" y="37155"/>
                </a:lnTo>
                <a:lnTo>
                  <a:pt x="750958" y="37141"/>
                </a:lnTo>
                <a:lnTo>
                  <a:pt x="751645" y="37136"/>
                </a:lnTo>
                <a:lnTo>
                  <a:pt x="752228" y="37141"/>
                </a:lnTo>
                <a:lnTo>
                  <a:pt x="752800" y="37157"/>
                </a:lnTo>
                <a:lnTo>
                  <a:pt x="753361" y="37184"/>
                </a:lnTo>
                <a:lnTo>
                  <a:pt x="753911" y="37222"/>
                </a:lnTo>
                <a:lnTo>
                  <a:pt x="754449" y="37270"/>
                </a:lnTo>
                <a:lnTo>
                  <a:pt x="754977" y="37329"/>
                </a:lnTo>
                <a:lnTo>
                  <a:pt x="755493" y="37399"/>
                </a:lnTo>
                <a:lnTo>
                  <a:pt x="755999" y="37480"/>
                </a:lnTo>
                <a:lnTo>
                  <a:pt x="756493" y="37571"/>
                </a:lnTo>
                <a:lnTo>
                  <a:pt x="756976" y="37673"/>
                </a:lnTo>
                <a:lnTo>
                  <a:pt x="757449" y="37786"/>
                </a:lnTo>
                <a:lnTo>
                  <a:pt x="757910" y="37910"/>
                </a:lnTo>
                <a:lnTo>
                  <a:pt x="758360" y="38044"/>
                </a:lnTo>
                <a:lnTo>
                  <a:pt x="758799" y="38189"/>
                </a:lnTo>
                <a:lnTo>
                  <a:pt x="759226" y="38345"/>
                </a:lnTo>
                <a:lnTo>
                  <a:pt x="759643" y="38511"/>
                </a:lnTo>
                <a:lnTo>
                  <a:pt x="760049" y="38689"/>
                </a:lnTo>
                <a:lnTo>
                  <a:pt x="760443" y="38877"/>
                </a:lnTo>
                <a:lnTo>
                  <a:pt x="760826" y="39076"/>
                </a:lnTo>
                <a:lnTo>
                  <a:pt x="761199" y="39285"/>
                </a:lnTo>
                <a:lnTo>
                  <a:pt x="761560" y="39505"/>
                </a:lnTo>
                <a:lnTo>
                  <a:pt x="761910" y="39736"/>
                </a:lnTo>
                <a:lnTo>
                  <a:pt x="762249" y="39978"/>
                </a:lnTo>
                <a:lnTo>
                  <a:pt x="762577" y="40231"/>
                </a:lnTo>
                <a:lnTo>
                  <a:pt x="762894" y="40493"/>
                </a:lnTo>
                <a:lnTo>
                  <a:pt x="763200" y="40763"/>
                </a:lnTo>
                <a:lnTo>
                  <a:pt x="763496" y="41042"/>
                </a:lnTo>
                <a:lnTo>
                  <a:pt x="763781" y="41329"/>
                </a:lnTo>
                <a:lnTo>
                  <a:pt x="764056" y="41625"/>
                </a:lnTo>
                <a:lnTo>
                  <a:pt x="764320" y="41929"/>
                </a:lnTo>
                <a:lnTo>
                  <a:pt x="764573" y="42242"/>
                </a:lnTo>
                <a:lnTo>
                  <a:pt x="764816" y="42563"/>
                </a:lnTo>
                <a:lnTo>
                  <a:pt x="765048" y="42892"/>
                </a:lnTo>
                <a:lnTo>
                  <a:pt x="765269" y="43230"/>
                </a:lnTo>
                <a:lnTo>
                  <a:pt x="765480" y="43576"/>
                </a:lnTo>
                <a:lnTo>
                  <a:pt x="765680" y="43931"/>
                </a:lnTo>
                <a:lnTo>
                  <a:pt x="765869" y="44294"/>
                </a:lnTo>
                <a:lnTo>
                  <a:pt x="766048" y="44665"/>
                </a:lnTo>
                <a:lnTo>
                  <a:pt x="766217" y="45045"/>
                </a:lnTo>
                <a:lnTo>
                  <a:pt x="766374" y="45433"/>
                </a:lnTo>
                <a:lnTo>
                  <a:pt x="766521" y="45830"/>
                </a:lnTo>
                <a:lnTo>
                  <a:pt x="766658" y="46235"/>
                </a:lnTo>
                <a:lnTo>
                  <a:pt x="766783" y="46648"/>
                </a:lnTo>
                <a:lnTo>
                  <a:pt x="766898" y="47070"/>
                </a:lnTo>
                <a:lnTo>
                  <a:pt x="767003" y="47501"/>
                </a:lnTo>
                <a:lnTo>
                  <a:pt x="767097" y="47939"/>
                </a:lnTo>
                <a:lnTo>
                  <a:pt x="767180" y="48386"/>
                </a:lnTo>
                <a:lnTo>
                  <a:pt x="767253" y="48842"/>
                </a:lnTo>
                <a:lnTo>
                  <a:pt x="779093" y="47227"/>
                </a:lnTo>
                <a:lnTo>
                  <a:pt x="778994" y="46655"/>
                </a:lnTo>
                <a:lnTo>
                  <a:pt x="778889" y="46092"/>
                </a:lnTo>
                <a:lnTo>
                  <a:pt x="778778" y="45539"/>
                </a:lnTo>
                <a:lnTo>
                  <a:pt x="778659" y="44995"/>
                </a:lnTo>
                <a:lnTo>
                  <a:pt x="778535" y="44461"/>
                </a:lnTo>
                <a:lnTo>
                  <a:pt x="778403" y="43937"/>
                </a:lnTo>
                <a:lnTo>
                  <a:pt x="778266" y="43423"/>
                </a:lnTo>
                <a:lnTo>
                  <a:pt x="778121" y="42918"/>
                </a:lnTo>
                <a:lnTo>
                  <a:pt x="777970" y="42423"/>
                </a:lnTo>
                <a:lnTo>
                  <a:pt x="777813" y="41938"/>
                </a:lnTo>
                <a:lnTo>
                  <a:pt x="777649" y="41462"/>
                </a:lnTo>
                <a:lnTo>
                  <a:pt x="777478" y="40996"/>
                </a:lnTo>
                <a:lnTo>
                  <a:pt x="777301" y="40540"/>
                </a:lnTo>
                <a:lnTo>
                  <a:pt x="777118" y="40093"/>
                </a:lnTo>
                <a:lnTo>
                  <a:pt x="776928" y="39656"/>
                </a:lnTo>
                <a:lnTo>
                  <a:pt x="776731" y="39229"/>
                </a:lnTo>
                <a:lnTo>
                  <a:pt x="776528" y="38811"/>
                </a:lnTo>
                <a:lnTo>
                  <a:pt x="776318" y="38404"/>
                </a:lnTo>
                <a:lnTo>
                  <a:pt x="776102" y="38006"/>
                </a:lnTo>
                <a:lnTo>
                  <a:pt x="775879" y="37617"/>
                </a:lnTo>
                <a:lnTo>
                  <a:pt x="775649" y="37238"/>
                </a:lnTo>
                <a:lnTo>
                  <a:pt x="775413" y="36869"/>
                </a:lnTo>
                <a:lnTo>
                  <a:pt x="775171" y="36510"/>
                </a:lnTo>
                <a:lnTo>
                  <a:pt x="774922" y="36160"/>
                </a:lnTo>
                <a:lnTo>
                  <a:pt x="774664" y="35819"/>
                </a:lnTo>
                <a:lnTo>
                  <a:pt x="774394" y="35483"/>
                </a:lnTo>
                <a:lnTo>
                  <a:pt x="774113" y="35153"/>
                </a:lnTo>
                <a:lnTo>
                  <a:pt x="773820" y="34829"/>
                </a:lnTo>
                <a:lnTo>
                  <a:pt x="773516" y="34511"/>
                </a:lnTo>
                <a:lnTo>
                  <a:pt x="773200" y="34199"/>
                </a:lnTo>
                <a:lnTo>
                  <a:pt x="772873" y="33893"/>
                </a:lnTo>
                <a:lnTo>
                  <a:pt x="772534" y="33593"/>
                </a:lnTo>
                <a:lnTo>
                  <a:pt x="772183" y="33299"/>
                </a:lnTo>
                <a:lnTo>
                  <a:pt x="771821" y="33010"/>
                </a:lnTo>
                <a:lnTo>
                  <a:pt x="771447" y="32728"/>
                </a:lnTo>
                <a:lnTo>
                  <a:pt x="771062" y="32452"/>
                </a:lnTo>
                <a:lnTo>
                  <a:pt x="770665" y="32182"/>
                </a:lnTo>
                <a:lnTo>
                  <a:pt x="770257" y="31917"/>
                </a:lnTo>
                <a:lnTo>
                  <a:pt x="769837" y="31659"/>
                </a:lnTo>
                <a:lnTo>
                  <a:pt x="769405" y="31406"/>
                </a:lnTo>
                <a:lnTo>
                  <a:pt x="768962" y="31160"/>
                </a:lnTo>
                <a:lnTo>
                  <a:pt x="768508" y="30919"/>
                </a:lnTo>
                <a:lnTo>
                  <a:pt x="768041" y="30685"/>
                </a:lnTo>
                <a:lnTo>
                  <a:pt x="767564" y="30456"/>
                </a:lnTo>
                <a:lnTo>
                  <a:pt x="767074" y="30233"/>
                </a:lnTo>
                <a:lnTo>
                  <a:pt x="766573" y="30017"/>
                </a:lnTo>
                <a:lnTo>
                  <a:pt x="766061" y="29806"/>
                </a:lnTo>
                <a:lnTo>
                  <a:pt x="765537" y="29601"/>
                </a:lnTo>
                <a:lnTo>
                  <a:pt x="765004" y="29404"/>
                </a:lnTo>
                <a:lnTo>
                  <a:pt x="764463" y="29214"/>
                </a:lnTo>
                <a:lnTo>
                  <a:pt x="763916" y="29034"/>
                </a:lnTo>
                <a:lnTo>
                  <a:pt x="763361" y="28861"/>
                </a:lnTo>
                <a:lnTo>
                  <a:pt x="762799" y="28697"/>
                </a:lnTo>
                <a:lnTo>
                  <a:pt x="762230" y="28542"/>
                </a:lnTo>
                <a:lnTo>
                  <a:pt x="761654" y="28394"/>
                </a:lnTo>
                <a:lnTo>
                  <a:pt x="761071" y="28256"/>
                </a:lnTo>
                <a:lnTo>
                  <a:pt x="760480" y="28125"/>
                </a:lnTo>
                <a:lnTo>
                  <a:pt x="759883" y="28003"/>
                </a:lnTo>
                <a:lnTo>
                  <a:pt x="759278" y="27890"/>
                </a:lnTo>
                <a:lnTo>
                  <a:pt x="758667" y="27785"/>
                </a:lnTo>
                <a:lnTo>
                  <a:pt x="758048" y="27688"/>
                </a:lnTo>
                <a:lnTo>
                  <a:pt x="757422" y="27600"/>
                </a:lnTo>
                <a:lnTo>
                  <a:pt x="756789" y="27520"/>
                </a:lnTo>
                <a:lnTo>
                  <a:pt x="756148" y="27448"/>
                </a:lnTo>
                <a:lnTo>
                  <a:pt x="755501" y="27385"/>
                </a:lnTo>
                <a:lnTo>
                  <a:pt x="754847" y="27331"/>
                </a:lnTo>
                <a:lnTo>
                  <a:pt x="754185" y="27284"/>
                </a:lnTo>
                <a:lnTo>
                  <a:pt x="753516" y="27246"/>
                </a:lnTo>
                <a:lnTo>
                  <a:pt x="752840" y="27217"/>
                </a:lnTo>
                <a:lnTo>
                  <a:pt x="752157" y="27196"/>
                </a:lnTo>
                <a:lnTo>
                  <a:pt x="751467" y="27183"/>
                </a:lnTo>
                <a:lnTo>
                  <a:pt x="750770" y="27179"/>
                </a:lnTo>
                <a:lnTo>
                  <a:pt x="750306" y="27182"/>
                </a:lnTo>
                <a:lnTo>
                  <a:pt x="749844" y="27189"/>
                </a:lnTo>
                <a:lnTo>
                  <a:pt x="749385" y="27202"/>
                </a:lnTo>
                <a:lnTo>
                  <a:pt x="748928" y="27219"/>
                </a:lnTo>
                <a:lnTo>
                  <a:pt x="748474" y="27242"/>
                </a:lnTo>
                <a:lnTo>
                  <a:pt x="748022" y="27270"/>
                </a:lnTo>
                <a:lnTo>
                  <a:pt x="747573" y="27302"/>
                </a:lnTo>
                <a:lnTo>
                  <a:pt x="747126" y="27340"/>
                </a:lnTo>
                <a:lnTo>
                  <a:pt x="746682" y="27383"/>
                </a:lnTo>
                <a:lnTo>
                  <a:pt x="746240" y="27430"/>
                </a:lnTo>
                <a:lnTo>
                  <a:pt x="745800" y="27483"/>
                </a:lnTo>
                <a:lnTo>
                  <a:pt x="745363" y="27541"/>
                </a:lnTo>
                <a:lnTo>
                  <a:pt x="744928" y="27604"/>
                </a:lnTo>
                <a:lnTo>
                  <a:pt x="744496" y="27671"/>
                </a:lnTo>
                <a:lnTo>
                  <a:pt x="744066" y="27744"/>
                </a:lnTo>
                <a:lnTo>
                  <a:pt x="743639" y="27822"/>
                </a:lnTo>
                <a:lnTo>
                  <a:pt x="743214" y="27905"/>
                </a:lnTo>
                <a:lnTo>
                  <a:pt x="742792" y="27993"/>
                </a:lnTo>
                <a:lnTo>
                  <a:pt x="742372" y="28086"/>
                </a:lnTo>
                <a:lnTo>
                  <a:pt x="741954" y="28184"/>
                </a:lnTo>
                <a:lnTo>
                  <a:pt x="741539" y="28287"/>
                </a:lnTo>
                <a:lnTo>
                  <a:pt x="741127" y="28395"/>
                </a:lnTo>
                <a:lnTo>
                  <a:pt x="740716" y="28508"/>
                </a:lnTo>
                <a:lnTo>
                  <a:pt x="740309" y="28626"/>
                </a:lnTo>
                <a:lnTo>
                  <a:pt x="739906" y="28747"/>
                </a:lnTo>
                <a:lnTo>
                  <a:pt x="739510" y="28871"/>
                </a:lnTo>
                <a:lnTo>
                  <a:pt x="739121" y="28997"/>
                </a:lnTo>
                <a:lnTo>
                  <a:pt x="738740" y="29126"/>
                </a:lnTo>
                <a:lnTo>
                  <a:pt x="738366" y="29256"/>
                </a:lnTo>
                <a:lnTo>
                  <a:pt x="737998" y="29389"/>
                </a:lnTo>
                <a:lnTo>
                  <a:pt x="737638" y="29524"/>
                </a:lnTo>
                <a:lnTo>
                  <a:pt x="737285" y="29661"/>
                </a:lnTo>
                <a:lnTo>
                  <a:pt x="736939" y="29800"/>
                </a:lnTo>
                <a:lnTo>
                  <a:pt x="736600" y="29942"/>
                </a:lnTo>
                <a:lnTo>
                  <a:pt x="736269" y="30086"/>
                </a:lnTo>
                <a:lnTo>
                  <a:pt x="735944" y="30232"/>
                </a:lnTo>
                <a:lnTo>
                  <a:pt x="735627" y="30380"/>
                </a:lnTo>
                <a:lnTo>
                  <a:pt x="735317" y="30531"/>
                </a:lnTo>
                <a:lnTo>
                  <a:pt x="735013" y="30683"/>
                </a:lnTo>
                <a:lnTo>
                  <a:pt x="734717" y="30838"/>
                </a:lnTo>
                <a:lnTo>
                  <a:pt x="734429" y="30995"/>
                </a:lnTo>
                <a:lnTo>
                  <a:pt x="734147" y="31155"/>
                </a:lnTo>
                <a:lnTo>
                  <a:pt x="733872" y="31316"/>
                </a:lnTo>
                <a:lnTo>
                  <a:pt x="733605" y="31480"/>
                </a:lnTo>
                <a:lnTo>
                  <a:pt x="733344" y="31646"/>
                </a:lnTo>
                <a:lnTo>
                  <a:pt x="733091" y="31814"/>
                </a:lnTo>
                <a:lnTo>
                  <a:pt x="732845" y="31985"/>
                </a:lnTo>
                <a:lnTo>
                  <a:pt x="732606" y="32158"/>
                </a:lnTo>
                <a:lnTo>
                  <a:pt x="732295" y="32384"/>
                </a:lnTo>
                <a:lnTo>
                  <a:pt x="731989" y="32616"/>
                </a:lnTo>
                <a:lnTo>
                  <a:pt x="731689" y="32852"/>
                </a:lnTo>
                <a:lnTo>
                  <a:pt x="731394" y="33093"/>
                </a:lnTo>
                <a:lnTo>
                  <a:pt x="731105" y="33339"/>
                </a:lnTo>
                <a:lnTo>
                  <a:pt x="730821" y="33589"/>
                </a:lnTo>
                <a:lnTo>
                  <a:pt x="730543" y="33845"/>
                </a:lnTo>
                <a:lnTo>
                  <a:pt x="730270" y="34105"/>
                </a:lnTo>
                <a:lnTo>
                  <a:pt x="730003" y="34370"/>
                </a:lnTo>
                <a:lnTo>
                  <a:pt x="729741" y="34640"/>
                </a:lnTo>
                <a:lnTo>
                  <a:pt x="729484" y="34914"/>
                </a:lnTo>
                <a:lnTo>
                  <a:pt x="729234" y="35193"/>
                </a:lnTo>
                <a:lnTo>
                  <a:pt x="728988" y="35478"/>
                </a:lnTo>
                <a:lnTo>
                  <a:pt x="728748" y="35766"/>
                </a:lnTo>
                <a:lnTo>
                  <a:pt x="728514" y="36060"/>
                </a:lnTo>
                <a:lnTo>
                  <a:pt x="728285" y="36359"/>
                </a:lnTo>
                <a:lnTo>
                  <a:pt x="728062" y="36662"/>
                </a:lnTo>
                <a:lnTo>
                  <a:pt x="727844" y="36970"/>
                </a:lnTo>
                <a:lnTo>
                  <a:pt x="727632" y="37283"/>
                </a:lnTo>
                <a:lnTo>
                  <a:pt x="727425" y="37600"/>
                </a:lnTo>
                <a:lnTo>
                  <a:pt x="727223" y="37923"/>
                </a:lnTo>
                <a:lnTo>
                  <a:pt x="727027" y="38250"/>
                </a:lnTo>
                <a:lnTo>
                  <a:pt x="726837" y="38582"/>
                </a:lnTo>
                <a:lnTo>
                  <a:pt x="726652" y="38919"/>
                </a:lnTo>
                <a:lnTo>
                  <a:pt x="726473" y="39259"/>
                </a:lnTo>
                <a:lnTo>
                  <a:pt x="726303" y="39602"/>
                </a:lnTo>
                <a:lnTo>
                  <a:pt x="726139" y="39947"/>
                </a:lnTo>
                <a:lnTo>
                  <a:pt x="725984" y="40295"/>
                </a:lnTo>
                <a:lnTo>
                  <a:pt x="725836" y="40645"/>
                </a:lnTo>
                <a:lnTo>
                  <a:pt x="725695" y="40998"/>
                </a:lnTo>
                <a:lnTo>
                  <a:pt x="725562" y="41353"/>
                </a:lnTo>
                <a:lnTo>
                  <a:pt x="725437" y="41711"/>
                </a:lnTo>
                <a:lnTo>
                  <a:pt x="725320" y="42071"/>
                </a:lnTo>
                <a:lnTo>
                  <a:pt x="725209" y="42433"/>
                </a:lnTo>
                <a:lnTo>
                  <a:pt x="725107" y="42798"/>
                </a:lnTo>
                <a:lnTo>
                  <a:pt x="725012" y="43166"/>
                </a:lnTo>
                <a:lnTo>
                  <a:pt x="724925" y="43535"/>
                </a:lnTo>
                <a:lnTo>
                  <a:pt x="724845" y="43908"/>
                </a:lnTo>
                <a:lnTo>
                  <a:pt x="724773" y="44282"/>
                </a:lnTo>
                <a:lnTo>
                  <a:pt x="724708" y="44660"/>
                </a:lnTo>
                <a:lnTo>
                  <a:pt x="724651" y="45039"/>
                </a:lnTo>
                <a:lnTo>
                  <a:pt x="724602" y="45421"/>
                </a:lnTo>
                <a:lnTo>
                  <a:pt x="724560" y="45806"/>
                </a:lnTo>
                <a:lnTo>
                  <a:pt x="724526" y="46193"/>
                </a:lnTo>
                <a:lnTo>
                  <a:pt x="724500" y="46582"/>
                </a:lnTo>
                <a:lnTo>
                  <a:pt x="724481" y="46974"/>
                </a:lnTo>
                <a:lnTo>
                  <a:pt x="724469" y="47369"/>
                </a:lnTo>
                <a:lnTo>
                  <a:pt x="724465" y="47765"/>
                </a:lnTo>
                <a:lnTo>
                  <a:pt x="724470" y="48201"/>
                </a:lnTo>
                <a:lnTo>
                  <a:pt x="724484" y="48634"/>
                </a:lnTo>
                <a:lnTo>
                  <a:pt x="724507" y="49063"/>
                </a:lnTo>
                <a:lnTo>
                  <a:pt x="724539" y="49489"/>
                </a:lnTo>
                <a:lnTo>
                  <a:pt x="724581" y="49912"/>
                </a:lnTo>
                <a:lnTo>
                  <a:pt x="724632" y="50332"/>
                </a:lnTo>
                <a:lnTo>
                  <a:pt x="724692" y="50749"/>
                </a:lnTo>
                <a:lnTo>
                  <a:pt x="724761" y="51163"/>
                </a:lnTo>
                <a:lnTo>
                  <a:pt x="724839" y="51573"/>
                </a:lnTo>
                <a:lnTo>
                  <a:pt x="724927" y="51981"/>
                </a:lnTo>
                <a:lnTo>
                  <a:pt x="725024" y="52385"/>
                </a:lnTo>
                <a:lnTo>
                  <a:pt x="725130" y="52786"/>
                </a:lnTo>
                <a:lnTo>
                  <a:pt x="725245" y="53184"/>
                </a:lnTo>
                <a:lnTo>
                  <a:pt x="725370" y="53578"/>
                </a:lnTo>
                <a:lnTo>
                  <a:pt x="725503" y="53970"/>
                </a:lnTo>
                <a:lnTo>
                  <a:pt x="725646" y="54358"/>
                </a:lnTo>
                <a:lnTo>
                  <a:pt x="725799" y="54744"/>
                </a:lnTo>
                <a:lnTo>
                  <a:pt x="725960" y="55126"/>
                </a:lnTo>
                <a:lnTo>
                  <a:pt x="726131" y="55505"/>
                </a:lnTo>
                <a:lnTo>
                  <a:pt x="726311" y="55881"/>
                </a:lnTo>
                <a:lnTo>
                  <a:pt x="726500" y="56253"/>
                </a:lnTo>
                <a:lnTo>
                  <a:pt x="726698" y="56623"/>
                </a:lnTo>
                <a:lnTo>
                  <a:pt x="726906" y="56989"/>
                </a:lnTo>
                <a:lnTo>
                  <a:pt x="727123" y="57352"/>
                </a:lnTo>
                <a:lnTo>
                  <a:pt x="727349" y="57711"/>
                </a:lnTo>
                <a:lnTo>
                  <a:pt x="727583" y="58062"/>
                </a:lnTo>
                <a:lnTo>
                  <a:pt x="727826" y="58408"/>
                </a:lnTo>
                <a:lnTo>
                  <a:pt x="728078" y="58746"/>
                </a:lnTo>
                <a:lnTo>
                  <a:pt x="728338" y="59078"/>
                </a:lnTo>
                <a:lnTo>
                  <a:pt x="728607" y="59404"/>
                </a:lnTo>
                <a:lnTo>
                  <a:pt x="728885" y="59723"/>
                </a:lnTo>
                <a:lnTo>
                  <a:pt x="729171" y="60036"/>
                </a:lnTo>
                <a:lnTo>
                  <a:pt x="729466" y="60342"/>
                </a:lnTo>
                <a:lnTo>
                  <a:pt x="729769" y="60641"/>
                </a:lnTo>
                <a:lnTo>
                  <a:pt x="730082" y="60934"/>
                </a:lnTo>
                <a:lnTo>
                  <a:pt x="730402" y="61221"/>
                </a:lnTo>
                <a:lnTo>
                  <a:pt x="730732" y="61500"/>
                </a:lnTo>
                <a:lnTo>
                  <a:pt x="731070" y="61774"/>
                </a:lnTo>
                <a:lnTo>
                  <a:pt x="731417" y="62040"/>
                </a:lnTo>
                <a:lnTo>
                  <a:pt x="731772" y="62301"/>
                </a:lnTo>
                <a:lnTo>
                  <a:pt x="732136" y="62554"/>
                </a:lnTo>
                <a:lnTo>
                  <a:pt x="732509" y="62801"/>
                </a:lnTo>
                <a:lnTo>
                  <a:pt x="732890" y="63042"/>
                </a:lnTo>
                <a:lnTo>
                  <a:pt x="733280" y="63276"/>
                </a:lnTo>
                <a:lnTo>
                  <a:pt x="733679" y="63504"/>
                </a:lnTo>
                <a:lnTo>
                  <a:pt x="734086" y="63725"/>
                </a:lnTo>
                <a:lnTo>
                  <a:pt x="734502" y="63939"/>
                </a:lnTo>
                <a:lnTo>
                  <a:pt x="734927" y="64147"/>
                </a:lnTo>
                <a:lnTo>
                  <a:pt x="735370" y="64353"/>
                </a:lnTo>
                <a:lnTo>
                  <a:pt x="735841" y="64563"/>
                </a:lnTo>
                <a:lnTo>
                  <a:pt x="736341" y="64775"/>
                </a:lnTo>
                <a:lnTo>
                  <a:pt x="736869" y="64991"/>
                </a:lnTo>
                <a:lnTo>
                  <a:pt x="737426" y="65210"/>
                </a:lnTo>
                <a:lnTo>
                  <a:pt x="738011" y="65432"/>
                </a:lnTo>
                <a:lnTo>
                  <a:pt x="738624" y="65657"/>
                </a:lnTo>
                <a:lnTo>
                  <a:pt x="739266" y="65885"/>
                </a:lnTo>
                <a:lnTo>
                  <a:pt x="739936" y="66116"/>
                </a:lnTo>
                <a:lnTo>
                  <a:pt x="740635" y="66351"/>
                </a:lnTo>
                <a:lnTo>
                  <a:pt x="741362" y="66589"/>
                </a:lnTo>
                <a:lnTo>
                  <a:pt x="742117" y="66830"/>
                </a:lnTo>
                <a:lnTo>
                  <a:pt x="742900" y="67074"/>
                </a:lnTo>
                <a:lnTo>
                  <a:pt x="743712" y="67321"/>
                </a:lnTo>
                <a:lnTo>
                  <a:pt x="744553" y="67571"/>
                </a:lnTo>
                <a:lnTo>
                  <a:pt x="745422" y="67825"/>
                </a:lnTo>
                <a:lnTo>
                  <a:pt x="746319" y="68081"/>
                </a:lnTo>
                <a:lnTo>
                  <a:pt x="747244" y="68341"/>
                </a:lnTo>
                <a:lnTo>
                  <a:pt x="748198" y="68604"/>
                </a:lnTo>
                <a:lnTo>
                  <a:pt x="749181" y="68870"/>
                </a:lnTo>
                <a:lnTo>
                  <a:pt x="750191" y="69140"/>
                </a:lnTo>
                <a:lnTo>
                  <a:pt x="751230" y="69412"/>
                </a:lnTo>
                <a:lnTo>
                  <a:pt x="752298" y="69688"/>
                </a:lnTo>
                <a:lnTo>
                  <a:pt x="753394" y="69966"/>
                </a:lnTo>
                <a:lnTo>
                  <a:pt x="754205" y="70172"/>
                </a:lnTo>
                <a:lnTo>
                  <a:pt x="754991" y="70375"/>
                </a:lnTo>
                <a:lnTo>
                  <a:pt x="755751" y="70575"/>
                </a:lnTo>
                <a:lnTo>
                  <a:pt x="756485" y="70772"/>
                </a:lnTo>
                <a:lnTo>
                  <a:pt x="757193" y="70966"/>
                </a:lnTo>
                <a:lnTo>
                  <a:pt x="757876" y="71156"/>
                </a:lnTo>
                <a:lnTo>
                  <a:pt x="758533" y="71344"/>
                </a:lnTo>
                <a:lnTo>
                  <a:pt x="759165" y="71529"/>
                </a:lnTo>
                <a:lnTo>
                  <a:pt x="759770" y="71710"/>
                </a:lnTo>
                <a:lnTo>
                  <a:pt x="760350" y="71889"/>
                </a:lnTo>
                <a:lnTo>
                  <a:pt x="760905" y="72064"/>
                </a:lnTo>
                <a:lnTo>
                  <a:pt x="761433" y="72237"/>
                </a:lnTo>
                <a:lnTo>
                  <a:pt x="761936" y="72406"/>
                </a:lnTo>
                <a:lnTo>
                  <a:pt x="762413" y="72573"/>
                </a:lnTo>
                <a:lnTo>
                  <a:pt x="762865" y="72736"/>
                </a:lnTo>
                <a:lnTo>
                  <a:pt x="763291" y="72897"/>
                </a:lnTo>
                <a:lnTo>
                  <a:pt x="763691" y="73054"/>
                </a:lnTo>
                <a:lnTo>
                  <a:pt x="764065" y="73208"/>
                </a:lnTo>
                <a:lnTo>
                  <a:pt x="764414" y="73359"/>
                </a:lnTo>
                <a:lnTo>
                  <a:pt x="764737" y="73508"/>
                </a:lnTo>
                <a:lnTo>
                  <a:pt x="765035" y="73653"/>
                </a:lnTo>
                <a:lnTo>
                  <a:pt x="765306" y="73795"/>
                </a:lnTo>
                <a:lnTo>
                  <a:pt x="765552" y="73934"/>
                </a:lnTo>
                <a:lnTo>
                  <a:pt x="765772" y="74070"/>
                </a:lnTo>
                <a:lnTo>
                  <a:pt x="766063" y="74269"/>
                </a:lnTo>
                <a:lnTo>
                  <a:pt x="766342" y="74475"/>
                </a:lnTo>
                <a:lnTo>
                  <a:pt x="766608" y="74686"/>
                </a:lnTo>
                <a:lnTo>
                  <a:pt x="766862" y="74904"/>
                </a:lnTo>
                <a:lnTo>
                  <a:pt x="767103" y="75127"/>
                </a:lnTo>
                <a:lnTo>
                  <a:pt x="767332" y="75357"/>
                </a:lnTo>
                <a:lnTo>
                  <a:pt x="767549" y="75592"/>
                </a:lnTo>
                <a:lnTo>
                  <a:pt x="767753" y="75834"/>
                </a:lnTo>
                <a:lnTo>
                  <a:pt x="767945" y="76082"/>
                </a:lnTo>
                <a:lnTo>
                  <a:pt x="768125" y="76336"/>
                </a:lnTo>
                <a:lnTo>
                  <a:pt x="768292" y="76596"/>
                </a:lnTo>
                <a:lnTo>
                  <a:pt x="768447" y="76862"/>
                </a:lnTo>
                <a:lnTo>
                  <a:pt x="768589" y="77134"/>
                </a:lnTo>
                <a:lnTo>
                  <a:pt x="768719" y="77412"/>
                </a:lnTo>
                <a:lnTo>
                  <a:pt x="768837" y="77697"/>
                </a:lnTo>
                <a:lnTo>
                  <a:pt x="768942" y="77987"/>
                </a:lnTo>
                <a:lnTo>
                  <a:pt x="769035" y="78283"/>
                </a:lnTo>
                <a:lnTo>
                  <a:pt x="769115" y="78586"/>
                </a:lnTo>
                <a:lnTo>
                  <a:pt x="769183" y="78895"/>
                </a:lnTo>
                <a:lnTo>
                  <a:pt x="769239" y="79209"/>
                </a:lnTo>
                <a:lnTo>
                  <a:pt x="769282" y="79530"/>
                </a:lnTo>
                <a:lnTo>
                  <a:pt x="769313" y="79857"/>
                </a:lnTo>
                <a:lnTo>
                  <a:pt x="769332" y="80190"/>
                </a:lnTo>
                <a:lnTo>
                  <a:pt x="769338" y="80529"/>
                </a:lnTo>
                <a:lnTo>
                  <a:pt x="769331" y="80908"/>
                </a:lnTo>
                <a:lnTo>
                  <a:pt x="769310" y="81283"/>
                </a:lnTo>
                <a:lnTo>
                  <a:pt x="769275" y="81654"/>
                </a:lnTo>
                <a:lnTo>
                  <a:pt x="769226" y="82021"/>
                </a:lnTo>
                <a:lnTo>
                  <a:pt x="769163" y="82384"/>
                </a:lnTo>
                <a:lnTo>
                  <a:pt x="769086" y="82742"/>
                </a:lnTo>
                <a:lnTo>
                  <a:pt x="768995" y="83097"/>
                </a:lnTo>
                <a:lnTo>
                  <a:pt x="768890" y="83448"/>
                </a:lnTo>
                <a:lnTo>
                  <a:pt x="768770" y="83794"/>
                </a:lnTo>
                <a:lnTo>
                  <a:pt x="768637" y="84136"/>
                </a:lnTo>
                <a:lnTo>
                  <a:pt x="768490" y="84475"/>
                </a:lnTo>
                <a:lnTo>
                  <a:pt x="768329" y="84809"/>
                </a:lnTo>
                <a:lnTo>
                  <a:pt x="768154" y="85139"/>
                </a:lnTo>
                <a:lnTo>
                  <a:pt x="767965" y="85465"/>
                </a:lnTo>
                <a:lnTo>
                  <a:pt x="767761" y="85787"/>
                </a:lnTo>
                <a:lnTo>
                  <a:pt x="767544" y="86105"/>
                </a:lnTo>
                <a:lnTo>
                  <a:pt x="767313" y="86419"/>
                </a:lnTo>
                <a:lnTo>
                  <a:pt x="767068" y="86728"/>
                </a:lnTo>
                <a:lnTo>
                  <a:pt x="766808" y="87034"/>
                </a:lnTo>
                <a:lnTo>
                  <a:pt x="766535" y="87335"/>
                </a:lnTo>
                <a:lnTo>
                  <a:pt x="766248" y="87633"/>
                </a:lnTo>
                <a:lnTo>
                  <a:pt x="765946" y="87926"/>
                </a:lnTo>
                <a:lnTo>
                  <a:pt x="765631" y="88216"/>
                </a:lnTo>
                <a:lnTo>
                  <a:pt x="765302" y="88501"/>
                </a:lnTo>
                <a:lnTo>
                  <a:pt x="764958" y="88778"/>
                </a:lnTo>
                <a:lnTo>
                  <a:pt x="764599" y="89043"/>
                </a:lnTo>
                <a:lnTo>
                  <a:pt x="764225" y="89297"/>
                </a:lnTo>
                <a:lnTo>
                  <a:pt x="763836" y="89539"/>
                </a:lnTo>
                <a:lnTo>
                  <a:pt x="763433" y="89769"/>
                </a:lnTo>
                <a:lnTo>
                  <a:pt x="763014" y="89987"/>
                </a:lnTo>
                <a:lnTo>
                  <a:pt x="762581" y="90193"/>
                </a:lnTo>
                <a:lnTo>
                  <a:pt x="762132" y="90388"/>
                </a:lnTo>
                <a:lnTo>
                  <a:pt x="761669" y="90571"/>
                </a:lnTo>
                <a:lnTo>
                  <a:pt x="761190" y="90742"/>
                </a:lnTo>
                <a:lnTo>
                  <a:pt x="760697" y="90901"/>
                </a:lnTo>
                <a:lnTo>
                  <a:pt x="760189" y="91049"/>
                </a:lnTo>
                <a:lnTo>
                  <a:pt x="759665" y="91184"/>
                </a:lnTo>
                <a:lnTo>
                  <a:pt x="759127" y="91308"/>
                </a:lnTo>
                <a:lnTo>
                  <a:pt x="758574" y="91420"/>
                </a:lnTo>
                <a:lnTo>
                  <a:pt x="758006" y="91521"/>
                </a:lnTo>
                <a:lnTo>
                  <a:pt x="757423" y="91609"/>
                </a:lnTo>
                <a:lnTo>
                  <a:pt x="756825" y="91686"/>
                </a:lnTo>
                <a:lnTo>
                  <a:pt x="756212" y="91751"/>
                </a:lnTo>
                <a:lnTo>
                  <a:pt x="755584" y="91804"/>
                </a:lnTo>
                <a:lnTo>
                  <a:pt x="754941" y="91845"/>
                </a:lnTo>
                <a:lnTo>
                  <a:pt x="754283" y="91874"/>
                </a:lnTo>
                <a:lnTo>
                  <a:pt x="753611" y="91892"/>
                </a:lnTo>
                <a:lnTo>
                  <a:pt x="752923" y="91898"/>
                </a:lnTo>
                <a:lnTo>
                  <a:pt x="752240" y="91891"/>
                </a:lnTo>
                <a:lnTo>
                  <a:pt x="751569" y="91871"/>
                </a:lnTo>
                <a:lnTo>
                  <a:pt x="750911" y="91838"/>
                </a:lnTo>
                <a:lnTo>
                  <a:pt x="750266" y="91791"/>
                </a:lnTo>
                <a:lnTo>
                  <a:pt x="749634" y="91731"/>
                </a:lnTo>
                <a:lnTo>
                  <a:pt x="749015" y="91657"/>
                </a:lnTo>
                <a:lnTo>
                  <a:pt x="748408" y="91570"/>
                </a:lnTo>
                <a:lnTo>
                  <a:pt x="747814" y="91470"/>
                </a:lnTo>
                <a:lnTo>
                  <a:pt x="747232" y="91356"/>
                </a:lnTo>
                <a:lnTo>
                  <a:pt x="746664" y="91229"/>
                </a:lnTo>
                <a:lnTo>
                  <a:pt x="746108" y="91089"/>
                </a:lnTo>
                <a:lnTo>
                  <a:pt x="745565" y="90935"/>
                </a:lnTo>
                <a:lnTo>
                  <a:pt x="745034" y="90768"/>
                </a:lnTo>
                <a:lnTo>
                  <a:pt x="744517" y="90587"/>
                </a:lnTo>
                <a:lnTo>
                  <a:pt x="744012" y="90394"/>
                </a:lnTo>
                <a:lnTo>
                  <a:pt x="743519" y="90186"/>
                </a:lnTo>
                <a:lnTo>
                  <a:pt x="743040" y="89966"/>
                </a:lnTo>
                <a:lnTo>
                  <a:pt x="742573" y="89732"/>
                </a:lnTo>
                <a:lnTo>
                  <a:pt x="742119" y="89484"/>
                </a:lnTo>
                <a:lnTo>
                  <a:pt x="741678" y="89223"/>
                </a:lnTo>
                <a:lnTo>
                  <a:pt x="741249" y="88949"/>
                </a:lnTo>
                <a:lnTo>
                  <a:pt x="740833" y="88662"/>
                </a:lnTo>
                <a:lnTo>
                  <a:pt x="740430" y="88361"/>
                </a:lnTo>
                <a:lnTo>
                  <a:pt x="740040" y="88047"/>
                </a:lnTo>
                <a:lnTo>
                  <a:pt x="739662" y="87720"/>
                </a:lnTo>
                <a:lnTo>
                  <a:pt x="739297" y="87381"/>
                </a:lnTo>
                <a:lnTo>
                  <a:pt x="738944" y="87030"/>
                </a:lnTo>
                <a:lnTo>
                  <a:pt x="738604" y="86668"/>
                </a:lnTo>
                <a:lnTo>
                  <a:pt x="738276" y="86294"/>
                </a:lnTo>
                <a:lnTo>
                  <a:pt x="737960" y="85909"/>
                </a:lnTo>
                <a:lnTo>
                  <a:pt x="737658" y="85511"/>
                </a:lnTo>
                <a:lnTo>
                  <a:pt x="737367" y="85102"/>
                </a:lnTo>
                <a:lnTo>
                  <a:pt x="737090" y="84682"/>
                </a:lnTo>
                <a:lnTo>
                  <a:pt x="736824" y="84249"/>
                </a:lnTo>
                <a:lnTo>
                  <a:pt x="736571" y="83805"/>
                </a:lnTo>
                <a:lnTo>
                  <a:pt x="736331" y="83349"/>
                </a:lnTo>
                <a:lnTo>
                  <a:pt x="736103" y="82881"/>
                </a:lnTo>
                <a:lnTo>
                  <a:pt x="735888" y="82402"/>
                </a:lnTo>
                <a:lnTo>
                  <a:pt x="735685" y="81911"/>
                </a:lnTo>
                <a:lnTo>
                  <a:pt x="735495" y="81408"/>
                </a:lnTo>
                <a:lnTo>
                  <a:pt x="735317" y="80893"/>
                </a:lnTo>
                <a:lnTo>
                  <a:pt x="735152" y="80367"/>
                </a:lnTo>
                <a:lnTo>
                  <a:pt x="734999" y="79829"/>
                </a:lnTo>
                <a:lnTo>
                  <a:pt x="734859" y="79279"/>
                </a:lnTo>
                <a:lnTo>
                  <a:pt x="734731" y="78718"/>
                </a:lnTo>
                <a:lnTo>
                  <a:pt x="734615" y="78145"/>
                </a:lnTo>
                <a:lnTo>
                  <a:pt x="734513" y="77560"/>
                </a:lnTo>
                <a:lnTo>
                  <a:pt x="734422" y="76963"/>
                </a:lnTo>
                <a:lnTo>
                  <a:pt x="722447" y="78847"/>
                </a:lnTo>
                <a:lnTo>
                  <a:pt x="722625" y="79787"/>
                </a:lnTo>
                <a:lnTo>
                  <a:pt x="722820" y="80708"/>
                </a:lnTo>
                <a:lnTo>
                  <a:pt x="723034" y="81610"/>
                </a:lnTo>
                <a:lnTo>
                  <a:pt x="723267" y="82492"/>
                </a:lnTo>
                <a:lnTo>
                  <a:pt x="723517" y="83355"/>
                </a:lnTo>
                <a:close/>
                <a:moveTo>
                  <a:pt x="843855" y="80139"/>
                </a:moveTo>
                <a:lnTo>
                  <a:pt x="843588" y="80704"/>
                </a:lnTo>
                <a:lnTo>
                  <a:pt x="843314" y="81254"/>
                </a:lnTo>
                <a:lnTo>
                  <a:pt x="843034" y="81789"/>
                </a:lnTo>
                <a:lnTo>
                  <a:pt x="842746" y="82310"/>
                </a:lnTo>
                <a:lnTo>
                  <a:pt x="842452" y="82816"/>
                </a:lnTo>
                <a:lnTo>
                  <a:pt x="842151" y="83308"/>
                </a:lnTo>
                <a:lnTo>
                  <a:pt x="841843" y="83785"/>
                </a:lnTo>
                <a:lnTo>
                  <a:pt x="841529" y="84247"/>
                </a:lnTo>
                <a:lnTo>
                  <a:pt x="841207" y="84695"/>
                </a:lnTo>
                <a:lnTo>
                  <a:pt x="840879" y="85128"/>
                </a:lnTo>
                <a:lnTo>
                  <a:pt x="840545" y="85546"/>
                </a:lnTo>
                <a:lnTo>
                  <a:pt x="840203" y="85950"/>
                </a:lnTo>
                <a:lnTo>
                  <a:pt x="839854" y="86339"/>
                </a:lnTo>
                <a:lnTo>
                  <a:pt x="839499" y="86714"/>
                </a:lnTo>
                <a:lnTo>
                  <a:pt x="839137" y="87074"/>
                </a:lnTo>
                <a:lnTo>
                  <a:pt x="838769" y="87419"/>
                </a:lnTo>
                <a:lnTo>
                  <a:pt x="838393" y="87750"/>
                </a:lnTo>
                <a:lnTo>
                  <a:pt x="838011" y="88067"/>
                </a:lnTo>
                <a:lnTo>
                  <a:pt x="837622" y="88368"/>
                </a:lnTo>
                <a:lnTo>
                  <a:pt x="837226" y="88656"/>
                </a:lnTo>
                <a:lnTo>
                  <a:pt x="836823" y="88932"/>
                </a:lnTo>
                <a:lnTo>
                  <a:pt x="836414" y="89196"/>
                </a:lnTo>
                <a:lnTo>
                  <a:pt x="835998" y="89447"/>
                </a:lnTo>
                <a:lnTo>
                  <a:pt x="835575" y="89686"/>
                </a:lnTo>
                <a:lnTo>
                  <a:pt x="835145" y="89913"/>
                </a:lnTo>
                <a:lnTo>
                  <a:pt x="834709" y="90127"/>
                </a:lnTo>
                <a:lnTo>
                  <a:pt x="834265" y="90329"/>
                </a:lnTo>
                <a:lnTo>
                  <a:pt x="833815" y="90519"/>
                </a:lnTo>
                <a:lnTo>
                  <a:pt x="833359" y="90697"/>
                </a:lnTo>
                <a:lnTo>
                  <a:pt x="832895" y="90862"/>
                </a:lnTo>
                <a:lnTo>
                  <a:pt x="832425" y="91016"/>
                </a:lnTo>
                <a:lnTo>
                  <a:pt x="831948" y="91157"/>
                </a:lnTo>
                <a:lnTo>
                  <a:pt x="831464" y="91285"/>
                </a:lnTo>
                <a:lnTo>
                  <a:pt x="830973" y="91402"/>
                </a:lnTo>
                <a:lnTo>
                  <a:pt x="830476" y="91506"/>
                </a:lnTo>
                <a:lnTo>
                  <a:pt x="829971" y="91598"/>
                </a:lnTo>
                <a:lnTo>
                  <a:pt x="829460" y="91677"/>
                </a:lnTo>
                <a:lnTo>
                  <a:pt x="828943" y="91745"/>
                </a:lnTo>
                <a:lnTo>
                  <a:pt x="828418" y="91800"/>
                </a:lnTo>
                <a:lnTo>
                  <a:pt x="827887" y="91843"/>
                </a:lnTo>
                <a:lnTo>
                  <a:pt x="827349" y="91874"/>
                </a:lnTo>
                <a:lnTo>
                  <a:pt x="826804" y="91892"/>
                </a:lnTo>
                <a:lnTo>
                  <a:pt x="826252" y="91898"/>
                </a:lnTo>
                <a:lnTo>
                  <a:pt x="825512" y="91887"/>
                </a:lnTo>
                <a:lnTo>
                  <a:pt x="824782" y="91855"/>
                </a:lnTo>
                <a:lnTo>
                  <a:pt x="824062" y="91800"/>
                </a:lnTo>
                <a:lnTo>
                  <a:pt x="823352" y="91724"/>
                </a:lnTo>
                <a:lnTo>
                  <a:pt x="822653" y="91626"/>
                </a:lnTo>
                <a:lnTo>
                  <a:pt x="821963" y="91506"/>
                </a:lnTo>
                <a:lnTo>
                  <a:pt x="821285" y="91364"/>
                </a:lnTo>
                <a:lnTo>
                  <a:pt x="820616" y="91201"/>
                </a:lnTo>
                <a:lnTo>
                  <a:pt x="819958" y="91016"/>
                </a:lnTo>
                <a:lnTo>
                  <a:pt x="819310" y="90809"/>
                </a:lnTo>
                <a:lnTo>
                  <a:pt x="818672" y="90580"/>
                </a:lnTo>
                <a:lnTo>
                  <a:pt x="818045" y="90330"/>
                </a:lnTo>
                <a:lnTo>
                  <a:pt x="817428" y="90057"/>
                </a:lnTo>
                <a:lnTo>
                  <a:pt x="816821" y="89763"/>
                </a:lnTo>
                <a:lnTo>
                  <a:pt x="816224" y="89448"/>
                </a:lnTo>
                <a:lnTo>
                  <a:pt x="815638" y="89110"/>
                </a:lnTo>
                <a:lnTo>
                  <a:pt x="815062" y="88750"/>
                </a:lnTo>
                <a:lnTo>
                  <a:pt x="814496" y="88369"/>
                </a:lnTo>
                <a:lnTo>
                  <a:pt x="813940" y="87966"/>
                </a:lnTo>
                <a:lnTo>
                  <a:pt x="813395" y="87542"/>
                </a:lnTo>
                <a:lnTo>
                  <a:pt x="812860" y="87095"/>
                </a:lnTo>
                <a:lnTo>
                  <a:pt x="812336" y="86627"/>
                </a:lnTo>
                <a:lnTo>
                  <a:pt x="811821" y="86137"/>
                </a:lnTo>
                <a:lnTo>
                  <a:pt x="811317" y="85625"/>
                </a:lnTo>
                <a:lnTo>
                  <a:pt x="810827" y="85092"/>
                </a:lnTo>
                <a:lnTo>
                  <a:pt x="810356" y="84541"/>
                </a:lnTo>
                <a:lnTo>
                  <a:pt x="809903" y="83970"/>
                </a:lnTo>
                <a:lnTo>
                  <a:pt x="809469" y="83380"/>
                </a:lnTo>
                <a:lnTo>
                  <a:pt x="809053" y="82771"/>
                </a:lnTo>
                <a:lnTo>
                  <a:pt x="808656" y="82142"/>
                </a:lnTo>
                <a:lnTo>
                  <a:pt x="808277" y="81494"/>
                </a:lnTo>
                <a:lnTo>
                  <a:pt x="807916" y="80828"/>
                </a:lnTo>
                <a:lnTo>
                  <a:pt x="807574" y="80141"/>
                </a:lnTo>
                <a:lnTo>
                  <a:pt x="807250" y="79436"/>
                </a:lnTo>
                <a:lnTo>
                  <a:pt x="806945" y="78712"/>
                </a:lnTo>
                <a:lnTo>
                  <a:pt x="806658" y="77968"/>
                </a:lnTo>
                <a:lnTo>
                  <a:pt x="806390" y="77205"/>
                </a:lnTo>
                <a:lnTo>
                  <a:pt x="806140" y="76423"/>
                </a:lnTo>
                <a:lnTo>
                  <a:pt x="805909" y="75621"/>
                </a:lnTo>
                <a:lnTo>
                  <a:pt x="805696" y="74801"/>
                </a:lnTo>
                <a:lnTo>
                  <a:pt x="805501" y="73961"/>
                </a:lnTo>
                <a:lnTo>
                  <a:pt x="805325" y="73102"/>
                </a:lnTo>
                <a:lnTo>
                  <a:pt x="805168" y="72224"/>
                </a:lnTo>
                <a:lnTo>
                  <a:pt x="805029" y="71326"/>
                </a:lnTo>
                <a:lnTo>
                  <a:pt x="804908" y="70410"/>
                </a:lnTo>
                <a:lnTo>
                  <a:pt x="804806" y="69474"/>
                </a:lnTo>
                <a:lnTo>
                  <a:pt x="804722" y="68519"/>
                </a:lnTo>
                <a:lnTo>
                  <a:pt x="804657" y="67544"/>
                </a:lnTo>
                <a:lnTo>
                  <a:pt x="857939" y="67544"/>
                </a:lnTo>
                <a:lnTo>
                  <a:pt x="857944" y="67367"/>
                </a:lnTo>
                <a:lnTo>
                  <a:pt x="857950" y="67194"/>
                </a:lnTo>
                <a:lnTo>
                  <a:pt x="857955" y="67024"/>
                </a:lnTo>
                <a:lnTo>
                  <a:pt x="857959" y="66858"/>
                </a:lnTo>
                <a:lnTo>
                  <a:pt x="857964" y="66696"/>
                </a:lnTo>
                <a:lnTo>
                  <a:pt x="857968" y="66537"/>
                </a:lnTo>
                <a:lnTo>
                  <a:pt x="857972" y="66382"/>
                </a:lnTo>
                <a:lnTo>
                  <a:pt x="857976" y="66231"/>
                </a:lnTo>
                <a:lnTo>
                  <a:pt x="857980" y="66084"/>
                </a:lnTo>
                <a:lnTo>
                  <a:pt x="857983" y="65940"/>
                </a:lnTo>
                <a:lnTo>
                  <a:pt x="857986" y="65801"/>
                </a:lnTo>
                <a:lnTo>
                  <a:pt x="857989" y="65664"/>
                </a:lnTo>
                <a:lnTo>
                  <a:pt x="857992" y="65532"/>
                </a:lnTo>
                <a:lnTo>
                  <a:pt x="857995" y="65403"/>
                </a:lnTo>
                <a:lnTo>
                  <a:pt x="857997" y="65278"/>
                </a:lnTo>
                <a:lnTo>
                  <a:pt x="857999" y="65157"/>
                </a:lnTo>
                <a:lnTo>
                  <a:pt x="858000" y="65040"/>
                </a:lnTo>
                <a:lnTo>
                  <a:pt x="858002" y="64926"/>
                </a:lnTo>
                <a:lnTo>
                  <a:pt x="858003" y="64816"/>
                </a:lnTo>
                <a:lnTo>
                  <a:pt x="858004" y="64709"/>
                </a:lnTo>
                <a:lnTo>
                  <a:pt x="858005" y="64607"/>
                </a:lnTo>
                <a:lnTo>
                  <a:pt x="858006" y="64508"/>
                </a:lnTo>
                <a:lnTo>
                  <a:pt x="858006" y="64413"/>
                </a:lnTo>
                <a:lnTo>
                  <a:pt x="858006" y="64322"/>
                </a:lnTo>
                <a:lnTo>
                  <a:pt x="857990" y="62863"/>
                </a:lnTo>
                <a:lnTo>
                  <a:pt x="857943" y="61433"/>
                </a:lnTo>
                <a:lnTo>
                  <a:pt x="857864" y="60029"/>
                </a:lnTo>
                <a:lnTo>
                  <a:pt x="857754" y="58654"/>
                </a:lnTo>
                <a:lnTo>
                  <a:pt x="857612" y="57306"/>
                </a:lnTo>
                <a:lnTo>
                  <a:pt x="857439" y="55985"/>
                </a:lnTo>
                <a:lnTo>
                  <a:pt x="857234" y="54692"/>
                </a:lnTo>
                <a:lnTo>
                  <a:pt x="856997" y="53426"/>
                </a:lnTo>
                <a:lnTo>
                  <a:pt x="856729" y="52188"/>
                </a:lnTo>
                <a:lnTo>
                  <a:pt x="856429" y="50978"/>
                </a:lnTo>
                <a:lnTo>
                  <a:pt x="856098" y="49795"/>
                </a:lnTo>
                <a:lnTo>
                  <a:pt x="855736" y="48639"/>
                </a:lnTo>
                <a:lnTo>
                  <a:pt x="855341" y="47511"/>
                </a:lnTo>
                <a:lnTo>
                  <a:pt x="854916" y="46411"/>
                </a:lnTo>
                <a:lnTo>
                  <a:pt x="854458" y="45338"/>
                </a:lnTo>
                <a:lnTo>
                  <a:pt x="853970" y="44292"/>
                </a:lnTo>
                <a:lnTo>
                  <a:pt x="853449" y="43274"/>
                </a:lnTo>
                <a:lnTo>
                  <a:pt x="852897" y="42284"/>
                </a:lnTo>
                <a:lnTo>
                  <a:pt x="852314" y="41321"/>
                </a:lnTo>
                <a:lnTo>
                  <a:pt x="851699" y="40386"/>
                </a:lnTo>
                <a:lnTo>
                  <a:pt x="851053" y="39478"/>
                </a:lnTo>
                <a:lnTo>
                  <a:pt x="850375" y="38597"/>
                </a:lnTo>
                <a:lnTo>
                  <a:pt x="849665" y="37745"/>
                </a:lnTo>
                <a:lnTo>
                  <a:pt x="848924" y="36919"/>
                </a:lnTo>
                <a:lnTo>
                  <a:pt x="848158" y="36125"/>
                </a:lnTo>
                <a:lnTo>
                  <a:pt x="847374" y="35364"/>
                </a:lnTo>
                <a:lnTo>
                  <a:pt x="846571" y="34637"/>
                </a:lnTo>
                <a:lnTo>
                  <a:pt x="845751" y="33943"/>
                </a:lnTo>
                <a:lnTo>
                  <a:pt x="844912" y="33284"/>
                </a:lnTo>
                <a:lnTo>
                  <a:pt x="844055" y="32658"/>
                </a:lnTo>
                <a:lnTo>
                  <a:pt x="843180" y="32066"/>
                </a:lnTo>
                <a:lnTo>
                  <a:pt x="842286" y="31508"/>
                </a:lnTo>
                <a:lnTo>
                  <a:pt x="841374" y="30984"/>
                </a:lnTo>
                <a:lnTo>
                  <a:pt x="840445" y="30494"/>
                </a:lnTo>
                <a:lnTo>
                  <a:pt x="839496" y="30037"/>
                </a:lnTo>
                <a:lnTo>
                  <a:pt x="838530" y="29614"/>
                </a:lnTo>
                <a:lnTo>
                  <a:pt x="837545" y="29225"/>
                </a:lnTo>
                <a:lnTo>
                  <a:pt x="836543" y="28870"/>
                </a:lnTo>
                <a:lnTo>
                  <a:pt x="835522" y="28549"/>
                </a:lnTo>
                <a:lnTo>
                  <a:pt x="834482" y="28261"/>
                </a:lnTo>
                <a:lnTo>
                  <a:pt x="833425" y="28008"/>
                </a:lnTo>
                <a:lnTo>
                  <a:pt x="832349" y="27788"/>
                </a:lnTo>
                <a:lnTo>
                  <a:pt x="831255" y="27602"/>
                </a:lnTo>
                <a:lnTo>
                  <a:pt x="830143" y="27450"/>
                </a:lnTo>
                <a:lnTo>
                  <a:pt x="829013" y="27331"/>
                </a:lnTo>
                <a:lnTo>
                  <a:pt x="827864" y="27247"/>
                </a:lnTo>
                <a:lnTo>
                  <a:pt x="826697" y="27196"/>
                </a:lnTo>
                <a:lnTo>
                  <a:pt x="825512" y="27179"/>
                </a:lnTo>
                <a:lnTo>
                  <a:pt x="824288" y="27197"/>
                </a:lnTo>
                <a:lnTo>
                  <a:pt x="823084" y="27248"/>
                </a:lnTo>
                <a:lnTo>
                  <a:pt x="821898" y="27335"/>
                </a:lnTo>
                <a:lnTo>
                  <a:pt x="820732" y="27456"/>
                </a:lnTo>
                <a:lnTo>
                  <a:pt x="819585" y="27611"/>
                </a:lnTo>
                <a:lnTo>
                  <a:pt x="818457" y="27802"/>
                </a:lnTo>
                <a:lnTo>
                  <a:pt x="817348" y="28026"/>
                </a:lnTo>
                <a:lnTo>
                  <a:pt x="816258" y="28286"/>
                </a:lnTo>
                <a:lnTo>
                  <a:pt x="815188" y="28579"/>
                </a:lnTo>
                <a:lnTo>
                  <a:pt x="814136" y="28908"/>
                </a:lnTo>
                <a:lnTo>
                  <a:pt x="813104" y="29271"/>
                </a:lnTo>
                <a:lnTo>
                  <a:pt x="812091" y="29668"/>
                </a:lnTo>
                <a:lnTo>
                  <a:pt x="811097" y="30101"/>
                </a:lnTo>
                <a:lnTo>
                  <a:pt x="810122" y="30567"/>
                </a:lnTo>
                <a:lnTo>
                  <a:pt x="809166" y="31069"/>
                </a:lnTo>
                <a:lnTo>
                  <a:pt x="808230" y="31604"/>
                </a:lnTo>
                <a:lnTo>
                  <a:pt x="807313" y="32175"/>
                </a:lnTo>
                <a:lnTo>
                  <a:pt x="806414" y="32780"/>
                </a:lnTo>
                <a:lnTo>
                  <a:pt x="805535" y="33419"/>
                </a:lnTo>
                <a:lnTo>
                  <a:pt x="804676" y="34094"/>
                </a:lnTo>
                <a:lnTo>
                  <a:pt x="803835" y="34802"/>
                </a:lnTo>
                <a:lnTo>
                  <a:pt x="803013" y="35546"/>
                </a:lnTo>
                <a:lnTo>
                  <a:pt x="802211" y="36324"/>
                </a:lnTo>
                <a:lnTo>
                  <a:pt x="801428" y="37136"/>
                </a:lnTo>
                <a:lnTo>
                  <a:pt x="800670" y="37980"/>
                </a:lnTo>
                <a:lnTo>
                  <a:pt x="799945" y="38851"/>
                </a:lnTo>
                <a:lnTo>
                  <a:pt x="799252" y="39751"/>
                </a:lnTo>
                <a:lnTo>
                  <a:pt x="798591" y="40679"/>
                </a:lnTo>
                <a:lnTo>
                  <a:pt x="797962" y="41635"/>
                </a:lnTo>
                <a:lnTo>
                  <a:pt x="797366" y="42619"/>
                </a:lnTo>
                <a:lnTo>
                  <a:pt x="796802" y="43631"/>
                </a:lnTo>
                <a:lnTo>
                  <a:pt x="796270" y="44671"/>
                </a:lnTo>
                <a:lnTo>
                  <a:pt x="795770" y="45739"/>
                </a:lnTo>
                <a:lnTo>
                  <a:pt x="795303" y="46835"/>
                </a:lnTo>
                <a:lnTo>
                  <a:pt x="794868" y="47959"/>
                </a:lnTo>
                <a:lnTo>
                  <a:pt x="794465" y="49111"/>
                </a:lnTo>
                <a:lnTo>
                  <a:pt x="794094" y="50291"/>
                </a:lnTo>
                <a:lnTo>
                  <a:pt x="793755" y="51499"/>
                </a:lnTo>
                <a:lnTo>
                  <a:pt x="793449" y="52735"/>
                </a:lnTo>
                <a:lnTo>
                  <a:pt x="793175" y="54000"/>
                </a:lnTo>
                <a:lnTo>
                  <a:pt x="792933" y="55292"/>
                </a:lnTo>
                <a:lnTo>
                  <a:pt x="792724" y="56612"/>
                </a:lnTo>
                <a:lnTo>
                  <a:pt x="792547" y="57960"/>
                </a:lnTo>
                <a:lnTo>
                  <a:pt x="792402" y="59337"/>
                </a:lnTo>
                <a:lnTo>
                  <a:pt x="792289" y="60741"/>
                </a:lnTo>
                <a:lnTo>
                  <a:pt x="792208" y="62174"/>
                </a:lnTo>
                <a:lnTo>
                  <a:pt x="792160" y="63634"/>
                </a:lnTo>
                <a:lnTo>
                  <a:pt x="792144" y="65122"/>
                </a:lnTo>
                <a:lnTo>
                  <a:pt x="792160" y="66561"/>
                </a:lnTo>
                <a:lnTo>
                  <a:pt x="792207" y="67973"/>
                </a:lnTo>
                <a:lnTo>
                  <a:pt x="792287" y="69357"/>
                </a:lnTo>
                <a:lnTo>
                  <a:pt x="792399" y="70715"/>
                </a:lnTo>
                <a:lnTo>
                  <a:pt x="792542" y="72045"/>
                </a:lnTo>
                <a:lnTo>
                  <a:pt x="792718" y="73349"/>
                </a:lnTo>
                <a:lnTo>
                  <a:pt x="792925" y="74626"/>
                </a:lnTo>
                <a:lnTo>
                  <a:pt x="793164" y="75875"/>
                </a:lnTo>
                <a:lnTo>
                  <a:pt x="793435" y="77098"/>
                </a:lnTo>
                <a:lnTo>
                  <a:pt x="793738" y="78294"/>
                </a:lnTo>
                <a:lnTo>
                  <a:pt x="794073" y="79462"/>
                </a:lnTo>
                <a:lnTo>
                  <a:pt x="794439" y="80604"/>
                </a:lnTo>
                <a:lnTo>
                  <a:pt x="794838" y="81719"/>
                </a:lnTo>
                <a:lnTo>
                  <a:pt x="795268" y="82807"/>
                </a:lnTo>
                <a:lnTo>
                  <a:pt x="795731" y="83868"/>
                </a:lnTo>
                <a:lnTo>
                  <a:pt x="796225" y="84901"/>
                </a:lnTo>
                <a:lnTo>
                  <a:pt x="796751" y="85908"/>
                </a:lnTo>
                <a:lnTo>
                  <a:pt x="797309" y="86888"/>
                </a:lnTo>
                <a:lnTo>
                  <a:pt x="797899" y="87841"/>
                </a:lnTo>
                <a:lnTo>
                  <a:pt x="798521" y="88767"/>
                </a:lnTo>
                <a:lnTo>
                  <a:pt x="799174" y="89666"/>
                </a:lnTo>
                <a:lnTo>
                  <a:pt x="799860" y="90538"/>
                </a:lnTo>
                <a:lnTo>
                  <a:pt x="800577" y="91383"/>
                </a:lnTo>
                <a:lnTo>
                  <a:pt x="801327" y="92201"/>
                </a:lnTo>
                <a:lnTo>
                  <a:pt x="802103" y="92989"/>
                </a:lnTo>
                <a:lnTo>
                  <a:pt x="802902" y="93743"/>
                </a:lnTo>
                <a:lnTo>
                  <a:pt x="803724" y="94463"/>
                </a:lnTo>
                <a:lnTo>
                  <a:pt x="804568" y="95151"/>
                </a:lnTo>
                <a:lnTo>
                  <a:pt x="805435" y="95804"/>
                </a:lnTo>
                <a:lnTo>
                  <a:pt x="806324" y="96424"/>
                </a:lnTo>
                <a:lnTo>
                  <a:pt x="807236" y="97011"/>
                </a:lnTo>
                <a:lnTo>
                  <a:pt x="808170" y="97564"/>
                </a:lnTo>
                <a:lnTo>
                  <a:pt x="809127" y="98084"/>
                </a:lnTo>
                <a:lnTo>
                  <a:pt x="810106" y="98570"/>
                </a:lnTo>
                <a:lnTo>
                  <a:pt x="811108" y="99022"/>
                </a:lnTo>
                <a:lnTo>
                  <a:pt x="812133" y="99441"/>
                </a:lnTo>
                <a:lnTo>
                  <a:pt x="813180" y="99827"/>
                </a:lnTo>
                <a:lnTo>
                  <a:pt x="814249" y="100179"/>
                </a:lnTo>
                <a:lnTo>
                  <a:pt x="815342" y="100497"/>
                </a:lnTo>
                <a:lnTo>
                  <a:pt x="816456" y="100782"/>
                </a:lnTo>
                <a:lnTo>
                  <a:pt x="817593" y="101034"/>
                </a:lnTo>
                <a:lnTo>
                  <a:pt x="818753" y="101251"/>
                </a:lnTo>
                <a:lnTo>
                  <a:pt x="819935" y="101436"/>
                </a:lnTo>
                <a:lnTo>
                  <a:pt x="821140" y="101587"/>
                </a:lnTo>
                <a:lnTo>
                  <a:pt x="822368" y="101704"/>
                </a:lnTo>
                <a:lnTo>
                  <a:pt x="823618" y="101788"/>
                </a:lnTo>
                <a:lnTo>
                  <a:pt x="824890" y="101838"/>
                </a:lnTo>
                <a:lnTo>
                  <a:pt x="826185" y="101855"/>
                </a:lnTo>
                <a:lnTo>
                  <a:pt x="827214" y="101844"/>
                </a:lnTo>
                <a:lnTo>
                  <a:pt x="828228" y="101813"/>
                </a:lnTo>
                <a:lnTo>
                  <a:pt x="829227" y="101760"/>
                </a:lnTo>
                <a:lnTo>
                  <a:pt x="830210" y="101686"/>
                </a:lnTo>
                <a:lnTo>
                  <a:pt x="831178" y="101591"/>
                </a:lnTo>
                <a:lnTo>
                  <a:pt x="832130" y="101475"/>
                </a:lnTo>
                <a:lnTo>
                  <a:pt x="833067" y="101338"/>
                </a:lnTo>
                <a:lnTo>
                  <a:pt x="833989" y="101180"/>
                </a:lnTo>
                <a:lnTo>
                  <a:pt x="834895" y="101001"/>
                </a:lnTo>
                <a:lnTo>
                  <a:pt x="835786" y="100801"/>
                </a:lnTo>
                <a:lnTo>
                  <a:pt x="836661" y="100579"/>
                </a:lnTo>
                <a:lnTo>
                  <a:pt x="837521" y="100337"/>
                </a:lnTo>
                <a:lnTo>
                  <a:pt x="838365" y="100073"/>
                </a:lnTo>
                <a:lnTo>
                  <a:pt x="839194" y="99789"/>
                </a:lnTo>
                <a:lnTo>
                  <a:pt x="840008" y="99483"/>
                </a:lnTo>
                <a:lnTo>
                  <a:pt x="840806" y="99156"/>
                </a:lnTo>
                <a:lnTo>
                  <a:pt x="841589" y="98808"/>
                </a:lnTo>
                <a:lnTo>
                  <a:pt x="842356" y="98440"/>
                </a:lnTo>
                <a:lnTo>
                  <a:pt x="843108" y="98050"/>
                </a:lnTo>
                <a:lnTo>
                  <a:pt x="843845" y="97638"/>
                </a:lnTo>
                <a:lnTo>
                  <a:pt x="844566" y="97206"/>
                </a:lnTo>
                <a:lnTo>
                  <a:pt x="845272" y="96753"/>
                </a:lnTo>
                <a:lnTo>
                  <a:pt x="845962" y="96279"/>
                </a:lnTo>
                <a:lnTo>
                  <a:pt x="846637" y="95783"/>
                </a:lnTo>
                <a:lnTo>
                  <a:pt x="847295" y="95269"/>
                </a:lnTo>
                <a:lnTo>
                  <a:pt x="847936" y="94737"/>
                </a:lnTo>
                <a:lnTo>
                  <a:pt x="848559" y="94188"/>
                </a:lnTo>
                <a:lnTo>
                  <a:pt x="849165" y="93622"/>
                </a:lnTo>
                <a:lnTo>
                  <a:pt x="849753" y="93039"/>
                </a:lnTo>
                <a:lnTo>
                  <a:pt x="850324" y="92439"/>
                </a:lnTo>
                <a:lnTo>
                  <a:pt x="850877" y="91821"/>
                </a:lnTo>
                <a:lnTo>
                  <a:pt x="851413" y="91187"/>
                </a:lnTo>
                <a:lnTo>
                  <a:pt x="851931" y="90536"/>
                </a:lnTo>
                <a:lnTo>
                  <a:pt x="852432" y="89867"/>
                </a:lnTo>
                <a:lnTo>
                  <a:pt x="852915" y="89181"/>
                </a:lnTo>
                <a:lnTo>
                  <a:pt x="853381" y="88479"/>
                </a:lnTo>
                <a:lnTo>
                  <a:pt x="853829" y="87759"/>
                </a:lnTo>
                <a:lnTo>
                  <a:pt x="854260" y="87022"/>
                </a:lnTo>
                <a:lnTo>
                  <a:pt x="854673" y="86268"/>
                </a:lnTo>
                <a:lnTo>
                  <a:pt x="855069" y="85497"/>
                </a:lnTo>
                <a:lnTo>
                  <a:pt x="855447" y="84708"/>
                </a:lnTo>
                <a:lnTo>
                  <a:pt x="855807" y="83903"/>
                </a:lnTo>
                <a:lnTo>
                  <a:pt x="856150" y="83081"/>
                </a:lnTo>
                <a:lnTo>
                  <a:pt x="856476" y="82241"/>
                </a:lnTo>
                <a:lnTo>
                  <a:pt x="856784" y="81385"/>
                </a:lnTo>
                <a:lnTo>
                  <a:pt x="857074" y="80511"/>
                </a:lnTo>
                <a:lnTo>
                  <a:pt x="857347" y="79620"/>
                </a:lnTo>
                <a:lnTo>
                  <a:pt x="857603" y="78712"/>
                </a:lnTo>
                <a:lnTo>
                  <a:pt x="845089" y="77098"/>
                </a:lnTo>
                <a:lnTo>
                  <a:pt x="844856" y="77735"/>
                </a:lnTo>
                <a:lnTo>
                  <a:pt x="844616" y="78358"/>
                </a:lnTo>
                <a:lnTo>
                  <a:pt x="844369" y="78966"/>
                </a:lnTo>
                <a:lnTo>
                  <a:pt x="844116" y="79560"/>
                </a:lnTo>
                <a:lnTo>
                  <a:pt x="843855" y="80139"/>
                </a:lnTo>
                <a:close/>
                <a:moveTo>
                  <a:pt x="805802" y="53867"/>
                </a:moveTo>
                <a:lnTo>
                  <a:pt x="805950" y="53162"/>
                </a:lnTo>
                <a:lnTo>
                  <a:pt x="806115" y="52471"/>
                </a:lnTo>
                <a:lnTo>
                  <a:pt x="806298" y="51792"/>
                </a:lnTo>
                <a:lnTo>
                  <a:pt x="806498" y="51126"/>
                </a:lnTo>
                <a:lnTo>
                  <a:pt x="806716" y="50473"/>
                </a:lnTo>
                <a:lnTo>
                  <a:pt x="806952" y="49833"/>
                </a:lnTo>
                <a:lnTo>
                  <a:pt x="807205" y="49207"/>
                </a:lnTo>
                <a:lnTo>
                  <a:pt x="807476" y="48593"/>
                </a:lnTo>
                <a:lnTo>
                  <a:pt x="807764" y="47992"/>
                </a:lnTo>
                <a:lnTo>
                  <a:pt x="808071" y="47405"/>
                </a:lnTo>
                <a:lnTo>
                  <a:pt x="808394" y="46830"/>
                </a:lnTo>
                <a:lnTo>
                  <a:pt x="808736" y="46269"/>
                </a:lnTo>
                <a:lnTo>
                  <a:pt x="809095" y="45720"/>
                </a:lnTo>
                <a:lnTo>
                  <a:pt x="809472" y="45185"/>
                </a:lnTo>
                <a:lnTo>
                  <a:pt x="809866" y="44662"/>
                </a:lnTo>
                <a:lnTo>
                  <a:pt x="810278" y="44153"/>
                </a:lnTo>
                <a:lnTo>
                  <a:pt x="810708" y="43657"/>
                </a:lnTo>
                <a:lnTo>
                  <a:pt x="811155" y="43173"/>
                </a:lnTo>
                <a:lnTo>
                  <a:pt x="811620" y="42703"/>
                </a:lnTo>
                <a:lnTo>
                  <a:pt x="812098" y="42249"/>
                </a:lnTo>
                <a:lnTo>
                  <a:pt x="812586" y="41814"/>
                </a:lnTo>
                <a:lnTo>
                  <a:pt x="813083" y="41398"/>
                </a:lnTo>
                <a:lnTo>
                  <a:pt x="813589" y="41002"/>
                </a:lnTo>
                <a:lnTo>
                  <a:pt x="814104" y="40625"/>
                </a:lnTo>
                <a:lnTo>
                  <a:pt x="814628" y="40267"/>
                </a:lnTo>
                <a:lnTo>
                  <a:pt x="815162" y="39929"/>
                </a:lnTo>
                <a:lnTo>
                  <a:pt x="815705" y="39610"/>
                </a:lnTo>
                <a:lnTo>
                  <a:pt x="816257" y="39311"/>
                </a:lnTo>
                <a:lnTo>
                  <a:pt x="816819" y="39030"/>
                </a:lnTo>
                <a:lnTo>
                  <a:pt x="817389" y="38769"/>
                </a:lnTo>
                <a:lnTo>
                  <a:pt x="817969" y="38528"/>
                </a:lnTo>
                <a:lnTo>
                  <a:pt x="818558" y="38305"/>
                </a:lnTo>
                <a:lnTo>
                  <a:pt x="819156" y="38102"/>
                </a:lnTo>
                <a:lnTo>
                  <a:pt x="819764" y="37919"/>
                </a:lnTo>
                <a:lnTo>
                  <a:pt x="820381" y="37755"/>
                </a:lnTo>
                <a:lnTo>
                  <a:pt x="821007" y="37610"/>
                </a:lnTo>
                <a:lnTo>
                  <a:pt x="821642" y="37484"/>
                </a:lnTo>
                <a:lnTo>
                  <a:pt x="822286" y="37378"/>
                </a:lnTo>
                <a:lnTo>
                  <a:pt x="822940" y="37291"/>
                </a:lnTo>
                <a:lnTo>
                  <a:pt x="823603" y="37223"/>
                </a:lnTo>
                <a:lnTo>
                  <a:pt x="824275" y="37175"/>
                </a:lnTo>
                <a:lnTo>
                  <a:pt x="824956" y="37146"/>
                </a:lnTo>
                <a:lnTo>
                  <a:pt x="825647" y="37136"/>
                </a:lnTo>
                <a:lnTo>
                  <a:pt x="826409" y="37148"/>
                </a:lnTo>
                <a:lnTo>
                  <a:pt x="827159" y="37184"/>
                </a:lnTo>
                <a:lnTo>
                  <a:pt x="827897" y="37245"/>
                </a:lnTo>
                <a:lnTo>
                  <a:pt x="828624" y="37330"/>
                </a:lnTo>
                <a:lnTo>
                  <a:pt x="829338" y="37439"/>
                </a:lnTo>
                <a:lnTo>
                  <a:pt x="830041" y="37572"/>
                </a:lnTo>
                <a:lnTo>
                  <a:pt x="830731" y="37729"/>
                </a:lnTo>
                <a:lnTo>
                  <a:pt x="831410" y="37911"/>
                </a:lnTo>
                <a:lnTo>
                  <a:pt x="832077" y="38117"/>
                </a:lnTo>
                <a:lnTo>
                  <a:pt x="832732" y="38347"/>
                </a:lnTo>
                <a:lnTo>
                  <a:pt x="833375" y="38601"/>
                </a:lnTo>
                <a:lnTo>
                  <a:pt x="834006" y="38879"/>
                </a:lnTo>
                <a:lnTo>
                  <a:pt x="834625" y="39182"/>
                </a:lnTo>
                <a:lnTo>
                  <a:pt x="835232" y="39509"/>
                </a:lnTo>
                <a:lnTo>
                  <a:pt x="835827" y="39860"/>
                </a:lnTo>
                <a:lnTo>
                  <a:pt x="836411" y="40235"/>
                </a:lnTo>
                <a:lnTo>
                  <a:pt x="836982" y="40635"/>
                </a:lnTo>
                <a:lnTo>
                  <a:pt x="837542" y="41059"/>
                </a:lnTo>
                <a:lnTo>
                  <a:pt x="838090" y="41507"/>
                </a:lnTo>
                <a:lnTo>
                  <a:pt x="838625" y="41979"/>
                </a:lnTo>
                <a:lnTo>
                  <a:pt x="839149" y="42475"/>
                </a:lnTo>
                <a:lnTo>
                  <a:pt x="839661" y="42996"/>
                </a:lnTo>
                <a:lnTo>
                  <a:pt x="840161" y="43540"/>
                </a:lnTo>
                <a:lnTo>
                  <a:pt x="840649" y="44109"/>
                </a:lnTo>
                <a:lnTo>
                  <a:pt x="840958" y="44492"/>
                </a:lnTo>
                <a:lnTo>
                  <a:pt x="841257" y="44889"/>
                </a:lnTo>
                <a:lnTo>
                  <a:pt x="841545" y="45303"/>
                </a:lnTo>
                <a:lnTo>
                  <a:pt x="841823" y="45732"/>
                </a:lnTo>
                <a:lnTo>
                  <a:pt x="842090" y="46176"/>
                </a:lnTo>
                <a:lnTo>
                  <a:pt x="842348" y="46637"/>
                </a:lnTo>
                <a:lnTo>
                  <a:pt x="842595" y="47112"/>
                </a:lnTo>
                <a:lnTo>
                  <a:pt x="842832" y="47604"/>
                </a:lnTo>
                <a:lnTo>
                  <a:pt x="843058" y="48111"/>
                </a:lnTo>
                <a:lnTo>
                  <a:pt x="843275" y="48633"/>
                </a:lnTo>
                <a:lnTo>
                  <a:pt x="843481" y="49172"/>
                </a:lnTo>
                <a:lnTo>
                  <a:pt x="843677" y="49725"/>
                </a:lnTo>
                <a:lnTo>
                  <a:pt x="843862" y="50295"/>
                </a:lnTo>
                <a:lnTo>
                  <a:pt x="844037" y="50880"/>
                </a:lnTo>
                <a:lnTo>
                  <a:pt x="844202" y="51480"/>
                </a:lnTo>
                <a:lnTo>
                  <a:pt x="844357" y="52097"/>
                </a:lnTo>
                <a:lnTo>
                  <a:pt x="844501" y="52728"/>
                </a:lnTo>
                <a:lnTo>
                  <a:pt x="844635" y="53376"/>
                </a:lnTo>
                <a:lnTo>
                  <a:pt x="844759" y="54039"/>
                </a:lnTo>
                <a:lnTo>
                  <a:pt x="844873" y="54717"/>
                </a:lnTo>
                <a:lnTo>
                  <a:pt x="844976" y="55411"/>
                </a:lnTo>
                <a:lnTo>
                  <a:pt x="845069" y="56121"/>
                </a:lnTo>
                <a:lnTo>
                  <a:pt x="845151" y="56847"/>
                </a:lnTo>
                <a:lnTo>
                  <a:pt x="845224" y="57588"/>
                </a:lnTo>
                <a:lnTo>
                  <a:pt x="805330" y="57588"/>
                </a:lnTo>
                <a:lnTo>
                  <a:pt x="805389" y="56818"/>
                </a:lnTo>
                <a:lnTo>
                  <a:pt x="805466" y="56060"/>
                </a:lnTo>
                <a:lnTo>
                  <a:pt x="805560" y="55316"/>
                </a:lnTo>
                <a:lnTo>
                  <a:pt x="805673" y="54585"/>
                </a:lnTo>
                <a:lnTo>
                  <a:pt x="805802" y="53867"/>
                </a:lnTo>
                <a:close/>
                <a:moveTo>
                  <a:pt x="869013" y="83355"/>
                </a:moveTo>
                <a:lnTo>
                  <a:pt x="869282" y="84198"/>
                </a:lnTo>
                <a:lnTo>
                  <a:pt x="869569" y="85022"/>
                </a:lnTo>
                <a:lnTo>
                  <a:pt x="869875" y="85826"/>
                </a:lnTo>
                <a:lnTo>
                  <a:pt x="870199" y="86611"/>
                </a:lnTo>
                <a:lnTo>
                  <a:pt x="870541" y="87377"/>
                </a:lnTo>
                <a:lnTo>
                  <a:pt x="870902" y="88123"/>
                </a:lnTo>
                <a:lnTo>
                  <a:pt x="871281" y="88850"/>
                </a:lnTo>
                <a:lnTo>
                  <a:pt x="871678" y="89557"/>
                </a:lnTo>
                <a:lnTo>
                  <a:pt x="872094" y="90245"/>
                </a:lnTo>
                <a:lnTo>
                  <a:pt x="872528" y="90913"/>
                </a:lnTo>
                <a:lnTo>
                  <a:pt x="872981" y="91562"/>
                </a:lnTo>
                <a:lnTo>
                  <a:pt x="873451" y="92191"/>
                </a:lnTo>
                <a:lnTo>
                  <a:pt x="873941" y="92801"/>
                </a:lnTo>
                <a:lnTo>
                  <a:pt x="874448" y="93392"/>
                </a:lnTo>
                <a:lnTo>
                  <a:pt x="874974" y="93963"/>
                </a:lnTo>
                <a:lnTo>
                  <a:pt x="875518" y="94514"/>
                </a:lnTo>
                <a:lnTo>
                  <a:pt x="876080" y="95046"/>
                </a:lnTo>
                <a:lnTo>
                  <a:pt x="876661" y="95559"/>
                </a:lnTo>
                <a:lnTo>
                  <a:pt x="877260" y="96052"/>
                </a:lnTo>
                <a:lnTo>
                  <a:pt x="877880" y="96526"/>
                </a:lnTo>
                <a:lnTo>
                  <a:pt x="878523" y="96979"/>
                </a:lnTo>
                <a:lnTo>
                  <a:pt x="879189" y="97412"/>
                </a:lnTo>
                <a:lnTo>
                  <a:pt x="879877" y="97825"/>
                </a:lnTo>
                <a:lnTo>
                  <a:pt x="880589" y="98218"/>
                </a:lnTo>
                <a:lnTo>
                  <a:pt x="881324" y="98591"/>
                </a:lnTo>
                <a:lnTo>
                  <a:pt x="882082" y="98943"/>
                </a:lnTo>
                <a:lnTo>
                  <a:pt x="882863" y="99276"/>
                </a:lnTo>
                <a:lnTo>
                  <a:pt x="883667" y="99588"/>
                </a:lnTo>
                <a:lnTo>
                  <a:pt x="884493" y="99880"/>
                </a:lnTo>
                <a:lnTo>
                  <a:pt x="885343" y="100152"/>
                </a:lnTo>
                <a:lnTo>
                  <a:pt x="886216" y="100404"/>
                </a:lnTo>
                <a:lnTo>
                  <a:pt x="887112" y="100636"/>
                </a:lnTo>
                <a:lnTo>
                  <a:pt x="888031" y="100847"/>
                </a:lnTo>
                <a:lnTo>
                  <a:pt x="888973" y="101039"/>
                </a:lnTo>
                <a:lnTo>
                  <a:pt x="889938" y="101210"/>
                </a:lnTo>
                <a:lnTo>
                  <a:pt x="890926" y="101361"/>
                </a:lnTo>
                <a:lnTo>
                  <a:pt x="891937" y="101492"/>
                </a:lnTo>
                <a:lnTo>
                  <a:pt x="892971" y="101603"/>
                </a:lnTo>
                <a:lnTo>
                  <a:pt x="894028" y="101694"/>
                </a:lnTo>
                <a:lnTo>
                  <a:pt x="895108" y="101764"/>
                </a:lnTo>
                <a:lnTo>
                  <a:pt x="896211" y="101815"/>
                </a:lnTo>
                <a:lnTo>
                  <a:pt x="897337" y="101845"/>
                </a:lnTo>
                <a:lnTo>
                  <a:pt x="898485" y="101855"/>
                </a:lnTo>
                <a:lnTo>
                  <a:pt x="899183" y="101850"/>
                </a:lnTo>
                <a:lnTo>
                  <a:pt x="899875" y="101834"/>
                </a:lnTo>
                <a:lnTo>
                  <a:pt x="900561" y="101809"/>
                </a:lnTo>
                <a:lnTo>
                  <a:pt x="901240" y="101774"/>
                </a:lnTo>
                <a:lnTo>
                  <a:pt x="901913" y="101728"/>
                </a:lnTo>
                <a:lnTo>
                  <a:pt x="902581" y="101672"/>
                </a:lnTo>
                <a:lnTo>
                  <a:pt x="903242" y="101606"/>
                </a:lnTo>
                <a:lnTo>
                  <a:pt x="903897" y="101530"/>
                </a:lnTo>
                <a:lnTo>
                  <a:pt x="904547" y="101443"/>
                </a:lnTo>
                <a:lnTo>
                  <a:pt x="905190" y="101347"/>
                </a:lnTo>
                <a:lnTo>
                  <a:pt x="905827" y="101240"/>
                </a:lnTo>
                <a:lnTo>
                  <a:pt x="906458" y="101123"/>
                </a:lnTo>
                <a:lnTo>
                  <a:pt x="907082" y="100996"/>
                </a:lnTo>
                <a:lnTo>
                  <a:pt x="907701" y="100859"/>
                </a:lnTo>
                <a:lnTo>
                  <a:pt x="908314" y="100712"/>
                </a:lnTo>
                <a:lnTo>
                  <a:pt x="908921" y="100554"/>
                </a:lnTo>
                <a:lnTo>
                  <a:pt x="909521" y="100386"/>
                </a:lnTo>
                <a:lnTo>
                  <a:pt x="910116" y="100209"/>
                </a:lnTo>
                <a:lnTo>
                  <a:pt x="910704" y="100021"/>
                </a:lnTo>
                <a:lnTo>
                  <a:pt x="911286" y="99823"/>
                </a:lnTo>
                <a:lnTo>
                  <a:pt x="911863" y="99614"/>
                </a:lnTo>
                <a:lnTo>
                  <a:pt x="912433" y="99396"/>
                </a:lnTo>
                <a:lnTo>
                  <a:pt x="912997" y="99167"/>
                </a:lnTo>
                <a:lnTo>
                  <a:pt x="913555" y="98928"/>
                </a:lnTo>
                <a:lnTo>
                  <a:pt x="914105" y="98680"/>
                </a:lnTo>
                <a:lnTo>
                  <a:pt x="914643" y="98424"/>
                </a:lnTo>
                <a:lnTo>
                  <a:pt x="915171" y="98159"/>
                </a:lnTo>
                <a:lnTo>
                  <a:pt x="915688" y="97886"/>
                </a:lnTo>
                <a:lnTo>
                  <a:pt x="916194" y="97604"/>
                </a:lnTo>
                <a:lnTo>
                  <a:pt x="916690" y="97314"/>
                </a:lnTo>
                <a:lnTo>
                  <a:pt x="917174" y="97015"/>
                </a:lnTo>
                <a:lnTo>
                  <a:pt x="917648" y="96708"/>
                </a:lnTo>
                <a:lnTo>
                  <a:pt x="918110" y="96393"/>
                </a:lnTo>
                <a:lnTo>
                  <a:pt x="918562" y="96069"/>
                </a:lnTo>
                <a:lnTo>
                  <a:pt x="919003" y="95737"/>
                </a:lnTo>
                <a:lnTo>
                  <a:pt x="919433" y="95396"/>
                </a:lnTo>
                <a:lnTo>
                  <a:pt x="919853" y="95047"/>
                </a:lnTo>
                <a:lnTo>
                  <a:pt x="920261" y="94690"/>
                </a:lnTo>
                <a:lnTo>
                  <a:pt x="920658" y="94324"/>
                </a:lnTo>
                <a:lnTo>
                  <a:pt x="921045" y="93950"/>
                </a:lnTo>
                <a:lnTo>
                  <a:pt x="921421" y="93567"/>
                </a:lnTo>
                <a:lnTo>
                  <a:pt x="921786" y="93176"/>
                </a:lnTo>
                <a:lnTo>
                  <a:pt x="922140" y="92777"/>
                </a:lnTo>
                <a:lnTo>
                  <a:pt x="922483" y="92369"/>
                </a:lnTo>
                <a:lnTo>
                  <a:pt x="922816" y="91953"/>
                </a:lnTo>
                <a:lnTo>
                  <a:pt x="923137" y="91528"/>
                </a:lnTo>
                <a:lnTo>
                  <a:pt x="923448" y="91095"/>
                </a:lnTo>
                <a:lnTo>
                  <a:pt x="923747" y="90653"/>
                </a:lnTo>
                <a:lnTo>
                  <a:pt x="924036" y="90207"/>
                </a:lnTo>
                <a:lnTo>
                  <a:pt x="924312" y="89757"/>
                </a:lnTo>
                <a:lnTo>
                  <a:pt x="924575" y="89305"/>
                </a:lnTo>
                <a:lnTo>
                  <a:pt x="924827" y="88851"/>
                </a:lnTo>
                <a:lnTo>
                  <a:pt x="925066" y="88394"/>
                </a:lnTo>
                <a:lnTo>
                  <a:pt x="925293" y="87935"/>
                </a:lnTo>
                <a:lnTo>
                  <a:pt x="925507" y="87473"/>
                </a:lnTo>
                <a:lnTo>
                  <a:pt x="925710" y="87009"/>
                </a:lnTo>
                <a:lnTo>
                  <a:pt x="925900" y="86543"/>
                </a:lnTo>
                <a:lnTo>
                  <a:pt x="926077" y="86074"/>
                </a:lnTo>
                <a:lnTo>
                  <a:pt x="926243" y="85602"/>
                </a:lnTo>
                <a:lnTo>
                  <a:pt x="926396" y="85128"/>
                </a:lnTo>
                <a:lnTo>
                  <a:pt x="926537" y="84652"/>
                </a:lnTo>
                <a:lnTo>
                  <a:pt x="926666" y="84173"/>
                </a:lnTo>
                <a:lnTo>
                  <a:pt x="926783" y="83692"/>
                </a:lnTo>
                <a:lnTo>
                  <a:pt x="926887" y="83208"/>
                </a:lnTo>
                <a:lnTo>
                  <a:pt x="926979" y="82722"/>
                </a:lnTo>
                <a:lnTo>
                  <a:pt x="927059" y="82234"/>
                </a:lnTo>
                <a:lnTo>
                  <a:pt x="927126" y="81742"/>
                </a:lnTo>
                <a:lnTo>
                  <a:pt x="927181" y="81249"/>
                </a:lnTo>
                <a:lnTo>
                  <a:pt x="927224" y="80753"/>
                </a:lnTo>
                <a:lnTo>
                  <a:pt x="927255" y="80255"/>
                </a:lnTo>
                <a:lnTo>
                  <a:pt x="927273" y="79754"/>
                </a:lnTo>
                <a:lnTo>
                  <a:pt x="927279" y="79250"/>
                </a:lnTo>
                <a:lnTo>
                  <a:pt x="927274" y="78738"/>
                </a:lnTo>
                <a:lnTo>
                  <a:pt x="927259" y="78233"/>
                </a:lnTo>
                <a:lnTo>
                  <a:pt x="927234" y="77735"/>
                </a:lnTo>
                <a:lnTo>
                  <a:pt x="927199" y="77243"/>
                </a:lnTo>
                <a:lnTo>
                  <a:pt x="927154" y="76759"/>
                </a:lnTo>
                <a:lnTo>
                  <a:pt x="927099" y="76282"/>
                </a:lnTo>
                <a:lnTo>
                  <a:pt x="927033" y="75812"/>
                </a:lnTo>
                <a:lnTo>
                  <a:pt x="926958" y="75348"/>
                </a:lnTo>
                <a:lnTo>
                  <a:pt x="926873" y="74892"/>
                </a:lnTo>
                <a:lnTo>
                  <a:pt x="926777" y="74443"/>
                </a:lnTo>
                <a:lnTo>
                  <a:pt x="926672" y="74001"/>
                </a:lnTo>
                <a:lnTo>
                  <a:pt x="926556" y="73566"/>
                </a:lnTo>
                <a:lnTo>
                  <a:pt x="926431" y="73137"/>
                </a:lnTo>
                <a:lnTo>
                  <a:pt x="926295" y="72716"/>
                </a:lnTo>
                <a:lnTo>
                  <a:pt x="926149" y="72302"/>
                </a:lnTo>
                <a:lnTo>
                  <a:pt x="925994" y="71895"/>
                </a:lnTo>
                <a:lnTo>
                  <a:pt x="925828" y="71495"/>
                </a:lnTo>
                <a:lnTo>
                  <a:pt x="925652" y="71102"/>
                </a:lnTo>
                <a:lnTo>
                  <a:pt x="925466" y="70715"/>
                </a:lnTo>
                <a:lnTo>
                  <a:pt x="925270" y="70336"/>
                </a:lnTo>
                <a:lnTo>
                  <a:pt x="925064" y="69964"/>
                </a:lnTo>
                <a:lnTo>
                  <a:pt x="924849" y="69599"/>
                </a:lnTo>
                <a:lnTo>
                  <a:pt x="924623" y="69241"/>
                </a:lnTo>
                <a:lnTo>
                  <a:pt x="924386" y="68890"/>
                </a:lnTo>
                <a:lnTo>
                  <a:pt x="924142" y="68546"/>
                </a:lnTo>
                <a:lnTo>
                  <a:pt x="923889" y="68209"/>
                </a:lnTo>
                <a:lnTo>
                  <a:pt x="923629" y="67878"/>
                </a:lnTo>
                <a:lnTo>
                  <a:pt x="923361" y="67555"/>
                </a:lnTo>
                <a:lnTo>
                  <a:pt x="923086" y="67238"/>
                </a:lnTo>
                <a:lnTo>
                  <a:pt x="922803" y="66928"/>
                </a:lnTo>
                <a:lnTo>
                  <a:pt x="922513" y="66626"/>
                </a:lnTo>
                <a:lnTo>
                  <a:pt x="922215" y="66330"/>
                </a:lnTo>
                <a:lnTo>
                  <a:pt x="921909" y="66041"/>
                </a:lnTo>
                <a:lnTo>
                  <a:pt x="921596" y="65759"/>
                </a:lnTo>
                <a:lnTo>
                  <a:pt x="921275" y="65483"/>
                </a:lnTo>
                <a:lnTo>
                  <a:pt x="920947" y="65215"/>
                </a:lnTo>
                <a:lnTo>
                  <a:pt x="920611" y="64954"/>
                </a:lnTo>
                <a:lnTo>
                  <a:pt x="920268" y="64699"/>
                </a:lnTo>
                <a:lnTo>
                  <a:pt x="919916" y="64451"/>
                </a:lnTo>
                <a:lnTo>
                  <a:pt x="919558" y="64211"/>
                </a:lnTo>
                <a:lnTo>
                  <a:pt x="919191" y="63977"/>
                </a:lnTo>
                <a:lnTo>
                  <a:pt x="918817" y="63750"/>
                </a:lnTo>
                <a:lnTo>
                  <a:pt x="918436" y="63530"/>
                </a:lnTo>
                <a:lnTo>
                  <a:pt x="918047" y="63316"/>
                </a:lnTo>
                <a:lnTo>
                  <a:pt x="917650" y="63110"/>
                </a:lnTo>
                <a:lnTo>
                  <a:pt x="917246" y="62911"/>
                </a:lnTo>
                <a:lnTo>
                  <a:pt x="916834" y="62718"/>
                </a:lnTo>
                <a:lnTo>
                  <a:pt x="916414" y="62532"/>
                </a:lnTo>
                <a:lnTo>
                  <a:pt x="915978" y="62348"/>
                </a:lnTo>
                <a:lnTo>
                  <a:pt x="915514" y="62159"/>
                </a:lnTo>
                <a:lnTo>
                  <a:pt x="915023" y="61966"/>
                </a:lnTo>
                <a:lnTo>
                  <a:pt x="914505" y="61769"/>
                </a:lnTo>
                <a:lnTo>
                  <a:pt x="913961" y="61567"/>
                </a:lnTo>
                <a:lnTo>
                  <a:pt x="913389" y="61361"/>
                </a:lnTo>
                <a:lnTo>
                  <a:pt x="912790" y="61151"/>
                </a:lnTo>
                <a:lnTo>
                  <a:pt x="912165" y="60936"/>
                </a:lnTo>
                <a:lnTo>
                  <a:pt x="911512" y="60718"/>
                </a:lnTo>
                <a:lnTo>
                  <a:pt x="910833" y="60494"/>
                </a:lnTo>
                <a:lnTo>
                  <a:pt x="910126" y="60267"/>
                </a:lnTo>
                <a:lnTo>
                  <a:pt x="909393" y="60035"/>
                </a:lnTo>
                <a:lnTo>
                  <a:pt x="908632" y="59799"/>
                </a:lnTo>
                <a:lnTo>
                  <a:pt x="907844" y="59558"/>
                </a:lnTo>
                <a:lnTo>
                  <a:pt x="907030" y="59313"/>
                </a:lnTo>
                <a:lnTo>
                  <a:pt x="906189" y="59064"/>
                </a:lnTo>
                <a:lnTo>
                  <a:pt x="905320" y="58810"/>
                </a:lnTo>
                <a:lnTo>
                  <a:pt x="904425" y="58553"/>
                </a:lnTo>
                <a:lnTo>
                  <a:pt x="903502" y="58290"/>
                </a:lnTo>
                <a:lnTo>
                  <a:pt x="902553" y="58024"/>
                </a:lnTo>
                <a:lnTo>
                  <a:pt x="901576" y="57753"/>
                </a:lnTo>
                <a:lnTo>
                  <a:pt x="900573" y="57478"/>
                </a:lnTo>
                <a:lnTo>
                  <a:pt x="899543" y="57199"/>
                </a:lnTo>
                <a:lnTo>
                  <a:pt x="898485" y="56915"/>
                </a:lnTo>
                <a:lnTo>
                  <a:pt x="897758" y="56716"/>
                </a:lnTo>
                <a:lnTo>
                  <a:pt x="897054" y="56523"/>
                </a:lnTo>
                <a:lnTo>
                  <a:pt x="896376" y="56337"/>
                </a:lnTo>
                <a:lnTo>
                  <a:pt x="895722" y="56156"/>
                </a:lnTo>
                <a:lnTo>
                  <a:pt x="895092" y="55982"/>
                </a:lnTo>
                <a:lnTo>
                  <a:pt x="894487" y="55813"/>
                </a:lnTo>
                <a:lnTo>
                  <a:pt x="893906" y="55651"/>
                </a:lnTo>
                <a:lnTo>
                  <a:pt x="893350" y="55495"/>
                </a:lnTo>
                <a:lnTo>
                  <a:pt x="892819" y="55344"/>
                </a:lnTo>
                <a:lnTo>
                  <a:pt x="892312" y="55200"/>
                </a:lnTo>
                <a:lnTo>
                  <a:pt x="891829" y="55062"/>
                </a:lnTo>
                <a:lnTo>
                  <a:pt x="891371" y="54930"/>
                </a:lnTo>
                <a:lnTo>
                  <a:pt x="890938" y="54804"/>
                </a:lnTo>
                <a:lnTo>
                  <a:pt x="890529" y="54685"/>
                </a:lnTo>
                <a:lnTo>
                  <a:pt x="890144" y="54571"/>
                </a:lnTo>
                <a:lnTo>
                  <a:pt x="889785" y="54463"/>
                </a:lnTo>
                <a:lnTo>
                  <a:pt x="889449" y="54361"/>
                </a:lnTo>
                <a:lnTo>
                  <a:pt x="889138" y="54266"/>
                </a:lnTo>
                <a:lnTo>
                  <a:pt x="888852" y="54176"/>
                </a:lnTo>
                <a:lnTo>
                  <a:pt x="888590" y="54093"/>
                </a:lnTo>
                <a:lnTo>
                  <a:pt x="888353" y="54016"/>
                </a:lnTo>
                <a:lnTo>
                  <a:pt x="888141" y="53945"/>
                </a:lnTo>
                <a:lnTo>
                  <a:pt x="887952" y="53879"/>
                </a:lnTo>
                <a:lnTo>
                  <a:pt x="887789" y="53820"/>
                </a:lnTo>
                <a:lnTo>
                  <a:pt x="887528" y="53713"/>
                </a:lnTo>
                <a:lnTo>
                  <a:pt x="887273" y="53603"/>
                </a:lnTo>
                <a:lnTo>
                  <a:pt x="887025" y="53490"/>
                </a:lnTo>
                <a:lnTo>
                  <a:pt x="886781" y="53375"/>
                </a:lnTo>
                <a:lnTo>
                  <a:pt x="886544" y="53258"/>
                </a:lnTo>
                <a:lnTo>
                  <a:pt x="886313" y="53139"/>
                </a:lnTo>
                <a:lnTo>
                  <a:pt x="886087" y="53017"/>
                </a:lnTo>
                <a:lnTo>
                  <a:pt x="885868" y="52893"/>
                </a:lnTo>
                <a:lnTo>
                  <a:pt x="885654" y="52767"/>
                </a:lnTo>
                <a:lnTo>
                  <a:pt x="885446" y="52638"/>
                </a:lnTo>
                <a:lnTo>
                  <a:pt x="885244" y="52507"/>
                </a:lnTo>
                <a:lnTo>
                  <a:pt x="885047" y="52374"/>
                </a:lnTo>
                <a:lnTo>
                  <a:pt x="884857" y="52238"/>
                </a:lnTo>
                <a:lnTo>
                  <a:pt x="884672" y="52100"/>
                </a:lnTo>
                <a:lnTo>
                  <a:pt x="884493" y="51960"/>
                </a:lnTo>
                <a:lnTo>
                  <a:pt x="884320" y="51817"/>
                </a:lnTo>
                <a:lnTo>
                  <a:pt x="884153" y="51672"/>
                </a:lnTo>
                <a:lnTo>
                  <a:pt x="883992" y="51524"/>
                </a:lnTo>
                <a:lnTo>
                  <a:pt x="883836" y="51375"/>
                </a:lnTo>
                <a:lnTo>
                  <a:pt x="883687" y="51223"/>
                </a:lnTo>
                <a:lnTo>
                  <a:pt x="883543" y="51068"/>
                </a:lnTo>
                <a:lnTo>
                  <a:pt x="883405" y="50912"/>
                </a:lnTo>
                <a:lnTo>
                  <a:pt x="883273" y="50752"/>
                </a:lnTo>
                <a:lnTo>
                  <a:pt x="883147" y="50591"/>
                </a:lnTo>
                <a:lnTo>
                  <a:pt x="883026" y="50433"/>
                </a:lnTo>
                <a:lnTo>
                  <a:pt x="882910" y="50274"/>
                </a:lnTo>
                <a:lnTo>
                  <a:pt x="882800" y="50113"/>
                </a:lnTo>
                <a:lnTo>
                  <a:pt x="882694" y="49950"/>
                </a:lnTo>
                <a:lnTo>
                  <a:pt x="882594" y="49786"/>
                </a:lnTo>
                <a:lnTo>
                  <a:pt x="882499" y="49620"/>
                </a:lnTo>
                <a:lnTo>
                  <a:pt x="882409" y="49452"/>
                </a:lnTo>
                <a:lnTo>
                  <a:pt x="882324" y="49283"/>
                </a:lnTo>
                <a:lnTo>
                  <a:pt x="882245" y="49112"/>
                </a:lnTo>
                <a:lnTo>
                  <a:pt x="882170" y="48940"/>
                </a:lnTo>
                <a:lnTo>
                  <a:pt x="882101" y="48765"/>
                </a:lnTo>
                <a:lnTo>
                  <a:pt x="882037" y="48590"/>
                </a:lnTo>
                <a:lnTo>
                  <a:pt x="881978" y="48412"/>
                </a:lnTo>
                <a:lnTo>
                  <a:pt x="881924" y="48233"/>
                </a:lnTo>
                <a:lnTo>
                  <a:pt x="881875" y="48052"/>
                </a:lnTo>
                <a:lnTo>
                  <a:pt x="881831" y="47870"/>
                </a:lnTo>
                <a:lnTo>
                  <a:pt x="881793" y="47686"/>
                </a:lnTo>
                <a:lnTo>
                  <a:pt x="881759" y="47501"/>
                </a:lnTo>
                <a:lnTo>
                  <a:pt x="881731" y="47313"/>
                </a:lnTo>
                <a:lnTo>
                  <a:pt x="881708" y="47124"/>
                </a:lnTo>
                <a:lnTo>
                  <a:pt x="881690" y="46934"/>
                </a:lnTo>
                <a:lnTo>
                  <a:pt x="881677" y="46742"/>
                </a:lnTo>
                <a:lnTo>
                  <a:pt x="881669" y="46548"/>
                </a:lnTo>
                <a:lnTo>
                  <a:pt x="881667" y="46353"/>
                </a:lnTo>
                <a:lnTo>
                  <a:pt x="881673" y="46046"/>
                </a:lnTo>
                <a:lnTo>
                  <a:pt x="881691" y="45743"/>
                </a:lnTo>
                <a:lnTo>
                  <a:pt x="881722" y="45442"/>
                </a:lnTo>
                <a:lnTo>
                  <a:pt x="881766" y="45145"/>
                </a:lnTo>
                <a:lnTo>
                  <a:pt x="881821" y="44852"/>
                </a:lnTo>
                <a:lnTo>
                  <a:pt x="881890" y="44561"/>
                </a:lnTo>
                <a:lnTo>
                  <a:pt x="881970" y="44274"/>
                </a:lnTo>
                <a:lnTo>
                  <a:pt x="882063" y="43991"/>
                </a:lnTo>
                <a:lnTo>
                  <a:pt x="882168" y="43710"/>
                </a:lnTo>
                <a:lnTo>
                  <a:pt x="882286" y="43433"/>
                </a:lnTo>
                <a:lnTo>
                  <a:pt x="882416" y="43159"/>
                </a:lnTo>
                <a:lnTo>
                  <a:pt x="882558" y="42888"/>
                </a:lnTo>
                <a:lnTo>
                  <a:pt x="882713" y="42621"/>
                </a:lnTo>
                <a:lnTo>
                  <a:pt x="882880" y="42356"/>
                </a:lnTo>
                <a:lnTo>
                  <a:pt x="883059" y="42095"/>
                </a:lnTo>
                <a:lnTo>
                  <a:pt x="883251" y="41838"/>
                </a:lnTo>
                <a:lnTo>
                  <a:pt x="883456" y="41583"/>
                </a:lnTo>
                <a:lnTo>
                  <a:pt x="883672" y="41332"/>
                </a:lnTo>
                <a:lnTo>
                  <a:pt x="883901" y="41084"/>
                </a:lnTo>
                <a:lnTo>
                  <a:pt x="884143" y="40840"/>
                </a:lnTo>
                <a:lnTo>
                  <a:pt x="884397" y="40599"/>
                </a:lnTo>
                <a:lnTo>
                  <a:pt x="884663" y="40361"/>
                </a:lnTo>
                <a:lnTo>
                  <a:pt x="884941" y="40126"/>
                </a:lnTo>
                <a:lnTo>
                  <a:pt x="885232" y="39894"/>
                </a:lnTo>
                <a:lnTo>
                  <a:pt x="885538" y="39669"/>
                </a:lnTo>
                <a:lnTo>
                  <a:pt x="885860" y="39454"/>
                </a:lnTo>
                <a:lnTo>
                  <a:pt x="886198" y="39248"/>
                </a:lnTo>
                <a:lnTo>
                  <a:pt x="886553" y="39051"/>
                </a:lnTo>
                <a:lnTo>
                  <a:pt x="886925" y="38865"/>
                </a:lnTo>
                <a:lnTo>
                  <a:pt x="887314" y="38688"/>
                </a:lnTo>
                <a:lnTo>
                  <a:pt x="887719" y="38520"/>
                </a:lnTo>
                <a:lnTo>
                  <a:pt x="888140" y="38362"/>
                </a:lnTo>
                <a:lnTo>
                  <a:pt x="888578" y="38213"/>
                </a:lnTo>
                <a:lnTo>
                  <a:pt x="889033" y="38075"/>
                </a:lnTo>
                <a:lnTo>
                  <a:pt x="889504" y="37945"/>
                </a:lnTo>
                <a:lnTo>
                  <a:pt x="889992" y="37826"/>
                </a:lnTo>
                <a:lnTo>
                  <a:pt x="890496" y="37715"/>
                </a:lnTo>
                <a:lnTo>
                  <a:pt x="891017" y="37615"/>
                </a:lnTo>
                <a:lnTo>
                  <a:pt x="891555" y="37524"/>
                </a:lnTo>
                <a:lnTo>
                  <a:pt x="892109" y="37442"/>
                </a:lnTo>
                <a:lnTo>
                  <a:pt x="892680" y="37371"/>
                </a:lnTo>
                <a:lnTo>
                  <a:pt x="893267" y="37308"/>
                </a:lnTo>
                <a:lnTo>
                  <a:pt x="893871" y="37256"/>
                </a:lnTo>
                <a:lnTo>
                  <a:pt x="894492" y="37213"/>
                </a:lnTo>
                <a:lnTo>
                  <a:pt x="895129" y="37179"/>
                </a:lnTo>
                <a:lnTo>
                  <a:pt x="895783" y="37155"/>
                </a:lnTo>
                <a:lnTo>
                  <a:pt x="896453" y="37141"/>
                </a:lnTo>
                <a:lnTo>
                  <a:pt x="897140" y="37136"/>
                </a:lnTo>
                <a:lnTo>
                  <a:pt x="897723" y="37141"/>
                </a:lnTo>
                <a:lnTo>
                  <a:pt x="898295" y="37157"/>
                </a:lnTo>
                <a:lnTo>
                  <a:pt x="898856" y="37184"/>
                </a:lnTo>
                <a:lnTo>
                  <a:pt x="899406" y="37222"/>
                </a:lnTo>
                <a:lnTo>
                  <a:pt x="899945" y="37270"/>
                </a:lnTo>
                <a:lnTo>
                  <a:pt x="900472" y="37329"/>
                </a:lnTo>
                <a:lnTo>
                  <a:pt x="900989" y="37399"/>
                </a:lnTo>
                <a:lnTo>
                  <a:pt x="901494" y="37480"/>
                </a:lnTo>
                <a:lnTo>
                  <a:pt x="901989" y="37571"/>
                </a:lnTo>
                <a:lnTo>
                  <a:pt x="902472" y="37673"/>
                </a:lnTo>
                <a:lnTo>
                  <a:pt x="902944" y="37786"/>
                </a:lnTo>
                <a:lnTo>
                  <a:pt x="903405" y="37910"/>
                </a:lnTo>
                <a:lnTo>
                  <a:pt x="903855" y="38044"/>
                </a:lnTo>
                <a:lnTo>
                  <a:pt x="904294" y="38189"/>
                </a:lnTo>
                <a:lnTo>
                  <a:pt x="904722" y="38345"/>
                </a:lnTo>
                <a:lnTo>
                  <a:pt x="905138" y="38511"/>
                </a:lnTo>
                <a:lnTo>
                  <a:pt x="905544" y="38689"/>
                </a:lnTo>
                <a:lnTo>
                  <a:pt x="905938" y="38877"/>
                </a:lnTo>
                <a:lnTo>
                  <a:pt x="906322" y="39076"/>
                </a:lnTo>
                <a:lnTo>
                  <a:pt x="906694" y="39285"/>
                </a:lnTo>
                <a:lnTo>
                  <a:pt x="907055" y="39505"/>
                </a:lnTo>
                <a:lnTo>
                  <a:pt x="907405" y="39736"/>
                </a:lnTo>
                <a:lnTo>
                  <a:pt x="907744" y="39978"/>
                </a:lnTo>
                <a:lnTo>
                  <a:pt x="908072" y="40231"/>
                </a:lnTo>
                <a:lnTo>
                  <a:pt x="908389" y="40493"/>
                </a:lnTo>
                <a:lnTo>
                  <a:pt x="908696" y="40763"/>
                </a:lnTo>
                <a:lnTo>
                  <a:pt x="908991" y="41042"/>
                </a:lnTo>
                <a:lnTo>
                  <a:pt x="909277" y="41329"/>
                </a:lnTo>
                <a:lnTo>
                  <a:pt x="909551" y="41625"/>
                </a:lnTo>
                <a:lnTo>
                  <a:pt x="909815" y="41929"/>
                </a:lnTo>
                <a:lnTo>
                  <a:pt x="910068" y="42242"/>
                </a:lnTo>
                <a:lnTo>
                  <a:pt x="910311" y="42563"/>
                </a:lnTo>
                <a:lnTo>
                  <a:pt x="910543" y="42892"/>
                </a:lnTo>
                <a:lnTo>
                  <a:pt x="910764" y="43230"/>
                </a:lnTo>
                <a:lnTo>
                  <a:pt x="910975" y="43576"/>
                </a:lnTo>
                <a:lnTo>
                  <a:pt x="911175" y="43931"/>
                </a:lnTo>
                <a:lnTo>
                  <a:pt x="911365" y="44294"/>
                </a:lnTo>
                <a:lnTo>
                  <a:pt x="911544" y="44665"/>
                </a:lnTo>
                <a:lnTo>
                  <a:pt x="911712" y="45045"/>
                </a:lnTo>
                <a:lnTo>
                  <a:pt x="911870" y="45433"/>
                </a:lnTo>
                <a:lnTo>
                  <a:pt x="912017" y="45830"/>
                </a:lnTo>
                <a:lnTo>
                  <a:pt x="912153" y="46235"/>
                </a:lnTo>
                <a:lnTo>
                  <a:pt x="912279" y="46648"/>
                </a:lnTo>
                <a:lnTo>
                  <a:pt x="912394" y="47070"/>
                </a:lnTo>
                <a:lnTo>
                  <a:pt x="912498" y="47501"/>
                </a:lnTo>
                <a:lnTo>
                  <a:pt x="912592" y="47939"/>
                </a:lnTo>
                <a:lnTo>
                  <a:pt x="912675" y="48386"/>
                </a:lnTo>
                <a:lnTo>
                  <a:pt x="912748" y="48842"/>
                </a:lnTo>
                <a:lnTo>
                  <a:pt x="924588" y="47227"/>
                </a:lnTo>
                <a:lnTo>
                  <a:pt x="924490" y="46655"/>
                </a:lnTo>
                <a:lnTo>
                  <a:pt x="924385" y="46092"/>
                </a:lnTo>
                <a:lnTo>
                  <a:pt x="924273" y="45539"/>
                </a:lnTo>
                <a:lnTo>
                  <a:pt x="924155" y="44995"/>
                </a:lnTo>
                <a:lnTo>
                  <a:pt x="924030" y="44461"/>
                </a:lnTo>
                <a:lnTo>
                  <a:pt x="923899" y="43937"/>
                </a:lnTo>
                <a:lnTo>
                  <a:pt x="923761" y="43423"/>
                </a:lnTo>
                <a:lnTo>
                  <a:pt x="923617" y="42918"/>
                </a:lnTo>
                <a:lnTo>
                  <a:pt x="923466" y="42423"/>
                </a:lnTo>
                <a:lnTo>
                  <a:pt x="923308" y="41938"/>
                </a:lnTo>
                <a:lnTo>
                  <a:pt x="923144" y="41462"/>
                </a:lnTo>
                <a:lnTo>
                  <a:pt x="922974" y="40996"/>
                </a:lnTo>
                <a:lnTo>
                  <a:pt x="922797" y="40540"/>
                </a:lnTo>
                <a:lnTo>
                  <a:pt x="922613" y="40093"/>
                </a:lnTo>
                <a:lnTo>
                  <a:pt x="922423" y="39656"/>
                </a:lnTo>
                <a:lnTo>
                  <a:pt x="922226" y="39229"/>
                </a:lnTo>
                <a:lnTo>
                  <a:pt x="922023" y="38811"/>
                </a:lnTo>
                <a:lnTo>
                  <a:pt x="921813" y="38404"/>
                </a:lnTo>
                <a:lnTo>
                  <a:pt x="921597" y="38006"/>
                </a:lnTo>
                <a:lnTo>
                  <a:pt x="921374" y="37617"/>
                </a:lnTo>
                <a:lnTo>
                  <a:pt x="921145" y="37238"/>
                </a:lnTo>
                <a:lnTo>
                  <a:pt x="920909" y="36869"/>
                </a:lnTo>
                <a:lnTo>
                  <a:pt x="920666" y="36510"/>
                </a:lnTo>
                <a:lnTo>
                  <a:pt x="920417" y="36160"/>
                </a:lnTo>
                <a:lnTo>
                  <a:pt x="920159" y="35819"/>
                </a:lnTo>
                <a:lnTo>
                  <a:pt x="919890" y="35483"/>
                </a:lnTo>
                <a:lnTo>
                  <a:pt x="919608" y="35153"/>
                </a:lnTo>
                <a:lnTo>
                  <a:pt x="919316" y="34829"/>
                </a:lnTo>
                <a:lnTo>
                  <a:pt x="919011" y="34511"/>
                </a:lnTo>
                <a:lnTo>
                  <a:pt x="918695" y="34199"/>
                </a:lnTo>
                <a:lnTo>
                  <a:pt x="918368" y="33893"/>
                </a:lnTo>
                <a:lnTo>
                  <a:pt x="918029" y="33593"/>
                </a:lnTo>
                <a:lnTo>
                  <a:pt x="917678" y="33299"/>
                </a:lnTo>
                <a:lnTo>
                  <a:pt x="917316" y="33010"/>
                </a:lnTo>
                <a:lnTo>
                  <a:pt x="916943" y="32728"/>
                </a:lnTo>
                <a:lnTo>
                  <a:pt x="916557" y="32452"/>
                </a:lnTo>
                <a:lnTo>
                  <a:pt x="916161" y="32182"/>
                </a:lnTo>
                <a:lnTo>
                  <a:pt x="915752" y="31917"/>
                </a:lnTo>
                <a:lnTo>
                  <a:pt x="915332" y="31659"/>
                </a:lnTo>
                <a:lnTo>
                  <a:pt x="914901" y="31406"/>
                </a:lnTo>
                <a:lnTo>
                  <a:pt x="914458" y="31160"/>
                </a:lnTo>
                <a:lnTo>
                  <a:pt x="914003" y="30919"/>
                </a:lnTo>
                <a:lnTo>
                  <a:pt x="913537" y="30685"/>
                </a:lnTo>
                <a:lnTo>
                  <a:pt x="913059" y="30456"/>
                </a:lnTo>
                <a:lnTo>
                  <a:pt x="912570" y="30233"/>
                </a:lnTo>
                <a:lnTo>
                  <a:pt x="912069" y="30017"/>
                </a:lnTo>
                <a:lnTo>
                  <a:pt x="911556" y="29806"/>
                </a:lnTo>
                <a:lnTo>
                  <a:pt x="911032" y="29601"/>
                </a:lnTo>
                <a:lnTo>
                  <a:pt x="910499" y="29404"/>
                </a:lnTo>
                <a:lnTo>
                  <a:pt x="909959" y="29214"/>
                </a:lnTo>
                <a:lnTo>
                  <a:pt x="909411" y="29034"/>
                </a:lnTo>
                <a:lnTo>
                  <a:pt x="908856" y="28861"/>
                </a:lnTo>
                <a:lnTo>
                  <a:pt x="908294" y="28697"/>
                </a:lnTo>
                <a:lnTo>
                  <a:pt x="907725" y="28542"/>
                </a:lnTo>
                <a:lnTo>
                  <a:pt x="907149" y="28394"/>
                </a:lnTo>
                <a:lnTo>
                  <a:pt x="906566" y="28256"/>
                </a:lnTo>
                <a:lnTo>
                  <a:pt x="905976" y="28125"/>
                </a:lnTo>
                <a:lnTo>
                  <a:pt x="905378" y="28003"/>
                </a:lnTo>
                <a:lnTo>
                  <a:pt x="904774" y="27890"/>
                </a:lnTo>
                <a:lnTo>
                  <a:pt x="904162" y="27785"/>
                </a:lnTo>
                <a:lnTo>
                  <a:pt x="903543" y="27688"/>
                </a:lnTo>
                <a:lnTo>
                  <a:pt x="902917" y="27600"/>
                </a:lnTo>
                <a:lnTo>
                  <a:pt x="902284" y="27520"/>
                </a:lnTo>
                <a:lnTo>
                  <a:pt x="901644" y="27448"/>
                </a:lnTo>
                <a:lnTo>
                  <a:pt x="900996" y="27385"/>
                </a:lnTo>
                <a:lnTo>
                  <a:pt x="900342" y="27331"/>
                </a:lnTo>
                <a:lnTo>
                  <a:pt x="899680" y="27284"/>
                </a:lnTo>
                <a:lnTo>
                  <a:pt x="899012" y="27246"/>
                </a:lnTo>
                <a:lnTo>
                  <a:pt x="898336" y="27217"/>
                </a:lnTo>
                <a:lnTo>
                  <a:pt x="897653" y="27196"/>
                </a:lnTo>
                <a:lnTo>
                  <a:pt x="896963" y="27183"/>
                </a:lnTo>
                <a:lnTo>
                  <a:pt x="896265" y="27179"/>
                </a:lnTo>
                <a:lnTo>
                  <a:pt x="895801" y="27182"/>
                </a:lnTo>
                <a:lnTo>
                  <a:pt x="895340" y="27189"/>
                </a:lnTo>
                <a:lnTo>
                  <a:pt x="894880" y="27202"/>
                </a:lnTo>
                <a:lnTo>
                  <a:pt x="894424" y="27219"/>
                </a:lnTo>
                <a:lnTo>
                  <a:pt x="893969" y="27242"/>
                </a:lnTo>
                <a:lnTo>
                  <a:pt x="893518" y="27270"/>
                </a:lnTo>
                <a:lnTo>
                  <a:pt x="893068" y="27302"/>
                </a:lnTo>
                <a:lnTo>
                  <a:pt x="892621" y="27340"/>
                </a:lnTo>
                <a:lnTo>
                  <a:pt x="892177" y="27383"/>
                </a:lnTo>
                <a:lnTo>
                  <a:pt x="891735" y="27430"/>
                </a:lnTo>
                <a:lnTo>
                  <a:pt x="891295" y="27483"/>
                </a:lnTo>
                <a:lnTo>
                  <a:pt x="890858" y="27541"/>
                </a:lnTo>
                <a:lnTo>
                  <a:pt x="890423" y="27604"/>
                </a:lnTo>
                <a:lnTo>
                  <a:pt x="889991" y="27671"/>
                </a:lnTo>
                <a:lnTo>
                  <a:pt x="889562" y="27744"/>
                </a:lnTo>
                <a:lnTo>
                  <a:pt x="889134" y="27822"/>
                </a:lnTo>
                <a:lnTo>
                  <a:pt x="888709" y="27905"/>
                </a:lnTo>
                <a:lnTo>
                  <a:pt x="888287" y="27993"/>
                </a:lnTo>
                <a:lnTo>
                  <a:pt x="887867" y="28086"/>
                </a:lnTo>
                <a:lnTo>
                  <a:pt x="887450" y="28184"/>
                </a:lnTo>
                <a:lnTo>
                  <a:pt x="887035" y="28287"/>
                </a:lnTo>
                <a:lnTo>
                  <a:pt x="886622" y="28395"/>
                </a:lnTo>
                <a:lnTo>
                  <a:pt x="886212" y="28508"/>
                </a:lnTo>
                <a:lnTo>
                  <a:pt x="885804" y="28626"/>
                </a:lnTo>
                <a:lnTo>
                  <a:pt x="885401" y="28747"/>
                </a:lnTo>
                <a:lnTo>
                  <a:pt x="885005" y="28871"/>
                </a:lnTo>
                <a:lnTo>
                  <a:pt x="884617" y="28997"/>
                </a:lnTo>
                <a:lnTo>
                  <a:pt x="884235" y="29126"/>
                </a:lnTo>
                <a:lnTo>
                  <a:pt x="883861" y="29256"/>
                </a:lnTo>
                <a:lnTo>
                  <a:pt x="883494" y="29389"/>
                </a:lnTo>
                <a:lnTo>
                  <a:pt x="883133" y="29524"/>
                </a:lnTo>
                <a:lnTo>
                  <a:pt x="882780" y="29661"/>
                </a:lnTo>
                <a:lnTo>
                  <a:pt x="882435" y="29800"/>
                </a:lnTo>
                <a:lnTo>
                  <a:pt x="882096" y="29942"/>
                </a:lnTo>
                <a:lnTo>
                  <a:pt x="881764" y="30086"/>
                </a:lnTo>
                <a:lnTo>
                  <a:pt x="881440" y="30232"/>
                </a:lnTo>
                <a:lnTo>
                  <a:pt x="881122" y="30380"/>
                </a:lnTo>
                <a:lnTo>
                  <a:pt x="880812" y="30531"/>
                </a:lnTo>
                <a:lnTo>
                  <a:pt x="880509" y="30683"/>
                </a:lnTo>
                <a:lnTo>
                  <a:pt x="880213" y="30838"/>
                </a:lnTo>
                <a:lnTo>
                  <a:pt x="879924" y="30995"/>
                </a:lnTo>
                <a:lnTo>
                  <a:pt x="879642" y="31155"/>
                </a:lnTo>
                <a:lnTo>
                  <a:pt x="879367" y="31316"/>
                </a:lnTo>
                <a:lnTo>
                  <a:pt x="879100" y="31480"/>
                </a:lnTo>
                <a:lnTo>
                  <a:pt x="878840" y="31646"/>
                </a:lnTo>
                <a:lnTo>
                  <a:pt x="878586" y="31814"/>
                </a:lnTo>
                <a:lnTo>
                  <a:pt x="878340" y="31985"/>
                </a:lnTo>
                <a:lnTo>
                  <a:pt x="878101" y="32158"/>
                </a:lnTo>
                <a:lnTo>
                  <a:pt x="877790" y="32384"/>
                </a:lnTo>
                <a:lnTo>
                  <a:pt x="877484" y="32616"/>
                </a:lnTo>
                <a:lnTo>
                  <a:pt x="877184" y="32852"/>
                </a:lnTo>
                <a:lnTo>
                  <a:pt x="876889" y="33093"/>
                </a:lnTo>
                <a:lnTo>
                  <a:pt x="876600" y="33339"/>
                </a:lnTo>
                <a:lnTo>
                  <a:pt x="876316" y="33589"/>
                </a:lnTo>
                <a:lnTo>
                  <a:pt x="876038" y="33845"/>
                </a:lnTo>
                <a:lnTo>
                  <a:pt x="875765" y="34105"/>
                </a:lnTo>
                <a:lnTo>
                  <a:pt x="875498" y="34370"/>
                </a:lnTo>
                <a:lnTo>
                  <a:pt x="875236" y="34640"/>
                </a:lnTo>
                <a:lnTo>
                  <a:pt x="874980" y="34914"/>
                </a:lnTo>
                <a:lnTo>
                  <a:pt x="874729" y="35193"/>
                </a:lnTo>
                <a:lnTo>
                  <a:pt x="874484" y="35478"/>
                </a:lnTo>
                <a:lnTo>
                  <a:pt x="874244" y="35766"/>
                </a:lnTo>
                <a:lnTo>
                  <a:pt x="874009" y="36060"/>
                </a:lnTo>
                <a:lnTo>
                  <a:pt x="873781" y="36359"/>
                </a:lnTo>
                <a:lnTo>
                  <a:pt x="873557" y="36662"/>
                </a:lnTo>
                <a:lnTo>
                  <a:pt x="873339" y="36970"/>
                </a:lnTo>
                <a:lnTo>
                  <a:pt x="873127" y="37283"/>
                </a:lnTo>
                <a:lnTo>
                  <a:pt x="872920" y="37600"/>
                </a:lnTo>
                <a:lnTo>
                  <a:pt x="872719" y="37923"/>
                </a:lnTo>
                <a:lnTo>
                  <a:pt x="872523" y="38250"/>
                </a:lnTo>
                <a:lnTo>
                  <a:pt x="872332" y="38582"/>
                </a:lnTo>
                <a:lnTo>
                  <a:pt x="872147" y="38919"/>
                </a:lnTo>
                <a:lnTo>
                  <a:pt x="871969" y="39259"/>
                </a:lnTo>
                <a:lnTo>
                  <a:pt x="871798" y="39602"/>
                </a:lnTo>
                <a:lnTo>
                  <a:pt x="871635" y="39947"/>
                </a:lnTo>
                <a:lnTo>
                  <a:pt x="871479" y="40295"/>
                </a:lnTo>
                <a:lnTo>
                  <a:pt x="871331" y="40645"/>
                </a:lnTo>
                <a:lnTo>
                  <a:pt x="871191" y="40998"/>
                </a:lnTo>
                <a:lnTo>
                  <a:pt x="871058" y="41353"/>
                </a:lnTo>
                <a:lnTo>
                  <a:pt x="870933" y="41711"/>
                </a:lnTo>
                <a:lnTo>
                  <a:pt x="870815" y="42071"/>
                </a:lnTo>
                <a:lnTo>
                  <a:pt x="870705" y="42433"/>
                </a:lnTo>
                <a:lnTo>
                  <a:pt x="870602" y="42798"/>
                </a:lnTo>
                <a:lnTo>
                  <a:pt x="870507" y="43166"/>
                </a:lnTo>
                <a:lnTo>
                  <a:pt x="870420" y="43535"/>
                </a:lnTo>
                <a:lnTo>
                  <a:pt x="870340" y="43908"/>
                </a:lnTo>
                <a:lnTo>
                  <a:pt x="870268" y="44282"/>
                </a:lnTo>
                <a:lnTo>
                  <a:pt x="870204" y="44660"/>
                </a:lnTo>
                <a:lnTo>
                  <a:pt x="870147" y="45039"/>
                </a:lnTo>
                <a:lnTo>
                  <a:pt x="870097" y="45421"/>
                </a:lnTo>
                <a:lnTo>
                  <a:pt x="870056" y="45806"/>
                </a:lnTo>
                <a:lnTo>
                  <a:pt x="870022" y="46193"/>
                </a:lnTo>
                <a:lnTo>
                  <a:pt x="869995" y="46582"/>
                </a:lnTo>
                <a:lnTo>
                  <a:pt x="869976" y="46974"/>
                </a:lnTo>
                <a:lnTo>
                  <a:pt x="869965" y="47369"/>
                </a:lnTo>
                <a:lnTo>
                  <a:pt x="869961" y="47765"/>
                </a:lnTo>
                <a:lnTo>
                  <a:pt x="869965" y="48201"/>
                </a:lnTo>
                <a:lnTo>
                  <a:pt x="869979" y="48634"/>
                </a:lnTo>
                <a:lnTo>
                  <a:pt x="870002" y="49063"/>
                </a:lnTo>
                <a:lnTo>
                  <a:pt x="870035" y="49489"/>
                </a:lnTo>
                <a:lnTo>
                  <a:pt x="870076" y="49912"/>
                </a:lnTo>
                <a:lnTo>
                  <a:pt x="870127" y="50332"/>
                </a:lnTo>
                <a:lnTo>
                  <a:pt x="870187" y="50749"/>
                </a:lnTo>
                <a:lnTo>
                  <a:pt x="870256" y="51163"/>
                </a:lnTo>
                <a:lnTo>
                  <a:pt x="870334" y="51573"/>
                </a:lnTo>
                <a:lnTo>
                  <a:pt x="870422" y="51981"/>
                </a:lnTo>
                <a:lnTo>
                  <a:pt x="870519" y="52385"/>
                </a:lnTo>
                <a:lnTo>
                  <a:pt x="870625" y="52786"/>
                </a:lnTo>
                <a:lnTo>
                  <a:pt x="870740" y="53184"/>
                </a:lnTo>
                <a:lnTo>
                  <a:pt x="870865" y="53578"/>
                </a:lnTo>
                <a:lnTo>
                  <a:pt x="870999" y="53970"/>
                </a:lnTo>
                <a:lnTo>
                  <a:pt x="871142" y="54358"/>
                </a:lnTo>
                <a:lnTo>
                  <a:pt x="871294" y="54744"/>
                </a:lnTo>
                <a:lnTo>
                  <a:pt x="871456" y="55126"/>
                </a:lnTo>
                <a:lnTo>
                  <a:pt x="871626" y="55505"/>
                </a:lnTo>
                <a:lnTo>
                  <a:pt x="871806" y="55881"/>
                </a:lnTo>
                <a:lnTo>
                  <a:pt x="871995" y="56253"/>
                </a:lnTo>
                <a:lnTo>
                  <a:pt x="872194" y="56623"/>
                </a:lnTo>
                <a:lnTo>
                  <a:pt x="872401" y="56989"/>
                </a:lnTo>
                <a:lnTo>
                  <a:pt x="872618" y="57352"/>
                </a:lnTo>
                <a:lnTo>
                  <a:pt x="872844" y="57711"/>
                </a:lnTo>
                <a:lnTo>
                  <a:pt x="873078" y="58062"/>
                </a:lnTo>
                <a:lnTo>
                  <a:pt x="873321" y="58408"/>
                </a:lnTo>
                <a:lnTo>
                  <a:pt x="873573" y="58746"/>
                </a:lnTo>
                <a:lnTo>
                  <a:pt x="873833" y="59078"/>
                </a:lnTo>
                <a:lnTo>
                  <a:pt x="874102" y="59404"/>
                </a:lnTo>
                <a:lnTo>
                  <a:pt x="874380" y="59723"/>
                </a:lnTo>
                <a:lnTo>
                  <a:pt x="874666" y="60036"/>
                </a:lnTo>
                <a:lnTo>
                  <a:pt x="874961" y="60342"/>
                </a:lnTo>
                <a:lnTo>
                  <a:pt x="875265" y="60641"/>
                </a:lnTo>
                <a:lnTo>
                  <a:pt x="875577" y="60934"/>
                </a:lnTo>
                <a:lnTo>
                  <a:pt x="875898" y="61221"/>
                </a:lnTo>
                <a:lnTo>
                  <a:pt x="876227" y="61500"/>
                </a:lnTo>
                <a:lnTo>
                  <a:pt x="876565" y="61774"/>
                </a:lnTo>
                <a:lnTo>
                  <a:pt x="876912" y="62040"/>
                </a:lnTo>
                <a:lnTo>
                  <a:pt x="877268" y="62301"/>
                </a:lnTo>
                <a:lnTo>
                  <a:pt x="877632" y="62554"/>
                </a:lnTo>
                <a:lnTo>
                  <a:pt x="878004" y="62801"/>
                </a:lnTo>
                <a:lnTo>
                  <a:pt x="878386" y="63042"/>
                </a:lnTo>
                <a:lnTo>
                  <a:pt x="878776" y="63276"/>
                </a:lnTo>
                <a:lnTo>
                  <a:pt x="879174" y="63504"/>
                </a:lnTo>
                <a:lnTo>
                  <a:pt x="879582" y="63725"/>
                </a:lnTo>
                <a:lnTo>
                  <a:pt x="879998" y="63939"/>
                </a:lnTo>
                <a:lnTo>
                  <a:pt x="880422" y="64147"/>
                </a:lnTo>
                <a:lnTo>
                  <a:pt x="880865" y="64353"/>
                </a:lnTo>
                <a:lnTo>
                  <a:pt x="881337" y="64563"/>
                </a:lnTo>
                <a:lnTo>
                  <a:pt x="881836" y="64775"/>
                </a:lnTo>
                <a:lnTo>
                  <a:pt x="882365" y="64991"/>
                </a:lnTo>
                <a:lnTo>
                  <a:pt x="882921" y="65210"/>
                </a:lnTo>
                <a:lnTo>
                  <a:pt x="883506" y="65432"/>
                </a:lnTo>
                <a:lnTo>
                  <a:pt x="884120" y="65657"/>
                </a:lnTo>
                <a:lnTo>
                  <a:pt x="884761" y="65885"/>
                </a:lnTo>
                <a:lnTo>
                  <a:pt x="885431" y="66116"/>
                </a:lnTo>
                <a:lnTo>
                  <a:pt x="886130" y="66351"/>
                </a:lnTo>
                <a:lnTo>
                  <a:pt x="886857" y="66589"/>
                </a:lnTo>
                <a:lnTo>
                  <a:pt x="887612" y="66830"/>
                </a:lnTo>
                <a:lnTo>
                  <a:pt x="888396" y="67074"/>
                </a:lnTo>
                <a:lnTo>
                  <a:pt x="889208" y="67321"/>
                </a:lnTo>
                <a:lnTo>
                  <a:pt x="890048" y="67571"/>
                </a:lnTo>
                <a:lnTo>
                  <a:pt x="890917" y="67825"/>
                </a:lnTo>
                <a:lnTo>
                  <a:pt x="891814" y="68081"/>
                </a:lnTo>
                <a:lnTo>
                  <a:pt x="892740" y="68341"/>
                </a:lnTo>
                <a:lnTo>
                  <a:pt x="893694" y="68604"/>
                </a:lnTo>
                <a:lnTo>
                  <a:pt x="894676" y="68870"/>
                </a:lnTo>
                <a:lnTo>
                  <a:pt x="895687" y="69140"/>
                </a:lnTo>
                <a:lnTo>
                  <a:pt x="896726" y="69412"/>
                </a:lnTo>
                <a:lnTo>
                  <a:pt x="897793" y="69688"/>
                </a:lnTo>
                <a:lnTo>
                  <a:pt x="898889" y="69966"/>
                </a:lnTo>
                <a:lnTo>
                  <a:pt x="899700" y="70172"/>
                </a:lnTo>
                <a:lnTo>
                  <a:pt x="900486" y="70375"/>
                </a:lnTo>
                <a:lnTo>
                  <a:pt x="901246" y="70575"/>
                </a:lnTo>
                <a:lnTo>
                  <a:pt x="901980" y="70772"/>
                </a:lnTo>
                <a:lnTo>
                  <a:pt x="902689" y="70966"/>
                </a:lnTo>
                <a:lnTo>
                  <a:pt x="903371" y="71156"/>
                </a:lnTo>
                <a:lnTo>
                  <a:pt x="904028" y="71344"/>
                </a:lnTo>
                <a:lnTo>
                  <a:pt x="904660" y="71529"/>
                </a:lnTo>
                <a:lnTo>
                  <a:pt x="905266" y="71710"/>
                </a:lnTo>
                <a:lnTo>
                  <a:pt x="905846" y="71889"/>
                </a:lnTo>
                <a:lnTo>
                  <a:pt x="906400" y="72064"/>
                </a:lnTo>
                <a:lnTo>
                  <a:pt x="906929" y="72237"/>
                </a:lnTo>
                <a:lnTo>
                  <a:pt x="907431" y="72406"/>
                </a:lnTo>
                <a:lnTo>
                  <a:pt x="907909" y="72573"/>
                </a:lnTo>
                <a:lnTo>
                  <a:pt x="908360" y="72736"/>
                </a:lnTo>
                <a:lnTo>
                  <a:pt x="908786" y="72897"/>
                </a:lnTo>
                <a:lnTo>
                  <a:pt x="909186" y="73054"/>
                </a:lnTo>
                <a:lnTo>
                  <a:pt x="909561" y="73208"/>
                </a:lnTo>
                <a:lnTo>
                  <a:pt x="909909" y="73359"/>
                </a:lnTo>
                <a:lnTo>
                  <a:pt x="910233" y="73508"/>
                </a:lnTo>
                <a:lnTo>
                  <a:pt x="910530" y="73653"/>
                </a:lnTo>
                <a:lnTo>
                  <a:pt x="910802" y="73795"/>
                </a:lnTo>
                <a:lnTo>
                  <a:pt x="911048" y="73934"/>
                </a:lnTo>
                <a:lnTo>
                  <a:pt x="911268" y="74070"/>
                </a:lnTo>
                <a:lnTo>
                  <a:pt x="911559" y="74269"/>
                </a:lnTo>
                <a:lnTo>
                  <a:pt x="911837" y="74475"/>
                </a:lnTo>
                <a:lnTo>
                  <a:pt x="912103" y="74686"/>
                </a:lnTo>
                <a:lnTo>
                  <a:pt x="912357" y="74904"/>
                </a:lnTo>
                <a:lnTo>
                  <a:pt x="912599" y="75127"/>
                </a:lnTo>
                <a:lnTo>
                  <a:pt x="912828" y="75357"/>
                </a:lnTo>
                <a:lnTo>
                  <a:pt x="913044" y="75592"/>
                </a:lnTo>
                <a:lnTo>
                  <a:pt x="913249" y="75834"/>
                </a:lnTo>
                <a:lnTo>
                  <a:pt x="913441" y="76082"/>
                </a:lnTo>
                <a:lnTo>
                  <a:pt x="913620" y="76336"/>
                </a:lnTo>
                <a:lnTo>
                  <a:pt x="913787" y="76596"/>
                </a:lnTo>
                <a:lnTo>
                  <a:pt x="913942" y="76862"/>
                </a:lnTo>
                <a:lnTo>
                  <a:pt x="914084" y="77134"/>
                </a:lnTo>
                <a:lnTo>
                  <a:pt x="914214" y="77412"/>
                </a:lnTo>
                <a:lnTo>
                  <a:pt x="914332" y="77697"/>
                </a:lnTo>
                <a:lnTo>
                  <a:pt x="914437" y="77987"/>
                </a:lnTo>
                <a:lnTo>
                  <a:pt x="914530" y="78283"/>
                </a:lnTo>
                <a:lnTo>
                  <a:pt x="914611" y="78586"/>
                </a:lnTo>
                <a:lnTo>
                  <a:pt x="914679" y="78895"/>
                </a:lnTo>
                <a:lnTo>
                  <a:pt x="914734" y="79209"/>
                </a:lnTo>
                <a:lnTo>
                  <a:pt x="914778" y="79530"/>
                </a:lnTo>
                <a:lnTo>
                  <a:pt x="914809" y="79857"/>
                </a:lnTo>
                <a:lnTo>
                  <a:pt x="914827" y="80190"/>
                </a:lnTo>
                <a:lnTo>
                  <a:pt x="914833" y="80529"/>
                </a:lnTo>
                <a:lnTo>
                  <a:pt x="914826" y="80908"/>
                </a:lnTo>
                <a:lnTo>
                  <a:pt x="914805" y="81283"/>
                </a:lnTo>
                <a:lnTo>
                  <a:pt x="914770" y="81654"/>
                </a:lnTo>
                <a:lnTo>
                  <a:pt x="914721" y="82021"/>
                </a:lnTo>
                <a:lnTo>
                  <a:pt x="914658" y="82384"/>
                </a:lnTo>
                <a:lnTo>
                  <a:pt x="914581" y="82742"/>
                </a:lnTo>
                <a:lnTo>
                  <a:pt x="914490" y="83097"/>
                </a:lnTo>
                <a:lnTo>
                  <a:pt x="914385" y="83448"/>
                </a:lnTo>
                <a:lnTo>
                  <a:pt x="914266" y="83794"/>
                </a:lnTo>
                <a:lnTo>
                  <a:pt x="914133" y="84136"/>
                </a:lnTo>
                <a:lnTo>
                  <a:pt x="913985" y="84475"/>
                </a:lnTo>
                <a:lnTo>
                  <a:pt x="913824" y="84809"/>
                </a:lnTo>
                <a:lnTo>
                  <a:pt x="913649" y="85139"/>
                </a:lnTo>
                <a:lnTo>
                  <a:pt x="913460" y="85465"/>
                </a:lnTo>
                <a:lnTo>
                  <a:pt x="913257" y="85787"/>
                </a:lnTo>
                <a:lnTo>
                  <a:pt x="913039" y="86105"/>
                </a:lnTo>
                <a:lnTo>
                  <a:pt x="912808" y="86419"/>
                </a:lnTo>
                <a:lnTo>
                  <a:pt x="912563" y="86728"/>
                </a:lnTo>
                <a:lnTo>
                  <a:pt x="912304" y="87034"/>
                </a:lnTo>
                <a:lnTo>
                  <a:pt x="912030" y="87335"/>
                </a:lnTo>
                <a:lnTo>
                  <a:pt x="911743" y="87633"/>
                </a:lnTo>
                <a:lnTo>
                  <a:pt x="911442" y="87926"/>
                </a:lnTo>
                <a:lnTo>
                  <a:pt x="911126" y="88216"/>
                </a:lnTo>
                <a:lnTo>
                  <a:pt x="910797" y="88501"/>
                </a:lnTo>
                <a:lnTo>
                  <a:pt x="910453" y="88778"/>
                </a:lnTo>
                <a:lnTo>
                  <a:pt x="910094" y="89043"/>
                </a:lnTo>
                <a:lnTo>
                  <a:pt x="909720" y="89297"/>
                </a:lnTo>
                <a:lnTo>
                  <a:pt x="909332" y="89539"/>
                </a:lnTo>
                <a:lnTo>
                  <a:pt x="908928" y="89769"/>
                </a:lnTo>
                <a:lnTo>
                  <a:pt x="908510" y="89987"/>
                </a:lnTo>
                <a:lnTo>
                  <a:pt x="908076" y="90193"/>
                </a:lnTo>
                <a:lnTo>
                  <a:pt x="907627" y="90388"/>
                </a:lnTo>
                <a:lnTo>
                  <a:pt x="907164" y="90571"/>
                </a:lnTo>
                <a:lnTo>
                  <a:pt x="906686" y="90742"/>
                </a:lnTo>
                <a:lnTo>
                  <a:pt x="906192" y="90901"/>
                </a:lnTo>
                <a:lnTo>
                  <a:pt x="905684" y="91049"/>
                </a:lnTo>
                <a:lnTo>
                  <a:pt x="905161" y="91184"/>
                </a:lnTo>
                <a:lnTo>
                  <a:pt x="904623" y="91308"/>
                </a:lnTo>
                <a:lnTo>
                  <a:pt x="904069" y="91420"/>
                </a:lnTo>
                <a:lnTo>
                  <a:pt x="903501" y="91521"/>
                </a:lnTo>
                <a:lnTo>
                  <a:pt x="902918" y="91609"/>
                </a:lnTo>
                <a:lnTo>
                  <a:pt x="902320" y="91686"/>
                </a:lnTo>
                <a:lnTo>
                  <a:pt x="901707" y="91751"/>
                </a:lnTo>
                <a:lnTo>
                  <a:pt x="901079" y="91804"/>
                </a:lnTo>
                <a:lnTo>
                  <a:pt x="900436" y="91845"/>
                </a:lnTo>
                <a:lnTo>
                  <a:pt x="899779" y="91874"/>
                </a:lnTo>
                <a:lnTo>
                  <a:pt x="899106" y="91892"/>
                </a:lnTo>
                <a:lnTo>
                  <a:pt x="898418" y="91898"/>
                </a:lnTo>
                <a:lnTo>
                  <a:pt x="897735" y="91891"/>
                </a:lnTo>
                <a:lnTo>
                  <a:pt x="897065" y="91871"/>
                </a:lnTo>
                <a:lnTo>
                  <a:pt x="896407" y="91838"/>
                </a:lnTo>
                <a:lnTo>
                  <a:pt x="895762" y="91791"/>
                </a:lnTo>
                <a:lnTo>
                  <a:pt x="895129" y="91731"/>
                </a:lnTo>
                <a:lnTo>
                  <a:pt x="894510" y="91657"/>
                </a:lnTo>
                <a:lnTo>
                  <a:pt x="893903" y="91570"/>
                </a:lnTo>
                <a:lnTo>
                  <a:pt x="893309" y="91470"/>
                </a:lnTo>
                <a:lnTo>
                  <a:pt x="892728" y="91356"/>
                </a:lnTo>
                <a:lnTo>
                  <a:pt x="892159" y="91229"/>
                </a:lnTo>
                <a:lnTo>
                  <a:pt x="891603" y="91089"/>
                </a:lnTo>
                <a:lnTo>
                  <a:pt x="891060" y="90935"/>
                </a:lnTo>
                <a:lnTo>
                  <a:pt x="890530" y="90768"/>
                </a:lnTo>
                <a:lnTo>
                  <a:pt x="890012" y="90587"/>
                </a:lnTo>
                <a:lnTo>
                  <a:pt x="889507" y="90394"/>
                </a:lnTo>
                <a:lnTo>
                  <a:pt x="889015" y="90186"/>
                </a:lnTo>
                <a:lnTo>
                  <a:pt x="888535" y="89966"/>
                </a:lnTo>
                <a:lnTo>
                  <a:pt x="888068" y="89732"/>
                </a:lnTo>
                <a:lnTo>
                  <a:pt x="887614" y="89484"/>
                </a:lnTo>
                <a:lnTo>
                  <a:pt x="887173" y="89223"/>
                </a:lnTo>
                <a:lnTo>
                  <a:pt x="886744" y="88949"/>
                </a:lnTo>
                <a:lnTo>
                  <a:pt x="886329" y="88662"/>
                </a:lnTo>
                <a:lnTo>
                  <a:pt x="885925" y="88361"/>
                </a:lnTo>
                <a:lnTo>
                  <a:pt x="885535" y="88047"/>
                </a:lnTo>
                <a:lnTo>
                  <a:pt x="885157" y="87720"/>
                </a:lnTo>
                <a:lnTo>
                  <a:pt x="884792" y="87381"/>
                </a:lnTo>
                <a:lnTo>
                  <a:pt x="884439" y="87030"/>
                </a:lnTo>
                <a:lnTo>
                  <a:pt x="884099" y="86668"/>
                </a:lnTo>
                <a:lnTo>
                  <a:pt x="883771" y="86294"/>
                </a:lnTo>
                <a:lnTo>
                  <a:pt x="883456" y="85909"/>
                </a:lnTo>
                <a:lnTo>
                  <a:pt x="883153" y="85511"/>
                </a:lnTo>
                <a:lnTo>
                  <a:pt x="882863" y="85102"/>
                </a:lnTo>
                <a:lnTo>
                  <a:pt x="882585" y="84682"/>
                </a:lnTo>
                <a:lnTo>
                  <a:pt x="882320" y="84249"/>
                </a:lnTo>
                <a:lnTo>
                  <a:pt x="882067" y="83805"/>
                </a:lnTo>
                <a:lnTo>
                  <a:pt x="881826" y="83349"/>
                </a:lnTo>
                <a:lnTo>
                  <a:pt x="881599" y="82881"/>
                </a:lnTo>
                <a:lnTo>
                  <a:pt x="881383" y="82402"/>
                </a:lnTo>
                <a:lnTo>
                  <a:pt x="881181" y="81911"/>
                </a:lnTo>
                <a:lnTo>
                  <a:pt x="880990" y="81408"/>
                </a:lnTo>
                <a:lnTo>
                  <a:pt x="880812" y="80893"/>
                </a:lnTo>
                <a:lnTo>
                  <a:pt x="880647" y="80367"/>
                </a:lnTo>
                <a:lnTo>
                  <a:pt x="880494" y="79829"/>
                </a:lnTo>
                <a:lnTo>
                  <a:pt x="880354" y="79279"/>
                </a:lnTo>
                <a:lnTo>
                  <a:pt x="880226" y="78718"/>
                </a:lnTo>
                <a:lnTo>
                  <a:pt x="880111" y="78145"/>
                </a:lnTo>
                <a:lnTo>
                  <a:pt x="880008" y="77560"/>
                </a:lnTo>
                <a:lnTo>
                  <a:pt x="879918" y="76963"/>
                </a:lnTo>
                <a:lnTo>
                  <a:pt x="867943" y="78847"/>
                </a:lnTo>
                <a:lnTo>
                  <a:pt x="868120" y="79787"/>
                </a:lnTo>
                <a:lnTo>
                  <a:pt x="868316" y="80708"/>
                </a:lnTo>
                <a:lnTo>
                  <a:pt x="868530" y="81610"/>
                </a:lnTo>
                <a:lnTo>
                  <a:pt x="868762" y="82492"/>
                </a:lnTo>
                <a:lnTo>
                  <a:pt x="869013" y="83355"/>
                </a:lnTo>
                <a:close/>
                <a:moveTo>
                  <a:pt x="992017" y="100240"/>
                </a:moveTo>
                <a:lnTo>
                  <a:pt x="992017" y="28794"/>
                </a:lnTo>
                <a:lnTo>
                  <a:pt x="979908" y="28794"/>
                </a:lnTo>
                <a:lnTo>
                  <a:pt x="979908" y="100240"/>
                </a:lnTo>
                <a:lnTo>
                  <a:pt x="992017" y="100240"/>
                </a:lnTo>
                <a:close/>
                <a:moveTo>
                  <a:pt x="518099" y="93794"/>
                </a:moveTo>
                <a:lnTo>
                  <a:pt x="518378" y="94103"/>
                </a:lnTo>
                <a:lnTo>
                  <a:pt x="518663" y="94407"/>
                </a:lnTo>
                <a:lnTo>
                  <a:pt x="518953" y="94707"/>
                </a:lnTo>
                <a:lnTo>
                  <a:pt x="519250" y="95002"/>
                </a:lnTo>
                <a:lnTo>
                  <a:pt x="519553" y="95292"/>
                </a:lnTo>
                <a:lnTo>
                  <a:pt x="519861" y="95577"/>
                </a:lnTo>
                <a:lnTo>
                  <a:pt x="520176" y="95858"/>
                </a:lnTo>
                <a:lnTo>
                  <a:pt x="520496" y="96134"/>
                </a:lnTo>
                <a:lnTo>
                  <a:pt x="520822" y="96406"/>
                </a:lnTo>
                <a:lnTo>
                  <a:pt x="521155" y="96672"/>
                </a:lnTo>
                <a:lnTo>
                  <a:pt x="521493" y="96934"/>
                </a:lnTo>
                <a:lnTo>
                  <a:pt x="521837" y="97192"/>
                </a:lnTo>
                <a:lnTo>
                  <a:pt x="522187" y="97445"/>
                </a:lnTo>
                <a:lnTo>
                  <a:pt x="522544" y="97693"/>
                </a:lnTo>
                <a:lnTo>
                  <a:pt x="522906" y="97936"/>
                </a:lnTo>
                <a:lnTo>
                  <a:pt x="523274" y="98175"/>
                </a:lnTo>
                <a:lnTo>
                  <a:pt x="523648" y="98409"/>
                </a:lnTo>
                <a:lnTo>
                  <a:pt x="524028" y="98638"/>
                </a:lnTo>
                <a:lnTo>
                  <a:pt x="524414" y="98863"/>
                </a:lnTo>
                <a:lnTo>
                  <a:pt x="524806" y="99083"/>
                </a:lnTo>
                <a:lnTo>
                  <a:pt x="525204" y="99298"/>
                </a:lnTo>
                <a:lnTo>
                  <a:pt x="525607" y="99507"/>
                </a:lnTo>
                <a:lnTo>
                  <a:pt x="526014" y="99707"/>
                </a:lnTo>
                <a:lnTo>
                  <a:pt x="526426" y="99898"/>
                </a:lnTo>
                <a:lnTo>
                  <a:pt x="526842" y="100079"/>
                </a:lnTo>
                <a:lnTo>
                  <a:pt x="527262" y="100253"/>
                </a:lnTo>
                <a:lnTo>
                  <a:pt x="527687" y="100417"/>
                </a:lnTo>
                <a:lnTo>
                  <a:pt x="528115" y="100572"/>
                </a:lnTo>
                <a:lnTo>
                  <a:pt x="528549" y="100719"/>
                </a:lnTo>
                <a:lnTo>
                  <a:pt x="528986" y="100856"/>
                </a:lnTo>
                <a:lnTo>
                  <a:pt x="529428" y="100985"/>
                </a:lnTo>
                <a:lnTo>
                  <a:pt x="529874" y="101105"/>
                </a:lnTo>
                <a:lnTo>
                  <a:pt x="530325" y="101216"/>
                </a:lnTo>
                <a:lnTo>
                  <a:pt x="530780" y="101318"/>
                </a:lnTo>
                <a:lnTo>
                  <a:pt x="531239" y="101411"/>
                </a:lnTo>
                <a:lnTo>
                  <a:pt x="531703" y="101495"/>
                </a:lnTo>
                <a:lnTo>
                  <a:pt x="532170" y="101571"/>
                </a:lnTo>
                <a:lnTo>
                  <a:pt x="532643" y="101637"/>
                </a:lnTo>
                <a:lnTo>
                  <a:pt x="533119" y="101695"/>
                </a:lnTo>
                <a:lnTo>
                  <a:pt x="533600" y="101744"/>
                </a:lnTo>
                <a:lnTo>
                  <a:pt x="534085" y="101784"/>
                </a:lnTo>
                <a:lnTo>
                  <a:pt x="534574" y="101815"/>
                </a:lnTo>
                <a:lnTo>
                  <a:pt x="535068" y="101837"/>
                </a:lnTo>
                <a:lnTo>
                  <a:pt x="535566" y="101850"/>
                </a:lnTo>
                <a:lnTo>
                  <a:pt x="536069" y="101855"/>
                </a:lnTo>
                <a:lnTo>
                  <a:pt x="536757" y="101847"/>
                </a:lnTo>
                <a:lnTo>
                  <a:pt x="537442" y="101822"/>
                </a:lnTo>
                <a:lnTo>
                  <a:pt x="538125" y="101782"/>
                </a:lnTo>
                <a:lnTo>
                  <a:pt x="538805" y="101725"/>
                </a:lnTo>
                <a:lnTo>
                  <a:pt x="539483" y="101652"/>
                </a:lnTo>
                <a:lnTo>
                  <a:pt x="540158" y="101563"/>
                </a:lnTo>
                <a:lnTo>
                  <a:pt x="540830" y="101457"/>
                </a:lnTo>
                <a:lnTo>
                  <a:pt x="541499" y="101335"/>
                </a:lnTo>
                <a:lnTo>
                  <a:pt x="542166" y="101197"/>
                </a:lnTo>
                <a:lnTo>
                  <a:pt x="542830" y="101043"/>
                </a:lnTo>
                <a:lnTo>
                  <a:pt x="543491" y="100873"/>
                </a:lnTo>
                <a:lnTo>
                  <a:pt x="544150" y="100686"/>
                </a:lnTo>
                <a:lnTo>
                  <a:pt x="544806" y="100483"/>
                </a:lnTo>
                <a:lnTo>
                  <a:pt x="545459" y="100264"/>
                </a:lnTo>
                <a:lnTo>
                  <a:pt x="546110" y="100028"/>
                </a:lnTo>
                <a:lnTo>
                  <a:pt x="546758" y="99777"/>
                </a:lnTo>
                <a:lnTo>
                  <a:pt x="547403" y="99509"/>
                </a:lnTo>
                <a:lnTo>
                  <a:pt x="548046" y="99225"/>
                </a:lnTo>
                <a:lnTo>
                  <a:pt x="548686" y="98924"/>
                </a:lnTo>
                <a:lnTo>
                  <a:pt x="549323" y="98608"/>
                </a:lnTo>
                <a:lnTo>
                  <a:pt x="549957" y="98275"/>
                </a:lnTo>
                <a:lnTo>
                  <a:pt x="550589" y="97926"/>
                </a:lnTo>
                <a:lnTo>
                  <a:pt x="551218" y="97561"/>
                </a:lnTo>
                <a:lnTo>
                  <a:pt x="551845" y="97179"/>
                </a:lnTo>
                <a:lnTo>
                  <a:pt x="552464" y="96782"/>
                </a:lnTo>
                <a:lnTo>
                  <a:pt x="553070" y="96371"/>
                </a:lnTo>
                <a:lnTo>
                  <a:pt x="553664" y="95946"/>
                </a:lnTo>
                <a:lnTo>
                  <a:pt x="554246" y="95507"/>
                </a:lnTo>
                <a:lnTo>
                  <a:pt x="554815" y="95053"/>
                </a:lnTo>
                <a:lnTo>
                  <a:pt x="555372" y="94585"/>
                </a:lnTo>
                <a:lnTo>
                  <a:pt x="555917" y="94103"/>
                </a:lnTo>
                <a:lnTo>
                  <a:pt x="556449" y="93606"/>
                </a:lnTo>
                <a:lnTo>
                  <a:pt x="556969" y="93095"/>
                </a:lnTo>
                <a:lnTo>
                  <a:pt x="557477" y="92570"/>
                </a:lnTo>
                <a:lnTo>
                  <a:pt x="557972" y="92031"/>
                </a:lnTo>
                <a:lnTo>
                  <a:pt x="558454" y="91478"/>
                </a:lnTo>
                <a:lnTo>
                  <a:pt x="558925" y="90910"/>
                </a:lnTo>
                <a:lnTo>
                  <a:pt x="559383" y="90328"/>
                </a:lnTo>
                <a:lnTo>
                  <a:pt x="559828" y="89732"/>
                </a:lnTo>
                <a:lnTo>
                  <a:pt x="560262" y="89121"/>
                </a:lnTo>
                <a:lnTo>
                  <a:pt x="560682" y="88496"/>
                </a:lnTo>
                <a:lnTo>
                  <a:pt x="561091" y="87857"/>
                </a:lnTo>
                <a:lnTo>
                  <a:pt x="561487" y="87204"/>
                </a:lnTo>
                <a:lnTo>
                  <a:pt x="561871" y="86537"/>
                </a:lnTo>
                <a:lnTo>
                  <a:pt x="562242" y="85855"/>
                </a:lnTo>
                <a:lnTo>
                  <a:pt x="562601" y="85159"/>
                </a:lnTo>
                <a:lnTo>
                  <a:pt x="562947" y="84449"/>
                </a:lnTo>
                <a:lnTo>
                  <a:pt x="563281" y="83724"/>
                </a:lnTo>
                <a:lnTo>
                  <a:pt x="563603" y="82989"/>
                </a:lnTo>
                <a:lnTo>
                  <a:pt x="563910" y="82246"/>
                </a:lnTo>
                <a:lnTo>
                  <a:pt x="564204" y="81495"/>
                </a:lnTo>
                <a:lnTo>
                  <a:pt x="564484" y="80737"/>
                </a:lnTo>
                <a:lnTo>
                  <a:pt x="564750" y="79971"/>
                </a:lnTo>
                <a:lnTo>
                  <a:pt x="565003" y="79198"/>
                </a:lnTo>
                <a:lnTo>
                  <a:pt x="565242" y="78417"/>
                </a:lnTo>
                <a:lnTo>
                  <a:pt x="565468" y="77628"/>
                </a:lnTo>
                <a:lnTo>
                  <a:pt x="565680" y="76832"/>
                </a:lnTo>
                <a:lnTo>
                  <a:pt x="565878" y="76028"/>
                </a:lnTo>
                <a:lnTo>
                  <a:pt x="566062" y="75217"/>
                </a:lnTo>
                <a:lnTo>
                  <a:pt x="566233" y="74398"/>
                </a:lnTo>
                <a:lnTo>
                  <a:pt x="566390" y="73572"/>
                </a:lnTo>
                <a:lnTo>
                  <a:pt x="566534" y="72737"/>
                </a:lnTo>
                <a:lnTo>
                  <a:pt x="566664" y="71896"/>
                </a:lnTo>
                <a:lnTo>
                  <a:pt x="566780" y="71046"/>
                </a:lnTo>
                <a:lnTo>
                  <a:pt x="566882" y="70190"/>
                </a:lnTo>
                <a:lnTo>
                  <a:pt x="566971" y="69325"/>
                </a:lnTo>
                <a:lnTo>
                  <a:pt x="567046" y="68453"/>
                </a:lnTo>
                <a:lnTo>
                  <a:pt x="567108" y="67573"/>
                </a:lnTo>
                <a:lnTo>
                  <a:pt x="567156" y="66686"/>
                </a:lnTo>
                <a:lnTo>
                  <a:pt x="567190" y="65791"/>
                </a:lnTo>
                <a:lnTo>
                  <a:pt x="567210" y="64889"/>
                </a:lnTo>
                <a:lnTo>
                  <a:pt x="567217" y="63979"/>
                </a:lnTo>
                <a:lnTo>
                  <a:pt x="567211" y="63130"/>
                </a:lnTo>
                <a:lnTo>
                  <a:pt x="567192" y="62286"/>
                </a:lnTo>
                <a:lnTo>
                  <a:pt x="567161" y="61448"/>
                </a:lnTo>
                <a:lnTo>
                  <a:pt x="567118" y="60616"/>
                </a:lnTo>
                <a:lnTo>
                  <a:pt x="567062" y="59790"/>
                </a:lnTo>
                <a:lnTo>
                  <a:pt x="566994" y="58969"/>
                </a:lnTo>
                <a:lnTo>
                  <a:pt x="566914" y="58154"/>
                </a:lnTo>
                <a:lnTo>
                  <a:pt x="566821" y="57345"/>
                </a:lnTo>
                <a:lnTo>
                  <a:pt x="566716" y="56541"/>
                </a:lnTo>
                <a:lnTo>
                  <a:pt x="566598" y="55743"/>
                </a:lnTo>
                <a:lnTo>
                  <a:pt x="566468" y="54951"/>
                </a:lnTo>
                <a:lnTo>
                  <a:pt x="566326" y="54165"/>
                </a:lnTo>
                <a:lnTo>
                  <a:pt x="566171" y="53384"/>
                </a:lnTo>
                <a:lnTo>
                  <a:pt x="566004" y="52610"/>
                </a:lnTo>
                <a:lnTo>
                  <a:pt x="565824" y="51840"/>
                </a:lnTo>
                <a:lnTo>
                  <a:pt x="565632" y="51077"/>
                </a:lnTo>
                <a:lnTo>
                  <a:pt x="565428" y="50319"/>
                </a:lnTo>
                <a:lnTo>
                  <a:pt x="565211" y="49567"/>
                </a:lnTo>
                <a:lnTo>
                  <a:pt x="564982" y="48821"/>
                </a:lnTo>
                <a:lnTo>
                  <a:pt x="564741" y="48080"/>
                </a:lnTo>
                <a:lnTo>
                  <a:pt x="564487" y="47346"/>
                </a:lnTo>
                <a:lnTo>
                  <a:pt x="564221" y="46616"/>
                </a:lnTo>
                <a:lnTo>
                  <a:pt x="563942" y="45893"/>
                </a:lnTo>
                <a:lnTo>
                  <a:pt x="563651" y="45175"/>
                </a:lnTo>
                <a:lnTo>
                  <a:pt x="563348" y="44467"/>
                </a:lnTo>
                <a:lnTo>
                  <a:pt x="563033" y="43773"/>
                </a:lnTo>
                <a:lnTo>
                  <a:pt x="562706" y="43091"/>
                </a:lnTo>
                <a:lnTo>
                  <a:pt x="562368" y="42424"/>
                </a:lnTo>
                <a:lnTo>
                  <a:pt x="562017" y="41769"/>
                </a:lnTo>
                <a:lnTo>
                  <a:pt x="561654" y="41128"/>
                </a:lnTo>
                <a:lnTo>
                  <a:pt x="561280" y="40501"/>
                </a:lnTo>
                <a:lnTo>
                  <a:pt x="560893" y="39887"/>
                </a:lnTo>
                <a:lnTo>
                  <a:pt x="560495" y="39286"/>
                </a:lnTo>
                <a:lnTo>
                  <a:pt x="560084" y="38699"/>
                </a:lnTo>
                <a:lnTo>
                  <a:pt x="559662" y="38125"/>
                </a:lnTo>
                <a:lnTo>
                  <a:pt x="559228" y="37565"/>
                </a:lnTo>
                <a:lnTo>
                  <a:pt x="558782" y="37018"/>
                </a:lnTo>
                <a:lnTo>
                  <a:pt x="558324" y="36484"/>
                </a:lnTo>
                <a:lnTo>
                  <a:pt x="557854" y="35964"/>
                </a:lnTo>
                <a:lnTo>
                  <a:pt x="557372" y="35458"/>
                </a:lnTo>
                <a:lnTo>
                  <a:pt x="556879" y="34965"/>
                </a:lnTo>
                <a:lnTo>
                  <a:pt x="556373" y="34485"/>
                </a:lnTo>
                <a:lnTo>
                  <a:pt x="555856" y="34019"/>
                </a:lnTo>
                <a:lnTo>
                  <a:pt x="555326" y="33566"/>
                </a:lnTo>
                <a:lnTo>
                  <a:pt x="554785" y="33126"/>
                </a:lnTo>
                <a:lnTo>
                  <a:pt x="554232" y="32700"/>
                </a:lnTo>
                <a:lnTo>
                  <a:pt x="553666" y="32288"/>
                </a:lnTo>
                <a:lnTo>
                  <a:pt x="553089" y="31888"/>
                </a:lnTo>
                <a:lnTo>
                  <a:pt x="552502" y="31504"/>
                </a:lnTo>
                <a:lnTo>
                  <a:pt x="551908" y="31136"/>
                </a:lnTo>
                <a:lnTo>
                  <a:pt x="551306" y="30785"/>
                </a:lnTo>
                <a:lnTo>
                  <a:pt x="550697" y="30450"/>
                </a:lnTo>
                <a:lnTo>
                  <a:pt x="550081" y="30131"/>
                </a:lnTo>
                <a:lnTo>
                  <a:pt x="549456" y="29828"/>
                </a:lnTo>
                <a:lnTo>
                  <a:pt x="548825" y="29542"/>
                </a:lnTo>
                <a:lnTo>
                  <a:pt x="548186" y="29272"/>
                </a:lnTo>
                <a:lnTo>
                  <a:pt x="547539" y="29019"/>
                </a:lnTo>
                <a:lnTo>
                  <a:pt x="546885" y="28782"/>
                </a:lnTo>
                <a:lnTo>
                  <a:pt x="546223" y="28561"/>
                </a:lnTo>
                <a:lnTo>
                  <a:pt x="545554" y="28357"/>
                </a:lnTo>
                <a:lnTo>
                  <a:pt x="544878" y="28168"/>
                </a:lnTo>
                <a:lnTo>
                  <a:pt x="544194" y="27997"/>
                </a:lnTo>
                <a:lnTo>
                  <a:pt x="543503" y="27841"/>
                </a:lnTo>
                <a:lnTo>
                  <a:pt x="542804" y="27702"/>
                </a:lnTo>
                <a:lnTo>
                  <a:pt x="542097" y="27580"/>
                </a:lnTo>
                <a:lnTo>
                  <a:pt x="541383" y="27474"/>
                </a:lnTo>
                <a:lnTo>
                  <a:pt x="540662" y="27384"/>
                </a:lnTo>
                <a:lnTo>
                  <a:pt x="539933" y="27310"/>
                </a:lnTo>
                <a:lnTo>
                  <a:pt x="539197" y="27253"/>
                </a:lnTo>
                <a:lnTo>
                  <a:pt x="538453" y="27212"/>
                </a:lnTo>
                <a:lnTo>
                  <a:pt x="537702" y="27187"/>
                </a:lnTo>
                <a:lnTo>
                  <a:pt x="536943" y="27179"/>
                </a:lnTo>
                <a:lnTo>
                  <a:pt x="536364" y="27184"/>
                </a:lnTo>
                <a:lnTo>
                  <a:pt x="535792" y="27198"/>
                </a:lnTo>
                <a:lnTo>
                  <a:pt x="535227" y="27222"/>
                </a:lnTo>
                <a:lnTo>
                  <a:pt x="534669" y="27255"/>
                </a:lnTo>
                <a:lnTo>
                  <a:pt x="534118" y="27298"/>
                </a:lnTo>
                <a:lnTo>
                  <a:pt x="533575" y="27351"/>
                </a:lnTo>
                <a:lnTo>
                  <a:pt x="533039" y="27412"/>
                </a:lnTo>
                <a:lnTo>
                  <a:pt x="532510" y="27484"/>
                </a:lnTo>
                <a:lnTo>
                  <a:pt x="531989" y="27565"/>
                </a:lnTo>
                <a:lnTo>
                  <a:pt x="531475" y="27655"/>
                </a:lnTo>
                <a:lnTo>
                  <a:pt x="530968" y="27755"/>
                </a:lnTo>
                <a:lnTo>
                  <a:pt x="530468" y="27865"/>
                </a:lnTo>
                <a:lnTo>
                  <a:pt x="529975" y="27984"/>
                </a:lnTo>
                <a:lnTo>
                  <a:pt x="529490" y="28112"/>
                </a:lnTo>
                <a:lnTo>
                  <a:pt x="529012" y="28250"/>
                </a:lnTo>
                <a:lnTo>
                  <a:pt x="528541" y="28398"/>
                </a:lnTo>
                <a:lnTo>
                  <a:pt x="528078" y="28555"/>
                </a:lnTo>
                <a:lnTo>
                  <a:pt x="527621" y="28721"/>
                </a:lnTo>
                <a:lnTo>
                  <a:pt x="527172" y="28897"/>
                </a:lnTo>
                <a:lnTo>
                  <a:pt x="526730" y="29083"/>
                </a:lnTo>
                <a:lnTo>
                  <a:pt x="526296" y="29278"/>
                </a:lnTo>
                <a:lnTo>
                  <a:pt x="525868" y="29483"/>
                </a:lnTo>
                <a:lnTo>
                  <a:pt x="525448" y="29697"/>
                </a:lnTo>
                <a:lnTo>
                  <a:pt x="525035" y="29921"/>
                </a:lnTo>
                <a:lnTo>
                  <a:pt x="524628" y="30154"/>
                </a:lnTo>
                <a:lnTo>
                  <a:pt x="524224" y="30396"/>
                </a:lnTo>
                <a:lnTo>
                  <a:pt x="523823" y="30648"/>
                </a:lnTo>
                <a:lnTo>
                  <a:pt x="523426" y="30910"/>
                </a:lnTo>
                <a:lnTo>
                  <a:pt x="523033" y="31181"/>
                </a:lnTo>
                <a:lnTo>
                  <a:pt x="522643" y="31462"/>
                </a:lnTo>
                <a:lnTo>
                  <a:pt x="522256" y="31752"/>
                </a:lnTo>
                <a:lnTo>
                  <a:pt x="521874" y="32052"/>
                </a:lnTo>
                <a:lnTo>
                  <a:pt x="521494" y="32361"/>
                </a:lnTo>
                <a:lnTo>
                  <a:pt x="521118" y="32680"/>
                </a:lnTo>
                <a:lnTo>
                  <a:pt x="520746" y="33008"/>
                </a:lnTo>
                <a:lnTo>
                  <a:pt x="520377" y="33346"/>
                </a:lnTo>
                <a:lnTo>
                  <a:pt x="520011" y="33693"/>
                </a:lnTo>
                <a:lnTo>
                  <a:pt x="519649" y="34050"/>
                </a:lnTo>
                <a:lnTo>
                  <a:pt x="519291" y="34417"/>
                </a:lnTo>
                <a:lnTo>
                  <a:pt x="518936" y="34793"/>
                </a:lnTo>
                <a:lnTo>
                  <a:pt x="518584" y="35178"/>
                </a:lnTo>
                <a:lnTo>
                  <a:pt x="518236" y="35573"/>
                </a:lnTo>
                <a:lnTo>
                  <a:pt x="517892" y="35978"/>
                </a:lnTo>
                <a:lnTo>
                  <a:pt x="517551" y="36392"/>
                </a:lnTo>
                <a:lnTo>
                  <a:pt x="517214" y="36815"/>
                </a:lnTo>
                <a:lnTo>
                  <a:pt x="516880" y="37248"/>
                </a:lnTo>
                <a:lnTo>
                  <a:pt x="516549" y="37691"/>
                </a:lnTo>
                <a:lnTo>
                  <a:pt x="516222" y="38143"/>
                </a:lnTo>
                <a:lnTo>
                  <a:pt x="516222" y="28794"/>
                </a:lnTo>
                <a:lnTo>
                  <a:pt x="505189" y="28794"/>
                </a:lnTo>
                <a:lnTo>
                  <a:pt x="505189" y="127689"/>
                </a:lnTo>
                <a:lnTo>
                  <a:pt x="517299" y="127689"/>
                </a:lnTo>
                <a:lnTo>
                  <a:pt x="517299" y="92840"/>
                </a:lnTo>
                <a:lnTo>
                  <a:pt x="517560" y="93163"/>
                </a:lnTo>
                <a:lnTo>
                  <a:pt x="517826" y="93481"/>
                </a:lnTo>
                <a:lnTo>
                  <a:pt x="518099" y="93794"/>
                </a:lnTo>
                <a:close/>
                <a:moveTo>
                  <a:pt x="516414" y="59499"/>
                </a:moveTo>
                <a:lnTo>
                  <a:pt x="516527" y="58476"/>
                </a:lnTo>
                <a:lnTo>
                  <a:pt x="516662" y="57476"/>
                </a:lnTo>
                <a:lnTo>
                  <a:pt x="516817" y="56499"/>
                </a:lnTo>
                <a:lnTo>
                  <a:pt x="516992" y="55545"/>
                </a:lnTo>
                <a:lnTo>
                  <a:pt x="517189" y="54613"/>
                </a:lnTo>
                <a:lnTo>
                  <a:pt x="517406" y="53704"/>
                </a:lnTo>
                <a:lnTo>
                  <a:pt x="517644" y="52817"/>
                </a:lnTo>
                <a:lnTo>
                  <a:pt x="517902" y="51954"/>
                </a:lnTo>
                <a:lnTo>
                  <a:pt x="518181" y="51113"/>
                </a:lnTo>
                <a:lnTo>
                  <a:pt x="518481" y="50295"/>
                </a:lnTo>
                <a:lnTo>
                  <a:pt x="518801" y="49500"/>
                </a:lnTo>
                <a:lnTo>
                  <a:pt x="519142" y="48727"/>
                </a:lnTo>
                <a:lnTo>
                  <a:pt x="519504" y="47977"/>
                </a:lnTo>
                <a:lnTo>
                  <a:pt x="519887" y="47250"/>
                </a:lnTo>
                <a:lnTo>
                  <a:pt x="520290" y="46546"/>
                </a:lnTo>
                <a:lnTo>
                  <a:pt x="520714" y="45864"/>
                </a:lnTo>
                <a:lnTo>
                  <a:pt x="521158" y="45205"/>
                </a:lnTo>
                <a:lnTo>
                  <a:pt x="521623" y="44569"/>
                </a:lnTo>
                <a:lnTo>
                  <a:pt x="522109" y="43956"/>
                </a:lnTo>
                <a:lnTo>
                  <a:pt x="522608" y="43367"/>
                </a:lnTo>
                <a:lnTo>
                  <a:pt x="523114" y="42802"/>
                </a:lnTo>
                <a:lnTo>
                  <a:pt x="523625" y="42263"/>
                </a:lnTo>
                <a:lnTo>
                  <a:pt x="524143" y="41749"/>
                </a:lnTo>
                <a:lnTo>
                  <a:pt x="524667" y="41260"/>
                </a:lnTo>
                <a:lnTo>
                  <a:pt x="525197" y="40796"/>
                </a:lnTo>
                <a:lnTo>
                  <a:pt x="525734" y="40357"/>
                </a:lnTo>
                <a:lnTo>
                  <a:pt x="526276" y="39943"/>
                </a:lnTo>
                <a:lnTo>
                  <a:pt x="526825" y="39554"/>
                </a:lnTo>
                <a:lnTo>
                  <a:pt x="527380" y="39190"/>
                </a:lnTo>
                <a:lnTo>
                  <a:pt x="527941" y="38852"/>
                </a:lnTo>
                <a:lnTo>
                  <a:pt x="528509" y="38538"/>
                </a:lnTo>
                <a:lnTo>
                  <a:pt x="529082" y="38250"/>
                </a:lnTo>
                <a:lnTo>
                  <a:pt x="529662" y="37986"/>
                </a:lnTo>
                <a:lnTo>
                  <a:pt x="530248" y="37748"/>
                </a:lnTo>
                <a:lnTo>
                  <a:pt x="530840" y="37535"/>
                </a:lnTo>
                <a:lnTo>
                  <a:pt x="531438" y="37347"/>
                </a:lnTo>
                <a:lnTo>
                  <a:pt x="532043" y="37184"/>
                </a:lnTo>
                <a:lnTo>
                  <a:pt x="532653" y="37046"/>
                </a:lnTo>
                <a:lnTo>
                  <a:pt x="533270" y="36933"/>
                </a:lnTo>
                <a:lnTo>
                  <a:pt x="533893" y="36845"/>
                </a:lnTo>
                <a:lnTo>
                  <a:pt x="534522" y="36782"/>
                </a:lnTo>
                <a:lnTo>
                  <a:pt x="535158" y="36745"/>
                </a:lnTo>
                <a:lnTo>
                  <a:pt x="535800" y="36732"/>
                </a:lnTo>
                <a:lnTo>
                  <a:pt x="536446" y="36744"/>
                </a:lnTo>
                <a:lnTo>
                  <a:pt x="537085" y="36779"/>
                </a:lnTo>
                <a:lnTo>
                  <a:pt x="537716" y="36838"/>
                </a:lnTo>
                <a:lnTo>
                  <a:pt x="538340" y="36921"/>
                </a:lnTo>
                <a:lnTo>
                  <a:pt x="538956" y="37027"/>
                </a:lnTo>
                <a:lnTo>
                  <a:pt x="539565" y="37156"/>
                </a:lnTo>
                <a:lnTo>
                  <a:pt x="540166" y="37310"/>
                </a:lnTo>
                <a:lnTo>
                  <a:pt x="540759" y="37486"/>
                </a:lnTo>
                <a:lnTo>
                  <a:pt x="541345" y="37687"/>
                </a:lnTo>
                <a:lnTo>
                  <a:pt x="541923" y="37911"/>
                </a:lnTo>
                <a:lnTo>
                  <a:pt x="542494" y="38158"/>
                </a:lnTo>
                <a:lnTo>
                  <a:pt x="543057" y="38429"/>
                </a:lnTo>
                <a:lnTo>
                  <a:pt x="543612" y="38723"/>
                </a:lnTo>
                <a:lnTo>
                  <a:pt x="544160" y="39042"/>
                </a:lnTo>
                <a:lnTo>
                  <a:pt x="544700" y="39383"/>
                </a:lnTo>
                <a:lnTo>
                  <a:pt x="545233" y="39748"/>
                </a:lnTo>
                <a:lnTo>
                  <a:pt x="545758" y="40137"/>
                </a:lnTo>
                <a:lnTo>
                  <a:pt x="546276" y="40550"/>
                </a:lnTo>
                <a:lnTo>
                  <a:pt x="546785" y="40986"/>
                </a:lnTo>
                <a:lnTo>
                  <a:pt x="547288" y="41445"/>
                </a:lnTo>
                <a:lnTo>
                  <a:pt x="547782" y="41928"/>
                </a:lnTo>
                <a:lnTo>
                  <a:pt x="548269" y="42435"/>
                </a:lnTo>
                <a:lnTo>
                  <a:pt x="548749" y="42965"/>
                </a:lnTo>
                <a:lnTo>
                  <a:pt x="549221" y="43519"/>
                </a:lnTo>
                <a:lnTo>
                  <a:pt x="549679" y="44096"/>
                </a:lnTo>
                <a:lnTo>
                  <a:pt x="550118" y="44697"/>
                </a:lnTo>
                <a:lnTo>
                  <a:pt x="550538" y="45322"/>
                </a:lnTo>
                <a:lnTo>
                  <a:pt x="550937" y="45971"/>
                </a:lnTo>
                <a:lnTo>
                  <a:pt x="551318" y="46644"/>
                </a:lnTo>
                <a:lnTo>
                  <a:pt x="551679" y="47340"/>
                </a:lnTo>
                <a:lnTo>
                  <a:pt x="552020" y="48060"/>
                </a:lnTo>
                <a:lnTo>
                  <a:pt x="552342" y="48804"/>
                </a:lnTo>
                <a:lnTo>
                  <a:pt x="552644" y="49572"/>
                </a:lnTo>
                <a:lnTo>
                  <a:pt x="552927" y="50364"/>
                </a:lnTo>
                <a:lnTo>
                  <a:pt x="553190" y="51179"/>
                </a:lnTo>
                <a:lnTo>
                  <a:pt x="553434" y="52019"/>
                </a:lnTo>
                <a:lnTo>
                  <a:pt x="553658" y="52882"/>
                </a:lnTo>
                <a:lnTo>
                  <a:pt x="553863" y="53768"/>
                </a:lnTo>
                <a:lnTo>
                  <a:pt x="554048" y="54679"/>
                </a:lnTo>
                <a:lnTo>
                  <a:pt x="554214" y="55613"/>
                </a:lnTo>
                <a:lnTo>
                  <a:pt x="554361" y="56572"/>
                </a:lnTo>
                <a:lnTo>
                  <a:pt x="554487" y="57553"/>
                </a:lnTo>
                <a:lnTo>
                  <a:pt x="554595" y="58559"/>
                </a:lnTo>
                <a:lnTo>
                  <a:pt x="554682" y="59589"/>
                </a:lnTo>
                <a:lnTo>
                  <a:pt x="554751" y="60642"/>
                </a:lnTo>
                <a:lnTo>
                  <a:pt x="554799" y="61719"/>
                </a:lnTo>
                <a:lnTo>
                  <a:pt x="554829" y="62820"/>
                </a:lnTo>
                <a:lnTo>
                  <a:pt x="554838" y="63945"/>
                </a:lnTo>
                <a:lnTo>
                  <a:pt x="554828" y="65125"/>
                </a:lnTo>
                <a:lnTo>
                  <a:pt x="554798" y="66279"/>
                </a:lnTo>
                <a:lnTo>
                  <a:pt x="554749" y="67406"/>
                </a:lnTo>
                <a:lnTo>
                  <a:pt x="554679" y="68508"/>
                </a:lnTo>
                <a:lnTo>
                  <a:pt x="554589" y="69584"/>
                </a:lnTo>
                <a:lnTo>
                  <a:pt x="554479" y="70633"/>
                </a:lnTo>
                <a:lnTo>
                  <a:pt x="554349" y="71657"/>
                </a:lnTo>
                <a:lnTo>
                  <a:pt x="554199" y="72655"/>
                </a:lnTo>
                <a:lnTo>
                  <a:pt x="554030" y="73626"/>
                </a:lnTo>
                <a:lnTo>
                  <a:pt x="553840" y="74572"/>
                </a:lnTo>
                <a:lnTo>
                  <a:pt x="553630" y="75491"/>
                </a:lnTo>
                <a:lnTo>
                  <a:pt x="553400" y="76385"/>
                </a:lnTo>
                <a:lnTo>
                  <a:pt x="553151" y="77252"/>
                </a:lnTo>
                <a:lnTo>
                  <a:pt x="552881" y="78094"/>
                </a:lnTo>
                <a:lnTo>
                  <a:pt x="552592" y="78909"/>
                </a:lnTo>
                <a:lnTo>
                  <a:pt x="552282" y="79699"/>
                </a:lnTo>
                <a:lnTo>
                  <a:pt x="551952" y="80462"/>
                </a:lnTo>
                <a:lnTo>
                  <a:pt x="551603" y="81200"/>
                </a:lnTo>
                <a:lnTo>
                  <a:pt x="551233" y="81911"/>
                </a:lnTo>
                <a:lnTo>
                  <a:pt x="550844" y="82597"/>
                </a:lnTo>
                <a:lnTo>
                  <a:pt x="550435" y="83256"/>
                </a:lnTo>
                <a:lnTo>
                  <a:pt x="550005" y="83889"/>
                </a:lnTo>
                <a:lnTo>
                  <a:pt x="549556" y="84497"/>
                </a:lnTo>
                <a:lnTo>
                  <a:pt x="549086" y="85078"/>
                </a:lnTo>
                <a:lnTo>
                  <a:pt x="548603" y="85635"/>
                </a:lnTo>
                <a:lnTo>
                  <a:pt x="548112" y="86167"/>
                </a:lnTo>
                <a:lnTo>
                  <a:pt x="547612" y="86676"/>
                </a:lnTo>
                <a:lnTo>
                  <a:pt x="547105" y="87162"/>
                </a:lnTo>
                <a:lnTo>
                  <a:pt x="546589" y="87624"/>
                </a:lnTo>
                <a:lnTo>
                  <a:pt x="546065" y="88062"/>
                </a:lnTo>
                <a:lnTo>
                  <a:pt x="545534" y="88476"/>
                </a:lnTo>
                <a:lnTo>
                  <a:pt x="544994" y="88867"/>
                </a:lnTo>
                <a:lnTo>
                  <a:pt x="544446" y="89234"/>
                </a:lnTo>
                <a:lnTo>
                  <a:pt x="543890" y="89577"/>
                </a:lnTo>
                <a:lnTo>
                  <a:pt x="543326" y="89897"/>
                </a:lnTo>
                <a:lnTo>
                  <a:pt x="542754" y="90193"/>
                </a:lnTo>
                <a:lnTo>
                  <a:pt x="542174" y="90465"/>
                </a:lnTo>
                <a:lnTo>
                  <a:pt x="541586" y="90714"/>
                </a:lnTo>
                <a:lnTo>
                  <a:pt x="540990" y="90939"/>
                </a:lnTo>
                <a:lnTo>
                  <a:pt x="540385" y="91140"/>
                </a:lnTo>
                <a:lnTo>
                  <a:pt x="539773" y="91318"/>
                </a:lnTo>
                <a:lnTo>
                  <a:pt x="539153" y="91472"/>
                </a:lnTo>
                <a:lnTo>
                  <a:pt x="538524" y="91602"/>
                </a:lnTo>
                <a:lnTo>
                  <a:pt x="537888" y="91709"/>
                </a:lnTo>
                <a:lnTo>
                  <a:pt x="537243" y="91792"/>
                </a:lnTo>
                <a:lnTo>
                  <a:pt x="536591" y="91851"/>
                </a:lnTo>
                <a:lnTo>
                  <a:pt x="535930" y="91886"/>
                </a:lnTo>
                <a:lnTo>
                  <a:pt x="535261" y="91898"/>
                </a:lnTo>
                <a:lnTo>
                  <a:pt x="534604" y="91887"/>
                </a:lnTo>
                <a:lnTo>
                  <a:pt x="533955" y="91852"/>
                </a:lnTo>
                <a:lnTo>
                  <a:pt x="533313" y="91795"/>
                </a:lnTo>
                <a:lnTo>
                  <a:pt x="532681" y="91715"/>
                </a:lnTo>
                <a:lnTo>
                  <a:pt x="532056" y="91612"/>
                </a:lnTo>
                <a:lnTo>
                  <a:pt x="531439" y="91487"/>
                </a:lnTo>
                <a:lnTo>
                  <a:pt x="530831" y="91338"/>
                </a:lnTo>
                <a:lnTo>
                  <a:pt x="530231" y="91166"/>
                </a:lnTo>
                <a:lnTo>
                  <a:pt x="529639" y="90972"/>
                </a:lnTo>
                <a:lnTo>
                  <a:pt x="529055" y="90755"/>
                </a:lnTo>
                <a:lnTo>
                  <a:pt x="528479" y="90515"/>
                </a:lnTo>
                <a:lnTo>
                  <a:pt x="527911" y="90252"/>
                </a:lnTo>
                <a:lnTo>
                  <a:pt x="527352" y="89966"/>
                </a:lnTo>
                <a:lnTo>
                  <a:pt x="526801" y="89657"/>
                </a:lnTo>
                <a:lnTo>
                  <a:pt x="526258" y="89326"/>
                </a:lnTo>
                <a:lnTo>
                  <a:pt x="525723" y="88972"/>
                </a:lnTo>
                <a:lnTo>
                  <a:pt x="525197" y="88594"/>
                </a:lnTo>
                <a:lnTo>
                  <a:pt x="524678" y="88194"/>
                </a:lnTo>
                <a:lnTo>
                  <a:pt x="524168" y="87771"/>
                </a:lnTo>
                <a:lnTo>
                  <a:pt x="523666" y="87325"/>
                </a:lnTo>
                <a:lnTo>
                  <a:pt x="523172" y="86857"/>
                </a:lnTo>
                <a:lnTo>
                  <a:pt x="522686" y="86365"/>
                </a:lnTo>
                <a:lnTo>
                  <a:pt x="522208" y="85851"/>
                </a:lnTo>
                <a:lnTo>
                  <a:pt x="521739" y="85313"/>
                </a:lnTo>
                <a:lnTo>
                  <a:pt x="521283" y="84752"/>
                </a:lnTo>
                <a:lnTo>
                  <a:pt x="520847" y="84166"/>
                </a:lnTo>
                <a:lnTo>
                  <a:pt x="520430" y="83555"/>
                </a:lnTo>
                <a:lnTo>
                  <a:pt x="520033" y="82919"/>
                </a:lnTo>
                <a:lnTo>
                  <a:pt x="519655" y="82258"/>
                </a:lnTo>
                <a:lnTo>
                  <a:pt x="519296" y="81572"/>
                </a:lnTo>
                <a:lnTo>
                  <a:pt x="518957" y="80861"/>
                </a:lnTo>
                <a:lnTo>
                  <a:pt x="518637" y="80125"/>
                </a:lnTo>
                <a:lnTo>
                  <a:pt x="518336" y="79364"/>
                </a:lnTo>
                <a:lnTo>
                  <a:pt x="518055" y="78578"/>
                </a:lnTo>
                <a:lnTo>
                  <a:pt x="517793" y="77767"/>
                </a:lnTo>
                <a:lnTo>
                  <a:pt x="517551" y="76931"/>
                </a:lnTo>
                <a:lnTo>
                  <a:pt x="517328" y="76071"/>
                </a:lnTo>
                <a:lnTo>
                  <a:pt x="517125" y="75185"/>
                </a:lnTo>
                <a:lnTo>
                  <a:pt x="516940" y="74274"/>
                </a:lnTo>
                <a:lnTo>
                  <a:pt x="516776" y="73338"/>
                </a:lnTo>
                <a:lnTo>
                  <a:pt x="516630" y="72378"/>
                </a:lnTo>
                <a:lnTo>
                  <a:pt x="516504" y="71392"/>
                </a:lnTo>
                <a:lnTo>
                  <a:pt x="516397" y="70382"/>
                </a:lnTo>
                <a:lnTo>
                  <a:pt x="516310" y="69346"/>
                </a:lnTo>
                <a:lnTo>
                  <a:pt x="516242" y="68286"/>
                </a:lnTo>
                <a:lnTo>
                  <a:pt x="516194" y="67200"/>
                </a:lnTo>
                <a:lnTo>
                  <a:pt x="516165" y="66090"/>
                </a:lnTo>
                <a:lnTo>
                  <a:pt x="516155" y="64954"/>
                </a:lnTo>
                <a:lnTo>
                  <a:pt x="516165" y="63818"/>
                </a:lnTo>
                <a:lnTo>
                  <a:pt x="516196" y="62704"/>
                </a:lnTo>
                <a:lnTo>
                  <a:pt x="516248" y="61613"/>
                </a:lnTo>
                <a:lnTo>
                  <a:pt x="516321" y="60545"/>
                </a:lnTo>
                <a:lnTo>
                  <a:pt x="516414" y="59499"/>
                </a:lnTo>
                <a:close/>
                <a:moveTo>
                  <a:pt x="1635174" y="15473"/>
                </a:moveTo>
                <a:lnTo>
                  <a:pt x="1635174" y="1615"/>
                </a:lnTo>
                <a:lnTo>
                  <a:pt x="1623064" y="1615"/>
                </a:lnTo>
                <a:lnTo>
                  <a:pt x="1623064" y="15473"/>
                </a:lnTo>
                <a:lnTo>
                  <a:pt x="1635174" y="15473"/>
                </a:lnTo>
                <a:close/>
                <a:moveTo>
                  <a:pt x="2087890" y="100240"/>
                </a:moveTo>
                <a:lnTo>
                  <a:pt x="2057818" y="55338"/>
                </a:lnTo>
                <a:lnTo>
                  <a:pt x="2085131" y="28794"/>
                </a:lnTo>
                <a:lnTo>
                  <a:pt x="2069456" y="28794"/>
                </a:lnTo>
                <a:lnTo>
                  <a:pt x="2040797" y="57796"/>
                </a:lnTo>
                <a:lnTo>
                  <a:pt x="2040797" y="1615"/>
                </a:lnTo>
                <a:lnTo>
                  <a:pt x="2028687" y="1615"/>
                </a:lnTo>
                <a:lnTo>
                  <a:pt x="2028687" y="100240"/>
                </a:lnTo>
                <a:lnTo>
                  <a:pt x="2040797" y="100240"/>
                </a:lnTo>
                <a:lnTo>
                  <a:pt x="2040797" y="71917"/>
                </a:lnTo>
                <a:lnTo>
                  <a:pt x="2049341" y="63649"/>
                </a:lnTo>
                <a:lnTo>
                  <a:pt x="2072955" y="100240"/>
                </a:lnTo>
                <a:lnTo>
                  <a:pt x="2087890" y="100240"/>
                </a:lnTo>
                <a:close/>
                <a:moveTo>
                  <a:pt x="1330293" y="94520"/>
                </a:moveTo>
                <a:lnTo>
                  <a:pt x="1330978" y="95235"/>
                </a:lnTo>
                <a:lnTo>
                  <a:pt x="1331682" y="95914"/>
                </a:lnTo>
                <a:lnTo>
                  <a:pt x="1332405" y="96555"/>
                </a:lnTo>
                <a:lnTo>
                  <a:pt x="1333147" y="97160"/>
                </a:lnTo>
                <a:lnTo>
                  <a:pt x="1333907" y="97729"/>
                </a:lnTo>
                <a:lnTo>
                  <a:pt x="1334687" y="98261"/>
                </a:lnTo>
                <a:lnTo>
                  <a:pt x="1335485" y="98756"/>
                </a:lnTo>
                <a:lnTo>
                  <a:pt x="1336303" y="99214"/>
                </a:lnTo>
                <a:lnTo>
                  <a:pt x="1337139" y="99636"/>
                </a:lnTo>
                <a:lnTo>
                  <a:pt x="1337995" y="100021"/>
                </a:lnTo>
                <a:lnTo>
                  <a:pt x="1338869" y="100369"/>
                </a:lnTo>
                <a:lnTo>
                  <a:pt x="1339762" y="100681"/>
                </a:lnTo>
                <a:lnTo>
                  <a:pt x="1340674" y="100956"/>
                </a:lnTo>
                <a:lnTo>
                  <a:pt x="1341605" y="101195"/>
                </a:lnTo>
                <a:lnTo>
                  <a:pt x="1342555" y="101396"/>
                </a:lnTo>
                <a:lnTo>
                  <a:pt x="1343524" y="101561"/>
                </a:lnTo>
                <a:lnTo>
                  <a:pt x="1344511" y="101690"/>
                </a:lnTo>
                <a:lnTo>
                  <a:pt x="1345518" y="101781"/>
                </a:lnTo>
                <a:lnTo>
                  <a:pt x="1346544" y="101836"/>
                </a:lnTo>
                <a:lnTo>
                  <a:pt x="1347588" y="101855"/>
                </a:lnTo>
                <a:lnTo>
                  <a:pt x="1348642" y="101837"/>
                </a:lnTo>
                <a:lnTo>
                  <a:pt x="1349682" y="101785"/>
                </a:lnTo>
                <a:lnTo>
                  <a:pt x="1350710" y="101698"/>
                </a:lnTo>
                <a:lnTo>
                  <a:pt x="1351726" y="101576"/>
                </a:lnTo>
                <a:lnTo>
                  <a:pt x="1352729" y="101420"/>
                </a:lnTo>
                <a:lnTo>
                  <a:pt x="1353719" y="101228"/>
                </a:lnTo>
                <a:lnTo>
                  <a:pt x="1354696" y="101002"/>
                </a:lnTo>
                <a:lnTo>
                  <a:pt x="1355661" y="100741"/>
                </a:lnTo>
                <a:lnTo>
                  <a:pt x="1356614" y="100445"/>
                </a:lnTo>
                <a:lnTo>
                  <a:pt x="1357553" y="100115"/>
                </a:lnTo>
                <a:lnTo>
                  <a:pt x="1358481" y="99749"/>
                </a:lnTo>
                <a:lnTo>
                  <a:pt x="1359395" y="99349"/>
                </a:lnTo>
                <a:lnTo>
                  <a:pt x="1360297" y="98914"/>
                </a:lnTo>
                <a:lnTo>
                  <a:pt x="1361186" y="98444"/>
                </a:lnTo>
                <a:lnTo>
                  <a:pt x="1362063" y="97939"/>
                </a:lnTo>
                <a:lnTo>
                  <a:pt x="1362927" y="97400"/>
                </a:lnTo>
                <a:lnTo>
                  <a:pt x="1363779" y="96825"/>
                </a:lnTo>
                <a:lnTo>
                  <a:pt x="1364617" y="96216"/>
                </a:lnTo>
                <a:lnTo>
                  <a:pt x="1365444" y="95572"/>
                </a:lnTo>
                <a:lnTo>
                  <a:pt x="1366257" y="94894"/>
                </a:lnTo>
                <a:lnTo>
                  <a:pt x="1367058" y="94180"/>
                </a:lnTo>
                <a:lnTo>
                  <a:pt x="1367847" y="93432"/>
                </a:lnTo>
                <a:lnTo>
                  <a:pt x="1368622" y="92649"/>
                </a:lnTo>
                <a:lnTo>
                  <a:pt x="1369385" y="91831"/>
                </a:lnTo>
                <a:lnTo>
                  <a:pt x="1370127" y="90981"/>
                </a:lnTo>
                <a:lnTo>
                  <a:pt x="1370836" y="90102"/>
                </a:lnTo>
                <a:lnTo>
                  <a:pt x="1371514" y="89194"/>
                </a:lnTo>
                <a:lnTo>
                  <a:pt x="1372161" y="88258"/>
                </a:lnTo>
                <a:lnTo>
                  <a:pt x="1372776" y="87292"/>
                </a:lnTo>
                <a:lnTo>
                  <a:pt x="1373359" y="86297"/>
                </a:lnTo>
                <a:lnTo>
                  <a:pt x="1373911" y="85274"/>
                </a:lnTo>
                <a:lnTo>
                  <a:pt x="1374431" y="84221"/>
                </a:lnTo>
                <a:lnTo>
                  <a:pt x="1374920" y="83140"/>
                </a:lnTo>
                <a:lnTo>
                  <a:pt x="1375377" y="82029"/>
                </a:lnTo>
                <a:lnTo>
                  <a:pt x="1375803" y="80890"/>
                </a:lnTo>
                <a:lnTo>
                  <a:pt x="1376197" y="79721"/>
                </a:lnTo>
                <a:lnTo>
                  <a:pt x="1376560" y="78524"/>
                </a:lnTo>
                <a:lnTo>
                  <a:pt x="1376891" y="77297"/>
                </a:lnTo>
                <a:lnTo>
                  <a:pt x="1377190" y="76042"/>
                </a:lnTo>
                <a:lnTo>
                  <a:pt x="1377459" y="74758"/>
                </a:lnTo>
                <a:lnTo>
                  <a:pt x="1377695" y="73445"/>
                </a:lnTo>
                <a:lnTo>
                  <a:pt x="1377900" y="72102"/>
                </a:lnTo>
                <a:lnTo>
                  <a:pt x="1378073" y="70731"/>
                </a:lnTo>
                <a:lnTo>
                  <a:pt x="1378215" y="69331"/>
                </a:lnTo>
                <a:lnTo>
                  <a:pt x="1378326" y="67902"/>
                </a:lnTo>
                <a:lnTo>
                  <a:pt x="1378405" y="66444"/>
                </a:lnTo>
                <a:lnTo>
                  <a:pt x="1378452" y="64957"/>
                </a:lnTo>
                <a:lnTo>
                  <a:pt x="1378468" y="63441"/>
                </a:lnTo>
                <a:lnTo>
                  <a:pt x="1378464" y="62798"/>
                </a:lnTo>
                <a:lnTo>
                  <a:pt x="1378453" y="62158"/>
                </a:lnTo>
                <a:lnTo>
                  <a:pt x="1378434" y="61521"/>
                </a:lnTo>
                <a:lnTo>
                  <a:pt x="1378408" y="60888"/>
                </a:lnTo>
                <a:lnTo>
                  <a:pt x="1378374" y="60258"/>
                </a:lnTo>
                <a:lnTo>
                  <a:pt x="1378333" y="59631"/>
                </a:lnTo>
                <a:lnTo>
                  <a:pt x="1378285" y="59008"/>
                </a:lnTo>
                <a:lnTo>
                  <a:pt x="1378228" y="58387"/>
                </a:lnTo>
                <a:lnTo>
                  <a:pt x="1378165" y="57771"/>
                </a:lnTo>
                <a:lnTo>
                  <a:pt x="1378094" y="57157"/>
                </a:lnTo>
                <a:lnTo>
                  <a:pt x="1378015" y="56547"/>
                </a:lnTo>
                <a:lnTo>
                  <a:pt x="1377929" y="55939"/>
                </a:lnTo>
                <a:lnTo>
                  <a:pt x="1377836" y="55336"/>
                </a:lnTo>
                <a:lnTo>
                  <a:pt x="1377735" y="54735"/>
                </a:lnTo>
                <a:lnTo>
                  <a:pt x="1377627" y="54138"/>
                </a:lnTo>
                <a:lnTo>
                  <a:pt x="1377511" y="53544"/>
                </a:lnTo>
                <a:lnTo>
                  <a:pt x="1377388" y="52953"/>
                </a:lnTo>
                <a:lnTo>
                  <a:pt x="1377257" y="52365"/>
                </a:lnTo>
                <a:lnTo>
                  <a:pt x="1377118" y="51781"/>
                </a:lnTo>
                <a:lnTo>
                  <a:pt x="1376973" y="51200"/>
                </a:lnTo>
                <a:lnTo>
                  <a:pt x="1376819" y="50623"/>
                </a:lnTo>
                <a:lnTo>
                  <a:pt x="1376659" y="50048"/>
                </a:lnTo>
                <a:lnTo>
                  <a:pt x="1376491" y="49477"/>
                </a:lnTo>
                <a:lnTo>
                  <a:pt x="1376315" y="48909"/>
                </a:lnTo>
                <a:lnTo>
                  <a:pt x="1376133" y="48346"/>
                </a:lnTo>
                <a:lnTo>
                  <a:pt x="1375945" y="47790"/>
                </a:lnTo>
                <a:lnTo>
                  <a:pt x="1375751" y="47241"/>
                </a:lnTo>
                <a:lnTo>
                  <a:pt x="1375551" y="46699"/>
                </a:lnTo>
                <a:lnTo>
                  <a:pt x="1375346" y="46164"/>
                </a:lnTo>
                <a:lnTo>
                  <a:pt x="1375135" y="45636"/>
                </a:lnTo>
                <a:lnTo>
                  <a:pt x="1374919" y="45114"/>
                </a:lnTo>
                <a:lnTo>
                  <a:pt x="1374696" y="44600"/>
                </a:lnTo>
                <a:lnTo>
                  <a:pt x="1374468" y="44092"/>
                </a:lnTo>
                <a:lnTo>
                  <a:pt x="1374235" y="43591"/>
                </a:lnTo>
                <a:lnTo>
                  <a:pt x="1373995" y="43097"/>
                </a:lnTo>
                <a:lnTo>
                  <a:pt x="1373750" y="42610"/>
                </a:lnTo>
                <a:lnTo>
                  <a:pt x="1373499" y="42130"/>
                </a:lnTo>
                <a:lnTo>
                  <a:pt x="1373242" y="41657"/>
                </a:lnTo>
                <a:lnTo>
                  <a:pt x="1372980" y="41191"/>
                </a:lnTo>
                <a:lnTo>
                  <a:pt x="1372712" y="40731"/>
                </a:lnTo>
                <a:lnTo>
                  <a:pt x="1372438" y="40279"/>
                </a:lnTo>
                <a:lnTo>
                  <a:pt x="1372158" y="39833"/>
                </a:lnTo>
                <a:lnTo>
                  <a:pt x="1371873" y="39395"/>
                </a:lnTo>
                <a:lnTo>
                  <a:pt x="1371582" y="38963"/>
                </a:lnTo>
                <a:lnTo>
                  <a:pt x="1371285" y="38538"/>
                </a:lnTo>
                <a:lnTo>
                  <a:pt x="1370983" y="38120"/>
                </a:lnTo>
                <a:lnTo>
                  <a:pt x="1370675" y="37708"/>
                </a:lnTo>
                <a:lnTo>
                  <a:pt x="1370361" y="37304"/>
                </a:lnTo>
                <a:lnTo>
                  <a:pt x="1370041" y="36907"/>
                </a:lnTo>
                <a:lnTo>
                  <a:pt x="1369713" y="36517"/>
                </a:lnTo>
                <a:lnTo>
                  <a:pt x="1369378" y="36135"/>
                </a:lnTo>
                <a:lnTo>
                  <a:pt x="1369036" y="35761"/>
                </a:lnTo>
                <a:lnTo>
                  <a:pt x="1368687" y="35393"/>
                </a:lnTo>
                <a:lnTo>
                  <a:pt x="1368330" y="35034"/>
                </a:lnTo>
                <a:lnTo>
                  <a:pt x="1367966" y="34681"/>
                </a:lnTo>
                <a:lnTo>
                  <a:pt x="1367595" y="34337"/>
                </a:lnTo>
                <a:lnTo>
                  <a:pt x="1367217" y="33999"/>
                </a:lnTo>
                <a:lnTo>
                  <a:pt x="1366831" y="33669"/>
                </a:lnTo>
                <a:lnTo>
                  <a:pt x="1366439" y="33347"/>
                </a:lnTo>
                <a:lnTo>
                  <a:pt x="1366039" y="33032"/>
                </a:lnTo>
                <a:lnTo>
                  <a:pt x="1365631" y="32725"/>
                </a:lnTo>
                <a:lnTo>
                  <a:pt x="1365217" y="32425"/>
                </a:lnTo>
                <a:lnTo>
                  <a:pt x="1364795" y="32132"/>
                </a:lnTo>
                <a:lnTo>
                  <a:pt x="1364366" y="31847"/>
                </a:lnTo>
                <a:lnTo>
                  <a:pt x="1363930" y="31570"/>
                </a:lnTo>
                <a:lnTo>
                  <a:pt x="1363486" y="31300"/>
                </a:lnTo>
                <a:lnTo>
                  <a:pt x="1363036" y="31037"/>
                </a:lnTo>
                <a:lnTo>
                  <a:pt x="1362578" y="30782"/>
                </a:lnTo>
                <a:lnTo>
                  <a:pt x="1362112" y="30535"/>
                </a:lnTo>
                <a:lnTo>
                  <a:pt x="1361640" y="30294"/>
                </a:lnTo>
                <a:lnTo>
                  <a:pt x="1361160" y="30062"/>
                </a:lnTo>
                <a:lnTo>
                  <a:pt x="1360673" y="29837"/>
                </a:lnTo>
                <a:lnTo>
                  <a:pt x="1360182" y="29620"/>
                </a:lnTo>
                <a:lnTo>
                  <a:pt x="1359687" y="29412"/>
                </a:lnTo>
                <a:lnTo>
                  <a:pt x="1359191" y="29214"/>
                </a:lnTo>
                <a:lnTo>
                  <a:pt x="1358692" y="29025"/>
                </a:lnTo>
                <a:lnTo>
                  <a:pt x="1358190" y="28845"/>
                </a:lnTo>
                <a:lnTo>
                  <a:pt x="1357686" y="28674"/>
                </a:lnTo>
                <a:lnTo>
                  <a:pt x="1357179" y="28513"/>
                </a:lnTo>
                <a:lnTo>
                  <a:pt x="1356670" y="28360"/>
                </a:lnTo>
                <a:lnTo>
                  <a:pt x="1356159" y="28217"/>
                </a:lnTo>
                <a:lnTo>
                  <a:pt x="1355645" y="28083"/>
                </a:lnTo>
                <a:lnTo>
                  <a:pt x="1355129" y="27959"/>
                </a:lnTo>
                <a:lnTo>
                  <a:pt x="1354610" y="27844"/>
                </a:lnTo>
                <a:lnTo>
                  <a:pt x="1354089" y="27737"/>
                </a:lnTo>
                <a:lnTo>
                  <a:pt x="1353565" y="27641"/>
                </a:lnTo>
                <a:lnTo>
                  <a:pt x="1353039" y="27553"/>
                </a:lnTo>
                <a:lnTo>
                  <a:pt x="1352511" y="27474"/>
                </a:lnTo>
                <a:lnTo>
                  <a:pt x="1351980" y="27405"/>
                </a:lnTo>
                <a:lnTo>
                  <a:pt x="1351446" y="27345"/>
                </a:lnTo>
                <a:lnTo>
                  <a:pt x="1350910" y="27295"/>
                </a:lnTo>
                <a:lnTo>
                  <a:pt x="1350372" y="27253"/>
                </a:lnTo>
                <a:lnTo>
                  <a:pt x="1349831" y="27221"/>
                </a:lnTo>
                <a:lnTo>
                  <a:pt x="1349288" y="27198"/>
                </a:lnTo>
                <a:lnTo>
                  <a:pt x="1348742" y="27184"/>
                </a:lnTo>
                <a:lnTo>
                  <a:pt x="1348194" y="27179"/>
                </a:lnTo>
                <a:lnTo>
                  <a:pt x="1347209" y="27196"/>
                </a:lnTo>
                <a:lnTo>
                  <a:pt x="1346239" y="27246"/>
                </a:lnTo>
                <a:lnTo>
                  <a:pt x="1345283" y="27330"/>
                </a:lnTo>
                <a:lnTo>
                  <a:pt x="1344342" y="27446"/>
                </a:lnTo>
                <a:lnTo>
                  <a:pt x="1343416" y="27597"/>
                </a:lnTo>
                <a:lnTo>
                  <a:pt x="1342505" y="27780"/>
                </a:lnTo>
                <a:lnTo>
                  <a:pt x="1341608" y="27998"/>
                </a:lnTo>
                <a:lnTo>
                  <a:pt x="1340726" y="28248"/>
                </a:lnTo>
                <a:lnTo>
                  <a:pt x="1339859" y="28532"/>
                </a:lnTo>
                <a:lnTo>
                  <a:pt x="1339006" y="28849"/>
                </a:lnTo>
                <a:lnTo>
                  <a:pt x="1338169" y="29200"/>
                </a:lnTo>
                <a:lnTo>
                  <a:pt x="1337346" y="29584"/>
                </a:lnTo>
                <a:lnTo>
                  <a:pt x="1336537" y="30002"/>
                </a:lnTo>
                <a:lnTo>
                  <a:pt x="1335744" y="30453"/>
                </a:lnTo>
                <a:lnTo>
                  <a:pt x="1334965" y="30937"/>
                </a:lnTo>
                <a:lnTo>
                  <a:pt x="1334200" y="31455"/>
                </a:lnTo>
                <a:lnTo>
                  <a:pt x="1333451" y="32006"/>
                </a:lnTo>
                <a:lnTo>
                  <a:pt x="1332716" y="32591"/>
                </a:lnTo>
                <a:lnTo>
                  <a:pt x="1331996" y="33209"/>
                </a:lnTo>
                <a:lnTo>
                  <a:pt x="1331291" y="33860"/>
                </a:lnTo>
                <a:lnTo>
                  <a:pt x="1330600" y="34545"/>
                </a:lnTo>
                <a:lnTo>
                  <a:pt x="1329924" y="35263"/>
                </a:lnTo>
                <a:lnTo>
                  <a:pt x="1329263" y="36015"/>
                </a:lnTo>
                <a:lnTo>
                  <a:pt x="1328617" y="36800"/>
                </a:lnTo>
                <a:lnTo>
                  <a:pt x="1328617" y="1615"/>
                </a:lnTo>
                <a:lnTo>
                  <a:pt x="1316507" y="1615"/>
                </a:lnTo>
                <a:lnTo>
                  <a:pt x="1316507" y="100240"/>
                </a:lnTo>
                <a:lnTo>
                  <a:pt x="1327742" y="100240"/>
                </a:lnTo>
                <a:lnTo>
                  <a:pt x="1327742" y="91293"/>
                </a:lnTo>
                <a:lnTo>
                  <a:pt x="1328351" y="92154"/>
                </a:lnTo>
                <a:lnTo>
                  <a:pt x="1328980" y="92980"/>
                </a:lnTo>
                <a:lnTo>
                  <a:pt x="1329627" y="93768"/>
                </a:lnTo>
                <a:lnTo>
                  <a:pt x="1330293" y="94520"/>
                </a:lnTo>
                <a:close/>
                <a:moveTo>
                  <a:pt x="1327859" y="58808"/>
                </a:moveTo>
                <a:lnTo>
                  <a:pt x="1327969" y="57838"/>
                </a:lnTo>
                <a:lnTo>
                  <a:pt x="1328100" y="56889"/>
                </a:lnTo>
                <a:lnTo>
                  <a:pt x="1328250" y="55962"/>
                </a:lnTo>
                <a:lnTo>
                  <a:pt x="1328421" y="55056"/>
                </a:lnTo>
                <a:lnTo>
                  <a:pt x="1328612" y="54171"/>
                </a:lnTo>
                <a:lnTo>
                  <a:pt x="1328823" y="53308"/>
                </a:lnTo>
                <a:lnTo>
                  <a:pt x="1329054" y="52466"/>
                </a:lnTo>
                <a:lnTo>
                  <a:pt x="1329305" y="51646"/>
                </a:lnTo>
                <a:lnTo>
                  <a:pt x="1329576" y="50847"/>
                </a:lnTo>
                <a:lnTo>
                  <a:pt x="1329868" y="50069"/>
                </a:lnTo>
                <a:lnTo>
                  <a:pt x="1330179" y="49313"/>
                </a:lnTo>
                <a:lnTo>
                  <a:pt x="1330510" y="48578"/>
                </a:lnTo>
                <a:lnTo>
                  <a:pt x="1330862" y="47864"/>
                </a:lnTo>
                <a:lnTo>
                  <a:pt x="1331234" y="47172"/>
                </a:lnTo>
                <a:lnTo>
                  <a:pt x="1331625" y="46501"/>
                </a:lnTo>
                <a:lnTo>
                  <a:pt x="1332037" y="45852"/>
                </a:lnTo>
                <a:lnTo>
                  <a:pt x="1332469" y="45224"/>
                </a:lnTo>
                <a:lnTo>
                  <a:pt x="1332921" y="44617"/>
                </a:lnTo>
                <a:lnTo>
                  <a:pt x="1333393" y="44032"/>
                </a:lnTo>
                <a:lnTo>
                  <a:pt x="1333879" y="43469"/>
                </a:lnTo>
                <a:lnTo>
                  <a:pt x="1334372" y="42930"/>
                </a:lnTo>
                <a:lnTo>
                  <a:pt x="1334873" y="42416"/>
                </a:lnTo>
                <a:lnTo>
                  <a:pt x="1335382" y="41925"/>
                </a:lnTo>
                <a:lnTo>
                  <a:pt x="1335897" y="41458"/>
                </a:lnTo>
                <a:lnTo>
                  <a:pt x="1336421" y="41015"/>
                </a:lnTo>
                <a:lnTo>
                  <a:pt x="1336951" y="40596"/>
                </a:lnTo>
                <a:lnTo>
                  <a:pt x="1337490" y="40201"/>
                </a:lnTo>
                <a:lnTo>
                  <a:pt x="1338035" y="39830"/>
                </a:lnTo>
                <a:lnTo>
                  <a:pt x="1338588" y="39482"/>
                </a:lnTo>
                <a:lnTo>
                  <a:pt x="1339149" y="39159"/>
                </a:lnTo>
                <a:lnTo>
                  <a:pt x="1339717" y="38860"/>
                </a:lnTo>
                <a:lnTo>
                  <a:pt x="1340293" y="38585"/>
                </a:lnTo>
                <a:lnTo>
                  <a:pt x="1340876" y="38333"/>
                </a:lnTo>
                <a:lnTo>
                  <a:pt x="1341466" y="38106"/>
                </a:lnTo>
                <a:lnTo>
                  <a:pt x="1342064" y="37902"/>
                </a:lnTo>
                <a:lnTo>
                  <a:pt x="1342670" y="37723"/>
                </a:lnTo>
                <a:lnTo>
                  <a:pt x="1343283" y="37567"/>
                </a:lnTo>
                <a:lnTo>
                  <a:pt x="1343903" y="37435"/>
                </a:lnTo>
                <a:lnTo>
                  <a:pt x="1344531" y="37328"/>
                </a:lnTo>
                <a:lnTo>
                  <a:pt x="1345166" y="37244"/>
                </a:lnTo>
                <a:lnTo>
                  <a:pt x="1345809" y="37184"/>
                </a:lnTo>
                <a:lnTo>
                  <a:pt x="1346460" y="37148"/>
                </a:lnTo>
                <a:lnTo>
                  <a:pt x="1347117" y="37136"/>
                </a:lnTo>
                <a:lnTo>
                  <a:pt x="1347769" y="37148"/>
                </a:lnTo>
                <a:lnTo>
                  <a:pt x="1348413" y="37182"/>
                </a:lnTo>
                <a:lnTo>
                  <a:pt x="1349049" y="37240"/>
                </a:lnTo>
                <a:lnTo>
                  <a:pt x="1349677" y="37321"/>
                </a:lnTo>
                <a:lnTo>
                  <a:pt x="1350296" y="37425"/>
                </a:lnTo>
                <a:lnTo>
                  <a:pt x="1350908" y="37552"/>
                </a:lnTo>
                <a:lnTo>
                  <a:pt x="1351511" y="37703"/>
                </a:lnTo>
                <a:lnTo>
                  <a:pt x="1352107" y="37876"/>
                </a:lnTo>
                <a:lnTo>
                  <a:pt x="1352694" y="38073"/>
                </a:lnTo>
                <a:lnTo>
                  <a:pt x="1353274" y="38292"/>
                </a:lnTo>
                <a:lnTo>
                  <a:pt x="1353845" y="38535"/>
                </a:lnTo>
                <a:lnTo>
                  <a:pt x="1354408" y="38801"/>
                </a:lnTo>
                <a:lnTo>
                  <a:pt x="1354964" y="39090"/>
                </a:lnTo>
                <a:lnTo>
                  <a:pt x="1355511" y="39402"/>
                </a:lnTo>
                <a:lnTo>
                  <a:pt x="1356050" y="39738"/>
                </a:lnTo>
                <a:lnTo>
                  <a:pt x="1356581" y="40096"/>
                </a:lnTo>
                <a:lnTo>
                  <a:pt x="1357104" y="40478"/>
                </a:lnTo>
                <a:lnTo>
                  <a:pt x="1357619" y="40882"/>
                </a:lnTo>
                <a:lnTo>
                  <a:pt x="1358125" y="41310"/>
                </a:lnTo>
                <a:lnTo>
                  <a:pt x="1358624" y="41761"/>
                </a:lnTo>
                <a:lnTo>
                  <a:pt x="1359115" y="42235"/>
                </a:lnTo>
                <a:lnTo>
                  <a:pt x="1359598" y="42732"/>
                </a:lnTo>
                <a:lnTo>
                  <a:pt x="1360072" y="43253"/>
                </a:lnTo>
                <a:lnTo>
                  <a:pt x="1360539" y="43796"/>
                </a:lnTo>
                <a:lnTo>
                  <a:pt x="1360992" y="44364"/>
                </a:lnTo>
                <a:lnTo>
                  <a:pt x="1361425" y="44957"/>
                </a:lnTo>
                <a:lnTo>
                  <a:pt x="1361840" y="45576"/>
                </a:lnTo>
                <a:lnTo>
                  <a:pt x="1362235" y="46220"/>
                </a:lnTo>
                <a:lnTo>
                  <a:pt x="1362610" y="46890"/>
                </a:lnTo>
                <a:lnTo>
                  <a:pt x="1362967" y="47585"/>
                </a:lnTo>
                <a:lnTo>
                  <a:pt x="1363304" y="48305"/>
                </a:lnTo>
                <a:lnTo>
                  <a:pt x="1363622" y="49051"/>
                </a:lnTo>
                <a:lnTo>
                  <a:pt x="1363921" y="49823"/>
                </a:lnTo>
                <a:lnTo>
                  <a:pt x="1364200" y="50620"/>
                </a:lnTo>
                <a:lnTo>
                  <a:pt x="1364461" y="51442"/>
                </a:lnTo>
                <a:lnTo>
                  <a:pt x="1364701" y="52290"/>
                </a:lnTo>
                <a:lnTo>
                  <a:pt x="1364923" y="53163"/>
                </a:lnTo>
                <a:lnTo>
                  <a:pt x="1365125" y="54062"/>
                </a:lnTo>
                <a:lnTo>
                  <a:pt x="1365308" y="54986"/>
                </a:lnTo>
                <a:lnTo>
                  <a:pt x="1365472" y="55936"/>
                </a:lnTo>
                <a:lnTo>
                  <a:pt x="1365617" y="56911"/>
                </a:lnTo>
                <a:lnTo>
                  <a:pt x="1365742" y="57911"/>
                </a:lnTo>
                <a:lnTo>
                  <a:pt x="1365848" y="58937"/>
                </a:lnTo>
                <a:lnTo>
                  <a:pt x="1365935" y="59989"/>
                </a:lnTo>
                <a:lnTo>
                  <a:pt x="1366002" y="61066"/>
                </a:lnTo>
                <a:lnTo>
                  <a:pt x="1366050" y="62168"/>
                </a:lnTo>
                <a:lnTo>
                  <a:pt x="1366079" y="63296"/>
                </a:lnTo>
                <a:lnTo>
                  <a:pt x="1366089" y="64450"/>
                </a:lnTo>
                <a:lnTo>
                  <a:pt x="1366079" y="65576"/>
                </a:lnTo>
                <a:lnTo>
                  <a:pt x="1366049" y="66679"/>
                </a:lnTo>
                <a:lnTo>
                  <a:pt x="1365999" y="67758"/>
                </a:lnTo>
                <a:lnTo>
                  <a:pt x="1365928" y="68814"/>
                </a:lnTo>
                <a:lnTo>
                  <a:pt x="1365838" y="69847"/>
                </a:lnTo>
                <a:lnTo>
                  <a:pt x="1365727" y="70856"/>
                </a:lnTo>
                <a:lnTo>
                  <a:pt x="1365597" y="71841"/>
                </a:lnTo>
                <a:lnTo>
                  <a:pt x="1365446" y="72803"/>
                </a:lnTo>
                <a:lnTo>
                  <a:pt x="1365275" y="73742"/>
                </a:lnTo>
                <a:lnTo>
                  <a:pt x="1365085" y="74657"/>
                </a:lnTo>
                <a:lnTo>
                  <a:pt x="1364874" y="75548"/>
                </a:lnTo>
                <a:lnTo>
                  <a:pt x="1364643" y="76416"/>
                </a:lnTo>
                <a:lnTo>
                  <a:pt x="1364391" y="77261"/>
                </a:lnTo>
                <a:lnTo>
                  <a:pt x="1364120" y="78082"/>
                </a:lnTo>
                <a:lnTo>
                  <a:pt x="1363829" y="78880"/>
                </a:lnTo>
                <a:lnTo>
                  <a:pt x="1363518" y="79654"/>
                </a:lnTo>
                <a:lnTo>
                  <a:pt x="1363186" y="80405"/>
                </a:lnTo>
                <a:lnTo>
                  <a:pt x="1362835" y="81132"/>
                </a:lnTo>
                <a:lnTo>
                  <a:pt x="1362463" y="81836"/>
                </a:lnTo>
                <a:lnTo>
                  <a:pt x="1362071" y="82516"/>
                </a:lnTo>
                <a:lnTo>
                  <a:pt x="1361659" y="83173"/>
                </a:lnTo>
                <a:lnTo>
                  <a:pt x="1361227" y="83806"/>
                </a:lnTo>
                <a:lnTo>
                  <a:pt x="1360775" y="84416"/>
                </a:lnTo>
                <a:lnTo>
                  <a:pt x="1360303" y="85002"/>
                </a:lnTo>
                <a:lnTo>
                  <a:pt x="1359817" y="85565"/>
                </a:lnTo>
                <a:lnTo>
                  <a:pt x="1359324" y="86104"/>
                </a:lnTo>
                <a:lnTo>
                  <a:pt x="1358823" y="86619"/>
                </a:lnTo>
                <a:lnTo>
                  <a:pt x="1358315" y="87109"/>
                </a:lnTo>
                <a:lnTo>
                  <a:pt x="1357799" y="87576"/>
                </a:lnTo>
                <a:lnTo>
                  <a:pt x="1357276" y="88019"/>
                </a:lnTo>
                <a:lnTo>
                  <a:pt x="1356745" y="88438"/>
                </a:lnTo>
                <a:lnTo>
                  <a:pt x="1356207" y="88833"/>
                </a:lnTo>
                <a:lnTo>
                  <a:pt x="1355661" y="89204"/>
                </a:lnTo>
                <a:lnTo>
                  <a:pt x="1355108" y="89552"/>
                </a:lnTo>
                <a:lnTo>
                  <a:pt x="1354548" y="89875"/>
                </a:lnTo>
                <a:lnTo>
                  <a:pt x="1353979" y="90174"/>
                </a:lnTo>
                <a:lnTo>
                  <a:pt x="1353404" y="90449"/>
                </a:lnTo>
                <a:lnTo>
                  <a:pt x="1352821" y="90701"/>
                </a:lnTo>
                <a:lnTo>
                  <a:pt x="1352230" y="90928"/>
                </a:lnTo>
                <a:lnTo>
                  <a:pt x="1351632" y="91132"/>
                </a:lnTo>
                <a:lnTo>
                  <a:pt x="1351027" y="91311"/>
                </a:lnTo>
                <a:lnTo>
                  <a:pt x="1350414" y="91467"/>
                </a:lnTo>
                <a:lnTo>
                  <a:pt x="1349793" y="91599"/>
                </a:lnTo>
                <a:lnTo>
                  <a:pt x="1349166" y="91707"/>
                </a:lnTo>
                <a:lnTo>
                  <a:pt x="1348530" y="91790"/>
                </a:lnTo>
                <a:lnTo>
                  <a:pt x="1347887" y="91850"/>
                </a:lnTo>
                <a:lnTo>
                  <a:pt x="1347237" y="91886"/>
                </a:lnTo>
                <a:lnTo>
                  <a:pt x="1346579" y="91898"/>
                </a:lnTo>
                <a:lnTo>
                  <a:pt x="1345773" y="91882"/>
                </a:lnTo>
                <a:lnTo>
                  <a:pt x="1344981" y="91833"/>
                </a:lnTo>
                <a:lnTo>
                  <a:pt x="1344203" y="91752"/>
                </a:lnTo>
                <a:lnTo>
                  <a:pt x="1343440" y="91638"/>
                </a:lnTo>
                <a:lnTo>
                  <a:pt x="1342690" y="91492"/>
                </a:lnTo>
                <a:lnTo>
                  <a:pt x="1341954" y="91314"/>
                </a:lnTo>
                <a:lnTo>
                  <a:pt x="1341232" y="91103"/>
                </a:lnTo>
                <a:lnTo>
                  <a:pt x="1340524" y="90859"/>
                </a:lnTo>
                <a:lnTo>
                  <a:pt x="1339831" y="90583"/>
                </a:lnTo>
                <a:lnTo>
                  <a:pt x="1339151" y="90275"/>
                </a:lnTo>
                <a:lnTo>
                  <a:pt x="1338485" y="89934"/>
                </a:lnTo>
                <a:lnTo>
                  <a:pt x="1337833" y="89560"/>
                </a:lnTo>
                <a:lnTo>
                  <a:pt x="1337196" y="89154"/>
                </a:lnTo>
                <a:lnTo>
                  <a:pt x="1336572" y="88716"/>
                </a:lnTo>
                <a:lnTo>
                  <a:pt x="1335962" y="88245"/>
                </a:lnTo>
                <a:lnTo>
                  <a:pt x="1335367" y="87742"/>
                </a:lnTo>
                <a:lnTo>
                  <a:pt x="1334785" y="87206"/>
                </a:lnTo>
                <a:lnTo>
                  <a:pt x="1334217" y="86638"/>
                </a:lnTo>
                <a:lnTo>
                  <a:pt x="1333664" y="86037"/>
                </a:lnTo>
                <a:lnTo>
                  <a:pt x="1333124" y="85404"/>
                </a:lnTo>
                <a:lnTo>
                  <a:pt x="1332599" y="84739"/>
                </a:lnTo>
                <a:lnTo>
                  <a:pt x="1332087" y="84040"/>
                </a:lnTo>
                <a:lnTo>
                  <a:pt x="1331589" y="83310"/>
                </a:lnTo>
                <a:lnTo>
                  <a:pt x="1331106" y="82547"/>
                </a:lnTo>
                <a:lnTo>
                  <a:pt x="1330820" y="82058"/>
                </a:lnTo>
                <a:lnTo>
                  <a:pt x="1330547" y="81544"/>
                </a:lnTo>
                <a:lnTo>
                  <a:pt x="1330286" y="81006"/>
                </a:lnTo>
                <a:lnTo>
                  <a:pt x="1330037" y="80443"/>
                </a:lnTo>
                <a:lnTo>
                  <a:pt x="1329800" y="79855"/>
                </a:lnTo>
                <a:lnTo>
                  <a:pt x="1329575" y="79242"/>
                </a:lnTo>
                <a:lnTo>
                  <a:pt x="1329363" y="78604"/>
                </a:lnTo>
                <a:lnTo>
                  <a:pt x="1329162" y="77942"/>
                </a:lnTo>
                <a:lnTo>
                  <a:pt x="1328974" y="77255"/>
                </a:lnTo>
                <a:lnTo>
                  <a:pt x="1328798" y="76543"/>
                </a:lnTo>
                <a:lnTo>
                  <a:pt x="1328634" y="75807"/>
                </a:lnTo>
                <a:lnTo>
                  <a:pt x="1328482" y="75046"/>
                </a:lnTo>
                <a:lnTo>
                  <a:pt x="1328342" y="74260"/>
                </a:lnTo>
                <a:lnTo>
                  <a:pt x="1328215" y="73449"/>
                </a:lnTo>
                <a:lnTo>
                  <a:pt x="1328099" y="72613"/>
                </a:lnTo>
                <a:lnTo>
                  <a:pt x="1327996" y="71753"/>
                </a:lnTo>
                <a:lnTo>
                  <a:pt x="1327905" y="70868"/>
                </a:lnTo>
                <a:lnTo>
                  <a:pt x="1327826" y="69958"/>
                </a:lnTo>
                <a:lnTo>
                  <a:pt x="1327759" y="69023"/>
                </a:lnTo>
                <a:lnTo>
                  <a:pt x="1327705" y="68064"/>
                </a:lnTo>
                <a:lnTo>
                  <a:pt x="1327662" y="67080"/>
                </a:lnTo>
                <a:lnTo>
                  <a:pt x="1327632" y="66071"/>
                </a:lnTo>
                <a:lnTo>
                  <a:pt x="1327614" y="65037"/>
                </a:lnTo>
                <a:lnTo>
                  <a:pt x="1327608" y="63979"/>
                </a:lnTo>
                <a:lnTo>
                  <a:pt x="1327618" y="62902"/>
                </a:lnTo>
                <a:lnTo>
                  <a:pt x="1327648" y="61846"/>
                </a:lnTo>
                <a:lnTo>
                  <a:pt x="1327698" y="60812"/>
                </a:lnTo>
                <a:lnTo>
                  <a:pt x="1327768" y="59799"/>
                </a:lnTo>
                <a:lnTo>
                  <a:pt x="1327859" y="58808"/>
                </a:lnTo>
                <a:close/>
                <a:moveTo>
                  <a:pt x="1515064" y="36703"/>
                </a:moveTo>
                <a:lnTo>
                  <a:pt x="1514791" y="36344"/>
                </a:lnTo>
                <a:lnTo>
                  <a:pt x="1514511" y="35992"/>
                </a:lnTo>
                <a:lnTo>
                  <a:pt x="1514224" y="35645"/>
                </a:lnTo>
                <a:lnTo>
                  <a:pt x="1513931" y="35304"/>
                </a:lnTo>
                <a:lnTo>
                  <a:pt x="1513632" y="34969"/>
                </a:lnTo>
                <a:lnTo>
                  <a:pt x="1513326" y="34640"/>
                </a:lnTo>
                <a:lnTo>
                  <a:pt x="1513013" y="34316"/>
                </a:lnTo>
                <a:lnTo>
                  <a:pt x="1512694" y="33998"/>
                </a:lnTo>
                <a:lnTo>
                  <a:pt x="1512369" y="33686"/>
                </a:lnTo>
                <a:lnTo>
                  <a:pt x="1512036" y="33380"/>
                </a:lnTo>
                <a:lnTo>
                  <a:pt x="1511698" y="33079"/>
                </a:lnTo>
                <a:lnTo>
                  <a:pt x="1511352" y="32785"/>
                </a:lnTo>
                <a:lnTo>
                  <a:pt x="1511001" y="32496"/>
                </a:lnTo>
                <a:lnTo>
                  <a:pt x="1510642" y="32212"/>
                </a:lnTo>
                <a:lnTo>
                  <a:pt x="1510277" y="31935"/>
                </a:lnTo>
                <a:lnTo>
                  <a:pt x="1509906" y="31663"/>
                </a:lnTo>
                <a:lnTo>
                  <a:pt x="1509528" y="31397"/>
                </a:lnTo>
                <a:lnTo>
                  <a:pt x="1509144" y="31137"/>
                </a:lnTo>
                <a:lnTo>
                  <a:pt x="1508753" y="30883"/>
                </a:lnTo>
                <a:lnTo>
                  <a:pt x="1508355" y="30634"/>
                </a:lnTo>
                <a:lnTo>
                  <a:pt x="1507951" y="30391"/>
                </a:lnTo>
                <a:lnTo>
                  <a:pt x="1507540" y="30154"/>
                </a:lnTo>
                <a:lnTo>
                  <a:pt x="1507123" y="29923"/>
                </a:lnTo>
                <a:lnTo>
                  <a:pt x="1506700" y="29699"/>
                </a:lnTo>
                <a:lnTo>
                  <a:pt x="1506272" y="29485"/>
                </a:lnTo>
                <a:lnTo>
                  <a:pt x="1505840" y="29280"/>
                </a:lnTo>
                <a:lnTo>
                  <a:pt x="1505402" y="29084"/>
                </a:lnTo>
                <a:lnTo>
                  <a:pt x="1504959" y="28899"/>
                </a:lnTo>
                <a:lnTo>
                  <a:pt x="1504512" y="28722"/>
                </a:lnTo>
                <a:lnTo>
                  <a:pt x="1504060" y="28556"/>
                </a:lnTo>
                <a:lnTo>
                  <a:pt x="1503602" y="28399"/>
                </a:lnTo>
                <a:lnTo>
                  <a:pt x="1503140" y="28251"/>
                </a:lnTo>
                <a:lnTo>
                  <a:pt x="1502673" y="28113"/>
                </a:lnTo>
                <a:lnTo>
                  <a:pt x="1502201" y="27984"/>
                </a:lnTo>
                <a:lnTo>
                  <a:pt x="1501724" y="27865"/>
                </a:lnTo>
                <a:lnTo>
                  <a:pt x="1501242" y="27756"/>
                </a:lnTo>
                <a:lnTo>
                  <a:pt x="1500756" y="27656"/>
                </a:lnTo>
                <a:lnTo>
                  <a:pt x="1500264" y="27565"/>
                </a:lnTo>
                <a:lnTo>
                  <a:pt x="1499768" y="27484"/>
                </a:lnTo>
                <a:lnTo>
                  <a:pt x="1499266" y="27413"/>
                </a:lnTo>
                <a:lnTo>
                  <a:pt x="1498760" y="27351"/>
                </a:lnTo>
                <a:lnTo>
                  <a:pt x="1498249" y="27298"/>
                </a:lnTo>
                <a:lnTo>
                  <a:pt x="1497733" y="27255"/>
                </a:lnTo>
                <a:lnTo>
                  <a:pt x="1497211" y="27222"/>
                </a:lnTo>
                <a:lnTo>
                  <a:pt x="1496686" y="27198"/>
                </a:lnTo>
                <a:lnTo>
                  <a:pt x="1496155" y="27184"/>
                </a:lnTo>
                <a:lnTo>
                  <a:pt x="1495619" y="27179"/>
                </a:lnTo>
                <a:lnTo>
                  <a:pt x="1494887" y="27187"/>
                </a:lnTo>
                <a:lnTo>
                  <a:pt x="1494162" y="27211"/>
                </a:lnTo>
                <a:lnTo>
                  <a:pt x="1493442" y="27252"/>
                </a:lnTo>
                <a:lnTo>
                  <a:pt x="1492728" y="27308"/>
                </a:lnTo>
                <a:lnTo>
                  <a:pt x="1492020" y="27381"/>
                </a:lnTo>
                <a:lnTo>
                  <a:pt x="1491318" y="27469"/>
                </a:lnTo>
                <a:lnTo>
                  <a:pt x="1490621" y="27574"/>
                </a:lnTo>
                <a:lnTo>
                  <a:pt x="1489930" y="27695"/>
                </a:lnTo>
                <a:lnTo>
                  <a:pt x="1489246" y="27832"/>
                </a:lnTo>
                <a:lnTo>
                  <a:pt x="1488567" y="27985"/>
                </a:lnTo>
                <a:lnTo>
                  <a:pt x="1487894" y="28154"/>
                </a:lnTo>
                <a:lnTo>
                  <a:pt x="1487226" y="28340"/>
                </a:lnTo>
                <a:lnTo>
                  <a:pt x="1486565" y="28541"/>
                </a:lnTo>
                <a:lnTo>
                  <a:pt x="1485909" y="28759"/>
                </a:lnTo>
                <a:lnTo>
                  <a:pt x="1485260" y="28993"/>
                </a:lnTo>
                <a:lnTo>
                  <a:pt x="1484616" y="29242"/>
                </a:lnTo>
                <a:lnTo>
                  <a:pt x="1483978" y="29508"/>
                </a:lnTo>
                <a:lnTo>
                  <a:pt x="1483345" y="29790"/>
                </a:lnTo>
                <a:lnTo>
                  <a:pt x="1482719" y="30089"/>
                </a:lnTo>
                <a:lnTo>
                  <a:pt x="1482098" y="30403"/>
                </a:lnTo>
                <a:lnTo>
                  <a:pt x="1481484" y="30733"/>
                </a:lnTo>
                <a:lnTo>
                  <a:pt x="1480875" y="31080"/>
                </a:lnTo>
                <a:lnTo>
                  <a:pt x="1480272" y="31442"/>
                </a:lnTo>
                <a:lnTo>
                  <a:pt x="1479675" y="31821"/>
                </a:lnTo>
                <a:lnTo>
                  <a:pt x="1479087" y="32215"/>
                </a:lnTo>
                <a:lnTo>
                  <a:pt x="1478511" y="32623"/>
                </a:lnTo>
                <a:lnTo>
                  <a:pt x="1477948" y="33045"/>
                </a:lnTo>
                <a:lnTo>
                  <a:pt x="1477397" y="33482"/>
                </a:lnTo>
                <a:lnTo>
                  <a:pt x="1476858" y="33932"/>
                </a:lnTo>
                <a:lnTo>
                  <a:pt x="1476332" y="34397"/>
                </a:lnTo>
                <a:lnTo>
                  <a:pt x="1475818" y="34875"/>
                </a:lnTo>
                <a:lnTo>
                  <a:pt x="1475317" y="35368"/>
                </a:lnTo>
                <a:lnTo>
                  <a:pt x="1474828" y="35875"/>
                </a:lnTo>
                <a:lnTo>
                  <a:pt x="1474351" y="36396"/>
                </a:lnTo>
                <a:lnTo>
                  <a:pt x="1473887" y="36931"/>
                </a:lnTo>
                <a:lnTo>
                  <a:pt x="1473435" y="37481"/>
                </a:lnTo>
                <a:lnTo>
                  <a:pt x="1472995" y="38044"/>
                </a:lnTo>
                <a:lnTo>
                  <a:pt x="1472568" y="38622"/>
                </a:lnTo>
                <a:lnTo>
                  <a:pt x="1472154" y="39214"/>
                </a:lnTo>
                <a:lnTo>
                  <a:pt x="1471751" y="39820"/>
                </a:lnTo>
                <a:lnTo>
                  <a:pt x="1471361" y="40440"/>
                </a:lnTo>
                <a:lnTo>
                  <a:pt x="1470984" y="41074"/>
                </a:lnTo>
                <a:lnTo>
                  <a:pt x="1470618" y="41722"/>
                </a:lnTo>
                <a:lnTo>
                  <a:pt x="1470266" y="42384"/>
                </a:lnTo>
                <a:lnTo>
                  <a:pt x="1469925" y="43061"/>
                </a:lnTo>
                <a:lnTo>
                  <a:pt x="1469597" y="43752"/>
                </a:lnTo>
                <a:lnTo>
                  <a:pt x="1469281" y="44456"/>
                </a:lnTo>
                <a:lnTo>
                  <a:pt x="1468978" y="45175"/>
                </a:lnTo>
                <a:lnTo>
                  <a:pt x="1468687" y="45905"/>
                </a:lnTo>
                <a:lnTo>
                  <a:pt x="1468408" y="46641"/>
                </a:lnTo>
                <a:lnTo>
                  <a:pt x="1468142" y="47384"/>
                </a:lnTo>
                <a:lnTo>
                  <a:pt x="1467888" y="48135"/>
                </a:lnTo>
                <a:lnTo>
                  <a:pt x="1467647" y="48892"/>
                </a:lnTo>
                <a:lnTo>
                  <a:pt x="1467418" y="49655"/>
                </a:lnTo>
                <a:lnTo>
                  <a:pt x="1467201" y="50426"/>
                </a:lnTo>
                <a:lnTo>
                  <a:pt x="1466997" y="51204"/>
                </a:lnTo>
                <a:lnTo>
                  <a:pt x="1466805" y="51989"/>
                </a:lnTo>
                <a:lnTo>
                  <a:pt x="1466626" y="52780"/>
                </a:lnTo>
                <a:lnTo>
                  <a:pt x="1466458" y="53578"/>
                </a:lnTo>
                <a:lnTo>
                  <a:pt x="1466304" y="54384"/>
                </a:lnTo>
                <a:lnTo>
                  <a:pt x="1466161" y="55196"/>
                </a:lnTo>
                <a:lnTo>
                  <a:pt x="1466031" y="56015"/>
                </a:lnTo>
                <a:lnTo>
                  <a:pt x="1465914" y="56841"/>
                </a:lnTo>
                <a:lnTo>
                  <a:pt x="1465809" y="57674"/>
                </a:lnTo>
                <a:lnTo>
                  <a:pt x="1465716" y="58513"/>
                </a:lnTo>
                <a:lnTo>
                  <a:pt x="1465635" y="59360"/>
                </a:lnTo>
                <a:lnTo>
                  <a:pt x="1465567" y="60213"/>
                </a:lnTo>
                <a:lnTo>
                  <a:pt x="1465511" y="61074"/>
                </a:lnTo>
                <a:lnTo>
                  <a:pt x="1465468" y="61941"/>
                </a:lnTo>
                <a:lnTo>
                  <a:pt x="1465437" y="62815"/>
                </a:lnTo>
                <a:lnTo>
                  <a:pt x="1465419" y="63696"/>
                </a:lnTo>
                <a:lnTo>
                  <a:pt x="1465412" y="64584"/>
                </a:lnTo>
                <a:lnTo>
                  <a:pt x="1465419" y="65494"/>
                </a:lnTo>
                <a:lnTo>
                  <a:pt x="1465440" y="66394"/>
                </a:lnTo>
                <a:lnTo>
                  <a:pt x="1465474" y="67286"/>
                </a:lnTo>
                <a:lnTo>
                  <a:pt x="1465522" y="68170"/>
                </a:lnTo>
                <a:lnTo>
                  <a:pt x="1465583" y="69044"/>
                </a:lnTo>
                <a:lnTo>
                  <a:pt x="1465658" y="69910"/>
                </a:lnTo>
                <a:lnTo>
                  <a:pt x="1465747" y="70766"/>
                </a:lnTo>
                <a:lnTo>
                  <a:pt x="1465850" y="71615"/>
                </a:lnTo>
                <a:lnTo>
                  <a:pt x="1465966" y="72454"/>
                </a:lnTo>
                <a:lnTo>
                  <a:pt x="1466096" y="73285"/>
                </a:lnTo>
                <a:lnTo>
                  <a:pt x="1466239" y="74106"/>
                </a:lnTo>
                <a:lnTo>
                  <a:pt x="1466396" y="74919"/>
                </a:lnTo>
                <a:lnTo>
                  <a:pt x="1466567" y="75724"/>
                </a:lnTo>
                <a:lnTo>
                  <a:pt x="1466752" y="76519"/>
                </a:lnTo>
                <a:lnTo>
                  <a:pt x="1466950" y="77306"/>
                </a:lnTo>
                <a:lnTo>
                  <a:pt x="1467161" y="78084"/>
                </a:lnTo>
                <a:lnTo>
                  <a:pt x="1467387" y="78853"/>
                </a:lnTo>
                <a:lnTo>
                  <a:pt x="1467626" y="79614"/>
                </a:lnTo>
                <a:lnTo>
                  <a:pt x="1467879" y="80366"/>
                </a:lnTo>
                <a:lnTo>
                  <a:pt x="1468145" y="81109"/>
                </a:lnTo>
                <a:lnTo>
                  <a:pt x="1468426" y="81843"/>
                </a:lnTo>
                <a:lnTo>
                  <a:pt x="1468719" y="82569"/>
                </a:lnTo>
                <a:lnTo>
                  <a:pt x="1469027" y="83285"/>
                </a:lnTo>
                <a:lnTo>
                  <a:pt x="1469348" y="83993"/>
                </a:lnTo>
                <a:lnTo>
                  <a:pt x="1469682" y="84690"/>
                </a:lnTo>
                <a:lnTo>
                  <a:pt x="1470026" y="85374"/>
                </a:lnTo>
                <a:lnTo>
                  <a:pt x="1470382" y="86046"/>
                </a:lnTo>
                <a:lnTo>
                  <a:pt x="1470750" y="86704"/>
                </a:lnTo>
                <a:lnTo>
                  <a:pt x="1471128" y="87349"/>
                </a:lnTo>
                <a:lnTo>
                  <a:pt x="1471518" y="87981"/>
                </a:lnTo>
                <a:lnTo>
                  <a:pt x="1471918" y="88601"/>
                </a:lnTo>
                <a:lnTo>
                  <a:pt x="1472330" y="89207"/>
                </a:lnTo>
                <a:lnTo>
                  <a:pt x="1472754" y="89800"/>
                </a:lnTo>
                <a:lnTo>
                  <a:pt x="1473188" y="90381"/>
                </a:lnTo>
                <a:lnTo>
                  <a:pt x="1473634" y="90948"/>
                </a:lnTo>
                <a:lnTo>
                  <a:pt x="1474091" y="91503"/>
                </a:lnTo>
                <a:lnTo>
                  <a:pt x="1474559" y="92044"/>
                </a:lnTo>
                <a:lnTo>
                  <a:pt x="1475038" y="92573"/>
                </a:lnTo>
                <a:lnTo>
                  <a:pt x="1475529" y="93089"/>
                </a:lnTo>
                <a:lnTo>
                  <a:pt x="1476031" y="93591"/>
                </a:lnTo>
                <a:lnTo>
                  <a:pt x="1476544" y="94081"/>
                </a:lnTo>
                <a:lnTo>
                  <a:pt x="1477068" y="94558"/>
                </a:lnTo>
                <a:lnTo>
                  <a:pt x="1477603" y="95021"/>
                </a:lnTo>
                <a:lnTo>
                  <a:pt x="1478150" y="95472"/>
                </a:lnTo>
                <a:lnTo>
                  <a:pt x="1478708" y="95910"/>
                </a:lnTo>
                <a:lnTo>
                  <a:pt x="1479277" y="96335"/>
                </a:lnTo>
                <a:lnTo>
                  <a:pt x="1479857" y="96747"/>
                </a:lnTo>
                <a:lnTo>
                  <a:pt x="1480448" y="97146"/>
                </a:lnTo>
                <a:lnTo>
                  <a:pt x="1481048" y="97530"/>
                </a:lnTo>
                <a:lnTo>
                  <a:pt x="1481652" y="97898"/>
                </a:lnTo>
                <a:lnTo>
                  <a:pt x="1482261" y="98249"/>
                </a:lnTo>
                <a:lnTo>
                  <a:pt x="1482875" y="98584"/>
                </a:lnTo>
                <a:lnTo>
                  <a:pt x="1483494" y="98903"/>
                </a:lnTo>
                <a:lnTo>
                  <a:pt x="1484117" y="99206"/>
                </a:lnTo>
                <a:lnTo>
                  <a:pt x="1484745" y="99492"/>
                </a:lnTo>
                <a:lnTo>
                  <a:pt x="1485378" y="99762"/>
                </a:lnTo>
                <a:lnTo>
                  <a:pt x="1486016" y="100015"/>
                </a:lnTo>
                <a:lnTo>
                  <a:pt x="1486658" y="100252"/>
                </a:lnTo>
                <a:lnTo>
                  <a:pt x="1487306" y="100473"/>
                </a:lnTo>
                <a:lnTo>
                  <a:pt x="1487958" y="100677"/>
                </a:lnTo>
                <a:lnTo>
                  <a:pt x="1488615" y="100866"/>
                </a:lnTo>
                <a:lnTo>
                  <a:pt x="1489277" y="101037"/>
                </a:lnTo>
                <a:lnTo>
                  <a:pt x="1489943" y="101193"/>
                </a:lnTo>
                <a:lnTo>
                  <a:pt x="1490614" y="101332"/>
                </a:lnTo>
                <a:lnTo>
                  <a:pt x="1491290" y="101454"/>
                </a:lnTo>
                <a:lnTo>
                  <a:pt x="1491971" y="101560"/>
                </a:lnTo>
                <a:lnTo>
                  <a:pt x="1492657" y="101650"/>
                </a:lnTo>
                <a:lnTo>
                  <a:pt x="1493347" y="101724"/>
                </a:lnTo>
                <a:lnTo>
                  <a:pt x="1494043" y="101781"/>
                </a:lnTo>
                <a:lnTo>
                  <a:pt x="1494743" y="101822"/>
                </a:lnTo>
                <a:lnTo>
                  <a:pt x="1495448" y="101847"/>
                </a:lnTo>
                <a:lnTo>
                  <a:pt x="1496157" y="101855"/>
                </a:lnTo>
                <a:lnTo>
                  <a:pt x="1497245" y="101836"/>
                </a:lnTo>
                <a:lnTo>
                  <a:pt x="1498310" y="101781"/>
                </a:lnTo>
                <a:lnTo>
                  <a:pt x="1499354" y="101689"/>
                </a:lnTo>
                <a:lnTo>
                  <a:pt x="1500375" y="101560"/>
                </a:lnTo>
                <a:lnTo>
                  <a:pt x="1501374" y="101393"/>
                </a:lnTo>
                <a:lnTo>
                  <a:pt x="1502351" y="101190"/>
                </a:lnTo>
                <a:lnTo>
                  <a:pt x="1503305" y="100951"/>
                </a:lnTo>
                <a:lnTo>
                  <a:pt x="1504238" y="100674"/>
                </a:lnTo>
                <a:lnTo>
                  <a:pt x="1505148" y="100360"/>
                </a:lnTo>
                <a:lnTo>
                  <a:pt x="1506036" y="100009"/>
                </a:lnTo>
                <a:lnTo>
                  <a:pt x="1506902" y="99622"/>
                </a:lnTo>
                <a:lnTo>
                  <a:pt x="1507745" y="99197"/>
                </a:lnTo>
                <a:lnTo>
                  <a:pt x="1508567" y="98736"/>
                </a:lnTo>
                <a:lnTo>
                  <a:pt x="1509366" y="98238"/>
                </a:lnTo>
                <a:lnTo>
                  <a:pt x="1510143" y="97703"/>
                </a:lnTo>
                <a:lnTo>
                  <a:pt x="1510898" y="97131"/>
                </a:lnTo>
                <a:lnTo>
                  <a:pt x="1511631" y="96522"/>
                </a:lnTo>
                <a:lnTo>
                  <a:pt x="1512341" y="95876"/>
                </a:lnTo>
                <a:lnTo>
                  <a:pt x="1513029" y="95193"/>
                </a:lnTo>
                <a:lnTo>
                  <a:pt x="1513695" y="94473"/>
                </a:lnTo>
                <a:lnTo>
                  <a:pt x="1514339" y="93717"/>
                </a:lnTo>
                <a:lnTo>
                  <a:pt x="1514961" y="92923"/>
                </a:lnTo>
                <a:lnTo>
                  <a:pt x="1515561" y="92093"/>
                </a:lnTo>
                <a:lnTo>
                  <a:pt x="1516138" y="91225"/>
                </a:lnTo>
                <a:lnTo>
                  <a:pt x="1516138" y="100240"/>
                </a:lnTo>
                <a:lnTo>
                  <a:pt x="1527373" y="100240"/>
                </a:lnTo>
                <a:lnTo>
                  <a:pt x="1527373" y="1615"/>
                </a:lnTo>
                <a:lnTo>
                  <a:pt x="1515331" y="1615"/>
                </a:lnTo>
                <a:lnTo>
                  <a:pt x="1515331" y="37067"/>
                </a:lnTo>
                <a:lnTo>
                  <a:pt x="1515064" y="36703"/>
                </a:lnTo>
                <a:close/>
                <a:moveTo>
                  <a:pt x="1478093" y="59040"/>
                </a:moveTo>
                <a:lnTo>
                  <a:pt x="1478197" y="58003"/>
                </a:lnTo>
                <a:lnTo>
                  <a:pt x="1478319" y="56993"/>
                </a:lnTo>
                <a:lnTo>
                  <a:pt x="1478460" y="56009"/>
                </a:lnTo>
                <a:lnTo>
                  <a:pt x="1478620" y="55052"/>
                </a:lnTo>
                <a:lnTo>
                  <a:pt x="1478798" y="54121"/>
                </a:lnTo>
                <a:lnTo>
                  <a:pt x="1478996" y="53216"/>
                </a:lnTo>
                <a:lnTo>
                  <a:pt x="1479212" y="52338"/>
                </a:lnTo>
                <a:lnTo>
                  <a:pt x="1479447" y="51486"/>
                </a:lnTo>
                <a:lnTo>
                  <a:pt x="1479701" y="50661"/>
                </a:lnTo>
                <a:lnTo>
                  <a:pt x="1479974" y="49861"/>
                </a:lnTo>
                <a:lnTo>
                  <a:pt x="1480265" y="49089"/>
                </a:lnTo>
                <a:lnTo>
                  <a:pt x="1480576" y="48342"/>
                </a:lnTo>
                <a:lnTo>
                  <a:pt x="1480905" y="47622"/>
                </a:lnTo>
                <a:lnTo>
                  <a:pt x="1481252" y="46928"/>
                </a:lnTo>
                <a:lnTo>
                  <a:pt x="1481619" y="46261"/>
                </a:lnTo>
                <a:lnTo>
                  <a:pt x="1482005" y="45620"/>
                </a:lnTo>
                <a:lnTo>
                  <a:pt x="1482409" y="45005"/>
                </a:lnTo>
                <a:lnTo>
                  <a:pt x="1482832" y="44417"/>
                </a:lnTo>
                <a:lnTo>
                  <a:pt x="1483274" y="43855"/>
                </a:lnTo>
                <a:lnTo>
                  <a:pt x="1483730" y="43318"/>
                </a:lnTo>
                <a:lnTo>
                  <a:pt x="1484195" y="42803"/>
                </a:lnTo>
                <a:lnTo>
                  <a:pt x="1484669" y="42312"/>
                </a:lnTo>
                <a:lnTo>
                  <a:pt x="1485153" y="41843"/>
                </a:lnTo>
                <a:lnTo>
                  <a:pt x="1485646" y="41397"/>
                </a:lnTo>
                <a:lnTo>
                  <a:pt x="1486148" y="40974"/>
                </a:lnTo>
                <a:lnTo>
                  <a:pt x="1486659" y="40574"/>
                </a:lnTo>
                <a:lnTo>
                  <a:pt x="1487180" y="40197"/>
                </a:lnTo>
                <a:lnTo>
                  <a:pt x="1487709" y="39843"/>
                </a:lnTo>
                <a:lnTo>
                  <a:pt x="1488248" y="39511"/>
                </a:lnTo>
                <a:lnTo>
                  <a:pt x="1488797" y="39202"/>
                </a:lnTo>
                <a:lnTo>
                  <a:pt x="1489354" y="38917"/>
                </a:lnTo>
                <a:lnTo>
                  <a:pt x="1489921" y="38654"/>
                </a:lnTo>
                <a:lnTo>
                  <a:pt x="1490496" y="38414"/>
                </a:lnTo>
                <a:lnTo>
                  <a:pt x="1491082" y="38196"/>
                </a:lnTo>
                <a:lnTo>
                  <a:pt x="1491676" y="38002"/>
                </a:lnTo>
                <a:lnTo>
                  <a:pt x="1492279" y="37831"/>
                </a:lnTo>
                <a:lnTo>
                  <a:pt x="1492892" y="37682"/>
                </a:lnTo>
                <a:lnTo>
                  <a:pt x="1493514" y="37556"/>
                </a:lnTo>
                <a:lnTo>
                  <a:pt x="1494145" y="37453"/>
                </a:lnTo>
                <a:lnTo>
                  <a:pt x="1494786" y="37373"/>
                </a:lnTo>
                <a:lnTo>
                  <a:pt x="1495436" y="37316"/>
                </a:lnTo>
                <a:lnTo>
                  <a:pt x="1496094" y="37282"/>
                </a:lnTo>
                <a:lnTo>
                  <a:pt x="1496763" y="37271"/>
                </a:lnTo>
                <a:lnTo>
                  <a:pt x="1497448" y="37282"/>
                </a:lnTo>
                <a:lnTo>
                  <a:pt x="1498124" y="37318"/>
                </a:lnTo>
                <a:lnTo>
                  <a:pt x="1498790" y="37378"/>
                </a:lnTo>
                <a:lnTo>
                  <a:pt x="1499448" y="37461"/>
                </a:lnTo>
                <a:lnTo>
                  <a:pt x="1500097" y="37568"/>
                </a:lnTo>
                <a:lnTo>
                  <a:pt x="1500736" y="37699"/>
                </a:lnTo>
                <a:lnTo>
                  <a:pt x="1501366" y="37854"/>
                </a:lnTo>
                <a:lnTo>
                  <a:pt x="1501988" y="38032"/>
                </a:lnTo>
                <a:lnTo>
                  <a:pt x="1502600" y="38234"/>
                </a:lnTo>
                <a:lnTo>
                  <a:pt x="1503203" y="38460"/>
                </a:lnTo>
                <a:lnTo>
                  <a:pt x="1503797" y="38710"/>
                </a:lnTo>
                <a:lnTo>
                  <a:pt x="1504382" y="38984"/>
                </a:lnTo>
                <a:lnTo>
                  <a:pt x="1504957" y="39281"/>
                </a:lnTo>
                <a:lnTo>
                  <a:pt x="1505524" y="39603"/>
                </a:lnTo>
                <a:lnTo>
                  <a:pt x="1506081" y="39948"/>
                </a:lnTo>
                <a:lnTo>
                  <a:pt x="1506630" y="40317"/>
                </a:lnTo>
                <a:lnTo>
                  <a:pt x="1507169" y="40709"/>
                </a:lnTo>
                <a:lnTo>
                  <a:pt x="1507699" y="41126"/>
                </a:lnTo>
                <a:lnTo>
                  <a:pt x="1508220" y="41566"/>
                </a:lnTo>
                <a:lnTo>
                  <a:pt x="1508732" y="42030"/>
                </a:lnTo>
                <a:lnTo>
                  <a:pt x="1509235" y="42518"/>
                </a:lnTo>
                <a:lnTo>
                  <a:pt x="1509729" y="43030"/>
                </a:lnTo>
                <a:lnTo>
                  <a:pt x="1510213" y="43565"/>
                </a:lnTo>
                <a:lnTo>
                  <a:pt x="1510689" y="44124"/>
                </a:lnTo>
                <a:lnTo>
                  <a:pt x="1511150" y="44709"/>
                </a:lnTo>
                <a:lnTo>
                  <a:pt x="1511591" y="45321"/>
                </a:lnTo>
                <a:lnTo>
                  <a:pt x="1512013" y="45959"/>
                </a:lnTo>
                <a:lnTo>
                  <a:pt x="1512415" y="46625"/>
                </a:lnTo>
                <a:lnTo>
                  <a:pt x="1512798" y="47318"/>
                </a:lnTo>
                <a:lnTo>
                  <a:pt x="1513161" y="48038"/>
                </a:lnTo>
                <a:lnTo>
                  <a:pt x="1513504" y="48785"/>
                </a:lnTo>
                <a:lnTo>
                  <a:pt x="1513828" y="49559"/>
                </a:lnTo>
                <a:lnTo>
                  <a:pt x="1514132" y="50360"/>
                </a:lnTo>
                <a:lnTo>
                  <a:pt x="1514417" y="51189"/>
                </a:lnTo>
                <a:lnTo>
                  <a:pt x="1514682" y="52044"/>
                </a:lnTo>
                <a:lnTo>
                  <a:pt x="1514927" y="52926"/>
                </a:lnTo>
                <a:lnTo>
                  <a:pt x="1515153" y="53836"/>
                </a:lnTo>
                <a:lnTo>
                  <a:pt x="1515359" y="54772"/>
                </a:lnTo>
                <a:lnTo>
                  <a:pt x="1515545" y="55736"/>
                </a:lnTo>
                <a:lnTo>
                  <a:pt x="1515712" y="56726"/>
                </a:lnTo>
                <a:lnTo>
                  <a:pt x="1515859" y="57744"/>
                </a:lnTo>
                <a:lnTo>
                  <a:pt x="1515987" y="58789"/>
                </a:lnTo>
                <a:lnTo>
                  <a:pt x="1516094" y="59860"/>
                </a:lnTo>
                <a:lnTo>
                  <a:pt x="1516183" y="60959"/>
                </a:lnTo>
                <a:lnTo>
                  <a:pt x="1516251" y="62085"/>
                </a:lnTo>
                <a:lnTo>
                  <a:pt x="1516300" y="63238"/>
                </a:lnTo>
                <a:lnTo>
                  <a:pt x="1516330" y="64418"/>
                </a:lnTo>
                <a:lnTo>
                  <a:pt x="1516340" y="65625"/>
                </a:lnTo>
                <a:lnTo>
                  <a:pt x="1516330" y="66722"/>
                </a:lnTo>
                <a:lnTo>
                  <a:pt x="1516301" y="67795"/>
                </a:lnTo>
                <a:lnTo>
                  <a:pt x="1516253" y="68845"/>
                </a:lnTo>
                <a:lnTo>
                  <a:pt x="1516186" y="69871"/>
                </a:lnTo>
                <a:lnTo>
                  <a:pt x="1516099" y="70873"/>
                </a:lnTo>
                <a:lnTo>
                  <a:pt x="1515993" y="71851"/>
                </a:lnTo>
                <a:lnTo>
                  <a:pt x="1515868" y="72806"/>
                </a:lnTo>
                <a:lnTo>
                  <a:pt x="1515723" y="73737"/>
                </a:lnTo>
                <a:lnTo>
                  <a:pt x="1515559" y="74645"/>
                </a:lnTo>
                <a:lnTo>
                  <a:pt x="1515376" y="75529"/>
                </a:lnTo>
                <a:lnTo>
                  <a:pt x="1515174" y="76389"/>
                </a:lnTo>
                <a:lnTo>
                  <a:pt x="1514952" y="77225"/>
                </a:lnTo>
                <a:lnTo>
                  <a:pt x="1514711" y="78038"/>
                </a:lnTo>
                <a:lnTo>
                  <a:pt x="1514451" y="78827"/>
                </a:lnTo>
                <a:lnTo>
                  <a:pt x="1514172" y="79592"/>
                </a:lnTo>
                <a:lnTo>
                  <a:pt x="1513873" y="80334"/>
                </a:lnTo>
                <a:lnTo>
                  <a:pt x="1513555" y="81052"/>
                </a:lnTo>
                <a:lnTo>
                  <a:pt x="1513218" y="81746"/>
                </a:lnTo>
                <a:lnTo>
                  <a:pt x="1512861" y="82417"/>
                </a:lnTo>
                <a:lnTo>
                  <a:pt x="1512485" y="83064"/>
                </a:lnTo>
                <a:lnTo>
                  <a:pt x="1512090" y="83687"/>
                </a:lnTo>
                <a:lnTo>
                  <a:pt x="1511676" y="84286"/>
                </a:lnTo>
                <a:lnTo>
                  <a:pt x="1511242" y="84862"/>
                </a:lnTo>
                <a:lnTo>
                  <a:pt x="1510790" y="85414"/>
                </a:lnTo>
                <a:lnTo>
                  <a:pt x="1510323" y="85943"/>
                </a:lnTo>
                <a:lnTo>
                  <a:pt x="1509848" y="86450"/>
                </a:lnTo>
                <a:lnTo>
                  <a:pt x="1509365" y="86934"/>
                </a:lnTo>
                <a:lnTo>
                  <a:pt x="1508873" y="87396"/>
                </a:lnTo>
                <a:lnTo>
                  <a:pt x="1508373" y="87835"/>
                </a:lnTo>
                <a:lnTo>
                  <a:pt x="1507865" y="88251"/>
                </a:lnTo>
                <a:lnTo>
                  <a:pt x="1507349" y="88645"/>
                </a:lnTo>
                <a:lnTo>
                  <a:pt x="1506824" y="89016"/>
                </a:lnTo>
                <a:lnTo>
                  <a:pt x="1506291" y="89365"/>
                </a:lnTo>
                <a:lnTo>
                  <a:pt x="1505750" y="89692"/>
                </a:lnTo>
                <a:lnTo>
                  <a:pt x="1505200" y="89996"/>
                </a:lnTo>
                <a:lnTo>
                  <a:pt x="1504642" y="90277"/>
                </a:lnTo>
                <a:lnTo>
                  <a:pt x="1504076" y="90536"/>
                </a:lnTo>
                <a:lnTo>
                  <a:pt x="1503502" y="90772"/>
                </a:lnTo>
                <a:lnTo>
                  <a:pt x="1502919" y="90986"/>
                </a:lnTo>
                <a:lnTo>
                  <a:pt x="1502328" y="91178"/>
                </a:lnTo>
                <a:lnTo>
                  <a:pt x="1501728" y="91347"/>
                </a:lnTo>
                <a:lnTo>
                  <a:pt x="1501121" y="91493"/>
                </a:lnTo>
                <a:lnTo>
                  <a:pt x="1500505" y="91617"/>
                </a:lnTo>
                <a:lnTo>
                  <a:pt x="1499881" y="91718"/>
                </a:lnTo>
                <a:lnTo>
                  <a:pt x="1499248" y="91797"/>
                </a:lnTo>
                <a:lnTo>
                  <a:pt x="1498607" y="91853"/>
                </a:lnTo>
                <a:lnTo>
                  <a:pt x="1497958" y="91887"/>
                </a:lnTo>
                <a:lnTo>
                  <a:pt x="1497301" y="91898"/>
                </a:lnTo>
                <a:lnTo>
                  <a:pt x="1496649" y="91886"/>
                </a:lnTo>
                <a:lnTo>
                  <a:pt x="1496003" y="91851"/>
                </a:lnTo>
                <a:lnTo>
                  <a:pt x="1495366" y="91792"/>
                </a:lnTo>
                <a:lnTo>
                  <a:pt x="1494735" y="91710"/>
                </a:lnTo>
                <a:lnTo>
                  <a:pt x="1494112" y="91604"/>
                </a:lnTo>
                <a:lnTo>
                  <a:pt x="1493496" y="91474"/>
                </a:lnTo>
                <a:lnTo>
                  <a:pt x="1492887" y="91321"/>
                </a:lnTo>
                <a:lnTo>
                  <a:pt x="1492285" y="91144"/>
                </a:lnTo>
                <a:lnTo>
                  <a:pt x="1491691" y="90944"/>
                </a:lnTo>
                <a:lnTo>
                  <a:pt x="1491104" y="90720"/>
                </a:lnTo>
                <a:lnTo>
                  <a:pt x="1490524" y="90472"/>
                </a:lnTo>
                <a:lnTo>
                  <a:pt x="1489951" y="90201"/>
                </a:lnTo>
                <a:lnTo>
                  <a:pt x="1489386" y="89907"/>
                </a:lnTo>
                <a:lnTo>
                  <a:pt x="1488827" y="89589"/>
                </a:lnTo>
                <a:lnTo>
                  <a:pt x="1488276" y="89247"/>
                </a:lnTo>
                <a:lnTo>
                  <a:pt x="1487733" y="88882"/>
                </a:lnTo>
                <a:lnTo>
                  <a:pt x="1487196" y="88493"/>
                </a:lnTo>
                <a:lnTo>
                  <a:pt x="1486667" y="88081"/>
                </a:lnTo>
                <a:lnTo>
                  <a:pt x="1486145" y="87645"/>
                </a:lnTo>
                <a:lnTo>
                  <a:pt x="1485630" y="87185"/>
                </a:lnTo>
                <a:lnTo>
                  <a:pt x="1485123" y="86702"/>
                </a:lnTo>
                <a:lnTo>
                  <a:pt x="1484623" y="86196"/>
                </a:lnTo>
                <a:lnTo>
                  <a:pt x="1484130" y="85665"/>
                </a:lnTo>
                <a:lnTo>
                  <a:pt x="1483644" y="85112"/>
                </a:lnTo>
                <a:lnTo>
                  <a:pt x="1483172" y="84534"/>
                </a:lnTo>
                <a:lnTo>
                  <a:pt x="1482720" y="83933"/>
                </a:lnTo>
                <a:lnTo>
                  <a:pt x="1482288" y="83307"/>
                </a:lnTo>
                <a:lnTo>
                  <a:pt x="1481876" y="82657"/>
                </a:lnTo>
                <a:lnTo>
                  <a:pt x="1481484" y="81984"/>
                </a:lnTo>
                <a:lnTo>
                  <a:pt x="1481113" y="81286"/>
                </a:lnTo>
                <a:lnTo>
                  <a:pt x="1480761" y="80564"/>
                </a:lnTo>
                <a:lnTo>
                  <a:pt x="1480430" y="79818"/>
                </a:lnTo>
                <a:lnTo>
                  <a:pt x="1480118" y="79049"/>
                </a:lnTo>
                <a:lnTo>
                  <a:pt x="1479827" y="78255"/>
                </a:lnTo>
                <a:lnTo>
                  <a:pt x="1479556" y="77437"/>
                </a:lnTo>
                <a:lnTo>
                  <a:pt x="1479305" y="76595"/>
                </a:lnTo>
                <a:lnTo>
                  <a:pt x="1479074" y="75729"/>
                </a:lnTo>
                <a:lnTo>
                  <a:pt x="1478863" y="74839"/>
                </a:lnTo>
                <a:lnTo>
                  <a:pt x="1478672" y="73925"/>
                </a:lnTo>
                <a:lnTo>
                  <a:pt x="1478501" y="72987"/>
                </a:lnTo>
                <a:lnTo>
                  <a:pt x="1478350" y="72025"/>
                </a:lnTo>
                <a:lnTo>
                  <a:pt x="1478220" y="71039"/>
                </a:lnTo>
                <a:lnTo>
                  <a:pt x="1478109" y="70029"/>
                </a:lnTo>
                <a:lnTo>
                  <a:pt x="1478019" y="68995"/>
                </a:lnTo>
                <a:lnTo>
                  <a:pt x="1477949" y="67937"/>
                </a:lnTo>
                <a:lnTo>
                  <a:pt x="1477898" y="66854"/>
                </a:lnTo>
                <a:lnTo>
                  <a:pt x="1477868" y="65748"/>
                </a:lnTo>
                <a:lnTo>
                  <a:pt x="1477858" y="64618"/>
                </a:lnTo>
                <a:lnTo>
                  <a:pt x="1477868" y="63450"/>
                </a:lnTo>
                <a:lnTo>
                  <a:pt x="1477896" y="62308"/>
                </a:lnTo>
                <a:lnTo>
                  <a:pt x="1477943" y="61192"/>
                </a:lnTo>
                <a:lnTo>
                  <a:pt x="1478009" y="60103"/>
                </a:lnTo>
                <a:lnTo>
                  <a:pt x="1478093" y="59040"/>
                </a:lnTo>
                <a:close/>
                <a:moveTo>
                  <a:pt x="1591669" y="36703"/>
                </a:moveTo>
                <a:lnTo>
                  <a:pt x="1591396" y="36344"/>
                </a:lnTo>
                <a:lnTo>
                  <a:pt x="1591116" y="35992"/>
                </a:lnTo>
                <a:lnTo>
                  <a:pt x="1590830" y="35645"/>
                </a:lnTo>
                <a:lnTo>
                  <a:pt x="1590537" y="35304"/>
                </a:lnTo>
                <a:lnTo>
                  <a:pt x="1590237" y="34969"/>
                </a:lnTo>
                <a:lnTo>
                  <a:pt x="1589931" y="34640"/>
                </a:lnTo>
                <a:lnTo>
                  <a:pt x="1589619" y="34316"/>
                </a:lnTo>
                <a:lnTo>
                  <a:pt x="1589300" y="33998"/>
                </a:lnTo>
                <a:lnTo>
                  <a:pt x="1588974" y="33686"/>
                </a:lnTo>
                <a:lnTo>
                  <a:pt x="1588642" y="33380"/>
                </a:lnTo>
                <a:lnTo>
                  <a:pt x="1588303" y="33079"/>
                </a:lnTo>
                <a:lnTo>
                  <a:pt x="1587958" y="32785"/>
                </a:lnTo>
                <a:lnTo>
                  <a:pt x="1587606" y="32496"/>
                </a:lnTo>
                <a:lnTo>
                  <a:pt x="1587248" y="32212"/>
                </a:lnTo>
                <a:lnTo>
                  <a:pt x="1586883" y="31935"/>
                </a:lnTo>
                <a:lnTo>
                  <a:pt x="1586512" y="31663"/>
                </a:lnTo>
                <a:lnTo>
                  <a:pt x="1586134" y="31397"/>
                </a:lnTo>
                <a:lnTo>
                  <a:pt x="1585749" y="31137"/>
                </a:lnTo>
                <a:lnTo>
                  <a:pt x="1585358" y="30883"/>
                </a:lnTo>
                <a:lnTo>
                  <a:pt x="1584961" y="30634"/>
                </a:lnTo>
                <a:lnTo>
                  <a:pt x="1584556" y="30391"/>
                </a:lnTo>
                <a:lnTo>
                  <a:pt x="1584146" y="30154"/>
                </a:lnTo>
                <a:lnTo>
                  <a:pt x="1583729" y="29923"/>
                </a:lnTo>
                <a:lnTo>
                  <a:pt x="1583306" y="29699"/>
                </a:lnTo>
                <a:lnTo>
                  <a:pt x="1582878" y="29485"/>
                </a:lnTo>
                <a:lnTo>
                  <a:pt x="1582445" y="29280"/>
                </a:lnTo>
                <a:lnTo>
                  <a:pt x="1582007" y="29084"/>
                </a:lnTo>
                <a:lnTo>
                  <a:pt x="1581565" y="28899"/>
                </a:lnTo>
                <a:lnTo>
                  <a:pt x="1581117" y="28722"/>
                </a:lnTo>
                <a:lnTo>
                  <a:pt x="1580665" y="28556"/>
                </a:lnTo>
                <a:lnTo>
                  <a:pt x="1580208" y="28399"/>
                </a:lnTo>
                <a:lnTo>
                  <a:pt x="1579746" y="28251"/>
                </a:lnTo>
                <a:lnTo>
                  <a:pt x="1579279" y="28113"/>
                </a:lnTo>
                <a:lnTo>
                  <a:pt x="1578807" y="27984"/>
                </a:lnTo>
                <a:lnTo>
                  <a:pt x="1578330" y="27865"/>
                </a:lnTo>
                <a:lnTo>
                  <a:pt x="1577848" y="27756"/>
                </a:lnTo>
                <a:lnTo>
                  <a:pt x="1577361" y="27656"/>
                </a:lnTo>
                <a:lnTo>
                  <a:pt x="1576870" y="27565"/>
                </a:lnTo>
                <a:lnTo>
                  <a:pt x="1576373" y="27484"/>
                </a:lnTo>
                <a:lnTo>
                  <a:pt x="1575872" y="27413"/>
                </a:lnTo>
                <a:lnTo>
                  <a:pt x="1575365" y="27351"/>
                </a:lnTo>
                <a:lnTo>
                  <a:pt x="1574854" y="27298"/>
                </a:lnTo>
                <a:lnTo>
                  <a:pt x="1574338" y="27255"/>
                </a:lnTo>
                <a:lnTo>
                  <a:pt x="1573817" y="27222"/>
                </a:lnTo>
                <a:lnTo>
                  <a:pt x="1573291" y="27198"/>
                </a:lnTo>
                <a:lnTo>
                  <a:pt x="1572760" y="27184"/>
                </a:lnTo>
                <a:lnTo>
                  <a:pt x="1572225" y="27179"/>
                </a:lnTo>
                <a:lnTo>
                  <a:pt x="1571493" y="27187"/>
                </a:lnTo>
                <a:lnTo>
                  <a:pt x="1570767" y="27211"/>
                </a:lnTo>
                <a:lnTo>
                  <a:pt x="1570048" y="27252"/>
                </a:lnTo>
                <a:lnTo>
                  <a:pt x="1569334" y="27308"/>
                </a:lnTo>
                <a:lnTo>
                  <a:pt x="1568625" y="27381"/>
                </a:lnTo>
                <a:lnTo>
                  <a:pt x="1567923" y="27469"/>
                </a:lnTo>
                <a:lnTo>
                  <a:pt x="1567227" y="27574"/>
                </a:lnTo>
                <a:lnTo>
                  <a:pt x="1566536" y="27695"/>
                </a:lnTo>
                <a:lnTo>
                  <a:pt x="1565851" y="27832"/>
                </a:lnTo>
                <a:lnTo>
                  <a:pt x="1565172" y="27985"/>
                </a:lnTo>
                <a:lnTo>
                  <a:pt x="1564499" y="28154"/>
                </a:lnTo>
                <a:lnTo>
                  <a:pt x="1563832" y="28340"/>
                </a:lnTo>
                <a:lnTo>
                  <a:pt x="1563171" y="28541"/>
                </a:lnTo>
                <a:lnTo>
                  <a:pt x="1562515" y="28759"/>
                </a:lnTo>
                <a:lnTo>
                  <a:pt x="1561865" y="28993"/>
                </a:lnTo>
                <a:lnTo>
                  <a:pt x="1561221" y="29242"/>
                </a:lnTo>
                <a:lnTo>
                  <a:pt x="1560583" y="29508"/>
                </a:lnTo>
                <a:lnTo>
                  <a:pt x="1559951" y="29790"/>
                </a:lnTo>
                <a:lnTo>
                  <a:pt x="1559325" y="30089"/>
                </a:lnTo>
                <a:lnTo>
                  <a:pt x="1558704" y="30403"/>
                </a:lnTo>
                <a:lnTo>
                  <a:pt x="1558089" y="30733"/>
                </a:lnTo>
                <a:lnTo>
                  <a:pt x="1557480" y="31080"/>
                </a:lnTo>
                <a:lnTo>
                  <a:pt x="1556877" y="31442"/>
                </a:lnTo>
                <a:lnTo>
                  <a:pt x="1556280" y="31821"/>
                </a:lnTo>
                <a:lnTo>
                  <a:pt x="1555692" y="32215"/>
                </a:lnTo>
                <a:lnTo>
                  <a:pt x="1555117" y="32623"/>
                </a:lnTo>
                <a:lnTo>
                  <a:pt x="1554553" y="33045"/>
                </a:lnTo>
                <a:lnTo>
                  <a:pt x="1554002" y="33482"/>
                </a:lnTo>
                <a:lnTo>
                  <a:pt x="1553464" y="33932"/>
                </a:lnTo>
                <a:lnTo>
                  <a:pt x="1552938" y="34397"/>
                </a:lnTo>
                <a:lnTo>
                  <a:pt x="1552424" y="34875"/>
                </a:lnTo>
                <a:lnTo>
                  <a:pt x="1551922" y="35368"/>
                </a:lnTo>
                <a:lnTo>
                  <a:pt x="1551433" y="35875"/>
                </a:lnTo>
                <a:lnTo>
                  <a:pt x="1550957" y="36396"/>
                </a:lnTo>
                <a:lnTo>
                  <a:pt x="1550492" y="36931"/>
                </a:lnTo>
                <a:lnTo>
                  <a:pt x="1550040" y="37481"/>
                </a:lnTo>
                <a:lnTo>
                  <a:pt x="1549601" y="38044"/>
                </a:lnTo>
                <a:lnTo>
                  <a:pt x="1549174" y="38622"/>
                </a:lnTo>
                <a:lnTo>
                  <a:pt x="1548759" y="39214"/>
                </a:lnTo>
                <a:lnTo>
                  <a:pt x="1548357" y="39820"/>
                </a:lnTo>
                <a:lnTo>
                  <a:pt x="1547967" y="40440"/>
                </a:lnTo>
                <a:lnTo>
                  <a:pt x="1547589" y="41074"/>
                </a:lnTo>
                <a:lnTo>
                  <a:pt x="1547224" y="41722"/>
                </a:lnTo>
                <a:lnTo>
                  <a:pt x="1546871" y="42384"/>
                </a:lnTo>
                <a:lnTo>
                  <a:pt x="1546531" y="43061"/>
                </a:lnTo>
                <a:lnTo>
                  <a:pt x="1546203" y="43752"/>
                </a:lnTo>
                <a:lnTo>
                  <a:pt x="1545887" y="44456"/>
                </a:lnTo>
                <a:lnTo>
                  <a:pt x="1545584" y="45175"/>
                </a:lnTo>
                <a:lnTo>
                  <a:pt x="1545293" y="45905"/>
                </a:lnTo>
                <a:lnTo>
                  <a:pt x="1545014" y="46641"/>
                </a:lnTo>
                <a:lnTo>
                  <a:pt x="1544748" y="47384"/>
                </a:lnTo>
                <a:lnTo>
                  <a:pt x="1544494" y="48135"/>
                </a:lnTo>
                <a:lnTo>
                  <a:pt x="1544253" y="48892"/>
                </a:lnTo>
                <a:lnTo>
                  <a:pt x="1544024" y="49655"/>
                </a:lnTo>
                <a:lnTo>
                  <a:pt x="1543807" y="50426"/>
                </a:lnTo>
                <a:lnTo>
                  <a:pt x="1543603" y="51204"/>
                </a:lnTo>
                <a:lnTo>
                  <a:pt x="1543411" y="51989"/>
                </a:lnTo>
                <a:lnTo>
                  <a:pt x="1543231" y="52780"/>
                </a:lnTo>
                <a:lnTo>
                  <a:pt x="1543064" y="53578"/>
                </a:lnTo>
                <a:lnTo>
                  <a:pt x="1542909" y="54384"/>
                </a:lnTo>
                <a:lnTo>
                  <a:pt x="1542767" y="55196"/>
                </a:lnTo>
                <a:lnTo>
                  <a:pt x="1542637" y="56015"/>
                </a:lnTo>
                <a:lnTo>
                  <a:pt x="1542519" y="56841"/>
                </a:lnTo>
                <a:lnTo>
                  <a:pt x="1542414" y="57674"/>
                </a:lnTo>
                <a:lnTo>
                  <a:pt x="1542321" y="58513"/>
                </a:lnTo>
                <a:lnTo>
                  <a:pt x="1542241" y="59360"/>
                </a:lnTo>
                <a:lnTo>
                  <a:pt x="1542173" y="60213"/>
                </a:lnTo>
                <a:lnTo>
                  <a:pt x="1542117" y="61074"/>
                </a:lnTo>
                <a:lnTo>
                  <a:pt x="1542074" y="61941"/>
                </a:lnTo>
                <a:lnTo>
                  <a:pt x="1542043" y="62815"/>
                </a:lnTo>
                <a:lnTo>
                  <a:pt x="1542024" y="63696"/>
                </a:lnTo>
                <a:lnTo>
                  <a:pt x="1542018" y="64584"/>
                </a:lnTo>
                <a:lnTo>
                  <a:pt x="1542025" y="65494"/>
                </a:lnTo>
                <a:lnTo>
                  <a:pt x="1542045" y="66394"/>
                </a:lnTo>
                <a:lnTo>
                  <a:pt x="1542079" y="67286"/>
                </a:lnTo>
                <a:lnTo>
                  <a:pt x="1542127" y="68170"/>
                </a:lnTo>
                <a:lnTo>
                  <a:pt x="1542189" y="69044"/>
                </a:lnTo>
                <a:lnTo>
                  <a:pt x="1542264" y="69910"/>
                </a:lnTo>
                <a:lnTo>
                  <a:pt x="1542353" y="70766"/>
                </a:lnTo>
                <a:lnTo>
                  <a:pt x="1542455" y="71615"/>
                </a:lnTo>
                <a:lnTo>
                  <a:pt x="1542571" y="72454"/>
                </a:lnTo>
                <a:lnTo>
                  <a:pt x="1542701" y="73285"/>
                </a:lnTo>
                <a:lnTo>
                  <a:pt x="1542845" y="74106"/>
                </a:lnTo>
                <a:lnTo>
                  <a:pt x="1543002" y="74919"/>
                </a:lnTo>
                <a:lnTo>
                  <a:pt x="1543173" y="75724"/>
                </a:lnTo>
                <a:lnTo>
                  <a:pt x="1543357" y="76519"/>
                </a:lnTo>
                <a:lnTo>
                  <a:pt x="1543555" y="77306"/>
                </a:lnTo>
                <a:lnTo>
                  <a:pt x="1543767" y="78084"/>
                </a:lnTo>
                <a:lnTo>
                  <a:pt x="1543993" y="78853"/>
                </a:lnTo>
                <a:lnTo>
                  <a:pt x="1544232" y="79614"/>
                </a:lnTo>
                <a:lnTo>
                  <a:pt x="1544484" y="80366"/>
                </a:lnTo>
                <a:lnTo>
                  <a:pt x="1544751" y="81109"/>
                </a:lnTo>
                <a:lnTo>
                  <a:pt x="1545031" y="81843"/>
                </a:lnTo>
                <a:lnTo>
                  <a:pt x="1545325" y="82569"/>
                </a:lnTo>
                <a:lnTo>
                  <a:pt x="1545632" y="83285"/>
                </a:lnTo>
                <a:lnTo>
                  <a:pt x="1545954" y="83993"/>
                </a:lnTo>
                <a:lnTo>
                  <a:pt x="1546287" y="84690"/>
                </a:lnTo>
                <a:lnTo>
                  <a:pt x="1546632" y="85374"/>
                </a:lnTo>
                <a:lnTo>
                  <a:pt x="1546988" y="86046"/>
                </a:lnTo>
                <a:lnTo>
                  <a:pt x="1547355" y="86704"/>
                </a:lnTo>
                <a:lnTo>
                  <a:pt x="1547734" y="87349"/>
                </a:lnTo>
                <a:lnTo>
                  <a:pt x="1548123" y="87981"/>
                </a:lnTo>
                <a:lnTo>
                  <a:pt x="1548524" y="88601"/>
                </a:lnTo>
                <a:lnTo>
                  <a:pt x="1548936" y="89207"/>
                </a:lnTo>
                <a:lnTo>
                  <a:pt x="1549359" y="89800"/>
                </a:lnTo>
                <a:lnTo>
                  <a:pt x="1549794" y="90381"/>
                </a:lnTo>
                <a:lnTo>
                  <a:pt x="1550240" y="90948"/>
                </a:lnTo>
                <a:lnTo>
                  <a:pt x="1550696" y="91503"/>
                </a:lnTo>
                <a:lnTo>
                  <a:pt x="1551165" y="92044"/>
                </a:lnTo>
                <a:lnTo>
                  <a:pt x="1551644" y="92573"/>
                </a:lnTo>
                <a:lnTo>
                  <a:pt x="1552134" y="93089"/>
                </a:lnTo>
                <a:lnTo>
                  <a:pt x="1552636" y="93591"/>
                </a:lnTo>
                <a:lnTo>
                  <a:pt x="1553149" y="94081"/>
                </a:lnTo>
                <a:lnTo>
                  <a:pt x="1553673" y="94558"/>
                </a:lnTo>
                <a:lnTo>
                  <a:pt x="1554209" y="95021"/>
                </a:lnTo>
                <a:lnTo>
                  <a:pt x="1554755" y="95472"/>
                </a:lnTo>
                <a:lnTo>
                  <a:pt x="1555313" y="95910"/>
                </a:lnTo>
                <a:lnTo>
                  <a:pt x="1555882" y="96335"/>
                </a:lnTo>
                <a:lnTo>
                  <a:pt x="1556462" y="96747"/>
                </a:lnTo>
                <a:lnTo>
                  <a:pt x="1557054" y="97146"/>
                </a:lnTo>
                <a:lnTo>
                  <a:pt x="1557653" y="97530"/>
                </a:lnTo>
                <a:lnTo>
                  <a:pt x="1558258" y="97898"/>
                </a:lnTo>
                <a:lnTo>
                  <a:pt x="1558867" y="98249"/>
                </a:lnTo>
                <a:lnTo>
                  <a:pt x="1559481" y="98584"/>
                </a:lnTo>
                <a:lnTo>
                  <a:pt x="1560099" y="98903"/>
                </a:lnTo>
                <a:lnTo>
                  <a:pt x="1560723" y="99206"/>
                </a:lnTo>
                <a:lnTo>
                  <a:pt x="1561351" y="99492"/>
                </a:lnTo>
                <a:lnTo>
                  <a:pt x="1561984" y="99762"/>
                </a:lnTo>
                <a:lnTo>
                  <a:pt x="1562621" y="100015"/>
                </a:lnTo>
                <a:lnTo>
                  <a:pt x="1563264" y="100252"/>
                </a:lnTo>
                <a:lnTo>
                  <a:pt x="1563911" y="100473"/>
                </a:lnTo>
                <a:lnTo>
                  <a:pt x="1564564" y="100677"/>
                </a:lnTo>
                <a:lnTo>
                  <a:pt x="1565220" y="100866"/>
                </a:lnTo>
                <a:lnTo>
                  <a:pt x="1565882" y="101037"/>
                </a:lnTo>
                <a:lnTo>
                  <a:pt x="1566549" y="101193"/>
                </a:lnTo>
                <a:lnTo>
                  <a:pt x="1567220" y="101332"/>
                </a:lnTo>
                <a:lnTo>
                  <a:pt x="1567896" y="101454"/>
                </a:lnTo>
                <a:lnTo>
                  <a:pt x="1568577" y="101560"/>
                </a:lnTo>
                <a:lnTo>
                  <a:pt x="1569263" y="101650"/>
                </a:lnTo>
                <a:lnTo>
                  <a:pt x="1569953" y="101724"/>
                </a:lnTo>
                <a:lnTo>
                  <a:pt x="1570648" y="101781"/>
                </a:lnTo>
                <a:lnTo>
                  <a:pt x="1571348" y="101822"/>
                </a:lnTo>
                <a:lnTo>
                  <a:pt x="1572053" y="101847"/>
                </a:lnTo>
                <a:lnTo>
                  <a:pt x="1572763" y="101855"/>
                </a:lnTo>
                <a:lnTo>
                  <a:pt x="1573850" y="101836"/>
                </a:lnTo>
                <a:lnTo>
                  <a:pt x="1574916" y="101781"/>
                </a:lnTo>
                <a:lnTo>
                  <a:pt x="1575959" y="101689"/>
                </a:lnTo>
                <a:lnTo>
                  <a:pt x="1576981" y="101560"/>
                </a:lnTo>
                <a:lnTo>
                  <a:pt x="1577979" y="101393"/>
                </a:lnTo>
                <a:lnTo>
                  <a:pt x="1578956" y="101190"/>
                </a:lnTo>
                <a:lnTo>
                  <a:pt x="1579911" y="100951"/>
                </a:lnTo>
                <a:lnTo>
                  <a:pt x="1580843" y="100674"/>
                </a:lnTo>
                <a:lnTo>
                  <a:pt x="1581753" y="100360"/>
                </a:lnTo>
                <a:lnTo>
                  <a:pt x="1582641" y="100009"/>
                </a:lnTo>
                <a:lnTo>
                  <a:pt x="1583507" y="99622"/>
                </a:lnTo>
                <a:lnTo>
                  <a:pt x="1584351" y="99197"/>
                </a:lnTo>
                <a:lnTo>
                  <a:pt x="1585172" y="98736"/>
                </a:lnTo>
                <a:lnTo>
                  <a:pt x="1585972" y="98238"/>
                </a:lnTo>
                <a:lnTo>
                  <a:pt x="1586749" y="97703"/>
                </a:lnTo>
                <a:lnTo>
                  <a:pt x="1587503" y="97131"/>
                </a:lnTo>
                <a:lnTo>
                  <a:pt x="1588236" y="96522"/>
                </a:lnTo>
                <a:lnTo>
                  <a:pt x="1588947" y="95876"/>
                </a:lnTo>
                <a:lnTo>
                  <a:pt x="1589635" y="95193"/>
                </a:lnTo>
                <a:lnTo>
                  <a:pt x="1590301" y="94473"/>
                </a:lnTo>
                <a:lnTo>
                  <a:pt x="1590945" y="93717"/>
                </a:lnTo>
                <a:lnTo>
                  <a:pt x="1591567" y="92923"/>
                </a:lnTo>
                <a:lnTo>
                  <a:pt x="1592166" y="92093"/>
                </a:lnTo>
                <a:lnTo>
                  <a:pt x="1592743" y="91225"/>
                </a:lnTo>
                <a:lnTo>
                  <a:pt x="1592743" y="100240"/>
                </a:lnTo>
                <a:lnTo>
                  <a:pt x="1603978" y="100240"/>
                </a:lnTo>
                <a:lnTo>
                  <a:pt x="1603978" y="1615"/>
                </a:lnTo>
                <a:lnTo>
                  <a:pt x="1591936" y="1615"/>
                </a:lnTo>
                <a:lnTo>
                  <a:pt x="1591936" y="37067"/>
                </a:lnTo>
                <a:lnTo>
                  <a:pt x="1591669" y="36703"/>
                </a:lnTo>
                <a:close/>
                <a:moveTo>
                  <a:pt x="1554699" y="59040"/>
                </a:moveTo>
                <a:lnTo>
                  <a:pt x="1554802" y="58003"/>
                </a:lnTo>
                <a:lnTo>
                  <a:pt x="1554925" y="56993"/>
                </a:lnTo>
                <a:lnTo>
                  <a:pt x="1555066" y="56009"/>
                </a:lnTo>
                <a:lnTo>
                  <a:pt x="1555225" y="55052"/>
                </a:lnTo>
                <a:lnTo>
                  <a:pt x="1555404" y="54121"/>
                </a:lnTo>
                <a:lnTo>
                  <a:pt x="1555602" y="53216"/>
                </a:lnTo>
                <a:lnTo>
                  <a:pt x="1555818" y="52338"/>
                </a:lnTo>
                <a:lnTo>
                  <a:pt x="1556053" y="51486"/>
                </a:lnTo>
                <a:lnTo>
                  <a:pt x="1556307" y="50661"/>
                </a:lnTo>
                <a:lnTo>
                  <a:pt x="1556579" y="49861"/>
                </a:lnTo>
                <a:lnTo>
                  <a:pt x="1556871" y="49089"/>
                </a:lnTo>
                <a:lnTo>
                  <a:pt x="1557181" y="48342"/>
                </a:lnTo>
                <a:lnTo>
                  <a:pt x="1557510" y="47622"/>
                </a:lnTo>
                <a:lnTo>
                  <a:pt x="1557858" y="46928"/>
                </a:lnTo>
                <a:lnTo>
                  <a:pt x="1558225" y="46261"/>
                </a:lnTo>
                <a:lnTo>
                  <a:pt x="1558610" y="45620"/>
                </a:lnTo>
                <a:lnTo>
                  <a:pt x="1559015" y="45005"/>
                </a:lnTo>
                <a:lnTo>
                  <a:pt x="1559438" y="44417"/>
                </a:lnTo>
                <a:lnTo>
                  <a:pt x="1559880" y="43855"/>
                </a:lnTo>
                <a:lnTo>
                  <a:pt x="1560335" y="43318"/>
                </a:lnTo>
                <a:lnTo>
                  <a:pt x="1560801" y="42803"/>
                </a:lnTo>
                <a:lnTo>
                  <a:pt x="1561275" y="42312"/>
                </a:lnTo>
                <a:lnTo>
                  <a:pt x="1561759" y="41843"/>
                </a:lnTo>
                <a:lnTo>
                  <a:pt x="1562251" y="41397"/>
                </a:lnTo>
                <a:lnTo>
                  <a:pt x="1562753" y="40974"/>
                </a:lnTo>
                <a:lnTo>
                  <a:pt x="1563265" y="40574"/>
                </a:lnTo>
                <a:lnTo>
                  <a:pt x="1563785" y="40197"/>
                </a:lnTo>
                <a:lnTo>
                  <a:pt x="1564315" y="39843"/>
                </a:lnTo>
                <a:lnTo>
                  <a:pt x="1564854" y="39511"/>
                </a:lnTo>
                <a:lnTo>
                  <a:pt x="1565402" y="39202"/>
                </a:lnTo>
                <a:lnTo>
                  <a:pt x="1565960" y="38917"/>
                </a:lnTo>
                <a:lnTo>
                  <a:pt x="1566526" y="38654"/>
                </a:lnTo>
                <a:lnTo>
                  <a:pt x="1567102" y="38414"/>
                </a:lnTo>
                <a:lnTo>
                  <a:pt x="1567687" y="38196"/>
                </a:lnTo>
                <a:lnTo>
                  <a:pt x="1568281" y="38002"/>
                </a:lnTo>
                <a:lnTo>
                  <a:pt x="1568885" y="37831"/>
                </a:lnTo>
                <a:lnTo>
                  <a:pt x="1569498" y="37682"/>
                </a:lnTo>
                <a:lnTo>
                  <a:pt x="1570120" y="37556"/>
                </a:lnTo>
                <a:lnTo>
                  <a:pt x="1570751" y="37453"/>
                </a:lnTo>
                <a:lnTo>
                  <a:pt x="1571391" y="37373"/>
                </a:lnTo>
                <a:lnTo>
                  <a:pt x="1572041" y="37316"/>
                </a:lnTo>
                <a:lnTo>
                  <a:pt x="1572700" y="37282"/>
                </a:lnTo>
                <a:lnTo>
                  <a:pt x="1573368" y="37271"/>
                </a:lnTo>
                <a:lnTo>
                  <a:pt x="1574053" y="37282"/>
                </a:lnTo>
                <a:lnTo>
                  <a:pt x="1574729" y="37318"/>
                </a:lnTo>
                <a:lnTo>
                  <a:pt x="1575396" y="37378"/>
                </a:lnTo>
                <a:lnTo>
                  <a:pt x="1576054" y="37461"/>
                </a:lnTo>
                <a:lnTo>
                  <a:pt x="1576702" y="37568"/>
                </a:lnTo>
                <a:lnTo>
                  <a:pt x="1577342" y="37699"/>
                </a:lnTo>
                <a:lnTo>
                  <a:pt x="1577972" y="37854"/>
                </a:lnTo>
                <a:lnTo>
                  <a:pt x="1578593" y="38032"/>
                </a:lnTo>
                <a:lnTo>
                  <a:pt x="1579205" y="38234"/>
                </a:lnTo>
                <a:lnTo>
                  <a:pt x="1579808" y="38460"/>
                </a:lnTo>
                <a:lnTo>
                  <a:pt x="1580402" y="38710"/>
                </a:lnTo>
                <a:lnTo>
                  <a:pt x="1580987" y="38984"/>
                </a:lnTo>
                <a:lnTo>
                  <a:pt x="1581563" y="39281"/>
                </a:lnTo>
                <a:lnTo>
                  <a:pt x="1582129" y="39603"/>
                </a:lnTo>
                <a:lnTo>
                  <a:pt x="1582687" y="39948"/>
                </a:lnTo>
                <a:lnTo>
                  <a:pt x="1583235" y="40317"/>
                </a:lnTo>
                <a:lnTo>
                  <a:pt x="1583775" y="40709"/>
                </a:lnTo>
                <a:lnTo>
                  <a:pt x="1584305" y="41126"/>
                </a:lnTo>
                <a:lnTo>
                  <a:pt x="1584826" y="41566"/>
                </a:lnTo>
                <a:lnTo>
                  <a:pt x="1585338" y="42030"/>
                </a:lnTo>
                <a:lnTo>
                  <a:pt x="1585840" y="42518"/>
                </a:lnTo>
                <a:lnTo>
                  <a:pt x="1586334" y="43030"/>
                </a:lnTo>
                <a:lnTo>
                  <a:pt x="1586819" y="43565"/>
                </a:lnTo>
                <a:lnTo>
                  <a:pt x="1587294" y="44124"/>
                </a:lnTo>
                <a:lnTo>
                  <a:pt x="1587755" y="44709"/>
                </a:lnTo>
                <a:lnTo>
                  <a:pt x="1588197" y="45321"/>
                </a:lnTo>
                <a:lnTo>
                  <a:pt x="1588619" y="45959"/>
                </a:lnTo>
                <a:lnTo>
                  <a:pt x="1589021" y="46625"/>
                </a:lnTo>
                <a:lnTo>
                  <a:pt x="1589404" y="47318"/>
                </a:lnTo>
                <a:lnTo>
                  <a:pt x="1589767" y="48038"/>
                </a:lnTo>
                <a:lnTo>
                  <a:pt x="1590110" y="48785"/>
                </a:lnTo>
                <a:lnTo>
                  <a:pt x="1590434" y="49559"/>
                </a:lnTo>
                <a:lnTo>
                  <a:pt x="1590738" y="50360"/>
                </a:lnTo>
                <a:lnTo>
                  <a:pt x="1591022" y="51189"/>
                </a:lnTo>
                <a:lnTo>
                  <a:pt x="1591287" y="52044"/>
                </a:lnTo>
                <a:lnTo>
                  <a:pt x="1591533" y="52926"/>
                </a:lnTo>
                <a:lnTo>
                  <a:pt x="1591758" y="53836"/>
                </a:lnTo>
                <a:lnTo>
                  <a:pt x="1591964" y="54772"/>
                </a:lnTo>
                <a:lnTo>
                  <a:pt x="1592151" y="55736"/>
                </a:lnTo>
                <a:lnTo>
                  <a:pt x="1592317" y="56726"/>
                </a:lnTo>
                <a:lnTo>
                  <a:pt x="1592465" y="57744"/>
                </a:lnTo>
                <a:lnTo>
                  <a:pt x="1592592" y="58789"/>
                </a:lnTo>
                <a:lnTo>
                  <a:pt x="1592700" y="59860"/>
                </a:lnTo>
                <a:lnTo>
                  <a:pt x="1592788" y="60959"/>
                </a:lnTo>
                <a:lnTo>
                  <a:pt x="1592857" y="62085"/>
                </a:lnTo>
                <a:lnTo>
                  <a:pt x="1592906" y="63238"/>
                </a:lnTo>
                <a:lnTo>
                  <a:pt x="1592936" y="64418"/>
                </a:lnTo>
                <a:lnTo>
                  <a:pt x="1592945" y="65625"/>
                </a:lnTo>
                <a:lnTo>
                  <a:pt x="1592936" y="66722"/>
                </a:lnTo>
                <a:lnTo>
                  <a:pt x="1592907" y="67795"/>
                </a:lnTo>
                <a:lnTo>
                  <a:pt x="1592859" y="68845"/>
                </a:lnTo>
                <a:lnTo>
                  <a:pt x="1592791" y="69871"/>
                </a:lnTo>
                <a:lnTo>
                  <a:pt x="1592704" y="70873"/>
                </a:lnTo>
                <a:lnTo>
                  <a:pt x="1592598" y="71851"/>
                </a:lnTo>
                <a:lnTo>
                  <a:pt x="1592473" y="72806"/>
                </a:lnTo>
                <a:lnTo>
                  <a:pt x="1592329" y="73737"/>
                </a:lnTo>
                <a:lnTo>
                  <a:pt x="1592165" y="74645"/>
                </a:lnTo>
                <a:lnTo>
                  <a:pt x="1591982" y="75529"/>
                </a:lnTo>
                <a:lnTo>
                  <a:pt x="1591779" y="76389"/>
                </a:lnTo>
                <a:lnTo>
                  <a:pt x="1591558" y="77225"/>
                </a:lnTo>
                <a:lnTo>
                  <a:pt x="1591317" y="78038"/>
                </a:lnTo>
                <a:lnTo>
                  <a:pt x="1591057" y="78827"/>
                </a:lnTo>
                <a:lnTo>
                  <a:pt x="1590777" y="79592"/>
                </a:lnTo>
                <a:lnTo>
                  <a:pt x="1590479" y="80334"/>
                </a:lnTo>
                <a:lnTo>
                  <a:pt x="1590161" y="81052"/>
                </a:lnTo>
                <a:lnTo>
                  <a:pt x="1589823" y="81746"/>
                </a:lnTo>
                <a:lnTo>
                  <a:pt x="1589467" y="82417"/>
                </a:lnTo>
                <a:lnTo>
                  <a:pt x="1589091" y="83064"/>
                </a:lnTo>
                <a:lnTo>
                  <a:pt x="1588696" y="83687"/>
                </a:lnTo>
                <a:lnTo>
                  <a:pt x="1588282" y="84286"/>
                </a:lnTo>
                <a:lnTo>
                  <a:pt x="1587848" y="84862"/>
                </a:lnTo>
                <a:lnTo>
                  <a:pt x="1587395" y="85414"/>
                </a:lnTo>
                <a:lnTo>
                  <a:pt x="1586928" y="85943"/>
                </a:lnTo>
                <a:lnTo>
                  <a:pt x="1586453" y="86450"/>
                </a:lnTo>
                <a:lnTo>
                  <a:pt x="1585970" y="86934"/>
                </a:lnTo>
                <a:lnTo>
                  <a:pt x="1585479" y="87396"/>
                </a:lnTo>
                <a:lnTo>
                  <a:pt x="1584979" y="87835"/>
                </a:lnTo>
                <a:lnTo>
                  <a:pt x="1584471" y="88251"/>
                </a:lnTo>
                <a:lnTo>
                  <a:pt x="1583954" y="88645"/>
                </a:lnTo>
                <a:lnTo>
                  <a:pt x="1583430" y="89016"/>
                </a:lnTo>
                <a:lnTo>
                  <a:pt x="1582897" y="89365"/>
                </a:lnTo>
                <a:lnTo>
                  <a:pt x="1582355" y="89692"/>
                </a:lnTo>
                <a:lnTo>
                  <a:pt x="1581806" y="89996"/>
                </a:lnTo>
                <a:lnTo>
                  <a:pt x="1581248" y="90277"/>
                </a:lnTo>
                <a:lnTo>
                  <a:pt x="1580682" y="90536"/>
                </a:lnTo>
                <a:lnTo>
                  <a:pt x="1580107" y="90772"/>
                </a:lnTo>
                <a:lnTo>
                  <a:pt x="1579524" y="90986"/>
                </a:lnTo>
                <a:lnTo>
                  <a:pt x="1578933" y="91178"/>
                </a:lnTo>
                <a:lnTo>
                  <a:pt x="1578334" y="91347"/>
                </a:lnTo>
                <a:lnTo>
                  <a:pt x="1577726" y="91493"/>
                </a:lnTo>
                <a:lnTo>
                  <a:pt x="1577110" y="91617"/>
                </a:lnTo>
                <a:lnTo>
                  <a:pt x="1576486" y="91718"/>
                </a:lnTo>
                <a:lnTo>
                  <a:pt x="1575854" y="91797"/>
                </a:lnTo>
                <a:lnTo>
                  <a:pt x="1575213" y="91853"/>
                </a:lnTo>
                <a:lnTo>
                  <a:pt x="1574564" y="91887"/>
                </a:lnTo>
                <a:lnTo>
                  <a:pt x="1573906" y="91898"/>
                </a:lnTo>
                <a:lnTo>
                  <a:pt x="1573254" y="91886"/>
                </a:lnTo>
                <a:lnTo>
                  <a:pt x="1572609" y="91851"/>
                </a:lnTo>
                <a:lnTo>
                  <a:pt x="1571971" y="91792"/>
                </a:lnTo>
                <a:lnTo>
                  <a:pt x="1571341" y="91710"/>
                </a:lnTo>
                <a:lnTo>
                  <a:pt x="1570717" y="91604"/>
                </a:lnTo>
                <a:lnTo>
                  <a:pt x="1570101" y="91474"/>
                </a:lnTo>
                <a:lnTo>
                  <a:pt x="1569492" y="91321"/>
                </a:lnTo>
                <a:lnTo>
                  <a:pt x="1568891" y="91144"/>
                </a:lnTo>
                <a:lnTo>
                  <a:pt x="1568296" y="90944"/>
                </a:lnTo>
                <a:lnTo>
                  <a:pt x="1567709" y="90720"/>
                </a:lnTo>
                <a:lnTo>
                  <a:pt x="1567129" y="90472"/>
                </a:lnTo>
                <a:lnTo>
                  <a:pt x="1566557" y="90201"/>
                </a:lnTo>
                <a:lnTo>
                  <a:pt x="1565991" y="89907"/>
                </a:lnTo>
                <a:lnTo>
                  <a:pt x="1565433" y="89589"/>
                </a:lnTo>
                <a:lnTo>
                  <a:pt x="1564882" y="89247"/>
                </a:lnTo>
                <a:lnTo>
                  <a:pt x="1564338" y="88882"/>
                </a:lnTo>
                <a:lnTo>
                  <a:pt x="1563802" y="88493"/>
                </a:lnTo>
                <a:lnTo>
                  <a:pt x="1563273" y="88081"/>
                </a:lnTo>
                <a:lnTo>
                  <a:pt x="1562751" y="87645"/>
                </a:lnTo>
                <a:lnTo>
                  <a:pt x="1562236" y="87185"/>
                </a:lnTo>
                <a:lnTo>
                  <a:pt x="1561729" y="86702"/>
                </a:lnTo>
                <a:lnTo>
                  <a:pt x="1561228" y="86196"/>
                </a:lnTo>
                <a:lnTo>
                  <a:pt x="1560735" y="85665"/>
                </a:lnTo>
                <a:lnTo>
                  <a:pt x="1560250" y="85112"/>
                </a:lnTo>
                <a:lnTo>
                  <a:pt x="1559777" y="84534"/>
                </a:lnTo>
                <a:lnTo>
                  <a:pt x="1559325" y="83933"/>
                </a:lnTo>
                <a:lnTo>
                  <a:pt x="1558893" y="83307"/>
                </a:lnTo>
                <a:lnTo>
                  <a:pt x="1558482" y="82657"/>
                </a:lnTo>
                <a:lnTo>
                  <a:pt x="1558090" y="81984"/>
                </a:lnTo>
                <a:lnTo>
                  <a:pt x="1557718" y="81286"/>
                </a:lnTo>
                <a:lnTo>
                  <a:pt x="1557367" y="80564"/>
                </a:lnTo>
                <a:lnTo>
                  <a:pt x="1557035" y="79818"/>
                </a:lnTo>
                <a:lnTo>
                  <a:pt x="1556724" y="79049"/>
                </a:lnTo>
                <a:lnTo>
                  <a:pt x="1556433" y="78255"/>
                </a:lnTo>
                <a:lnTo>
                  <a:pt x="1556161" y="77437"/>
                </a:lnTo>
                <a:lnTo>
                  <a:pt x="1555910" y="76595"/>
                </a:lnTo>
                <a:lnTo>
                  <a:pt x="1555679" y="75729"/>
                </a:lnTo>
                <a:lnTo>
                  <a:pt x="1555468" y="74839"/>
                </a:lnTo>
                <a:lnTo>
                  <a:pt x="1555277" y="73925"/>
                </a:lnTo>
                <a:lnTo>
                  <a:pt x="1555107" y="72987"/>
                </a:lnTo>
                <a:lnTo>
                  <a:pt x="1554956" y="72025"/>
                </a:lnTo>
                <a:lnTo>
                  <a:pt x="1554825" y="71039"/>
                </a:lnTo>
                <a:lnTo>
                  <a:pt x="1554715" y="70029"/>
                </a:lnTo>
                <a:lnTo>
                  <a:pt x="1554625" y="68995"/>
                </a:lnTo>
                <a:lnTo>
                  <a:pt x="1554554" y="67937"/>
                </a:lnTo>
                <a:lnTo>
                  <a:pt x="1554504" y="66854"/>
                </a:lnTo>
                <a:lnTo>
                  <a:pt x="1554474" y="65748"/>
                </a:lnTo>
                <a:lnTo>
                  <a:pt x="1554464" y="64618"/>
                </a:lnTo>
                <a:lnTo>
                  <a:pt x="1554473" y="63450"/>
                </a:lnTo>
                <a:lnTo>
                  <a:pt x="1554501" y="62308"/>
                </a:lnTo>
                <a:lnTo>
                  <a:pt x="1554548" y="61192"/>
                </a:lnTo>
                <a:lnTo>
                  <a:pt x="1554614" y="60103"/>
                </a:lnTo>
                <a:lnTo>
                  <a:pt x="1554699" y="59040"/>
                </a:lnTo>
                <a:close/>
                <a:moveTo>
                  <a:pt x="1870081" y="89585"/>
                </a:moveTo>
                <a:lnTo>
                  <a:pt x="1869831" y="89615"/>
                </a:lnTo>
                <a:lnTo>
                  <a:pt x="1869585" y="89644"/>
                </a:lnTo>
                <a:lnTo>
                  <a:pt x="1869343" y="89671"/>
                </a:lnTo>
                <a:lnTo>
                  <a:pt x="1869106" y="89696"/>
                </a:lnTo>
                <a:lnTo>
                  <a:pt x="1868874" y="89720"/>
                </a:lnTo>
                <a:lnTo>
                  <a:pt x="1868646" y="89742"/>
                </a:lnTo>
                <a:lnTo>
                  <a:pt x="1868422" y="89762"/>
                </a:lnTo>
                <a:lnTo>
                  <a:pt x="1868203" y="89781"/>
                </a:lnTo>
                <a:lnTo>
                  <a:pt x="1867988" y="89798"/>
                </a:lnTo>
                <a:lnTo>
                  <a:pt x="1867778" y="89814"/>
                </a:lnTo>
                <a:lnTo>
                  <a:pt x="1867572" y="89827"/>
                </a:lnTo>
                <a:lnTo>
                  <a:pt x="1867370" y="89840"/>
                </a:lnTo>
                <a:lnTo>
                  <a:pt x="1867173" y="89850"/>
                </a:lnTo>
                <a:lnTo>
                  <a:pt x="1866981" y="89859"/>
                </a:lnTo>
                <a:lnTo>
                  <a:pt x="1866793" y="89867"/>
                </a:lnTo>
                <a:lnTo>
                  <a:pt x="1866609" y="89872"/>
                </a:lnTo>
                <a:lnTo>
                  <a:pt x="1866430" y="89877"/>
                </a:lnTo>
                <a:lnTo>
                  <a:pt x="1866255" y="89879"/>
                </a:lnTo>
                <a:lnTo>
                  <a:pt x="1866084" y="89880"/>
                </a:lnTo>
                <a:lnTo>
                  <a:pt x="1865862" y="89878"/>
                </a:lnTo>
                <a:lnTo>
                  <a:pt x="1865644" y="89874"/>
                </a:lnTo>
                <a:lnTo>
                  <a:pt x="1865431" y="89866"/>
                </a:lnTo>
                <a:lnTo>
                  <a:pt x="1865222" y="89856"/>
                </a:lnTo>
                <a:lnTo>
                  <a:pt x="1865017" y="89842"/>
                </a:lnTo>
                <a:lnTo>
                  <a:pt x="1864817" y="89825"/>
                </a:lnTo>
                <a:lnTo>
                  <a:pt x="1864620" y="89805"/>
                </a:lnTo>
                <a:lnTo>
                  <a:pt x="1864429" y="89783"/>
                </a:lnTo>
                <a:lnTo>
                  <a:pt x="1864241" y="89757"/>
                </a:lnTo>
                <a:lnTo>
                  <a:pt x="1864058" y="89728"/>
                </a:lnTo>
                <a:lnTo>
                  <a:pt x="1863879" y="89696"/>
                </a:lnTo>
                <a:lnTo>
                  <a:pt x="1863704" y="89661"/>
                </a:lnTo>
                <a:lnTo>
                  <a:pt x="1863534" y="89623"/>
                </a:lnTo>
                <a:lnTo>
                  <a:pt x="1863368" y="89582"/>
                </a:lnTo>
                <a:lnTo>
                  <a:pt x="1863207" y="89538"/>
                </a:lnTo>
                <a:lnTo>
                  <a:pt x="1863049" y="89491"/>
                </a:lnTo>
                <a:lnTo>
                  <a:pt x="1862896" y="89441"/>
                </a:lnTo>
                <a:lnTo>
                  <a:pt x="1862748" y="89388"/>
                </a:lnTo>
                <a:lnTo>
                  <a:pt x="1862604" y="89332"/>
                </a:lnTo>
                <a:lnTo>
                  <a:pt x="1862464" y="89272"/>
                </a:lnTo>
                <a:lnTo>
                  <a:pt x="1862328" y="89210"/>
                </a:lnTo>
                <a:lnTo>
                  <a:pt x="1862197" y="89145"/>
                </a:lnTo>
                <a:lnTo>
                  <a:pt x="1862070" y="89077"/>
                </a:lnTo>
                <a:lnTo>
                  <a:pt x="1861947" y="89005"/>
                </a:lnTo>
                <a:lnTo>
                  <a:pt x="1861828" y="88931"/>
                </a:lnTo>
                <a:lnTo>
                  <a:pt x="1861711" y="88855"/>
                </a:lnTo>
                <a:lnTo>
                  <a:pt x="1861598" y="88777"/>
                </a:lnTo>
                <a:lnTo>
                  <a:pt x="1861487" y="88697"/>
                </a:lnTo>
                <a:lnTo>
                  <a:pt x="1861379" y="88615"/>
                </a:lnTo>
                <a:lnTo>
                  <a:pt x="1861274" y="88530"/>
                </a:lnTo>
                <a:lnTo>
                  <a:pt x="1861172" y="88444"/>
                </a:lnTo>
                <a:lnTo>
                  <a:pt x="1861072" y="88355"/>
                </a:lnTo>
                <a:lnTo>
                  <a:pt x="1860976" y="88264"/>
                </a:lnTo>
                <a:lnTo>
                  <a:pt x="1860882" y="88171"/>
                </a:lnTo>
                <a:lnTo>
                  <a:pt x="1860791" y="88076"/>
                </a:lnTo>
                <a:lnTo>
                  <a:pt x="1860702" y="87979"/>
                </a:lnTo>
                <a:lnTo>
                  <a:pt x="1860617" y="87880"/>
                </a:lnTo>
                <a:lnTo>
                  <a:pt x="1860534" y="87779"/>
                </a:lnTo>
                <a:lnTo>
                  <a:pt x="1860454" y="87675"/>
                </a:lnTo>
                <a:lnTo>
                  <a:pt x="1860377" y="87570"/>
                </a:lnTo>
                <a:lnTo>
                  <a:pt x="1860303" y="87462"/>
                </a:lnTo>
                <a:lnTo>
                  <a:pt x="1860231" y="87353"/>
                </a:lnTo>
                <a:lnTo>
                  <a:pt x="1860163" y="87241"/>
                </a:lnTo>
                <a:lnTo>
                  <a:pt x="1860097" y="87127"/>
                </a:lnTo>
                <a:lnTo>
                  <a:pt x="1860034" y="87011"/>
                </a:lnTo>
                <a:lnTo>
                  <a:pt x="1859973" y="86893"/>
                </a:lnTo>
                <a:lnTo>
                  <a:pt x="1859916" y="86773"/>
                </a:lnTo>
                <a:lnTo>
                  <a:pt x="1859861" y="86651"/>
                </a:lnTo>
                <a:lnTo>
                  <a:pt x="1859809" y="86521"/>
                </a:lnTo>
                <a:lnTo>
                  <a:pt x="1859759" y="86378"/>
                </a:lnTo>
                <a:lnTo>
                  <a:pt x="1859712" y="86223"/>
                </a:lnTo>
                <a:lnTo>
                  <a:pt x="1859666" y="86054"/>
                </a:lnTo>
                <a:lnTo>
                  <a:pt x="1859623" y="85873"/>
                </a:lnTo>
                <a:lnTo>
                  <a:pt x="1859582" y="85679"/>
                </a:lnTo>
                <a:lnTo>
                  <a:pt x="1859543" y="85472"/>
                </a:lnTo>
                <a:lnTo>
                  <a:pt x="1859506" y="85253"/>
                </a:lnTo>
                <a:lnTo>
                  <a:pt x="1859472" y="85020"/>
                </a:lnTo>
                <a:lnTo>
                  <a:pt x="1859440" y="84775"/>
                </a:lnTo>
                <a:lnTo>
                  <a:pt x="1859410" y="84517"/>
                </a:lnTo>
                <a:lnTo>
                  <a:pt x="1859382" y="84246"/>
                </a:lnTo>
                <a:lnTo>
                  <a:pt x="1859356" y="83962"/>
                </a:lnTo>
                <a:lnTo>
                  <a:pt x="1859333" y="83665"/>
                </a:lnTo>
                <a:lnTo>
                  <a:pt x="1859312" y="83355"/>
                </a:lnTo>
                <a:lnTo>
                  <a:pt x="1859293" y="83033"/>
                </a:lnTo>
                <a:lnTo>
                  <a:pt x="1859277" y="82697"/>
                </a:lnTo>
                <a:lnTo>
                  <a:pt x="1859262" y="82349"/>
                </a:lnTo>
                <a:lnTo>
                  <a:pt x="1859250" y="81988"/>
                </a:lnTo>
                <a:lnTo>
                  <a:pt x="1859240" y="81614"/>
                </a:lnTo>
                <a:lnTo>
                  <a:pt x="1859232" y="81228"/>
                </a:lnTo>
                <a:lnTo>
                  <a:pt x="1859227" y="80828"/>
                </a:lnTo>
                <a:lnTo>
                  <a:pt x="1859223" y="80416"/>
                </a:lnTo>
                <a:lnTo>
                  <a:pt x="1859222" y="79990"/>
                </a:lnTo>
                <a:lnTo>
                  <a:pt x="1859222" y="38212"/>
                </a:lnTo>
                <a:lnTo>
                  <a:pt x="1871399" y="38212"/>
                </a:lnTo>
                <a:lnTo>
                  <a:pt x="1871399" y="28794"/>
                </a:lnTo>
                <a:lnTo>
                  <a:pt x="1859222" y="28794"/>
                </a:lnTo>
                <a:lnTo>
                  <a:pt x="1859222" y="3835"/>
                </a:lnTo>
                <a:lnTo>
                  <a:pt x="1847180" y="11100"/>
                </a:lnTo>
                <a:lnTo>
                  <a:pt x="1847180" y="28794"/>
                </a:lnTo>
                <a:lnTo>
                  <a:pt x="1838300" y="28794"/>
                </a:lnTo>
                <a:lnTo>
                  <a:pt x="1838300" y="38212"/>
                </a:lnTo>
                <a:lnTo>
                  <a:pt x="1847180" y="38212"/>
                </a:lnTo>
                <a:lnTo>
                  <a:pt x="1847180" y="79318"/>
                </a:lnTo>
                <a:lnTo>
                  <a:pt x="1847182" y="80213"/>
                </a:lnTo>
                <a:lnTo>
                  <a:pt x="1847190" y="81082"/>
                </a:lnTo>
                <a:lnTo>
                  <a:pt x="1847203" y="81925"/>
                </a:lnTo>
                <a:lnTo>
                  <a:pt x="1847221" y="82742"/>
                </a:lnTo>
                <a:lnTo>
                  <a:pt x="1847244" y="83533"/>
                </a:lnTo>
                <a:lnTo>
                  <a:pt x="1847272" y="84298"/>
                </a:lnTo>
                <a:lnTo>
                  <a:pt x="1847306" y="85037"/>
                </a:lnTo>
                <a:lnTo>
                  <a:pt x="1847344" y="85750"/>
                </a:lnTo>
                <a:lnTo>
                  <a:pt x="1847388" y="86437"/>
                </a:lnTo>
                <a:lnTo>
                  <a:pt x="1847437" y="87097"/>
                </a:lnTo>
                <a:lnTo>
                  <a:pt x="1847491" y="87732"/>
                </a:lnTo>
                <a:lnTo>
                  <a:pt x="1847550" y="88341"/>
                </a:lnTo>
                <a:lnTo>
                  <a:pt x="1847614" y="88924"/>
                </a:lnTo>
                <a:lnTo>
                  <a:pt x="1847684" y="89480"/>
                </a:lnTo>
                <a:lnTo>
                  <a:pt x="1847758" y="90011"/>
                </a:lnTo>
                <a:lnTo>
                  <a:pt x="1847838" y="90515"/>
                </a:lnTo>
                <a:lnTo>
                  <a:pt x="1847923" y="90994"/>
                </a:lnTo>
                <a:lnTo>
                  <a:pt x="1848012" y="91446"/>
                </a:lnTo>
                <a:lnTo>
                  <a:pt x="1848108" y="91872"/>
                </a:lnTo>
                <a:lnTo>
                  <a:pt x="1848208" y="92273"/>
                </a:lnTo>
                <a:lnTo>
                  <a:pt x="1848313" y="92647"/>
                </a:lnTo>
                <a:lnTo>
                  <a:pt x="1848424" y="92995"/>
                </a:lnTo>
                <a:lnTo>
                  <a:pt x="1848539" y="93317"/>
                </a:lnTo>
                <a:lnTo>
                  <a:pt x="1848660" y="93614"/>
                </a:lnTo>
                <a:lnTo>
                  <a:pt x="1848787" y="93894"/>
                </a:lnTo>
                <a:lnTo>
                  <a:pt x="1848922" y="94171"/>
                </a:lnTo>
                <a:lnTo>
                  <a:pt x="1849064" y="94442"/>
                </a:lnTo>
                <a:lnTo>
                  <a:pt x="1849213" y="94710"/>
                </a:lnTo>
                <a:lnTo>
                  <a:pt x="1849370" y="94972"/>
                </a:lnTo>
                <a:lnTo>
                  <a:pt x="1849535" y="95230"/>
                </a:lnTo>
                <a:lnTo>
                  <a:pt x="1849706" y="95484"/>
                </a:lnTo>
                <a:lnTo>
                  <a:pt x="1849886" y="95733"/>
                </a:lnTo>
                <a:lnTo>
                  <a:pt x="1850073" y="95977"/>
                </a:lnTo>
                <a:lnTo>
                  <a:pt x="1850267" y="96217"/>
                </a:lnTo>
                <a:lnTo>
                  <a:pt x="1850469" y="96452"/>
                </a:lnTo>
                <a:lnTo>
                  <a:pt x="1850678" y="96683"/>
                </a:lnTo>
                <a:lnTo>
                  <a:pt x="1850895" y="96909"/>
                </a:lnTo>
                <a:lnTo>
                  <a:pt x="1851119" y="97131"/>
                </a:lnTo>
                <a:lnTo>
                  <a:pt x="1851351" y="97348"/>
                </a:lnTo>
                <a:lnTo>
                  <a:pt x="1851590" y="97560"/>
                </a:lnTo>
                <a:lnTo>
                  <a:pt x="1851837" y="97768"/>
                </a:lnTo>
                <a:lnTo>
                  <a:pt x="1852091" y="97972"/>
                </a:lnTo>
                <a:lnTo>
                  <a:pt x="1852353" y="98171"/>
                </a:lnTo>
                <a:lnTo>
                  <a:pt x="1852622" y="98365"/>
                </a:lnTo>
                <a:lnTo>
                  <a:pt x="1852898" y="98555"/>
                </a:lnTo>
                <a:lnTo>
                  <a:pt x="1853182" y="98740"/>
                </a:lnTo>
                <a:lnTo>
                  <a:pt x="1853474" y="98920"/>
                </a:lnTo>
                <a:lnTo>
                  <a:pt x="1853773" y="99097"/>
                </a:lnTo>
                <a:lnTo>
                  <a:pt x="1854081" y="99267"/>
                </a:lnTo>
                <a:lnTo>
                  <a:pt x="1854399" y="99430"/>
                </a:lnTo>
                <a:lnTo>
                  <a:pt x="1854727" y="99585"/>
                </a:lnTo>
                <a:lnTo>
                  <a:pt x="1855066" y="99734"/>
                </a:lnTo>
                <a:lnTo>
                  <a:pt x="1855415" y="99875"/>
                </a:lnTo>
                <a:lnTo>
                  <a:pt x="1855774" y="100009"/>
                </a:lnTo>
                <a:lnTo>
                  <a:pt x="1856144" y="100136"/>
                </a:lnTo>
                <a:lnTo>
                  <a:pt x="1856524" y="100255"/>
                </a:lnTo>
                <a:lnTo>
                  <a:pt x="1856914" y="100367"/>
                </a:lnTo>
                <a:lnTo>
                  <a:pt x="1857314" y="100472"/>
                </a:lnTo>
                <a:lnTo>
                  <a:pt x="1857725" y="100570"/>
                </a:lnTo>
                <a:lnTo>
                  <a:pt x="1858146" y="100661"/>
                </a:lnTo>
                <a:lnTo>
                  <a:pt x="1858577" y="100744"/>
                </a:lnTo>
                <a:lnTo>
                  <a:pt x="1859019" y="100820"/>
                </a:lnTo>
                <a:lnTo>
                  <a:pt x="1859470" y="100889"/>
                </a:lnTo>
                <a:lnTo>
                  <a:pt x="1859932" y="100950"/>
                </a:lnTo>
                <a:lnTo>
                  <a:pt x="1860405" y="101005"/>
                </a:lnTo>
                <a:lnTo>
                  <a:pt x="1860887" y="101052"/>
                </a:lnTo>
                <a:lnTo>
                  <a:pt x="1861380" y="101092"/>
                </a:lnTo>
                <a:lnTo>
                  <a:pt x="1861883" y="101124"/>
                </a:lnTo>
                <a:lnTo>
                  <a:pt x="1862397" y="101149"/>
                </a:lnTo>
                <a:lnTo>
                  <a:pt x="1862920" y="101168"/>
                </a:lnTo>
                <a:lnTo>
                  <a:pt x="1863454" y="101178"/>
                </a:lnTo>
                <a:lnTo>
                  <a:pt x="1863999" y="101182"/>
                </a:lnTo>
                <a:lnTo>
                  <a:pt x="1864337" y="101180"/>
                </a:lnTo>
                <a:lnTo>
                  <a:pt x="1864679" y="101175"/>
                </a:lnTo>
                <a:lnTo>
                  <a:pt x="1865025" y="101165"/>
                </a:lnTo>
                <a:lnTo>
                  <a:pt x="1865374" y="101152"/>
                </a:lnTo>
                <a:lnTo>
                  <a:pt x="1865727" y="101135"/>
                </a:lnTo>
                <a:lnTo>
                  <a:pt x="1866084" y="101115"/>
                </a:lnTo>
                <a:lnTo>
                  <a:pt x="1866445" y="101090"/>
                </a:lnTo>
                <a:lnTo>
                  <a:pt x="1866809" y="101062"/>
                </a:lnTo>
                <a:lnTo>
                  <a:pt x="1867178" y="101031"/>
                </a:lnTo>
                <a:lnTo>
                  <a:pt x="1867549" y="100995"/>
                </a:lnTo>
                <a:lnTo>
                  <a:pt x="1867925" y="100956"/>
                </a:lnTo>
                <a:lnTo>
                  <a:pt x="1868304" y="100913"/>
                </a:lnTo>
                <a:lnTo>
                  <a:pt x="1868687" y="100866"/>
                </a:lnTo>
                <a:lnTo>
                  <a:pt x="1869074" y="100816"/>
                </a:lnTo>
                <a:lnTo>
                  <a:pt x="1869465" y="100762"/>
                </a:lnTo>
                <a:lnTo>
                  <a:pt x="1869859" y="100704"/>
                </a:lnTo>
                <a:lnTo>
                  <a:pt x="1870257" y="100642"/>
                </a:lnTo>
                <a:lnTo>
                  <a:pt x="1870659" y="100577"/>
                </a:lnTo>
                <a:lnTo>
                  <a:pt x="1871065" y="100507"/>
                </a:lnTo>
                <a:lnTo>
                  <a:pt x="1871474" y="100435"/>
                </a:lnTo>
                <a:lnTo>
                  <a:pt x="1871887" y="100358"/>
                </a:lnTo>
                <a:lnTo>
                  <a:pt x="1872304" y="100278"/>
                </a:lnTo>
                <a:lnTo>
                  <a:pt x="1872724" y="100193"/>
                </a:lnTo>
                <a:lnTo>
                  <a:pt x="1873148" y="100106"/>
                </a:lnTo>
                <a:lnTo>
                  <a:pt x="1871399" y="89409"/>
                </a:lnTo>
                <a:lnTo>
                  <a:pt x="1871127" y="89447"/>
                </a:lnTo>
                <a:lnTo>
                  <a:pt x="1870858" y="89484"/>
                </a:lnTo>
                <a:lnTo>
                  <a:pt x="1870595" y="89519"/>
                </a:lnTo>
                <a:lnTo>
                  <a:pt x="1870336" y="89553"/>
                </a:lnTo>
                <a:lnTo>
                  <a:pt x="1870081" y="89585"/>
                </a:lnTo>
                <a:close/>
                <a:moveTo>
                  <a:pt x="1022625" y="57927"/>
                </a:moveTo>
                <a:lnTo>
                  <a:pt x="1022693" y="56891"/>
                </a:lnTo>
                <a:lnTo>
                  <a:pt x="1022781" y="55885"/>
                </a:lnTo>
                <a:lnTo>
                  <a:pt x="1022888" y="54909"/>
                </a:lnTo>
                <a:lnTo>
                  <a:pt x="1023015" y="53964"/>
                </a:lnTo>
                <a:lnTo>
                  <a:pt x="1023162" y="53050"/>
                </a:lnTo>
                <a:lnTo>
                  <a:pt x="1023327" y="52167"/>
                </a:lnTo>
                <a:lnTo>
                  <a:pt x="1023513" y="51314"/>
                </a:lnTo>
                <a:lnTo>
                  <a:pt x="1023717" y="50491"/>
                </a:lnTo>
                <a:lnTo>
                  <a:pt x="1023942" y="49700"/>
                </a:lnTo>
                <a:lnTo>
                  <a:pt x="1024186" y="48938"/>
                </a:lnTo>
                <a:lnTo>
                  <a:pt x="1024449" y="48208"/>
                </a:lnTo>
                <a:lnTo>
                  <a:pt x="1024732" y="47508"/>
                </a:lnTo>
                <a:lnTo>
                  <a:pt x="1025034" y="46839"/>
                </a:lnTo>
                <a:lnTo>
                  <a:pt x="1025356" y="46200"/>
                </a:lnTo>
                <a:lnTo>
                  <a:pt x="1025697" y="45592"/>
                </a:lnTo>
                <a:lnTo>
                  <a:pt x="1026058" y="45014"/>
                </a:lnTo>
                <a:lnTo>
                  <a:pt x="1026438" y="44467"/>
                </a:lnTo>
                <a:lnTo>
                  <a:pt x="1026838" y="43951"/>
                </a:lnTo>
                <a:lnTo>
                  <a:pt x="1027258" y="43465"/>
                </a:lnTo>
                <a:lnTo>
                  <a:pt x="1027696" y="43010"/>
                </a:lnTo>
                <a:lnTo>
                  <a:pt x="1028155" y="42585"/>
                </a:lnTo>
                <a:lnTo>
                  <a:pt x="1028627" y="42185"/>
                </a:lnTo>
                <a:lnTo>
                  <a:pt x="1029106" y="41801"/>
                </a:lnTo>
                <a:lnTo>
                  <a:pt x="1029592" y="41434"/>
                </a:lnTo>
                <a:lnTo>
                  <a:pt x="1030086" y="41085"/>
                </a:lnTo>
                <a:lnTo>
                  <a:pt x="1030587" y="40752"/>
                </a:lnTo>
                <a:lnTo>
                  <a:pt x="1031096" y="40437"/>
                </a:lnTo>
                <a:lnTo>
                  <a:pt x="1031612" y="40138"/>
                </a:lnTo>
                <a:lnTo>
                  <a:pt x="1032135" y="39857"/>
                </a:lnTo>
                <a:lnTo>
                  <a:pt x="1032666" y="39593"/>
                </a:lnTo>
                <a:lnTo>
                  <a:pt x="1033204" y="39345"/>
                </a:lnTo>
                <a:lnTo>
                  <a:pt x="1033749" y="39115"/>
                </a:lnTo>
                <a:lnTo>
                  <a:pt x="1034302" y="38902"/>
                </a:lnTo>
                <a:lnTo>
                  <a:pt x="1034862" y="38706"/>
                </a:lnTo>
                <a:lnTo>
                  <a:pt x="1035430" y="38527"/>
                </a:lnTo>
                <a:lnTo>
                  <a:pt x="1036005" y="38365"/>
                </a:lnTo>
                <a:lnTo>
                  <a:pt x="1036587" y="38220"/>
                </a:lnTo>
                <a:lnTo>
                  <a:pt x="1037176" y="38092"/>
                </a:lnTo>
                <a:lnTo>
                  <a:pt x="1037773" y="37981"/>
                </a:lnTo>
                <a:lnTo>
                  <a:pt x="1038377" y="37887"/>
                </a:lnTo>
                <a:lnTo>
                  <a:pt x="1038989" y="37811"/>
                </a:lnTo>
                <a:lnTo>
                  <a:pt x="1039608" y="37751"/>
                </a:lnTo>
                <a:lnTo>
                  <a:pt x="1040234" y="37708"/>
                </a:lnTo>
                <a:lnTo>
                  <a:pt x="1040868" y="37683"/>
                </a:lnTo>
                <a:lnTo>
                  <a:pt x="1041509" y="37674"/>
                </a:lnTo>
                <a:lnTo>
                  <a:pt x="1041910" y="37678"/>
                </a:lnTo>
                <a:lnTo>
                  <a:pt x="1042308" y="37689"/>
                </a:lnTo>
                <a:lnTo>
                  <a:pt x="1042701" y="37708"/>
                </a:lnTo>
                <a:lnTo>
                  <a:pt x="1043089" y="37735"/>
                </a:lnTo>
                <a:lnTo>
                  <a:pt x="1043473" y="37769"/>
                </a:lnTo>
                <a:lnTo>
                  <a:pt x="1043853" y="37811"/>
                </a:lnTo>
                <a:lnTo>
                  <a:pt x="1044229" y="37860"/>
                </a:lnTo>
                <a:lnTo>
                  <a:pt x="1044600" y="37917"/>
                </a:lnTo>
                <a:lnTo>
                  <a:pt x="1044967" y="37982"/>
                </a:lnTo>
                <a:lnTo>
                  <a:pt x="1045329" y="38054"/>
                </a:lnTo>
                <a:lnTo>
                  <a:pt x="1045688" y="38133"/>
                </a:lnTo>
                <a:lnTo>
                  <a:pt x="1046042" y="38221"/>
                </a:lnTo>
                <a:lnTo>
                  <a:pt x="1046391" y="38316"/>
                </a:lnTo>
                <a:lnTo>
                  <a:pt x="1046737" y="38418"/>
                </a:lnTo>
                <a:lnTo>
                  <a:pt x="1047078" y="38528"/>
                </a:lnTo>
                <a:lnTo>
                  <a:pt x="1047414" y="38646"/>
                </a:lnTo>
                <a:lnTo>
                  <a:pt x="1047747" y="38771"/>
                </a:lnTo>
                <a:lnTo>
                  <a:pt x="1048075" y="38904"/>
                </a:lnTo>
                <a:lnTo>
                  <a:pt x="1048398" y="39044"/>
                </a:lnTo>
                <a:lnTo>
                  <a:pt x="1048718" y="39193"/>
                </a:lnTo>
                <a:lnTo>
                  <a:pt x="1049033" y="39348"/>
                </a:lnTo>
                <a:lnTo>
                  <a:pt x="1049344" y="39511"/>
                </a:lnTo>
                <a:lnTo>
                  <a:pt x="1049650" y="39682"/>
                </a:lnTo>
                <a:lnTo>
                  <a:pt x="1049952" y="39861"/>
                </a:lnTo>
                <a:lnTo>
                  <a:pt x="1050248" y="40045"/>
                </a:lnTo>
                <a:lnTo>
                  <a:pt x="1050537" y="40235"/>
                </a:lnTo>
                <a:lnTo>
                  <a:pt x="1050818" y="40430"/>
                </a:lnTo>
                <a:lnTo>
                  <a:pt x="1051091" y="40631"/>
                </a:lnTo>
                <a:lnTo>
                  <a:pt x="1051357" y="40836"/>
                </a:lnTo>
                <a:lnTo>
                  <a:pt x="1051615" y="41046"/>
                </a:lnTo>
                <a:lnTo>
                  <a:pt x="1051866" y="41262"/>
                </a:lnTo>
                <a:lnTo>
                  <a:pt x="1052109" y="41483"/>
                </a:lnTo>
                <a:lnTo>
                  <a:pt x="1052344" y="41709"/>
                </a:lnTo>
                <a:lnTo>
                  <a:pt x="1052572" y="41940"/>
                </a:lnTo>
                <a:lnTo>
                  <a:pt x="1052792" y="42176"/>
                </a:lnTo>
                <a:lnTo>
                  <a:pt x="1053005" y="42417"/>
                </a:lnTo>
                <a:lnTo>
                  <a:pt x="1053210" y="42664"/>
                </a:lnTo>
                <a:lnTo>
                  <a:pt x="1053407" y="42915"/>
                </a:lnTo>
                <a:lnTo>
                  <a:pt x="1053597" y="43172"/>
                </a:lnTo>
                <a:lnTo>
                  <a:pt x="1053779" y="43434"/>
                </a:lnTo>
                <a:lnTo>
                  <a:pt x="1053954" y="43701"/>
                </a:lnTo>
                <a:lnTo>
                  <a:pt x="1054121" y="43973"/>
                </a:lnTo>
                <a:lnTo>
                  <a:pt x="1054281" y="44250"/>
                </a:lnTo>
                <a:lnTo>
                  <a:pt x="1054432" y="44533"/>
                </a:lnTo>
                <a:lnTo>
                  <a:pt x="1054577" y="44820"/>
                </a:lnTo>
                <a:lnTo>
                  <a:pt x="1054713" y="45113"/>
                </a:lnTo>
                <a:lnTo>
                  <a:pt x="1054843" y="45411"/>
                </a:lnTo>
                <a:lnTo>
                  <a:pt x="1054964" y="45714"/>
                </a:lnTo>
                <a:lnTo>
                  <a:pt x="1055079" y="46026"/>
                </a:lnTo>
                <a:lnTo>
                  <a:pt x="1055190" y="46351"/>
                </a:lnTo>
                <a:lnTo>
                  <a:pt x="1055295" y="46689"/>
                </a:lnTo>
                <a:lnTo>
                  <a:pt x="1055396" y="47039"/>
                </a:lnTo>
                <a:lnTo>
                  <a:pt x="1055491" y="47403"/>
                </a:lnTo>
                <a:lnTo>
                  <a:pt x="1055582" y="47780"/>
                </a:lnTo>
                <a:lnTo>
                  <a:pt x="1055668" y="48170"/>
                </a:lnTo>
                <a:lnTo>
                  <a:pt x="1055749" y="48573"/>
                </a:lnTo>
                <a:lnTo>
                  <a:pt x="1055825" y="48989"/>
                </a:lnTo>
                <a:lnTo>
                  <a:pt x="1055896" y="49417"/>
                </a:lnTo>
                <a:lnTo>
                  <a:pt x="1055962" y="49859"/>
                </a:lnTo>
                <a:lnTo>
                  <a:pt x="1056024" y="50314"/>
                </a:lnTo>
                <a:lnTo>
                  <a:pt x="1056080" y="50781"/>
                </a:lnTo>
                <a:lnTo>
                  <a:pt x="1056132" y="51262"/>
                </a:lnTo>
                <a:lnTo>
                  <a:pt x="1056178" y="51755"/>
                </a:lnTo>
                <a:lnTo>
                  <a:pt x="1056220" y="52262"/>
                </a:lnTo>
                <a:lnTo>
                  <a:pt x="1056257" y="52781"/>
                </a:lnTo>
                <a:lnTo>
                  <a:pt x="1056289" y="53314"/>
                </a:lnTo>
                <a:lnTo>
                  <a:pt x="1056316" y="53859"/>
                </a:lnTo>
                <a:lnTo>
                  <a:pt x="1056338" y="54417"/>
                </a:lnTo>
                <a:lnTo>
                  <a:pt x="1056355" y="54989"/>
                </a:lnTo>
                <a:lnTo>
                  <a:pt x="1056367" y="55573"/>
                </a:lnTo>
                <a:lnTo>
                  <a:pt x="1056374" y="56170"/>
                </a:lnTo>
                <a:lnTo>
                  <a:pt x="1056377" y="56780"/>
                </a:lnTo>
                <a:lnTo>
                  <a:pt x="1056377" y="100240"/>
                </a:lnTo>
                <a:lnTo>
                  <a:pt x="1068486" y="100240"/>
                </a:lnTo>
                <a:lnTo>
                  <a:pt x="1068486" y="56309"/>
                </a:lnTo>
                <a:lnTo>
                  <a:pt x="1068485" y="55617"/>
                </a:lnTo>
                <a:lnTo>
                  <a:pt x="1068482" y="54943"/>
                </a:lnTo>
                <a:lnTo>
                  <a:pt x="1068476" y="54286"/>
                </a:lnTo>
                <a:lnTo>
                  <a:pt x="1068468" y="53646"/>
                </a:lnTo>
                <a:lnTo>
                  <a:pt x="1068457" y="53025"/>
                </a:lnTo>
                <a:lnTo>
                  <a:pt x="1068444" y="52420"/>
                </a:lnTo>
                <a:lnTo>
                  <a:pt x="1068429" y="51833"/>
                </a:lnTo>
                <a:lnTo>
                  <a:pt x="1068412" y="51264"/>
                </a:lnTo>
                <a:lnTo>
                  <a:pt x="1068392" y="50712"/>
                </a:lnTo>
                <a:lnTo>
                  <a:pt x="1068370" y="50178"/>
                </a:lnTo>
                <a:lnTo>
                  <a:pt x="1068345" y="49661"/>
                </a:lnTo>
                <a:lnTo>
                  <a:pt x="1068318" y="49161"/>
                </a:lnTo>
                <a:lnTo>
                  <a:pt x="1068289" y="48680"/>
                </a:lnTo>
                <a:lnTo>
                  <a:pt x="1068257" y="48215"/>
                </a:lnTo>
                <a:lnTo>
                  <a:pt x="1068224" y="47769"/>
                </a:lnTo>
                <a:lnTo>
                  <a:pt x="1068187" y="47339"/>
                </a:lnTo>
                <a:lnTo>
                  <a:pt x="1068149" y="46928"/>
                </a:lnTo>
                <a:lnTo>
                  <a:pt x="1068108" y="46533"/>
                </a:lnTo>
                <a:lnTo>
                  <a:pt x="1068065" y="46157"/>
                </a:lnTo>
                <a:lnTo>
                  <a:pt x="1068019" y="45798"/>
                </a:lnTo>
                <a:lnTo>
                  <a:pt x="1067971" y="45456"/>
                </a:lnTo>
                <a:lnTo>
                  <a:pt x="1067921" y="45132"/>
                </a:lnTo>
                <a:lnTo>
                  <a:pt x="1067869" y="44825"/>
                </a:lnTo>
                <a:lnTo>
                  <a:pt x="1067814" y="44536"/>
                </a:lnTo>
                <a:lnTo>
                  <a:pt x="1067721" y="44107"/>
                </a:lnTo>
                <a:lnTo>
                  <a:pt x="1067623" y="43683"/>
                </a:lnTo>
                <a:lnTo>
                  <a:pt x="1067519" y="43263"/>
                </a:lnTo>
                <a:lnTo>
                  <a:pt x="1067410" y="42849"/>
                </a:lnTo>
                <a:lnTo>
                  <a:pt x="1067295" y="42439"/>
                </a:lnTo>
                <a:lnTo>
                  <a:pt x="1067175" y="42034"/>
                </a:lnTo>
                <a:lnTo>
                  <a:pt x="1067048" y="41635"/>
                </a:lnTo>
                <a:lnTo>
                  <a:pt x="1066917" y="41240"/>
                </a:lnTo>
                <a:lnTo>
                  <a:pt x="1066779" y="40850"/>
                </a:lnTo>
                <a:lnTo>
                  <a:pt x="1066636" y="40465"/>
                </a:lnTo>
                <a:lnTo>
                  <a:pt x="1066488" y="40085"/>
                </a:lnTo>
                <a:lnTo>
                  <a:pt x="1066334" y="39709"/>
                </a:lnTo>
                <a:lnTo>
                  <a:pt x="1066174" y="39339"/>
                </a:lnTo>
                <a:lnTo>
                  <a:pt x="1066008" y="38973"/>
                </a:lnTo>
                <a:lnTo>
                  <a:pt x="1065837" y="38613"/>
                </a:lnTo>
                <a:lnTo>
                  <a:pt x="1065661" y="38257"/>
                </a:lnTo>
                <a:lnTo>
                  <a:pt x="1065479" y="37906"/>
                </a:lnTo>
                <a:lnTo>
                  <a:pt x="1065291" y="37561"/>
                </a:lnTo>
                <a:lnTo>
                  <a:pt x="1065097" y="37220"/>
                </a:lnTo>
                <a:lnTo>
                  <a:pt x="1064898" y="36884"/>
                </a:lnTo>
                <a:lnTo>
                  <a:pt x="1064694" y="36553"/>
                </a:lnTo>
                <a:lnTo>
                  <a:pt x="1064484" y="36226"/>
                </a:lnTo>
                <a:lnTo>
                  <a:pt x="1064268" y="35905"/>
                </a:lnTo>
                <a:lnTo>
                  <a:pt x="1064046" y="35589"/>
                </a:lnTo>
                <a:lnTo>
                  <a:pt x="1063817" y="35277"/>
                </a:lnTo>
                <a:lnTo>
                  <a:pt x="1063579" y="34971"/>
                </a:lnTo>
                <a:lnTo>
                  <a:pt x="1063331" y="34669"/>
                </a:lnTo>
                <a:lnTo>
                  <a:pt x="1063074" y="34373"/>
                </a:lnTo>
                <a:lnTo>
                  <a:pt x="1062807" y="34082"/>
                </a:lnTo>
                <a:lnTo>
                  <a:pt x="1062530" y="33795"/>
                </a:lnTo>
                <a:lnTo>
                  <a:pt x="1062245" y="33514"/>
                </a:lnTo>
                <a:lnTo>
                  <a:pt x="1061949" y="33238"/>
                </a:lnTo>
                <a:lnTo>
                  <a:pt x="1061645" y="32966"/>
                </a:lnTo>
                <a:lnTo>
                  <a:pt x="1061331" y="32700"/>
                </a:lnTo>
                <a:lnTo>
                  <a:pt x="1061007" y="32439"/>
                </a:lnTo>
                <a:lnTo>
                  <a:pt x="1060674" y="32183"/>
                </a:lnTo>
                <a:lnTo>
                  <a:pt x="1060332" y="31932"/>
                </a:lnTo>
                <a:lnTo>
                  <a:pt x="1059980" y="31686"/>
                </a:lnTo>
                <a:lnTo>
                  <a:pt x="1059618" y="31444"/>
                </a:lnTo>
                <a:lnTo>
                  <a:pt x="1059247" y="31208"/>
                </a:lnTo>
                <a:lnTo>
                  <a:pt x="1058867" y="30977"/>
                </a:lnTo>
                <a:lnTo>
                  <a:pt x="1058477" y="30751"/>
                </a:lnTo>
                <a:lnTo>
                  <a:pt x="1058078" y="30530"/>
                </a:lnTo>
                <a:lnTo>
                  <a:pt x="1057669" y="30314"/>
                </a:lnTo>
                <a:lnTo>
                  <a:pt x="1057251" y="30103"/>
                </a:lnTo>
                <a:lnTo>
                  <a:pt x="1056823" y="29897"/>
                </a:lnTo>
                <a:lnTo>
                  <a:pt x="1056386" y="29696"/>
                </a:lnTo>
                <a:lnTo>
                  <a:pt x="1055940" y="29500"/>
                </a:lnTo>
                <a:lnTo>
                  <a:pt x="1055486" y="29311"/>
                </a:lnTo>
                <a:lnTo>
                  <a:pt x="1055030" y="29130"/>
                </a:lnTo>
                <a:lnTo>
                  <a:pt x="1054569" y="28956"/>
                </a:lnTo>
                <a:lnTo>
                  <a:pt x="1054105" y="28791"/>
                </a:lnTo>
                <a:lnTo>
                  <a:pt x="1053638" y="28634"/>
                </a:lnTo>
                <a:lnTo>
                  <a:pt x="1053167" y="28485"/>
                </a:lnTo>
                <a:lnTo>
                  <a:pt x="1052692" y="28344"/>
                </a:lnTo>
                <a:lnTo>
                  <a:pt x="1052213" y="28211"/>
                </a:lnTo>
                <a:lnTo>
                  <a:pt x="1051731" y="28086"/>
                </a:lnTo>
                <a:lnTo>
                  <a:pt x="1051245" y="27969"/>
                </a:lnTo>
                <a:lnTo>
                  <a:pt x="1050756" y="27860"/>
                </a:lnTo>
                <a:lnTo>
                  <a:pt x="1050263" y="27759"/>
                </a:lnTo>
                <a:lnTo>
                  <a:pt x="1049767" y="27667"/>
                </a:lnTo>
                <a:lnTo>
                  <a:pt x="1049266" y="27582"/>
                </a:lnTo>
                <a:lnTo>
                  <a:pt x="1048763" y="27506"/>
                </a:lnTo>
                <a:lnTo>
                  <a:pt x="1048255" y="27437"/>
                </a:lnTo>
                <a:lnTo>
                  <a:pt x="1047744" y="27377"/>
                </a:lnTo>
                <a:lnTo>
                  <a:pt x="1047230" y="27324"/>
                </a:lnTo>
                <a:lnTo>
                  <a:pt x="1046711" y="27280"/>
                </a:lnTo>
                <a:lnTo>
                  <a:pt x="1046189" y="27244"/>
                </a:lnTo>
                <a:lnTo>
                  <a:pt x="1045664" y="27215"/>
                </a:lnTo>
                <a:lnTo>
                  <a:pt x="1045135" y="27195"/>
                </a:lnTo>
                <a:lnTo>
                  <a:pt x="1044602" y="27183"/>
                </a:lnTo>
                <a:lnTo>
                  <a:pt x="1044065" y="27179"/>
                </a:lnTo>
                <a:lnTo>
                  <a:pt x="1042839" y="27200"/>
                </a:lnTo>
                <a:lnTo>
                  <a:pt x="1041636" y="27261"/>
                </a:lnTo>
                <a:lnTo>
                  <a:pt x="1040458" y="27363"/>
                </a:lnTo>
                <a:lnTo>
                  <a:pt x="1039304" y="27506"/>
                </a:lnTo>
                <a:lnTo>
                  <a:pt x="1038174" y="27690"/>
                </a:lnTo>
                <a:lnTo>
                  <a:pt x="1037069" y="27915"/>
                </a:lnTo>
                <a:lnTo>
                  <a:pt x="1035988" y="28181"/>
                </a:lnTo>
                <a:lnTo>
                  <a:pt x="1034931" y="28487"/>
                </a:lnTo>
                <a:lnTo>
                  <a:pt x="1033898" y="28835"/>
                </a:lnTo>
                <a:lnTo>
                  <a:pt x="1032890" y="29223"/>
                </a:lnTo>
                <a:lnTo>
                  <a:pt x="1031906" y="29652"/>
                </a:lnTo>
                <a:lnTo>
                  <a:pt x="1030947" y="30123"/>
                </a:lnTo>
                <a:lnTo>
                  <a:pt x="1030011" y="30634"/>
                </a:lnTo>
                <a:lnTo>
                  <a:pt x="1029100" y="31185"/>
                </a:lnTo>
                <a:lnTo>
                  <a:pt x="1028214" y="31778"/>
                </a:lnTo>
                <a:lnTo>
                  <a:pt x="1027351" y="32412"/>
                </a:lnTo>
                <a:lnTo>
                  <a:pt x="1026513" y="33086"/>
                </a:lnTo>
                <a:lnTo>
                  <a:pt x="1025699" y="33802"/>
                </a:lnTo>
                <a:lnTo>
                  <a:pt x="1024910" y="34558"/>
                </a:lnTo>
                <a:lnTo>
                  <a:pt x="1024145" y="35355"/>
                </a:lnTo>
                <a:lnTo>
                  <a:pt x="1023404" y="36193"/>
                </a:lnTo>
                <a:lnTo>
                  <a:pt x="1022687" y="37072"/>
                </a:lnTo>
                <a:lnTo>
                  <a:pt x="1021994" y="37992"/>
                </a:lnTo>
                <a:lnTo>
                  <a:pt x="1021326" y="38952"/>
                </a:lnTo>
                <a:lnTo>
                  <a:pt x="1021326" y="28794"/>
                </a:lnTo>
                <a:lnTo>
                  <a:pt x="1010428" y="28794"/>
                </a:lnTo>
                <a:lnTo>
                  <a:pt x="1010428" y="100240"/>
                </a:lnTo>
                <a:lnTo>
                  <a:pt x="1022537" y="100240"/>
                </a:lnTo>
                <a:lnTo>
                  <a:pt x="1022537" y="61221"/>
                </a:lnTo>
                <a:lnTo>
                  <a:pt x="1022547" y="60092"/>
                </a:lnTo>
                <a:lnTo>
                  <a:pt x="1022576" y="58994"/>
                </a:lnTo>
                <a:lnTo>
                  <a:pt x="1022625" y="57927"/>
                </a:lnTo>
                <a:close/>
                <a:moveTo>
                  <a:pt x="1213944" y="60804"/>
                </a:moveTo>
                <a:lnTo>
                  <a:pt x="1213968" y="60047"/>
                </a:lnTo>
                <a:lnTo>
                  <a:pt x="1213999" y="59306"/>
                </a:lnTo>
                <a:lnTo>
                  <a:pt x="1214036" y="58580"/>
                </a:lnTo>
                <a:lnTo>
                  <a:pt x="1214080" y="57870"/>
                </a:lnTo>
                <a:lnTo>
                  <a:pt x="1214131" y="57177"/>
                </a:lnTo>
                <a:lnTo>
                  <a:pt x="1214188" y="56499"/>
                </a:lnTo>
                <a:lnTo>
                  <a:pt x="1214253" y="55837"/>
                </a:lnTo>
                <a:lnTo>
                  <a:pt x="1214324" y="55191"/>
                </a:lnTo>
                <a:lnTo>
                  <a:pt x="1214402" y="54560"/>
                </a:lnTo>
                <a:lnTo>
                  <a:pt x="1214486" y="53946"/>
                </a:lnTo>
                <a:lnTo>
                  <a:pt x="1214578" y="53347"/>
                </a:lnTo>
                <a:lnTo>
                  <a:pt x="1214676" y="52765"/>
                </a:lnTo>
                <a:lnTo>
                  <a:pt x="1214781" y="52198"/>
                </a:lnTo>
                <a:lnTo>
                  <a:pt x="1214893" y="51647"/>
                </a:lnTo>
                <a:lnTo>
                  <a:pt x="1215011" y="51112"/>
                </a:lnTo>
                <a:lnTo>
                  <a:pt x="1215137" y="50593"/>
                </a:lnTo>
                <a:lnTo>
                  <a:pt x="1215269" y="50090"/>
                </a:lnTo>
                <a:lnTo>
                  <a:pt x="1215408" y="49603"/>
                </a:lnTo>
                <a:lnTo>
                  <a:pt x="1215553" y="49132"/>
                </a:lnTo>
                <a:lnTo>
                  <a:pt x="1215706" y="48676"/>
                </a:lnTo>
                <a:lnTo>
                  <a:pt x="1215865" y="48236"/>
                </a:lnTo>
                <a:lnTo>
                  <a:pt x="1216032" y="47809"/>
                </a:lnTo>
                <a:lnTo>
                  <a:pt x="1216207" y="47390"/>
                </a:lnTo>
                <a:lnTo>
                  <a:pt x="1216390" y="46980"/>
                </a:lnTo>
                <a:lnTo>
                  <a:pt x="1216582" y="46579"/>
                </a:lnTo>
                <a:lnTo>
                  <a:pt x="1216781" y="46186"/>
                </a:lnTo>
                <a:lnTo>
                  <a:pt x="1216990" y="45802"/>
                </a:lnTo>
                <a:lnTo>
                  <a:pt x="1217206" y="45426"/>
                </a:lnTo>
                <a:lnTo>
                  <a:pt x="1217431" y="45060"/>
                </a:lnTo>
                <a:lnTo>
                  <a:pt x="1217664" y="44701"/>
                </a:lnTo>
                <a:lnTo>
                  <a:pt x="1217905" y="44352"/>
                </a:lnTo>
                <a:lnTo>
                  <a:pt x="1218155" y="44011"/>
                </a:lnTo>
                <a:lnTo>
                  <a:pt x="1218413" y="43678"/>
                </a:lnTo>
                <a:lnTo>
                  <a:pt x="1218679" y="43355"/>
                </a:lnTo>
                <a:lnTo>
                  <a:pt x="1218954" y="43040"/>
                </a:lnTo>
                <a:lnTo>
                  <a:pt x="1219236" y="42733"/>
                </a:lnTo>
                <a:lnTo>
                  <a:pt x="1219528" y="42436"/>
                </a:lnTo>
                <a:lnTo>
                  <a:pt x="1219827" y="42147"/>
                </a:lnTo>
                <a:lnTo>
                  <a:pt x="1220135" y="41866"/>
                </a:lnTo>
                <a:lnTo>
                  <a:pt x="1220451" y="41594"/>
                </a:lnTo>
                <a:lnTo>
                  <a:pt x="1220775" y="41331"/>
                </a:lnTo>
                <a:lnTo>
                  <a:pt x="1221108" y="41077"/>
                </a:lnTo>
                <a:lnTo>
                  <a:pt x="1221448" y="40831"/>
                </a:lnTo>
                <a:lnTo>
                  <a:pt x="1221798" y="40594"/>
                </a:lnTo>
                <a:lnTo>
                  <a:pt x="1222155" y="40365"/>
                </a:lnTo>
                <a:lnTo>
                  <a:pt x="1222518" y="40146"/>
                </a:lnTo>
                <a:lnTo>
                  <a:pt x="1222884" y="39935"/>
                </a:lnTo>
                <a:lnTo>
                  <a:pt x="1223252" y="39734"/>
                </a:lnTo>
                <a:lnTo>
                  <a:pt x="1223623" y="39543"/>
                </a:lnTo>
                <a:lnTo>
                  <a:pt x="1223997" y="39361"/>
                </a:lnTo>
                <a:lnTo>
                  <a:pt x="1224373" y="39188"/>
                </a:lnTo>
                <a:lnTo>
                  <a:pt x="1224752" y="39024"/>
                </a:lnTo>
                <a:lnTo>
                  <a:pt x="1225134" y="38870"/>
                </a:lnTo>
                <a:lnTo>
                  <a:pt x="1225518" y="38725"/>
                </a:lnTo>
                <a:lnTo>
                  <a:pt x="1225905" y="38590"/>
                </a:lnTo>
                <a:lnTo>
                  <a:pt x="1226295" y="38464"/>
                </a:lnTo>
                <a:lnTo>
                  <a:pt x="1226688" y="38347"/>
                </a:lnTo>
                <a:lnTo>
                  <a:pt x="1227083" y="38239"/>
                </a:lnTo>
                <a:lnTo>
                  <a:pt x="1227481" y="38141"/>
                </a:lnTo>
                <a:lnTo>
                  <a:pt x="1227881" y="38053"/>
                </a:lnTo>
                <a:lnTo>
                  <a:pt x="1228285" y="37973"/>
                </a:lnTo>
                <a:lnTo>
                  <a:pt x="1228691" y="37903"/>
                </a:lnTo>
                <a:lnTo>
                  <a:pt x="1229099" y="37842"/>
                </a:lnTo>
                <a:lnTo>
                  <a:pt x="1229510" y="37791"/>
                </a:lnTo>
                <a:lnTo>
                  <a:pt x="1229924" y="37749"/>
                </a:lnTo>
                <a:lnTo>
                  <a:pt x="1230341" y="37716"/>
                </a:lnTo>
                <a:lnTo>
                  <a:pt x="1230760" y="37693"/>
                </a:lnTo>
                <a:lnTo>
                  <a:pt x="1231183" y="37679"/>
                </a:lnTo>
                <a:lnTo>
                  <a:pt x="1231607" y="37674"/>
                </a:lnTo>
                <a:lnTo>
                  <a:pt x="1232161" y="37681"/>
                </a:lnTo>
                <a:lnTo>
                  <a:pt x="1232702" y="37702"/>
                </a:lnTo>
                <a:lnTo>
                  <a:pt x="1233230" y="37737"/>
                </a:lnTo>
                <a:lnTo>
                  <a:pt x="1233745" y="37786"/>
                </a:lnTo>
                <a:lnTo>
                  <a:pt x="1234247" y="37849"/>
                </a:lnTo>
                <a:lnTo>
                  <a:pt x="1234736" y="37926"/>
                </a:lnTo>
                <a:lnTo>
                  <a:pt x="1235211" y="38018"/>
                </a:lnTo>
                <a:lnTo>
                  <a:pt x="1235674" y="38123"/>
                </a:lnTo>
                <a:lnTo>
                  <a:pt x="1236123" y="38242"/>
                </a:lnTo>
                <a:lnTo>
                  <a:pt x="1236559" y="38375"/>
                </a:lnTo>
                <a:lnTo>
                  <a:pt x="1236983" y="38522"/>
                </a:lnTo>
                <a:lnTo>
                  <a:pt x="1237393" y="38683"/>
                </a:lnTo>
                <a:lnTo>
                  <a:pt x="1237790" y="38858"/>
                </a:lnTo>
                <a:lnTo>
                  <a:pt x="1238174" y="39048"/>
                </a:lnTo>
                <a:lnTo>
                  <a:pt x="1238545" y="39251"/>
                </a:lnTo>
                <a:lnTo>
                  <a:pt x="1238903" y="39468"/>
                </a:lnTo>
                <a:lnTo>
                  <a:pt x="1239248" y="39699"/>
                </a:lnTo>
                <a:lnTo>
                  <a:pt x="1239579" y="39945"/>
                </a:lnTo>
                <a:lnTo>
                  <a:pt x="1239898" y="40204"/>
                </a:lnTo>
                <a:lnTo>
                  <a:pt x="1240204" y="40477"/>
                </a:lnTo>
                <a:lnTo>
                  <a:pt x="1240496" y="40765"/>
                </a:lnTo>
                <a:lnTo>
                  <a:pt x="1240775" y="41066"/>
                </a:lnTo>
                <a:lnTo>
                  <a:pt x="1241042" y="41381"/>
                </a:lnTo>
                <a:lnTo>
                  <a:pt x="1241295" y="41711"/>
                </a:lnTo>
                <a:lnTo>
                  <a:pt x="1241536" y="42054"/>
                </a:lnTo>
                <a:lnTo>
                  <a:pt x="1241768" y="42411"/>
                </a:lnTo>
                <a:lnTo>
                  <a:pt x="1241989" y="42783"/>
                </a:lnTo>
                <a:lnTo>
                  <a:pt x="1242199" y="43168"/>
                </a:lnTo>
                <a:lnTo>
                  <a:pt x="1242400" y="43568"/>
                </a:lnTo>
                <a:lnTo>
                  <a:pt x="1242590" y="43981"/>
                </a:lnTo>
                <a:lnTo>
                  <a:pt x="1242770" y="44409"/>
                </a:lnTo>
                <a:lnTo>
                  <a:pt x="1242939" y="44850"/>
                </a:lnTo>
                <a:lnTo>
                  <a:pt x="1243099" y="45306"/>
                </a:lnTo>
                <a:lnTo>
                  <a:pt x="1243248" y="45775"/>
                </a:lnTo>
                <a:lnTo>
                  <a:pt x="1243387" y="46259"/>
                </a:lnTo>
                <a:lnTo>
                  <a:pt x="1243515" y="46756"/>
                </a:lnTo>
                <a:lnTo>
                  <a:pt x="1243633" y="47268"/>
                </a:lnTo>
                <a:lnTo>
                  <a:pt x="1243741" y="47793"/>
                </a:lnTo>
                <a:lnTo>
                  <a:pt x="1243839" y="48333"/>
                </a:lnTo>
                <a:lnTo>
                  <a:pt x="1243926" y="48887"/>
                </a:lnTo>
                <a:lnTo>
                  <a:pt x="1244003" y="49454"/>
                </a:lnTo>
                <a:lnTo>
                  <a:pt x="1244070" y="50036"/>
                </a:lnTo>
                <a:lnTo>
                  <a:pt x="1244127" y="50632"/>
                </a:lnTo>
                <a:lnTo>
                  <a:pt x="1244173" y="51241"/>
                </a:lnTo>
                <a:lnTo>
                  <a:pt x="1244209" y="51865"/>
                </a:lnTo>
                <a:lnTo>
                  <a:pt x="1244234" y="52503"/>
                </a:lnTo>
                <a:lnTo>
                  <a:pt x="1244250" y="53154"/>
                </a:lnTo>
                <a:lnTo>
                  <a:pt x="1244255" y="53820"/>
                </a:lnTo>
                <a:lnTo>
                  <a:pt x="1244255" y="100240"/>
                </a:lnTo>
                <a:lnTo>
                  <a:pt x="1256365" y="100240"/>
                </a:lnTo>
                <a:lnTo>
                  <a:pt x="1256365" y="58731"/>
                </a:lnTo>
                <a:lnTo>
                  <a:pt x="1256373" y="57822"/>
                </a:lnTo>
                <a:lnTo>
                  <a:pt x="1256399" y="56934"/>
                </a:lnTo>
                <a:lnTo>
                  <a:pt x="1256442" y="56067"/>
                </a:lnTo>
                <a:lnTo>
                  <a:pt x="1256503" y="55221"/>
                </a:lnTo>
                <a:lnTo>
                  <a:pt x="1256581" y="54396"/>
                </a:lnTo>
                <a:lnTo>
                  <a:pt x="1256676" y="53591"/>
                </a:lnTo>
                <a:lnTo>
                  <a:pt x="1256788" y="52808"/>
                </a:lnTo>
                <a:lnTo>
                  <a:pt x="1256918" y="52045"/>
                </a:lnTo>
                <a:lnTo>
                  <a:pt x="1257065" y="51303"/>
                </a:lnTo>
                <a:lnTo>
                  <a:pt x="1257229" y="50582"/>
                </a:lnTo>
                <a:lnTo>
                  <a:pt x="1257410" y="49882"/>
                </a:lnTo>
                <a:lnTo>
                  <a:pt x="1257609" y="49203"/>
                </a:lnTo>
                <a:lnTo>
                  <a:pt x="1257825" y="48545"/>
                </a:lnTo>
                <a:lnTo>
                  <a:pt x="1258059" y="47908"/>
                </a:lnTo>
                <a:lnTo>
                  <a:pt x="1258309" y="47292"/>
                </a:lnTo>
                <a:lnTo>
                  <a:pt x="1258577" y="46697"/>
                </a:lnTo>
                <a:lnTo>
                  <a:pt x="1258862" y="46122"/>
                </a:lnTo>
                <a:lnTo>
                  <a:pt x="1259165" y="45569"/>
                </a:lnTo>
                <a:lnTo>
                  <a:pt x="1259485" y="45036"/>
                </a:lnTo>
                <a:lnTo>
                  <a:pt x="1259822" y="44524"/>
                </a:lnTo>
                <a:lnTo>
                  <a:pt x="1260176" y="44033"/>
                </a:lnTo>
                <a:lnTo>
                  <a:pt x="1260548" y="43563"/>
                </a:lnTo>
                <a:lnTo>
                  <a:pt x="1260937" y="43114"/>
                </a:lnTo>
                <a:lnTo>
                  <a:pt x="1261343" y="42686"/>
                </a:lnTo>
                <a:lnTo>
                  <a:pt x="1261762" y="42277"/>
                </a:lnTo>
                <a:lnTo>
                  <a:pt x="1262190" y="41886"/>
                </a:lnTo>
                <a:lnTo>
                  <a:pt x="1262627" y="41511"/>
                </a:lnTo>
                <a:lnTo>
                  <a:pt x="1263073" y="41155"/>
                </a:lnTo>
                <a:lnTo>
                  <a:pt x="1263528" y="40815"/>
                </a:lnTo>
                <a:lnTo>
                  <a:pt x="1263992" y="40493"/>
                </a:lnTo>
                <a:lnTo>
                  <a:pt x="1264464" y="40189"/>
                </a:lnTo>
                <a:lnTo>
                  <a:pt x="1264946" y="39902"/>
                </a:lnTo>
                <a:lnTo>
                  <a:pt x="1265436" y="39632"/>
                </a:lnTo>
                <a:lnTo>
                  <a:pt x="1265935" y="39380"/>
                </a:lnTo>
                <a:lnTo>
                  <a:pt x="1266443" y="39145"/>
                </a:lnTo>
                <a:lnTo>
                  <a:pt x="1266960" y="38927"/>
                </a:lnTo>
                <a:lnTo>
                  <a:pt x="1267486" y="38727"/>
                </a:lnTo>
                <a:lnTo>
                  <a:pt x="1268021" y="38544"/>
                </a:lnTo>
                <a:lnTo>
                  <a:pt x="1268565" y="38379"/>
                </a:lnTo>
                <a:lnTo>
                  <a:pt x="1269117" y="38231"/>
                </a:lnTo>
                <a:lnTo>
                  <a:pt x="1269678" y="38101"/>
                </a:lnTo>
                <a:lnTo>
                  <a:pt x="1270249" y="37987"/>
                </a:lnTo>
                <a:lnTo>
                  <a:pt x="1270828" y="37892"/>
                </a:lnTo>
                <a:lnTo>
                  <a:pt x="1271416" y="37813"/>
                </a:lnTo>
                <a:lnTo>
                  <a:pt x="1272012" y="37752"/>
                </a:lnTo>
                <a:lnTo>
                  <a:pt x="1272618" y="37709"/>
                </a:lnTo>
                <a:lnTo>
                  <a:pt x="1273233" y="37683"/>
                </a:lnTo>
                <a:lnTo>
                  <a:pt x="1273856" y="37674"/>
                </a:lnTo>
                <a:lnTo>
                  <a:pt x="1274202" y="37678"/>
                </a:lnTo>
                <a:lnTo>
                  <a:pt x="1274544" y="37688"/>
                </a:lnTo>
                <a:lnTo>
                  <a:pt x="1274882" y="37705"/>
                </a:lnTo>
                <a:lnTo>
                  <a:pt x="1275217" y="37728"/>
                </a:lnTo>
                <a:lnTo>
                  <a:pt x="1275547" y="37759"/>
                </a:lnTo>
                <a:lnTo>
                  <a:pt x="1275874" y="37796"/>
                </a:lnTo>
                <a:lnTo>
                  <a:pt x="1276198" y="37840"/>
                </a:lnTo>
                <a:lnTo>
                  <a:pt x="1276517" y="37891"/>
                </a:lnTo>
                <a:lnTo>
                  <a:pt x="1276833" y="37949"/>
                </a:lnTo>
                <a:lnTo>
                  <a:pt x="1277145" y="38013"/>
                </a:lnTo>
                <a:lnTo>
                  <a:pt x="1277454" y="38084"/>
                </a:lnTo>
                <a:lnTo>
                  <a:pt x="1277758" y="38162"/>
                </a:lnTo>
                <a:lnTo>
                  <a:pt x="1278059" y="38247"/>
                </a:lnTo>
                <a:lnTo>
                  <a:pt x="1278356" y="38338"/>
                </a:lnTo>
                <a:lnTo>
                  <a:pt x="1278650" y="38436"/>
                </a:lnTo>
                <a:lnTo>
                  <a:pt x="1278939" y="38541"/>
                </a:lnTo>
                <a:lnTo>
                  <a:pt x="1279225" y="38653"/>
                </a:lnTo>
                <a:lnTo>
                  <a:pt x="1279507" y="38772"/>
                </a:lnTo>
                <a:lnTo>
                  <a:pt x="1279786" y="38897"/>
                </a:lnTo>
                <a:lnTo>
                  <a:pt x="1280060" y="39029"/>
                </a:lnTo>
                <a:lnTo>
                  <a:pt x="1280331" y="39168"/>
                </a:lnTo>
                <a:lnTo>
                  <a:pt x="1280599" y="39314"/>
                </a:lnTo>
                <a:lnTo>
                  <a:pt x="1280862" y="39466"/>
                </a:lnTo>
                <a:lnTo>
                  <a:pt x="1281122" y="39625"/>
                </a:lnTo>
                <a:lnTo>
                  <a:pt x="1281376" y="39790"/>
                </a:lnTo>
                <a:lnTo>
                  <a:pt x="1281624" y="39959"/>
                </a:lnTo>
                <a:lnTo>
                  <a:pt x="1281866" y="40132"/>
                </a:lnTo>
                <a:lnTo>
                  <a:pt x="1282100" y="40310"/>
                </a:lnTo>
                <a:lnTo>
                  <a:pt x="1282328" y="40492"/>
                </a:lnTo>
                <a:lnTo>
                  <a:pt x="1282549" y="40678"/>
                </a:lnTo>
                <a:lnTo>
                  <a:pt x="1282764" y="40869"/>
                </a:lnTo>
                <a:lnTo>
                  <a:pt x="1282972" y="41064"/>
                </a:lnTo>
                <a:lnTo>
                  <a:pt x="1283173" y="41263"/>
                </a:lnTo>
                <a:lnTo>
                  <a:pt x="1283368" y="41467"/>
                </a:lnTo>
                <a:lnTo>
                  <a:pt x="1283556" y="41675"/>
                </a:lnTo>
                <a:lnTo>
                  <a:pt x="1283737" y="41887"/>
                </a:lnTo>
                <a:lnTo>
                  <a:pt x="1283912" y="42104"/>
                </a:lnTo>
                <a:lnTo>
                  <a:pt x="1284080" y="42325"/>
                </a:lnTo>
                <a:lnTo>
                  <a:pt x="1284241" y="42550"/>
                </a:lnTo>
                <a:lnTo>
                  <a:pt x="1284396" y="42780"/>
                </a:lnTo>
                <a:lnTo>
                  <a:pt x="1284544" y="43014"/>
                </a:lnTo>
                <a:lnTo>
                  <a:pt x="1284685" y="43252"/>
                </a:lnTo>
                <a:lnTo>
                  <a:pt x="1284820" y="43494"/>
                </a:lnTo>
                <a:lnTo>
                  <a:pt x="1284948" y="43741"/>
                </a:lnTo>
                <a:lnTo>
                  <a:pt x="1285070" y="43992"/>
                </a:lnTo>
                <a:lnTo>
                  <a:pt x="1285184" y="44248"/>
                </a:lnTo>
                <a:lnTo>
                  <a:pt x="1285292" y="44508"/>
                </a:lnTo>
                <a:lnTo>
                  <a:pt x="1285394" y="44772"/>
                </a:lnTo>
                <a:lnTo>
                  <a:pt x="1285490" y="45045"/>
                </a:lnTo>
                <a:lnTo>
                  <a:pt x="1285582" y="45333"/>
                </a:lnTo>
                <a:lnTo>
                  <a:pt x="1285670" y="45634"/>
                </a:lnTo>
                <a:lnTo>
                  <a:pt x="1285754" y="45950"/>
                </a:lnTo>
                <a:lnTo>
                  <a:pt x="1285833" y="46280"/>
                </a:lnTo>
                <a:lnTo>
                  <a:pt x="1285909" y="46624"/>
                </a:lnTo>
                <a:lnTo>
                  <a:pt x="1285980" y="46982"/>
                </a:lnTo>
                <a:lnTo>
                  <a:pt x="1286048" y="47354"/>
                </a:lnTo>
                <a:lnTo>
                  <a:pt x="1286111" y="47741"/>
                </a:lnTo>
                <a:lnTo>
                  <a:pt x="1286171" y="48141"/>
                </a:lnTo>
                <a:lnTo>
                  <a:pt x="1286226" y="48556"/>
                </a:lnTo>
                <a:lnTo>
                  <a:pt x="1286277" y="48985"/>
                </a:lnTo>
                <a:lnTo>
                  <a:pt x="1286324" y="49428"/>
                </a:lnTo>
                <a:lnTo>
                  <a:pt x="1286367" y="49885"/>
                </a:lnTo>
                <a:lnTo>
                  <a:pt x="1286406" y="50356"/>
                </a:lnTo>
                <a:lnTo>
                  <a:pt x="1286440" y="50841"/>
                </a:lnTo>
                <a:lnTo>
                  <a:pt x="1286471" y="51341"/>
                </a:lnTo>
                <a:lnTo>
                  <a:pt x="1286498" y="51855"/>
                </a:lnTo>
                <a:lnTo>
                  <a:pt x="1286520" y="52382"/>
                </a:lnTo>
                <a:lnTo>
                  <a:pt x="1286538" y="52924"/>
                </a:lnTo>
                <a:lnTo>
                  <a:pt x="1286553" y="53480"/>
                </a:lnTo>
                <a:lnTo>
                  <a:pt x="1286563" y="54050"/>
                </a:lnTo>
                <a:lnTo>
                  <a:pt x="1286569" y="54635"/>
                </a:lnTo>
                <a:lnTo>
                  <a:pt x="1286571" y="55233"/>
                </a:lnTo>
                <a:lnTo>
                  <a:pt x="1286571" y="100240"/>
                </a:lnTo>
                <a:lnTo>
                  <a:pt x="1298613" y="100240"/>
                </a:lnTo>
                <a:lnTo>
                  <a:pt x="1298613" y="51197"/>
                </a:lnTo>
                <a:lnTo>
                  <a:pt x="1298604" y="50187"/>
                </a:lnTo>
                <a:lnTo>
                  <a:pt x="1298574" y="49200"/>
                </a:lnTo>
                <a:lnTo>
                  <a:pt x="1298524" y="48235"/>
                </a:lnTo>
                <a:lnTo>
                  <a:pt x="1298455" y="47292"/>
                </a:lnTo>
                <a:lnTo>
                  <a:pt x="1298365" y="46371"/>
                </a:lnTo>
                <a:lnTo>
                  <a:pt x="1298256" y="45472"/>
                </a:lnTo>
                <a:lnTo>
                  <a:pt x="1298127" y="44595"/>
                </a:lnTo>
                <a:lnTo>
                  <a:pt x="1297978" y="43740"/>
                </a:lnTo>
                <a:lnTo>
                  <a:pt x="1297809" y="42907"/>
                </a:lnTo>
                <a:lnTo>
                  <a:pt x="1297621" y="42097"/>
                </a:lnTo>
                <a:lnTo>
                  <a:pt x="1297412" y="41308"/>
                </a:lnTo>
                <a:lnTo>
                  <a:pt x="1297184" y="40542"/>
                </a:lnTo>
                <a:lnTo>
                  <a:pt x="1296936" y="39797"/>
                </a:lnTo>
                <a:lnTo>
                  <a:pt x="1296668" y="39075"/>
                </a:lnTo>
                <a:lnTo>
                  <a:pt x="1296380" y="38375"/>
                </a:lnTo>
                <a:lnTo>
                  <a:pt x="1296072" y="37697"/>
                </a:lnTo>
                <a:lnTo>
                  <a:pt x="1295744" y="37040"/>
                </a:lnTo>
                <a:lnTo>
                  <a:pt x="1295397" y="36406"/>
                </a:lnTo>
                <a:lnTo>
                  <a:pt x="1295030" y="35794"/>
                </a:lnTo>
                <a:lnTo>
                  <a:pt x="1294642" y="35205"/>
                </a:lnTo>
                <a:lnTo>
                  <a:pt x="1294235" y="34637"/>
                </a:lnTo>
                <a:lnTo>
                  <a:pt x="1293808" y="34091"/>
                </a:lnTo>
                <a:lnTo>
                  <a:pt x="1293362" y="33567"/>
                </a:lnTo>
                <a:lnTo>
                  <a:pt x="1292895" y="33066"/>
                </a:lnTo>
                <a:lnTo>
                  <a:pt x="1292410" y="32585"/>
                </a:lnTo>
                <a:lnTo>
                  <a:pt x="1291908" y="32126"/>
                </a:lnTo>
                <a:lnTo>
                  <a:pt x="1291389" y="31686"/>
                </a:lnTo>
                <a:lnTo>
                  <a:pt x="1290853" y="31267"/>
                </a:lnTo>
                <a:lnTo>
                  <a:pt x="1290299" y="30869"/>
                </a:lnTo>
                <a:lnTo>
                  <a:pt x="1289729" y="30490"/>
                </a:lnTo>
                <a:lnTo>
                  <a:pt x="1289142" y="30133"/>
                </a:lnTo>
                <a:lnTo>
                  <a:pt x="1288537" y="29795"/>
                </a:lnTo>
                <a:lnTo>
                  <a:pt x="1287916" y="29479"/>
                </a:lnTo>
                <a:lnTo>
                  <a:pt x="1287277" y="29182"/>
                </a:lnTo>
                <a:lnTo>
                  <a:pt x="1286622" y="28906"/>
                </a:lnTo>
                <a:lnTo>
                  <a:pt x="1285949" y="28651"/>
                </a:lnTo>
                <a:lnTo>
                  <a:pt x="1285259" y="28416"/>
                </a:lnTo>
                <a:lnTo>
                  <a:pt x="1284552" y="28201"/>
                </a:lnTo>
                <a:lnTo>
                  <a:pt x="1283829" y="28007"/>
                </a:lnTo>
                <a:lnTo>
                  <a:pt x="1283088" y="27833"/>
                </a:lnTo>
                <a:lnTo>
                  <a:pt x="1282330" y="27680"/>
                </a:lnTo>
                <a:lnTo>
                  <a:pt x="1281555" y="27547"/>
                </a:lnTo>
                <a:lnTo>
                  <a:pt x="1280763" y="27435"/>
                </a:lnTo>
                <a:lnTo>
                  <a:pt x="1279954" y="27343"/>
                </a:lnTo>
                <a:lnTo>
                  <a:pt x="1279128" y="27271"/>
                </a:lnTo>
                <a:lnTo>
                  <a:pt x="1278285" y="27220"/>
                </a:lnTo>
                <a:lnTo>
                  <a:pt x="1277424" y="27189"/>
                </a:lnTo>
                <a:lnTo>
                  <a:pt x="1276547" y="27179"/>
                </a:lnTo>
                <a:lnTo>
                  <a:pt x="1275424" y="27201"/>
                </a:lnTo>
                <a:lnTo>
                  <a:pt x="1274318" y="27266"/>
                </a:lnTo>
                <a:lnTo>
                  <a:pt x="1273230" y="27375"/>
                </a:lnTo>
                <a:lnTo>
                  <a:pt x="1272159" y="27527"/>
                </a:lnTo>
                <a:lnTo>
                  <a:pt x="1271107" y="27722"/>
                </a:lnTo>
                <a:lnTo>
                  <a:pt x="1270072" y="27961"/>
                </a:lnTo>
                <a:lnTo>
                  <a:pt x="1269055" y="28244"/>
                </a:lnTo>
                <a:lnTo>
                  <a:pt x="1268056" y="28570"/>
                </a:lnTo>
                <a:lnTo>
                  <a:pt x="1267074" y="28939"/>
                </a:lnTo>
                <a:lnTo>
                  <a:pt x="1266110" y="29352"/>
                </a:lnTo>
                <a:lnTo>
                  <a:pt x="1265164" y="29808"/>
                </a:lnTo>
                <a:lnTo>
                  <a:pt x="1264236" y="30308"/>
                </a:lnTo>
                <a:lnTo>
                  <a:pt x="1263325" y="30851"/>
                </a:lnTo>
                <a:lnTo>
                  <a:pt x="1262432" y="31437"/>
                </a:lnTo>
                <a:lnTo>
                  <a:pt x="1261557" y="32067"/>
                </a:lnTo>
                <a:lnTo>
                  <a:pt x="1260700" y="32741"/>
                </a:lnTo>
                <a:lnTo>
                  <a:pt x="1259861" y="33458"/>
                </a:lnTo>
                <a:lnTo>
                  <a:pt x="1259039" y="34218"/>
                </a:lnTo>
                <a:lnTo>
                  <a:pt x="1258235" y="35022"/>
                </a:lnTo>
                <a:lnTo>
                  <a:pt x="1257448" y="35869"/>
                </a:lnTo>
                <a:lnTo>
                  <a:pt x="1256680" y="36760"/>
                </a:lnTo>
                <a:lnTo>
                  <a:pt x="1255929" y="37694"/>
                </a:lnTo>
                <a:lnTo>
                  <a:pt x="1255196" y="38671"/>
                </a:lnTo>
                <a:lnTo>
                  <a:pt x="1254481" y="39692"/>
                </a:lnTo>
                <a:lnTo>
                  <a:pt x="1254302" y="39204"/>
                </a:lnTo>
                <a:lnTo>
                  <a:pt x="1254112" y="38724"/>
                </a:lnTo>
                <a:lnTo>
                  <a:pt x="1253913" y="38253"/>
                </a:lnTo>
                <a:lnTo>
                  <a:pt x="1253703" y="37792"/>
                </a:lnTo>
                <a:lnTo>
                  <a:pt x="1253482" y="37340"/>
                </a:lnTo>
                <a:lnTo>
                  <a:pt x="1253251" y="36896"/>
                </a:lnTo>
                <a:lnTo>
                  <a:pt x="1253010" y="36462"/>
                </a:lnTo>
                <a:lnTo>
                  <a:pt x="1252758" y="36037"/>
                </a:lnTo>
                <a:lnTo>
                  <a:pt x="1252496" y="35621"/>
                </a:lnTo>
                <a:lnTo>
                  <a:pt x="1252223" y="35214"/>
                </a:lnTo>
                <a:lnTo>
                  <a:pt x="1251940" y="34817"/>
                </a:lnTo>
                <a:lnTo>
                  <a:pt x="1251647" y="34428"/>
                </a:lnTo>
                <a:lnTo>
                  <a:pt x="1251343" y="34049"/>
                </a:lnTo>
                <a:lnTo>
                  <a:pt x="1251029" y="33678"/>
                </a:lnTo>
                <a:lnTo>
                  <a:pt x="1250705" y="33317"/>
                </a:lnTo>
                <a:lnTo>
                  <a:pt x="1250370" y="32965"/>
                </a:lnTo>
                <a:lnTo>
                  <a:pt x="1250024" y="32622"/>
                </a:lnTo>
                <a:lnTo>
                  <a:pt x="1249669" y="32288"/>
                </a:lnTo>
                <a:lnTo>
                  <a:pt x="1249302" y="31963"/>
                </a:lnTo>
                <a:lnTo>
                  <a:pt x="1248926" y="31647"/>
                </a:lnTo>
                <a:lnTo>
                  <a:pt x="1248539" y="31341"/>
                </a:lnTo>
                <a:lnTo>
                  <a:pt x="1248142" y="31043"/>
                </a:lnTo>
                <a:lnTo>
                  <a:pt x="1247734" y="30755"/>
                </a:lnTo>
                <a:lnTo>
                  <a:pt x="1247316" y="30476"/>
                </a:lnTo>
                <a:lnTo>
                  <a:pt x="1246888" y="30207"/>
                </a:lnTo>
                <a:lnTo>
                  <a:pt x="1246450" y="29949"/>
                </a:lnTo>
                <a:lnTo>
                  <a:pt x="1246002" y="29703"/>
                </a:lnTo>
                <a:lnTo>
                  <a:pt x="1245544" y="29468"/>
                </a:lnTo>
                <a:lnTo>
                  <a:pt x="1245076" y="29245"/>
                </a:lnTo>
                <a:lnTo>
                  <a:pt x="1244598" y="29033"/>
                </a:lnTo>
                <a:lnTo>
                  <a:pt x="1244110" y="28833"/>
                </a:lnTo>
                <a:lnTo>
                  <a:pt x="1243612" y="28644"/>
                </a:lnTo>
                <a:lnTo>
                  <a:pt x="1243105" y="28467"/>
                </a:lnTo>
                <a:lnTo>
                  <a:pt x="1242587" y="28301"/>
                </a:lnTo>
                <a:lnTo>
                  <a:pt x="1242059" y="28146"/>
                </a:lnTo>
                <a:lnTo>
                  <a:pt x="1241522" y="28003"/>
                </a:lnTo>
                <a:lnTo>
                  <a:pt x="1240975" y="27872"/>
                </a:lnTo>
                <a:lnTo>
                  <a:pt x="1240417" y="27752"/>
                </a:lnTo>
                <a:lnTo>
                  <a:pt x="1239850" y="27643"/>
                </a:lnTo>
                <a:lnTo>
                  <a:pt x="1239273" y="27546"/>
                </a:lnTo>
                <a:lnTo>
                  <a:pt x="1238686" y="27460"/>
                </a:lnTo>
                <a:lnTo>
                  <a:pt x="1238089" y="27385"/>
                </a:lnTo>
                <a:lnTo>
                  <a:pt x="1237482" y="27322"/>
                </a:lnTo>
                <a:lnTo>
                  <a:pt x="1236865" y="27271"/>
                </a:lnTo>
                <a:lnTo>
                  <a:pt x="1236238" y="27231"/>
                </a:lnTo>
                <a:lnTo>
                  <a:pt x="1235602" y="27202"/>
                </a:lnTo>
                <a:lnTo>
                  <a:pt x="1234955" y="27185"/>
                </a:lnTo>
                <a:lnTo>
                  <a:pt x="1234298" y="27179"/>
                </a:lnTo>
                <a:lnTo>
                  <a:pt x="1233707" y="27185"/>
                </a:lnTo>
                <a:lnTo>
                  <a:pt x="1233120" y="27201"/>
                </a:lnTo>
                <a:lnTo>
                  <a:pt x="1232540" y="27229"/>
                </a:lnTo>
                <a:lnTo>
                  <a:pt x="1231964" y="27268"/>
                </a:lnTo>
                <a:lnTo>
                  <a:pt x="1231394" y="27318"/>
                </a:lnTo>
                <a:lnTo>
                  <a:pt x="1230829" y="27379"/>
                </a:lnTo>
                <a:lnTo>
                  <a:pt x="1230270" y="27451"/>
                </a:lnTo>
                <a:lnTo>
                  <a:pt x="1229716" y="27534"/>
                </a:lnTo>
                <a:lnTo>
                  <a:pt x="1229167" y="27629"/>
                </a:lnTo>
                <a:lnTo>
                  <a:pt x="1228624" y="27734"/>
                </a:lnTo>
                <a:lnTo>
                  <a:pt x="1228086" y="27851"/>
                </a:lnTo>
                <a:lnTo>
                  <a:pt x="1227554" y="27978"/>
                </a:lnTo>
                <a:lnTo>
                  <a:pt x="1227027" y="28117"/>
                </a:lnTo>
                <a:lnTo>
                  <a:pt x="1226505" y="28267"/>
                </a:lnTo>
                <a:lnTo>
                  <a:pt x="1225989" y="28427"/>
                </a:lnTo>
                <a:lnTo>
                  <a:pt x="1225478" y="28599"/>
                </a:lnTo>
                <a:lnTo>
                  <a:pt x="1224972" y="28783"/>
                </a:lnTo>
                <a:lnTo>
                  <a:pt x="1224472" y="28977"/>
                </a:lnTo>
                <a:lnTo>
                  <a:pt x="1223977" y="29182"/>
                </a:lnTo>
                <a:lnTo>
                  <a:pt x="1223488" y="29398"/>
                </a:lnTo>
                <a:lnTo>
                  <a:pt x="1223003" y="29626"/>
                </a:lnTo>
                <a:lnTo>
                  <a:pt x="1222525" y="29864"/>
                </a:lnTo>
                <a:lnTo>
                  <a:pt x="1222051" y="30114"/>
                </a:lnTo>
                <a:lnTo>
                  <a:pt x="1221583" y="30375"/>
                </a:lnTo>
                <a:lnTo>
                  <a:pt x="1221122" y="30645"/>
                </a:lnTo>
                <a:lnTo>
                  <a:pt x="1220668" y="30922"/>
                </a:lnTo>
                <a:lnTo>
                  <a:pt x="1220222" y="31206"/>
                </a:lnTo>
                <a:lnTo>
                  <a:pt x="1219784" y="31497"/>
                </a:lnTo>
                <a:lnTo>
                  <a:pt x="1219353" y="31795"/>
                </a:lnTo>
                <a:lnTo>
                  <a:pt x="1218930" y="32101"/>
                </a:lnTo>
                <a:lnTo>
                  <a:pt x="1218515" y="32413"/>
                </a:lnTo>
                <a:lnTo>
                  <a:pt x="1218107" y="32733"/>
                </a:lnTo>
                <a:lnTo>
                  <a:pt x="1217708" y="33060"/>
                </a:lnTo>
                <a:lnTo>
                  <a:pt x="1217315" y="33394"/>
                </a:lnTo>
                <a:lnTo>
                  <a:pt x="1216931" y="33735"/>
                </a:lnTo>
                <a:lnTo>
                  <a:pt x="1216554" y="34083"/>
                </a:lnTo>
                <a:lnTo>
                  <a:pt x="1216185" y="34439"/>
                </a:lnTo>
                <a:lnTo>
                  <a:pt x="1215824" y="34801"/>
                </a:lnTo>
                <a:lnTo>
                  <a:pt x="1215471" y="35171"/>
                </a:lnTo>
                <a:lnTo>
                  <a:pt x="1215125" y="35548"/>
                </a:lnTo>
                <a:lnTo>
                  <a:pt x="1214787" y="35931"/>
                </a:lnTo>
                <a:lnTo>
                  <a:pt x="1214456" y="36322"/>
                </a:lnTo>
                <a:lnTo>
                  <a:pt x="1214134" y="36720"/>
                </a:lnTo>
                <a:lnTo>
                  <a:pt x="1213819" y="37126"/>
                </a:lnTo>
                <a:lnTo>
                  <a:pt x="1213511" y="37538"/>
                </a:lnTo>
                <a:lnTo>
                  <a:pt x="1213212" y="37958"/>
                </a:lnTo>
                <a:lnTo>
                  <a:pt x="1212920" y="38384"/>
                </a:lnTo>
                <a:lnTo>
                  <a:pt x="1212636" y="38818"/>
                </a:lnTo>
                <a:lnTo>
                  <a:pt x="1212636" y="28794"/>
                </a:lnTo>
                <a:lnTo>
                  <a:pt x="1201804" y="28794"/>
                </a:lnTo>
                <a:lnTo>
                  <a:pt x="1201804" y="100240"/>
                </a:lnTo>
                <a:lnTo>
                  <a:pt x="1213914" y="100240"/>
                </a:lnTo>
                <a:lnTo>
                  <a:pt x="1213914" y="63172"/>
                </a:lnTo>
                <a:lnTo>
                  <a:pt x="1213917" y="62367"/>
                </a:lnTo>
                <a:lnTo>
                  <a:pt x="1213927" y="61577"/>
                </a:lnTo>
                <a:lnTo>
                  <a:pt x="1213944" y="60804"/>
                </a:lnTo>
                <a:close/>
                <a:moveTo>
                  <a:pt x="1665781" y="57927"/>
                </a:moveTo>
                <a:lnTo>
                  <a:pt x="1665850" y="56891"/>
                </a:lnTo>
                <a:lnTo>
                  <a:pt x="1665937" y="55885"/>
                </a:lnTo>
                <a:lnTo>
                  <a:pt x="1666045" y="54909"/>
                </a:lnTo>
                <a:lnTo>
                  <a:pt x="1666171" y="53964"/>
                </a:lnTo>
                <a:lnTo>
                  <a:pt x="1666318" y="53050"/>
                </a:lnTo>
                <a:lnTo>
                  <a:pt x="1666483" y="52167"/>
                </a:lnTo>
                <a:lnTo>
                  <a:pt x="1666669" y="51314"/>
                </a:lnTo>
                <a:lnTo>
                  <a:pt x="1666874" y="50491"/>
                </a:lnTo>
                <a:lnTo>
                  <a:pt x="1667098" y="49700"/>
                </a:lnTo>
                <a:lnTo>
                  <a:pt x="1667342" y="48938"/>
                </a:lnTo>
                <a:lnTo>
                  <a:pt x="1667605" y="48208"/>
                </a:lnTo>
                <a:lnTo>
                  <a:pt x="1667888" y="47508"/>
                </a:lnTo>
                <a:lnTo>
                  <a:pt x="1668190" y="46839"/>
                </a:lnTo>
                <a:lnTo>
                  <a:pt x="1668512" y="46200"/>
                </a:lnTo>
                <a:lnTo>
                  <a:pt x="1668853" y="45592"/>
                </a:lnTo>
                <a:lnTo>
                  <a:pt x="1669214" y="45014"/>
                </a:lnTo>
                <a:lnTo>
                  <a:pt x="1669595" y="44467"/>
                </a:lnTo>
                <a:lnTo>
                  <a:pt x="1669994" y="43951"/>
                </a:lnTo>
                <a:lnTo>
                  <a:pt x="1670414" y="43465"/>
                </a:lnTo>
                <a:lnTo>
                  <a:pt x="1670853" y="43010"/>
                </a:lnTo>
                <a:lnTo>
                  <a:pt x="1671311" y="42585"/>
                </a:lnTo>
                <a:lnTo>
                  <a:pt x="1671783" y="42185"/>
                </a:lnTo>
                <a:lnTo>
                  <a:pt x="1672262" y="41801"/>
                </a:lnTo>
                <a:lnTo>
                  <a:pt x="1672748" y="41434"/>
                </a:lnTo>
                <a:lnTo>
                  <a:pt x="1673242" y="41085"/>
                </a:lnTo>
                <a:lnTo>
                  <a:pt x="1673744" y="40752"/>
                </a:lnTo>
                <a:lnTo>
                  <a:pt x="1674252" y="40437"/>
                </a:lnTo>
                <a:lnTo>
                  <a:pt x="1674768" y="40138"/>
                </a:lnTo>
                <a:lnTo>
                  <a:pt x="1675291" y="39857"/>
                </a:lnTo>
                <a:lnTo>
                  <a:pt x="1675822" y="39593"/>
                </a:lnTo>
                <a:lnTo>
                  <a:pt x="1676360" y="39345"/>
                </a:lnTo>
                <a:lnTo>
                  <a:pt x="1676905" y="39115"/>
                </a:lnTo>
                <a:lnTo>
                  <a:pt x="1677458" y="38902"/>
                </a:lnTo>
                <a:lnTo>
                  <a:pt x="1678018" y="38706"/>
                </a:lnTo>
                <a:lnTo>
                  <a:pt x="1678586" y="38527"/>
                </a:lnTo>
                <a:lnTo>
                  <a:pt x="1679161" y="38365"/>
                </a:lnTo>
                <a:lnTo>
                  <a:pt x="1679743" y="38220"/>
                </a:lnTo>
                <a:lnTo>
                  <a:pt x="1680332" y="38092"/>
                </a:lnTo>
                <a:lnTo>
                  <a:pt x="1680929" y="37981"/>
                </a:lnTo>
                <a:lnTo>
                  <a:pt x="1681533" y="37887"/>
                </a:lnTo>
                <a:lnTo>
                  <a:pt x="1682145" y="37811"/>
                </a:lnTo>
                <a:lnTo>
                  <a:pt x="1682764" y="37751"/>
                </a:lnTo>
                <a:lnTo>
                  <a:pt x="1683390" y="37708"/>
                </a:lnTo>
                <a:lnTo>
                  <a:pt x="1684024" y="37683"/>
                </a:lnTo>
                <a:lnTo>
                  <a:pt x="1684665" y="37674"/>
                </a:lnTo>
                <a:lnTo>
                  <a:pt x="1685067" y="37678"/>
                </a:lnTo>
                <a:lnTo>
                  <a:pt x="1685464" y="37689"/>
                </a:lnTo>
                <a:lnTo>
                  <a:pt x="1685857" y="37708"/>
                </a:lnTo>
                <a:lnTo>
                  <a:pt x="1686245" y="37735"/>
                </a:lnTo>
                <a:lnTo>
                  <a:pt x="1686629" y="37769"/>
                </a:lnTo>
                <a:lnTo>
                  <a:pt x="1687009" y="37811"/>
                </a:lnTo>
                <a:lnTo>
                  <a:pt x="1687385" y="37860"/>
                </a:lnTo>
                <a:lnTo>
                  <a:pt x="1687756" y="37917"/>
                </a:lnTo>
                <a:lnTo>
                  <a:pt x="1688123" y="37982"/>
                </a:lnTo>
                <a:lnTo>
                  <a:pt x="1688486" y="38054"/>
                </a:lnTo>
                <a:lnTo>
                  <a:pt x="1688844" y="38133"/>
                </a:lnTo>
                <a:lnTo>
                  <a:pt x="1689198" y="38221"/>
                </a:lnTo>
                <a:lnTo>
                  <a:pt x="1689547" y="38316"/>
                </a:lnTo>
                <a:lnTo>
                  <a:pt x="1689893" y="38418"/>
                </a:lnTo>
                <a:lnTo>
                  <a:pt x="1690234" y="38528"/>
                </a:lnTo>
                <a:lnTo>
                  <a:pt x="1690570" y="38646"/>
                </a:lnTo>
                <a:lnTo>
                  <a:pt x="1690903" y="38771"/>
                </a:lnTo>
                <a:lnTo>
                  <a:pt x="1691231" y="38904"/>
                </a:lnTo>
                <a:lnTo>
                  <a:pt x="1691554" y="39044"/>
                </a:lnTo>
                <a:lnTo>
                  <a:pt x="1691874" y="39193"/>
                </a:lnTo>
                <a:lnTo>
                  <a:pt x="1692189" y="39348"/>
                </a:lnTo>
                <a:lnTo>
                  <a:pt x="1692500" y="39511"/>
                </a:lnTo>
                <a:lnTo>
                  <a:pt x="1692806" y="39682"/>
                </a:lnTo>
                <a:lnTo>
                  <a:pt x="1693108" y="39861"/>
                </a:lnTo>
                <a:lnTo>
                  <a:pt x="1693404" y="40045"/>
                </a:lnTo>
                <a:lnTo>
                  <a:pt x="1693693" y="40235"/>
                </a:lnTo>
                <a:lnTo>
                  <a:pt x="1693974" y="40430"/>
                </a:lnTo>
                <a:lnTo>
                  <a:pt x="1694247" y="40631"/>
                </a:lnTo>
                <a:lnTo>
                  <a:pt x="1694513" y="40836"/>
                </a:lnTo>
                <a:lnTo>
                  <a:pt x="1694771" y="41046"/>
                </a:lnTo>
                <a:lnTo>
                  <a:pt x="1695022" y="41262"/>
                </a:lnTo>
                <a:lnTo>
                  <a:pt x="1695265" y="41483"/>
                </a:lnTo>
                <a:lnTo>
                  <a:pt x="1695500" y="41709"/>
                </a:lnTo>
                <a:lnTo>
                  <a:pt x="1695728" y="41940"/>
                </a:lnTo>
                <a:lnTo>
                  <a:pt x="1695948" y="42176"/>
                </a:lnTo>
                <a:lnTo>
                  <a:pt x="1696161" y="42417"/>
                </a:lnTo>
                <a:lnTo>
                  <a:pt x="1696366" y="42664"/>
                </a:lnTo>
                <a:lnTo>
                  <a:pt x="1696563" y="42915"/>
                </a:lnTo>
                <a:lnTo>
                  <a:pt x="1696753" y="43172"/>
                </a:lnTo>
                <a:lnTo>
                  <a:pt x="1696935" y="43434"/>
                </a:lnTo>
                <a:lnTo>
                  <a:pt x="1697110" y="43701"/>
                </a:lnTo>
                <a:lnTo>
                  <a:pt x="1697277" y="43973"/>
                </a:lnTo>
                <a:lnTo>
                  <a:pt x="1697437" y="44250"/>
                </a:lnTo>
                <a:lnTo>
                  <a:pt x="1697589" y="44533"/>
                </a:lnTo>
                <a:lnTo>
                  <a:pt x="1697733" y="44820"/>
                </a:lnTo>
                <a:lnTo>
                  <a:pt x="1697870" y="45113"/>
                </a:lnTo>
                <a:lnTo>
                  <a:pt x="1697999" y="45411"/>
                </a:lnTo>
                <a:lnTo>
                  <a:pt x="1698120" y="45714"/>
                </a:lnTo>
                <a:lnTo>
                  <a:pt x="1698235" y="46026"/>
                </a:lnTo>
                <a:lnTo>
                  <a:pt x="1698346" y="46351"/>
                </a:lnTo>
                <a:lnTo>
                  <a:pt x="1698451" y="46689"/>
                </a:lnTo>
                <a:lnTo>
                  <a:pt x="1698552" y="47039"/>
                </a:lnTo>
                <a:lnTo>
                  <a:pt x="1698648" y="47403"/>
                </a:lnTo>
                <a:lnTo>
                  <a:pt x="1698738" y="47780"/>
                </a:lnTo>
                <a:lnTo>
                  <a:pt x="1698824" y="48170"/>
                </a:lnTo>
                <a:lnTo>
                  <a:pt x="1698905" y="48573"/>
                </a:lnTo>
                <a:lnTo>
                  <a:pt x="1698981" y="48989"/>
                </a:lnTo>
                <a:lnTo>
                  <a:pt x="1699052" y="49417"/>
                </a:lnTo>
                <a:lnTo>
                  <a:pt x="1699118" y="49859"/>
                </a:lnTo>
                <a:lnTo>
                  <a:pt x="1699180" y="50314"/>
                </a:lnTo>
                <a:lnTo>
                  <a:pt x="1699236" y="50781"/>
                </a:lnTo>
                <a:lnTo>
                  <a:pt x="1699288" y="51262"/>
                </a:lnTo>
                <a:lnTo>
                  <a:pt x="1699334" y="51755"/>
                </a:lnTo>
                <a:lnTo>
                  <a:pt x="1699376" y="52262"/>
                </a:lnTo>
                <a:lnTo>
                  <a:pt x="1699413" y="52781"/>
                </a:lnTo>
                <a:lnTo>
                  <a:pt x="1699445" y="53314"/>
                </a:lnTo>
                <a:lnTo>
                  <a:pt x="1699472" y="53859"/>
                </a:lnTo>
                <a:lnTo>
                  <a:pt x="1699494" y="54417"/>
                </a:lnTo>
                <a:lnTo>
                  <a:pt x="1699511" y="54989"/>
                </a:lnTo>
                <a:lnTo>
                  <a:pt x="1699523" y="55573"/>
                </a:lnTo>
                <a:lnTo>
                  <a:pt x="1699530" y="56170"/>
                </a:lnTo>
                <a:lnTo>
                  <a:pt x="1699533" y="56780"/>
                </a:lnTo>
                <a:lnTo>
                  <a:pt x="1699533" y="100240"/>
                </a:lnTo>
                <a:lnTo>
                  <a:pt x="1711643" y="100240"/>
                </a:lnTo>
                <a:lnTo>
                  <a:pt x="1711643" y="56309"/>
                </a:lnTo>
                <a:lnTo>
                  <a:pt x="1711641" y="55617"/>
                </a:lnTo>
                <a:lnTo>
                  <a:pt x="1711638" y="54943"/>
                </a:lnTo>
                <a:lnTo>
                  <a:pt x="1711632" y="54286"/>
                </a:lnTo>
                <a:lnTo>
                  <a:pt x="1711624" y="53646"/>
                </a:lnTo>
                <a:lnTo>
                  <a:pt x="1711613" y="53025"/>
                </a:lnTo>
                <a:lnTo>
                  <a:pt x="1711600" y="52420"/>
                </a:lnTo>
                <a:lnTo>
                  <a:pt x="1711585" y="51833"/>
                </a:lnTo>
                <a:lnTo>
                  <a:pt x="1711568" y="51264"/>
                </a:lnTo>
                <a:lnTo>
                  <a:pt x="1711548" y="50712"/>
                </a:lnTo>
                <a:lnTo>
                  <a:pt x="1711526" y="50178"/>
                </a:lnTo>
                <a:lnTo>
                  <a:pt x="1711501" y="49661"/>
                </a:lnTo>
                <a:lnTo>
                  <a:pt x="1711474" y="49161"/>
                </a:lnTo>
                <a:lnTo>
                  <a:pt x="1711445" y="48680"/>
                </a:lnTo>
                <a:lnTo>
                  <a:pt x="1711414" y="48215"/>
                </a:lnTo>
                <a:lnTo>
                  <a:pt x="1711380" y="47769"/>
                </a:lnTo>
                <a:lnTo>
                  <a:pt x="1711344" y="47339"/>
                </a:lnTo>
                <a:lnTo>
                  <a:pt x="1711305" y="46928"/>
                </a:lnTo>
                <a:lnTo>
                  <a:pt x="1711264" y="46533"/>
                </a:lnTo>
                <a:lnTo>
                  <a:pt x="1711221" y="46157"/>
                </a:lnTo>
                <a:lnTo>
                  <a:pt x="1711175" y="45798"/>
                </a:lnTo>
                <a:lnTo>
                  <a:pt x="1711127" y="45456"/>
                </a:lnTo>
                <a:lnTo>
                  <a:pt x="1711077" y="45132"/>
                </a:lnTo>
                <a:lnTo>
                  <a:pt x="1711025" y="44825"/>
                </a:lnTo>
                <a:lnTo>
                  <a:pt x="1710970" y="44536"/>
                </a:lnTo>
                <a:lnTo>
                  <a:pt x="1710877" y="44107"/>
                </a:lnTo>
                <a:lnTo>
                  <a:pt x="1710779" y="43683"/>
                </a:lnTo>
                <a:lnTo>
                  <a:pt x="1710675" y="43263"/>
                </a:lnTo>
                <a:lnTo>
                  <a:pt x="1710566" y="42849"/>
                </a:lnTo>
                <a:lnTo>
                  <a:pt x="1710451" y="42439"/>
                </a:lnTo>
                <a:lnTo>
                  <a:pt x="1710331" y="42034"/>
                </a:lnTo>
                <a:lnTo>
                  <a:pt x="1710204" y="41635"/>
                </a:lnTo>
                <a:lnTo>
                  <a:pt x="1710073" y="41240"/>
                </a:lnTo>
                <a:lnTo>
                  <a:pt x="1709935" y="40850"/>
                </a:lnTo>
                <a:lnTo>
                  <a:pt x="1709792" y="40465"/>
                </a:lnTo>
                <a:lnTo>
                  <a:pt x="1709644" y="40085"/>
                </a:lnTo>
                <a:lnTo>
                  <a:pt x="1709490" y="39709"/>
                </a:lnTo>
                <a:lnTo>
                  <a:pt x="1709330" y="39339"/>
                </a:lnTo>
                <a:lnTo>
                  <a:pt x="1709165" y="38973"/>
                </a:lnTo>
                <a:lnTo>
                  <a:pt x="1708994" y="38613"/>
                </a:lnTo>
                <a:lnTo>
                  <a:pt x="1708817" y="38257"/>
                </a:lnTo>
                <a:lnTo>
                  <a:pt x="1708635" y="37906"/>
                </a:lnTo>
                <a:lnTo>
                  <a:pt x="1708447" y="37561"/>
                </a:lnTo>
                <a:lnTo>
                  <a:pt x="1708254" y="37220"/>
                </a:lnTo>
                <a:lnTo>
                  <a:pt x="1708054" y="36884"/>
                </a:lnTo>
                <a:lnTo>
                  <a:pt x="1707850" y="36553"/>
                </a:lnTo>
                <a:lnTo>
                  <a:pt x="1707640" y="36226"/>
                </a:lnTo>
                <a:lnTo>
                  <a:pt x="1707424" y="35905"/>
                </a:lnTo>
                <a:lnTo>
                  <a:pt x="1707202" y="35589"/>
                </a:lnTo>
                <a:lnTo>
                  <a:pt x="1706973" y="35277"/>
                </a:lnTo>
                <a:lnTo>
                  <a:pt x="1706735" y="34971"/>
                </a:lnTo>
                <a:lnTo>
                  <a:pt x="1706487" y="34669"/>
                </a:lnTo>
                <a:lnTo>
                  <a:pt x="1706230" y="34373"/>
                </a:lnTo>
                <a:lnTo>
                  <a:pt x="1705963" y="34082"/>
                </a:lnTo>
                <a:lnTo>
                  <a:pt x="1705687" y="33795"/>
                </a:lnTo>
                <a:lnTo>
                  <a:pt x="1705401" y="33514"/>
                </a:lnTo>
                <a:lnTo>
                  <a:pt x="1705106" y="33238"/>
                </a:lnTo>
                <a:lnTo>
                  <a:pt x="1704801" y="32966"/>
                </a:lnTo>
                <a:lnTo>
                  <a:pt x="1704487" y="32700"/>
                </a:lnTo>
                <a:lnTo>
                  <a:pt x="1704163" y="32439"/>
                </a:lnTo>
                <a:lnTo>
                  <a:pt x="1703830" y="32183"/>
                </a:lnTo>
                <a:lnTo>
                  <a:pt x="1703488" y="31932"/>
                </a:lnTo>
                <a:lnTo>
                  <a:pt x="1703136" y="31686"/>
                </a:lnTo>
                <a:lnTo>
                  <a:pt x="1702774" y="31444"/>
                </a:lnTo>
                <a:lnTo>
                  <a:pt x="1702403" y="31208"/>
                </a:lnTo>
                <a:lnTo>
                  <a:pt x="1702023" y="30977"/>
                </a:lnTo>
                <a:lnTo>
                  <a:pt x="1701633" y="30751"/>
                </a:lnTo>
                <a:lnTo>
                  <a:pt x="1701234" y="30530"/>
                </a:lnTo>
                <a:lnTo>
                  <a:pt x="1700825" y="30314"/>
                </a:lnTo>
                <a:lnTo>
                  <a:pt x="1700407" y="30103"/>
                </a:lnTo>
                <a:lnTo>
                  <a:pt x="1699979" y="29897"/>
                </a:lnTo>
                <a:lnTo>
                  <a:pt x="1699542" y="29696"/>
                </a:lnTo>
                <a:lnTo>
                  <a:pt x="1699096" y="29500"/>
                </a:lnTo>
                <a:lnTo>
                  <a:pt x="1698643" y="29311"/>
                </a:lnTo>
                <a:lnTo>
                  <a:pt x="1698186" y="29130"/>
                </a:lnTo>
                <a:lnTo>
                  <a:pt x="1697725" y="28956"/>
                </a:lnTo>
                <a:lnTo>
                  <a:pt x="1697261" y="28791"/>
                </a:lnTo>
                <a:lnTo>
                  <a:pt x="1696794" y="28634"/>
                </a:lnTo>
                <a:lnTo>
                  <a:pt x="1696323" y="28485"/>
                </a:lnTo>
                <a:lnTo>
                  <a:pt x="1695848" y="28344"/>
                </a:lnTo>
                <a:lnTo>
                  <a:pt x="1695369" y="28211"/>
                </a:lnTo>
                <a:lnTo>
                  <a:pt x="1694887" y="28086"/>
                </a:lnTo>
                <a:lnTo>
                  <a:pt x="1694402" y="27969"/>
                </a:lnTo>
                <a:lnTo>
                  <a:pt x="1693912" y="27860"/>
                </a:lnTo>
                <a:lnTo>
                  <a:pt x="1693419" y="27759"/>
                </a:lnTo>
                <a:lnTo>
                  <a:pt x="1692923" y="27667"/>
                </a:lnTo>
                <a:lnTo>
                  <a:pt x="1692423" y="27582"/>
                </a:lnTo>
                <a:lnTo>
                  <a:pt x="1691919" y="27506"/>
                </a:lnTo>
                <a:lnTo>
                  <a:pt x="1691411" y="27437"/>
                </a:lnTo>
                <a:lnTo>
                  <a:pt x="1690900" y="27377"/>
                </a:lnTo>
                <a:lnTo>
                  <a:pt x="1690386" y="27324"/>
                </a:lnTo>
                <a:lnTo>
                  <a:pt x="1689867" y="27280"/>
                </a:lnTo>
                <a:lnTo>
                  <a:pt x="1689345" y="27244"/>
                </a:lnTo>
                <a:lnTo>
                  <a:pt x="1688820" y="27215"/>
                </a:lnTo>
                <a:lnTo>
                  <a:pt x="1688291" y="27195"/>
                </a:lnTo>
                <a:lnTo>
                  <a:pt x="1687758" y="27183"/>
                </a:lnTo>
                <a:lnTo>
                  <a:pt x="1687222" y="27179"/>
                </a:lnTo>
                <a:lnTo>
                  <a:pt x="1685995" y="27200"/>
                </a:lnTo>
                <a:lnTo>
                  <a:pt x="1684792" y="27261"/>
                </a:lnTo>
                <a:lnTo>
                  <a:pt x="1683614" y="27363"/>
                </a:lnTo>
                <a:lnTo>
                  <a:pt x="1682460" y="27506"/>
                </a:lnTo>
                <a:lnTo>
                  <a:pt x="1681330" y="27690"/>
                </a:lnTo>
                <a:lnTo>
                  <a:pt x="1680225" y="27915"/>
                </a:lnTo>
                <a:lnTo>
                  <a:pt x="1679144" y="28181"/>
                </a:lnTo>
                <a:lnTo>
                  <a:pt x="1678087" y="28487"/>
                </a:lnTo>
                <a:lnTo>
                  <a:pt x="1677055" y="28835"/>
                </a:lnTo>
                <a:lnTo>
                  <a:pt x="1676046" y="29223"/>
                </a:lnTo>
                <a:lnTo>
                  <a:pt x="1675062" y="29652"/>
                </a:lnTo>
                <a:lnTo>
                  <a:pt x="1674103" y="30123"/>
                </a:lnTo>
                <a:lnTo>
                  <a:pt x="1673168" y="30634"/>
                </a:lnTo>
                <a:lnTo>
                  <a:pt x="1672257" y="31185"/>
                </a:lnTo>
                <a:lnTo>
                  <a:pt x="1671370" y="31778"/>
                </a:lnTo>
                <a:lnTo>
                  <a:pt x="1670507" y="32412"/>
                </a:lnTo>
                <a:lnTo>
                  <a:pt x="1669669" y="33086"/>
                </a:lnTo>
                <a:lnTo>
                  <a:pt x="1668855" y="33802"/>
                </a:lnTo>
                <a:lnTo>
                  <a:pt x="1668066" y="34558"/>
                </a:lnTo>
                <a:lnTo>
                  <a:pt x="1667301" y="35355"/>
                </a:lnTo>
                <a:lnTo>
                  <a:pt x="1666560" y="36193"/>
                </a:lnTo>
                <a:lnTo>
                  <a:pt x="1665843" y="37072"/>
                </a:lnTo>
                <a:lnTo>
                  <a:pt x="1665151" y="37992"/>
                </a:lnTo>
                <a:lnTo>
                  <a:pt x="1664483" y="38952"/>
                </a:lnTo>
                <a:lnTo>
                  <a:pt x="1664483" y="28794"/>
                </a:lnTo>
                <a:lnTo>
                  <a:pt x="1653584" y="28794"/>
                </a:lnTo>
                <a:lnTo>
                  <a:pt x="1653584" y="100240"/>
                </a:lnTo>
                <a:lnTo>
                  <a:pt x="1665693" y="100240"/>
                </a:lnTo>
                <a:lnTo>
                  <a:pt x="1665693" y="61221"/>
                </a:lnTo>
                <a:lnTo>
                  <a:pt x="1665703" y="60092"/>
                </a:lnTo>
                <a:lnTo>
                  <a:pt x="1665732" y="58994"/>
                </a:lnTo>
                <a:lnTo>
                  <a:pt x="1665781" y="57927"/>
                </a:lnTo>
                <a:close/>
                <a:moveTo>
                  <a:pt x="1172874" y="80139"/>
                </a:moveTo>
                <a:lnTo>
                  <a:pt x="1172607" y="80704"/>
                </a:lnTo>
                <a:lnTo>
                  <a:pt x="1172333" y="81254"/>
                </a:lnTo>
                <a:lnTo>
                  <a:pt x="1172052" y="81789"/>
                </a:lnTo>
                <a:lnTo>
                  <a:pt x="1171765" y="82310"/>
                </a:lnTo>
                <a:lnTo>
                  <a:pt x="1171470" y="82816"/>
                </a:lnTo>
                <a:lnTo>
                  <a:pt x="1171169" y="83308"/>
                </a:lnTo>
                <a:lnTo>
                  <a:pt x="1170862" y="83785"/>
                </a:lnTo>
                <a:lnTo>
                  <a:pt x="1170547" y="84247"/>
                </a:lnTo>
                <a:lnTo>
                  <a:pt x="1170226" y="84695"/>
                </a:lnTo>
                <a:lnTo>
                  <a:pt x="1169898" y="85128"/>
                </a:lnTo>
                <a:lnTo>
                  <a:pt x="1169563" y="85546"/>
                </a:lnTo>
                <a:lnTo>
                  <a:pt x="1169221" y="85950"/>
                </a:lnTo>
                <a:lnTo>
                  <a:pt x="1168873" y="86339"/>
                </a:lnTo>
                <a:lnTo>
                  <a:pt x="1168518" y="86714"/>
                </a:lnTo>
                <a:lnTo>
                  <a:pt x="1168156" y="87074"/>
                </a:lnTo>
                <a:lnTo>
                  <a:pt x="1167787" y="87419"/>
                </a:lnTo>
                <a:lnTo>
                  <a:pt x="1167411" y="87750"/>
                </a:lnTo>
                <a:lnTo>
                  <a:pt x="1167029" y="88067"/>
                </a:lnTo>
                <a:lnTo>
                  <a:pt x="1166640" y="88368"/>
                </a:lnTo>
                <a:lnTo>
                  <a:pt x="1166244" y="88656"/>
                </a:lnTo>
                <a:lnTo>
                  <a:pt x="1165842" y="88932"/>
                </a:lnTo>
                <a:lnTo>
                  <a:pt x="1165432" y="89196"/>
                </a:lnTo>
                <a:lnTo>
                  <a:pt x="1165016" y="89447"/>
                </a:lnTo>
                <a:lnTo>
                  <a:pt x="1164593" y="89686"/>
                </a:lnTo>
                <a:lnTo>
                  <a:pt x="1164163" y="89913"/>
                </a:lnTo>
                <a:lnTo>
                  <a:pt x="1163727" y="90127"/>
                </a:lnTo>
                <a:lnTo>
                  <a:pt x="1163284" y="90329"/>
                </a:lnTo>
                <a:lnTo>
                  <a:pt x="1162834" y="90519"/>
                </a:lnTo>
                <a:lnTo>
                  <a:pt x="1162377" y="90697"/>
                </a:lnTo>
                <a:lnTo>
                  <a:pt x="1161913" y="90862"/>
                </a:lnTo>
                <a:lnTo>
                  <a:pt x="1161443" y="91016"/>
                </a:lnTo>
                <a:lnTo>
                  <a:pt x="1160966" y="91157"/>
                </a:lnTo>
                <a:lnTo>
                  <a:pt x="1160482" y="91285"/>
                </a:lnTo>
                <a:lnTo>
                  <a:pt x="1159991" y="91402"/>
                </a:lnTo>
                <a:lnTo>
                  <a:pt x="1159494" y="91506"/>
                </a:lnTo>
                <a:lnTo>
                  <a:pt x="1158990" y="91598"/>
                </a:lnTo>
                <a:lnTo>
                  <a:pt x="1158479" y="91677"/>
                </a:lnTo>
                <a:lnTo>
                  <a:pt x="1157961" y="91745"/>
                </a:lnTo>
                <a:lnTo>
                  <a:pt x="1157436" y="91800"/>
                </a:lnTo>
                <a:lnTo>
                  <a:pt x="1156905" y="91843"/>
                </a:lnTo>
                <a:lnTo>
                  <a:pt x="1156367" y="91874"/>
                </a:lnTo>
                <a:lnTo>
                  <a:pt x="1155822" y="91892"/>
                </a:lnTo>
                <a:lnTo>
                  <a:pt x="1155271" y="91898"/>
                </a:lnTo>
                <a:lnTo>
                  <a:pt x="1154530" y="91887"/>
                </a:lnTo>
                <a:lnTo>
                  <a:pt x="1153800" y="91855"/>
                </a:lnTo>
                <a:lnTo>
                  <a:pt x="1153080" y="91800"/>
                </a:lnTo>
                <a:lnTo>
                  <a:pt x="1152370" y="91724"/>
                </a:lnTo>
                <a:lnTo>
                  <a:pt x="1151671" y="91626"/>
                </a:lnTo>
                <a:lnTo>
                  <a:pt x="1150982" y="91506"/>
                </a:lnTo>
                <a:lnTo>
                  <a:pt x="1150303" y="91364"/>
                </a:lnTo>
                <a:lnTo>
                  <a:pt x="1149634" y="91201"/>
                </a:lnTo>
                <a:lnTo>
                  <a:pt x="1148976" y="91016"/>
                </a:lnTo>
                <a:lnTo>
                  <a:pt x="1148328" y="90809"/>
                </a:lnTo>
                <a:lnTo>
                  <a:pt x="1147690" y="90580"/>
                </a:lnTo>
                <a:lnTo>
                  <a:pt x="1147063" y="90330"/>
                </a:lnTo>
                <a:lnTo>
                  <a:pt x="1146446" y="90057"/>
                </a:lnTo>
                <a:lnTo>
                  <a:pt x="1145839" y="89763"/>
                </a:lnTo>
                <a:lnTo>
                  <a:pt x="1145242" y="89448"/>
                </a:lnTo>
                <a:lnTo>
                  <a:pt x="1144656" y="89110"/>
                </a:lnTo>
                <a:lnTo>
                  <a:pt x="1144080" y="88750"/>
                </a:lnTo>
                <a:lnTo>
                  <a:pt x="1143514" y="88369"/>
                </a:lnTo>
                <a:lnTo>
                  <a:pt x="1142959" y="87966"/>
                </a:lnTo>
                <a:lnTo>
                  <a:pt x="1142413" y="87542"/>
                </a:lnTo>
                <a:lnTo>
                  <a:pt x="1141879" y="87095"/>
                </a:lnTo>
                <a:lnTo>
                  <a:pt x="1141354" y="86627"/>
                </a:lnTo>
                <a:lnTo>
                  <a:pt x="1140839" y="86137"/>
                </a:lnTo>
                <a:lnTo>
                  <a:pt x="1140335" y="85625"/>
                </a:lnTo>
                <a:lnTo>
                  <a:pt x="1139846" y="85092"/>
                </a:lnTo>
                <a:lnTo>
                  <a:pt x="1139374" y="84541"/>
                </a:lnTo>
                <a:lnTo>
                  <a:pt x="1138922" y="83970"/>
                </a:lnTo>
                <a:lnTo>
                  <a:pt x="1138487" y="83380"/>
                </a:lnTo>
                <a:lnTo>
                  <a:pt x="1138071" y="82771"/>
                </a:lnTo>
                <a:lnTo>
                  <a:pt x="1137674" y="82142"/>
                </a:lnTo>
                <a:lnTo>
                  <a:pt x="1137295" y="81494"/>
                </a:lnTo>
                <a:lnTo>
                  <a:pt x="1136934" y="80828"/>
                </a:lnTo>
                <a:lnTo>
                  <a:pt x="1136592" y="80141"/>
                </a:lnTo>
                <a:lnTo>
                  <a:pt x="1136269" y="79436"/>
                </a:lnTo>
                <a:lnTo>
                  <a:pt x="1135963" y="78712"/>
                </a:lnTo>
                <a:lnTo>
                  <a:pt x="1135677" y="77968"/>
                </a:lnTo>
                <a:lnTo>
                  <a:pt x="1135408" y="77205"/>
                </a:lnTo>
                <a:lnTo>
                  <a:pt x="1135158" y="76423"/>
                </a:lnTo>
                <a:lnTo>
                  <a:pt x="1134927" y="75621"/>
                </a:lnTo>
                <a:lnTo>
                  <a:pt x="1134714" y="74801"/>
                </a:lnTo>
                <a:lnTo>
                  <a:pt x="1134520" y="73961"/>
                </a:lnTo>
                <a:lnTo>
                  <a:pt x="1134344" y="73102"/>
                </a:lnTo>
                <a:lnTo>
                  <a:pt x="1134186" y="72224"/>
                </a:lnTo>
                <a:lnTo>
                  <a:pt x="1134047" y="71326"/>
                </a:lnTo>
                <a:lnTo>
                  <a:pt x="1133926" y="70410"/>
                </a:lnTo>
                <a:lnTo>
                  <a:pt x="1133824" y="69474"/>
                </a:lnTo>
                <a:lnTo>
                  <a:pt x="1133740" y="68519"/>
                </a:lnTo>
                <a:lnTo>
                  <a:pt x="1133675" y="67544"/>
                </a:lnTo>
                <a:lnTo>
                  <a:pt x="1186957" y="67544"/>
                </a:lnTo>
                <a:lnTo>
                  <a:pt x="1186963" y="67367"/>
                </a:lnTo>
                <a:lnTo>
                  <a:pt x="1186968" y="67194"/>
                </a:lnTo>
                <a:lnTo>
                  <a:pt x="1186973" y="67024"/>
                </a:lnTo>
                <a:lnTo>
                  <a:pt x="1186978" y="66858"/>
                </a:lnTo>
                <a:lnTo>
                  <a:pt x="1186982" y="66696"/>
                </a:lnTo>
                <a:lnTo>
                  <a:pt x="1186987" y="66537"/>
                </a:lnTo>
                <a:lnTo>
                  <a:pt x="1186991" y="66382"/>
                </a:lnTo>
                <a:lnTo>
                  <a:pt x="1186995" y="66231"/>
                </a:lnTo>
                <a:lnTo>
                  <a:pt x="1186998" y="66084"/>
                </a:lnTo>
                <a:lnTo>
                  <a:pt x="1187002" y="65940"/>
                </a:lnTo>
                <a:lnTo>
                  <a:pt x="1187005" y="65801"/>
                </a:lnTo>
                <a:lnTo>
                  <a:pt x="1187008" y="65664"/>
                </a:lnTo>
                <a:lnTo>
                  <a:pt x="1187010" y="65532"/>
                </a:lnTo>
                <a:lnTo>
                  <a:pt x="1187013" y="65403"/>
                </a:lnTo>
                <a:lnTo>
                  <a:pt x="1187015" y="65278"/>
                </a:lnTo>
                <a:lnTo>
                  <a:pt x="1187017" y="65157"/>
                </a:lnTo>
                <a:lnTo>
                  <a:pt x="1187019" y="65040"/>
                </a:lnTo>
                <a:lnTo>
                  <a:pt x="1187020" y="64926"/>
                </a:lnTo>
                <a:lnTo>
                  <a:pt x="1187022" y="64816"/>
                </a:lnTo>
                <a:lnTo>
                  <a:pt x="1187023" y="64709"/>
                </a:lnTo>
                <a:lnTo>
                  <a:pt x="1187023" y="64607"/>
                </a:lnTo>
                <a:lnTo>
                  <a:pt x="1187024" y="64508"/>
                </a:lnTo>
                <a:lnTo>
                  <a:pt x="1187024" y="64413"/>
                </a:lnTo>
                <a:lnTo>
                  <a:pt x="1187024" y="64322"/>
                </a:lnTo>
                <a:lnTo>
                  <a:pt x="1187009" y="62863"/>
                </a:lnTo>
                <a:lnTo>
                  <a:pt x="1186961" y="61433"/>
                </a:lnTo>
                <a:lnTo>
                  <a:pt x="1186883" y="60029"/>
                </a:lnTo>
                <a:lnTo>
                  <a:pt x="1186772" y="58654"/>
                </a:lnTo>
                <a:lnTo>
                  <a:pt x="1186630" y="57306"/>
                </a:lnTo>
                <a:lnTo>
                  <a:pt x="1186457" y="55985"/>
                </a:lnTo>
                <a:lnTo>
                  <a:pt x="1186252" y="54692"/>
                </a:lnTo>
                <a:lnTo>
                  <a:pt x="1186015" y="53426"/>
                </a:lnTo>
                <a:lnTo>
                  <a:pt x="1185747" y="52188"/>
                </a:lnTo>
                <a:lnTo>
                  <a:pt x="1185448" y="50978"/>
                </a:lnTo>
                <a:lnTo>
                  <a:pt x="1185117" y="49795"/>
                </a:lnTo>
                <a:lnTo>
                  <a:pt x="1184754" y="48639"/>
                </a:lnTo>
                <a:lnTo>
                  <a:pt x="1184360" y="47511"/>
                </a:lnTo>
                <a:lnTo>
                  <a:pt x="1183934" y="46411"/>
                </a:lnTo>
                <a:lnTo>
                  <a:pt x="1183477" y="45338"/>
                </a:lnTo>
                <a:lnTo>
                  <a:pt x="1182988" y="44292"/>
                </a:lnTo>
                <a:lnTo>
                  <a:pt x="1182468" y="43274"/>
                </a:lnTo>
                <a:lnTo>
                  <a:pt x="1181916" y="42284"/>
                </a:lnTo>
                <a:lnTo>
                  <a:pt x="1181332" y="41321"/>
                </a:lnTo>
                <a:lnTo>
                  <a:pt x="1180717" y="40386"/>
                </a:lnTo>
                <a:lnTo>
                  <a:pt x="1180071" y="39478"/>
                </a:lnTo>
                <a:lnTo>
                  <a:pt x="1179393" y="38597"/>
                </a:lnTo>
                <a:lnTo>
                  <a:pt x="1178683" y="37745"/>
                </a:lnTo>
                <a:lnTo>
                  <a:pt x="1177942" y="36919"/>
                </a:lnTo>
                <a:lnTo>
                  <a:pt x="1177176" y="36125"/>
                </a:lnTo>
                <a:lnTo>
                  <a:pt x="1176392" y="35364"/>
                </a:lnTo>
                <a:lnTo>
                  <a:pt x="1175590" y="34637"/>
                </a:lnTo>
                <a:lnTo>
                  <a:pt x="1174769" y="33943"/>
                </a:lnTo>
                <a:lnTo>
                  <a:pt x="1173930" y="33284"/>
                </a:lnTo>
                <a:lnTo>
                  <a:pt x="1173073" y="32658"/>
                </a:lnTo>
                <a:lnTo>
                  <a:pt x="1172198" y="32066"/>
                </a:lnTo>
                <a:lnTo>
                  <a:pt x="1171304" y="31508"/>
                </a:lnTo>
                <a:lnTo>
                  <a:pt x="1170393" y="30984"/>
                </a:lnTo>
                <a:lnTo>
                  <a:pt x="1169463" y="30494"/>
                </a:lnTo>
                <a:lnTo>
                  <a:pt x="1168515" y="30037"/>
                </a:lnTo>
                <a:lnTo>
                  <a:pt x="1167548" y="29614"/>
                </a:lnTo>
                <a:lnTo>
                  <a:pt x="1166564" y="29225"/>
                </a:lnTo>
                <a:lnTo>
                  <a:pt x="1165561" y="28870"/>
                </a:lnTo>
                <a:lnTo>
                  <a:pt x="1164540" y="28549"/>
                </a:lnTo>
                <a:lnTo>
                  <a:pt x="1163501" y="28261"/>
                </a:lnTo>
                <a:lnTo>
                  <a:pt x="1162443" y="28008"/>
                </a:lnTo>
                <a:lnTo>
                  <a:pt x="1161367" y="27788"/>
                </a:lnTo>
                <a:lnTo>
                  <a:pt x="1160273" y="27602"/>
                </a:lnTo>
                <a:lnTo>
                  <a:pt x="1159161" y="27450"/>
                </a:lnTo>
                <a:lnTo>
                  <a:pt x="1158031" y="27331"/>
                </a:lnTo>
                <a:lnTo>
                  <a:pt x="1156882" y="27247"/>
                </a:lnTo>
                <a:lnTo>
                  <a:pt x="1155716" y="27196"/>
                </a:lnTo>
                <a:lnTo>
                  <a:pt x="1154530" y="27179"/>
                </a:lnTo>
                <a:lnTo>
                  <a:pt x="1153307" y="27197"/>
                </a:lnTo>
                <a:lnTo>
                  <a:pt x="1152102" y="27248"/>
                </a:lnTo>
                <a:lnTo>
                  <a:pt x="1150917" y="27335"/>
                </a:lnTo>
                <a:lnTo>
                  <a:pt x="1149750" y="27456"/>
                </a:lnTo>
                <a:lnTo>
                  <a:pt x="1148603" y="27611"/>
                </a:lnTo>
                <a:lnTo>
                  <a:pt x="1147475" y="27802"/>
                </a:lnTo>
                <a:lnTo>
                  <a:pt x="1146366" y="28026"/>
                </a:lnTo>
                <a:lnTo>
                  <a:pt x="1145276" y="28286"/>
                </a:lnTo>
                <a:lnTo>
                  <a:pt x="1144206" y="28579"/>
                </a:lnTo>
                <a:lnTo>
                  <a:pt x="1143154" y="28908"/>
                </a:lnTo>
                <a:lnTo>
                  <a:pt x="1142122" y="29271"/>
                </a:lnTo>
                <a:lnTo>
                  <a:pt x="1141109" y="29668"/>
                </a:lnTo>
                <a:lnTo>
                  <a:pt x="1140115" y="30101"/>
                </a:lnTo>
                <a:lnTo>
                  <a:pt x="1139140" y="30567"/>
                </a:lnTo>
                <a:lnTo>
                  <a:pt x="1138185" y="31069"/>
                </a:lnTo>
                <a:lnTo>
                  <a:pt x="1137248" y="31604"/>
                </a:lnTo>
                <a:lnTo>
                  <a:pt x="1136331" y="32175"/>
                </a:lnTo>
                <a:lnTo>
                  <a:pt x="1135433" y="32780"/>
                </a:lnTo>
                <a:lnTo>
                  <a:pt x="1134554" y="33419"/>
                </a:lnTo>
                <a:lnTo>
                  <a:pt x="1133694" y="34094"/>
                </a:lnTo>
                <a:lnTo>
                  <a:pt x="1132853" y="34802"/>
                </a:lnTo>
                <a:lnTo>
                  <a:pt x="1132032" y="35546"/>
                </a:lnTo>
                <a:lnTo>
                  <a:pt x="1131229" y="36324"/>
                </a:lnTo>
                <a:lnTo>
                  <a:pt x="1130446" y="37136"/>
                </a:lnTo>
                <a:lnTo>
                  <a:pt x="1129688" y="37980"/>
                </a:lnTo>
                <a:lnTo>
                  <a:pt x="1128963" y="38851"/>
                </a:lnTo>
                <a:lnTo>
                  <a:pt x="1128270" y="39751"/>
                </a:lnTo>
                <a:lnTo>
                  <a:pt x="1127609" y="40679"/>
                </a:lnTo>
                <a:lnTo>
                  <a:pt x="1126981" y="41635"/>
                </a:lnTo>
                <a:lnTo>
                  <a:pt x="1126384" y="42619"/>
                </a:lnTo>
                <a:lnTo>
                  <a:pt x="1125820" y="43631"/>
                </a:lnTo>
                <a:lnTo>
                  <a:pt x="1125288" y="44671"/>
                </a:lnTo>
                <a:lnTo>
                  <a:pt x="1124788" y="45739"/>
                </a:lnTo>
                <a:lnTo>
                  <a:pt x="1124321" y="46835"/>
                </a:lnTo>
                <a:lnTo>
                  <a:pt x="1123886" y="47959"/>
                </a:lnTo>
                <a:lnTo>
                  <a:pt x="1123483" y="49111"/>
                </a:lnTo>
                <a:lnTo>
                  <a:pt x="1123112" y="50291"/>
                </a:lnTo>
                <a:lnTo>
                  <a:pt x="1122774" y="51499"/>
                </a:lnTo>
                <a:lnTo>
                  <a:pt x="1122467" y="52735"/>
                </a:lnTo>
                <a:lnTo>
                  <a:pt x="1122193" y="54000"/>
                </a:lnTo>
                <a:lnTo>
                  <a:pt x="1121952" y="55292"/>
                </a:lnTo>
                <a:lnTo>
                  <a:pt x="1121742" y="56612"/>
                </a:lnTo>
                <a:lnTo>
                  <a:pt x="1121565" y="57960"/>
                </a:lnTo>
                <a:lnTo>
                  <a:pt x="1121420" y="59337"/>
                </a:lnTo>
                <a:lnTo>
                  <a:pt x="1121307" y="60741"/>
                </a:lnTo>
                <a:lnTo>
                  <a:pt x="1121226" y="62174"/>
                </a:lnTo>
                <a:lnTo>
                  <a:pt x="1121178" y="63634"/>
                </a:lnTo>
                <a:lnTo>
                  <a:pt x="1121162" y="65122"/>
                </a:lnTo>
                <a:lnTo>
                  <a:pt x="1121178" y="66561"/>
                </a:lnTo>
                <a:lnTo>
                  <a:pt x="1121226" y="67973"/>
                </a:lnTo>
                <a:lnTo>
                  <a:pt x="1121305" y="69357"/>
                </a:lnTo>
                <a:lnTo>
                  <a:pt x="1121417" y="70715"/>
                </a:lnTo>
                <a:lnTo>
                  <a:pt x="1121561" y="72045"/>
                </a:lnTo>
                <a:lnTo>
                  <a:pt x="1121736" y="73349"/>
                </a:lnTo>
                <a:lnTo>
                  <a:pt x="1121943" y="74626"/>
                </a:lnTo>
                <a:lnTo>
                  <a:pt x="1122182" y="75875"/>
                </a:lnTo>
                <a:lnTo>
                  <a:pt x="1122453" y="77098"/>
                </a:lnTo>
                <a:lnTo>
                  <a:pt x="1122756" y="78294"/>
                </a:lnTo>
                <a:lnTo>
                  <a:pt x="1123091" y="79462"/>
                </a:lnTo>
                <a:lnTo>
                  <a:pt x="1123458" y="80604"/>
                </a:lnTo>
                <a:lnTo>
                  <a:pt x="1123856" y="81719"/>
                </a:lnTo>
                <a:lnTo>
                  <a:pt x="1124287" y="82807"/>
                </a:lnTo>
                <a:lnTo>
                  <a:pt x="1124749" y="83868"/>
                </a:lnTo>
                <a:lnTo>
                  <a:pt x="1125243" y="84901"/>
                </a:lnTo>
                <a:lnTo>
                  <a:pt x="1125769" y="85908"/>
                </a:lnTo>
                <a:lnTo>
                  <a:pt x="1126327" y="86888"/>
                </a:lnTo>
                <a:lnTo>
                  <a:pt x="1126917" y="87841"/>
                </a:lnTo>
                <a:lnTo>
                  <a:pt x="1127539" y="88767"/>
                </a:lnTo>
                <a:lnTo>
                  <a:pt x="1128193" y="89666"/>
                </a:lnTo>
                <a:lnTo>
                  <a:pt x="1128878" y="90538"/>
                </a:lnTo>
                <a:lnTo>
                  <a:pt x="1129596" y="91383"/>
                </a:lnTo>
                <a:lnTo>
                  <a:pt x="1130345" y="92201"/>
                </a:lnTo>
                <a:lnTo>
                  <a:pt x="1131122" y="92989"/>
                </a:lnTo>
                <a:lnTo>
                  <a:pt x="1131921" y="93743"/>
                </a:lnTo>
                <a:lnTo>
                  <a:pt x="1132742" y="94463"/>
                </a:lnTo>
                <a:lnTo>
                  <a:pt x="1133586" y="95151"/>
                </a:lnTo>
                <a:lnTo>
                  <a:pt x="1134453" y="95804"/>
                </a:lnTo>
                <a:lnTo>
                  <a:pt x="1135342" y="96424"/>
                </a:lnTo>
                <a:lnTo>
                  <a:pt x="1136254" y="97011"/>
                </a:lnTo>
                <a:lnTo>
                  <a:pt x="1137188" y="97564"/>
                </a:lnTo>
                <a:lnTo>
                  <a:pt x="1138145" y="98084"/>
                </a:lnTo>
                <a:lnTo>
                  <a:pt x="1139125" y="98570"/>
                </a:lnTo>
                <a:lnTo>
                  <a:pt x="1140127" y="99022"/>
                </a:lnTo>
                <a:lnTo>
                  <a:pt x="1141151" y="99441"/>
                </a:lnTo>
                <a:lnTo>
                  <a:pt x="1142198" y="99827"/>
                </a:lnTo>
                <a:lnTo>
                  <a:pt x="1143268" y="100179"/>
                </a:lnTo>
                <a:lnTo>
                  <a:pt x="1144360" y="100497"/>
                </a:lnTo>
                <a:lnTo>
                  <a:pt x="1145474" y="100782"/>
                </a:lnTo>
                <a:lnTo>
                  <a:pt x="1146612" y="101034"/>
                </a:lnTo>
                <a:lnTo>
                  <a:pt x="1147771" y="101251"/>
                </a:lnTo>
                <a:lnTo>
                  <a:pt x="1148954" y="101436"/>
                </a:lnTo>
                <a:lnTo>
                  <a:pt x="1150159" y="101587"/>
                </a:lnTo>
                <a:lnTo>
                  <a:pt x="1151386" y="101704"/>
                </a:lnTo>
                <a:lnTo>
                  <a:pt x="1152636" y="101788"/>
                </a:lnTo>
                <a:lnTo>
                  <a:pt x="1153908" y="101838"/>
                </a:lnTo>
                <a:lnTo>
                  <a:pt x="1155203" y="101855"/>
                </a:lnTo>
                <a:lnTo>
                  <a:pt x="1156233" y="101844"/>
                </a:lnTo>
                <a:lnTo>
                  <a:pt x="1157247" y="101813"/>
                </a:lnTo>
                <a:lnTo>
                  <a:pt x="1158245" y="101760"/>
                </a:lnTo>
                <a:lnTo>
                  <a:pt x="1159229" y="101686"/>
                </a:lnTo>
                <a:lnTo>
                  <a:pt x="1160196" y="101591"/>
                </a:lnTo>
                <a:lnTo>
                  <a:pt x="1161149" y="101475"/>
                </a:lnTo>
                <a:lnTo>
                  <a:pt x="1162086" y="101338"/>
                </a:lnTo>
                <a:lnTo>
                  <a:pt x="1163007" y="101180"/>
                </a:lnTo>
                <a:lnTo>
                  <a:pt x="1163913" y="101001"/>
                </a:lnTo>
                <a:lnTo>
                  <a:pt x="1164804" y="100801"/>
                </a:lnTo>
                <a:lnTo>
                  <a:pt x="1165679" y="100579"/>
                </a:lnTo>
                <a:lnTo>
                  <a:pt x="1166539" y="100337"/>
                </a:lnTo>
                <a:lnTo>
                  <a:pt x="1167384" y="100073"/>
                </a:lnTo>
                <a:lnTo>
                  <a:pt x="1168213" y="99789"/>
                </a:lnTo>
                <a:lnTo>
                  <a:pt x="1169026" y="99483"/>
                </a:lnTo>
                <a:lnTo>
                  <a:pt x="1169824" y="99156"/>
                </a:lnTo>
                <a:lnTo>
                  <a:pt x="1170607" y="98808"/>
                </a:lnTo>
                <a:lnTo>
                  <a:pt x="1171375" y="98440"/>
                </a:lnTo>
                <a:lnTo>
                  <a:pt x="1172126" y="98050"/>
                </a:lnTo>
                <a:lnTo>
                  <a:pt x="1172863" y="97638"/>
                </a:lnTo>
                <a:lnTo>
                  <a:pt x="1173584" y="97206"/>
                </a:lnTo>
                <a:lnTo>
                  <a:pt x="1174290" y="96753"/>
                </a:lnTo>
                <a:lnTo>
                  <a:pt x="1174980" y="96279"/>
                </a:lnTo>
                <a:lnTo>
                  <a:pt x="1175655" y="95783"/>
                </a:lnTo>
                <a:lnTo>
                  <a:pt x="1176313" y="95269"/>
                </a:lnTo>
                <a:lnTo>
                  <a:pt x="1176954" y="94737"/>
                </a:lnTo>
                <a:lnTo>
                  <a:pt x="1177578" y="94188"/>
                </a:lnTo>
                <a:lnTo>
                  <a:pt x="1178183" y="93622"/>
                </a:lnTo>
                <a:lnTo>
                  <a:pt x="1178772" y="93039"/>
                </a:lnTo>
                <a:lnTo>
                  <a:pt x="1179342" y="92439"/>
                </a:lnTo>
                <a:lnTo>
                  <a:pt x="1179896" y="91821"/>
                </a:lnTo>
                <a:lnTo>
                  <a:pt x="1180431" y="91187"/>
                </a:lnTo>
                <a:lnTo>
                  <a:pt x="1180950" y="90536"/>
                </a:lnTo>
                <a:lnTo>
                  <a:pt x="1181450" y="89867"/>
                </a:lnTo>
                <a:lnTo>
                  <a:pt x="1181934" y="89181"/>
                </a:lnTo>
                <a:lnTo>
                  <a:pt x="1182399" y="88479"/>
                </a:lnTo>
                <a:lnTo>
                  <a:pt x="1182847" y="87759"/>
                </a:lnTo>
                <a:lnTo>
                  <a:pt x="1183278" y="87022"/>
                </a:lnTo>
                <a:lnTo>
                  <a:pt x="1183691" y="86268"/>
                </a:lnTo>
                <a:lnTo>
                  <a:pt x="1184087" y="85497"/>
                </a:lnTo>
                <a:lnTo>
                  <a:pt x="1184465" y="84708"/>
                </a:lnTo>
                <a:lnTo>
                  <a:pt x="1184825" y="83903"/>
                </a:lnTo>
                <a:lnTo>
                  <a:pt x="1185168" y="83081"/>
                </a:lnTo>
                <a:lnTo>
                  <a:pt x="1185494" y="82241"/>
                </a:lnTo>
                <a:lnTo>
                  <a:pt x="1185802" y="81385"/>
                </a:lnTo>
                <a:lnTo>
                  <a:pt x="1186092" y="80511"/>
                </a:lnTo>
                <a:lnTo>
                  <a:pt x="1186365" y="79620"/>
                </a:lnTo>
                <a:lnTo>
                  <a:pt x="1186621" y="78712"/>
                </a:lnTo>
                <a:lnTo>
                  <a:pt x="1174108" y="77098"/>
                </a:lnTo>
                <a:lnTo>
                  <a:pt x="1173874" y="77735"/>
                </a:lnTo>
                <a:lnTo>
                  <a:pt x="1173634" y="78358"/>
                </a:lnTo>
                <a:lnTo>
                  <a:pt x="1173388" y="78966"/>
                </a:lnTo>
                <a:lnTo>
                  <a:pt x="1173134" y="79560"/>
                </a:lnTo>
                <a:lnTo>
                  <a:pt x="1172874" y="80139"/>
                </a:lnTo>
                <a:close/>
                <a:moveTo>
                  <a:pt x="1134821" y="53867"/>
                </a:moveTo>
                <a:lnTo>
                  <a:pt x="1134968" y="53162"/>
                </a:lnTo>
                <a:lnTo>
                  <a:pt x="1135133" y="52471"/>
                </a:lnTo>
                <a:lnTo>
                  <a:pt x="1135316" y="51792"/>
                </a:lnTo>
                <a:lnTo>
                  <a:pt x="1135516" y="51126"/>
                </a:lnTo>
                <a:lnTo>
                  <a:pt x="1135734" y="50473"/>
                </a:lnTo>
                <a:lnTo>
                  <a:pt x="1135970" y="49833"/>
                </a:lnTo>
                <a:lnTo>
                  <a:pt x="1136223" y="49207"/>
                </a:lnTo>
                <a:lnTo>
                  <a:pt x="1136494" y="48593"/>
                </a:lnTo>
                <a:lnTo>
                  <a:pt x="1136783" y="47992"/>
                </a:lnTo>
                <a:lnTo>
                  <a:pt x="1137089" y="47405"/>
                </a:lnTo>
                <a:lnTo>
                  <a:pt x="1137413" y="46830"/>
                </a:lnTo>
                <a:lnTo>
                  <a:pt x="1137754" y="46269"/>
                </a:lnTo>
                <a:lnTo>
                  <a:pt x="1138113" y="45720"/>
                </a:lnTo>
                <a:lnTo>
                  <a:pt x="1138490" y="45185"/>
                </a:lnTo>
                <a:lnTo>
                  <a:pt x="1138884" y="44662"/>
                </a:lnTo>
                <a:lnTo>
                  <a:pt x="1139296" y="44153"/>
                </a:lnTo>
                <a:lnTo>
                  <a:pt x="1139726" y="43657"/>
                </a:lnTo>
                <a:lnTo>
                  <a:pt x="1140173" y="43173"/>
                </a:lnTo>
                <a:lnTo>
                  <a:pt x="1140638" y="42703"/>
                </a:lnTo>
                <a:lnTo>
                  <a:pt x="1141116" y="42249"/>
                </a:lnTo>
                <a:lnTo>
                  <a:pt x="1141604" y="41814"/>
                </a:lnTo>
                <a:lnTo>
                  <a:pt x="1142101" y="41398"/>
                </a:lnTo>
                <a:lnTo>
                  <a:pt x="1142607" y="41002"/>
                </a:lnTo>
                <a:lnTo>
                  <a:pt x="1143122" y="40625"/>
                </a:lnTo>
                <a:lnTo>
                  <a:pt x="1143647" y="40267"/>
                </a:lnTo>
                <a:lnTo>
                  <a:pt x="1144180" y="39929"/>
                </a:lnTo>
                <a:lnTo>
                  <a:pt x="1144723" y="39610"/>
                </a:lnTo>
                <a:lnTo>
                  <a:pt x="1145275" y="39311"/>
                </a:lnTo>
                <a:lnTo>
                  <a:pt x="1145837" y="39030"/>
                </a:lnTo>
                <a:lnTo>
                  <a:pt x="1146407" y="38769"/>
                </a:lnTo>
                <a:lnTo>
                  <a:pt x="1146987" y="38528"/>
                </a:lnTo>
                <a:lnTo>
                  <a:pt x="1147576" y="38305"/>
                </a:lnTo>
                <a:lnTo>
                  <a:pt x="1148175" y="38102"/>
                </a:lnTo>
                <a:lnTo>
                  <a:pt x="1148782" y="37919"/>
                </a:lnTo>
                <a:lnTo>
                  <a:pt x="1149399" y="37755"/>
                </a:lnTo>
                <a:lnTo>
                  <a:pt x="1150025" y="37610"/>
                </a:lnTo>
                <a:lnTo>
                  <a:pt x="1150660" y="37484"/>
                </a:lnTo>
                <a:lnTo>
                  <a:pt x="1151304" y="37378"/>
                </a:lnTo>
                <a:lnTo>
                  <a:pt x="1151958" y="37291"/>
                </a:lnTo>
                <a:lnTo>
                  <a:pt x="1152621" y="37223"/>
                </a:lnTo>
                <a:lnTo>
                  <a:pt x="1153293" y="37175"/>
                </a:lnTo>
                <a:lnTo>
                  <a:pt x="1153974" y="37146"/>
                </a:lnTo>
                <a:lnTo>
                  <a:pt x="1154665" y="37136"/>
                </a:lnTo>
                <a:lnTo>
                  <a:pt x="1155427" y="37148"/>
                </a:lnTo>
                <a:lnTo>
                  <a:pt x="1156177" y="37184"/>
                </a:lnTo>
                <a:lnTo>
                  <a:pt x="1156916" y="37245"/>
                </a:lnTo>
                <a:lnTo>
                  <a:pt x="1157642" y="37330"/>
                </a:lnTo>
                <a:lnTo>
                  <a:pt x="1158356" y="37439"/>
                </a:lnTo>
                <a:lnTo>
                  <a:pt x="1159059" y="37572"/>
                </a:lnTo>
                <a:lnTo>
                  <a:pt x="1159750" y="37729"/>
                </a:lnTo>
                <a:lnTo>
                  <a:pt x="1160428" y="37911"/>
                </a:lnTo>
                <a:lnTo>
                  <a:pt x="1161095" y="38117"/>
                </a:lnTo>
                <a:lnTo>
                  <a:pt x="1161750" y="38347"/>
                </a:lnTo>
                <a:lnTo>
                  <a:pt x="1162393" y="38601"/>
                </a:lnTo>
                <a:lnTo>
                  <a:pt x="1163024" y="38879"/>
                </a:lnTo>
                <a:lnTo>
                  <a:pt x="1163643" y="39182"/>
                </a:lnTo>
                <a:lnTo>
                  <a:pt x="1164250" y="39509"/>
                </a:lnTo>
                <a:lnTo>
                  <a:pt x="1164846" y="39860"/>
                </a:lnTo>
                <a:lnTo>
                  <a:pt x="1165429" y="40235"/>
                </a:lnTo>
                <a:lnTo>
                  <a:pt x="1166001" y="40635"/>
                </a:lnTo>
                <a:lnTo>
                  <a:pt x="1166560" y="41059"/>
                </a:lnTo>
                <a:lnTo>
                  <a:pt x="1167108" y="41507"/>
                </a:lnTo>
                <a:lnTo>
                  <a:pt x="1167644" y="41979"/>
                </a:lnTo>
                <a:lnTo>
                  <a:pt x="1168167" y="42475"/>
                </a:lnTo>
                <a:lnTo>
                  <a:pt x="1168679" y="42996"/>
                </a:lnTo>
                <a:lnTo>
                  <a:pt x="1169179" y="43540"/>
                </a:lnTo>
                <a:lnTo>
                  <a:pt x="1169667" y="44109"/>
                </a:lnTo>
                <a:lnTo>
                  <a:pt x="1169976" y="44492"/>
                </a:lnTo>
                <a:lnTo>
                  <a:pt x="1170275" y="44889"/>
                </a:lnTo>
                <a:lnTo>
                  <a:pt x="1170563" y="45303"/>
                </a:lnTo>
                <a:lnTo>
                  <a:pt x="1170841" y="45732"/>
                </a:lnTo>
                <a:lnTo>
                  <a:pt x="1171109" y="46176"/>
                </a:lnTo>
                <a:lnTo>
                  <a:pt x="1171366" y="46637"/>
                </a:lnTo>
                <a:lnTo>
                  <a:pt x="1171613" y="47112"/>
                </a:lnTo>
                <a:lnTo>
                  <a:pt x="1171850" y="47604"/>
                </a:lnTo>
                <a:lnTo>
                  <a:pt x="1172077" y="48111"/>
                </a:lnTo>
                <a:lnTo>
                  <a:pt x="1172293" y="48633"/>
                </a:lnTo>
                <a:lnTo>
                  <a:pt x="1172499" y="49172"/>
                </a:lnTo>
                <a:lnTo>
                  <a:pt x="1172695" y="49725"/>
                </a:lnTo>
                <a:lnTo>
                  <a:pt x="1172880" y="50295"/>
                </a:lnTo>
                <a:lnTo>
                  <a:pt x="1173055" y="50880"/>
                </a:lnTo>
                <a:lnTo>
                  <a:pt x="1173220" y="51480"/>
                </a:lnTo>
                <a:lnTo>
                  <a:pt x="1173375" y="52097"/>
                </a:lnTo>
                <a:lnTo>
                  <a:pt x="1173519" y="52728"/>
                </a:lnTo>
                <a:lnTo>
                  <a:pt x="1173653" y="53376"/>
                </a:lnTo>
                <a:lnTo>
                  <a:pt x="1173777" y="54039"/>
                </a:lnTo>
                <a:lnTo>
                  <a:pt x="1173891" y="54717"/>
                </a:lnTo>
                <a:lnTo>
                  <a:pt x="1173994" y="55411"/>
                </a:lnTo>
                <a:lnTo>
                  <a:pt x="1174087" y="56121"/>
                </a:lnTo>
                <a:lnTo>
                  <a:pt x="1174170" y="56847"/>
                </a:lnTo>
                <a:lnTo>
                  <a:pt x="1174242" y="57588"/>
                </a:lnTo>
                <a:lnTo>
                  <a:pt x="1134348" y="57588"/>
                </a:lnTo>
                <a:lnTo>
                  <a:pt x="1134407" y="56818"/>
                </a:lnTo>
                <a:lnTo>
                  <a:pt x="1134484" y="56060"/>
                </a:lnTo>
                <a:lnTo>
                  <a:pt x="1134579" y="55316"/>
                </a:lnTo>
                <a:lnTo>
                  <a:pt x="1134691" y="54585"/>
                </a:lnTo>
                <a:lnTo>
                  <a:pt x="1134821" y="53867"/>
                </a:lnTo>
                <a:close/>
                <a:moveTo>
                  <a:pt x="1440856" y="80139"/>
                </a:moveTo>
                <a:lnTo>
                  <a:pt x="1440589" y="80704"/>
                </a:lnTo>
                <a:lnTo>
                  <a:pt x="1440315" y="81254"/>
                </a:lnTo>
                <a:lnTo>
                  <a:pt x="1440034" y="81789"/>
                </a:lnTo>
                <a:lnTo>
                  <a:pt x="1439747" y="82310"/>
                </a:lnTo>
                <a:lnTo>
                  <a:pt x="1439452" y="82816"/>
                </a:lnTo>
                <a:lnTo>
                  <a:pt x="1439151" y="83308"/>
                </a:lnTo>
                <a:lnTo>
                  <a:pt x="1438844" y="83785"/>
                </a:lnTo>
                <a:lnTo>
                  <a:pt x="1438529" y="84247"/>
                </a:lnTo>
                <a:lnTo>
                  <a:pt x="1438208" y="84695"/>
                </a:lnTo>
                <a:lnTo>
                  <a:pt x="1437880" y="85128"/>
                </a:lnTo>
                <a:lnTo>
                  <a:pt x="1437545" y="85546"/>
                </a:lnTo>
                <a:lnTo>
                  <a:pt x="1437203" y="85950"/>
                </a:lnTo>
                <a:lnTo>
                  <a:pt x="1436855" y="86339"/>
                </a:lnTo>
                <a:lnTo>
                  <a:pt x="1436500" y="86714"/>
                </a:lnTo>
                <a:lnTo>
                  <a:pt x="1436138" y="87074"/>
                </a:lnTo>
                <a:lnTo>
                  <a:pt x="1435769" y="87419"/>
                </a:lnTo>
                <a:lnTo>
                  <a:pt x="1435393" y="87750"/>
                </a:lnTo>
                <a:lnTo>
                  <a:pt x="1435011" y="88067"/>
                </a:lnTo>
                <a:lnTo>
                  <a:pt x="1434622" y="88368"/>
                </a:lnTo>
                <a:lnTo>
                  <a:pt x="1434226" y="88656"/>
                </a:lnTo>
                <a:lnTo>
                  <a:pt x="1433824" y="88932"/>
                </a:lnTo>
                <a:lnTo>
                  <a:pt x="1433414" y="89196"/>
                </a:lnTo>
                <a:lnTo>
                  <a:pt x="1432998" y="89447"/>
                </a:lnTo>
                <a:lnTo>
                  <a:pt x="1432575" y="89686"/>
                </a:lnTo>
                <a:lnTo>
                  <a:pt x="1432146" y="89913"/>
                </a:lnTo>
                <a:lnTo>
                  <a:pt x="1431709" y="90127"/>
                </a:lnTo>
                <a:lnTo>
                  <a:pt x="1431266" y="90329"/>
                </a:lnTo>
                <a:lnTo>
                  <a:pt x="1430816" y="90519"/>
                </a:lnTo>
                <a:lnTo>
                  <a:pt x="1430359" y="90697"/>
                </a:lnTo>
                <a:lnTo>
                  <a:pt x="1429895" y="90862"/>
                </a:lnTo>
                <a:lnTo>
                  <a:pt x="1429425" y="91016"/>
                </a:lnTo>
                <a:lnTo>
                  <a:pt x="1428948" y="91157"/>
                </a:lnTo>
                <a:lnTo>
                  <a:pt x="1428464" y="91285"/>
                </a:lnTo>
                <a:lnTo>
                  <a:pt x="1427973" y="91402"/>
                </a:lnTo>
                <a:lnTo>
                  <a:pt x="1427476" y="91506"/>
                </a:lnTo>
                <a:lnTo>
                  <a:pt x="1426972" y="91598"/>
                </a:lnTo>
                <a:lnTo>
                  <a:pt x="1426461" y="91677"/>
                </a:lnTo>
                <a:lnTo>
                  <a:pt x="1425943" y="91745"/>
                </a:lnTo>
                <a:lnTo>
                  <a:pt x="1425418" y="91800"/>
                </a:lnTo>
                <a:lnTo>
                  <a:pt x="1424887" y="91843"/>
                </a:lnTo>
                <a:lnTo>
                  <a:pt x="1424349" y="91874"/>
                </a:lnTo>
                <a:lnTo>
                  <a:pt x="1423804" y="91892"/>
                </a:lnTo>
                <a:lnTo>
                  <a:pt x="1423253" y="91898"/>
                </a:lnTo>
                <a:lnTo>
                  <a:pt x="1422512" y="91887"/>
                </a:lnTo>
                <a:lnTo>
                  <a:pt x="1421782" y="91855"/>
                </a:lnTo>
                <a:lnTo>
                  <a:pt x="1421062" y="91800"/>
                </a:lnTo>
                <a:lnTo>
                  <a:pt x="1420352" y="91724"/>
                </a:lnTo>
                <a:lnTo>
                  <a:pt x="1419653" y="91626"/>
                </a:lnTo>
                <a:lnTo>
                  <a:pt x="1418964" y="91506"/>
                </a:lnTo>
                <a:lnTo>
                  <a:pt x="1418285" y="91364"/>
                </a:lnTo>
                <a:lnTo>
                  <a:pt x="1417616" y="91201"/>
                </a:lnTo>
                <a:lnTo>
                  <a:pt x="1416958" y="91016"/>
                </a:lnTo>
                <a:lnTo>
                  <a:pt x="1416310" y="90809"/>
                </a:lnTo>
                <a:lnTo>
                  <a:pt x="1415672" y="90580"/>
                </a:lnTo>
                <a:lnTo>
                  <a:pt x="1415045" y="90330"/>
                </a:lnTo>
                <a:lnTo>
                  <a:pt x="1414428" y="90057"/>
                </a:lnTo>
                <a:lnTo>
                  <a:pt x="1413821" y="89763"/>
                </a:lnTo>
                <a:lnTo>
                  <a:pt x="1413224" y="89448"/>
                </a:lnTo>
                <a:lnTo>
                  <a:pt x="1412638" y="89110"/>
                </a:lnTo>
                <a:lnTo>
                  <a:pt x="1412062" y="88750"/>
                </a:lnTo>
                <a:lnTo>
                  <a:pt x="1411496" y="88369"/>
                </a:lnTo>
                <a:lnTo>
                  <a:pt x="1410941" y="87966"/>
                </a:lnTo>
                <a:lnTo>
                  <a:pt x="1410396" y="87542"/>
                </a:lnTo>
                <a:lnTo>
                  <a:pt x="1409861" y="87095"/>
                </a:lnTo>
                <a:lnTo>
                  <a:pt x="1409336" y="86627"/>
                </a:lnTo>
                <a:lnTo>
                  <a:pt x="1408822" y="86137"/>
                </a:lnTo>
                <a:lnTo>
                  <a:pt x="1408317" y="85625"/>
                </a:lnTo>
                <a:lnTo>
                  <a:pt x="1407828" y="85092"/>
                </a:lnTo>
                <a:lnTo>
                  <a:pt x="1407356" y="84541"/>
                </a:lnTo>
                <a:lnTo>
                  <a:pt x="1406904" y="83970"/>
                </a:lnTo>
                <a:lnTo>
                  <a:pt x="1406469" y="83380"/>
                </a:lnTo>
                <a:lnTo>
                  <a:pt x="1406053" y="82771"/>
                </a:lnTo>
                <a:lnTo>
                  <a:pt x="1405656" y="82142"/>
                </a:lnTo>
                <a:lnTo>
                  <a:pt x="1405277" y="81494"/>
                </a:lnTo>
                <a:lnTo>
                  <a:pt x="1404916" y="80828"/>
                </a:lnTo>
                <a:lnTo>
                  <a:pt x="1404574" y="80141"/>
                </a:lnTo>
                <a:lnTo>
                  <a:pt x="1404251" y="79436"/>
                </a:lnTo>
                <a:lnTo>
                  <a:pt x="1403945" y="78712"/>
                </a:lnTo>
                <a:lnTo>
                  <a:pt x="1403659" y="77968"/>
                </a:lnTo>
                <a:lnTo>
                  <a:pt x="1403390" y="77205"/>
                </a:lnTo>
                <a:lnTo>
                  <a:pt x="1403141" y="76423"/>
                </a:lnTo>
                <a:lnTo>
                  <a:pt x="1402909" y="75621"/>
                </a:lnTo>
                <a:lnTo>
                  <a:pt x="1402696" y="74801"/>
                </a:lnTo>
                <a:lnTo>
                  <a:pt x="1402502" y="73961"/>
                </a:lnTo>
                <a:lnTo>
                  <a:pt x="1402326" y="73102"/>
                </a:lnTo>
                <a:lnTo>
                  <a:pt x="1402168" y="72224"/>
                </a:lnTo>
                <a:lnTo>
                  <a:pt x="1402029" y="71326"/>
                </a:lnTo>
                <a:lnTo>
                  <a:pt x="1401908" y="70410"/>
                </a:lnTo>
                <a:lnTo>
                  <a:pt x="1401806" y="69474"/>
                </a:lnTo>
                <a:lnTo>
                  <a:pt x="1401722" y="68519"/>
                </a:lnTo>
                <a:lnTo>
                  <a:pt x="1401657" y="67544"/>
                </a:lnTo>
                <a:lnTo>
                  <a:pt x="1454939" y="67544"/>
                </a:lnTo>
                <a:lnTo>
                  <a:pt x="1454945" y="67367"/>
                </a:lnTo>
                <a:lnTo>
                  <a:pt x="1454950" y="67194"/>
                </a:lnTo>
                <a:lnTo>
                  <a:pt x="1454955" y="67024"/>
                </a:lnTo>
                <a:lnTo>
                  <a:pt x="1454960" y="66858"/>
                </a:lnTo>
                <a:lnTo>
                  <a:pt x="1454964" y="66696"/>
                </a:lnTo>
                <a:lnTo>
                  <a:pt x="1454969" y="66537"/>
                </a:lnTo>
                <a:lnTo>
                  <a:pt x="1454973" y="66382"/>
                </a:lnTo>
                <a:lnTo>
                  <a:pt x="1454977" y="66231"/>
                </a:lnTo>
                <a:lnTo>
                  <a:pt x="1454980" y="66084"/>
                </a:lnTo>
                <a:lnTo>
                  <a:pt x="1454984" y="65940"/>
                </a:lnTo>
                <a:lnTo>
                  <a:pt x="1454987" y="65801"/>
                </a:lnTo>
                <a:lnTo>
                  <a:pt x="1454990" y="65664"/>
                </a:lnTo>
                <a:lnTo>
                  <a:pt x="1454992" y="65532"/>
                </a:lnTo>
                <a:lnTo>
                  <a:pt x="1454995" y="65403"/>
                </a:lnTo>
                <a:lnTo>
                  <a:pt x="1454997" y="65278"/>
                </a:lnTo>
                <a:lnTo>
                  <a:pt x="1454999" y="65157"/>
                </a:lnTo>
                <a:lnTo>
                  <a:pt x="1455001" y="65040"/>
                </a:lnTo>
                <a:lnTo>
                  <a:pt x="1455002" y="64926"/>
                </a:lnTo>
                <a:lnTo>
                  <a:pt x="1455004" y="64816"/>
                </a:lnTo>
                <a:lnTo>
                  <a:pt x="1455005" y="64709"/>
                </a:lnTo>
                <a:lnTo>
                  <a:pt x="1455005" y="64607"/>
                </a:lnTo>
                <a:lnTo>
                  <a:pt x="1455006" y="64508"/>
                </a:lnTo>
                <a:lnTo>
                  <a:pt x="1455006" y="64413"/>
                </a:lnTo>
                <a:lnTo>
                  <a:pt x="1455007" y="64322"/>
                </a:lnTo>
                <a:lnTo>
                  <a:pt x="1454991" y="62863"/>
                </a:lnTo>
                <a:lnTo>
                  <a:pt x="1454943" y="61433"/>
                </a:lnTo>
                <a:lnTo>
                  <a:pt x="1454865" y="60029"/>
                </a:lnTo>
                <a:lnTo>
                  <a:pt x="1454754" y="58654"/>
                </a:lnTo>
                <a:lnTo>
                  <a:pt x="1454612" y="57306"/>
                </a:lnTo>
                <a:lnTo>
                  <a:pt x="1454439" y="55985"/>
                </a:lnTo>
                <a:lnTo>
                  <a:pt x="1454234" y="54692"/>
                </a:lnTo>
                <a:lnTo>
                  <a:pt x="1453997" y="53426"/>
                </a:lnTo>
                <a:lnTo>
                  <a:pt x="1453729" y="52188"/>
                </a:lnTo>
                <a:lnTo>
                  <a:pt x="1453430" y="50978"/>
                </a:lnTo>
                <a:lnTo>
                  <a:pt x="1453099" y="49795"/>
                </a:lnTo>
                <a:lnTo>
                  <a:pt x="1452736" y="48639"/>
                </a:lnTo>
                <a:lnTo>
                  <a:pt x="1452342" y="47511"/>
                </a:lnTo>
                <a:lnTo>
                  <a:pt x="1451916" y="46411"/>
                </a:lnTo>
                <a:lnTo>
                  <a:pt x="1451459" y="45338"/>
                </a:lnTo>
                <a:lnTo>
                  <a:pt x="1450970" y="44292"/>
                </a:lnTo>
                <a:lnTo>
                  <a:pt x="1450450" y="43274"/>
                </a:lnTo>
                <a:lnTo>
                  <a:pt x="1449898" y="42284"/>
                </a:lnTo>
                <a:lnTo>
                  <a:pt x="1449314" y="41321"/>
                </a:lnTo>
                <a:lnTo>
                  <a:pt x="1448699" y="40386"/>
                </a:lnTo>
                <a:lnTo>
                  <a:pt x="1448053" y="39478"/>
                </a:lnTo>
                <a:lnTo>
                  <a:pt x="1447375" y="38597"/>
                </a:lnTo>
                <a:lnTo>
                  <a:pt x="1446665" y="37745"/>
                </a:lnTo>
                <a:lnTo>
                  <a:pt x="1445924" y="36919"/>
                </a:lnTo>
                <a:lnTo>
                  <a:pt x="1445158" y="36125"/>
                </a:lnTo>
                <a:lnTo>
                  <a:pt x="1444374" y="35364"/>
                </a:lnTo>
                <a:lnTo>
                  <a:pt x="1443572" y="34637"/>
                </a:lnTo>
                <a:lnTo>
                  <a:pt x="1442751" y="33943"/>
                </a:lnTo>
                <a:lnTo>
                  <a:pt x="1441912" y="33284"/>
                </a:lnTo>
                <a:lnTo>
                  <a:pt x="1441055" y="32658"/>
                </a:lnTo>
                <a:lnTo>
                  <a:pt x="1440180" y="32066"/>
                </a:lnTo>
                <a:lnTo>
                  <a:pt x="1439287" y="31508"/>
                </a:lnTo>
                <a:lnTo>
                  <a:pt x="1438375" y="30984"/>
                </a:lnTo>
                <a:lnTo>
                  <a:pt x="1437445" y="30494"/>
                </a:lnTo>
                <a:lnTo>
                  <a:pt x="1436497" y="30037"/>
                </a:lnTo>
                <a:lnTo>
                  <a:pt x="1435530" y="29614"/>
                </a:lnTo>
                <a:lnTo>
                  <a:pt x="1434546" y="29225"/>
                </a:lnTo>
                <a:lnTo>
                  <a:pt x="1433543" y="28870"/>
                </a:lnTo>
                <a:lnTo>
                  <a:pt x="1432522" y="28549"/>
                </a:lnTo>
                <a:lnTo>
                  <a:pt x="1431483" y="28261"/>
                </a:lnTo>
                <a:lnTo>
                  <a:pt x="1430425" y="28008"/>
                </a:lnTo>
                <a:lnTo>
                  <a:pt x="1429349" y="27788"/>
                </a:lnTo>
                <a:lnTo>
                  <a:pt x="1428255" y="27602"/>
                </a:lnTo>
                <a:lnTo>
                  <a:pt x="1427143" y="27450"/>
                </a:lnTo>
                <a:lnTo>
                  <a:pt x="1426013" y="27331"/>
                </a:lnTo>
                <a:lnTo>
                  <a:pt x="1424864" y="27247"/>
                </a:lnTo>
                <a:lnTo>
                  <a:pt x="1423698" y="27196"/>
                </a:lnTo>
                <a:lnTo>
                  <a:pt x="1422513" y="27179"/>
                </a:lnTo>
                <a:lnTo>
                  <a:pt x="1421289" y="27197"/>
                </a:lnTo>
                <a:lnTo>
                  <a:pt x="1420084" y="27248"/>
                </a:lnTo>
                <a:lnTo>
                  <a:pt x="1418899" y="27335"/>
                </a:lnTo>
                <a:lnTo>
                  <a:pt x="1417732" y="27456"/>
                </a:lnTo>
                <a:lnTo>
                  <a:pt x="1416585" y="27611"/>
                </a:lnTo>
                <a:lnTo>
                  <a:pt x="1415457" y="27802"/>
                </a:lnTo>
                <a:lnTo>
                  <a:pt x="1414348" y="28026"/>
                </a:lnTo>
                <a:lnTo>
                  <a:pt x="1413258" y="28286"/>
                </a:lnTo>
                <a:lnTo>
                  <a:pt x="1412188" y="28579"/>
                </a:lnTo>
                <a:lnTo>
                  <a:pt x="1411136" y="28908"/>
                </a:lnTo>
                <a:lnTo>
                  <a:pt x="1410104" y="29271"/>
                </a:lnTo>
                <a:lnTo>
                  <a:pt x="1409091" y="29668"/>
                </a:lnTo>
                <a:lnTo>
                  <a:pt x="1408097" y="30101"/>
                </a:lnTo>
                <a:lnTo>
                  <a:pt x="1407122" y="30567"/>
                </a:lnTo>
                <a:lnTo>
                  <a:pt x="1406167" y="31069"/>
                </a:lnTo>
                <a:lnTo>
                  <a:pt x="1405230" y="31604"/>
                </a:lnTo>
                <a:lnTo>
                  <a:pt x="1404313" y="32175"/>
                </a:lnTo>
                <a:lnTo>
                  <a:pt x="1403415" y="32780"/>
                </a:lnTo>
                <a:lnTo>
                  <a:pt x="1402536" y="33419"/>
                </a:lnTo>
                <a:lnTo>
                  <a:pt x="1401676" y="34094"/>
                </a:lnTo>
                <a:lnTo>
                  <a:pt x="1400835" y="34802"/>
                </a:lnTo>
                <a:lnTo>
                  <a:pt x="1400014" y="35546"/>
                </a:lnTo>
                <a:lnTo>
                  <a:pt x="1399211" y="36324"/>
                </a:lnTo>
                <a:lnTo>
                  <a:pt x="1398428" y="37136"/>
                </a:lnTo>
                <a:lnTo>
                  <a:pt x="1397670" y="37980"/>
                </a:lnTo>
                <a:lnTo>
                  <a:pt x="1396945" y="38851"/>
                </a:lnTo>
                <a:lnTo>
                  <a:pt x="1396252" y="39751"/>
                </a:lnTo>
                <a:lnTo>
                  <a:pt x="1395591" y="40679"/>
                </a:lnTo>
                <a:lnTo>
                  <a:pt x="1394963" y="41635"/>
                </a:lnTo>
                <a:lnTo>
                  <a:pt x="1394366" y="42619"/>
                </a:lnTo>
                <a:lnTo>
                  <a:pt x="1393802" y="43631"/>
                </a:lnTo>
                <a:lnTo>
                  <a:pt x="1393270" y="44671"/>
                </a:lnTo>
                <a:lnTo>
                  <a:pt x="1392771" y="45739"/>
                </a:lnTo>
                <a:lnTo>
                  <a:pt x="1392303" y="46835"/>
                </a:lnTo>
                <a:lnTo>
                  <a:pt x="1391868" y="47959"/>
                </a:lnTo>
                <a:lnTo>
                  <a:pt x="1391465" y="49111"/>
                </a:lnTo>
                <a:lnTo>
                  <a:pt x="1391094" y="50291"/>
                </a:lnTo>
                <a:lnTo>
                  <a:pt x="1390756" y="51499"/>
                </a:lnTo>
                <a:lnTo>
                  <a:pt x="1390450" y="52735"/>
                </a:lnTo>
                <a:lnTo>
                  <a:pt x="1390176" y="54000"/>
                </a:lnTo>
                <a:lnTo>
                  <a:pt x="1389934" y="55292"/>
                </a:lnTo>
                <a:lnTo>
                  <a:pt x="1389724" y="56612"/>
                </a:lnTo>
                <a:lnTo>
                  <a:pt x="1389547" y="57960"/>
                </a:lnTo>
                <a:lnTo>
                  <a:pt x="1389402" y="59337"/>
                </a:lnTo>
                <a:lnTo>
                  <a:pt x="1389289" y="60741"/>
                </a:lnTo>
                <a:lnTo>
                  <a:pt x="1389208" y="62174"/>
                </a:lnTo>
                <a:lnTo>
                  <a:pt x="1389160" y="63634"/>
                </a:lnTo>
                <a:lnTo>
                  <a:pt x="1389144" y="65122"/>
                </a:lnTo>
                <a:lnTo>
                  <a:pt x="1389160" y="66561"/>
                </a:lnTo>
                <a:lnTo>
                  <a:pt x="1389208" y="67973"/>
                </a:lnTo>
                <a:lnTo>
                  <a:pt x="1389287" y="69357"/>
                </a:lnTo>
                <a:lnTo>
                  <a:pt x="1389399" y="70715"/>
                </a:lnTo>
                <a:lnTo>
                  <a:pt x="1389543" y="72045"/>
                </a:lnTo>
                <a:lnTo>
                  <a:pt x="1389718" y="73349"/>
                </a:lnTo>
                <a:lnTo>
                  <a:pt x="1389925" y="74626"/>
                </a:lnTo>
                <a:lnTo>
                  <a:pt x="1390164" y="75875"/>
                </a:lnTo>
                <a:lnTo>
                  <a:pt x="1390435" y="77098"/>
                </a:lnTo>
                <a:lnTo>
                  <a:pt x="1390738" y="78294"/>
                </a:lnTo>
                <a:lnTo>
                  <a:pt x="1391073" y="79462"/>
                </a:lnTo>
                <a:lnTo>
                  <a:pt x="1391440" y="80604"/>
                </a:lnTo>
                <a:lnTo>
                  <a:pt x="1391838" y="81719"/>
                </a:lnTo>
                <a:lnTo>
                  <a:pt x="1392269" y="82807"/>
                </a:lnTo>
                <a:lnTo>
                  <a:pt x="1392731" y="83868"/>
                </a:lnTo>
                <a:lnTo>
                  <a:pt x="1393225" y="84901"/>
                </a:lnTo>
                <a:lnTo>
                  <a:pt x="1393751" y="85908"/>
                </a:lnTo>
                <a:lnTo>
                  <a:pt x="1394309" y="86888"/>
                </a:lnTo>
                <a:lnTo>
                  <a:pt x="1394899" y="87841"/>
                </a:lnTo>
                <a:lnTo>
                  <a:pt x="1395521" y="88767"/>
                </a:lnTo>
                <a:lnTo>
                  <a:pt x="1396175" y="89666"/>
                </a:lnTo>
                <a:lnTo>
                  <a:pt x="1396860" y="90538"/>
                </a:lnTo>
                <a:lnTo>
                  <a:pt x="1397578" y="91383"/>
                </a:lnTo>
                <a:lnTo>
                  <a:pt x="1398327" y="92201"/>
                </a:lnTo>
                <a:lnTo>
                  <a:pt x="1399104" y="92989"/>
                </a:lnTo>
                <a:lnTo>
                  <a:pt x="1399903" y="93743"/>
                </a:lnTo>
                <a:lnTo>
                  <a:pt x="1400724" y="94463"/>
                </a:lnTo>
                <a:lnTo>
                  <a:pt x="1401568" y="95151"/>
                </a:lnTo>
                <a:lnTo>
                  <a:pt x="1402435" y="95804"/>
                </a:lnTo>
                <a:lnTo>
                  <a:pt x="1403324" y="96424"/>
                </a:lnTo>
                <a:lnTo>
                  <a:pt x="1404236" y="97011"/>
                </a:lnTo>
                <a:lnTo>
                  <a:pt x="1405170" y="97564"/>
                </a:lnTo>
                <a:lnTo>
                  <a:pt x="1406127" y="98084"/>
                </a:lnTo>
                <a:lnTo>
                  <a:pt x="1407107" y="98570"/>
                </a:lnTo>
                <a:lnTo>
                  <a:pt x="1408109" y="99022"/>
                </a:lnTo>
                <a:lnTo>
                  <a:pt x="1409133" y="99441"/>
                </a:lnTo>
                <a:lnTo>
                  <a:pt x="1410180" y="99827"/>
                </a:lnTo>
                <a:lnTo>
                  <a:pt x="1411250" y="100179"/>
                </a:lnTo>
                <a:lnTo>
                  <a:pt x="1412342" y="100497"/>
                </a:lnTo>
                <a:lnTo>
                  <a:pt x="1413457" y="100782"/>
                </a:lnTo>
                <a:lnTo>
                  <a:pt x="1414594" y="101034"/>
                </a:lnTo>
                <a:lnTo>
                  <a:pt x="1415753" y="101251"/>
                </a:lnTo>
                <a:lnTo>
                  <a:pt x="1416936" y="101436"/>
                </a:lnTo>
                <a:lnTo>
                  <a:pt x="1418141" y="101587"/>
                </a:lnTo>
                <a:lnTo>
                  <a:pt x="1419368" y="101704"/>
                </a:lnTo>
                <a:lnTo>
                  <a:pt x="1420618" y="101788"/>
                </a:lnTo>
                <a:lnTo>
                  <a:pt x="1421890" y="101838"/>
                </a:lnTo>
                <a:lnTo>
                  <a:pt x="1423185" y="101855"/>
                </a:lnTo>
                <a:lnTo>
                  <a:pt x="1424215" y="101844"/>
                </a:lnTo>
                <a:lnTo>
                  <a:pt x="1425229" y="101813"/>
                </a:lnTo>
                <a:lnTo>
                  <a:pt x="1426227" y="101760"/>
                </a:lnTo>
                <a:lnTo>
                  <a:pt x="1427211" y="101686"/>
                </a:lnTo>
                <a:lnTo>
                  <a:pt x="1428178" y="101591"/>
                </a:lnTo>
                <a:lnTo>
                  <a:pt x="1429131" y="101475"/>
                </a:lnTo>
                <a:lnTo>
                  <a:pt x="1430068" y="101338"/>
                </a:lnTo>
                <a:lnTo>
                  <a:pt x="1430989" y="101180"/>
                </a:lnTo>
                <a:lnTo>
                  <a:pt x="1431895" y="101001"/>
                </a:lnTo>
                <a:lnTo>
                  <a:pt x="1432786" y="100801"/>
                </a:lnTo>
                <a:lnTo>
                  <a:pt x="1433661" y="100579"/>
                </a:lnTo>
                <a:lnTo>
                  <a:pt x="1434521" y="100337"/>
                </a:lnTo>
                <a:lnTo>
                  <a:pt x="1435366" y="100073"/>
                </a:lnTo>
                <a:lnTo>
                  <a:pt x="1436195" y="99789"/>
                </a:lnTo>
                <a:lnTo>
                  <a:pt x="1437008" y="99483"/>
                </a:lnTo>
                <a:lnTo>
                  <a:pt x="1437806" y="99156"/>
                </a:lnTo>
                <a:lnTo>
                  <a:pt x="1438589" y="98808"/>
                </a:lnTo>
                <a:lnTo>
                  <a:pt x="1439357" y="98440"/>
                </a:lnTo>
                <a:lnTo>
                  <a:pt x="1440109" y="98050"/>
                </a:lnTo>
                <a:lnTo>
                  <a:pt x="1440845" y="97638"/>
                </a:lnTo>
                <a:lnTo>
                  <a:pt x="1441566" y="97206"/>
                </a:lnTo>
                <a:lnTo>
                  <a:pt x="1442272" y="96753"/>
                </a:lnTo>
                <a:lnTo>
                  <a:pt x="1442962" y="96279"/>
                </a:lnTo>
                <a:lnTo>
                  <a:pt x="1443637" y="95783"/>
                </a:lnTo>
                <a:lnTo>
                  <a:pt x="1444295" y="95269"/>
                </a:lnTo>
                <a:lnTo>
                  <a:pt x="1444936" y="94737"/>
                </a:lnTo>
                <a:lnTo>
                  <a:pt x="1445560" y="94188"/>
                </a:lnTo>
                <a:lnTo>
                  <a:pt x="1446165" y="93622"/>
                </a:lnTo>
                <a:lnTo>
                  <a:pt x="1446754" y="93039"/>
                </a:lnTo>
                <a:lnTo>
                  <a:pt x="1447325" y="92439"/>
                </a:lnTo>
                <a:lnTo>
                  <a:pt x="1447878" y="91821"/>
                </a:lnTo>
                <a:lnTo>
                  <a:pt x="1448414" y="91187"/>
                </a:lnTo>
                <a:lnTo>
                  <a:pt x="1448932" y="90536"/>
                </a:lnTo>
                <a:lnTo>
                  <a:pt x="1449432" y="89867"/>
                </a:lnTo>
                <a:lnTo>
                  <a:pt x="1449916" y="89181"/>
                </a:lnTo>
                <a:lnTo>
                  <a:pt x="1450381" y="88479"/>
                </a:lnTo>
                <a:lnTo>
                  <a:pt x="1450829" y="87759"/>
                </a:lnTo>
                <a:lnTo>
                  <a:pt x="1451260" y="87022"/>
                </a:lnTo>
                <a:lnTo>
                  <a:pt x="1451673" y="86268"/>
                </a:lnTo>
                <a:lnTo>
                  <a:pt x="1452069" y="85497"/>
                </a:lnTo>
                <a:lnTo>
                  <a:pt x="1452447" y="84708"/>
                </a:lnTo>
                <a:lnTo>
                  <a:pt x="1452807" y="83903"/>
                </a:lnTo>
                <a:lnTo>
                  <a:pt x="1453150" y="83081"/>
                </a:lnTo>
                <a:lnTo>
                  <a:pt x="1453476" y="82241"/>
                </a:lnTo>
                <a:lnTo>
                  <a:pt x="1453784" y="81385"/>
                </a:lnTo>
                <a:lnTo>
                  <a:pt x="1454074" y="80511"/>
                </a:lnTo>
                <a:lnTo>
                  <a:pt x="1454347" y="79620"/>
                </a:lnTo>
                <a:lnTo>
                  <a:pt x="1454603" y="78712"/>
                </a:lnTo>
                <a:lnTo>
                  <a:pt x="1442090" y="77098"/>
                </a:lnTo>
                <a:lnTo>
                  <a:pt x="1441856" y="77735"/>
                </a:lnTo>
                <a:lnTo>
                  <a:pt x="1441616" y="78358"/>
                </a:lnTo>
                <a:lnTo>
                  <a:pt x="1441370" y="78966"/>
                </a:lnTo>
                <a:lnTo>
                  <a:pt x="1441116" y="79560"/>
                </a:lnTo>
                <a:lnTo>
                  <a:pt x="1440856" y="80139"/>
                </a:lnTo>
                <a:close/>
                <a:moveTo>
                  <a:pt x="1402803" y="53867"/>
                </a:moveTo>
                <a:lnTo>
                  <a:pt x="1402950" y="53162"/>
                </a:lnTo>
                <a:lnTo>
                  <a:pt x="1403115" y="52471"/>
                </a:lnTo>
                <a:lnTo>
                  <a:pt x="1403298" y="51792"/>
                </a:lnTo>
                <a:lnTo>
                  <a:pt x="1403498" y="51126"/>
                </a:lnTo>
                <a:lnTo>
                  <a:pt x="1403716" y="50473"/>
                </a:lnTo>
                <a:lnTo>
                  <a:pt x="1403952" y="49833"/>
                </a:lnTo>
                <a:lnTo>
                  <a:pt x="1404205" y="49207"/>
                </a:lnTo>
                <a:lnTo>
                  <a:pt x="1404476" y="48593"/>
                </a:lnTo>
                <a:lnTo>
                  <a:pt x="1404765" y="47992"/>
                </a:lnTo>
                <a:lnTo>
                  <a:pt x="1405071" y="47405"/>
                </a:lnTo>
                <a:lnTo>
                  <a:pt x="1405395" y="46830"/>
                </a:lnTo>
                <a:lnTo>
                  <a:pt x="1405736" y="46269"/>
                </a:lnTo>
                <a:lnTo>
                  <a:pt x="1406095" y="45720"/>
                </a:lnTo>
                <a:lnTo>
                  <a:pt x="1406472" y="45185"/>
                </a:lnTo>
                <a:lnTo>
                  <a:pt x="1406866" y="44662"/>
                </a:lnTo>
                <a:lnTo>
                  <a:pt x="1407278" y="44153"/>
                </a:lnTo>
                <a:lnTo>
                  <a:pt x="1407708" y="43657"/>
                </a:lnTo>
                <a:lnTo>
                  <a:pt x="1408155" y="43173"/>
                </a:lnTo>
                <a:lnTo>
                  <a:pt x="1408620" y="42703"/>
                </a:lnTo>
                <a:lnTo>
                  <a:pt x="1409099" y="42249"/>
                </a:lnTo>
                <a:lnTo>
                  <a:pt x="1409586" y="41814"/>
                </a:lnTo>
                <a:lnTo>
                  <a:pt x="1410083" y="41398"/>
                </a:lnTo>
                <a:lnTo>
                  <a:pt x="1410589" y="41002"/>
                </a:lnTo>
                <a:lnTo>
                  <a:pt x="1411104" y="40625"/>
                </a:lnTo>
                <a:lnTo>
                  <a:pt x="1411629" y="40267"/>
                </a:lnTo>
                <a:lnTo>
                  <a:pt x="1412162" y="39929"/>
                </a:lnTo>
                <a:lnTo>
                  <a:pt x="1412705" y="39610"/>
                </a:lnTo>
                <a:lnTo>
                  <a:pt x="1413257" y="39311"/>
                </a:lnTo>
                <a:lnTo>
                  <a:pt x="1413819" y="39030"/>
                </a:lnTo>
                <a:lnTo>
                  <a:pt x="1414389" y="38769"/>
                </a:lnTo>
                <a:lnTo>
                  <a:pt x="1414969" y="38528"/>
                </a:lnTo>
                <a:lnTo>
                  <a:pt x="1415558" y="38305"/>
                </a:lnTo>
                <a:lnTo>
                  <a:pt x="1416157" y="38102"/>
                </a:lnTo>
                <a:lnTo>
                  <a:pt x="1416764" y="37919"/>
                </a:lnTo>
                <a:lnTo>
                  <a:pt x="1417381" y="37755"/>
                </a:lnTo>
                <a:lnTo>
                  <a:pt x="1418007" y="37610"/>
                </a:lnTo>
                <a:lnTo>
                  <a:pt x="1418642" y="37484"/>
                </a:lnTo>
                <a:lnTo>
                  <a:pt x="1419287" y="37378"/>
                </a:lnTo>
                <a:lnTo>
                  <a:pt x="1419940" y="37291"/>
                </a:lnTo>
                <a:lnTo>
                  <a:pt x="1420603" y="37223"/>
                </a:lnTo>
                <a:lnTo>
                  <a:pt x="1421275" y="37175"/>
                </a:lnTo>
                <a:lnTo>
                  <a:pt x="1421957" y="37146"/>
                </a:lnTo>
                <a:lnTo>
                  <a:pt x="1422647" y="37136"/>
                </a:lnTo>
                <a:lnTo>
                  <a:pt x="1423409" y="37148"/>
                </a:lnTo>
                <a:lnTo>
                  <a:pt x="1424159" y="37184"/>
                </a:lnTo>
                <a:lnTo>
                  <a:pt x="1424898" y="37245"/>
                </a:lnTo>
                <a:lnTo>
                  <a:pt x="1425624" y="37330"/>
                </a:lnTo>
                <a:lnTo>
                  <a:pt x="1426338" y="37439"/>
                </a:lnTo>
                <a:lnTo>
                  <a:pt x="1427041" y="37572"/>
                </a:lnTo>
                <a:lnTo>
                  <a:pt x="1427732" y="37729"/>
                </a:lnTo>
                <a:lnTo>
                  <a:pt x="1428410" y="37911"/>
                </a:lnTo>
                <a:lnTo>
                  <a:pt x="1429077" y="38117"/>
                </a:lnTo>
                <a:lnTo>
                  <a:pt x="1429732" y="38347"/>
                </a:lnTo>
                <a:lnTo>
                  <a:pt x="1430375" y="38601"/>
                </a:lnTo>
                <a:lnTo>
                  <a:pt x="1431006" y="38879"/>
                </a:lnTo>
                <a:lnTo>
                  <a:pt x="1431625" y="39182"/>
                </a:lnTo>
                <a:lnTo>
                  <a:pt x="1432232" y="39509"/>
                </a:lnTo>
                <a:lnTo>
                  <a:pt x="1432828" y="39860"/>
                </a:lnTo>
                <a:lnTo>
                  <a:pt x="1433411" y="40235"/>
                </a:lnTo>
                <a:lnTo>
                  <a:pt x="1433983" y="40635"/>
                </a:lnTo>
                <a:lnTo>
                  <a:pt x="1434542" y="41059"/>
                </a:lnTo>
                <a:lnTo>
                  <a:pt x="1435090" y="41507"/>
                </a:lnTo>
                <a:lnTo>
                  <a:pt x="1435626" y="41979"/>
                </a:lnTo>
                <a:lnTo>
                  <a:pt x="1436149" y="42475"/>
                </a:lnTo>
                <a:lnTo>
                  <a:pt x="1436661" y="42996"/>
                </a:lnTo>
                <a:lnTo>
                  <a:pt x="1437161" y="43540"/>
                </a:lnTo>
                <a:lnTo>
                  <a:pt x="1437649" y="44109"/>
                </a:lnTo>
                <a:lnTo>
                  <a:pt x="1437958" y="44492"/>
                </a:lnTo>
                <a:lnTo>
                  <a:pt x="1438257" y="44889"/>
                </a:lnTo>
                <a:lnTo>
                  <a:pt x="1438545" y="45303"/>
                </a:lnTo>
                <a:lnTo>
                  <a:pt x="1438823" y="45732"/>
                </a:lnTo>
                <a:lnTo>
                  <a:pt x="1439091" y="46176"/>
                </a:lnTo>
                <a:lnTo>
                  <a:pt x="1439348" y="46637"/>
                </a:lnTo>
                <a:lnTo>
                  <a:pt x="1439595" y="47112"/>
                </a:lnTo>
                <a:lnTo>
                  <a:pt x="1439832" y="47604"/>
                </a:lnTo>
                <a:lnTo>
                  <a:pt x="1440059" y="48111"/>
                </a:lnTo>
                <a:lnTo>
                  <a:pt x="1440275" y="48633"/>
                </a:lnTo>
                <a:lnTo>
                  <a:pt x="1440481" y="49172"/>
                </a:lnTo>
                <a:lnTo>
                  <a:pt x="1440677" y="49725"/>
                </a:lnTo>
                <a:lnTo>
                  <a:pt x="1440862" y="50295"/>
                </a:lnTo>
                <a:lnTo>
                  <a:pt x="1441038" y="50880"/>
                </a:lnTo>
                <a:lnTo>
                  <a:pt x="1441202" y="51480"/>
                </a:lnTo>
                <a:lnTo>
                  <a:pt x="1441357" y="52097"/>
                </a:lnTo>
                <a:lnTo>
                  <a:pt x="1441501" y="52728"/>
                </a:lnTo>
                <a:lnTo>
                  <a:pt x="1441636" y="53376"/>
                </a:lnTo>
                <a:lnTo>
                  <a:pt x="1441759" y="54039"/>
                </a:lnTo>
                <a:lnTo>
                  <a:pt x="1441873" y="54717"/>
                </a:lnTo>
                <a:lnTo>
                  <a:pt x="1441976" y="55411"/>
                </a:lnTo>
                <a:lnTo>
                  <a:pt x="1442069" y="56121"/>
                </a:lnTo>
                <a:lnTo>
                  <a:pt x="1442152" y="56847"/>
                </a:lnTo>
                <a:lnTo>
                  <a:pt x="1442224" y="57588"/>
                </a:lnTo>
                <a:lnTo>
                  <a:pt x="1402330" y="57588"/>
                </a:lnTo>
                <a:lnTo>
                  <a:pt x="1402389" y="56818"/>
                </a:lnTo>
                <a:lnTo>
                  <a:pt x="1402466" y="56060"/>
                </a:lnTo>
                <a:lnTo>
                  <a:pt x="1402561" y="55316"/>
                </a:lnTo>
                <a:lnTo>
                  <a:pt x="1402673" y="54585"/>
                </a:lnTo>
                <a:lnTo>
                  <a:pt x="1402803" y="53867"/>
                </a:lnTo>
                <a:close/>
                <a:moveTo>
                  <a:pt x="1930030" y="93319"/>
                </a:moveTo>
                <a:lnTo>
                  <a:pt x="1930100" y="93724"/>
                </a:lnTo>
                <a:lnTo>
                  <a:pt x="1930176" y="94125"/>
                </a:lnTo>
                <a:lnTo>
                  <a:pt x="1930256" y="94521"/>
                </a:lnTo>
                <a:lnTo>
                  <a:pt x="1930340" y="94912"/>
                </a:lnTo>
                <a:lnTo>
                  <a:pt x="1930429" y="95299"/>
                </a:lnTo>
                <a:lnTo>
                  <a:pt x="1930523" y="95682"/>
                </a:lnTo>
                <a:lnTo>
                  <a:pt x="1930622" y="96060"/>
                </a:lnTo>
                <a:lnTo>
                  <a:pt x="1930725" y="96433"/>
                </a:lnTo>
                <a:lnTo>
                  <a:pt x="1930833" y="96802"/>
                </a:lnTo>
                <a:lnTo>
                  <a:pt x="1930946" y="97166"/>
                </a:lnTo>
                <a:lnTo>
                  <a:pt x="1931063" y="97526"/>
                </a:lnTo>
                <a:lnTo>
                  <a:pt x="1931185" y="97881"/>
                </a:lnTo>
                <a:lnTo>
                  <a:pt x="1931311" y="98232"/>
                </a:lnTo>
                <a:lnTo>
                  <a:pt x="1931443" y="98578"/>
                </a:lnTo>
                <a:lnTo>
                  <a:pt x="1931579" y="98919"/>
                </a:lnTo>
                <a:lnTo>
                  <a:pt x="1931719" y="99256"/>
                </a:lnTo>
                <a:lnTo>
                  <a:pt x="1931865" y="99589"/>
                </a:lnTo>
                <a:lnTo>
                  <a:pt x="1932015" y="99917"/>
                </a:lnTo>
                <a:lnTo>
                  <a:pt x="1932169" y="100240"/>
                </a:lnTo>
                <a:lnTo>
                  <a:pt x="1944817" y="100240"/>
                </a:lnTo>
                <a:lnTo>
                  <a:pt x="1944629" y="99896"/>
                </a:lnTo>
                <a:lnTo>
                  <a:pt x="1944446" y="99551"/>
                </a:lnTo>
                <a:lnTo>
                  <a:pt x="1944269" y="99204"/>
                </a:lnTo>
                <a:lnTo>
                  <a:pt x="1944097" y="98856"/>
                </a:lnTo>
                <a:lnTo>
                  <a:pt x="1943930" y="98507"/>
                </a:lnTo>
                <a:lnTo>
                  <a:pt x="1943768" y="98157"/>
                </a:lnTo>
                <a:lnTo>
                  <a:pt x="1943611" y="97805"/>
                </a:lnTo>
                <a:lnTo>
                  <a:pt x="1943460" y="97452"/>
                </a:lnTo>
                <a:lnTo>
                  <a:pt x="1943314" y="97098"/>
                </a:lnTo>
                <a:lnTo>
                  <a:pt x="1943174" y="96742"/>
                </a:lnTo>
                <a:lnTo>
                  <a:pt x="1943038" y="96385"/>
                </a:lnTo>
                <a:lnTo>
                  <a:pt x="1942908" y="96027"/>
                </a:lnTo>
                <a:lnTo>
                  <a:pt x="1942783" y="95668"/>
                </a:lnTo>
                <a:lnTo>
                  <a:pt x="1942663" y="95307"/>
                </a:lnTo>
                <a:lnTo>
                  <a:pt x="1942549" y="94945"/>
                </a:lnTo>
                <a:lnTo>
                  <a:pt x="1942440" y="94582"/>
                </a:lnTo>
                <a:lnTo>
                  <a:pt x="1942336" y="94217"/>
                </a:lnTo>
                <a:lnTo>
                  <a:pt x="1942237" y="93851"/>
                </a:lnTo>
                <a:lnTo>
                  <a:pt x="1942144" y="93484"/>
                </a:lnTo>
                <a:lnTo>
                  <a:pt x="1942056" y="93116"/>
                </a:lnTo>
                <a:lnTo>
                  <a:pt x="1941973" y="92746"/>
                </a:lnTo>
                <a:lnTo>
                  <a:pt x="1941895" y="92375"/>
                </a:lnTo>
                <a:lnTo>
                  <a:pt x="1941823" y="92003"/>
                </a:lnTo>
                <a:lnTo>
                  <a:pt x="1941756" y="91629"/>
                </a:lnTo>
                <a:lnTo>
                  <a:pt x="1941693" y="91233"/>
                </a:lnTo>
                <a:lnTo>
                  <a:pt x="1941632" y="90795"/>
                </a:lnTo>
                <a:lnTo>
                  <a:pt x="1941575" y="90313"/>
                </a:lnTo>
                <a:lnTo>
                  <a:pt x="1941519" y="89789"/>
                </a:lnTo>
                <a:lnTo>
                  <a:pt x="1941467" y="89222"/>
                </a:lnTo>
                <a:lnTo>
                  <a:pt x="1941417" y="88612"/>
                </a:lnTo>
                <a:lnTo>
                  <a:pt x="1941370" y="87959"/>
                </a:lnTo>
                <a:lnTo>
                  <a:pt x="1941326" y="87263"/>
                </a:lnTo>
                <a:lnTo>
                  <a:pt x="1941284" y="86525"/>
                </a:lnTo>
                <a:lnTo>
                  <a:pt x="1941245" y="85743"/>
                </a:lnTo>
                <a:lnTo>
                  <a:pt x="1941209" y="84919"/>
                </a:lnTo>
                <a:lnTo>
                  <a:pt x="1941176" y="84052"/>
                </a:lnTo>
                <a:lnTo>
                  <a:pt x="1941145" y="83141"/>
                </a:lnTo>
                <a:lnTo>
                  <a:pt x="1941117" y="82188"/>
                </a:lnTo>
                <a:lnTo>
                  <a:pt x="1941091" y="81193"/>
                </a:lnTo>
                <a:lnTo>
                  <a:pt x="1941068" y="80154"/>
                </a:lnTo>
                <a:lnTo>
                  <a:pt x="1941048" y="79072"/>
                </a:lnTo>
                <a:lnTo>
                  <a:pt x="1941031" y="77948"/>
                </a:lnTo>
                <a:lnTo>
                  <a:pt x="1941016" y="76780"/>
                </a:lnTo>
                <a:lnTo>
                  <a:pt x="1941004" y="75570"/>
                </a:lnTo>
                <a:lnTo>
                  <a:pt x="1940994" y="74317"/>
                </a:lnTo>
                <a:lnTo>
                  <a:pt x="1940988" y="73021"/>
                </a:lnTo>
                <a:lnTo>
                  <a:pt x="1940984" y="71682"/>
                </a:lnTo>
                <a:lnTo>
                  <a:pt x="1940982" y="70301"/>
                </a:lnTo>
                <a:lnTo>
                  <a:pt x="1940982" y="54201"/>
                </a:lnTo>
                <a:lnTo>
                  <a:pt x="1940981" y="53539"/>
                </a:lnTo>
                <a:lnTo>
                  <a:pt x="1940978" y="52893"/>
                </a:lnTo>
                <a:lnTo>
                  <a:pt x="1940973" y="52266"/>
                </a:lnTo>
                <a:lnTo>
                  <a:pt x="1940965" y="51655"/>
                </a:lnTo>
                <a:lnTo>
                  <a:pt x="1940956" y="51061"/>
                </a:lnTo>
                <a:lnTo>
                  <a:pt x="1940944" y="50485"/>
                </a:lnTo>
                <a:lnTo>
                  <a:pt x="1940931" y="49926"/>
                </a:lnTo>
                <a:lnTo>
                  <a:pt x="1940915" y="49384"/>
                </a:lnTo>
                <a:lnTo>
                  <a:pt x="1940897" y="48859"/>
                </a:lnTo>
                <a:lnTo>
                  <a:pt x="1940877" y="48351"/>
                </a:lnTo>
                <a:lnTo>
                  <a:pt x="1940855" y="47860"/>
                </a:lnTo>
                <a:lnTo>
                  <a:pt x="1940831" y="47387"/>
                </a:lnTo>
                <a:lnTo>
                  <a:pt x="1940805" y="46931"/>
                </a:lnTo>
                <a:lnTo>
                  <a:pt x="1940776" y="46492"/>
                </a:lnTo>
                <a:lnTo>
                  <a:pt x="1940746" y="46070"/>
                </a:lnTo>
                <a:lnTo>
                  <a:pt x="1940713" y="45665"/>
                </a:lnTo>
                <a:lnTo>
                  <a:pt x="1940678" y="45278"/>
                </a:lnTo>
                <a:lnTo>
                  <a:pt x="1940642" y="44907"/>
                </a:lnTo>
                <a:lnTo>
                  <a:pt x="1940603" y="44554"/>
                </a:lnTo>
                <a:lnTo>
                  <a:pt x="1940562" y="44218"/>
                </a:lnTo>
                <a:lnTo>
                  <a:pt x="1940519" y="43899"/>
                </a:lnTo>
                <a:lnTo>
                  <a:pt x="1940473" y="43598"/>
                </a:lnTo>
                <a:lnTo>
                  <a:pt x="1940426" y="43313"/>
                </a:lnTo>
                <a:lnTo>
                  <a:pt x="1940377" y="43046"/>
                </a:lnTo>
                <a:lnTo>
                  <a:pt x="1940284" y="42632"/>
                </a:lnTo>
                <a:lnTo>
                  <a:pt x="1940186" y="42225"/>
                </a:lnTo>
                <a:lnTo>
                  <a:pt x="1940082" y="41823"/>
                </a:lnTo>
                <a:lnTo>
                  <a:pt x="1939973" y="41428"/>
                </a:lnTo>
                <a:lnTo>
                  <a:pt x="1939858" y="41038"/>
                </a:lnTo>
                <a:lnTo>
                  <a:pt x="1939738" y="40655"/>
                </a:lnTo>
                <a:lnTo>
                  <a:pt x="1939611" y="40277"/>
                </a:lnTo>
                <a:lnTo>
                  <a:pt x="1939480" y="39906"/>
                </a:lnTo>
                <a:lnTo>
                  <a:pt x="1939342" y="39540"/>
                </a:lnTo>
                <a:lnTo>
                  <a:pt x="1939199" y="39181"/>
                </a:lnTo>
                <a:lnTo>
                  <a:pt x="1939051" y="38827"/>
                </a:lnTo>
                <a:lnTo>
                  <a:pt x="1938897" y="38479"/>
                </a:lnTo>
                <a:lnTo>
                  <a:pt x="1938737" y="38138"/>
                </a:lnTo>
                <a:lnTo>
                  <a:pt x="1938572" y="37802"/>
                </a:lnTo>
                <a:lnTo>
                  <a:pt x="1938401" y="37472"/>
                </a:lnTo>
                <a:lnTo>
                  <a:pt x="1938224" y="37149"/>
                </a:lnTo>
                <a:lnTo>
                  <a:pt x="1938042" y="36831"/>
                </a:lnTo>
                <a:lnTo>
                  <a:pt x="1937854" y="36519"/>
                </a:lnTo>
                <a:lnTo>
                  <a:pt x="1937661" y="36214"/>
                </a:lnTo>
                <a:lnTo>
                  <a:pt x="1937461" y="35914"/>
                </a:lnTo>
                <a:lnTo>
                  <a:pt x="1937257" y="35620"/>
                </a:lnTo>
                <a:lnTo>
                  <a:pt x="1937047" y="35333"/>
                </a:lnTo>
                <a:lnTo>
                  <a:pt x="1936831" y="35051"/>
                </a:lnTo>
                <a:lnTo>
                  <a:pt x="1936609" y="34775"/>
                </a:lnTo>
                <a:lnTo>
                  <a:pt x="1936380" y="34504"/>
                </a:lnTo>
                <a:lnTo>
                  <a:pt x="1936140" y="34237"/>
                </a:lnTo>
                <a:lnTo>
                  <a:pt x="1935889" y="33974"/>
                </a:lnTo>
                <a:lnTo>
                  <a:pt x="1935628" y="33714"/>
                </a:lnTo>
                <a:lnTo>
                  <a:pt x="1935357" y="33459"/>
                </a:lnTo>
                <a:lnTo>
                  <a:pt x="1935075" y="33207"/>
                </a:lnTo>
                <a:lnTo>
                  <a:pt x="1934782" y="32959"/>
                </a:lnTo>
                <a:lnTo>
                  <a:pt x="1934479" y="32715"/>
                </a:lnTo>
                <a:lnTo>
                  <a:pt x="1934165" y="32475"/>
                </a:lnTo>
                <a:lnTo>
                  <a:pt x="1933841" y="32239"/>
                </a:lnTo>
                <a:lnTo>
                  <a:pt x="1933507" y="32007"/>
                </a:lnTo>
                <a:lnTo>
                  <a:pt x="1933161" y="31779"/>
                </a:lnTo>
                <a:lnTo>
                  <a:pt x="1932806" y="31554"/>
                </a:lnTo>
                <a:lnTo>
                  <a:pt x="1932440" y="31334"/>
                </a:lnTo>
                <a:lnTo>
                  <a:pt x="1932063" y="31117"/>
                </a:lnTo>
                <a:lnTo>
                  <a:pt x="1931676" y="30904"/>
                </a:lnTo>
                <a:lnTo>
                  <a:pt x="1931278" y="30695"/>
                </a:lnTo>
                <a:lnTo>
                  <a:pt x="1930870" y="30490"/>
                </a:lnTo>
                <a:lnTo>
                  <a:pt x="1930451" y="30289"/>
                </a:lnTo>
                <a:lnTo>
                  <a:pt x="1930022" y="30091"/>
                </a:lnTo>
                <a:lnTo>
                  <a:pt x="1929582" y="29898"/>
                </a:lnTo>
                <a:lnTo>
                  <a:pt x="1929132" y="29708"/>
                </a:lnTo>
                <a:lnTo>
                  <a:pt x="1928671" y="29522"/>
                </a:lnTo>
                <a:lnTo>
                  <a:pt x="1928200" y="29340"/>
                </a:lnTo>
                <a:lnTo>
                  <a:pt x="1927717" y="29164"/>
                </a:lnTo>
                <a:lnTo>
                  <a:pt x="1927223" y="28995"/>
                </a:lnTo>
                <a:lnTo>
                  <a:pt x="1926717" y="28834"/>
                </a:lnTo>
                <a:lnTo>
                  <a:pt x="1926198" y="28680"/>
                </a:lnTo>
                <a:lnTo>
                  <a:pt x="1925668" y="28534"/>
                </a:lnTo>
                <a:lnTo>
                  <a:pt x="1925126" y="28395"/>
                </a:lnTo>
                <a:lnTo>
                  <a:pt x="1924572" y="28264"/>
                </a:lnTo>
                <a:lnTo>
                  <a:pt x="1924006" y="28140"/>
                </a:lnTo>
                <a:lnTo>
                  <a:pt x="1923429" y="28023"/>
                </a:lnTo>
                <a:lnTo>
                  <a:pt x="1922839" y="27915"/>
                </a:lnTo>
                <a:lnTo>
                  <a:pt x="1922237" y="27813"/>
                </a:lnTo>
                <a:lnTo>
                  <a:pt x="1921624" y="27720"/>
                </a:lnTo>
                <a:lnTo>
                  <a:pt x="1920998" y="27633"/>
                </a:lnTo>
                <a:lnTo>
                  <a:pt x="1920361" y="27554"/>
                </a:lnTo>
                <a:lnTo>
                  <a:pt x="1919712" y="27483"/>
                </a:lnTo>
                <a:lnTo>
                  <a:pt x="1919050" y="27419"/>
                </a:lnTo>
                <a:lnTo>
                  <a:pt x="1918377" y="27363"/>
                </a:lnTo>
                <a:lnTo>
                  <a:pt x="1917692" y="27314"/>
                </a:lnTo>
                <a:lnTo>
                  <a:pt x="1916995" y="27273"/>
                </a:lnTo>
                <a:lnTo>
                  <a:pt x="1916287" y="27239"/>
                </a:lnTo>
                <a:lnTo>
                  <a:pt x="1915566" y="27213"/>
                </a:lnTo>
                <a:lnTo>
                  <a:pt x="1914833" y="27194"/>
                </a:lnTo>
                <a:lnTo>
                  <a:pt x="1914089" y="27183"/>
                </a:lnTo>
                <a:lnTo>
                  <a:pt x="1913332" y="27179"/>
                </a:lnTo>
                <a:lnTo>
                  <a:pt x="1912568" y="27184"/>
                </a:lnTo>
                <a:lnTo>
                  <a:pt x="1911811" y="27197"/>
                </a:lnTo>
                <a:lnTo>
                  <a:pt x="1911063" y="27219"/>
                </a:lnTo>
                <a:lnTo>
                  <a:pt x="1910322" y="27250"/>
                </a:lnTo>
                <a:lnTo>
                  <a:pt x="1909588" y="27289"/>
                </a:lnTo>
                <a:lnTo>
                  <a:pt x="1908862" y="27337"/>
                </a:lnTo>
                <a:lnTo>
                  <a:pt x="1908145" y="27395"/>
                </a:lnTo>
                <a:lnTo>
                  <a:pt x="1907434" y="27460"/>
                </a:lnTo>
                <a:lnTo>
                  <a:pt x="1906732" y="27535"/>
                </a:lnTo>
                <a:lnTo>
                  <a:pt x="1906037" y="27619"/>
                </a:lnTo>
                <a:lnTo>
                  <a:pt x="1905350" y="27711"/>
                </a:lnTo>
                <a:lnTo>
                  <a:pt x="1904670" y="27812"/>
                </a:lnTo>
                <a:lnTo>
                  <a:pt x="1903999" y="27922"/>
                </a:lnTo>
                <a:lnTo>
                  <a:pt x="1903335" y="28041"/>
                </a:lnTo>
                <a:lnTo>
                  <a:pt x="1902678" y="28168"/>
                </a:lnTo>
                <a:lnTo>
                  <a:pt x="1902030" y="28304"/>
                </a:lnTo>
                <a:lnTo>
                  <a:pt x="1901389" y="28449"/>
                </a:lnTo>
                <a:lnTo>
                  <a:pt x="1900756" y="28603"/>
                </a:lnTo>
                <a:lnTo>
                  <a:pt x="1900130" y="28766"/>
                </a:lnTo>
                <a:lnTo>
                  <a:pt x="1899513" y="28937"/>
                </a:lnTo>
                <a:lnTo>
                  <a:pt x="1898903" y="29117"/>
                </a:lnTo>
                <a:lnTo>
                  <a:pt x="1898300" y="29306"/>
                </a:lnTo>
                <a:lnTo>
                  <a:pt x="1897706" y="29504"/>
                </a:lnTo>
                <a:lnTo>
                  <a:pt x="1897119" y="29710"/>
                </a:lnTo>
                <a:lnTo>
                  <a:pt x="1896541" y="29925"/>
                </a:lnTo>
                <a:lnTo>
                  <a:pt x="1895976" y="30147"/>
                </a:lnTo>
                <a:lnTo>
                  <a:pt x="1895421" y="30377"/>
                </a:lnTo>
                <a:lnTo>
                  <a:pt x="1894878" y="30614"/>
                </a:lnTo>
                <a:lnTo>
                  <a:pt x="1894347" y="30858"/>
                </a:lnTo>
                <a:lnTo>
                  <a:pt x="1893826" y="31110"/>
                </a:lnTo>
                <a:lnTo>
                  <a:pt x="1893318" y="31370"/>
                </a:lnTo>
                <a:lnTo>
                  <a:pt x="1892821" y="31637"/>
                </a:lnTo>
                <a:lnTo>
                  <a:pt x="1892335" y="31911"/>
                </a:lnTo>
                <a:lnTo>
                  <a:pt x="1891861" y="32193"/>
                </a:lnTo>
                <a:lnTo>
                  <a:pt x="1891398" y="32483"/>
                </a:lnTo>
                <a:lnTo>
                  <a:pt x="1890946" y="32780"/>
                </a:lnTo>
                <a:lnTo>
                  <a:pt x="1890506" y="33084"/>
                </a:lnTo>
                <a:lnTo>
                  <a:pt x="1890078" y="33397"/>
                </a:lnTo>
                <a:lnTo>
                  <a:pt x="1889661" y="33716"/>
                </a:lnTo>
                <a:lnTo>
                  <a:pt x="1889255" y="34043"/>
                </a:lnTo>
                <a:lnTo>
                  <a:pt x="1888861" y="34378"/>
                </a:lnTo>
                <a:lnTo>
                  <a:pt x="1888478" y="34720"/>
                </a:lnTo>
                <a:lnTo>
                  <a:pt x="1888107" y="35069"/>
                </a:lnTo>
                <a:lnTo>
                  <a:pt x="1887747" y="35427"/>
                </a:lnTo>
                <a:lnTo>
                  <a:pt x="1887398" y="35791"/>
                </a:lnTo>
                <a:lnTo>
                  <a:pt x="1887062" y="36163"/>
                </a:lnTo>
                <a:lnTo>
                  <a:pt x="1886736" y="36543"/>
                </a:lnTo>
                <a:lnTo>
                  <a:pt x="1886422" y="36930"/>
                </a:lnTo>
                <a:lnTo>
                  <a:pt x="1886117" y="37326"/>
                </a:lnTo>
                <a:lnTo>
                  <a:pt x="1885820" y="37732"/>
                </a:lnTo>
                <a:lnTo>
                  <a:pt x="1885530" y="38148"/>
                </a:lnTo>
                <a:lnTo>
                  <a:pt x="1885247" y="38575"/>
                </a:lnTo>
                <a:lnTo>
                  <a:pt x="1884971" y="39012"/>
                </a:lnTo>
                <a:lnTo>
                  <a:pt x="1884702" y="39459"/>
                </a:lnTo>
                <a:lnTo>
                  <a:pt x="1884441" y="39916"/>
                </a:lnTo>
                <a:lnTo>
                  <a:pt x="1884187" y="40383"/>
                </a:lnTo>
                <a:lnTo>
                  <a:pt x="1883940" y="40860"/>
                </a:lnTo>
                <a:lnTo>
                  <a:pt x="1883701" y="41348"/>
                </a:lnTo>
                <a:lnTo>
                  <a:pt x="1883468" y="41846"/>
                </a:lnTo>
                <a:lnTo>
                  <a:pt x="1883243" y="42354"/>
                </a:lnTo>
                <a:lnTo>
                  <a:pt x="1883025" y="42872"/>
                </a:lnTo>
                <a:lnTo>
                  <a:pt x="1882815" y="43401"/>
                </a:lnTo>
                <a:lnTo>
                  <a:pt x="1882611" y="43939"/>
                </a:lnTo>
                <a:lnTo>
                  <a:pt x="1882415" y="44488"/>
                </a:lnTo>
                <a:lnTo>
                  <a:pt x="1882226" y="45047"/>
                </a:lnTo>
                <a:lnTo>
                  <a:pt x="1882045" y="45616"/>
                </a:lnTo>
                <a:lnTo>
                  <a:pt x="1881870" y="46196"/>
                </a:lnTo>
                <a:lnTo>
                  <a:pt x="1881703" y="46785"/>
                </a:lnTo>
                <a:lnTo>
                  <a:pt x="1881543" y="47385"/>
                </a:lnTo>
                <a:lnTo>
                  <a:pt x="1881391" y="47995"/>
                </a:lnTo>
                <a:lnTo>
                  <a:pt x="1881245" y="48615"/>
                </a:lnTo>
                <a:lnTo>
                  <a:pt x="1881107" y="49246"/>
                </a:lnTo>
                <a:lnTo>
                  <a:pt x="1892948" y="50860"/>
                </a:lnTo>
                <a:lnTo>
                  <a:pt x="1893114" y="50235"/>
                </a:lnTo>
                <a:lnTo>
                  <a:pt x="1893288" y="49625"/>
                </a:lnTo>
                <a:lnTo>
                  <a:pt x="1893469" y="49032"/>
                </a:lnTo>
                <a:lnTo>
                  <a:pt x="1893657" y="48454"/>
                </a:lnTo>
                <a:lnTo>
                  <a:pt x="1893853" y="47893"/>
                </a:lnTo>
                <a:lnTo>
                  <a:pt x="1894056" y="47347"/>
                </a:lnTo>
                <a:lnTo>
                  <a:pt x="1894266" y="46818"/>
                </a:lnTo>
                <a:lnTo>
                  <a:pt x="1894484" y="46304"/>
                </a:lnTo>
                <a:lnTo>
                  <a:pt x="1894709" y="45807"/>
                </a:lnTo>
                <a:lnTo>
                  <a:pt x="1894941" y="45325"/>
                </a:lnTo>
                <a:lnTo>
                  <a:pt x="1895181" y="44860"/>
                </a:lnTo>
                <a:lnTo>
                  <a:pt x="1895428" y="44410"/>
                </a:lnTo>
                <a:lnTo>
                  <a:pt x="1895683" y="43977"/>
                </a:lnTo>
                <a:lnTo>
                  <a:pt x="1895945" y="43559"/>
                </a:lnTo>
                <a:lnTo>
                  <a:pt x="1896214" y="43158"/>
                </a:lnTo>
                <a:lnTo>
                  <a:pt x="1896491" y="42772"/>
                </a:lnTo>
                <a:lnTo>
                  <a:pt x="1896775" y="42403"/>
                </a:lnTo>
                <a:lnTo>
                  <a:pt x="1897066" y="42049"/>
                </a:lnTo>
                <a:lnTo>
                  <a:pt x="1897365" y="41712"/>
                </a:lnTo>
                <a:lnTo>
                  <a:pt x="1897671" y="41390"/>
                </a:lnTo>
                <a:lnTo>
                  <a:pt x="1897984" y="41085"/>
                </a:lnTo>
                <a:lnTo>
                  <a:pt x="1898305" y="40795"/>
                </a:lnTo>
                <a:lnTo>
                  <a:pt x="1898633" y="40522"/>
                </a:lnTo>
                <a:lnTo>
                  <a:pt x="1898969" y="40264"/>
                </a:lnTo>
                <a:lnTo>
                  <a:pt x="1899316" y="40020"/>
                </a:lnTo>
                <a:lnTo>
                  <a:pt x="1899678" y="39786"/>
                </a:lnTo>
                <a:lnTo>
                  <a:pt x="1900056" y="39563"/>
                </a:lnTo>
                <a:lnTo>
                  <a:pt x="1900450" y="39350"/>
                </a:lnTo>
                <a:lnTo>
                  <a:pt x="1900859" y="39147"/>
                </a:lnTo>
                <a:lnTo>
                  <a:pt x="1901283" y="38955"/>
                </a:lnTo>
                <a:lnTo>
                  <a:pt x="1901724" y="38773"/>
                </a:lnTo>
                <a:lnTo>
                  <a:pt x="1902179" y="38601"/>
                </a:lnTo>
                <a:lnTo>
                  <a:pt x="1902651" y="38440"/>
                </a:lnTo>
                <a:lnTo>
                  <a:pt x="1903137" y="38289"/>
                </a:lnTo>
                <a:lnTo>
                  <a:pt x="1903640" y="38149"/>
                </a:lnTo>
                <a:lnTo>
                  <a:pt x="1904157" y="38019"/>
                </a:lnTo>
                <a:lnTo>
                  <a:pt x="1904691" y="37899"/>
                </a:lnTo>
                <a:lnTo>
                  <a:pt x="1905240" y="37790"/>
                </a:lnTo>
                <a:lnTo>
                  <a:pt x="1905804" y="37692"/>
                </a:lnTo>
                <a:lnTo>
                  <a:pt x="1906384" y="37603"/>
                </a:lnTo>
                <a:lnTo>
                  <a:pt x="1906980" y="37525"/>
                </a:lnTo>
                <a:lnTo>
                  <a:pt x="1907591" y="37458"/>
                </a:lnTo>
                <a:lnTo>
                  <a:pt x="1908217" y="37400"/>
                </a:lnTo>
                <a:lnTo>
                  <a:pt x="1908859" y="37354"/>
                </a:lnTo>
                <a:lnTo>
                  <a:pt x="1909517" y="37317"/>
                </a:lnTo>
                <a:lnTo>
                  <a:pt x="1910190" y="37291"/>
                </a:lnTo>
                <a:lnTo>
                  <a:pt x="1910879" y="37276"/>
                </a:lnTo>
                <a:lnTo>
                  <a:pt x="1911583" y="37271"/>
                </a:lnTo>
                <a:lnTo>
                  <a:pt x="1912338" y="37278"/>
                </a:lnTo>
                <a:lnTo>
                  <a:pt x="1913077" y="37299"/>
                </a:lnTo>
                <a:lnTo>
                  <a:pt x="1913800" y="37334"/>
                </a:lnTo>
                <a:lnTo>
                  <a:pt x="1914508" y="37384"/>
                </a:lnTo>
                <a:lnTo>
                  <a:pt x="1915200" y="37448"/>
                </a:lnTo>
                <a:lnTo>
                  <a:pt x="1915876" y="37526"/>
                </a:lnTo>
                <a:lnTo>
                  <a:pt x="1916537" y="37618"/>
                </a:lnTo>
                <a:lnTo>
                  <a:pt x="1917182" y="37725"/>
                </a:lnTo>
                <a:lnTo>
                  <a:pt x="1917811" y="37846"/>
                </a:lnTo>
                <a:lnTo>
                  <a:pt x="1918425" y="37980"/>
                </a:lnTo>
                <a:lnTo>
                  <a:pt x="1919023" y="38130"/>
                </a:lnTo>
                <a:lnTo>
                  <a:pt x="1919605" y="38293"/>
                </a:lnTo>
                <a:lnTo>
                  <a:pt x="1920172" y="38470"/>
                </a:lnTo>
                <a:lnTo>
                  <a:pt x="1920723" y="38662"/>
                </a:lnTo>
                <a:lnTo>
                  <a:pt x="1921259" y="38868"/>
                </a:lnTo>
                <a:lnTo>
                  <a:pt x="1921779" y="39088"/>
                </a:lnTo>
                <a:lnTo>
                  <a:pt x="1922283" y="39322"/>
                </a:lnTo>
                <a:lnTo>
                  <a:pt x="1922772" y="39571"/>
                </a:lnTo>
                <a:lnTo>
                  <a:pt x="1923245" y="39833"/>
                </a:lnTo>
                <a:lnTo>
                  <a:pt x="1923702" y="40110"/>
                </a:lnTo>
                <a:lnTo>
                  <a:pt x="1924143" y="40401"/>
                </a:lnTo>
                <a:lnTo>
                  <a:pt x="1924569" y="40706"/>
                </a:lnTo>
                <a:lnTo>
                  <a:pt x="1924980" y="41026"/>
                </a:lnTo>
                <a:lnTo>
                  <a:pt x="1925374" y="41360"/>
                </a:lnTo>
                <a:lnTo>
                  <a:pt x="1925654" y="41618"/>
                </a:lnTo>
                <a:lnTo>
                  <a:pt x="1925922" y="41892"/>
                </a:lnTo>
                <a:lnTo>
                  <a:pt x="1926179" y="42181"/>
                </a:lnTo>
                <a:lnTo>
                  <a:pt x="1926423" y="42486"/>
                </a:lnTo>
                <a:lnTo>
                  <a:pt x="1926655" y="42805"/>
                </a:lnTo>
                <a:lnTo>
                  <a:pt x="1926875" y="43139"/>
                </a:lnTo>
                <a:lnTo>
                  <a:pt x="1927084" y="43489"/>
                </a:lnTo>
                <a:lnTo>
                  <a:pt x="1927280" y="43854"/>
                </a:lnTo>
                <a:lnTo>
                  <a:pt x="1927465" y="44234"/>
                </a:lnTo>
                <a:lnTo>
                  <a:pt x="1927638" y="44629"/>
                </a:lnTo>
                <a:lnTo>
                  <a:pt x="1927799" y="45039"/>
                </a:lnTo>
                <a:lnTo>
                  <a:pt x="1927948" y="45464"/>
                </a:lnTo>
                <a:lnTo>
                  <a:pt x="1928085" y="45904"/>
                </a:lnTo>
                <a:lnTo>
                  <a:pt x="1928210" y="46360"/>
                </a:lnTo>
                <a:lnTo>
                  <a:pt x="1928323" y="46830"/>
                </a:lnTo>
                <a:lnTo>
                  <a:pt x="1928424" y="47316"/>
                </a:lnTo>
                <a:lnTo>
                  <a:pt x="1928514" y="47817"/>
                </a:lnTo>
                <a:lnTo>
                  <a:pt x="1928591" y="48333"/>
                </a:lnTo>
                <a:lnTo>
                  <a:pt x="1928656" y="48864"/>
                </a:lnTo>
                <a:lnTo>
                  <a:pt x="1928710" y="49411"/>
                </a:lnTo>
                <a:lnTo>
                  <a:pt x="1928752" y="49972"/>
                </a:lnTo>
                <a:lnTo>
                  <a:pt x="1928782" y="50549"/>
                </a:lnTo>
                <a:lnTo>
                  <a:pt x="1928799" y="51140"/>
                </a:lnTo>
                <a:lnTo>
                  <a:pt x="1928805" y="51747"/>
                </a:lnTo>
                <a:lnTo>
                  <a:pt x="1928805" y="51806"/>
                </a:lnTo>
                <a:lnTo>
                  <a:pt x="1928805" y="51872"/>
                </a:lnTo>
                <a:lnTo>
                  <a:pt x="1928804" y="51943"/>
                </a:lnTo>
                <a:lnTo>
                  <a:pt x="1928804" y="52021"/>
                </a:lnTo>
                <a:lnTo>
                  <a:pt x="1928802" y="52105"/>
                </a:lnTo>
                <a:lnTo>
                  <a:pt x="1928801" y="52196"/>
                </a:lnTo>
                <a:lnTo>
                  <a:pt x="1928800" y="52292"/>
                </a:lnTo>
                <a:lnTo>
                  <a:pt x="1928798" y="52395"/>
                </a:lnTo>
                <a:lnTo>
                  <a:pt x="1928796" y="52505"/>
                </a:lnTo>
                <a:lnTo>
                  <a:pt x="1928794" y="52620"/>
                </a:lnTo>
                <a:lnTo>
                  <a:pt x="1928791" y="52742"/>
                </a:lnTo>
                <a:lnTo>
                  <a:pt x="1928789" y="52870"/>
                </a:lnTo>
                <a:lnTo>
                  <a:pt x="1928786" y="53004"/>
                </a:lnTo>
                <a:lnTo>
                  <a:pt x="1928783" y="53145"/>
                </a:lnTo>
                <a:lnTo>
                  <a:pt x="1928779" y="53292"/>
                </a:lnTo>
                <a:lnTo>
                  <a:pt x="1928775" y="53445"/>
                </a:lnTo>
                <a:lnTo>
                  <a:pt x="1928772" y="53605"/>
                </a:lnTo>
                <a:lnTo>
                  <a:pt x="1928768" y="53770"/>
                </a:lnTo>
                <a:lnTo>
                  <a:pt x="1928763" y="53942"/>
                </a:lnTo>
                <a:lnTo>
                  <a:pt x="1928759" y="54121"/>
                </a:lnTo>
                <a:lnTo>
                  <a:pt x="1928754" y="54305"/>
                </a:lnTo>
                <a:lnTo>
                  <a:pt x="1928749" y="54496"/>
                </a:lnTo>
                <a:lnTo>
                  <a:pt x="1928744" y="54693"/>
                </a:lnTo>
                <a:lnTo>
                  <a:pt x="1928738" y="54897"/>
                </a:lnTo>
                <a:lnTo>
                  <a:pt x="1928147" y="55097"/>
                </a:lnTo>
                <a:lnTo>
                  <a:pt x="1927530" y="55296"/>
                </a:lnTo>
                <a:lnTo>
                  <a:pt x="1926885" y="55492"/>
                </a:lnTo>
                <a:lnTo>
                  <a:pt x="1926213" y="55685"/>
                </a:lnTo>
                <a:lnTo>
                  <a:pt x="1925515" y="55877"/>
                </a:lnTo>
                <a:lnTo>
                  <a:pt x="1924790" y="56066"/>
                </a:lnTo>
                <a:lnTo>
                  <a:pt x="1924038" y="56252"/>
                </a:lnTo>
                <a:lnTo>
                  <a:pt x="1923259" y="56437"/>
                </a:lnTo>
                <a:lnTo>
                  <a:pt x="1922453" y="56618"/>
                </a:lnTo>
                <a:lnTo>
                  <a:pt x="1921620" y="56798"/>
                </a:lnTo>
                <a:lnTo>
                  <a:pt x="1920761" y="56975"/>
                </a:lnTo>
                <a:lnTo>
                  <a:pt x="1919875" y="57150"/>
                </a:lnTo>
                <a:lnTo>
                  <a:pt x="1918961" y="57323"/>
                </a:lnTo>
                <a:lnTo>
                  <a:pt x="1918021" y="57493"/>
                </a:lnTo>
                <a:lnTo>
                  <a:pt x="1917054" y="57661"/>
                </a:lnTo>
                <a:lnTo>
                  <a:pt x="1916060" y="57827"/>
                </a:lnTo>
                <a:lnTo>
                  <a:pt x="1915040" y="57990"/>
                </a:lnTo>
                <a:lnTo>
                  <a:pt x="1913992" y="58151"/>
                </a:lnTo>
                <a:lnTo>
                  <a:pt x="1912918" y="58310"/>
                </a:lnTo>
                <a:lnTo>
                  <a:pt x="1911817" y="58466"/>
                </a:lnTo>
                <a:lnTo>
                  <a:pt x="1910688" y="58620"/>
                </a:lnTo>
                <a:lnTo>
                  <a:pt x="1909533" y="58772"/>
                </a:lnTo>
                <a:lnTo>
                  <a:pt x="1908351" y="58921"/>
                </a:lnTo>
                <a:lnTo>
                  <a:pt x="1907143" y="59068"/>
                </a:lnTo>
                <a:lnTo>
                  <a:pt x="1906549" y="59141"/>
                </a:lnTo>
                <a:lnTo>
                  <a:pt x="1905968" y="59214"/>
                </a:lnTo>
                <a:lnTo>
                  <a:pt x="1905400" y="59287"/>
                </a:lnTo>
                <a:lnTo>
                  <a:pt x="1904844" y="59361"/>
                </a:lnTo>
                <a:lnTo>
                  <a:pt x="1904301" y="59435"/>
                </a:lnTo>
                <a:lnTo>
                  <a:pt x="1903771" y="59509"/>
                </a:lnTo>
                <a:lnTo>
                  <a:pt x="1903253" y="59584"/>
                </a:lnTo>
                <a:lnTo>
                  <a:pt x="1902747" y="59658"/>
                </a:lnTo>
                <a:lnTo>
                  <a:pt x="1902255" y="59733"/>
                </a:lnTo>
                <a:lnTo>
                  <a:pt x="1901775" y="59808"/>
                </a:lnTo>
                <a:lnTo>
                  <a:pt x="1901307" y="59884"/>
                </a:lnTo>
                <a:lnTo>
                  <a:pt x="1900853" y="59959"/>
                </a:lnTo>
                <a:lnTo>
                  <a:pt x="1900410" y="60035"/>
                </a:lnTo>
                <a:lnTo>
                  <a:pt x="1899981" y="60111"/>
                </a:lnTo>
                <a:lnTo>
                  <a:pt x="1899564" y="60187"/>
                </a:lnTo>
                <a:lnTo>
                  <a:pt x="1899159" y="60264"/>
                </a:lnTo>
                <a:lnTo>
                  <a:pt x="1898768" y="60340"/>
                </a:lnTo>
                <a:lnTo>
                  <a:pt x="1898389" y="60417"/>
                </a:lnTo>
                <a:lnTo>
                  <a:pt x="1898022" y="60495"/>
                </a:lnTo>
                <a:lnTo>
                  <a:pt x="1897668" y="60572"/>
                </a:lnTo>
                <a:lnTo>
                  <a:pt x="1897327" y="60650"/>
                </a:lnTo>
                <a:lnTo>
                  <a:pt x="1896998" y="60728"/>
                </a:lnTo>
                <a:lnTo>
                  <a:pt x="1896682" y="60806"/>
                </a:lnTo>
                <a:lnTo>
                  <a:pt x="1896379" y="60884"/>
                </a:lnTo>
                <a:lnTo>
                  <a:pt x="1895977" y="60998"/>
                </a:lnTo>
                <a:lnTo>
                  <a:pt x="1895578" y="61117"/>
                </a:lnTo>
                <a:lnTo>
                  <a:pt x="1895183" y="61241"/>
                </a:lnTo>
                <a:lnTo>
                  <a:pt x="1894791" y="61368"/>
                </a:lnTo>
                <a:lnTo>
                  <a:pt x="1894403" y="61500"/>
                </a:lnTo>
                <a:lnTo>
                  <a:pt x="1894018" y="61637"/>
                </a:lnTo>
                <a:lnTo>
                  <a:pt x="1893636" y="61778"/>
                </a:lnTo>
                <a:lnTo>
                  <a:pt x="1893258" y="61923"/>
                </a:lnTo>
                <a:lnTo>
                  <a:pt x="1892883" y="62073"/>
                </a:lnTo>
                <a:lnTo>
                  <a:pt x="1892512" y="62227"/>
                </a:lnTo>
                <a:lnTo>
                  <a:pt x="1892143" y="62386"/>
                </a:lnTo>
                <a:lnTo>
                  <a:pt x="1891779" y="62549"/>
                </a:lnTo>
                <a:lnTo>
                  <a:pt x="1891417" y="62717"/>
                </a:lnTo>
                <a:lnTo>
                  <a:pt x="1891060" y="62889"/>
                </a:lnTo>
                <a:lnTo>
                  <a:pt x="1890705" y="63065"/>
                </a:lnTo>
                <a:lnTo>
                  <a:pt x="1890354" y="63246"/>
                </a:lnTo>
                <a:lnTo>
                  <a:pt x="1890006" y="63432"/>
                </a:lnTo>
                <a:lnTo>
                  <a:pt x="1889662" y="63621"/>
                </a:lnTo>
                <a:lnTo>
                  <a:pt x="1889321" y="63816"/>
                </a:lnTo>
                <a:lnTo>
                  <a:pt x="1888983" y="64014"/>
                </a:lnTo>
                <a:lnTo>
                  <a:pt x="1888649" y="64217"/>
                </a:lnTo>
                <a:lnTo>
                  <a:pt x="1888318" y="64425"/>
                </a:lnTo>
                <a:lnTo>
                  <a:pt x="1887991" y="64637"/>
                </a:lnTo>
                <a:lnTo>
                  <a:pt x="1887667" y="64853"/>
                </a:lnTo>
                <a:lnTo>
                  <a:pt x="1887347" y="65075"/>
                </a:lnTo>
                <a:lnTo>
                  <a:pt x="1887032" y="65303"/>
                </a:lnTo>
                <a:lnTo>
                  <a:pt x="1886723" y="65536"/>
                </a:lnTo>
                <a:lnTo>
                  <a:pt x="1886418" y="65776"/>
                </a:lnTo>
                <a:lnTo>
                  <a:pt x="1886119" y="66021"/>
                </a:lnTo>
                <a:lnTo>
                  <a:pt x="1885825" y="66272"/>
                </a:lnTo>
                <a:lnTo>
                  <a:pt x="1885536" y="66530"/>
                </a:lnTo>
                <a:lnTo>
                  <a:pt x="1885252" y="66793"/>
                </a:lnTo>
                <a:lnTo>
                  <a:pt x="1884973" y="67062"/>
                </a:lnTo>
                <a:lnTo>
                  <a:pt x="1884700" y="67338"/>
                </a:lnTo>
                <a:lnTo>
                  <a:pt x="1884431" y="67619"/>
                </a:lnTo>
                <a:lnTo>
                  <a:pt x="1884168" y="67906"/>
                </a:lnTo>
                <a:lnTo>
                  <a:pt x="1883910" y="68199"/>
                </a:lnTo>
                <a:lnTo>
                  <a:pt x="1883657" y="68498"/>
                </a:lnTo>
                <a:lnTo>
                  <a:pt x="1883409" y="68803"/>
                </a:lnTo>
                <a:lnTo>
                  <a:pt x="1883167" y="69114"/>
                </a:lnTo>
                <a:lnTo>
                  <a:pt x="1882929" y="69431"/>
                </a:lnTo>
                <a:lnTo>
                  <a:pt x="1882697" y="69754"/>
                </a:lnTo>
                <a:lnTo>
                  <a:pt x="1882469" y="70083"/>
                </a:lnTo>
                <a:lnTo>
                  <a:pt x="1882247" y="70418"/>
                </a:lnTo>
                <a:lnTo>
                  <a:pt x="1882030" y="70758"/>
                </a:lnTo>
                <a:lnTo>
                  <a:pt x="1881818" y="71105"/>
                </a:lnTo>
                <a:lnTo>
                  <a:pt x="1881612" y="71458"/>
                </a:lnTo>
                <a:lnTo>
                  <a:pt x="1881410" y="71816"/>
                </a:lnTo>
                <a:lnTo>
                  <a:pt x="1881215" y="72180"/>
                </a:lnTo>
                <a:lnTo>
                  <a:pt x="1881028" y="72546"/>
                </a:lnTo>
                <a:lnTo>
                  <a:pt x="1880850" y="72915"/>
                </a:lnTo>
                <a:lnTo>
                  <a:pt x="1880680" y="73288"/>
                </a:lnTo>
                <a:lnTo>
                  <a:pt x="1880518" y="73664"/>
                </a:lnTo>
                <a:lnTo>
                  <a:pt x="1880365" y="74043"/>
                </a:lnTo>
                <a:lnTo>
                  <a:pt x="1880220" y="74425"/>
                </a:lnTo>
                <a:lnTo>
                  <a:pt x="1880083" y="74810"/>
                </a:lnTo>
                <a:lnTo>
                  <a:pt x="1879955" y="75199"/>
                </a:lnTo>
                <a:lnTo>
                  <a:pt x="1879834" y="75590"/>
                </a:lnTo>
                <a:lnTo>
                  <a:pt x="1879722" y="75985"/>
                </a:lnTo>
                <a:lnTo>
                  <a:pt x="1879619" y="76383"/>
                </a:lnTo>
                <a:lnTo>
                  <a:pt x="1879523" y="76784"/>
                </a:lnTo>
                <a:lnTo>
                  <a:pt x="1879436" y="77188"/>
                </a:lnTo>
                <a:lnTo>
                  <a:pt x="1879358" y="77595"/>
                </a:lnTo>
                <a:lnTo>
                  <a:pt x="1879287" y="78006"/>
                </a:lnTo>
                <a:lnTo>
                  <a:pt x="1879225" y="78419"/>
                </a:lnTo>
                <a:lnTo>
                  <a:pt x="1879171" y="78836"/>
                </a:lnTo>
                <a:lnTo>
                  <a:pt x="1879125" y="79256"/>
                </a:lnTo>
                <a:lnTo>
                  <a:pt x="1879088" y="79679"/>
                </a:lnTo>
                <a:lnTo>
                  <a:pt x="1879059" y="80105"/>
                </a:lnTo>
                <a:lnTo>
                  <a:pt x="1879038" y="80535"/>
                </a:lnTo>
                <a:lnTo>
                  <a:pt x="1879026" y="80967"/>
                </a:lnTo>
                <a:lnTo>
                  <a:pt x="1879022" y="81403"/>
                </a:lnTo>
                <a:lnTo>
                  <a:pt x="1879033" y="82143"/>
                </a:lnTo>
                <a:lnTo>
                  <a:pt x="1879066" y="82872"/>
                </a:lnTo>
                <a:lnTo>
                  <a:pt x="1879120" y="83590"/>
                </a:lnTo>
                <a:lnTo>
                  <a:pt x="1879197" y="84297"/>
                </a:lnTo>
                <a:lnTo>
                  <a:pt x="1879296" y="84993"/>
                </a:lnTo>
                <a:lnTo>
                  <a:pt x="1879417" y="85677"/>
                </a:lnTo>
                <a:lnTo>
                  <a:pt x="1879560" y="86351"/>
                </a:lnTo>
                <a:lnTo>
                  <a:pt x="1879724" y="87013"/>
                </a:lnTo>
                <a:lnTo>
                  <a:pt x="1879911" y="87664"/>
                </a:lnTo>
                <a:lnTo>
                  <a:pt x="1880120" y="88305"/>
                </a:lnTo>
                <a:lnTo>
                  <a:pt x="1880350" y="88934"/>
                </a:lnTo>
                <a:lnTo>
                  <a:pt x="1880603" y="89552"/>
                </a:lnTo>
                <a:lnTo>
                  <a:pt x="1880877" y="90159"/>
                </a:lnTo>
                <a:lnTo>
                  <a:pt x="1881174" y="90755"/>
                </a:lnTo>
                <a:lnTo>
                  <a:pt x="1881492" y="91339"/>
                </a:lnTo>
                <a:lnTo>
                  <a:pt x="1881832" y="91913"/>
                </a:lnTo>
                <a:lnTo>
                  <a:pt x="1882195" y="92476"/>
                </a:lnTo>
                <a:lnTo>
                  <a:pt x="1882579" y="93027"/>
                </a:lnTo>
                <a:lnTo>
                  <a:pt x="1882985" y="93567"/>
                </a:lnTo>
                <a:lnTo>
                  <a:pt x="1883413" y="94097"/>
                </a:lnTo>
                <a:lnTo>
                  <a:pt x="1883863" y="94615"/>
                </a:lnTo>
                <a:lnTo>
                  <a:pt x="1884335" y="95122"/>
                </a:lnTo>
                <a:lnTo>
                  <a:pt x="1884830" y="95618"/>
                </a:lnTo>
                <a:lnTo>
                  <a:pt x="1885346" y="96103"/>
                </a:lnTo>
                <a:lnTo>
                  <a:pt x="1885882" y="96572"/>
                </a:lnTo>
                <a:lnTo>
                  <a:pt x="1886437" y="97022"/>
                </a:lnTo>
                <a:lnTo>
                  <a:pt x="1887012" y="97451"/>
                </a:lnTo>
                <a:lnTo>
                  <a:pt x="1887605" y="97860"/>
                </a:lnTo>
                <a:lnTo>
                  <a:pt x="1888217" y="98250"/>
                </a:lnTo>
                <a:lnTo>
                  <a:pt x="1888848" y="98619"/>
                </a:lnTo>
                <a:lnTo>
                  <a:pt x="1889498" y="98969"/>
                </a:lnTo>
                <a:lnTo>
                  <a:pt x="1890167" y="99298"/>
                </a:lnTo>
                <a:lnTo>
                  <a:pt x="1890855" y="99608"/>
                </a:lnTo>
                <a:lnTo>
                  <a:pt x="1891562" y="99898"/>
                </a:lnTo>
                <a:lnTo>
                  <a:pt x="1892287" y="100167"/>
                </a:lnTo>
                <a:lnTo>
                  <a:pt x="1893032" y="100417"/>
                </a:lnTo>
                <a:lnTo>
                  <a:pt x="1893795" y="100646"/>
                </a:lnTo>
                <a:lnTo>
                  <a:pt x="1894578" y="100856"/>
                </a:lnTo>
                <a:lnTo>
                  <a:pt x="1895379" y="101046"/>
                </a:lnTo>
                <a:lnTo>
                  <a:pt x="1896199" y="101216"/>
                </a:lnTo>
                <a:lnTo>
                  <a:pt x="1897038" y="101365"/>
                </a:lnTo>
                <a:lnTo>
                  <a:pt x="1897897" y="101495"/>
                </a:lnTo>
                <a:lnTo>
                  <a:pt x="1898774" y="101605"/>
                </a:lnTo>
                <a:lnTo>
                  <a:pt x="1899670" y="101695"/>
                </a:lnTo>
                <a:lnTo>
                  <a:pt x="1900584" y="101765"/>
                </a:lnTo>
                <a:lnTo>
                  <a:pt x="1901518" y="101815"/>
                </a:lnTo>
                <a:lnTo>
                  <a:pt x="1902471" y="101845"/>
                </a:lnTo>
                <a:lnTo>
                  <a:pt x="1903443" y="101855"/>
                </a:lnTo>
                <a:lnTo>
                  <a:pt x="1904035" y="101851"/>
                </a:lnTo>
                <a:lnTo>
                  <a:pt x="1904625" y="101838"/>
                </a:lnTo>
                <a:lnTo>
                  <a:pt x="1905211" y="101817"/>
                </a:lnTo>
                <a:lnTo>
                  <a:pt x="1905794" y="101788"/>
                </a:lnTo>
                <a:lnTo>
                  <a:pt x="1906375" y="101751"/>
                </a:lnTo>
                <a:lnTo>
                  <a:pt x="1906951" y="101705"/>
                </a:lnTo>
                <a:lnTo>
                  <a:pt x="1907525" y="101651"/>
                </a:lnTo>
                <a:lnTo>
                  <a:pt x="1908096" y="101588"/>
                </a:lnTo>
                <a:lnTo>
                  <a:pt x="1908663" y="101517"/>
                </a:lnTo>
                <a:lnTo>
                  <a:pt x="1909228" y="101438"/>
                </a:lnTo>
                <a:lnTo>
                  <a:pt x="1909789" y="101351"/>
                </a:lnTo>
                <a:lnTo>
                  <a:pt x="1910347" y="101255"/>
                </a:lnTo>
                <a:lnTo>
                  <a:pt x="1910902" y="101151"/>
                </a:lnTo>
                <a:lnTo>
                  <a:pt x="1911453" y="101039"/>
                </a:lnTo>
                <a:lnTo>
                  <a:pt x="1912002" y="100918"/>
                </a:lnTo>
                <a:lnTo>
                  <a:pt x="1912547" y="100789"/>
                </a:lnTo>
                <a:lnTo>
                  <a:pt x="1913089" y="100651"/>
                </a:lnTo>
                <a:lnTo>
                  <a:pt x="1913629" y="100505"/>
                </a:lnTo>
                <a:lnTo>
                  <a:pt x="1914164" y="100351"/>
                </a:lnTo>
                <a:lnTo>
                  <a:pt x="1914697" y="100189"/>
                </a:lnTo>
                <a:lnTo>
                  <a:pt x="1915227" y="100018"/>
                </a:lnTo>
                <a:lnTo>
                  <a:pt x="1915753" y="99839"/>
                </a:lnTo>
                <a:lnTo>
                  <a:pt x="1916277" y="99652"/>
                </a:lnTo>
                <a:lnTo>
                  <a:pt x="1916797" y="99456"/>
                </a:lnTo>
                <a:lnTo>
                  <a:pt x="1917316" y="99250"/>
                </a:lnTo>
                <a:lnTo>
                  <a:pt x="1917837" y="99032"/>
                </a:lnTo>
                <a:lnTo>
                  <a:pt x="1918360" y="98802"/>
                </a:lnTo>
                <a:lnTo>
                  <a:pt x="1918885" y="98560"/>
                </a:lnTo>
                <a:lnTo>
                  <a:pt x="1919412" y="98307"/>
                </a:lnTo>
                <a:lnTo>
                  <a:pt x="1919940" y="98041"/>
                </a:lnTo>
                <a:lnTo>
                  <a:pt x="1920470" y="97764"/>
                </a:lnTo>
                <a:lnTo>
                  <a:pt x="1921001" y="97474"/>
                </a:lnTo>
                <a:lnTo>
                  <a:pt x="1921535" y="97173"/>
                </a:lnTo>
                <a:lnTo>
                  <a:pt x="1922070" y="96860"/>
                </a:lnTo>
                <a:lnTo>
                  <a:pt x="1922607" y="96535"/>
                </a:lnTo>
                <a:lnTo>
                  <a:pt x="1923146" y="96198"/>
                </a:lnTo>
                <a:lnTo>
                  <a:pt x="1923686" y="95849"/>
                </a:lnTo>
                <a:lnTo>
                  <a:pt x="1924229" y="95488"/>
                </a:lnTo>
                <a:lnTo>
                  <a:pt x="1924773" y="95115"/>
                </a:lnTo>
                <a:lnTo>
                  <a:pt x="1925318" y="94731"/>
                </a:lnTo>
                <a:lnTo>
                  <a:pt x="1925866" y="94334"/>
                </a:lnTo>
                <a:lnTo>
                  <a:pt x="1926415" y="93926"/>
                </a:lnTo>
                <a:lnTo>
                  <a:pt x="1926966" y="93506"/>
                </a:lnTo>
                <a:lnTo>
                  <a:pt x="1927519" y="93073"/>
                </a:lnTo>
                <a:lnTo>
                  <a:pt x="1928073" y="92629"/>
                </a:lnTo>
                <a:lnTo>
                  <a:pt x="1928629" y="92173"/>
                </a:lnTo>
                <a:lnTo>
                  <a:pt x="1929187" y="91705"/>
                </a:lnTo>
                <a:lnTo>
                  <a:pt x="1929747" y="91225"/>
                </a:lnTo>
                <a:lnTo>
                  <a:pt x="1929794" y="91653"/>
                </a:lnTo>
                <a:lnTo>
                  <a:pt x="1929846" y="92076"/>
                </a:lnTo>
                <a:lnTo>
                  <a:pt x="1929903" y="92495"/>
                </a:lnTo>
                <a:lnTo>
                  <a:pt x="1929964" y="92909"/>
                </a:lnTo>
                <a:lnTo>
                  <a:pt x="1930030" y="93319"/>
                </a:lnTo>
                <a:close/>
                <a:moveTo>
                  <a:pt x="1928684" y="71413"/>
                </a:moveTo>
                <a:lnTo>
                  <a:pt x="1928653" y="72016"/>
                </a:lnTo>
                <a:lnTo>
                  <a:pt x="1928616" y="72606"/>
                </a:lnTo>
                <a:lnTo>
                  <a:pt x="1928572" y="73182"/>
                </a:lnTo>
                <a:lnTo>
                  <a:pt x="1928521" y="73744"/>
                </a:lnTo>
                <a:lnTo>
                  <a:pt x="1928464" y="74294"/>
                </a:lnTo>
                <a:lnTo>
                  <a:pt x="1928399" y="74829"/>
                </a:lnTo>
                <a:lnTo>
                  <a:pt x="1928328" y="75351"/>
                </a:lnTo>
                <a:lnTo>
                  <a:pt x="1928250" y="75860"/>
                </a:lnTo>
                <a:lnTo>
                  <a:pt x="1928166" y="76355"/>
                </a:lnTo>
                <a:lnTo>
                  <a:pt x="1928074" y="76836"/>
                </a:lnTo>
                <a:lnTo>
                  <a:pt x="1927976" y="77305"/>
                </a:lnTo>
                <a:lnTo>
                  <a:pt x="1927871" y="77759"/>
                </a:lnTo>
                <a:lnTo>
                  <a:pt x="1927759" y="78200"/>
                </a:lnTo>
                <a:lnTo>
                  <a:pt x="1927641" y="78628"/>
                </a:lnTo>
                <a:lnTo>
                  <a:pt x="1927515" y="79042"/>
                </a:lnTo>
                <a:lnTo>
                  <a:pt x="1927383" y="79443"/>
                </a:lnTo>
                <a:lnTo>
                  <a:pt x="1927244" y="79830"/>
                </a:lnTo>
                <a:lnTo>
                  <a:pt x="1927099" y="80204"/>
                </a:lnTo>
                <a:lnTo>
                  <a:pt x="1926946" y="80564"/>
                </a:lnTo>
                <a:lnTo>
                  <a:pt x="1926787" y="80911"/>
                </a:lnTo>
                <a:lnTo>
                  <a:pt x="1926569" y="81348"/>
                </a:lnTo>
                <a:lnTo>
                  <a:pt x="1926341" y="81777"/>
                </a:lnTo>
                <a:lnTo>
                  <a:pt x="1926103" y="82198"/>
                </a:lnTo>
                <a:lnTo>
                  <a:pt x="1925855" y="82612"/>
                </a:lnTo>
                <a:lnTo>
                  <a:pt x="1925596" y="83017"/>
                </a:lnTo>
                <a:lnTo>
                  <a:pt x="1925328" y="83415"/>
                </a:lnTo>
                <a:lnTo>
                  <a:pt x="1925050" y="83805"/>
                </a:lnTo>
                <a:lnTo>
                  <a:pt x="1924761" y="84188"/>
                </a:lnTo>
                <a:lnTo>
                  <a:pt x="1924463" y="84562"/>
                </a:lnTo>
                <a:lnTo>
                  <a:pt x="1924155" y="84929"/>
                </a:lnTo>
                <a:lnTo>
                  <a:pt x="1923836" y="85289"/>
                </a:lnTo>
                <a:lnTo>
                  <a:pt x="1923507" y="85640"/>
                </a:lnTo>
                <a:lnTo>
                  <a:pt x="1923169" y="85984"/>
                </a:lnTo>
                <a:lnTo>
                  <a:pt x="1922820" y="86319"/>
                </a:lnTo>
                <a:lnTo>
                  <a:pt x="1922462" y="86647"/>
                </a:lnTo>
                <a:lnTo>
                  <a:pt x="1922093" y="86968"/>
                </a:lnTo>
                <a:lnTo>
                  <a:pt x="1921714" y="87280"/>
                </a:lnTo>
                <a:lnTo>
                  <a:pt x="1921325" y="87585"/>
                </a:lnTo>
                <a:lnTo>
                  <a:pt x="1920926" y="87882"/>
                </a:lnTo>
                <a:lnTo>
                  <a:pt x="1920517" y="88172"/>
                </a:lnTo>
                <a:lnTo>
                  <a:pt x="1920099" y="88453"/>
                </a:lnTo>
                <a:lnTo>
                  <a:pt x="1919670" y="88727"/>
                </a:lnTo>
                <a:lnTo>
                  <a:pt x="1919230" y="88993"/>
                </a:lnTo>
                <a:lnTo>
                  <a:pt x="1918781" y="89251"/>
                </a:lnTo>
                <a:lnTo>
                  <a:pt x="1918325" y="89500"/>
                </a:lnTo>
                <a:lnTo>
                  <a:pt x="1917862" y="89738"/>
                </a:lnTo>
                <a:lnTo>
                  <a:pt x="1917395" y="89966"/>
                </a:lnTo>
                <a:lnTo>
                  <a:pt x="1916922" y="90183"/>
                </a:lnTo>
                <a:lnTo>
                  <a:pt x="1916444" y="90390"/>
                </a:lnTo>
                <a:lnTo>
                  <a:pt x="1915960" y="90586"/>
                </a:lnTo>
                <a:lnTo>
                  <a:pt x="1915471" y="90771"/>
                </a:lnTo>
                <a:lnTo>
                  <a:pt x="1914977" y="90946"/>
                </a:lnTo>
                <a:lnTo>
                  <a:pt x="1914477" y="91110"/>
                </a:lnTo>
                <a:lnTo>
                  <a:pt x="1913972" y="91264"/>
                </a:lnTo>
                <a:lnTo>
                  <a:pt x="1913461" y="91407"/>
                </a:lnTo>
                <a:lnTo>
                  <a:pt x="1912945" y="91539"/>
                </a:lnTo>
                <a:lnTo>
                  <a:pt x="1912424" y="91661"/>
                </a:lnTo>
                <a:lnTo>
                  <a:pt x="1911897" y="91772"/>
                </a:lnTo>
                <a:lnTo>
                  <a:pt x="1911365" y="91873"/>
                </a:lnTo>
                <a:lnTo>
                  <a:pt x="1910828" y="91963"/>
                </a:lnTo>
                <a:lnTo>
                  <a:pt x="1910285" y="92042"/>
                </a:lnTo>
                <a:lnTo>
                  <a:pt x="1909737" y="92111"/>
                </a:lnTo>
                <a:lnTo>
                  <a:pt x="1909184" y="92169"/>
                </a:lnTo>
                <a:lnTo>
                  <a:pt x="1908625" y="92217"/>
                </a:lnTo>
                <a:lnTo>
                  <a:pt x="1908060" y="92254"/>
                </a:lnTo>
                <a:lnTo>
                  <a:pt x="1907491" y="92281"/>
                </a:lnTo>
                <a:lnTo>
                  <a:pt x="1906916" y="92296"/>
                </a:lnTo>
                <a:lnTo>
                  <a:pt x="1906335" y="92302"/>
                </a:lnTo>
                <a:lnTo>
                  <a:pt x="1905753" y="92296"/>
                </a:lnTo>
                <a:lnTo>
                  <a:pt x="1905182" y="92279"/>
                </a:lnTo>
                <a:lnTo>
                  <a:pt x="1904623" y="92252"/>
                </a:lnTo>
                <a:lnTo>
                  <a:pt x="1904075" y="92212"/>
                </a:lnTo>
                <a:lnTo>
                  <a:pt x="1903540" y="92162"/>
                </a:lnTo>
                <a:lnTo>
                  <a:pt x="1903016" y="92101"/>
                </a:lnTo>
                <a:lnTo>
                  <a:pt x="1902504" y="92028"/>
                </a:lnTo>
                <a:lnTo>
                  <a:pt x="1902004" y="91945"/>
                </a:lnTo>
                <a:lnTo>
                  <a:pt x="1901515" y="91850"/>
                </a:lnTo>
                <a:lnTo>
                  <a:pt x="1901039" y="91744"/>
                </a:lnTo>
                <a:lnTo>
                  <a:pt x="1900574" y="91627"/>
                </a:lnTo>
                <a:lnTo>
                  <a:pt x="1900121" y="91499"/>
                </a:lnTo>
                <a:lnTo>
                  <a:pt x="1899680" y="91359"/>
                </a:lnTo>
                <a:lnTo>
                  <a:pt x="1899250" y="91209"/>
                </a:lnTo>
                <a:lnTo>
                  <a:pt x="1898833" y="91047"/>
                </a:lnTo>
                <a:lnTo>
                  <a:pt x="1898427" y="90874"/>
                </a:lnTo>
                <a:lnTo>
                  <a:pt x="1898033" y="90690"/>
                </a:lnTo>
                <a:lnTo>
                  <a:pt x="1897651" y="90495"/>
                </a:lnTo>
                <a:lnTo>
                  <a:pt x="1897280" y="90288"/>
                </a:lnTo>
                <a:lnTo>
                  <a:pt x="1896922" y="90071"/>
                </a:lnTo>
                <a:lnTo>
                  <a:pt x="1896575" y="89842"/>
                </a:lnTo>
                <a:lnTo>
                  <a:pt x="1896240" y="89602"/>
                </a:lnTo>
                <a:lnTo>
                  <a:pt x="1895916" y="89351"/>
                </a:lnTo>
                <a:lnTo>
                  <a:pt x="1895605" y="89089"/>
                </a:lnTo>
                <a:lnTo>
                  <a:pt x="1895306" y="88819"/>
                </a:lnTo>
                <a:lnTo>
                  <a:pt x="1895019" y="88542"/>
                </a:lnTo>
                <a:lnTo>
                  <a:pt x="1894746" y="88261"/>
                </a:lnTo>
                <a:lnTo>
                  <a:pt x="1894485" y="87973"/>
                </a:lnTo>
                <a:lnTo>
                  <a:pt x="1894236" y="87680"/>
                </a:lnTo>
                <a:lnTo>
                  <a:pt x="1894001" y="87382"/>
                </a:lnTo>
                <a:lnTo>
                  <a:pt x="1893778" y="87078"/>
                </a:lnTo>
                <a:lnTo>
                  <a:pt x="1893568" y="86768"/>
                </a:lnTo>
                <a:lnTo>
                  <a:pt x="1893371" y="86453"/>
                </a:lnTo>
                <a:lnTo>
                  <a:pt x="1893186" y="86132"/>
                </a:lnTo>
                <a:lnTo>
                  <a:pt x="1893014" y="85805"/>
                </a:lnTo>
                <a:lnTo>
                  <a:pt x="1892855" y="85473"/>
                </a:lnTo>
                <a:lnTo>
                  <a:pt x="1892709" y="85136"/>
                </a:lnTo>
                <a:lnTo>
                  <a:pt x="1892575" y="84793"/>
                </a:lnTo>
                <a:lnTo>
                  <a:pt x="1892454" y="84444"/>
                </a:lnTo>
                <a:lnTo>
                  <a:pt x="1892346" y="84089"/>
                </a:lnTo>
                <a:lnTo>
                  <a:pt x="1892250" y="83730"/>
                </a:lnTo>
                <a:lnTo>
                  <a:pt x="1892168" y="83364"/>
                </a:lnTo>
                <a:lnTo>
                  <a:pt x="1892098" y="82993"/>
                </a:lnTo>
                <a:lnTo>
                  <a:pt x="1892040" y="82616"/>
                </a:lnTo>
                <a:lnTo>
                  <a:pt x="1891996" y="82234"/>
                </a:lnTo>
                <a:lnTo>
                  <a:pt x="1891964" y="81846"/>
                </a:lnTo>
                <a:lnTo>
                  <a:pt x="1891945" y="81453"/>
                </a:lnTo>
                <a:lnTo>
                  <a:pt x="1891939" y="81054"/>
                </a:lnTo>
                <a:lnTo>
                  <a:pt x="1891941" y="80793"/>
                </a:lnTo>
                <a:lnTo>
                  <a:pt x="1891950" y="80534"/>
                </a:lnTo>
                <a:lnTo>
                  <a:pt x="1891965" y="80276"/>
                </a:lnTo>
                <a:lnTo>
                  <a:pt x="1891985" y="80021"/>
                </a:lnTo>
                <a:lnTo>
                  <a:pt x="1892012" y="79768"/>
                </a:lnTo>
                <a:lnTo>
                  <a:pt x="1892044" y="79516"/>
                </a:lnTo>
                <a:lnTo>
                  <a:pt x="1892082" y="79267"/>
                </a:lnTo>
                <a:lnTo>
                  <a:pt x="1892125" y="79019"/>
                </a:lnTo>
                <a:lnTo>
                  <a:pt x="1892175" y="78774"/>
                </a:lnTo>
                <a:lnTo>
                  <a:pt x="1892231" y="78530"/>
                </a:lnTo>
                <a:lnTo>
                  <a:pt x="1892292" y="78289"/>
                </a:lnTo>
                <a:lnTo>
                  <a:pt x="1892359" y="78049"/>
                </a:lnTo>
                <a:lnTo>
                  <a:pt x="1892432" y="77812"/>
                </a:lnTo>
                <a:lnTo>
                  <a:pt x="1892511" y="77576"/>
                </a:lnTo>
                <a:lnTo>
                  <a:pt x="1892596" y="77343"/>
                </a:lnTo>
                <a:lnTo>
                  <a:pt x="1892686" y="77111"/>
                </a:lnTo>
                <a:lnTo>
                  <a:pt x="1892782" y="76881"/>
                </a:lnTo>
                <a:lnTo>
                  <a:pt x="1892885" y="76654"/>
                </a:lnTo>
                <a:lnTo>
                  <a:pt x="1892993" y="76428"/>
                </a:lnTo>
                <a:lnTo>
                  <a:pt x="1893107" y="76204"/>
                </a:lnTo>
                <a:lnTo>
                  <a:pt x="1893226" y="75983"/>
                </a:lnTo>
                <a:lnTo>
                  <a:pt x="1893352" y="75763"/>
                </a:lnTo>
                <a:lnTo>
                  <a:pt x="1893483" y="75545"/>
                </a:lnTo>
                <a:lnTo>
                  <a:pt x="1893620" y="75329"/>
                </a:lnTo>
                <a:lnTo>
                  <a:pt x="1893763" y="75117"/>
                </a:lnTo>
                <a:lnTo>
                  <a:pt x="1893911" y="74908"/>
                </a:lnTo>
                <a:lnTo>
                  <a:pt x="1894063" y="74704"/>
                </a:lnTo>
                <a:lnTo>
                  <a:pt x="1894220" y="74505"/>
                </a:lnTo>
                <a:lnTo>
                  <a:pt x="1894383" y="74309"/>
                </a:lnTo>
                <a:lnTo>
                  <a:pt x="1894550" y="74118"/>
                </a:lnTo>
                <a:lnTo>
                  <a:pt x="1894722" y="73931"/>
                </a:lnTo>
                <a:lnTo>
                  <a:pt x="1894899" y="73749"/>
                </a:lnTo>
                <a:lnTo>
                  <a:pt x="1895080" y="73570"/>
                </a:lnTo>
                <a:lnTo>
                  <a:pt x="1895267" y="73396"/>
                </a:lnTo>
                <a:lnTo>
                  <a:pt x="1895459" y="73227"/>
                </a:lnTo>
                <a:lnTo>
                  <a:pt x="1895655" y="73062"/>
                </a:lnTo>
                <a:lnTo>
                  <a:pt x="1895857" y="72900"/>
                </a:lnTo>
                <a:lnTo>
                  <a:pt x="1896063" y="72744"/>
                </a:lnTo>
                <a:lnTo>
                  <a:pt x="1896275" y="72591"/>
                </a:lnTo>
                <a:lnTo>
                  <a:pt x="1896491" y="72443"/>
                </a:lnTo>
                <a:lnTo>
                  <a:pt x="1896712" y="72299"/>
                </a:lnTo>
                <a:lnTo>
                  <a:pt x="1896938" y="72160"/>
                </a:lnTo>
                <a:lnTo>
                  <a:pt x="1897169" y="72024"/>
                </a:lnTo>
                <a:lnTo>
                  <a:pt x="1897405" y="71894"/>
                </a:lnTo>
                <a:lnTo>
                  <a:pt x="1897645" y="71767"/>
                </a:lnTo>
                <a:lnTo>
                  <a:pt x="1897891" y="71645"/>
                </a:lnTo>
                <a:lnTo>
                  <a:pt x="1898142" y="71526"/>
                </a:lnTo>
                <a:lnTo>
                  <a:pt x="1898397" y="71413"/>
                </a:lnTo>
                <a:lnTo>
                  <a:pt x="1898662" y="71302"/>
                </a:lnTo>
                <a:lnTo>
                  <a:pt x="1898943" y="71191"/>
                </a:lnTo>
                <a:lnTo>
                  <a:pt x="1899239" y="71082"/>
                </a:lnTo>
                <a:lnTo>
                  <a:pt x="1899550" y="70974"/>
                </a:lnTo>
                <a:lnTo>
                  <a:pt x="1899876" y="70866"/>
                </a:lnTo>
                <a:lnTo>
                  <a:pt x="1900218" y="70760"/>
                </a:lnTo>
                <a:lnTo>
                  <a:pt x="1900574" y="70654"/>
                </a:lnTo>
                <a:lnTo>
                  <a:pt x="1900946" y="70550"/>
                </a:lnTo>
                <a:lnTo>
                  <a:pt x="1901333" y="70446"/>
                </a:lnTo>
                <a:lnTo>
                  <a:pt x="1901735" y="70343"/>
                </a:lnTo>
                <a:lnTo>
                  <a:pt x="1902152" y="70242"/>
                </a:lnTo>
                <a:lnTo>
                  <a:pt x="1902585" y="70141"/>
                </a:lnTo>
                <a:lnTo>
                  <a:pt x="1903033" y="70041"/>
                </a:lnTo>
                <a:lnTo>
                  <a:pt x="1903495" y="69942"/>
                </a:lnTo>
                <a:lnTo>
                  <a:pt x="1903973" y="69844"/>
                </a:lnTo>
                <a:lnTo>
                  <a:pt x="1904467" y="69747"/>
                </a:lnTo>
                <a:lnTo>
                  <a:pt x="1904975" y="69651"/>
                </a:lnTo>
                <a:lnTo>
                  <a:pt x="1905499" y="69555"/>
                </a:lnTo>
                <a:lnTo>
                  <a:pt x="1906037" y="69461"/>
                </a:lnTo>
                <a:lnTo>
                  <a:pt x="1906591" y="69368"/>
                </a:lnTo>
                <a:lnTo>
                  <a:pt x="1907161" y="69275"/>
                </a:lnTo>
                <a:lnTo>
                  <a:pt x="1907745" y="69184"/>
                </a:lnTo>
                <a:lnTo>
                  <a:pt x="1908344" y="69093"/>
                </a:lnTo>
                <a:lnTo>
                  <a:pt x="1908959" y="69003"/>
                </a:lnTo>
                <a:lnTo>
                  <a:pt x="1910047" y="68846"/>
                </a:lnTo>
                <a:lnTo>
                  <a:pt x="1911111" y="68685"/>
                </a:lnTo>
                <a:lnTo>
                  <a:pt x="1912153" y="68522"/>
                </a:lnTo>
                <a:lnTo>
                  <a:pt x="1913171" y="68356"/>
                </a:lnTo>
                <a:lnTo>
                  <a:pt x="1914167" y="68187"/>
                </a:lnTo>
                <a:lnTo>
                  <a:pt x="1915140" y="68016"/>
                </a:lnTo>
                <a:lnTo>
                  <a:pt x="1916090" y="67841"/>
                </a:lnTo>
                <a:lnTo>
                  <a:pt x="1917017" y="67664"/>
                </a:lnTo>
                <a:lnTo>
                  <a:pt x="1917922" y="67484"/>
                </a:lnTo>
                <a:lnTo>
                  <a:pt x="1918803" y="67301"/>
                </a:lnTo>
                <a:lnTo>
                  <a:pt x="1919661" y="67116"/>
                </a:lnTo>
                <a:lnTo>
                  <a:pt x="1920497" y="66927"/>
                </a:lnTo>
                <a:lnTo>
                  <a:pt x="1921310" y="66736"/>
                </a:lnTo>
                <a:lnTo>
                  <a:pt x="1922099" y="66542"/>
                </a:lnTo>
                <a:lnTo>
                  <a:pt x="1922866" y="66346"/>
                </a:lnTo>
                <a:lnTo>
                  <a:pt x="1923610" y="66146"/>
                </a:lnTo>
                <a:lnTo>
                  <a:pt x="1924331" y="65944"/>
                </a:lnTo>
                <a:lnTo>
                  <a:pt x="1925030" y="65739"/>
                </a:lnTo>
                <a:lnTo>
                  <a:pt x="1925705" y="65531"/>
                </a:lnTo>
                <a:lnTo>
                  <a:pt x="1926357" y="65320"/>
                </a:lnTo>
                <a:lnTo>
                  <a:pt x="1926987" y="65107"/>
                </a:lnTo>
                <a:lnTo>
                  <a:pt x="1927594" y="64891"/>
                </a:lnTo>
                <a:lnTo>
                  <a:pt x="1928177" y="64672"/>
                </a:lnTo>
                <a:lnTo>
                  <a:pt x="1928738" y="64450"/>
                </a:lnTo>
                <a:lnTo>
                  <a:pt x="1928738" y="68867"/>
                </a:lnTo>
                <a:lnTo>
                  <a:pt x="1928735" y="69524"/>
                </a:lnTo>
                <a:lnTo>
                  <a:pt x="1928725" y="70167"/>
                </a:lnTo>
                <a:lnTo>
                  <a:pt x="1928708" y="70797"/>
                </a:lnTo>
                <a:lnTo>
                  <a:pt x="1928684" y="71413"/>
                </a:lnTo>
                <a:close/>
                <a:moveTo>
                  <a:pt x="1955957" y="83355"/>
                </a:moveTo>
                <a:lnTo>
                  <a:pt x="1956226" y="84198"/>
                </a:lnTo>
                <a:lnTo>
                  <a:pt x="1956514" y="85022"/>
                </a:lnTo>
                <a:lnTo>
                  <a:pt x="1956819" y="85826"/>
                </a:lnTo>
                <a:lnTo>
                  <a:pt x="1957143" y="86611"/>
                </a:lnTo>
                <a:lnTo>
                  <a:pt x="1957486" y="87377"/>
                </a:lnTo>
                <a:lnTo>
                  <a:pt x="1957846" y="88123"/>
                </a:lnTo>
                <a:lnTo>
                  <a:pt x="1958225" y="88850"/>
                </a:lnTo>
                <a:lnTo>
                  <a:pt x="1958623" y="89557"/>
                </a:lnTo>
                <a:lnTo>
                  <a:pt x="1959039" y="90245"/>
                </a:lnTo>
                <a:lnTo>
                  <a:pt x="1959473" y="90913"/>
                </a:lnTo>
                <a:lnTo>
                  <a:pt x="1959925" y="91562"/>
                </a:lnTo>
                <a:lnTo>
                  <a:pt x="1960396" y="92191"/>
                </a:lnTo>
                <a:lnTo>
                  <a:pt x="1960885" y="92801"/>
                </a:lnTo>
                <a:lnTo>
                  <a:pt x="1961392" y="93392"/>
                </a:lnTo>
                <a:lnTo>
                  <a:pt x="1961918" y="93963"/>
                </a:lnTo>
                <a:lnTo>
                  <a:pt x="1962462" y="94514"/>
                </a:lnTo>
                <a:lnTo>
                  <a:pt x="1963025" y="95046"/>
                </a:lnTo>
                <a:lnTo>
                  <a:pt x="1963605" y="95559"/>
                </a:lnTo>
                <a:lnTo>
                  <a:pt x="1964205" y="96052"/>
                </a:lnTo>
                <a:lnTo>
                  <a:pt x="1964824" y="96526"/>
                </a:lnTo>
                <a:lnTo>
                  <a:pt x="1965467" y="96979"/>
                </a:lnTo>
                <a:lnTo>
                  <a:pt x="1966133" y="97412"/>
                </a:lnTo>
                <a:lnTo>
                  <a:pt x="1966822" y="97825"/>
                </a:lnTo>
                <a:lnTo>
                  <a:pt x="1967534" y="98218"/>
                </a:lnTo>
                <a:lnTo>
                  <a:pt x="1968268" y="98591"/>
                </a:lnTo>
                <a:lnTo>
                  <a:pt x="1969026" y="98943"/>
                </a:lnTo>
                <a:lnTo>
                  <a:pt x="1969807" y="99276"/>
                </a:lnTo>
                <a:lnTo>
                  <a:pt x="1970611" y="99588"/>
                </a:lnTo>
                <a:lnTo>
                  <a:pt x="1971438" y="99880"/>
                </a:lnTo>
                <a:lnTo>
                  <a:pt x="1972288" y="100152"/>
                </a:lnTo>
                <a:lnTo>
                  <a:pt x="1973161" y="100404"/>
                </a:lnTo>
                <a:lnTo>
                  <a:pt x="1974056" y="100636"/>
                </a:lnTo>
                <a:lnTo>
                  <a:pt x="1974975" y="100847"/>
                </a:lnTo>
                <a:lnTo>
                  <a:pt x="1975917" y="101039"/>
                </a:lnTo>
                <a:lnTo>
                  <a:pt x="1976882" y="101210"/>
                </a:lnTo>
                <a:lnTo>
                  <a:pt x="1977870" y="101361"/>
                </a:lnTo>
                <a:lnTo>
                  <a:pt x="1978881" y="101492"/>
                </a:lnTo>
                <a:lnTo>
                  <a:pt x="1979915" y="101603"/>
                </a:lnTo>
                <a:lnTo>
                  <a:pt x="1980972" y="101694"/>
                </a:lnTo>
                <a:lnTo>
                  <a:pt x="1982052" y="101764"/>
                </a:lnTo>
                <a:lnTo>
                  <a:pt x="1983155" y="101815"/>
                </a:lnTo>
                <a:lnTo>
                  <a:pt x="1984281" y="101845"/>
                </a:lnTo>
                <a:lnTo>
                  <a:pt x="1985430" y="101855"/>
                </a:lnTo>
                <a:lnTo>
                  <a:pt x="1986128" y="101850"/>
                </a:lnTo>
                <a:lnTo>
                  <a:pt x="1986819" y="101834"/>
                </a:lnTo>
                <a:lnTo>
                  <a:pt x="1987505" y="101809"/>
                </a:lnTo>
                <a:lnTo>
                  <a:pt x="1988184" y="101774"/>
                </a:lnTo>
                <a:lnTo>
                  <a:pt x="1988858" y="101728"/>
                </a:lnTo>
                <a:lnTo>
                  <a:pt x="1989525" y="101672"/>
                </a:lnTo>
                <a:lnTo>
                  <a:pt x="1990187" y="101606"/>
                </a:lnTo>
                <a:lnTo>
                  <a:pt x="1990842" y="101530"/>
                </a:lnTo>
                <a:lnTo>
                  <a:pt x="1991491" y="101443"/>
                </a:lnTo>
                <a:lnTo>
                  <a:pt x="1992134" y="101347"/>
                </a:lnTo>
                <a:lnTo>
                  <a:pt x="1992771" y="101240"/>
                </a:lnTo>
                <a:lnTo>
                  <a:pt x="1993402" y="101123"/>
                </a:lnTo>
                <a:lnTo>
                  <a:pt x="1994027" y="100996"/>
                </a:lnTo>
                <a:lnTo>
                  <a:pt x="1994646" y="100859"/>
                </a:lnTo>
                <a:lnTo>
                  <a:pt x="1995258" y="100712"/>
                </a:lnTo>
                <a:lnTo>
                  <a:pt x="1995865" y="100554"/>
                </a:lnTo>
                <a:lnTo>
                  <a:pt x="1996466" y="100386"/>
                </a:lnTo>
                <a:lnTo>
                  <a:pt x="1997060" y="100209"/>
                </a:lnTo>
                <a:lnTo>
                  <a:pt x="1997649" y="100021"/>
                </a:lnTo>
                <a:lnTo>
                  <a:pt x="1998231" y="99823"/>
                </a:lnTo>
                <a:lnTo>
                  <a:pt x="1998807" y="99614"/>
                </a:lnTo>
                <a:lnTo>
                  <a:pt x="1999377" y="99396"/>
                </a:lnTo>
                <a:lnTo>
                  <a:pt x="1999942" y="99167"/>
                </a:lnTo>
                <a:lnTo>
                  <a:pt x="2000500" y="98928"/>
                </a:lnTo>
                <a:lnTo>
                  <a:pt x="2001049" y="98680"/>
                </a:lnTo>
                <a:lnTo>
                  <a:pt x="2001588" y="98424"/>
                </a:lnTo>
                <a:lnTo>
                  <a:pt x="2002116" y="98159"/>
                </a:lnTo>
                <a:lnTo>
                  <a:pt x="2002633" y="97886"/>
                </a:lnTo>
                <a:lnTo>
                  <a:pt x="2003139" y="97604"/>
                </a:lnTo>
                <a:lnTo>
                  <a:pt x="2003634" y="97314"/>
                </a:lnTo>
                <a:lnTo>
                  <a:pt x="2004119" y="97015"/>
                </a:lnTo>
                <a:lnTo>
                  <a:pt x="2004592" y="96708"/>
                </a:lnTo>
                <a:lnTo>
                  <a:pt x="2005055" y="96393"/>
                </a:lnTo>
                <a:lnTo>
                  <a:pt x="2005507" y="96069"/>
                </a:lnTo>
                <a:lnTo>
                  <a:pt x="2005948" y="95737"/>
                </a:lnTo>
                <a:lnTo>
                  <a:pt x="2006378" y="95396"/>
                </a:lnTo>
                <a:lnTo>
                  <a:pt x="2006797" y="95047"/>
                </a:lnTo>
                <a:lnTo>
                  <a:pt x="2007205" y="94690"/>
                </a:lnTo>
                <a:lnTo>
                  <a:pt x="2007603" y="94324"/>
                </a:lnTo>
                <a:lnTo>
                  <a:pt x="2007990" y="93950"/>
                </a:lnTo>
                <a:lnTo>
                  <a:pt x="2008365" y="93567"/>
                </a:lnTo>
                <a:lnTo>
                  <a:pt x="2008730" y="93176"/>
                </a:lnTo>
                <a:lnTo>
                  <a:pt x="2009084" y="92777"/>
                </a:lnTo>
                <a:lnTo>
                  <a:pt x="2009428" y="92369"/>
                </a:lnTo>
                <a:lnTo>
                  <a:pt x="2009760" y="91953"/>
                </a:lnTo>
                <a:lnTo>
                  <a:pt x="2010081" y="91528"/>
                </a:lnTo>
                <a:lnTo>
                  <a:pt x="2010392" y="91095"/>
                </a:lnTo>
                <a:lnTo>
                  <a:pt x="2010692" y="90653"/>
                </a:lnTo>
                <a:lnTo>
                  <a:pt x="2010980" y="90207"/>
                </a:lnTo>
                <a:lnTo>
                  <a:pt x="2011256" y="89757"/>
                </a:lnTo>
                <a:lnTo>
                  <a:pt x="2011520" y="89305"/>
                </a:lnTo>
                <a:lnTo>
                  <a:pt x="2011771" y="88851"/>
                </a:lnTo>
                <a:lnTo>
                  <a:pt x="2012010" y="88394"/>
                </a:lnTo>
                <a:lnTo>
                  <a:pt x="2012237" y="87935"/>
                </a:lnTo>
                <a:lnTo>
                  <a:pt x="2012452" y="87473"/>
                </a:lnTo>
                <a:lnTo>
                  <a:pt x="2012654" y="87009"/>
                </a:lnTo>
                <a:lnTo>
                  <a:pt x="2012844" y="86543"/>
                </a:lnTo>
                <a:lnTo>
                  <a:pt x="2013022" y="86074"/>
                </a:lnTo>
                <a:lnTo>
                  <a:pt x="2013187" y="85602"/>
                </a:lnTo>
                <a:lnTo>
                  <a:pt x="2013341" y="85128"/>
                </a:lnTo>
                <a:lnTo>
                  <a:pt x="2013482" y="84652"/>
                </a:lnTo>
                <a:lnTo>
                  <a:pt x="2013611" y="84173"/>
                </a:lnTo>
                <a:lnTo>
                  <a:pt x="2013727" y="83692"/>
                </a:lnTo>
                <a:lnTo>
                  <a:pt x="2013831" y="83208"/>
                </a:lnTo>
                <a:lnTo>
                  <a:pt x="2013923" y="82722"/>
                </a:lnTo>
                <a:lnTo>
                  <a:pt x="2014003" y="82234"/>
                </a:lnTo>
                <a:lnTo>
                  <a:pt x="2014070" y="81742"/>
                </a:lnTo>
                <a:lnTo>
                  <a:pt x="2014126" y="81249"/>
                </a:lnTo>
                <a:lnTo>
                  <a:pt x="2014169" y="80753"/>
                </a:lnTo>
                <a:lnTo>
                  <a:pt x="2014199" y="80255"/>
                </a:lnTo>
                <a:lnTo>
                  <a:pt x="2014218" y="79754"/>
                </a:lnTo>
                <a:lnTo>
                  <a:pt x="2014224" y="79250"/>
                </a:lnTo>
                <a:lnTo>
                  <a:pt x="2014219" y="78738"/>
                </a:lnTo>
                <a:lnTo>
                  <a:pt x="2014204" y="78233"/>
                </a:lnTo>
                <a:lnTo>
                  <a:pt x="2014179" y="77735"/>
                </a:lnTo>
                <a:lnTo>
                  <a:pt x="2014143" y="77243"/>
                </a:lnTo>
                <a:lnTo>
                  <a:pt x="2014098" y="76759"/>
                </a:lnTo>
                <a:lnTo>
                  <a:pt x="2014043" y="76282"/>
                </a:lnTo>
                <a:lnTo>
                  <a:pt x="2013978" y="75812"/>
                </a:lnTo>
                <a:lnTo>
                  <a:pt x="2013902" y="75348"/>
                </a:lnTo>
                <a:lnTo>
                  <a:pt x="2013817" y="74892"/>
                </a:lnTo>
                <a:lnTo>
                  <a:pt x="2013722" y="74443"/>
                </a:lnTo>
                <a:lnTo>
                  <a:pt x="2013616" y="74001"/>
                </a:lnTo>
                <a:lnTo>
                  <a:pt x="2013501" y="73566"/>
                </a:lnTo>
                <a:lnTo>
                  <a:pt x="2013375" y="73137"/>
                </a:lnTo>
                <a:lnTo>
                  <a:pt x="2013239" y="72716"/>
                </a:lnTo>
                <a:lnTo>
                  <a:pt x="2013094" y="72302"/>
                </a:lnTo>
                <a:lnTo>
                  <a:pt x="2012938" y="71895"/>
                </a:lnTo>
                <a:lnTo>
                  <a:pt x="2012772" y="71495"/>
                </a:lnTo>
                <a:lnTo>
                  <a:pt x="2012597" y="71102"/>
                </a:lnTo>
                <a:lnTo>
                  <a:pt x="2012411" y="70715"/>
                </a:lnTo>
                <a:lnTo>
                  <a:pt x="2012215" y="70336"/>
                </a:lnTo>
                <a:lnTo>
                  <a:pt x="2012009" y="69964"/>
                </a:lnTo>
                <a:lnTo>
                  <a:pt x="2011793" y="69599"/>
                </a:lnTo>
                <a:lnTo>
                  <a:pt x="2011567" y="69241"/>
                </a:lnTo>
                <a:lnTo>
                  <a:pt x="2011331" y="68890"/>
                </a:lnTo>
                <a:lnTo>
                  <a:pt x="2011086" y="68546"/>
                </a:lnTo>
                <a:lnTo>
                  <a:pt x="2010834" y="68209"/>
                </a:lnTo>
                <a:lnTo>
                  <a:pt x="2010574" y="67878"/>
                </a:lnTo>
                <a:lnTo>
                  <a:pt x="2010306" y="67555"/>
                </a:lnTo>
                <a:lnTo>
                  <a:pt x="2010031" y="67238"/>
                </a:lnTo>
                <a:lnTo>
                  <a:pt x="2009748" y="66928"/>
                </a:lnTo>
                <a:lnTo>
                  <a:pt x="2009457" y="66626"/>
                </a:lnTo>
                <a:lnTo>
                  <a:pt x="2009159" y="66330"/>
                </a:lnTo>
                <a:lnTo>
                  <a:pt x="2008854" y="66041"/>
                </a:lnTo>
                <a:lnTo>
                  <a:pt x="2008541" y="65759"/>
                </a:lnTo>
                <a:lnTo>
                  <a:pt x="2008220" y="65483"/>
                </a:lnTo>
                <a:lnTo>
                  <a:pt x="2007891" y="65215"/>
                </a:lnTo>
                <a:lnTo>
                  <a:pt x="2007555" y="64954"/>
                </a:lnTo>
                <a:lnTo>
                  <a:pt x="2007212" y="64699"/>
                </a:lnTo>
                <a:lnTo>
                  <a:pt x="2006861" y="64451"/>
                </a:lnTo>
                <a:lnTo>
                  <a:pt x="2006502" y="64211"/>
                </a:lnTo>
                <a:lnTo>
                  <a:pt x="2006136" y="63977"/>
                </a:lnTo>
                <a:lnTo>
                  <a:pt x="2005762" y="63750"/>
                </a:lnTo>
                <a:lnTo>
                  <a:pt x="2005380" y="63530"/>
                </a:lnTo>
                <a:lnTo>
                  <a:pt x="2004991" y="63316"/>
                </a:lnTo>
                <a:lnTo>
                  <a:pt x="2004594" y="63110"/>
                </a:lnTo>
                <a:lnTo>
                  <a:pt x="2004190" y="62911"/>
                </a:lnTo>
                <a:lnTo>
                  <a:pt x="2003778" y="62718"/>
                </a:lnTo>
                <a:lnTo>
                  <a:pt x="2003359" y="62532"/>
                </a:lnTo>
                <a:lnTo>
                  <a:pt x="2002922" y="62348"/>
                </a:lnTo>
                <a:lnTo>
                  <a:pt x="2002458" y="62159"/>
                </a:lnTo>
                <a:lnTo>
                  <a:pt x="2001968" y="61966"/>
                </a:lnTo>
                <a:lnTo>
                  <a:pt x="2001450" y="61769"/>
                </a:lnTo>
                <a:lnTo>
                  <a:pt x="2000905" y="61567"/>
                </a:lnTo>
                <a:lnTo>
                  <a:pt x="2000334" y="61361"/>
                </a:lnTo>
                <a:lnTo>
                  <a:pt x="1999735" y="61151"/>
                </a:lnTo>
                <a:lnTo>
                  <a:pt x="1999109" y="60936"/>
                </a:lnTo>
                <a:lnTo>
                  <a:pt x="1998457" y="60718"/>
                </a:lnTo>
                <a:lnTo>
                  <a:pt x="1997777" y="60494"/>
                </a:lnTo>
                <a:lnTo>
                  <a:pt x="1997070" y="60267"/>
                </a:lnTo>
                <a:lnTo>
                  <a:pt x="1996337" y="60035"/>
                </a:lnTo>
                <a:lnTo>
                  <a:pt x="1995576" y="59799"/>
                </a:lnTo>
                <a:lnTo>
                  <a:pt x="1994789" y="59558"/>
                </a:lnTo>
                <a:lnTo>
                  <a:pt x="1993974" y="59313"/>
                </a:lnTo>
                <a:lnTo>
                  <a:pt x="1993133" y="59064"/>
                </a:lnTo>
                <a:lnTo>
                  <a:pt x="1992264" y="58810"/>
                </a:lnTo>
                <a:lnTo>
                  <a:pt x="1991369" y="58553"/>
                </a:lnTo>
                <a:lnTo>
                  <a:pt x="1990447" y="58290"/>
                </a:lnTo>
                <a:lnTo>
                  <a:pt x="1989497" y="58024"/>
                </a:lnTo>
                <a:lnTo>
                  <a:pt x="1988521" y="57753"/>
                </a:lnTo>
                <a:lnTo>
                  <a:pt x="1987518" y="57478"/>
                </a:lnTo>
                <a:lnTo>
                  <a:pt x="1986487" y="57199"/>
                </a:lnTo>
                <a:lnTo>
                  <a:pt x="1985430" y="56915"/>
                </a:lnTo>
                <a:lnTo>
                  <a:pt x="1984702" y="56716"/>
                </a:lnTo>
                <a:lnTo>
                  <a:pt x="1983999" y="56523"/>
                </a:lnTo>
                <a:lnTo>
                  <a:pt x="1983320" y="56337"/>
                </a:lnTo>
                <a:lnTo>
                  <a:pt x="1982666" y="56156"/>
                </a:lnTo>
                <a:lnTo>
                  <a:pt x="1982036" y="55982"/>
                </a:lnTo>
                <a:lnTo>
                  <a:pt x="1981431" y="55813"/>
                </a:lnTo>
                <a:lnTo>
                  <a:pt x="1980851" y="55651"/>
                </a:lnTo>
                <a:lnTo>
                  <a:pt x="1980295" y="55495"/>
                </a:lnTo>
                <a:lnTo>
                  <a:pt x="1979763" y="55344"/>
                </a:lnTo>
                <a:lnTo>
                  <a:pt x="1979256" y="55200"/>
                </a:lnTo>
                <a:lnTo>
                  <a:pt x="1978774" y="55062"/>
                </a:lnTo>
                <a:lnTo>
                  <a:pt x="1978316" y="54930"/>
                </a:lnTo>
                <a:lnTo>
                  <a:pt x="1977882" y="54804"/>
                </a:lnTo>
                <a:lnTo>
                  <a:pt x="1977473" y="54685"/>
                </a:lnTo>
                <a:lnTo>
                  <a:pt x="1977089" y="54571"/>
                </a:lnTo>
                <a:lnTo>
                  <a:pt x="1976729" y="54463"/>
                </a:lnTo>
                <a:lnTo>
                  <a:pt x="1976394" y="54361"/>
                </a:lnTo>
                <a:lnTo>
                  <a:pt x="1976083" y="54266"/>
                </a:lnTo>
                <a:lnTo>
                  <a:pt x="1975797" y="54176"/>
                </a:lnTo>
                <a:lnTo>
                  <a:pt x="1975535" y="54093"/>
                </a:lnTo>
                <a:lnTo>
                  <a:pt x="1975298" y="54016"/>
                </a:lnTo>
                <a:lnTo>
                  <a:pt x="1975085" y="53945"/>
                </a:lnTo>
                <a:lnTo>
                  <a:pt x="1974897" y="53879"/>
                </a:lnTo>
                <a:lnTo>
                  <a:pt x="1974733" y="53820"/>
                </a:lnTo>
                <a:lnTo>
                  <a:pt x="1974473" y="53713"/>
                </a:lnTo>
                <a:lnTo>
                  <a:pt x="1974218" y="53603"/>
                </a:lnTo>
                <a:lnTo>
                  <a:pt x="1973969" y="53490"/>
                </a:lnTo>
                <a:lnTo>
                  <a:pt x="1973726" y="53375"/>
                </a:lnTo>
                <a:lnTo>
                  <a:pt x="1973489" y="53258"/>
                </a:lnTo>
                <a:lnTo>
                  <a:pt x="1973257" y="53139"/>
                </a:lnTo>
                <a:lnTo>
                  <a:pt x="1973032" y="53017"/>
                </a:lnTo>
                <a:lnTo>
                  <a:pt x="1972812" y="52893"/>
                </a:lnTo>
                <a:lnTo>
                  <a:pt x="1972598" y="52767"/>
                </a:lnTo>
                <a:lnTo>
                  <a:pt x="1972390" y="52638"/>
                </a:lnTo>
                <a:lnTo>
                  <a:pt x="1972188" y="52507"/>
                </a:lnTo>
                <a:lnTo>
                  <a:pt x="1971992" y="52374"/>
                </a:lnTo>
                <a:lnTo>
                  <a:pt x="1971801" y="52238"/>
                </a:lnTo>
                <a:lnTo>
                  <a:pt x="1971617" y="52100"/>
                </a:lnTo>
                <a:lnTo>
                  <a:pt x="1971438" y="51960"/>
                </a:lnTo>
                <a:lnTo>
                  <a:pt x="1971265" y="51817"/>
                </a:lnTo>
                <a:lnTo>
                  <a:pt x="1971098" y="51672"/>
                </a:lnTo>
                <a:lnTo>
                  <a:pt x="1970936" y="51524"/>
                </a:lnTo>
                <a:lnTo>
                  <a:pt x="1970781" y="51375"/>
                </a:lnTo>
                <a:lnTo>
                  <a:pt x="1970631" y="51223"/>
                </a:lnTo>
                <a:lnTo>
                  <a:pt x="1970487" y="51068"/>
                </a:lnTo>
                <a:lnTo>
                  <a:pt x="1970350" y="50912"/>
                </a:lnTo>
                <a:lnTo>
                  <a:pt x="1970217" y="50752"/>
                </a:lnTo>
                <a:lnTo>
                  <a:pt x="1970091" y="50591"/>
                </a:lnTo>
                <a:lnTo>
                  <a:pt x="1969970" y="50433"/>
                </a:lnTo>
                <a:lnTo>
                  <a:pt x="1969855" y="50274"/>
                </a:lnTo>
                <a:lnTo>
                  <a:pt x="1969744" y="50113"/>
                </a:lnTo>
                <a:lnTo>
                  <a:pt x="1969639" y="49950"/>
                </a:lnTo>
                <a:lnTo>
                  <a:pt x="1969539" y="49786"/>
                </a:lnTo>
                <a:lnTo>
                  <a:pt x="1969444" y="49620"/>
                </a:lnTo>
                <a:lnTo>
                  <a:pt x="1969354" y="49452"/>
                </a:lnTo>
                <a:lnTo>
                  <a:pt x="1969269" y="49283"/>
                </a:lnTo>
                <a:lnTo>
                  <a:pt x="1969189" y="49112"/>
                </a:lnTo>
                <a:lnTo>
                  <a:pt x="1969115" y="48940"/>
                </a:lnTo>
                <a:lnTo>
                  <a:pt x="1969045" y="48765"/>
                </a:lnTo>
                <a:lnTo>
                  <a:pt x="1968981" y="48590"/>
                </a:lnTo>
                <a:lnTo>
                  <a:pt x="1968922" y="48412"/>
                </a:lnTo>
                <a:lnTo>
                  <a:pt x="1968868" y="48233"/>
                </a:lnTo>
                <a:lnTo>
                  <a:pt x="1968819" y="48052"/>
                </a:lnTo>
                <a:lnTo>
                  <a:pt x="1968776" y="47870"/>
                </a:lnTo>
                <a:lnTo>
                  <a:pt x="1968737" y="47686"/>
                </a:lnTo>
                <a:lnTo>
                  <a:pt x="1968704" y="47501"/>
                </a:lnTo>
                <a:lnTo>
                  <a:pt x="1968675" y="47313"/>
                </a:lnTo>
                <a:lnTo>
                  <a:pt x="1968652" y="47124"/>
                </a:lnTo>
                <a:lnTo>
                  <a:pt x="1968634" y="46934"/>
                </a:lnTo>
                <a:lnTo>
                  <a:pt x="1968621" y="46742"/>
                </a:lnTo>
                <a:lnTo>
                  <a:pt x="1968614" y="46548"/>
                </a:lnTo>
                <a:lnTo>
                  <a:pt x="1968611" y="46353"/>
                </a:lnTo>
                <a:lnTo>
                  <a:pt x="1968617" y="46046"/>
                </a:lnTo>
                <a:lnTo>
                  <a:pt x="1968636" y="45743"/>
                </a:lnTo>
                <a:lnTo>
                  <a:pt x="1968667" y="45442"/>
                </a:lnTo>
                <a:lnTo>
                  <a:pt x="1968710" y="45145"/>
                </a:lnTo>
                <a:lnTo>
                  <a:pt x="1968766" y="44852"/>
                </a:lnTo>
                <a:lnTo>
                  <a:pt x="1968834" y="44561"/>
                </a:lnTo>
                <a:lnTo>
                  <a:pt x="1968914" y="44274"/>
                </a:lnTo>
                <a:lnTo>
                  <a:pt x="1969007" y="43991"/>
                </a:lnTo>
                <a:lnTo>
                  <a:pt x="1969113" y="43710"/>
                </a:lnTo>
                <a:lnTo>
                  <a:pt x="1969230" y="43433"/>
                </a:lnTo>
                <a:lnTo>
                  <a:pt x="1969360" y="43159"/>
                </a:lnTo>
                <a:lnTo>
                  <a:pt x="1969502" y="42888"/>
                </a:lnTo>
                <a:lnTo>
                  <a:pt x="1969657" y="42621"/>
                </a:lnTo>
                <a:lnTo>
                  <a:pt x="1969824" y="42356"/>
                </a:lnTo>
                <a:lnTo>
                  <a:pt x="1970004" y="42095"/>
                </a:lnTo>
                <a:lnTo>
                  <a:pt x="1970196" y="41838"/>
                </a:lnTo>
                <a:lnTo>
                  <a:pt x="1970400" y="41583"/>
                </a:lnTo>
                <a:lnTo>
                  <a:pt x="1970617" y="41332"/>
                </a:lnTo>
                <a:lnTo>
                  <a:pt x="1970846" y="41084"/>
                </a:lnTo>
                <a:lnTo>
                  <a:pt x="1971087" y="40840"/>
                </a:lnTo>
                <a:lnTo>
                  <a:pt x="1971341" y="40599"/>
                </a:lnTo>
                <a:lnTo>
                  <a:pt x="1971607" y="40361"/>
                </a:lnTo>
                <a:lnTo>
                  <a:pt x="1971886" y="40126"/>
                </a:lnTo>
                <a:lnTo>
                  <a:pt x="1972177" y="39894"/>
                </a:lnTo>
                <a:lnTo>
                  <a:pt x="1972482" y="39669"/>
                </a:lnTo>
                <a:lnTo>
                  <a:pt x="1972804" y="39454"/>
                </a:lnTo>
                <a:lnTo>
                  <a:pt x="1973143" y="39248"/>
                </a:lnTo>
                <a:lnTo>
                  <a:pt x="1973498" y="39051"/>
                </a:lnTo>
                <a:lnTo>
                  <a:pt x="1973870" y="38865"/>
                </a:lnTo>
                <a:lnTo>
                  <a:pt x="1974258" y="38688"/>
                </a:lnTo>
                <a:lnTo>
                  <a:pt x="1974663" y="38520"/>
                </a:lnTo>
                <a:lnTo>
                  <a:pt x="1975084" y="38362"/>
                </a:lnTo>
                <a:lnTo>
                  <a:pt x="1975523" y="38213"/>
                </a:lnTo>
                <a:lnTo>
                  <a:pt x="1975977" y="38075"/>
                </a:lnTo>
                <a:lnTo>
                  <a:pt x="1976449" y="37945"/>
                </a:lnTo>
                <a:lnTo>
                  <a:pt x="1976936" y="37826"/>
                </a:lnTo>
                <a:lnTo>
                  <a:pt x="1977441" y="37715"/>
                </a:lnTo>
                <a:lnTo>
                  <a:pt x="1977962" y="37615"/>
                </a:lnTo>
                <a:lnTo>
                  <a:pt x="1978500" y="37524"/>
                </a:lnTo>
                <a:lnTo>
                  <a:pt x="1979054" y="37442"/>
                </a:lnTo>
                <a:lnTo>
                  <a:pt x="1979625" y="37371"/>
                </a:lnTo>
                <a:lnTo>
                  <a:pt x="1980212" y="37308"/>
                </a:lnTo>
                <a:lnTo>
                  <a:pt x="1980816" y="37256"/>
                </a:lnTo>
                <a:lnTo>
                  <a:pt x="1981436" y="37213"/>
                </a:lnTo>
                <a:lnTo>
                  <a:pt x="1982074" y="37179"/>
                </a:lnTo>
                <a:lnTo>
                  <a:pt x="1982727" y="37155"/>
                </a:lnTo>
                <a:lnTo>
                  <a:pt x="1983398" y="37141"/>
                </a:lnTo>
                <a:lnTo>
                  <a:pt x="1984084" y="37136"/>
                </a:lnTo>
                <a:lnTo>
                  <a:pt x="1984668" y="37141"/>
                </a:lnTo>
                <a:lnTo>
                  <a:pt x="1985240" y="37157"/>
                </a:lnTo>
                <a:lnTo>
                  <a:pt x="1985800" y="37184"/>
                </a:lnTo>
                <a:lnTo>
                  <a:pt x="1986350" y="37222"/>
                </a:lnTo>
                <a:lnTo>
                  <a:pt x="1986889" y="37270"/>
                </a:lnTo>
                <a:lnTo>
                  <a:pt x="1987417" y="37329"/>
                </a:lnTo>
                <a:lnTo>
                  <a:pt x="1987933" y="37399"/>
                </a:lnTo>
                <a:lnTo>
                  <a:pt x="1988439" y="37480"/>
                </a:lnTo>
                <a:lnTo>
                  <a:pt x="1988933" y="37571"/>
                </a:lnTo>
                <a:lnTo>
                  <a:pt x="1989416" y="37673"/>
                </a:lnTo>
                <a:lnTo>
                  <a:pt x="1989888" y="37786"/>
                </a:lnTo>
                <a:lnTo>
                  <a:pt x="1990349" y="37910"/>
                </a:lnTo>
                <a:lnTo>
                  <a:pt x="1990799" y="38044"/>
                </a:lnTo>
                <a:lnTo>
                  <a:pt x="1991238" y="38189"/>
                </a:lnTo>
                <a:lnTo>
                  <a:pt x="1991666" y="38345"/>
                </a:lnTo>
                <a:lnTo>
                  <a:pt x="1992083" y="38511"/>
                </a:lnTo>
                <a:lnTo>
                  <a:pt x="1992488" y="38689"/>
                </a:lnTo>
                <a:lnTo>
                  <a:pt x="1992883" y="38877"/>
                </a:lnTo>
                <a:lnTo>
                  <a:pt x="1993266" y="39076"/>
                </a:lnTo>
                <a:lnTo>
                  <a:pt x="1993638" y="39285"/>
                </a:lnTo>
                <a:lnTo>
                  <a:pt x="1994000" y="39505"/>
                </a:lnTo>
                <a:lnTo>
                  <a:pt x="1994350" y="39736"/>
                </a:lnTo>
                <a:lnTo>
                  <a:pt x="1994689" y="39978"/>
                </a:lnTo>
                <a:lnTo>
                  <a:pt x="1995017" y="40231"/>
                </a:lnTo>
                <a:lnTo>
                  <a:pt x="1995334" y="40493"/>
                </a:lnTo>
                <a:lnTo>
                  <a:pt x="1995640" y="40763"/>
                </a:lnTo>
                <a:lnTo>
                  <a:pt x="1995936" y="41042"/>
                </a:lnTo>
                <a:lnTo>
                  <a:pt x="1996221" y="41329"/>
                </a:lnTo>
                <a:lnTo>
                  <a:pt x="1996496" y="41625"/>
                </a:lnTo>
                <a:lnTo>
                  <a:pt x="1996760" y="41929"/>
                </a:lnTo>
                <a:lnTo>
                  <a:pt x="1997013" y="42242"/>
                </a:lnTo>
                <a:lnTo>
                  <a:pt x="1997255" y="42563"/>
                </a:lnTo>
                <a:lnTo>
                  <a:pt x="1997487" y="42892"/>
                </a:lnTo>
                <a:lnTo>
                  <a:pt x="1997709" y="43230"/>
                </a:lnTo>
                <a:lnTo>
                  <a:pt x="1997920" y="43576"/>
                </a:lnTo>
                <a:lnTo>
                  <a:pt x="1998120" y="43931"/>
                </a:lnTo>
                <a:lnTo>
                  <a:pt x="1998309" y="44294"/>
                </a:lnTo>
                <a:lnTo>
                  <a:pt x="1998488" y="44665"/>
                </a:lnTo>
                <a:lnTo>
                  <a:pt x="1998656" y="45045"/>
                </a:lnTo>
                <a:lnTo>
                  <a:pt x="1998814" y="45433"/>
                </a:lnTo>
                <a:lnTo>
                  <a:pt x="1998961" y="45830"/>
                </a:lnTo>
                <a:lnTo>
                  <a:pt x="1999097" y="46235"/>
                </a:lnTo>
                <a:lnTo>
                  <a:pt x="1999223" y="46648"/>
                </a:lnTo>
                <a:lnTo>
                  <a:pt x="1999338" y="47070"/>
                </a:lnTo>
                <a:lnTo>
                  <a:pt x="1999443" y="47501"/>
                </a:lnTo>
                <a:lnTo>
                  <a:pt x="1999536" y="47939"/>
                </a:lnTo>
                <a:lnTo>
                  <a:pt x="1999620" y="48386"/>
                </a:lnTo>
                <a:lnTo>
                  <a:pt x="1999692" y="48842"/>
                </a:lnTo>
                <a:lnTo>
                  <a:pt x="2011533" y="47227"/>
                </a:lnTo>
                <a:lnTo>
                  <a:pt x="2011434" y="46655"/>
                </a:lnTo>
                <a:lnTo>
                  <a:pt x="2011329" y="46092"/>
                </a:lnTo>
                <a:lnTo>
                  <a:pt x="2011217" y="45539"/>
                </a:lnTo>
                <a:lnTo>
                  <a:pt x="2011099" y="44995"/>
                </a:lnTo>
                <a:lnTo>
                  <a:pt x="2010974" y="44461"/>
                </a:lnTo>
                <a:lnTo>
                  <a:pt x="2010843" y="43937"/>
                </a:lnTo>
                <a:lnTo>
                  <a:pt x="2010705" y="43423"/>
                </a:lnTo>
                <a:lnTo>
                  <a:pt x="2010561" y="42918"/>
                </a:lnTo>
                <a:lnTo>
                  <a:pt x="2010410" y="42423"/>
                </a:lnTo>
                <a:lnTo>
                  <a:pt x="2010253" y="41938"/>
                </a:lnTo>
                <a:lnTo>
                  <a:pt x="2010089" y="41462"/>
                </a:lnTo>
                <a:lnTo>
                  <a:pt x="2009918" y="40996"/>
                </a:lnTo>
                <a:lnTo>
                  <a:pt x="2009741" y="40540"/>
                </a:lnTo>
                <a:lnTo>
                  <a:pt x="2009557" y="40093"/>
                </a:lnTo>
                <a:lnTo>
                  <a:pt x="2009367" y="39656"/>
                </a:lnTo>
                <a:lnTo>
                  <a:pt x="2009171" y="39229"/>
                </a:lnTo>
                <a:lnTo>
                  <a:pt x="2008967" y="38811"/>
                </a:lnTo>
                <a:lnTo>
                  <a:pt x="2008758" y="38404"/>
                </a:lnTo>
                <a:lnTo>
                  <a:pt x="2008541" y="38006"/>
                </a:lnTo>
                <a:lnTo>
                  <a:pt x="2008318" y="37617"/>
                </a:lnTo>
                <a:lnTo>
                  <a:pt x="2008089" y="37238"/>
                </a:lnTo>
                <a:lnTo>
                  <a:pt x="2007853" y="36869"/>
                </a:lnTo>
                <a:lnTo>
                  <a:pt x="2007611" y="36510"/>
                </a:lnTo>
                <a:lnTo>
                  <a:pt x="2007362" y="36160"/>
                </a:lnTo>
                <a:lnTo>
                  <a:pt x="2007104" y="35819"/>
                </a:lnTo>
                <a:lnTo>
                  <a:pt x="2006834" y="35483"/>
                </a:lnTo>
                <a:lnTo>
                  <a:pt x="2006553" y="35153"/>
                </a:lnTo>
                <a:lnTo>
                  <a:pt x="2006260" y="34829"/>
                </a:lnTo>
                <a:lnTo>
                  <a:pt x="2005956" y="34511"/>
                </a:lnTo>
                <a:lnTo>
                  <a:pt x="2005640" y="34199"/>
                </a:lnTo>
                <a:lnTo>
                  <a:pt x="2005312" y="33893"/>
                </a:lnTo>
                <a:lnTo>
                  <a:pt x="2004973" y="33593"/>
                </a:lnTo>
                <a:lnTo>
                  <a:pt x="2004623" y="33299"/>
                </a:lnTo>
                <a:lnTo>
                  <a:pt x="2004261" y="33010"/>
                </a:lnTo>
                <a:lnTo>
                  <a:pt x="2003887" y="32728"/>
                </a:lnTo>
                <a:lnTo>
                  <a:pt x="2003502" y="32452"/>
                </a:lnTo>
                <a:lnTo>
                  <a:pt x="2003105" y="32182"/>
                </a:lnTo>
                <a:lnTo>
                  <a:pt x="2002697" y="31917"/>
                </a:lnTo>
                <a:lnTo>
                  <a:pt x="2002277" y="31659"/>
                </a:lnTo>
                <a:lnTo>
                  <a:pt x="2001845" y="31406"/>
                </a:lnTo>
                <a:lnTo>
                  <a:pt x="2001402" y="31160"/>
                </a:lnTo>
                <a:lnTo>
                  <a:pt x="2000947" y="30919"/>
                </a:lnTo>
                <a:lnTo>
                  <a:pt x="2000481" y="30685"/>
                </a:lnTo>
                <a:lnTo>
                  <a:pt x="2000003" y="30456"/>
                </a:lnTo>
                <a:lnTo>
                  <a:pt x="1999514" y="30233"/>
                </a:lnTo>
                <a:lnTo>
                  <a:pt x="1999013" y="30017"/>
                </a:lnTo>
                <a:lnTo>
                  <a:pt x="1998501" y="29806"/>
                </a:lnTo>
                <a:lnTo>
                  <a:pt x="1997977" y="29601"/>
                </a:lnTo>
                <a:lnTo>
                  <a:pt x="1997443" y="29404"/>
                </a:lnTo>
                <a:lnTo>
                  <a:pt x="1996903" y="29214"/>
                </a:lnTo>
                <a:lnTo>
                  <a:pt x="1996355" y="29034"/>
                </a:lnTo>
                <a:lnTo>
                  <a:pt x="1995801" y="28861"/>
                </a:lnTo>
                <a:lnTo>
                  <a:pt x="1995239" y="28697"/>
                </a:lnTo>
                <a:lnTo>
                  <a:pt x="1994670" y="28542"/>
                </a:lnTo>
                <a:lnTo>
                  <a:pt x="1994094" y="28394"/>
                </a:lnTo>
                <a:lnTo>
                  <a:pt x="1993510" y="28256"/>
                </a:lnTo>
                <a:lnTo>
                  <a:pt x="1992920" y="28125"/>
                </a:lnTo>
                <a:lnTo>
                  <a:pt x="1992323" y="28003"/>
                </a:lnTo>
                <a:lnTo>
                  <a:pt x="1991718" y="27890"/>
                </a:lnTo>
                <a:lnTo>
                  <a:pt x="1991106" y="27785"/>
                </a:lnTo>
                <a:lnTo>
                  <a:pt x="1990487" y="27688"/>
                </a:lnTo>
                <a:lnTo>
                  <a:pt x="1989861" y="27600"/>
                </a:lnTo>
                <a:lnTo>
                  <a:pt x="1989228" y="27520"/>
                </a:lnTo>
                <a:lnTo>
                  <a:pt x="1988588" y="27448"/>
                </a:lnTo>
                <a:lnTo>
                  <a:pt x="1987941" y="27385"/>
                </a:lnTo>
                <a:lnTo>
                  <a:pt x="1987286" y="27331"/>
                </a:lnTo>
                <a:lnTo>
                  <a:pt x="1986625" y="27284"/>
                </a:lnTo>
                <a:lnTo>
                  <a:pt x="1985956" y="27246"/>
                </a:lnTo>
                <a:lnTo>
                  <a:pt x="1985280" y="27217"/>
                </a:lnTo>
                <a:lnTo>
                  <a:pt x="1984597" y="27196"/>
                </a:lnTo>
                <a:lnTo>
                  <a:pt x="1983907" y="27183"/>
                </a:lnTo>
                <a:lnTo>
                  <a:pt x="1983210" y="27179"/>
                </a:lnTo>
                <a:lnTo>
                  <a:pt x="1982746" y="27182"/>
                </a:lnTo>
                <a:lnTo>
                  <a:pt x="1982284" y="27189"/>
                </a:lnTo>
                <a:lnTo>
                  <a:pt x="1981825" y="27202"/>
                </a:lnTo>
                <a:lnTo>
                  <a:pt x="1981368" y="27219"/>
                </a:lnTo>
                <a:lnTo>
                  <a:pt x="1980914" y="27242"/>
                </a:lnTo>
                <a:lnTo>
                  <a:pt x="1980462" y="27270"/>
                </a:lnTo>
                <a:lnTo>
                  <a:pt x="1980013" y="27302"/>
                </a:lnTo>
                <a:lnTo>
                  <a:pt x="1979566" y="27340"/>
                </a:lnTo>
                <a:lnTo>
                  <a:pt x="1979121" y="27383"/>
                </a:lnTo>
                <a:lnTo>
                  <a:pt x="1978679" y="27430"/>
                </a:lnTo>
                <a:lnTo>
                  <a:pt x="1978240" y="27483"/>
                </a:lnTo>
                <a:lnTo>
                  <a:pt x="1977803" y="27541"/>
                </a:lnTo>
                <a:lnTo>
                  <a:pt x="1977368" y="27604"/>
                </a:lnTo>
                <a:lnTo>
                  <a:pt x="1976936" y="27671"/>
                </a:lnTo>
                <a:lnTo>
                  <a:pt x="1976506" y="27744"/>
                </a:lnTo>
                <a:lnTo>
                  <a:pt x="1976079" y="27822"/>
                </a:lnTo>
                <a:lnTo>
                  <a:pt x="1975654" y="27905"/>
                </a:lnTo>
                <a:lnTo>
                  <a:pt x="1975231" y="27993"/>
                </a:lnTo>
                <a:lnTo>
                  <a:pt x="1974811" y="28086"/>
                </a:lnTo>
                <a:lnTo>
                  <a:pt x="1974394" y="28184"/>
                </a:lnTo>
                <a:lnTo>
                  <a:pt x="1973979" y="28287"/>
                </a:lnTo>
                <a:lnTo>
                  <a:pt x="1973566" y="28395"/>
                </a:lnTo>
                <a:lnTo>
                  <a:pt x="1973156" y="28508"/>
                </a:lnTo>
                <a:lnTo>
                  <a:pt x="1972749" y="28626"/>
                </a:lnTo>
                <a:lnTo>
                  <a:pt x="1972346" y="28747"/>
                </a:lnTo>
                <a:lnTo>
                  <a:pt x="1971950" y="28871"/>
                </a:lnTo>
                <a:lnTo>
                  <a:pt x="1971561" y="28997"/>
                </a:lnTo>
                <a:lnTo>
                  <a:pt x="1971180" y="29126"/>
                </a:lnTo>
                <a:lnTo>
                  <a:pt x="1970805" y="29256"/>
                </a:lnTo>
                <a:lnTo>
                  <a:pt x="1970438" y="29389"/>
                </a:lnTo>
                <a:lnTo>
                  <a:pt x="1970078" y="29524"/>
                </a:lnTo>
                <a:lnTo>
                  <a:pt x="1969725" y="29661"/>
                </a:lnTo>
                <a:lnTo>
                  <a:pt x="1969379" y="29800"/>
                </a:lnTo>
                <a:lnTo>
                  <a:pt x="1969040" y="29942"/>
                </a:lnTo>
                <a:lnTo>
                  <a:pt x="1968709" y="30086"/>
                </a:lnTo>
                <a:lnTo>
                  <a:pt x="1968384" y="30232"/>
                </a:lnTo>
                <a:lnTo>
                  <a:pt x="1968067" y="30380"/>
                </a:lnTo>
                <a:lnTo>
                  <a:pt x="1967756" y="30531"/>
                </a:lnTo>
                <a:lnTo>
                  <a:pt x="1967453" y="30683"/>
                </a:lnTo>
                <a:lnTo>
                  <a:pt x="1967157" y="30838"/>
                </a:lnTo>
                <a:lnTo>
                  <a:pt x="1966868" y="30995"/>
                </a:lnTo>
                <a:lnTo>
                  <a:pt x="1966587" y="31155"/>
                </a:lnTo>
                <a:lnTo>
                  <a:pt x="1966312" y="31316"/>
                </a:lnTo>
                <a:lnTo>
                  <a:pt x="1966044" y="31480"/>
                </a:lnTo>
                <a:lnTo>
                  <a:pt x="1965784" y="31646"/>
                </a:lnTo>
                <a:lnTo>
                  <a:pt x="1965531" y="31814"/>
                </a:lnTo>
                <a:lnTo>
                  <a:pt x="1965285" y="31985"/>
                </a:lnTo>
                <a:lnTo>
                  <a:pt x="1965046" y="32158"/>
                </a:lnTo>
                <a:lnTo>
                  <a:pt x="1964734" y="32384"/>
                </a:lnTo>
                <a:lnTo>
                  <a:pt x="1964429" y="32616"/>
                </a:lnTo>
                <a:lnTo>
                  <a:pt x="1964128" y="32852"/>
                </a:lnTo>
                <a:lnTo>
                  <a:pt x="1963834" y="33093"/>
                </a:lnTo>
                <a:lnTo>
                  <a:pt x="1963544" y="33339"/>
                </a:lnTo>
                <a:lnTo>
                  <a:pt x="1963261" y="33589"/>
                </a:lnTo>
                <a:lnTo>
                  <a:pt x="1962982" y="33845"/>
                </a:lnTo>
                <a:lnTo>
                  <a:pt x="1962710" y="34105"/>
                </a:lnTo>
                <a:lnTo>
                  <a:pt x="1962442" y="34370"/>
                </a:lnTo>
                <a:lnTo>
                  <a:pt x="1962180" y="34640"/>
                </a:lnTo>
                <a:lnTo>
                  <a:pt x="1961924" y="34914"/>
                </a:lnTo>
                <a:lnTo>
                  <a:pt x="1961673" y="35193"/>
                </a:lnTo>
                <a:lnTo>
                  <a:pt x="1961428" y="35478"/>
                </a:lnTo>
                <a:lnTo>
                  <a:pt x="1961188" y="35766"/>
                </a:lnTo>
                <a:lnTo>
                  <a:pt x="1960954" y="36060"/>
                </a:lnTo>
                <a:lnTo>
                  <a:pt x="1960725" y="36359"/>
                </a:lnTo>
                <a:lnTo>
                  <a:pt x="1960502" y="36662"/>
                </a:lnTo>
                <a:lnTo>
                  <a:pt x="1960284" y="36970"/>
                </a:lnTo>
                <a:lnTo>
                  <a:pt x="1960071" y="37283"/>
                </a:lnTo>
                <a:lnTo>
                  <a:pt x="1959864" y="37600"/>
                </a:lnTo>
                <a:lnTo>
                  <a:pt x="1959663" y="37923"/>
                </a:lnTo>
                <a:lnTo>
                  <a:pt x="1959467" y="38250"/>
                </a:lnTo>
                <a:lnTo>
                  <a:pt x="1959277" y="38582"/>
                </a:lnTo>
                <a:lnTo>
                  <a:pt x="1959092" y="38919"/>
                </a:lnTo>
                <a:lnTo>
                  <a:pt x="1958913" y="39259"/>
                </a:lnTo>
                <a:lnTo>
                  <a:pt x="1958742" y="39602"/>
                </a:lnTo>
                <a:lnTo>
                  <a:pt x="1958579" y="39947"/>
                </a:lnTo>
                <a:lnTo>
                  <a:pt x="1958424" y="40295"/>
                </a:lnTo>
                <a:lnTo>
                  <a:pt x="1958276" y="40645"/>
                </a:lnTo>
                <a:lnTo>
                  <a:pt x="1958135" y="40998"/>
                </a:lnTo>
                <a:lnTo>
                  <a:pt x="1958002" y="41353"/>
                </a:lnTo>
                <a:lnTo>
                  <a:pt x="1957877" y="41711"/>
                </a:lnTo>
                <a:lnTo>
                  <a:pt x="1957759" y="42071"/>
                </a:lnTo>
                <a:lnTo>
                  <a:pt x="1957649" y="42433"/>
                </a:lnTo>
                <a:lnTo>
                  <a:pt x="1957547" y="42798"/>
                </a:lnTo>
                <a:lnTo>
                  <a:pt x="1957452" y="43166"/>
                </a:lnTo>
                <a:lnTo>
                  <a:pt x="1957364" y="43535"/>
                </a:lnTo>
                <a:lnTo>
                  <a:pt x="1957285" y="43908"/>
                </a:lnTo>
                <a:lnTo>
                  <a:pt x="1957213" y="44282"/>
                </a:lnTo>
                <a:lnTo>
                  <a:pt x="1957148" y="44660"/>
                </a:lnTo>
                <a:lnTo>
                  <a:pt x="1957091" y="45039"/>
                </a:lnTo>
                <a:lnTo>
                  <a:pt x="1957042" y="45421"/>
                </a:lnTo>
                <a:lnTo>
                  <a:pt x="1957000" y="45806"/>
                </a:lnTo>
                <a:lnTo>
                  <a:pt x="1956966" y="46193"/>
                </a:lnTo>
                <a:lnTo>
                  <a:pt x="1956939" y="46582"/>
                </a:lnTo>
                <a:lnTo>
                  <a:pt x="1956920" y="46974"/>
                </a:lnTo>
                <a:lnTo>
                  <a:pt x="1956909" y="47369"/>
                </a:lnTo>
                <a:lnTo>
                  <a:pt x="1956905" y="47765"/>
                </a:lnTo>
                <a:lnTo>
                  <a:pt x="1956910" y="48201"/>
                </a:lnTo>
                <a:lnTo>
                  <a:pt x="1956924" y="48634"/>
                </a:lnTo>
                <a:lnTo>
                  <a:pt x="1956947" y="49063"/>
                </a:lnTo>
                <a:lnTo>
                  <a:pt x="1956979" y="49489"/>
                </a:lnTo>
                <a:lnTo>
                  <a:pt x="1957021" y="49912"/>
                </a:lnTo>
                <a:lnTo>
                  <a:pt x="1957071" y="50332"/>
                </a:lnTo>
                <a:lnTo>
                  <a:pt x="1957131" y="50749"/>
                </a:lnTo>
                <a:lnTo>
                  <a:pt x="1957200" y="51163"/>
                </a:lnTo>
                <a:lnTo>
                  <a:pt x="1957279" y="51573"/>
                </a:lnTo>
                <a:lnTo>
                  <a:pt x="1957367" y="51981"/>
                </a:lnTo>
                <a:lnTo>
                  <a:pt x="1957463" y="52385"/>
                </a:lnTo>
                <a:lnTo>
                  <a:pt x="1957570" y="52786"/>
                </a:lnTo>
                <a:lnTo>
                  <a:pt x="1957685" y="53184"/>
                </a:lnTo>
                <a:lnTo>
                  <a:pt x="1957809" y="53578"/>
                </a:lnTo>
                <a:lnTo>
                  <a:pt x="1957943" y="53970"/>
                </a:lnTo>
                <a:lnTo>
                  <a:pt x="1958086" y="54358"/>
                </a:lnTo>
                <a:lnTo>
                  <a:pt x="1958238" y="54744"/>
                </a:lnTo>
                <a:lnTo>
                  <a:pt x="1958400" y="55126"/>
                </a:lnTo>
                <a:lnTo>
                  <a:pt x="1958571" y="55505"/>
                </a:lnTo>
                <a:lnTo>
                  <a:pt x="1958751" y="55881"/>
                </a:lnTo>
                <a:lnTo>
                  <a:pt x="1958940" y="56253"/>
                </a:lnTo>
                <a:lnTo>
                  <a:pt x="1959138" y="56623"/>
                </a:lnTo>
                <a:lnTo>
                  <a:pt x="1959346" y="56989"/>
                </a:lnTo>
                <a:lnTo>
                  <a:pt x="1959563" y="57352"/>
                </a:lnTo>
                <a:lnTo>
                  <a:pt x="1959788" y="57711"/>
                </a:lnTo>
                <a:lnTo>
                  <a:pt x="1960023" y="58062"/>
                </a:lnTo>
                <a:lnTo>
                  <a:pt x="1960266" y="58408"/>
                </a:lnTo>
                <a:lnTo>
                  <a:pt x="1960518" y="58746"/>
                </a:lnTo>
                <a:lnTo>
                  <a:pt x="1960778" y="59078"/>
                </a:lnTo>
                <a:lnTo>
                  <a:pt x="1961047" y="59404"/>
                </a:lnTo>
                <a:lnTo>
                  <a:pt x="1961324" y="59723"/>
                </a:lnTo>
                <a:lnTo>
                  <a:pt x="1961611" y="60036"/>
                </a:lnTo>
                <a:lnTo>
                  <a:pt x="1961906" y="60342"/>
                </a:lnTo>
                <a:lnTo>
                  <a:pt x="1962209" y="60641"/>
                </a:lnTo>
                <a:lnTo>
                  <a:pt x="1962521" y="60934"/>
                </a:lnTo>
                <a:lnTo>
                  <a:pt x="1962842" y="61221"/>
                </a:lnTo>
                <a:lnTo>
                  <a:pt x="1963172" y="61500"/>
                </a:lnTo>
                <a:lnTo>
                  <a:pt x="1963510" y="61774"/>
                </a:lnTo>
                <a:lnTo>
                  <a:pt x="1963857" y="62040"/>
                </a:lnTo>
                <a:lnTo>
                  <a:pt x="1964212" y="62301"/>
                </a:lnTo>
                <a:lnTo>
                  <a:pt x="1964576" y="62554"/>
                </a:lnTo>
                <a:lnTo>
                  <a:pt x="1964949" y="62801"/>
                </a:lnTo>
                <a:lnTo>
                  <a:pt x="1965330" y="63042"/>
                </a:lnTo>
                <a:lnTo>
                  <a:pt x="1965720" y="63276"/>
                </a:lnTo>
                <a:lnTo>
                  <a:pt x="1966119" y="63504"/>
                </a:lnTo>
                <a:lnTo>
                  <a:pt x="1966526" y="63725"/>
                </a:lnTo>
                <a:lnTo>
                  <a:pt x="1966942" y="63939"/>
                </a:lnTo>
                <a:lnTo>
                  <a:pt x="1967366" y="64147"/>
                </a:lnTo>
                <a:lnTo>
                  <a:pt x="1967810" y="64353"/>
                </a:lnTo>
                <a:lnTo>
                  <a:pt x="1968281" y="64563"/>
                </a:lnTo>
                <a:lnTo>
                  <a:pt x="1968781" y="64775"/>
                </a:lnTo>
                <a:lnTo>
                  <a:pt x="1969309" y="64991"/>
                </a:lnTo>
                <a:lnTo>
                  <a:pt x="1969866" y="65210"/>
                </a:lnTo>
                <a:lnTo>
                  <a:pt x="1970451" y="65432"/>
                </a:lnTo>
                <a:lnTo>
                  <a:pt x="1971064" y="65657"/>
                </a:lnTo>
                <a:lnTo>
                  <a:pt x="1971706" y="65885"/>
                </a:lnTo>
                <a:lnTo>
                  <a:pt x="1972376" y="66116"/>
                </a:lnTo>
                <a:lnTo>
                  <a:pt x="1973074" y="66351"/>
                </a:lnTo>
                <a:lnTo>
                  <a:pt x="1973801" y="66589"/>
                </a:lnTo>
                <a:lnTo>
                  <a:pt x="1974557" y="66830"/>
                </a:lnTo>
                <a:lnTo>
                  <a:pt x="1975340" y="67074"/>
                </a:lnTo>
                <a:lnTo>
                  <a:pt x="1976152" y="67321"/>
                </a:lnTo>
                <a:lnTo>
                  <a:pt x="1976993" y="67571"/>
                </a:lnTo>
                <a:lnTo>
                  <a:pt x="1977861" y="67825"/>
                </a:lnTo>
                <a:lnTo>
                  <a:pt x="1978759" y="68081"/>
                </a:lnTo>
                <a:lnTo>
                  <a:pt x="1979684" y="68341"/>
                </a:lnTo>
                <a:lnTo>
                  <a:pt x="1980638" y="68604"/>
                </a:lnTo>
                <a:lnTo>
                  <a:pt x="1981620" y="68870"/>
                </a:lnTo>
                <a:lnTo>
                  <a:pt x="1982631" y="69140"/>
                </a:lnTo>
                <a:lnTo>
                  <a:pt x="1983670" y="69412"/>
                </a:lnTo>
                <a:lnTo>
                  <a:pt x="1984738" y="69688"/>
                </a:lnTo>
                <a:lnTo>
                  <a:pt x="1985834" y="69966"/>
                </a:lnTo>
                <a:lnTo>
                  <a:pt x="1986645" y="70172"/>
                </a:lnTo>
                <a:lnTo>
                  <a:pt x="1987430" y="70375"/>
                </a:lnTo>
                <a:lnTo>
                  <a:pt x="1988190" y="70575"/>
                </a:lnTo>
                <a:lnTo>
                  <a:pt x="1988924" y="70772"/>
                </a:lnTo>
                <a:lnTo>
                  <a:pt x="1989633" y="70966"/>
                </a:lnTo>
                <a:lnTo>
                  <a:pt x="1990316" y="71156"/>
                </a:lnTo>
                <a:lnTo>
                  <a:pt x="1990973" y="71344"/>
                </a:lnTo>
                <a:lnTo>
                  <a:pt x="1991604" y="71529"/>
                </a:lnTo>
                <a:lnTo>
                  <a:pt x="1992210" y="71710"/>
                </a:lnTo>
                <a:lnTo>
                  <a:pt x="1992790" y="71889"/>
                </a:lnTo>
                <a:lnTo>
                  <a:pt x="1993344" y="72064"/>
                </a:lnTo>
                <a:lnTo>
                  <a:pt x="1993873" y="72237"/>
                </a:lnTo>
                <a:lnTo>
                  <a:pt x="1994376" y="72406"/>
                </a:lnTo>
                <a:lnTo>
                  <a:pt x="1994853" y="72573"/>
                </a:lnTo>
                <a:lnTo>
                  <a:pt x="1995305" y="72736"/>
                </a:lnTo>
                <a:lnTo>
                  <a:pt x="1995731" y="72897"/>
                </a:lnTo>
                <a:lnTo>
                  <a:pt x="1996131" y="73054"/>
                </a:lnTo>
                <a:lnTo>
                  <a:pt x="1996505" y="73208"/>
                </a:lnTo>
                <a:lnTo>
                  <a:pt x="1996854" y="73359"/>
                </a:lnTo>
                <a:lnTo>
                  <a:pt x="1997177" y="73508"/>
                </a:lnTo>
                <a:lnTo>
                  <a:pt x="1997474" y="73653"/>
                </a:lnTo>
                <a:lnTo>
                  <a:pt x="1997746" y="73795"/>
                </a:lnTo>
                <a:lnTo>
                  <a:pt x="1997992" y="73934"/>
                </a:lnTo>
                <a:lnTo>
                  <a:pt x="1998212" y="74070"/>
                </a:lnTo>
                <a:lnTo>
                  <a:pt x="1998503" y="74269"/>
                </a:lnTo>
                <a:lnTo>
                  <a:pt x="1998782" y="74475"/>
                </a:lnTo>
                <a:lnTo>
                  <a:pt x="1999048" y="74686"/>
                </a:lnTo>
                <a:lnTo>
                  <a:pt x="1999302" y="74904"/>
                </a:lnTo>
                <a:lnTo>
                  <a:pt x="1999543" y="75127"/>
                </a:lnTo>
                <a:lnTo>
                  <a:pt x="1999772" y="75357"/>
                </a:lnTo>
                <a:lnTo>
                  <a:pt x="1999989" y="75592"/>
                </a:lnTo>
                <a:lnTo>
                  <a:pt x="2000193" y="75834"/>
                </a:lnTo>
                <a:lnTo>
                  <a:pt x="2000385" y="76082"/>
                </a:lnTo>
                <a:lnTo>
                  <a:pt x="2000565" y="76336"/>
                </a:lnTo>
                <a:lnTo>
                  <a:pt x="2000732" y="76596"/>
                </a:lnTo>
                <a:lnTo>
                  <a:pt x="2000886" y="76862"/>
                </a:lnTo>
                <a:lnTo>
                  <a:pt x="2001029" y="77134"/>
                </a:lnTo>
                <a:lnTo>
                  <a:pt x="2001159" y="77412"/>
                </a:lnTo>
                <a:lnTo>
                  <a:pt x="2001276" y="77697"/>
                </a:lnTo>
                <a:lnTo>
                  <a:pt x="2001382" y="77987"/>
                </a:lnTo>
                <a:lnTo>
                  <a:pt x="2001474" y="78283"/>
                </a:lnTo>
                <a:lnTo>
                  <a:pt x="2001555" y="78586"/>
                </a:lnTo>
                <a:lnTo>
                  <a:pt x="2001623" y="78895"/>
                </a:lnTo>
                <a:lnTo>
                  <a:pt x="2001679" y="79209"/>
                </a:lnTo>
                <a:lnTo>
                  <a:pt x="2001722" y="79530"/>
                </a:lnTo>
                <a:lnTo>
                  <a:pt x="2001753" y="79857"/>
                </a:lnTo>
                <a:lnTo>
                  <a:pt x="2001772" y="80190"/>
                </a:lnTo>
                <a:lnTo>
                  <a:pt x="2001778" y="80529"/>
                </a:lnTo>
                <a:lnTo>
                  <a:pt x="2001771" y="80908"/>
                </a:lnTo>
                <a:lnTo>
                  <a:pt x="2001750" y="81283"/>
                </a:lnTo>
                <a:lnTo>
                  <a:pt x="2001715" y="81654"/>
                </a:lnTo>
                <a:lnTo>
                  <a:pt x="2001666" y="82021"/>
                </a:lnTo>
                <a:lnTo>
                  <a:pt x="2001603" y="82384"/>
                </a:lnTo>
                <a:lnTo>
                  <a:pt x="2001526" y="82742"/>
                </a:lnTo>
                <a:lnTo>
                  <a:pt x="2001434" y="83097"/>
                </a:lnTo>
                <a:lnTo>
                  <a:pt x="2001329" y="83448"/>
                </a:lnTo>
                <a:lnTo>
                  <a:pt x="2001210" y="83794"/>
                </a:lnTo>
                <a:lnTo>
                  <a:pt x="2001077" y="84136"/>
                </a:lnTo>
                <a:lnTo>
                  <a:pt x="2000930" y="84475"/>
                </a:lnTo>
                <a:lnTo>
                  <a:pt x="2000769" y="84809"/>
                </a:lnTo>
                <a:lnTo>
                  <a:pt x="2000593" y="85139"/>
                </a:lnTo>
                <a:lnTo>
                  <a:pt x="2000404" y="85465"/>
                </a:lnTo>
                <a:lnTo>
                  <a:pt x="2000201" y="85787"/>
                </a:lnTo>
                <a:lnTo>
                  <a:pt x="1999984" y="86105"/>
                </a:lnTo>
                <a:lnTo>
                  <a:pt x="1999753" y="86419"/>
                </a:lnTo>
                <a:lnTo>
                  <a:pt x="1999507" y="86728"/>
                </a:lnTo>
                <a:lnTo>
                  <a:pt x="1999248" y="87034"/>
                </a:lnTo>
                <a:lnTo>
                  <a:pt x="1998975" y="87335"/>
                </a:lnTo>
                <a:lnTo>
                  <a:pt x="1998687" y="87633"/>
                </a:lnTo>
                <a:lnTo>
                  <a:pt x="1998386" y="87926"/>
                </a:lnTo>
                <a:lnTo>
                  <a:pt x="1998071" y="88216"/>
                </a:lnTo>
                <a:lnTo>
                  <a:pt x="1997741" y="88501"/>
                </a:lnTo>
                <a:lnTo>
                  <a:pt x="1997397" y="88778"/>
                </a:lnTo>
                <a:lnTo>
                  <a:pt x="1997039" y="89043"/>
                </a:lnTo>
                <a:lnTo>
                  <a:pt x="1996665" y="89297"/>
                </a:lnTo>
                <a:lnTo>
                  <a:pt x="1996276" y="89539"/>
                </a:lnTo>
                <a:lnTo>
                  <a:pt x="1995873" y="89769"/>
                </a:lnTo>
                <a:lnTo>
                  <a:pt x="1995454" y="89987"/>
                </a:lnTo>
                <a:lnTo>
                  <a:pt x="1995020" y="90193"/>
                </a:lnTo>
                <a:lnTo>
                  <a:pt x="1994572" y="90388"/>
                </a:lnTo>
                <a:lnTo>
                  <a:pt x="1994108" y="90571"/>
                </a:lnTo>
                <a:lnTo>
                  <a:pt x="1993630" y="90742"/>
                </a:lnTo>
                <a:lnTo>
                  <a:pt x="1993137" y="90901"/>
                </a:lnTo>
                <a:lnTo>
                  <a:pt x="1992628" y="91049"/>
                </a:lnTo>
                <a:lnTo>
                  <a:pt x="1992105" y="91184"/>
                </a:lnTo>
                <a:lnTo>
                  <a:pt x="1991567" y="91308"/>
                </a:lnTo>
                <a:lnTo>
                  <a:pt x="1991014" y="91420"/>
                </a:lnTo>
                <a:lnTo>
                  <a:pt x="1990446" y="91521"/>
                </a:lnTo>
                <a:lnTo>
                  <a:pt x="1989863" y="91609"/>
                </a:lnTo>
                <a:lnTo>
                  <a:pt x="1989265" y="91686"/>
                </a:lnTo>
                <a:lnTo>
                  <a:pt x="1988652" y="91751"/>
                </a:lnTo>
                <a:lnTo>
                  <a:pt x="1988024" y="91804"/>
                </a:lnTo>
                <a:lnTo>
                  <a:pt x="1987381" y="91845"/>
                </a:lnTo>
                <a:lnTo>
                  <a:pt x="1986723" y="91874"/>
                </a:lnTo>
                <a:lnTo>
                  <a:pt x="1986050" y="91892"/>
                </a:lnTo>
                <a:lnTo>
                  <a:pt x="1985363" y="91898"/>
                </a:lnTo>
                <a:lnTo>
                  <a:pt x="1984679" y="91891"/>
                </a:lnTo>
                <a:lnTo>
                  <a:pt x="1984009" y="91871"/>
                </a:lnTo>
                <a:lnTo>
                  <a:pt x="1983351" y="91838"/>
                </a:lnTo>
                <a:lnTo>
                  <a:pt x="1982706" y="91791"/>
                </a:lnTo>
                <a:lnTo>
                  <a:pt x="1982074" y="91731"/>
                </a:lnTo>
                <a:lnTo>
                  <a:pt x="1981454" y="91657"/>
                </a:lnTo>
                <a:lnTo>
                  <a:pt x="1980848" y="91570"/>
                </a:lnTo>
                <a:lnTo>
                  <a:pt x="1980253" y="91470"/>
                </a:lnTo>
                <a:lnTo>
                  <a:pt x="1979672" y="91356"/>
                </a:lnTo>
                <a:lnTo>
                  <a:pt x="1979103" y="91229"/>
                </a:lnTo>
                <a:lnTo>
                  <a:pt x="1978548" y="91089"/>
                </a:lnTo>
                <a:lnTo>
                  <a:pt x="1978004" y="90935"/>
                </a:lnTo>
                <a:lnTo>
                  <a:pt x="1977474" y="90768"/>
                </a:lnTo>
                <a:lnTo>
                  <a:pt x="1976956" y="90587"/>
                </a:lnTo>
                <a:lnTo>
                  <a:pt x="1976451" y="90394"/>
                </a:lnTo>
                <a:lnTo>
                  <a:pt x="1975959" y="90186"/>
                </a:lnTo>
                <a:lnTo>
                  <a:pt x="1975480" y="89966"/>
                </a:lnTo>
                <a:lnTo>
                  <a:pt x="1975013" y="89732"/>
                </a:lnTo>
                <a:lnTo>
                  <a:pt x="1974559" y="89484"/>
                </a:lnTo>
                <a:lnTo>
                  <a:pt x="1974117" y="89223"/>
                </a:lnTo>
                <a:lnTo>
                  <a:pt x="1973689" y="88949"/>
                </a:lnTo>
                <a:lnTo>
                  <a:pt x="1973273" y="88662"/>
                </a:lnTo>
                <a:lnTo>
                  <a:pt x="1972870" y="88361"/>
                </a:lnTo>
                <a:lnTo>
                  <a:pt x="1972479" y="88047"/>
                </a:lnTo>
                <a:lnTo>
                  <a:pt x="1972102" y="87720"/>
                </a:lnTo>
                <a:lnTo>
                  <a:pt x="1971736" y="87381"/>
                </a:lnTo>
                <a:lnTo>
                  <a:pt x="1971384" y="87030"/>
                </a:lnTo>
                <a:lnTo>
                  <a:pt x="1971043" y="86668"/>
                </a:lnTo>
                <a:lnTo>
                  <a:pt x="1970715" y="86294"/>
                </a:lnTo>
                <a:lnTo>
                  <a:pt x="1970400" y="85909"/>
                </a:lnTo>
                <a:lnTo>
                  <a:pt x="1970097" y="85511"/>
                </a:lnTo>
                <a:lnTo>
                  <a:pt x="1969807" y="85102"/>
                </a:lnTo>
                <a:lnTo>
                  <a:pt x="1969529" y="84682"/>
                </a:lnTo>
                <a:lnTo>
                  <a:pt x="1969264" y="84249"/>
                </a:lnTo>
                <a:lnTo>
                  <a:pt x="1969011" y="83805"/>
                </a:lnTo>
                <a:lnTo>
                  <a:pt x="1968771" y="83349"/>
                </a:lnTo>
                <a:lnTo>
                  <a:pt x="1968543" y="82881"/>
                </a:lnTo>
                <a:lnTo>
                  <a:pt x="1968328" y="82402"/>
                </a:lnTo>
                <a:lnTo>
                  <a:pt x="1968125" y="81911"/>
                </a:lnTo>
                <a:lnTo>
                  <a:pt x="1967935" y="81408"/>
                </a:lnTo>
                <a:lnTo>
                  <a:pt x="1967757" y="80893"/>
                </a:lnTo>
                <a:lnTo>
                  <a:pt x="1967591" y="80367"/>
                </a:lnTo>
                <a:lnTo>
                  <a:pt x="1967439" y="79829"/>
                </a:lnTo>
                <a:lnTo>
                  <a:pt x="1967298" y="79279"/>
                </a:lnTo>
                <a:lnTo>
                  <a:pt x="1967170" y="78718"/>
                </a:lnTo>
                <a:lnTo>
                  <a:pt x="1967055" y="78145"/>
                </a:lnTo>
                <a:lnTo>
                  <a:pt x="1966952" y="77560"/>
                </a:lnTo>
                <a:lnTo>
                  <a:pt x="1966862" y="76963"/>
                </a:lnTo>
                <a:lnTo>
                  <a:pt x="1954887" y="78847"/>
                </a:lnTo>
                <a:lnTo>
                  <a:pt x="1955064" y="79787"/>
                </a:lnTo>
                <a:lnTo>
                  <a:pt x="1955260" y="80708"/>
                </a:lnTo>
                <a:lnTo>
                  <a:pt x="1955474" y="81610"/>
                </a:lnTo>
                <a:lnTo>
                  <a:pt x="1955706" y="82492"/>
                </a:lnTo>
                <a:lnTo>
                  <a:pt x="1955957" y="83355"/>
                </a:lnTo>
                <a:close/>
                <a:moveTo>
                  <a:pt x="2093737" y="83355"/>
                </a:moveTo>
                <a:lnTo>
                  <a:pt x="2094006" y="84198"/>
                </a:lnTo>
                <a:lnTo>
                  <a:pt x="2094293" y="85022"/>
                </a:lnTo>
                <a:lnTo>
                  <a:pt x="2094599" y="85826"/>
                </a:lnTo>
                <a:lnTo>
                  <a:pt x="2094923" y="86611"/>
                </a:lnTo>
                <a:lnTo>
                  <a:pt x="2095265" y="87377"/>
                </a:lnTo>
                <a:lnTo>
                  <a:pt x="2095626" y="88123"/>
                </a:lnTo>
                <a:lnTo>
                  <a:pt x="2096005" y="88850"/>
                </a:lnTo>
                <a:lnTo>
                  <a:pt x="2096403" y="89557"/>
                </a:lnTo>
                <a:lnTo>
                  <a:pt x="2096818" y="90245"/>
                </a:lnTo>
                <a:lnTo>
                  <a:pt x="2097252" y="90913"/>
                </a:lnTo>
                <a:lnTo>
                  <a:pt x="2097705" y="91562"/>
                </a:lnTo>
                <a:lnTo>
                  <a:pt x="2098176" y="92191"/>
                </a:lnTo>
                <a:lnTo>
                  <a:pt x="2098665" y="92801"/>
                </a:lnTo>
                <a:lnTo>
                  <a:pt x="2099172" y="93392"/>
                </a:lnTo>
                <a:lnTo>
                  <a:pt x="2099698" y="93963"/>
                </a:lnTo>
                <a:lnTo>
                  <a:pt x="2100242" y="94514"/>
                </a:lnTo>
                <a:lnTo>
                  <a:pt x="2100804" y="95046"/>
                </a:lnTo>
                <a:lnTo>
                  <a:pt x="2101385" y="95559"/>
                </a:lnTo>
                <a:lnTo>
                  <a:pt x="2101984" y="96052"/>
                </a:lnTo>
                <a:lnTo>
                  <a:pt x="2102604" y="96526"/>
                </a:lnTo>
                <a:lnTo>
                  <a:pt x="2103247" y="96979"/>
                </a:lnTo>
                <a:lnTo>
                  <a:pt x="2103913" y="97412"/>
                </a:lnTo>
                <a:lnTo>
                  <a:pt x="2104602" y="97825"/>
                </a:lnTo>
                <a:lnTo>
                  <a:pt x="2105313" y="98218"/>
                </a:lnTo>
                <a:lnTo>
                  <a:pt x="2106048" y="98591"/>
                </a:lnTo>
                <a:lnTo>
                  <a:pt x="2106806" y="98943"/>
                </a:lnTo>
                <a:lnTo>
                  <a:pt x="2107587" y="99276"/>
                </a:lnTo>
                <a:lnTo>
                  <a:pt x="2108391" y="99588"/>
                </a:lnTo>
                <a:lnTo>
                  <a:pt x="2109218" y="99880"/>
                </a:lnTo>
                <a:lnTo>
                  <a:pt x="2110067" y="100152"/>
                </a:lnTo>
                <a:lnTo>
                  <a:pt x="2110940" y="100404"/>
                </a:lnTo>
                <a:lnTo>
                  <a:pt x="2111836" y="100636"/>
                </a:lnTo>
                <a:lnTo>
                  <a:pt x="2112755" y="100847"/>
                </a:lnTo>
                <a:lnTo>
                  <a:pt x="2113697" y="101039"/>
                </a:lnTo>
                <a:lnTo>
                  <a:pt x="2114662" y="101210"/>
                </a:lnTo>
                <a:lnTo>
                  <a:pt x="2115650" y="101361"/>
                </a:lnTo>
                <a:lnTo>
                  <a:pt x="2116661" y="101492"/>
                </a:lnTo>
                <a:lnTo>
                  <a:pt x="2117695" y="101603"/>
                </a:lnTo>
                <a:lnTo>
                  <a:pt x="2118752" y="101694"/>
                </a:lnTo>
                <a:lnTo>
                  <a:pt x="2119832" y="101764"/>
                </a:lnTo>
                <a:lnTo>
                  <a:pt x="2120935" y="101815"/>
                </a:lnTo>
                <a:lnTo>
                  <a:pt x="2122061" y="101845"/>
                </a:lnTo>
                <a:lnTo>
                  <a:pt x="2123210" y="101855"/>
                </a:lnTo>
                <a:lnTo>
                  <a:pt x="2123907" y="101850"/>
                </a:lnTo>
                <a:lnTo>
                  <a:pt x="2124599" y="101834"/>
                </a:lnTo>
                <a:lnTo>
                  <a:pt x="2125285" y="101809"/>
                </a:lnTo>
                <a:lnTo>
                  <a:pt x="2125964" y="101774"/>
                </a:lnTo>
                <a:lnTo>
                  <a:pt x="2126638" y="101728"/>
                </a:lnTo>
                <a:lnTo>
                  <a:pt x="2127305" y="101672"/>
                </a:lnTo>
                <a:lnTo>
                  <a:pt x="2127966" y="101606"/>
                </a:lnTo>
                <a:lnTo>
                  <a:pt x="2128622" y="101530"/>
                </a:lnTo>
                <a:lnTo>
                  <a:pt x="2129271" y="101443"/>
                </a:lnTo>
                <a:lnTo>
                  <a:pt x="2129914" y="101347"/>
                </a:lnTo>
                <a:lnTo>
                  <a:pt x="2130551" y="101240"/>
                </a:lnTo>
                <a:lnTo>
                  <a:pt x="2131182" y="101123"/>
                </a:lnTo>
                <a:lnTo>
                  <a:pt x="2131807" y="100996"/>
                </a:lnTo>
                <a:lnTo>
                  <a:pt x="2132425" y="100859"/>
                </a:lnTo>
                <a:lnTo>
                  <a:pt x="2133038" y="100712"/>
                </a:lnTo>
                <a:lnTo>
                  <a:pt x="2133645" y="100554"/>
                </a:lnTo>
                <a:lnTo>
                  <a:pt x="2134245" y="100386"/>
                </a:lnTo>
                <a:lnTo>
                  <a:pt x="2134840" y="100209"/>
                </a:lnTo>
                <a:lnTo>
                  <a:pt x="2135428" y="100021"/>
                </a:lnTo>
                <a:lnTo>
                  <a:pt x="2136011" y="99823"/>
                </a:lnTo>
                <a:lnTo>
                  <a:pt x="2136587" y="99614"/>
                </a:lnTo>
                <a:lnTo>
                  <a:pt x="2137157" y="99396"/>
                </a:lnTo>
                <a:lnTo>
                  <a:pt x="2137721" y="99167"/>
                </a:lnTo>
                <a:lnTo>
                  <a:pt x="2138279" y="98928"/>
                </a:lnTo>
                <a:lnTo>
                  <a:pt x="2138829" y="98680"/>
                </a:lnTo>
                <a:lnTo>
                  <a:pt x="2139368" y="98424"/>
                </a:lnTo>
                <a:lnTo>
                  <a:pt x="2139896" y="98159"/>
                </a:lnTo>
                <a:lnTo>
                  <a:pt x="2140413" y="97886"/>
                </a:lnTo>
                <a:lnTo>
                  <a:pt x="2140919" y="97604"/>
                </a:lnTo>
                <a:lnTo>
                  <a:pt x="2141414" y="97314"/>
                </a:lnTo>
                <a:lnTo>
                  <a:pt x="2141898" y="97015"/>
                </a:lnTo>
                <a:lnTo>
                  <a:pt x="2142372" y="96708"/>
                </a:lnTo>
                <a:lnTo>
                  <a:pt x="2142835" y="96393"/>
                </a:lnTo>
                <a:lnTo>
                  <a:pt x="2143286" y="96069"/>
                </a:lnTo>
                <a:lnTo>
                  <a:pt x="2143727" y="95737"/>
                </a:lnTo>
                <a:lnTo>
                  <a:pt x="2144158" y="95396"/>
                </a:lnTo>
                <a:lnTo>
                  <a:pt x="2144577" y="95047"/>
                </a:lnTo>
                <a:lnTo>
                  <a:pt x="2144985" y="94690"/>
                </a:lnTo>
                <a:lnTo>
                  <a:pt x="2145383" y="94324"/>
                </a:lnTo>
                <a:lnTo>
                  <a:pt x="2145769" y="93950"/>
                </a:lnTo>
                <a:lnTo>
                  <a:pt x="2146145" y="93567"/>
                </a:lnTo>
                <a:lnTo>
                  <a:pt x="2146510" y="93176"/>
                </a:lnTo>
                <a:lnTo>
                  <a:pt x="2146864" y="92777"/>
                </a:lnTo>
                <a:lnTo>
                  <a:pt x="2147207" y="92369"/>
                </a:lnTo>
                <a:lnTo>
                  <a:pt x="2147540" y="91953"/>
                </a:lnTo>
                <a:lnTo>
                  <a:pt x="2147861" y="91528"/>
                </a:lnTo>
                <a:lnTo>
                  <a:pt x="2148172" y="91095"/>
                </a:lnTo>
                <a:lnTo>
                  <a:pt x="2148472" y="90653"/>
                </a:lnTo>
                <a:lnTo>
                  <a:pt x="2148760" y="90207"/>
                </a:lnTo>
                <a:lnTo>
                  <a:pt x="2149036" y="89757"/>
                </a:lnTo>
                <a:lnTo>
                  <a:pt x="2149299" y="89305"/>
                </a:lnTo>
                <a:lnTo>
                  <a:pt x="2149551" y="88851"/>
                </a:lnTo>
                <a:lnTo>
                  <a:pt x="2149790" y="88394"/>
                </a:lnTo>
                <a:lnTo>
                  <a:pt x="2150017" y="87935"/>
                </a:lnTo>
                <a:lnTo>
                  <a:pt x="2150231" y="87473"/>
                </a:lnTo>
                <a:lnTo>
                  <a:pt x="2150434" y="87009"/>
                </a:lnTo>
                <a:lnTo>
                  <a:pt x="2150624" y="86543"/>
                </a:lnTo>
                <a:lnTo>
                  <a:pt x="2150802" y="86074"/>
                </a:lnTo>
                <a:lnTo>
                  <a:pt x="2150967" y="85602"/>
                </a:lnTo>
                <a:lnTo>
                  <a:pt x="2151121" y="85128"/>
                </a:lnTo>
                <a:lnTo>
                  <a:pt x="2151262" y="84652"/>
                </a:lnTo>
                <a:lnTo>
                  <a:pt x="2151390" y="84173"/>
                </a:lnTo>
                <a:lnTo>
                  <a:pt x="2151507" y="83692"/>
                </a:lnTo>
                <a:lnTo>
                  <a:pt x="2151611" y="83208"/>
                </a:lnTo>
                <a:lnTo>
                  <a:pt x="2151703" y="82722"/>
                </a:lnTo>
                <a:lnTo>
                  <a:pt x="2151783" y="82234"/>
                </a:lnTo>
                <a:lnTo>
                  <a:pt x="2151850" y="81742"/>
                </a:lnTo>
                <a:lnTo>
                  <a:pt x="2151905" y="81249"/>
                </a:lnTo>
                <a:lnTo>
                  <a:pt x="2151948" y="80753"/>
                </a:lnTo>
                <a:lnTo>
                  <a:pt x="2151979" y="80255"/>
                </a:lnTo>
                <a:lnTo>
                  <a:pt x="2151997" y="79754"/>
                </a:lnTo>
                <a:lnTo>
                  <a:pt x="2152004" y="79250"/>
                </a:lnTo>
                <a:lnTo>
                  <a:pt x="2151999" y="78738"/>
                </a:lnTo>
                <a:lnTo>
                  <a:pt x="2151983" y="78233"/>
                </a:lnTo>
                <a:lnTo>
                  <a:pt x="2151958" y="77735"/>
                </a:lnTo>
                <a:lnTo>
                  <a:pt x="2151923" y="77243"/>
                </a:lnTo>
                <a:lnTo>
                  <a:pt x="2151878" y="76759"/>
                </a:lnTo>
                <a:lnTo>
                  <a:pt x="2151823" y="76282"/>
                </a:lnTo>
                <a:lnTo>
                  <a:pt x="2151757" y="75812"/>
                </a:lnTo>
                <a:lnTo>
                  <a:pt x="2151682" y="75348"/>
                </a:lnTo>
                <a:lnTo>
                  <a:pt x="2151597" y="74892"/>
                </a:lnTo>
                <a:lnTo>
                  <a:pt x="2151501" y="74443"/>
                </a:lnTo>
                <a:lnTo>
                  <a:pt x="2151396" y="74001"/>
                </a:lnTo>
                <a:lnTo>
                  <a:pt x="2151280" y="73566"/>
                </a:lnTo>
                <a:lnTo>
                  <a:pt x="2151155" y="73137"/>
                </a:lnTo>
                <a:lnTo>
                  <a:pt x="2151019" y="72716"/>
                </a:lnTo>
                <a:lnTo>
                  <a:pt x="2150874" y="72302"/>
                </a:lnTo>
                <a:lnTo>
                  <a:pt x="2150718" y="71895"/>
                </a:lnTo>
                <a:lnTo>
                  <a:pt x="2150552" y="71495"/>
                </a:lnTo>
                <a:lnTo>
                  <a:pt x="2150376" y="71102"/>
                </a:lnTo>
                <a:lnTo>
                  <a:pt x="2150190" y="70715"/>
                </a:lnTo>
                <a:lnTo>
                  <a:pt x="2149995" y="70336"/>
                </a:lnTo>
                <a:lnTo>
                  <a:pt x="2149789" y="69964"/>
                </a:lnTo>
                <a:lnTo>
                  <a:pt x="2149573" y="69599"/>
                </a:lnTo>
                <a:lnTo>
                  <a:pt x="2149347" y="69241"/>
                </a:lnTo>
                <a:lnTo>
                  <a:pt x="2149111" y="68890"/>
                </a:lnTo>
                <a:lnTo>
                  <a:pt x="2148866" y="68546"/>
                </a:lnTo>
                <a:lnTo>
                  <a:pt x="2148613" y="68209"/>
                </a:lnTo>
                <a:lnTo>
                  <a:pt x="2148353" y="67878"/>
                </a:lnTo>
                <a:lnTo>
                  <a:pt x="2148086" y="67555"/>
                </a:lnTo>
                <a:lnTo>
                  <a:pt x="2147810" y="67238"/>
                </a:lnTo>
                <a:lnTo>
                  <a:pt x="2147528" y="66928"/>
                </a:lnTo>
                <a:lnTo>
                  <a:pt x="2147237" y="66626"/>
                </a:lnTo>
                <a:lnTo>
                  <a:pt x="2146939" y="66330"/>
                </a:lnTo>
                <a:lnTo>
                  <a:pt x="2146634" y="66041"/>
                </a:lnTo>
                <a:lnTo>
                  <a:pt x="2146320" y="65759"/>
                </a:lnTo>
                <a:lnTo>
                  <a:pt x="2146000" y="65483"/>
                </a:lnTo>
                <a:lnTo>
                  <a:pt x="2145671" y="65215"/>
                </a:lnTo>
                <a:lnTo>
                  <a:pt x="2145335" y="64954"/>
                </a:lnTo>
                <a:lnTo>
                  <a:pt x="2144992" y="64699"/>
                </a:lnTo>
                <a:lnTo>
                  <a:pt x="2144641" y="64451"/>
                </a:lnTo>
                <a:lnTo>
                  <a:pt x="2144282" y="64211"/>
                </a:lnTo>
                <a:lnTo>
                  <a:pt x="2143915" y="63977"/>
                </a:lnTo>
                <a:lnTo>
                  <a:pt x="2143542" y="63750"/>
                </a:lnTo>
                <a:lnTo>
                  <a:pt x="2143160" y="63530"/>
                </a:lnTo>
                <a:lnTo>
                  <a:pt x="2142771" y="63316"/>
                </a:lnTo>
                <a:lnTo>
                  <a:pt x="2142374" y="63110"/>
                </a:lnTo>
                <a:lnTo>
                  <a:pt x="2141970" y="62911"/>
                </a:lnTo>
                <a:lnTo>
                  <a:pt x="2141558" y="62718"/>
                </a:lnTo>
                <a:lnTo>
                  <a:pt x="2141139" y="62532"/>
                </a:lnTo>
                <a:lnTo>
                  <a:pt x="2140702" y="62348"/>
                </a:lnTo>
                <a:lnTo>
                  <a:pt x="2140238" y="62159"/>
                </a:lnTo>
                <a:lnTo>
                  <a:pt x="2139747" y="61966"/>
                </a:lnTo>
                <a:lnTo>
                  <a:pt x="2139230" y="61769"/>
                </a:lnTo>
                <a:lnTo>
                  <a:pt x="2138685" y="61567"/>
                </a:lnTo>
                <a:lnTo>
                  <a:pt x="2138113" y="61361"/>
                </a:lnTo>
                <a:lnTo>
                  <a:pt x="2137515" y="61151"/>
                </a:lnTo>
                <a:lnTo>
                  <a:pt x="2136889" y="60936"/>
                </a:lnTo>
                <a:lnTo>
                  <a:pt x="2136236" y="60718"/>
                </a:lnTo>
                <a:lnTo>
                  <a:pt x="2135557" y="60494"/>
                </a:lnTo>
                <a:lnTo>
                  <a:pt x="2134850" y="60267"/>
                </a:lnTo>
                <a:lnTo>
                  <a:pt x="2134117" y="60035"/>
                </a:lnTo>
                <a:lnTo>
                  <a:pt x="2133356" y="59799"/>
                </a:lnTo>
                <a:lnTo>
                  <a:pt x="2132569" y="59558"/>
                </a:lnTo>
                <a:lnTo>
                  <a:pt x="2131754" y="59313"/>
                </a:lnTo>
                <a:lnTo>
                  <a:pt x="2130913" y="59064"/>
                </a:lnTo>
                <a:lnTo>
                  <a:pt x="2130044" y="58810"/>
                </a:lnTo>
                <a:lnTo>
                  <a:pt x="2129149" y="58553"/>
                </a:lnTo>
                <a:lnTo>
                  <a:pt x="2128226" y="58290"/>
                </a:lnTo>
                <a:lnTo>
                  <a:pt x="2127277" y="58024"/>
                </a:lnTo>
                <a:lnTo>
                  <a:pt x="2126301" y="57753"/>
                </a:lnTo>
                <a:lnTo>
                  <a:pt x="2125297" y="57478"/>
                </a:lnTo>
                <a:lnTo>
                  <a:pt x="2124267" y="57199"/>
                </a:lnTo>
                <a:lnTo>
                  <a:pt x="2123210" y="56915"/>
                </a:lnTo>
                <a:lnTo>
                  <a:pt x="2122482" y="56716"/>
                </a:lnTo>
                <a:lnTo>
                  <a:pt x="2121779" y="56523"/>
                </a:lnTo>
                <a:lnTo>
                  <a:pt x="2121100" y="56337"/>
                </a:lnTo>
                <a:lnTo>
                  <a:pt x="2120446" y="56156"/>
                </a:lnTo>
                <a:lnTo>
                  <a:pt x="2119816" y="55982"/>
                </a:lnTo>
                <a:lnTo>
                  <a:pt x="2119211" y="55813"/>
                </a:lnTo>
                <a:lnTo>
                  <a:pt x="2118630" y="55651"/>
                </a:lnTo>
                <a:lnTo>
                  <a:pt x="2118074" y="55495"/>
                </a:lnTo>
                <a:lnTo>
                  <a:pt x="2117543" y="55344"/>
                </a:lnTo>
                <a:lnTo>
                  <a:pt x="2117036" y="55200"/>
                </a:lnTo>
                <a:lnTo>
                  <a:pt x="2116553" y="55062"/>
                </a:lnTo>
                <a:lnTo>
                  <a:pt x="2116095" y="54930"/>
                </a:lnTo>
                <a:lnTo>
                  <a:pt x="2115662" y="54804"/>
                </a:lnTo>
                <a:lnTo>
                  <a:pt x="2115253" y="54685"/>
                </a:lnTo>
                <a:lnTo>
                  <a:pt x="2114869" y="54571"/>
                </a:lnTo>
                <a:lnTo>
                  <a:pt x="2114509" y="54463"/>
                </a:lnTo>
                <a:lnTo>
                  <a:pt x="2114173" y="54361"/>
                </a:lnTo>
                <a:lnTo>
                  <a:pt x="2113863" y="54266"/>
                </a:lnTo>
                <a:lnTo>
                  <a:pt x="2113576" y="54176"/>
                </a:lnTo>
                <a:lnTo>
                  <a:pt x="2113315" y="54093"/>
                </a:lnTo>
                <a:lnTo>
                  <a:pt x="2113077" y="54016"/>
                </a:lnTo>
                <a:lnTo>
                  <a:pt x="2112865" y="53945"/>
                </a:lnTo>
                <a:lnTo>
                  <a:pt x="2112677" y="53879"/>
                </a:lnTo>
                <a:lnTo>
                  <a:pt x="2112513" y="53820"/>
                </a:lnTo>
                <a:lnTo>
                  <a:pt x="2112252" y="53713"/>
                </a:lnTo>
                <a:lnTo>
                  <a:pt x="2111998" y="53603"/>
                </a:lnTo>
                <a:lnTo>
                  <a:pt x="2111749" y="53490"/>
                </a:lnTo>
                <a:lnTo>
                  <a:pt x="2111506" y="53375"/>
                </a:lnTo>
                <a:lnTo>
                  <a:pt x="2111268" y="53258"/>
                </a:lnTo>
                <a:lnTo>
                  <a:pt x="2111037" y="53139"/>
                </a:lnTo>
                <a:lnTo>
                  <a:pt x="2110812" y="53017"/>
                </a:lnTo>
                <a:lnTo>
                  <a:pt x="2110592" y="52893"/>
                </a:lnTo>
                <a:lnTo>
                  <a:pt x="2110378" y="52767"/>
                </a:lnTo>
                <a:lnTo>
                  <a:pt x="2110170" y="52638"/>
                </a:lnTo>
                <a:lnTo>
                  <a:pt x="2109968" y="52507"/>
                </a:lnTo>
                <a:lnTo>
                  <a:pt x="2109771" y="52374"/>
                </a:lnTo>
                <a:lnTo>
                  <a:pt x="2109581" y="52238"/>
                </a:lnTo>
                <a:lnTo>
                  <a:pt x="2109396" y="52100"/>
                </a:lnTo>
                <a:lnTo>
                  <a:pt x="2109217" y="51960"/>
                </a:lnTo>
                <a:lnTo>
                  <a:pt x="2109045" y="51817"/>
                </a:lnTo>
                <a:lnTo>
                  <a:pt x="2108877" y="51672"/>
                </a:lnTo>
                <a:lnTo>
                  <a:pt x="2108716" y="51524"/>
                </a:lnTo>
                <a:lnTo>
                  <a:pt x="2108561" y="51375"/>
                </a:lnTo>
                <a:lnTo>
                  <a:pt x="2108411" y="51223"/>
                </a:lnTo>
                <a:lnTo>
                  <a:pt x="2108267" y="51068"/>
                </a:lnTo>
                <a:lnTo>
                  <a:pt x="2108129" y="50912"/>
                </a:lnTo>
                <a:lnTo>
                  <a:pt x="2107997" y="50752"/>
                </a:lnTo>
                <a:lnTo>
                  <a:pt x="2107871" y="50591"/>
                </a:lnTo>
                <a:lnTo>
                  <a:pt x="2107750" y="50433"/>
                </a:lnTo>
                <a:lnTo>
                  <a:pt x="2107635" y="50274"/>
                </a:lnTo>
                <a:lnTo>
                  <a:pt x="2107524" y="50113"/>
                </a:lnTo>
                <a:lnTo>
                  <a:pt x="2107419" y="49950"/>
                </a:lnTo>
                <a:lnTo>
                  <a:pt x="2107318" y="49786"/>
                </a:lnTo>
                <a:lnTo>
                  <a:pt x="2107223" y="49620"/>
                </a:lnTo>
                <a:lnTo>
                  <a:pt x="2107133" y="49452"/>
                </a:lnTo>
                <a:lnTo>
                  <a:pt x="2107049" y="49283"/>
                </a:lnTo>
                <a:lnTo>
                  <a:pt x="2106969" y="49112"/>
                </a:lnTo>
                <a:lnTo>
                  <a:pt x="2106895" y="48940"/>
                </a:lnTo>
                <a:lnTo>
                  <a:pt x="2106825" y="48765"/>
                </a:lnTo>
                <a:lnTo>
                  <a:pt x="2106761" y="48590"/>
                </a:lnTo>
                <a:lnTo>
                  <a:pt x="2106702" y="48412"/>
                </a:lnTo>
                <a:lnTo>
                  <a:pt x="2106648" y="48233"/>
                </a:lnTo>
                <a:lnTo>
                  <a:pt x="2106599" y="48052"/>
                </a:lnTo>
                <a:lnTo>
                  <a:pt x="2106555" y="47870"/>
                </a:lnTo>
                <a:lnTo>
                  <a:pt x="2106517" y="47686"/>
                </a:lnTo>
                <a:lnTo>
                  <a:pt x="2106483" y="47501"/>
                </a:lnTo>
                <a:lnTo>
                  <a:pt x="2106455" y="47313"/>
                </a:lnTo>
                <a:lnTo>
                  <a:pt x="2106432" y="47124"/>
                </a:lnTo>
                <a:lnTo>
                  <a:pt x="2106414" y="46934"/>
                </a:lnTo>
                <a:lnTo>
                  <a:pt x="2106401" y="46742"/>
                </a:lnTo>
                <a:lnTo>
                  <a:pt x="2106393" y="46548"/>
                </a:lnTo>
                <a:lnTo>
                  <a:pt x="2106391" y="46353"/>
                </a:lnTo>
                <a:lnTo>
                  <a:pt x="2106397" y="46046"/>
                </a:lnTo>
                <a:lnTo>
                  <a:pt x="2106416" y="45743"/>
                </a:lnTo>
                <a:lnTo>
                  <a:pt x="2106447" y="45442"/>
                </a:lnTo>
                <a:lnTo>
                  <a:pt x="2106490" y="45145"/>
                </a:lnTo>
                <a:lnTo>
                  <a:pt x="2106546" y="44852"/>
                </a:lnTo>
                <a:lnTo>
                  <a:pt x="2106614" y="44561"/>
                </a:lnTo>
                <a:lnTo>
                  <a:pt x="2106694" y="44274"/>
                </a:lnTo>
                <a:lnTo>
                  <a:pt x="2106787" y="43991"/>
                </a:lnTo>
                <a:lnTo>
                  <a:pt x="2106892" y="43710"/>
                </a:lnTo>
                <a:lnTo>
                  <a:pt x="2107010" y="43433"/>
                </a:lnTo>
                <a:lnTo>
                  <a:pt x="2107140" y="43159"/>
                </a:lnTo>
                <a:lnTo>
                  <a:pt x="2107282" y="42888"/>
                </a:lnTo>
                <a:lnTo>
                  <a:pt x="2107437" y="42621"/>
                </a:lnTo>
                <a:lnTo>
                  <a:pt x="2107604" y="42356"/>
                </a:lnTo>
                <a:lnTo>
                  <a:pt x="2107784" y="42095"/>
                </a:lnTo>
                <a:lnTo>
                  <a:pt x="2107976" y="41838"/>
                </a:lnTo>
                <a:lnTo>
                  <a:pt x="2108180" y="41583"/>
                </a:lnTo>
                <a:lnTo>
                  <a:pt x="2108397" y="41332"/>
                </a:lnTo>
                <a:lnTo>
                  <a:pt x="2108626" y="41084"/>
                </a:lnTo>
                <a:lnTo>
                  <a:pt x="2108867" y="40840"/>
                </a:lnTo>
                <a:lnTo>
                  <a:pt x="2109121" y="40599"/>
                </a:lnTo>
                <a:lnTo>
                  <a:pt x="2109387" y="40361"/>
                </a:lnTo>
                <a:lnTo>
                  <a:pt x="2109666" y="40126"/>
                </a:lnTo>
                <a:lnTo>
                  <a:pt x="2109956" y="39894"/>
                </a:lnTo>
                <a:lnTo>
                  <a:pt x="2110262" y="39669"/>
                </a:lnTo>
                <a:lnTo>
                  <a:pt x="2110584" y="39454"/>
                </a:lnTo>
                <a:lnTo>
                  <a:pt x="2110923" y="39248"/>
                </a:lnTo>
                <a:lnTo>
                  <a:pt x="2111278" y="39051"/>
                </a:lnTo>
                <a:lnTo>
                  <a:pt x="2111649" y="38865"/>
                </a:lnTo>
                <a:lnTo>
                  <a:pt x="2112038" y="38688"/>
                </a:lnTo>
                <a:lnTo>
                  <a:pt x="2112443" y="38520"/>
                </a:lnTo>
                <a:lnTo>
                  <a:pt x="2112864" y="38362"/>
                </a:lnTo>
                <a:lnTo>
                  <a:pt x="2113302" y="38213"/>
                </a:lnTo>
                <a:lnTo>
                  <a:pt x="2113757" y="38075"/>
                </a:lnTo>
                <a:lnTo>
                  <a:pt x="2114228" y="37945"/>
                </a:lnTo>
                <a:lnTo>
                  <a:pt x="2114716" y="37826"/>
                </a:lnTo>
                <a:lnTo>
                  <a:pt x="2115221" y="37715"/>
                </a:lnTo>
                <a:lnTo>
                  <a:pt x="2115742" y="37615"/>
                </a:lnTo>
                <a:lnTo>
                  <a:pt x="2116279" y="37524"/>
                </a:lnTo>
                <a:lnTo>
                  <a:pt x="2116834" y="37442"/>
                </a:lnTo>
                <a:lnTo>
                  <a:pt x="2117404" y="37371"/>
                </a:lnTo>
                <a:lnTo>
                  <a:pt x="2117992" y="37308"/>
                </a:lnTo>
                <a:lnTo>
                  <a:pt x="2118596" y="37256"/>
                </a:lnTo>
                <a:lnTo>
                  <a:pt x="2119216" y="37213"/>
                </a:lnTo>
                <a:lnTo>
                  <a:pt x="2119853" y="37179"/>
                </a:lnTo>
                <a:lnTo>
                  <a:pt x="2120507" y="37155"/>
                </a:lnTo>
                <a:lnTo>
                  <a:pt x="2121177" y="37141"/>
                </a:lnTo>
                <a:lnTo>
                  <a:pt x="2121864" y="37136"/>
                </a:lnTo>
                <a:lnTo>
                  <a:pt x="2122447" y="37141"/>
                </a:lnTo>
                <a:lnTo>
                  <a:pt x="2123019" y="37157"/>
                </a:lnTo>
                <a:lnTo>
                  <a:pt x="2123580" y="37184"/>
                </a:lnTo>
                <a:lnTo>
                  <a:pt x="2124130" y="37222"/>
                </a:lnTo>
                <a:lnTo>
                  <a:pt x="2124669" y="37270"/>
                </a:lnTo>
                <a:lnTo>
                  <a:pt x="2125196" y="37329"/>
                </a:lnTo>
                <a:lnTo>
                  <a:pt x="2125713" y="37399"/>
                </a:lnTo>
                <a:lnTo>
                  <a:pt x="2126218" y="37480"/>
                </a:lnTo>
                <a:lnTo>
                  <a:pt x="2126713" y="37571"/>
                </a:lnTo>
                <a:lnTo>
                  <a:pt x="2127196" y="37673"/>
                </a:lnTo>
                <a:lnTo>
                  <a:pt x="2127668" y="37786"/>
                </a:lnTo>
                <a:lnTo>
                  <a:pt x="2128129" y="37910"/>
                </a:lnTo>
                <a:lnTo>
                  <a:pt x="2128579" y="38044"/>
                </a:lnTo>
                <a:lnTo>
                  <a:pt x="2129018" y="38189"/>
                </a:lnTo>
                <a:lnTo>
                  <a:pt x="2129446" y="38345"/>
                </a:lnTo>
                <a:lnTo>
                  <a:pt x="2129862" y="38511"/>
                </a:lnTo>
                <a:lnTo>
                  <a:pt x="2130268" y="38689"/>
                </a:lnTo>
                <a:lnTo>
                  <a:pt x="2130663" y="38877"/>
                </a:lnTo>
                <a:lnTo>
                  <a:pt x="2131046" y="39076"/>
                </a:lnTo>
                <a:lnTo>
                  <a:pt x="2131418" y="39285"/>
                </a:lnTo>
                <a:lnTo>
                  <a:pt x="2131779" y="39505"/>
                </a:lnTo>
                <a:lnTo>
                  <a:pt x="2132130" y="39736"/>
                </a:lnTo>
                <a:lnTo>
                  <a:pt x="2132469" y="39978"/>
                </a:lnTo>
                <a:lnTo>
                  <a:pt x="2132796" y="40231"/>
                </a:lnTo>
                <a:lnTo>
                  <a:pt x="2133113" y="40493"/>
                </a:lnTo>
                <a:lnTo>
                  <a:pt x="2133420" y="40763"/>
                </a:lnTo>
                <a:lnTo>
                  <a:pt x="2133716" y="41042"/>
                </a:lnTo>
                <a:lnTo>
                  <a:pt x="2134001" y="41329"/>
                </a:lnTo>
                <a:lnTo>
                  <a:pt x="2134275" y="41625"/>
                </a:lnTo>
                <a:lnTo>
                  <a:pt x="2134539" y="41929"/>
                </a:lnTo>
                <a:lnTo>
                  <a:pt x="2134793" y="42242"/>
                </a:lnTo>
                <a:lnTo>
                  <a:pt x="2135035" y="42563"/>
                </a:lnTo>
                <a:lnTo>
                  <a:pt x="2135267" y="42892"/>
                </a:lnTo>
                <a:lnTo>
                  <a:pt x="2135489" y="43230"/>
                </a:lnTo>
                <a:lnTo>
                  <a:pt x="2135699" y="43576"/>
                </a:lnTo>
                <a:lnTo>
                  <a:pt x="2135900" y="43931"/>
                </a:lnTo>
                <a:lnTo>
                  <a:pt x="2136089" y="44294"/>
                </a:lnTo>
                <a:lnTo>
                  <a:pt x="2136268" y="44665"/>
                </a:lnTo>
                <a:lnTo>
                  <a:pt x="2136436" y="45045"/>
                </a:lnTo>
                <a:lnTo>
                  <a:pt x="2136594" y="45433"/>
                </a:lnTo>
                <a:lnTo>
                  <a:pt x="2136741" y="45830"/>
                </a:lnTo>
                <a:lnTo>
                  <a:pt x="2136877" y="46235"/>
                </a:lnTo>
                <a:lnTo>
                  <a:pt x="2137003" y="46648"/>
                </a:lnTo>
                <a:lnTo>
                  <a:pt x="2137118" y="47070"/>
                </a:lnTo>
                <a:lnTo>
                  <a:pt x="2137222" y="47501"/>
                </a:lnTo>
                <a:lnTo>
                  <a:pt x="2137316" y="47939"/>
                </a:lnTo>
                <a:lnTo>
                  <a:pt x="2137399" y="48386"/>
                </a:lnTo>
                <a:lnTo>
                  <a:pt x="2137472" y="48842"/>
                </a:lnTo>
                <a:lnTo>
                  <a:pt x="2149313" y="47227"/>
                </a:lnTo>
                <a:lnTo>
                  <a:pt x="2149214" y="46655"/>
                </a:lnTo>
                <a:lnTo>
                  <a:pt x="2149109" y="46092"/>
                </a:lnTo>
                <a:lnTo>
                  <a:pt x="2148997" y="45539"/>
                </a:lnTo>
                <a:lnTo>
                  <a:pt x="2148879" y="44995"/>
                </a:lnTo>
                <a:lnTo>
                  <a:pt x="2148754" y="44461"/>
                </a:lnTo>
                <a:lnTo>
                  <a:pt x="2148623" y="43937"/>
                </a:lnTo>
                <a:lnTo>
                  <a:pt x="2148485" y="43423"/>
                </a:lnTo>
                <a:lnTo>
                  <a:pt x="2148341" y="42918"/>
                </a:lnTo>
                <a:lnTo>
                  <a:pt x="2148190" y="42423"/>
                </a:lnTo>
                <a:lnTo>
                  <a:pt x="2148032" y="41938"/>
                </a:lnTo>
                <a:lnTo>
                  <a:pt x="2147868" y="41462"/>
                </a:lnTo>
                <a:lnTo>
                  <a:pt x="2147698" y="40996"/>
                </a:lnTo>
                <a:lnTo>
                  <a:pt x="2147521" y="40540"/>
                </a:lnTo>
                <a:lnTo>
                  <a:pt x="2147337" y="40093"/>
                </a:lnTo>
                <a:lnTo>
                  <a:pt x="2147147" y="39656"/>
                </a:lnTo>
                <a:lnTo>
                  <a:pt x="2146950" y="39229"/>
                </a:lnTo>
                <a:lnTo>
                  <a:pt x="2146747" y="38811"/>
                </a:lnTo>
                <a:lnTo>
                  <a:pt x="2146537" y="38404"/>
                </a:lnTo>
                <a:lnTo>
                  <a:pt x="2146321" y="38006"/>
                </a:lnTo>
                <a:lnTo>
                  <a:pt x="2146098" y="37617"/>
                </a:lnTo>
                <a:lnTo>
                  <a:pt x="2145869" y="37238"/>
                </a:lnTo>
                <a:lnTo>
                  <a:pt x="2145633" y="36869"/>
                </a:lnTo>
                <a:lnTo>
                  <a:pt x="2145390" y="36510"/>
                </a:lnTo>
                <a:lnTo>
                  <a:pt x="2145141" y="36160"/>
                </a:lnTo>
                <a:lnTo>
                  <a:pt x="2144883" y="35819"/>
                </a:lnTo>
                <a:lnTo>
                  <a:pt x="2144614" y="35483"/>
                </a:lnTo>
                <a:lnTo>
                  <a:pt x="2144333" y="35153"/>
                </a:lnTo>
                <a:lnTo>
                  <a:pt x="2144040" y="34829"/>
                </a:lnTo>
                <a:lnTo>
                  <a:pt x="2143736" y="34511"/>
                </a:lnTo>
                <a:lnTo>
                  <a:pt x="2143420" y="34199"/>
                </a:lnTo>
                <a:lnTo>
                  <a:pt x="2143092" y="33893"/>
                </a:lnTo>
                <a:lnTo>
                  <a:pt x="2142753" y="33593"/>
                </a:lnTo>
                <a:lnTo>
                  <a:pt x="2142403" y="33299"/>
                </a:lnTo>
                <a:lnTo>
                  <a:pt x="2142040" y="33010"/>
                </a:lnTo>
                <a:lnTo>
                  <a:pt x="2141667" y="32728"/>
                </a:lnTo>
                <a:lnTo>
                  <a:pt x="2141282" y="32452"/>
                </a:lnTo>
                <a:lnTo>
                  <a:pt x="2140885" y="32182"/>
                </a:lnTo>
                <a:lnTo>
                  <a:pt x="2140476" y="31917"/>
                </a:lnTo>
                <a:lnTo>
                  <a:pt x="2140056" y="31659"/>
                </a:lnTo>
                <a:lnTo>
                  <a:pt x="2139625" y="31406"/>
                </a:lnTo>
                <a:lnTo>
                  <a:pt x="2139182" y="31160"/>
                </a:lnTo>
                <a:lnTo>
                  <a:pt x="2138727" y="30919"/>
                </a:lnTo>
                <a:lnTo>
                  <a:pt x="2138261" y="30685"/>
                </a:lnTo>
                <a:lnTo>
                  <a:pt x="2137783" y="30456"/>
                </a:lnTo>
                <a:lnTo>
                  <a:pt x="2137294" y="30233"/>
                </a:lnTo>
                <a:lnTo>
                  <a:pt x="2136793" y="30017"/>
                </a:lnTo>
                <a:lnTo>
                  <a:pt x="2136281" y="29806"/>
                </a:lnTo>
                <a:lnTo>
                  <a:pt x="2135757" y="29601"/>
                </a:lnTo>
                <a:lnTo>
                  <a:pt x="2135223" y="29404"/>
                </a:lnTo>
                <a:lnTo>
                  <a:pt x="2134683" y="29214"/>
                </a:lnTo>
                <a:lnTo>
                  <a:pt x="2134135" y="29034"/>
                </a:lnTo>
                <a:lnTo>
                  <a:pt x="2133580" y="28861"/>
                </a:lnTo>
                <a:lnTo>
                  <a:pt x="2133019" y="28697"/>
                </a:lnTo>
                <a:lnTo>
                  <a:pt x="2132450" y="28542"/>
                </a:lnTo>
                <a:lnTo>
                  <a:pt x="2131873" y="28394"/>
                </a:lnTo>
                <a:lnTo>
                  <a:pt x="2131290" y="28256"/>
                </a:lnTo>
                <a:lnTo>
                  <a:pt x="2130700" y="28125"/>
                </a:lnTo>
                <a:lnTo>
                  <a:pt x="2130102" y="28003"/>
                </a:lnTo>
                <a:lnTo>
                  <a:pt x="2129498" y="27890"/>
                </a:lnTo>
                <a:lnTo>
                  <a:pt x="2128886" y="27785"/>
                </a:lnTo>
                <a:lnTo>
                  <a:pt x="2128267" y="27688"/>
                </a:lnTo>
                <a:lnTo>
                  <a:pt x="2127641" y="27600"/>
                </a:lnTo>
                <a:lnTo>
                  <a:pt x="2127008" y="27520"/>
                </a:lnTo>
                <a:lnTo>
                  <a:pt x="2126368" y="27448"/>
                </a:lnTo>
                <a:lnTo>
                  <a:pt x="2125721" y="27385"/>
                </a:lnTo>
                <a:lnTo>
                  <a:pt x="2125066" y="27331"/>
                </a:lnTo>
                <a:lnTo>
                  <a:pt x="2124404" y="27284"/>
                </a:lnTo>
                <a:lnTo>
                  <a:pt x="2123736" y="27246"/>
                </a:lnTo>
                <a:lnTo>
                  <a:pt x="2123060" y="27217"/>
                </a:lnTo>
                <a:lnTo>
                  <a:pt x="2122377" y="27196"/>
                </a:lnTo>
                <a:lnTo>
                  <a:pt x="2121687" y="27183"/>
                </a:lnTo>
                <a:lnTo>
                  <a:pt x="2120990" y="27179"/>
                </a:lnTo>
                <a:lnTo>
                  <a:pt x="2120526" y="27182"/>
                </a:lnTo>
                <a:lnTo>
                  <a:pt x="2120064" y="27189"/>
                </a:lnTo>
                <a:lnTo>
                  <a:pt x="2119605" y="27202"/>
                </a:lnTo>
                <a:lnTo>
                  <a:pt x="2119148" y="27219"/>
                </a:lnTo>
                <a:lnTo>
                  <a:pt x="2118694" y="27242"/>
                </a:lnTo>
                <a:lnTo>
                  <a:pt x="2118242" y="27270"/>
                </a:lnTo>
                <a:lnTo>
                  <a:pt x="2117792" y="27302"/>
                </a:lnTo>
                <a:lnTo>
                  <a:pt x="2117346" y="27340"/>
                </a:lnTo>
                <a:lnTo>
                  <a:pt x="2116901" y="27383"/>
                </a:lnTo>
                <a:lnTo>
                  <a:pt x="2116459" y="27430"/>
                </a:lnTo>
                <a:lnTo>
                  <a:pt x="2116019" y="27483"/>
                </a:lnTo>
                <a:lnTo>
                  <a:pt x="2115582" y="27541"/>
                </a:lnTo>
                <a:lnTo>
                  <a:pt x="2115148" y="27604"/>
                </a:lnTo>
                <a:lnTo>
                  <a:pt x="2114716" y="27671"/>
                </a:lnTo>
                <a:lnTo>
                  <a:pt x="2114286" y="27744"/>
                </a:lnTo>
                <a:lnTo>
                  <a:pt x="2113858" y="27822"/>
                </a:lnTo>
                <a:lnTo>
                  <a:pt x="2113434" y="27905"/>
                </a:lnTo>
                <a:lnTo>
                  <a:pt x="2113011" y="27993"/>
                </a:lnTo>
                <a:lnTo>
                  <a:pt x="2112591" y="28086"/>
                </a:lnTo>
                <a:lnTo>
                  <a:pt x="2112174" y="28184"/>
                </a:lnTo>
                <a:lnTo>
                  <a:pt x="2111759" y="28287"/>
                </a:lnTo>
                <a:lnTo>
                  <a:pt x="2111346" y="28395"/>
                </a:lnTo>
                <a:lnTo>
                  <a:pt x="2110936" y="28508"/>
                </a:lnTo>
                <a:lnTo>
                  <a:pt x="2110528" y="28626"/>
                </a:lnTo>
                <a:lnTo>
                  <a:pt x="2110125" y="28747"/>
                </a:lnTo>
                <a:lnTo>
                  <a:pt x="2109730" y="28871"/>
                </a:lnTo>
                <a:lnTo>
                  <a:pt x="2109341" y="28997"/>
                </a:lnTo>
                <a:lnTo>
                  <a:pt x="2108959" y="29126"/>
                </a:lnTo>
                <a:lnTo>
                  <a:pt x="2108585" y="29256"/>
                </a:lnTo>
                <a:lnTo>
                  <a:pt x="2108218" y="29389"/>
                </a:lnTo>
                <a:lnTo>
                  <a:pt x="2107858" y="29524"/>
                </a:lnTo>
                <a:lnTo>
                  <a:pt x="2107505" y="29661"/>
                </a:lnTo>
                <a:lnTo>
                  <a:pt x="2107159" y="29800"/>
                </a:lnTo>
                <a:lnTo>
                  <a:pt x="2106820" y="29942"/>
                </a:lnTo>
                <a:lnTo>
                  <a:pt x="2106488" y="30086"/>
                </a:lnTo>
                <a:lnTo>
                  <a:pt x="2106164" y="30232"/>
                </a:lnTo>
                <a:lnTo>
                  <a:pt x="2105846" y="30380"/>
                </a:lnTo>
                <a:lnTo>
                  <a:pt x="2105536" y="30531"/>
                </a:lnTo>
                <a:lnTo>
                  <a:pt x="2105233" y="30683"/>
                </a:lnTo>
                <a:lnTo>
                  <a:pt x="2104937" y="30838"/>
                </a:lnTo>
                <a:lnTo>
                  <a:pt x="2104648" y="30995"/>
                </a:lnTo>
                <a:lnTo>
                  <a:pt x="2104366" y="31155"/>
                </a:lnTo>
                <a:lnTo>
                  <a:pt x="2104092" y="31316"/>
                </a:lnTo>
                <a:lnTo>
                  <a:pt x="2103824" y="31480"/>
                </a:lnTo>
                <a:lnTo>
                  <a:pt x="2103564" y="31646"/>
                </a:lnTo>
                <a:lnTo>
                  <a:pt x="2103310" y="31814"/>
                </a:lnTo>
                <a:lnTo>
                  <a:pt x="2103064" y="31985"/>
                </a:lnTo>
                <a:lnTo>
                  <a:pt x="2102825" y="32158"/>
                </a:lnTo>
                <a:lnTo>
                  <a:pt x="2102514" y="32384"/>
                </a:lnTo>
                <a:lnTo>
                  <a:pt x="2102208" y="32616"/>
                </a:lnTo>
                <a:lnTo>
                  <a:pt x="2101908" y="32852"/>
                </a:lnTo>
                <a:lnTo>
                  <a:pt x="2101613" y="33093"/>
                </a:lnTo>
                <a:lnTo>
                  <a:pt x="2101324" y="33339"/>
                </a:lnTo>
                <a:lnTo>
                  <a:pt x="2101040" y="33589"/>
                </a:lnTo>
                <a:lnTo>
                  <a:pt x="2100762" y="33845"/>
                </a:lnTo>
                <a:lnTo>
                  <a:pt x="2100489" y="34105"/>
                </a:lnTo>
                <a:lnTo>
                  <a:pt x="2100222" y="34370"/>
                </a:lnTo>
                <a:lnTo>
                  <a:pt x="2099960" y="34640"/>
                </a:lnTo>
                <a:lnTo>
                  <a:pt x="2099704" y="34914"/>
                </a:lnTo>
                <a:lnTo>
                  <a:pt x="2099453" y="35193"/>
                </a:lnTo>
                <a:lnTo>
                  <a:pt x="2099208" y="35478"/>
                </a:lnTo>
                <a:lnTo>
                  <a:pt x="2098968" y="35766"/>
                </a:lnTo>
                <a:lnTo>
                  <a:pt x="2098734" y="36060"/>
                </a:lnTo>
                <a:lnTo>
                  <a:pt x="2098505" y="36359"/>
                </a:lnTo>
                <a:lnTo>
                  <a:pt x="2098281" y="36662"/>
                </a:lnTo>
                <a:lnTo>
                  <a:pt x="2098063" y="36970"/>
                </a:lnTo>
                <a:lnTo>
                  <a:pt x="2097851" y="37283"/>
                </a:lnTo>
                <a:lnTo>
                  <a:pt x="2097644" y="37600"/>
                </a:lnTo>
                <a:lnTo>
                  <a:pt x="2097443" y="37923"/>
                </a:lnTo>
                <a:lnTo>
                  <a:pt x="2097247" y="38250"/>
                </a:lnTo>
                <a:lnTo>
                  <a:pt x="2097056" y="38582"/>
                </a:lnTo>
                <a:lnTo>
                  <a:pt x="2096871" y="38919"/>
                </a:lnTo>
                <a:lnTo>
                  <a:pt x="2096693" y="39259"/>
                </a:lnTo>
                <a:lnTo>
                  <a:pt x="2096522" y="39602"/>
                </a:lnTo>
                <a:lnTo>
                  <a:pt x="2096359" y="39947"/>
                </a:lnTo>
                <a:lnTo>
                  <a:pt x="2096203" y="40295"/>
                </a:lnTo>
                <a:lnTo>
                  <a:pt x="2096055" y="40645"/>
                </a:lnTo>
                <a:lnTo>
                  <a:pt x="2095915" y="40998"/>
                </a:lnTo>
                <a:lnTo>
                  <a:pt x="2095782" y="41353"/>
                </a:lnTo>
                <a:lnTo>
                  <a:pt x="2095657" y="41711"/>
                </a:lnTo>
                <a:lnTo>
                  <a:pt x="2095539" y="42071"/>
                </a:lnTo>
                <a:lnTo>
                  <a:pt x="2095429" y="42433"/>
                </a:lnTo>
                <a:lnTo>
                  <a:pt x="2095326" y="42798"/>
                </a:lnTo>
                <a:lnTo>
                  <a:pt x="2095232" y="43166"/>
                </a:lnTo>
                <a:lnTo>
                  <a:pt x="2095144" y="43535"/>
                </a:lnTo>
                <a:lnTo>
                  <a:pt x="2095065" y="43908"/>
                </a:lnTo>
                <a:lnTo>
                  <a:pt x="2094992" y="44282"/>
                </a:lnTo>
                <a:lnTo>
                  <a:pt x="2094928" y="44660"/>
                </a:lnTo>
                <a:lnTo>
                  <a:pt x="2094871" y="45039"/>
                </a:lnTo>
                <a:lnTo>
                  <a:pt x="2094822" y="45421"/>
                </a:lnTo>
                <a:lnTo>
                  <a:pt x="2094780" y="45806"/>
                </a:lnTo>
                <a:lnTo>
                  <a:pt x="2094746" y="46193"/>
                </a:lnTo>
                <a:lnTo>
                  <a:pt x="2094719" y="46582"/>
                </a:lnTo>
                <a:lnTo>
                  <a:pt x="2094700" y="46974"/>
                </a:lnTo>
                <a:lnTo>
                  <a:pt x="2094689" y="47369"/>
                </a:lnTo>
                <a:lnTo>
                  <a:pt x="2094685" y="47765"/>
                </a:lnTo>
                <a:lnTo>
                  <a:pt x="2094690" y="48201"/>
                </a:lnTo>
                <a:lnTo>
                  <a:pt x="2094703" y="48634"/>
                </a:lnTo>
                <a:lnTo>
                  <a:pt x="2094727" y="49063"/>
                </a:lnTo>
                <a:lnTo>
                  <a:pt x="2094759" y="49489"/>
                </a:lnTo>
                <a:lnTo>
                  <a:pt x="2094800" y="49912"/>
                </a:lnTo>
                <a:lnTo>
                  <a:pt x="2094851" y="50332"/>
                </a:lnTo>
                <a:lnTo>
                  <a:pt x="2094911" y="50749"/>
                </a:lnTo>
                <a:lnTo>
                  <a:pt x="2094980" y="51163"/>
                </a:lnTo>
                <a:lnTo>
                  <a:pt x="2095059" y="51573"/>
                </a:lnTo>
                <a:lnTo>
                  <a:pt x="2095146" y="51981"/>
                </a:lnTo>
                <a:lnTo>
                  <a:pt x="2095243" y="52385"/>
                </a:lnTo>
                <a:lnTo>
                  <a:pt x="2095349" y="52786"/>
                </a:lnTo>
                <a:lnTo>
                  <a:pt x="2095465" y="53184"/>
                </a:lnTo>
                <a:lnTo>
                  <a:pt x="2095589" y="53578"/>
                </a:lnTo>
                <a:lnTo>
                  <a:pt x="2095723" y="53970"/>
                </a:lnTo>
                <a:lnTo>
                  <a:pt x="2095866" y="54358"/>
                </a:lnTo>
                <a:lnTo>
                  <a:pt x="2096018" y="54744"/>
                </a:lnTo>
                <a:lnTo>
                  <a:pt x="2096180" y="55126"/>
                </a:lnTo>
                <a:lnTo>
                  <a:pt x="2096350" y="55505"/>
                </a:lnTo>
                <a:lnTo>
                  <a:pt x="2096530" y="55881"/>
                </a:lnTo>
                <a:lnTo>
                  <a:pt x="2096720" y="56253"/>
                </a:lnTo>
                <a:lnTo>
                  <a:pt x="2096918" y="56623"/>
                </a:lnTo>
                <a:lnTo>
                  <a:pt x="2097126" y="56989"/>
                </a:lnTo>
                <a:lnTo>
                  <a:pt x="2097342" y="57352"/>
                </a:lnTo>
                <a:lnTo>
                  <a:pt x="2097568" y="57711"/>
                </a:lnTo>
                <a:lnTo>
                  <a:pt x="2097803" y="58062"/>
                </a:lnTo>
                <a:lnTo>
                  <a:pt x="2098046" y="58408"/>
                </a:lnTo>
                <a:lnTo>
                  <a:pt x="2098297" y="58746"/>
                </a:lnTo>
                <a:lnTo>
                  <a:pt x="2098558" y="59078"/>
                </a:lnTo>
                <a:lnTo>
                  <a:pt x="2098827" y="59404"/>
                </a:lnTo>
                <a:lnTo>
                  <a:pt x="2099104" y="59723"/>
                </a:lnTo>
                <a:lnTo>
                  <a:pt x="2099391" y="60036"/>
                </a:lnTo>
                <a:lnTo>
                  <a:pt x="2099685" y="60342"/>
                </a:lnTo>
                <a:lnTo>
                  <a:pt x="2099989" y="60641"/>
                </a:lnTo>
                <a:lnTo>
                  <a:pt x="2100301" y="60934"/>
                </a:lnTo>
                <a:lnTo>
                  <a:pt x="2100622" y="61221"/>
                </a:lnTo>
                <a:lnTo>
                  <a:pt x="2100952" y="61500"/>
                </a:lnTo>
                <a:lnTo>
                  <a:pt x="2101290" y="61774"/>
                </a:lnTo>
                <a:lnTo>
                  <a:pt x="2101636" y="62040"/>
                </a:lnTo>
                <a:lnTo>
                  <a:pt x="2101992" y="62301"/>
                </a:lnTo>
                <a:lnTo>
                  <a:pt x="2102356" y="62554"/>
                </a:lnTo>
                <a:lnTo>
                  <a:pt x="2102729" y="62801"/>
                </a:lnTo>
                <a:lnTo>
                  <a:pt x="2103110" y="63042"/>
                </a:lnTo>
                <a:lnTo>
                  <a:pt x="2103500" y="63276"/>
                </a:lnTo>
                <a:lnTo>
                  <a:pt x="2103899" y="63504"/>
                </a:lnTo>
                <a:lnTo>
                  <a:pt x="2104306" y="63725"/>
                </a:lnTo>
                <a:lnTo>
                  <a:pt x="2104722" y="63939"/>
                </a:lnTo>
                <a:lnTo>
                  <a:pt x="2105146" y="64147"/>
                </a:lnTo>
                <a:lnTo>
                  <a:pt x="2105589" y="64353"/>
                </a:lnTo>
                <a:lnTo>
                  <a:pt x="2106061" y="64563"/>
                </a:lnTo>
                <a:lnTo>
                  <a:pt x="2106561" y="64775"/>
                </a:lnTo>
                <a:lnTo>
                  <a:pt x="2107089" y="64991"/>
                </a:lnTo>
                <a:lnTo>
                  <a:pt x="2107645" y="65210"/>
                </a:lnTo>
                <a:lnTo>
                  <a:pt x="2108230" y="65432"/>
                </a:lnTo>
                <a:lnTo>
                  <a:pt x="2108844" y="65657"/>
                </a:lnTo>
                <a:lnTo>
                  <a:pt x="2109486" y="65885"/>
                </a:lnTo>
                <a:lnTo>
                  <a:pt x="2110156" y="66116"/>
                </a:lnTo>
                <a:lnTo>
                  <a:pt x="2110854" y="66351"/>
                </a:lnTo>
                <a:lnTo>
                  <a:pt x="2111581" y="66589"/>
                </a:lnTo>
                <a:lnTo>
                  <a:pt x="2112336" y="66830"/>
                </a:lnTo>
                <a:lnTo>
                  <a:pt x="2113120" y="67074"/>
                </a:lnTo>
                <a:lnTo>
                  <a:pt x="2113932" y="67321"/>
                </a:lnTo>
                <a:lnTo>
                  <a:pt x="2114772" y="67571"/>
                </a:lnTo>
                <a:lnTo>
                  <a:pt x="2115641" y="67825"/>
                </a:lnTo>
                <a:lnTo>
                  <a:pt x="2116538" y="68081"/>
                </a:lnTo>
                <a:lnTo>
                  <a:pt x="2117464" y="68341"/>
                </a:lnTo>
                <a:lnTo>
                  <a:pt x="2118418" y="68604"/>
                </a:lnTo>
                <a:lnTo>
                  <a:pt x="2119400" y="68870"/>
                </a:lnTo>
                <a:lnTo>
                  <a:pt x="2120411" y="69140"/>
                </a:lnTo>
                <a:lnTo>
                  <a:pt x="2121450" y="69412"/>
                </a:lnTo>
                <a:lnTo>
                  <a:pt x="2122518" y="69688"/>
                </a:lnTo>
                <a:lnTo>
                  <a:pt x="2123613" y="69966"/>
                </a:lnTo>
                <a:lnTo>
                  <a:pt x="2124425" y="70172"/>
                </a:lnTo>
                <a:lnTo>
                  <a:pt x="2125210" y="70375"/>
                </a:lnTo>
                <a:lnTo>
                  <a:pt x="2125970" y="70575"/>
                </a:lnTo>
                <a:lnTo>
                  <a:pt x="2126704" y="70772"/>
                </a:lnTo>
                <a:lnTo>
                  <a:pt x="2127413" y="70966"/>
                </a:lnTo>
                <a:lnTo>
                  <a:pt x="2128096" y="71156"/>
                </a:lnTo>
                <a:lnTo>
                  <a:pt x="2128753" y="71344"/>
                </a:lnTo>
                <a:lnTo>
                  <a:pt x="2129384" y="71529"/>
                </a:lnTo>
                <a:lnTo>
                  <a:pt x="2129990" y="71710"/>
                </a:lnTo>
                <a:lnTo>
                  <a:pt x="2130570" y="71889"/>
                </a:lnTo>
                <a:lnTo>
                  <a:pt x="2131124" y="72064"/>
                </a:lnTo>
                <a:lnTo>
                  <a:pt x="2131653" y="72237"/>
                </a:lnTo>
                <a:lnTo>
                  <a:pt x="2132156" y="72406"/>
                </a:lnTo>
                <a:lnTo>
                  <a:pt x="2132633" y="72573"/>
                </a:lnTo>
                <a:lnTo>
                  <a:pt x="2133084" y="72736"/>
                </a:lnTo>
                <a:lnTo>
                  <a:pt x="2133510" y="72897"/>
                </a:lnTo>
                <a:lnTo>
                  <a:pt x="2133910" y="73054"/>
                </a:lnTo>
                <a:lnTo>
                  <a:pt x="2134285" y="73208"/>
                </a:lnTo>
                <a:lnTo>
                  <a:pt x="2134634" y="73359"/>
                </a:lnTo>
                <a:lnTo>
                  <a:pt x="2134957" y="73508"/>
                </a:lnTo>
                <a:lnTo>
                  <a:pt x="2135254" y="73653"/>
                </a:lnTo>
                <a:lnTo>
                  <a:pt x="2135526" y="73795"/>
                </a:lnTo>
                <a:lnTo>
                  <a:pt x="2135772" y="73934"/>
                </a:lnTo>
                <a:lnTo>
                  <a:pt x="2135992" y="74070"/>
                </a:lnTo>
                <a:lnTo>
                  <a:pt x="2136283" y="74269"/>
                </a:lnTo>
                <a:lnTo>
                  <a:pt x="2136562" y="74475"/>
                </a:lnTo>
                <a:lnTo>
                  <a:pt x="2136828" y="74686"/>
                </a:lnTo>
                <a:lnTo>
                  <a:pt x="2137082" y="74904"/>
                </a:lnTo>
                <a:lnTo>
                  <a:pt x="2137323" y="75127"/>
                </a:lnTo>
                <a:lnTo>
                  <a:pt x="2137552" y="75357"/>
                </a:lnTo>
                <a:lnTo>
                  <a:pt x="2137769" y="75592"/>
                </a:lnTo>
                <a:lnTo>
                  <a:pt x="2137973" y="75834"/>
                </a:lnTo>
                <a:lnTo>
                  <a:pt x="2138165" y="76082"/>
                </a:lnTo>
                <a:lnTo>
                  <a:pt x="2138344" y="76336"/>
                </a:lnTo>
                <a:lnTo>
                  <a:pt x="2138511" y="76596"/>
                </a:lnTo>
                <a:lnTo>
                  <a:pt x="2138666" y="76862"/>
                </a:lnTo>
                <a:lnTo>
                  <a:pt x="2138809" y="77134"/>
                </a:lnTo>
                <a:lnTo>
                  <a:pt x="2138939" y="77412"/>
                </a:lnTo>
                <a:lnTo>
                  <a:pt x="2139056" y="77697"/>
                </a:lnTo>
                <a:lnTo>
                  <a:pt x="2139161" y="77987"/>
                </a:lnTo>
                <a:lnTo>
                  <a:pt x="2139254" y="78283"/>
                </a:lnTo>
                <a:lnTo>
                  <a:pt x="2139335" y="78586"/>
                </a:lnTo>
                <a:lnTo>
                  <a:pt x="2139403" y="78895"/>
                </a:lnTo>
                <a:lnTo>
                  <a:pt x="2139459" y="79209"/>
                </a:lnTo>
                <a:lnTo>
                  <a:pt x="2139502" y="79530"/>
                </a:lnTo>
                <a:lnTo>
                  <a:pt x="2139533" y="79857"/>
                </a:lnTo>
                <a:lnTo>
                  <a:pt x="2139551" y="80190"/>
                </a:lnTo>
                <a:lnTo>
                  <a:pt x="2139558" y="80529"/>
                </a:lnTo>
                <a:lnTo>
                  <a:pt x="2139551" y="80908"/>
                </a:lnTo>
                <a:lnTo>
                  <a:pt x="2139530" y="81283"/>
                </a:lnTo>
                <a:lnTo>
                  <a:pt x="2139495" y="81654"/>
                </a:lnTo>
                <a:lnTo>
                  <a:pt x="2139445" y="82021"/>
                </a:lnTo>
                <a:lnTo>
                  <a:pt x="2139382" y="82384"/>
                </a:lnTo>
                <a:lnTo>
                  <a:pt x="2139305" y="82742"/>
                </a:lnTo>
                <a:lnTo>
                  <a:pt x="2139214" y="83097"/>
                </a:lnTo>
                <a:lnTo>
                  <a:pt x="2139109" y="83448"/>
                </a:lnTo>
                <a:lnTo>
                  <a:pt x="2138990" y="83794"/>
                </a:lnTo>
                <a:lnTo>
                  <a:pt x="2138857" y="84136"/>
                </a:lnTo>
                <a:lnTo>
                  <a:pt x="2138710" y="84475"/>
                </a:lnTo>
                <a:lnTo>
                  <a:pt x="2138548" y="84809"/>
                </a:lnTo>
                <a:lnTo>
                  <a:pt x="2138373" y="85139"/>
                </a:lnTo>
                <a:lnTo>
                  <a:pt x="2138184" y="85465"/>
                </a:lnTo>
                <a:lnTo>
                  <a:pt x="2137981" y="85787"/>
                </a:lnTo>
                <a:lnTo>
                  <a:pt x="2137764" y="86105"/>
                </a:lnTo>
                <a:lnTo>
                  <a:pt x="2137532" y="86419"/>
                </a:lnTo>
                <a:lnTo>
                  <a:pt x="2137287" y="86728"/>
                </a:lnTo>
                <a:lnTo>
                  <a:pt x="2137028" y="87034"/>
                </a:lnTo>
                <a:lnTo>
                  <a:pt x="2136754" y="87335"/>
                </a:lnTo>
                <a:lnTo>
                  <a:pt x="2136467" y="87633"/>
                </a:lnTo>
                <a:lnTo>
                  <a:pt x="2136166" y="87926"/>
                </a:lnTo>
                <a:lnTo>
                  <a:pt x="2135850" y="88216"/>
                </a:lnTo>
                <a:lnTo>
                  <a:pt x="2135521" y="88501"/>
                </a:lnTo>
                <a:lnTo>
                  <a:pt x="2135177" y="88778"/>
                </a:lnTo>
                <a:lnTo>
                  <a:pt x="2134818" y="89043"/>
                </a:lnTo>
                <a:lnTo>
                  <a:pt x="2134445" y="89297"/>
                </a:lnTo>
                <a:lnTo>
                  <a:pt x="2134056" y="89539"/>
                </a:lnTo>
                <a:lnTo>
                  <a:pt x="2133652" y="89769"/>
                </a:lnTo>
                <a:lnTo>
                  <a:pt x="2133234" y="89987"/>
                </a:lnTo>
                <a:lnTo>
                  <a:pt x="2132800" y="90193"/>
                </a:lnTo>
                <a:lnTo>
                  <a:pt x="2132352" y="90388"/>
                </a:lnTo>
                <a:lnTo>
                  <a:pt x="2131888" y="90571"/>
                </a:lnTo>
                <a:lnTo>
                  <a:pt x="2131410" y="90742"/>
                </a:lnTo>
                <a:lnTo>
                  <a:pt x="2130916" y="90901"/>
                </a:lnTo>
                <a:lnTo>
                  <a:pt x="2130408" y="91049"/>
                </a:lnTo>
                <a:lnTo>
                  <a:pt x="2129885" y="91184"/>
                </a:lnTo>
                <a:lnTo>
                  <a:pt x="2129347" y="91308"/>
                </a:lnTo>
                <a:lnTo>
                  <a:pt x="2128794" y="91420"/>
                </a:lnTo>
                <a:lnTo>
                  <a:pt x="2128225" y="91521"/>
                </a:lnTo>
                <a:lnTo>
                  <a:pt x="2127642" y="91609"/>
                </a:lnTo>
                <a:lnTo>
                  <a:pt x="2127044" y="91686"/>
                </a:lnTo>
                <a:lnTo>
                  <a:pt x="2126431" y="91751"/>
                </a:lnTo>
                <a:lnTo>
                  <a:pt x="2125804" y="91804"/>
                </a:lnTo>
                <a:lnTo>
                  <a:pt x="2125161" y="91845"/>
                </a:lnTo>
                <a:lnTo>
                  <a:pt x="2124503" y="91874"/>
                </a:lnTo>
                <a:lnTo>
                  <a:pt x="2123830" y="91892"/>
                </a:lnTo>
                <a:lnTo>
                  <a:pt x="2123142" y="91898"/>
                </a:lnTo>
                <a:lnTo>
                  <a:pt x="2122459" y="91891"/>
                </a:lnTo>
                <a:lnTo>
                  <a:pt x="2121789" y="91871"/>
                </a:lnTo>
                <a:lnTo>
                  <a:pt x="2121131" y="91838"/>
                </a:lnTo>
                <a:lnTo>
                  <a:pt x="2120486" y="91791"/>
                </a:lnTo>
                <a:lnTo>
                  <a:pt x="2119854" y="91731"/>
                </a:lnTo>
                <a:lnTo>
                  <a:pt x="2119234" y="91657"/>
                </a:lnTo>
                <a:lnTo>
                  <a:pt x="2118627" y="91570"/>
                </a:lnTo>
                <a:lnTo>
                  <a:pt x="2118033" y="91470"/>
                </a:lnTo>
                <a:lnTo>
                  <a:pt x="2117452" y="91356"/>
                </a:lnTo>
                <a:lnTo>
                  <a:pt x="2116883" y="91229"/>
                </a:lnTo>
                <a:lnTo>
                  <a:pt x="2116327" y="91089"/>
                </a:lnTo>
                <a:lnTo>
                  <a:pt x="2115784" y="90935"/>
                </a:lnTo>
                <a:lnTo>
                  <a:pt x="2115254" y="90768"/>
                </a:lnTo>
                <a:lnTo>
                  <a:pt x="2114736" y="90587"/>
                </a:lnTo>
                <a:lnTo>
                  <a:pt x="2114231" y="90394"/>
                </a:lnTo>
                <a:lnTo>
                  <a:pt x="2113739" y="90186"/>
                </a:lnTo>
                <a:lnTo>
                  <a:pt x="2113259" y="89966"/>
                </a:lnTo>
                <a:lnTo>
                  <a:pt x="2112793" y="89732"/>
                </a:lnTo>
                <a:lnTo>
                  <a:pt x="2112339" y="89484"/>
                </a:lnTo>
                <a:lnTo>
                  <a:pt x="2111897" y="89223"/>
                </a:lnTo>
                <a:lnTo>
                  <a:pt x="2111469" y="88949"/>
                </a:lnTo>
                <a:lnTo>
                  <a:pt x="2111053" y="88662"/>
                </a:lnTo>
                <a:lnTo>
                  <a:pt x="2110650" y="88361"/>
                </a:lnTo>
                <a:lnTo>
                  <a:pt x="2110259" y="88047"/>
                </a:lnTo>
                <a:lnTo>
                  <a:pt x="2109881" y="87720"/>
                </a:lnTo>
                <a:lnTo>
                  <a:pt x="2109516" y="87381"/>
                </a:lnTo>
                <a:lnTo>
                  <a:pt x="2109163" y="87030"/>
                </a:lnTo>
                <a:lnTo>
                  <a:pt x="2108823" y="86668"/>
                </a:lnTo>
                <a:lnTo>
                  <a:pt x="2108495" y="86294"/>
                </a:lnTo>
                <a:lnTo>
                  <a:pt x="2108180" y="85909"/>
                </a:lnTo>
                <a:lnTo>
                  <a:pt x="2107877" y="85511"/>
                </a:lnTo>
                <a:lnTo>
                  <a:pt x="2107587" y="85102"/>
                </a:lnTo>
                <a:lnTo>
                  <a:pt x="2107309" y="84682"/>
                </a:lnTo>
                <a:lnTo>
                  <a:pt x="2107044" y="84249"/>
                </a:lnTo>
                <a:lnTo>
                  <a:pt x="2106791" y="83805"/>
                </a:lnTo>
                <a:lnTo>
                  <a:pt x="2106551" y="83349"/>
                </a:lnTo>
                <a:lnTo>
                  <a:pt x="2106323" y="82881"/>
                </a:lnTo>
                <a:lnTo>
                  <a:pt x="2106108" y="82402"/>
                </a:lnTo>
                <a:lnTo>
                  <a:pt x="2105905" y="81911"/>
                </a:lnTo>
                <a:lnTo>
                  <a:pt x="2105714" y="81408"/>
                </a:lnTo>
                <a:lnTo>
                  <a:pt x="2105537" y="80893"/>
                </a:lnTo>
                <a:lnTo>
                  <a:pt x="2105371" y="80367"/>
                </a:lnTo>
                <a:lnTo>
                  <a:pt x="2105218" y="79829"/>
                </a:lnTo>
                <a:lnTo>
                  <a:pt x="2105078" y="79279"/>
                </a:lnTo>
                <a:lnTo>
                  <a:pt x="2104950" y="78718"/>
                </a:lnTo>
                <a:lnTo>
                  <a:pt x="2104835" y="78145"/>
                </a:lnTo>
                <a:lnTo>
                  <a:pt x="2104732" y="77560"/>
                </a:lnTo>
                <a:lnTo>
                  <a:pt x="2104642" y="76963"/>
                </a:lnTo>
                <a:lnTo>
                  <a:pt x="2092667" y="78847"/>
                </a:lnTo>
                <a:lnTo>
                  <a:pt x="2092844" y="79787"/>
                </a:lnTo>
                <a:lnTo>
                  <a:pt x="2093040" y="80708"/>
                </a:lnTo>
                <a:lnTo>
                  <a:pt x="2093254" y="81610"/>
                </a:lnTo>
                <a:lnTo>
                  <a:pt x="2093486" y="82492"/>
                </a:lnTo>
                <a:lnTo>
                  <a:pt x="2093737" y="83355"/>
                </a:lnTo>
                <a:close/>
                <a:moveTo>
                  <a:pt x="1635174" y="100240"/>
                </a:moveTo>
                <a:lnTo>
                  <a:pt x="1635174" y="28794"/>
                </a:lnTo>
                <a:lnTo>
                  <a:pt x="1623064" y="28794"/>
                </a:lnTo>
                <a:lnTo>
                  <a:pt x="1623064" y="100240"/>
                </a:lnTo>
                <a:lnTo>
                  <a:pt x="1635174" y="100240"/>
                </a:lnTo>
                <a:close/>
                <a:moveTo>
                  <a:pt x="1728210" y="110743"/>
                </a:moveTo>
                <a:lnTo>
                  <a:pt x="1728343" y="111598"/>
                </a:lnTo>
                <a:lnTo>
                  <a:pt x="1728504" y="112434"/>
                </a:lnTo>
                <a:lnTo>
                  <a:pt x="1728694" y="113249"/>
                </a:lnTo>
                <a:lnTo>
                  <a:pt x="1728912" y="114043"/>
                </a:lnTo>
                <a:lnTo>
                  <a:pt x="1729158" y="114818"/>
                </a:lnTo>
                <a:lnTo>
                  <a:pt x="1729432" y="115572"/>
                </a:lnTo>
                <a:lnTo>
                  <a:pt x="1729735" y="116306"/>
                </a:lnTo>
                <a:lnTo>
                  <a:pt x="1730066" y="117020"/>
                </a:lnTo>
                <a:lnTo>
                  <a:pt x="1730425" y="117714"/>
                </a:lnTo>
                <a:lnTo>
                  <a:pt x="1730812" y="118387"/>
                </a:lnTo>
                <a:lnTo>
                  <a:pt x="1731228" y="119040"/>
                </a:lnTo>
                <a:lnTo>
                  <a:pt x="1731672" y="119673"/>
                </a:lnTo>
                <a:lnTo>
                  <a:pt x="1732144" y="120285"/>
                </a:lnTo>
                <a:lnTo>
                  <a:pt x="1732645" y="120877"/>
                </a:lnTo>
                <a:lnTo>
                  <a:pt x="1733173" y="121449"/>
                </a:lnTo>
                <a:lnTo>
                  <a:pt x="1733730" y="122001"/>
                </a:lnTo>
                <a:lnTo>
                  <a:pt x="1734316" y="122532"/>
                </a:lnTo>
                <a:lnTo>
                  <a:pt x="1734929" y="123043"/>
                </a:lnTo>
                <a:lnTo>
                  <a:pt x="1735571" y="123534"/>
                </a:lnTo>
                <a:lnTo>
                  <a:pt x="1736235" y="124005"/>
                </a:lnTo>
                <a:lnTo>
                  <a:pt x="1736917" y="124456"/>
                </a:lnTo>
                <a:lnTo>
                  <a:pt x="1737615" y="124886"/>
                </a:lnTo>
                <a:lnTo>
                  <a:pt x="1738331" y="125297"/>
                </a:lnTo>
                <a:lnTo>
                  <a:pt x="1739064" y="125688"/>
                </a:lnTo>
                <a:lnTo>
                  <a:pt x="1739813" y="126058"/>
                </a:lnTo>
                <a:lnTo>
                  <a:pt x="1740580" y="126409"/>
                </a:lnTo>
                <a:lnTo>
                  <a:pt x="1741364" y="126739"/>
                </a:lnTo>
                <a:lnTo>
                  <a:pt x="1742165" y="127050"/>
                </a:lnTo>
                <a:lnTo>
                  <a:pt x="1742983" y="127340"/>
                </a:lnTo>
                <a:lnTo>
                  <a:pt x="1743818" y="127611"/>
                </a:lnTo>
                <a:lnTo>
                  <a:pt x="1744670" y="127861"/>
                </a:lnTo>
                <a:lnTo>
                  <a:pt x="1745539" y="128091"/>
                </a:lnTo>
                <a:lnTo>
                  <a:pt x="1746425" y="128302"/>
                </a:lnTo>
                <a:lnTo>
                  <a:pt x="1747328" y="128492"/>
                </a:lnTo>
                <a:lnTo>
                  <a:pt x="1748249" y="128662"/>
                </a:lnTo>
                <a:lnTo>
                  <a:pt x="1749186" y="128812"/>
                </a:lnTo>
                <a:lnTo>
                  <a:pt x="1750140" y="128943"/>
                </a:lnTo>
                <a:lnTo>
                  <a:pt x="1751112" y="129053"/>
                </a:lnTo>
                <a:lnTo>
                  <a:pt x="1752100" y="129143"/>
                </a:lnTo>
                <a:lnTo>
                  <a:pt x="1753106" y="129213"/>
                </a:lnTo>
                <a:lnTo>
                  <a:pt x="1754128" y="129263"/>
                </a:lnTo>
                <a:lnTo>
                  <a:pt x="1755168" y="129293"/>
                </a:lnTo>
                <a:lnTo>
                  <a:pt x="1756224" y="129303"/>
                </a:lnTo>
                <a:lnTo>
                  <a:pt x="1757116" y="129296"/>
                </a:lnTo>
                <a:lnTo>
                  <a:pt x="1757995" y="129275"/>
                </a:lnTo>
                <a:lnTo>
                  <a:pt x="1758862" y="129240"/>
                </a:lnTo>
                <a:lnTo>
                  <a:pt x="1759718" y="129191"/>
                </a:lnTo>
                <a:lnTo>
                  <a:pt x="1760562" y="129128"/>
                </a:lnTo>
                <a:lnTo>
                  <a:pt x="1761394" y="129051"/>
                </a:lnTo>
                <a:lnTo>
                  <a:pt x="1762214" y="128959"/>
                </a:lnTo>
                <a:lnTo>
                  <a:pt x="1763023" y="128854"/>
                </a:lnTo>
                <a:lnTo>
                  <a:pt x="1763820" y="128735"/>
                </a:lnTo>
                <a:lnTo>
                  <a:pt x="1764605" y="128602"/>
                </a:lnTo>
                <a:lnTo>
                  <a:pt x="1765378" y="128454"/>
                </a:lnTo>
                <a:lnTo>
                  <a:pt x="1766139" y="128293"/>
                </a:lnTo>
                <a:lnTo>
                  <a:pt x="1766889" y="128118"/>
                </a:lnTo>
                <a:lnTo>
                  <a:pt x="1767626" y="127928"/>
                </a:lnTo>
                <a:lnTo>
                  <a:pt x="1768352" y="127725"/>
                </a:lnTo>
                <a:lnTo>
                  <a:pt x="1769067" y="127507"/>
                </a:lnTo>
                <a:lnTo>
                  <a:pt x="1769769" y="127276"/>
                </a:lnTo>
                <a:lnTo>
                  <a:pt x="1770459" y="127030"/>
                </a:lnTo>
                <a:lnTo>
                  <a:pt x="1771138" y="126771"/>
                </a:lnTo>
                <a:lnTo>
                  <a:pt x="1771805" y="126497"/>
                </a:lnTo>
                <a:lnTo>
                  <a:pt x="1772460" y="126209"/>
                </a:lnTo>
                <a:lnTo>
                  <a:pt x="1773104" y="125908"/>
                </a:lnTo>
                <a:lnTo>
                  <a:pt x="1773735" y="125592"/>
                </a:lnTo>
                <a:lnTo>
                  <a:pt x="1774355" y="125262"/>
                </a:lnTo>
                <a:lnTo>
                  <a:pt x="1774962" y="124921"/>
                </a:lnTo>
                <a:lnTo>
                  <a:pt x="1775555" y="124569"/>
                </a:lnTo>
                <a:lnTo>
                  <a:pt x="1776135" y="124207"/>
                </a:lnTo>
                <a:lnTo>
                  <a:pt x="1776700" y="123835"/>
                </a:lnTo>
                <a:lnTo>
                  <a:pt x="1777252" y="123453"/>
                </a:lnTo>
                <a:lnTo>
                  <a:pt x="1777790" y="123060"/>
                </a:lnTo>
                <a:lnTo>
                  <a:pt x="1778315" y="122657"/>
                </a:lnTo>
                <a:lnTo>
                  <a:pt x="1778825" y="122245"/>
                </a:lnTo>
                <a:lnTo>
                  <a:pt x="1779322" y="121822"/>
                </a:lnTo>
                <a:lnTo>
                  <a:pt x="1779805" y="121388"/>
                </a:lnTo>
                <a:lnTo>
                  <a:pt x="1780274" y="120945"/>
                </a:lnTo>
                <a:lnTo>
                  <a:pt x="1780729" y="120492"/>
                </a:lnTo>
                <a:lnTo>
                  <a:pt x="1781171" y="120028"/>
                </a:lnTo>
                <a:lnTo>
                  <a:pt x="1781599" y="119554"/>
                </a:lnTo>
                <a:lnTo>
                  <a:pt x="1782013" y="119070"/>
                </a:lnTo>
                <a:lnTo>
                  <a:pt x="1782413" y="118576"/>
                </a:lnTo>
                <a:lnTo>
                  <a:pt x="1782800" y="118072"/>
                </a:lnTo>
                <a:lnTo>
                  <a:pt x="1783172" y="117557"/>
                </a:lnTo>
                <a:lnTo>
                  <a:pt x="1783531" y="117032"/>
                </a:lnTo>
                <a:lnTo>
                  <a:pt x="1783876" y="116498"/>
                </a:lnTo>
                <a:lnTo>
                  <a:pt x="1784208" y="115953"/>
                </a:lnTo>
                <a:lnTo>
                  <a:pt x="1784525" y="115397"/>
                </a:lnTo>
                <a:lnTo>
                  <a:pt x="1784829" y="114832"/>
                </a:lnTo>
                <a:lnTo>
                  <a:pt x="1785119" y="114257"/>
                </a:lnTo>
                <a:lnTo>
                  <a:pt x="1785396" y="113659"/>
                </a:lnTo>
                <a:lnTo>
                  <a:pt x="1785662" y="113028"/>
                </a:lnTo>
                <a:lnTo>
                  <a:pt x="1785915" y="112363"/>
                </a:lnTo>
                <a:lnTo>
                  <a:pt x="1786157" y="111664"/>
                </a:lnTo>
                <a:lnTo>
                  <a:pt x="1786387" y="110931"/>
                </a:lnTo>
                <a:lnTo>
                  <a:pt x="1786606" y="110165"/>
                </a:lnTo>
                <a:lnTo>
                  <a:pt x="1786812" y="109365"/>
                </a:lnTo>
                <a:lnTo>
                  <a:pt x="1787007" y="108531"/>
                </a:lnTo>
                <a:lnTo>
                  <a:pt x="1787189" y="107663"/>
                </a:lnTo>
                <a:lnTo>
                  <a:pt x="1787361" y="106762"/>
                </a:lnTo>
                <a:lnTo>
                  <a:pt x="1787520" y="105827"/>
                </a:lnTo>
                <a:lnTo>
                  <a:pt x="1787667" y="104857"/>
                </a:lnTo>
                <a:lnTo>
                  <a:pt x="1787803" y="103855"/>
                </a:lnTo>
                <a:lnTo>
                  <a:pt x="1787927" y="102818"/>
                </a:lnTo>
                <a:lnTo>
                  <a:pt x="1788039" y="101748"/>
                </a:lnTo>
                <a:lnTo>
                  <a:pt x="1788139" y="100644"/>
                </a:lnTo>
                <a:lnTo>
                  <a:pt x="1788228" y="99506"/>
                </a:lnTo>
                <a:lnTo>
                  <a:pt x="1788304" y="98334"/>
                </a:lnTo>
                <a:lnTo>
                  <a:pt x="1788369" y="97129"/>
                </a:lnTo>
                <a:lnTo>
                  <a:pt x="1788422" y="95889"/>
                </a:lnTo>
                <a:lnTo>
                  <a:pt x="1788464" y="94616"/>
                </a:lnTo>
                <a:lnTo>
                  <a:pt x="1788493" y="93310"/>
                </a:lnTo>
                <a:lnTo>
                  <a:pt x="1788511" y="91969"/>
                </a:lnTo>
                <a:lnTo>
                  <a:pt x="1788517" y="90595"/>
                </a:lnTo>
                <a:lnTo>
                  <a:pt x="1788517" y="28794"/>
                </a:lnTo>
                <a:lnTo>
                  <a:pt x="1777349" y="28794"/>
                </a:lnTo>
                <a:lnTo>
                  <a:pt x="1777349" y="37540"/>
                </a:lnTo>
                <a:lnTo>
                  <a:pt x="1776657" y="36694"/>
                </a:lnTo>
                <a:lnTo>
                  <a:pt x="1775950" y="35885"/>
                </a:lnTo>
                <a:lnTo>
                  <a:pt x="1775228" y="35111"/>
                </a:lnTo>
                <a:lnTo>
                  <a:pt x="1774490" y="34374"/>
                </a:lnTo>
                <a:lnTo>
                  <a:pt x="1773736" y="33672"/>
                </a:lnTo>
                <a:lnTo>
                  <a:pt x="1772968" y="33007"/>
                </a:lnTo>
                <a:lnTo>
                  <a:pt x="1772183" y="32377"/>
                </a:lnTo>
                <a:lnTo>
                  <a:pt x="1771384" y="31784"/>
                </a:lnTo>
                <a:lnTo>
                  <a:pt x="1770569" y="31226"/>
                </a:lnTo>
                <a:lnTo>
                  <a:pt x="1769738" y="30705"/>
                </a:lnTo>
                <a:lnTo>
                  <a:pt x="1768893" y="30219"/>
                </a:lnTo>
                <a:lnTo>
                  <a:pt x="1768031" y="29769"/>
                </a:lnTo>
                <a:lnTo>
                  <a:pt x="1767155" y="29356"/>
                </a:lnTo>
                <a:lnTo>
                  <a:pt x="1766262" y="28978"/>
                </a:lnTo>
                <a:lnTo>
                  <a:pt x="1765355" y="28636"/>
                </a:lnTo>
                <a:lnTo>
                  <a:pt x="1764432" y="28330"/>
                </a:lnTo>
                <a:lnTo>
                  <a:pt x="1763494" y="28061"/>
                </a:lnTo>
                <a:lnTo>
                  <a:pt x="1762540" y="27827"/>
                </a:lnTo>
                <a:lnTo>
                  <a:pt x="1761571" y="27629"/>
                </a:lnTo>
                <a:lnTo>
                  <a:pt x="1760586" y="27467"/>
                </a:lnTo>
                <a:lnTo>
                  <a:pt x="1759586" y="27341"/>
                </a:lnTo>
                <a:lnTo>
                  <a:pt x="1758571" y="27251"/>
                </a:lnTo>
                <a:lnTo>
                  <a:pt x="1757540" y="27197"/>
                </a:lnTo>
                <a:lnTo>
                  <a:pt x="1756494" y="27179"/>
                </a:lnTo>
                <a:lnTo>
                  <a:pt x="1755707" y="27187"/>
                </a:lnTo>
                <a:lnTo>
                  <a:pt x="1754930" y="27212"/>
                </a:lnTo>
                <a:lnTo>
                  <a:pt x="1754160" y="27253"/>
                </a:lnTo>
                <a:lnTo>
                  <a:pt x="1753400" y="27310"/>
                </a:lnTo>
                <a:lnTo>
                  <a:pt x="1752648" y="27384"/>
                </a:lnTo>
                <a:lnTo>
                  <a:pt x="1751904" y="27474"/>
                </a:lnTo>
                <a:lnTo>
                  <a:pt x="1751169" y="27580"/>
                </a:lnTo>
                <a:lnTo>
                  <a:pt x="1750443" y="27702"/>
                </a:lnTo>
                <a:lnTo>
                  <a:pt x="1749725" y="27841"/>
                </a:lnTo>
                <a:lnTo>
                  <a:pt x="1749015" y="27997"/>
                </a:lnTo>
                <a:lnTo>
                  <a:pt x="1748314" y="28168"/>
                </a:lnTo>
                <a:lnTo>
                  <a:pt x="1747622" y="28357"/>
                </a:lnTo>
                <a:lnTo>
                  <a:pt x="1746938" y="28561"/>
                </a:lnTo>
                <a:lnTo>
                  <a:pt x="1746262" y="28782"/>
                </a:lnTo>
                <a:lnTo>
                  <a:pt x="1745595" y="29019"/>
                </a:lnTo>
                <a:lnTo>
                  <a:pt x="1744937" y="29272"/>
                </a:lnTo>
                <a:lnTo>
                  <a:pt x="1744287" y="29542"/>
                </a:lnTo>
                <a:lnTo>
                  <a:pt x="1743646" y="29828"/>
                </a:lnTo>
                <a:lnTo>
                  <a:pt x="1743013" y="30131"/>
                </a:lnTo>
                <a:lnTo>
                  <a:pt x="1742389" y="30450"/>
                </a:lnTo>
                <a:lnTo>
                  <a:pt x="1741773" y="30785"/>
                </a:lnTo>
                <a:lnTo>
                  <a:pt x="1741166" y="31136"/>
                </a:lnTo>
                <a:lnTo>
                  <a:pt x="1740568" y="31504"/>
                </a:lnTo>
                <a:lnTo>
                  <a:pt x="1739977" y="31888"/>
                </a:lnTo>
                <a:lnTo>
                  <a:pt x="1739397" y="32288"/>
                </a:lnTo>
                <a:lnTo>
                  <a:pt x="1738829" y="32701"/>
                </a:lnTo>
                <a:lnTo>
                  <a:pt x="1738272" y="33127"/>
                </a:lnTo>
                <a:lnTo>
                  <a:pt x="1737727" y="33568"/>
                </a:lnTo>
                <a:lnTo>
                  <a:pt x="1737193" y="34022"/>
                </a:lnTo>
                <a:lnTo>
                  <a:pt x="1736670" y="34489"/>
                </a:lnTo>
                <a:lnTo>
                  <a:pt x="1736160" y="34970"/>
                </a:lnTo>
                <a:lnTo>
                  <a:pt x="1735661" y="35465"/>
                </a:lnTo>
                <a:lnTo>
                  <a:pt x="1735173" y="35974"/>
                </a:lnTo>
                <a:lnTo>
                  <a:pt x="1734697" y="36496"/>
                </a:lnTo>
                <a:lnTo>
                  <a:pt x="1734233" y="37032"/>
                </a:lnTo>
                <a:lnTo>
                  <a:pt x="1733780" y="37582"/>
                </a:lnTo>
                <a:lnTo>
                  <a:pt x="1733338" y="38145"/>
                </a:lnTo>
                <a:lnTo>
                  <a:pt x="1732909" y="38722"/>
                </a:lnTo>
                <a:lnTo>
                  <a:pt x="1732490" y="39312"/>
                </a:lnTo>
                <a:lnTo>
                  <a:pt x="1732084" y="39917"/>
                </a:lnTo>
                <a:lnTo>
                  <a:pt x="1731689" y="40535"/>
                </a:lnTo>
                <a:lnTo>
                  <a:pt x="1731305" y="41166"/>
                </a:lnTo>
                <a:lnTo>
                  <a:pt x="1730933" y="41811"/>
                </a:lnTo>
                <a:lnTo>
                  <a:pt x="1730573" y="42470"/>
                </a:lnTo>
                <a:lnTo>
                  <a:pt x="1730224" y="43143"/>
                </a:lnTo>
                <a:lnTo>
                  <a:pt x="1729887" y="43829"/>
                </a:lnTo>
                <a:lnTo>
                  <a:pt x="1729561" y="44529"/>
                </a:lnTo>
                <a:lnTo>
                  <a:pt x="1729247" y="45243"/>
                </a:lnTo>
                <a:lnTo>
                  <a:pt x="1728945" y="45966"/>
                </a:lnTo>
                <a:lnTo>
                  <a:pt x="1728656" y="46694"/>
                </a:lnTo>
                <a:lnTo>
                  <a:pt x="1728380" y="47429"/>
                </a:lnTo>
                <a:lnTo>
                  <a:pt x="1728116" y="48168"/>
                </a:lnTo>
                <a:lnTo>
                  <a:pt x="1727866" y="48913"/>
                </a:lnTo>
                <a:lnTo>
                  <a:pt x="1727628" y="49664"/>
                </a:lnTo>
                <a:lnTo>
                  <a:pt x="1727403" y="50420"/>
                </a:lnTo>
                <a:lnTo>
                  <a:pt x="1727191" y="51182"/>
                </a:lnTo>
                <a:lnTo>
                  <a:pt x="1726992" y="51949"/>
                </a:lnTo>
                <a:lnTo>
                  <a:pt x="1726806" y="52721"/>
                </a:lnTo>
                <a:lnTo>
                  <a:pt x="1726633" y="53499"/>
                </a:lnTo>
                <a:lnTo>
                  <a:pt x="1726472" y="54283"/>
                </a:lnTo>
                <a:lnTo>
                  <a:pt x="1726324" y="55072"/>
                </a:lnTo>
                <a:lnTo>
                  <a:pt x="1726189" y="55866"/>
                </a:lnTo>
                <a:lnTo>
                  <a:pt x="1726067" y="56666"/>
                </a:lnTo>
                <a:lnTo>
                  <a:pt x="1725958" y="57472"/>
                </a:lnTo>
                <a:lnTo>
                  <a:pt x="1725862" y="58283"/>
                </a:lnTo>
                <a:lnTo>
                  <a:pt x="1725778" y="59099"/>
                </a:lnTo>
                <a:lnTo>
                  <a:pt x="1725708" y="59921"/>
                </a:lnTo>
                <a:lnTo>
                  <a:pt x="1725650" y="60749"/>
                </a:lnTo>
                <a:lnTo>
                  <a:pt x="1725605" y="61582"/>
                </a:lnTo>
                <a:lnTo>
                  <a:pt x="1725573" y="62420"/>
                </a:lnTo>
                <a:lnTo>
                  <a:pt x="1725553" y="63264"/>
                </a:lnTo>
                <a:lnTo>
                  <a:pt x="1725547" y="64113"/>
                </a:lnTo>
                <a:lnTo>
                  <a:pt x="1725561" y="65345"/>
                </a:lnTo>
                <a:lnTo>
                  <a:pt x="1725603" y="66562"/>
                </a:lnTo>
                <a:lnTo>
                  <a:pt x="1725673" y="67764"/>
                </a:lnTo>
                <a:lnTo>
                  <a:pt x="1725771" y="68952"/>
                </a:lnTo>
                <a:lnTo>
                  <a:pt x="1725897" y="70124"/>
                </a:lnTo>
                <a:lnTo>
                  <a:pt x="1726051" y="71282"/>
                </a:lnTo>
                <a:lnTo>
                  <a:pt x="1726234" y="72426"/>
                </a:lnTo>
                <a:lnTo>
                  <a:pt x="1726444" y="73554"/>
                </a:lnTo>
                <a:lnTo>
                  <a:pt x="1726682" y="74668"/>
                </a:lnTo>
                <a:lnTo>
                  <a:pt x="1726948" y="75767"/>
                </a:lnTo>
                <a:lnTo>
                  <a:pt x="1727243" y="76852"/>
                </a:lnTo>
                <a:lnTo>
                  <a:pt x="1727565" y="77922"/>
                </a:lnTo>
                <a:lnTo>
                  <a:pt x="1727916" y="78977"/>
                </a:lnTo>
                <a:lnTo>
                  <a:pt x="1728294" y="80017"/>
                </a:lnTo>
                <a:lnTo>
                  <a:pt x="1728700" y="81043"/>
                </a:lnTo>
                <a:lnTo>
                  <a:pt x="1729135" y="82053"/>
                </a:lnTo>
                <a:lnTo>
                  <a:pt x="1729597" y="83050"/>
                </a:lnTo>
                <a:lnTo>
                  <a:pt x="1730088" y="84031"/>
                </a:lnTo>
                <a:lnTo>
                  <a:pt x="1730607" y="84998"/>
                </a:lnTo>
                <a:lnTo>
                  <a:pt x="1731153" y="85950"/>
                </a:lnTo>
                <a:lnTo>
                  <a:pt x="1731728" y="86887"/>
                </a:lnTo>
                <a:lnTo>
                  <a:pt x="1732331" y="87810"/>
                </a:lnTo>
                <a:lnTo>
                  <a:pt x="1732961" y="88718"/>
                </a:lnTo>
                <a:lnTo>
                  <a:pt x="1733620" y="89611"/>
                </a:lnTo>
                <a:lnTo>
                  <a:pt x="1734304" y="90478"/>
                </a:lnTo>
                <a:lnTo>
                  <a:pt x="1735012" y="91308"/>
                </a:lnTo>
                <a:lnTo>
                  <a:pt x="1735742" y="92102"/>
                </a:lnTo>
                <a:lnTo>
                  <a:pt x="1736496" y="92859"/>
                </a:lnTo>
                <a:lnTo>
                  <a:pt x="1737273" y="93578"/>
                </a:lnTo>
                <a:lnTo>
                  <a:pt x="1738073" y="94261"/>
                </a:lnTo>
                <a:lnTo>
                  <a:pt x="1738896" y="94907"/>
                </a:lnTo>
                <a:lnTo>
                  <a:pt x="1739742" y="95516"/>
                </a:lnTo>
                <a:lnTo>
                  <a:pt x="1740611" y="96088"/>
                </a:lnTo>
                <a:lnTo>
                  <a:pt x="1741504" y="96623"/>
                </a:lnTo>
                <a:lnTo>
                  <a:pt x="1742419" y="97121"/>
                </a:lnTo>
                <a:lnTo>
                  <a:pt x="1743358" y="97583"/>
                </a:lnTo>
                <a:lnTo>
                  <a:pt x="1744320" y="98007"/>
                </a:lnTo>
                <a:lnTo>
                  <a:pt x="1745305" y="98395"/>
                </a:lnTo>
                <a:lnTo>
                  <a:pt x="1746313" y="98745"/>
                </a:lnTo>
                <a:lnTo>
                  <a:pt x="1747344" y="99059"/>
                </a:lnTo>
                <a:lnTo>
                  <a:pt x="1748398" y="99336"/>
                </a:lnTo>
                <a:lnTo>
                  <a:pt x="1749476" y="99576"/>
                </a:lnTo>
                <a:lnTo>
                  <a:pt x="1750576" y="99779"/>
                </a:lnTo>
                <a:lnTo>
                  <a:pt x="1751700" y="99945"/>
                </a:lnTo>
                <a:lnTo>
                  <a:pt x="1752847" y="100074"/>
                </a:lnTo>
                <a:lnTo>
                  <a:pt x="1754017" y="100166"/>
                </a:lnTo>
                <a:lnTo>
                  <a:pt x="1755210" y="100222"/>
                </a:lnTo>
                <a:lnTo>
                  <a:pt x="1756426" y="100240"/>
                </a:lnTo>
                <a:lnTo>
                  <a:pt x="1757406" y="100224"/>
                </a:lnTo>
                <a:lnTo>
                  <a:pt x="1758373" y="100175"/>
                </a:lnTo>
                <a:lnTo>
                  <a:pt x="1759325" y="100093"/>
                </a:lnTo>
                <a:lnTo>
                  <a:pt x="1760265" y="99979"/>
                </a:lnTo>
                <a:lnTo>
                  <a:pt x="1761190" y="99831"/>
                </a:lnTo>
                <a:lnTo>
                  <a:pt x="1762103" y="99652"/>
                </a:lnTo>
                <a:lnTo>
                  <a:pt x="1763001" y="99439"/>
                </a:lnTo>
                <a:lnTo>
                  <a:pt x="1763886" y="99194"/>
                </a:lnTo>
                <a:lnTo>
                  <a:pt x="1764758" y="98916"/>
                </a:lnTo>
                <a:lnTo>
                  <a:pt x="1765616" y="98605"/>
                </a:lnTo>
                <a:lnTo>
                  <a:pt x="1766460" y="98262"/>
                </a:lnTo>
                <a:lnTo>
                  <a:pt x="1767291" y="97886"/>
                </a:lnTo>
                <a:lnTo>
                  <a:pt x="1768109" y="97477"/>
                </a:lnTo>
                <a:lnTo>
                  <a:pt x="1768912" y="97035"/>
                </a:lnTo>
                <a:lnTo>
                  <a:pt x="1769703" y="96561"/>
                </a:lnTo>
                <a:lnTo>
                  <a:pt x="1770479" y="96054"/>
                </a:lnTo>
                <a:lnTo>
                  <a:pt x="1771243" y="95515"/>
                </a:lnTo>
                <a:lnTo>
                  <a:pt x="1771992" y="94942"/>
                </a:lnTo>
                <a:lnTo>
                  <a:pt x="1772728" y="94337"/>
                </a:lnTo>
                <a:lnTo>
                  <a:pt x="1773451" y="93700"/>
                </a:lnTo>
                <a:lnTo>
                  <a:pt x="1774160" y="93029"/>
                </a:lnTo>
                <a:lnTo>
                  <a:pt x="1774855" y="92326"/>
                </a:lnTo>
                <a:lnTo>
                  <a:pt x="1775537" y="91590"/>
                </a:lnTo>
                <a:lnTo>
                  <a:pt x="1776205" y="90822"/>
                </a:lnTo>
                <a:lnTo>
                  <a:pt x="1776209" y="91796"/>
                </a:lnTo>
                <a:lnTo>
                  <a:pt x="1776209" y="92743"/>
                </a:lnTo>
                <a:lnTo>
                  <a:pt x="1776206" y="93661"/>
                </a:lnTo>
                <a:lnTo>
                  <a:pt x="1776200" y="94551"/>
                </a:lnTo>
                <a:lnTo>
                  <a:pt x="1776189" y="95413"/>
                </a:lnTo>
                <a:lnTo>
                  <a:pt x="1776176" y="96246"/>
                </a:lnTo>
                <a:lnTo>
                  <a:pt x="1776159" y="97051"/>
                </a:lnTo>
                <a:lnTo>
                  <a:pt x="1776138" y="97827"/>
                </a:lnTo>
                <a:lnTo>
                  <a:pt x="1776114" y="98575"/>
                </a:lnTo>
                <a:lnTo>
                  <a:pt x="1776086" y="99295"/>
                </a:lnTo>
                <a:lnTo>
                  <a:pt x="1776055" y="99987"/>
                </a:lnTo>
                <a:lnTo>
                  <a:pt x="1776020" y="100650"/>
                </a:lnTo>
                <a:lnTo>
                  <a:pt x="1775982" y="101285"/>
                </a:lnTo>
                <a:lnTo>
                  <a:pt x="1775940" y="101892"/>
                </a:lnTo>
                <a:lnTo>
                  <a:pt x="1775895" y="102470"/>
                </a:lnTo>
                <a:lnTo>
                  <a:pt x="1775846" y="103020"/>
                </a:lnTo>
                <a:lnTo>
                  <a:pt x="1775794" y="103542"/>
                </a:lnTo>
                <a:lnTo>
                  <a:pt x="1775739" y="104035"/>
                </a:lnTo>
                <a:lnTo>
                  <a:pt x="1775679" y="104500"/>
                </a:lnTo>
                <a:lnTo>
                  <a:pt x="1775617" y="104937"/>
                </a:lnTo>
                <a:lnTo>
                  <a:pt x="1775550" y="105345"/>
                </a:lnTo>
                <a:lnTo>
                  <a:pt x="1775481" y="105725"/>
                </a:lnTo>
                <a:lnTo>
                  <a:pt x="1775407" y="106077"/>
                </a:lnTo>
                <a:lnTo>
                  <a:pt x="1775331" y="106400"/>
                </a:lnTo>
                <a:lnTo>
                  <a:pt x="1775191" y="106901"/>
                </a:lnTo>
                <a:lnTo>
                  <a:pt x="1775041" y="107393"/>
                </a:lnTo>
                <a:lnTo>
                  <a:pt x="1774881" y="107875"/>
                </a:lnTo>
                <a:lnTo>
                  <a:pt x="1774710" y="108348"/>
                </a:lnTo>
                <a:lnTo>
                  <a:pt x="1774529" y="108811"/>
                </a:lnTo>
                <a:lnTo>
                  <a:pt x="1774338" y="109265"/>
                </a:lnTo>
                <a:lnTo>
                  <a:pt x="1774137" y="109710"/>
                </a:lnTo>
                <a:lnTo>
                  <a:pt x="1773925" y="110146"/>
                </a:lnTo>
                <a:lnTo>
                  <a:pt x="1773703" y="110572"/>
                </a:lnTo>
                <a:lnTo>
                  <a:pt x="1773471" y="110988"/>
                </a:lnTo>
                <a:lnTo>
                  <a:pt x="1773229" y="111396"/>
                </a:lnTo>
                <a:lnTo>
                  <a:pt x="1772976" y="111794"/>
                </a:lnTo>
                <a:lnTo>
                  <a:pt x="1772713" y="112182"/>
                </a:lnTo>
                <a:lnTo>
                  <a:pt x="1772440" y="112562"/>
                </a:lnTo>
                <a:lnTo>
                  <a:pt x="1772156" y="112932"/>
                </a:lnTo>
                <a:lnTo>
                  <a:pt x="1771862" y="113292"/>
                </a:lnTo>
                <a:lnTo>
                  <a:pt x="1771558" y="113643"/>
                </a:lnTo>
                <a:lnTo>
                  <a:pt x="1771244" y="113985"/>
                </a:lnTo>
                <a:lnTo>
                  <a:pt x="1770919" y="114318"/>
                </a:lnTo>
                <a:lnTo>
                  <a:pt x="1770584" y="114641"/>
                </a:lnTo>
                <a:lnTo>
                  <a:pt x="1770239" y="114955"/>
                </a:lnTo>
                <a:lnTo>
                  <a:pt x="1769883" y="115259"/>
                </a:lnTo>
                <a:lnTo>
                  <a:pt x="1769517" y="115554"/>
                </a:lnTo>
                <a:lnTo>
                  <a:pt x="1769141" y="115840"/>
                </a:lnTo>
                <a:lnTo>
                  <a:pt x="1768753" y="116115"/>
                </a:lnTo>
                <a:lnTo>
                  <a:pt x="1768352" y="116378"/>
                </a:lnTo>
                <a:lnTo>
                  <a:pt x="1767938" y="116630"/>
                </a:lnTo>
                <a:lnTo>
                  <a:pt x="1767510" y="116870"/>
                </a:lnTo>
                <a:lnTo>
                  <a:pt x="1767069" y="117098"/>
                </a:lnTo>
                <a:lnTo>
                  <a:pt x="1766614" y="117315"/>
                </a:lnTo>
                <a:lnTo>
                  <a:pt x="1766147" y="117520"/>
                </a:lnTo>
                <a:lnTo>
                  <a:pt x="1765665" y="117713"/>
                </a:lnTo>
                <a:lnTo>
                  <a:pt x="1765171" y="117895"/>
                </a:lnTo>
                <a:lnTo>
                  <a:pt x="1764663" y="118064"/>
                </a:lnTo>
                <a:lnTo>
                  <a:pt x="1764142" y="118222"/>
                </a:lnTo>
                <a:lnTo>
                  <a:pt x="1763608" y="118369"/>
                </a:lnTo>
                <a:lnTo>
                  <a:pt x="1763060" y="118503"/>
                </a:lnTo>
                <a:lnTo>
                  <a:pt x="1762499" y="118626"/>
                </a:lnTo>
                <a:lnTo>
                  <a:pt x="1761925" y="118738"/>
                </a:lnTo>
                <a:lnTo>
                  <a:pt x="1761337" y="118837"/>
                </a:lnTo>
                <a:lnTo>
                  <a:pt x="1760736" y="118925"/>
                </a:lnTo>
                <a:lnTo>
                  <a:pt x="1760122" y="119001"/>
                </a:lnTo>
                <a:lnTo>
                  <a:pt x="1759495" y="119065"/>
                </a:lnTo>
                <a:lnTo>
                  <a:pt x="1758854" y="119118"/>
                </a:lnTo>
                <a:lnTo>
                  <a:pt x="1758200" y="119159"/>
                </a:lnTo>
                <a:lnTo>
                  <a:pt x="1757532" y="119188"/>
                </a:lnTo>
                <a:lnTo>
                  <a:pt x="1756851" y="119206"/>
                </a:lnTo>
                <a:lnTo>
                  <a:pt x="1756157" y="119212"/>
                </a:lnTo>
                <a:lnTo>
                  <a:pt x="1755513" y="119206"/>
                </a:lnTo>
                <a:lnTo>
                  <a:pt x="1754879" y="119188"/>
                </a:lnTo>
                <a:lnTo>
                  <a:pt x="1754258" y="119159"/>
                </a:lnTo>
                <a:lnTo>
                  <a:pt x="1753647" y="119117"/>
                </a:lnTo>
                <a:lnTo>
                  <a:pt x="1753049" y="119064"/>
                </a:lnTo>
                <a:lnTo>
                  <a:pt x="1752461" y="118999"/>
                </a:lnTo>
                <a:lnTo>
                  <a:pt x="1751885" y="118922"/>
                </a:lnTo>
                <a:lnTo>
                  <a:pt x="1751321" y="118834"/>
                </a:lnTo>
                <a:lnTo>
                  <a:pt x="1750768" y="118733"/>
                </a:lnTo>
                <a:lnTo>
                  <a:pt x="1750226" y="118621"/>
                </a:lnTo>
                <a:lnTo>
                  <a:pt x="1749696" y="118497"/>
                </a:lnTo>
                <a:lnTo>
                  <a:pt x="1749177" y="118361"/>
                </a:lnTo>
                <a:lnTo>
                  <a:pt x="1748670" y="118213"/>
                </a:lnTo>
                <a:lnTo>
                  <a:pt x="1748174" y="118054"/>
                </a:lnTo>
                <a:lnTo>
                  <a:pt x="1747690" y="117882"/>
                </a:lnTo>
                <a:lnTo>
                  <a:pt x="1747217" y="117699"/>
                </a:lnTo>
                <a:lnTo>
                  <a:pt x="1746756" y="117504"/>
                </a:lnTo>
                <a:lnTo>
                  <a:pt x="1746306" y="117297"/>
                </a:lnTo>
                <a:lnTo>
                  <a:pt x="1745867" y="117079"/>
                </a:lnTo>
                <a:lnTo>
                  <a:pt x="1745440" y="116848"/>
                </a:lnTo>
                <a:lnTo>
                  <a:pt x="1745024" y="116606"/>
                </a:lnTo>
                <a:lnTo>
                  <a:pt x="1744620" y="116352"/>
                </a:lnTo>
                <a:lnTo>
                  <a:pt x="1744227" y="116086"/>
                </a:lnTo>
                <a:lnTo>
                  <a:pt x="1743846" y="115808"/>
                </a:lnTo>
                <a:lnTo>
                  <a:pt x="1743570" y="115593"/>
                </a:lnTo>
                <a:lnTo>
                  <a:pt x="1743303" y="115368"/>
                </a:lnTo>
                <a:lnTo>
                  <a:pt x="1743046" y="115132"/>
                </a:lnTo>
                <a:lnTo>
                  <a:pt x="1742797" y="114885"/>
                </a:lnTo>
                <a:lnTo>
                  <a:pt x="1742558" y="114629"/>
                </a:lnTo>
                <a:lnTo>
                  <a:pt x="1742328" y="114362"/>
                </a:lnTo>
                <a:lnTo>
                  <a:pt x="1742107" y="114084"/>
                </a:lnTo>
                <a:lnTo>
                  <a:pt x="1741895" y="113796"/>
                </a:lnTo>
                <a:lnTo>
                  <a:pt x="1741692" y="113498"/>
                </a:lnTo>
                <a:lnTo>
                  <a:pt x="1741498" y="113189"/>
                </a:lnTo>
                <a:lnTo>
                  <a:pt x="1741314" y="112870"/>
                </a:lnTo>
                <a:lnTo>
                  <a:pt x="1741138" y="112541"/>
                </a:lnTo>
                <a:lnTo>
                  <a:pt x="1740972" y="112201"/>
                </a:lnTo>
                <a:lnTo>
                  <a:pt x="1740814" y="111850"/>
                </a:lnTo>
                <a:lnTo>
                  <a:pt x="1740666" y="111490"/>
                </a:lnTo>
                <a:lnTo>
                  <a:pt x="1740527" y="111118"/>
                </a:lnTo>
                <a:lnTo>
                  <a:pt x="1740397" y="110737"/>
                </a:lnTo>
                <a:lnTo>
                  <a:pt x="1740276" y="110345"/>
                </a:lnTo>
                <a:lnTo>
                  <a:pt x="1740164" y="109943"/>
                </a:lnTo>
                <a:lnTo>
                  <a:pt x="1740062" y="109530"/>
                </a:lnTo>
                <a:lnTo>
                  <a:pt x="1739968" y="109107"/>
                </a:lnTo>
                <a:lnTo>
                  <a:pt x="1739884" y="108673"/>
                </a:lnTo>
                <a:lnTo>
                  <a:pt x="1739808" y="108229"/>
                </a:lnTo>
                <a:lnTo>
                  <a:pt x="1739742" y="107775"/>
                </a:lnTo>
                <a:lnTo>
                  <a:pt x="1727969" y="106160"/>
                </a:lnTo>
                <a:lnTo>
                  <a:pt x="1727961" y="107117"/>
                </a:lnTo>
                <a:lnTo>
                  <a:pt x="1727981" y="108054"/>
                </a:lnTo>
                <a:lnTo>
                  <a:pt x="1728029" y="108970"/>
                </a:lnTo>
                <a:lnTo>
                  <a:pt x="1728105" y="109867"/>
                </a:lnTo>
                <a:lnTo>
                  <a:pt x="1728210" y="110743"/>
                </a:lnTo>
                <a:close/>
                <a:moveTo>
                  <a:pt x="1738238" y="58147"/>
                </a:moveTo>
                <a:lnTo>
                  <a:pt x="1738346" y="57195"/>
                </a:lnTo>
                <a:lnTo>
                  <a:pt x="1738474" y="56264"/>
                </a:lnTo>
                <a:lnTo>
                  <a:pt x="1738621" y="55355"/>
                </a:lnTo>
                <a:lnTo>
                  <a:pt x="1738788" y="54469"/>
                </a:lnTo>
                <a:lnTo>
                  <a:pt x="1738974" y="53604"/>
                </a:lnTo>
                <a:lnTo>
                  <a:pt x="1739180" y="52762"/>
                </a:lnTo>
                <a:lnTo>
                  <a:pt x="1739406" y="51941"/>
                </a:lnTo>
                <a:lnTo>
                  <a:pt x="1739651" y="51143"/>
                </a:lnTo>
                <a:lnTo>
                  <a:pt x="1739916" y="50366"/>
                </a:lnTo>
                <a:lnTo>
                  <a:pt x="1740200" y="49612"/>
                </a:lnTo>
                <a:lnTo>
                  <a:pt x="1740504" y="48879"/>
                </a:lnTo>
                <a:lnTo>
                  <a:pt x="1740828" y="48169"/>
                </a:lnTo>
                <a:lnTo>
                  <a:pt x="1741172" y="47481"/>
                </a:lnTo>
                <a:lnTo>
                  <a:pt x="1741535" y="46814"/>
                </a:lnTo>
                <a:lnTo>
                  <a:pt x="1741917" y="46170"/>
                </a:lnTo>
                <a:lnTo>
                  <a:pt x="1742319" y="45548"/>
                </a:lnTo>
                <a:lnTo>
                  <a:pt x="1742741" y="44948"/>
                </a:lnTo>
                <a:lnTo>
                  <a:pt x="1743183" y="44369"/>
                </a:lnTo>
                <a:lnTo>
                  <a:pt x="1743644" y="43813"/>
                </a:lnTo>
                <a:lnTo>
                  <a:pt x="1744119" y="43279"/>
                </a:lnTo>
                <a:lnTo>
                  <a:pt x="1744603" y="42768"/>
                </a:lnTo>
                <a:lnTo>
                  <a:pt x="1745095" y="42280"/>
                </a:lnTo>
                <a:lnTo>
                  <a:pt x="1745595" y="41814"/>
                </a:lnTo>
                <a:lnTo>
                  <a:pt x="1746104" y="41371"/>
                </a:lnTo>
                <a:lnTo>
                  <a:pt x="1746621" y="40951"/>
                </a:lnTo>
                <a:lnTo>
                  <a:pt x="1747147" y="40553"/>
                </a:lnTo>
                <a:lnTo>
                  <a:pt x="1747680" y="40178"/>
                </a:lnTo>
                <a:lnTo>
                  <a:pt x="1748223" y="39826"/>
                </a:lnTo>
                <a:lnTo>
                  <a:pt x="1748774" y="39497"/>
                </a:lnTo>
                <a:lnTo>
                  <a:pt x="1749333" y="39190"/>
                </a:lnTo>
                <a:lnTo>
                  <a:pt x="1749901" y="38906"/>
                </a:lnTo>
                <a:lnTo>
                  <a:pt x="1750477" y="38645"/>
                </a:lnTo>
                <a:lnTo>
                  <a:pt x="1751061" y="38406"/>
                </a:lnTo>
                <a:lnTo>
                  <a:pt x="1751654" y="38191"/>
                </a:lnTo>
                <a:lnTo>
                  <a:pt x="1752255" y="37997"/>
                </a:lnTo>
                <a:lnTo>
                  <a:pt x="1752865" y="37827"/>
                </a:lnTo>
                <a:lnTo>
                  <a:pt x="1753483" y="37679"/>
                </a:lnTo>
                <a:lnTo>
                  <a:pt x="1754109" y="37554"/>
                </a:lnTo>
                <a:lnTo>
                  <a:pt x="1754744" y="37452"/>
                </a:lnTo>
                <a:lnTo>
                  <a:pt x="1755388" y="37373"/>
                </a:lnTo>
                <a:lnTo>
                  <a:pt x="1756039" y="37316"/>
                </a:lnTo>
                <a:lnTo>
                  <a:pt x="1756700" y="37282"/>
                </a:lnTo>
                <a:lnTo>
                  <a:pt x="1757368" y="37271"/>
                </a:lnTo>
                <a:lnTo>
                  <a:pt x="1758048" y="37282"/>
                </a:lnTo>
                <a:lnTo>
                  <a:pt x="1758719" y="37317"/>
                </a:lnTo>
                <a:lnTo>
                  <a:pt x="1759383" y="37374"/>
                </a:lnTo>
                <a:lnTo>
                  <a:pt x="1760038" y="37455"/>
                </a:lnTo>
                <a:lnTo>
                  <a:pt x="1760684" y="37559"/>
                </a:lnTo>
                <a:lnTo>
                  <a:pt x="1761323" y="37686"/>
                </a:lnTo>
                <a:lnTo>
                  <a:pt x="1761953" y="37836"/>
                </a:lnTo>
                <a:lnTo>
                  <a:pt x="1762575" y="38009"/>
                </a:lnTo>
                <a:lnTo>
                  <a:pt x="1763188" y="38205"/>
                </a:lnTo>
                <a:lnTo>
                  <a:pt x="1763793" y="38424"/>
                </a:lnTo>
                <a:lnTo>
                  <a:pt x="1764390" y="38666"/>
                </a:lnTo>
                <a:lnTo>
                  <a:pt x="1764979" y="38931"/>
                </a:lnTo>
                <a:lnTo>
                  <a:pt x="1765559" y="39220"/>
                </a:lnTo>
                <a:lnTo>
                  <a:pt x="1766131" y="39531"/>
                </a:lnTo>
                <a:lnTo>
                  <a:pt x="1766695" y="39866"/>
                </a:lnTo>
                <a:lnTo>
                  <a:pt x="1767250" y="40223"/>
                </a:lnTo>
                <a:lnTo>
                  <a:pt x="1767797" y="40604"/>
                </a:lnTo>
                <a:lnTo>
                  <a:pt x="1768336" y="41007"/>
                </a:lnTo>
                <a:lnTo>
                  <a:pt x="1768867" y="41434"/>
                </a:lnTo>
                <a:lnTo>
                  <a:pt x="1769389" y="41884"/>
                </a:lnTo>
                <a:lnTo>
                  <a:pt x="1769903" y="42357"/>
                </a:lnTo>
                <a:lnTo>
                  <a:pt x="1770409" y="42853"/>
                </a:lnTo>
                <a:lnTo>
                  <a:pt x="1770906" y="43372"/>
                </a:lnTo>
                <a:lnTo>
                  <a:pt x="1771395" y="43914"/>
                </a:lnTo>
                <a:lnTo>
                  <a:pt x="1771870" y="44479"/>
                </a:lnTo>
                <a:lnTo>
                  <a:pt x="1772325" y="45066"/>
                </a:lnTo>
                <a:lnTo>
                  <a:pt x="1772759" y="45675"/>
                </a:lnTo>
                <a:lnTo>
                  <a:pt x="1773173" y="46307"/>
                </a:lnTo>
                <a:lnTo>
                  <a:pt x="1773567" y="46962"/>
                </a:lnTo>
                <a:lnTo>
                  <a:pt x="1773941" y="47638"/>
                </a:lnTo>
                <a:lnTo>
                  <a:pt x="1774295" y="48337"/>
                </a:lnTo>
                <a:lnTo>
                  <a:pt x="1774628" y="49059"/>
                </a:lnTo>
                <a:lnTo>
                  <a:pt x="1774941" y="49802"/>
                </a:lnTo>
                <a:lnTo>
                  <a:pt x="1775234" y="50568"/>
                </a:lnTo>
                <a:lnTo>
                  <a:pt x="1775507" y="51357"/>
                </a:lnTo>
                <a:lnTo>
                  <a:pt x="1775760" y="52168"/>
                </a:lnTo>
                <a:lnTo>
                  <a:pt x="1775992" y="53001"/>
                </a:lnTo>
                <a:lnTo>
                  <a:pt x="1776204" y="53857"/>
                </a:lnTo>
                <a:lnTo>
                  <a:pt x="1776396" y="54735"/>
                </a:lnTo>
                <a:lnTo>
                  <a:pt x="1776568" y="55635"/>
                </a:lnTo>
                <a:lnTo>
                  <a:pt x="1776719" y="56557"/>
                </a:lnTo>
                <a:lnTo>
                  <a:pt x="1776851" y="57503"/>
                </a:lnTo>
                <a:lnTo>
                  <a:pt x="1776962" y="58470"/>
                </a:lnTo>
                <a:lnTo>
                  <a:pt x="1777053" y="59460"/>
                </a:lnTo>
                <a:lnTo>
                  <a:pt x="1777123" y="60472"/>
                </a:lnTo>
                <a:lnTo>
                  <a:pt x="1777174" y="61506"/>
                </a:lnTo>
                <a:lnTo>
                  <a:pt x="1777204" y="62563"/>
                </a:lnTo>
                <a:lnTo>
                  <a:pt x="1777214" y="63642"/>
                </a:lnTo>
                <a:lnTo>
                  <a:pt x="1777205" y="64771"/>
                </a:lnTo>
                <a:lnTo>
                  <a:pt x="1777175" y="65874"/>
                </a:lnTo>
                <a:lnTo>
                  <a:pt x="1777126" y="66951"/>
                </a:lnTo>
                <a:lnTo>
                  <a:pt x="1777057" y="68004"/>
                </a:lnTo>
                <a:lnTo>
                  <a:pt x="1776969" y="69031"/>
                </a:lnTo>
                <a:lnTo>
                  <a:pt x="1776861" y="70033"/>
                </a:lnTo>
                <a:lnTo>
                  <a:pt x="1776734" y="71009"/>
                </a:lnTo>
                <a:lnTo>
                  <a:pt x="1776586" y="71960"/>
                </a:lnTo>
                <a:lnTo>
                  <a:pt x="1776420" y="72886"/>
                </a:lnTo>
                <a:lnTo>
                  <a:pt x="1776233" y="73787"/>
                </a:lnTo>
                <a:lnTo>
                  <a:pt x="1776027" y="74662"/>
                </a:lnTo>
                <a:lnTo>
                  <a:pt x="1775802" y="75512"/>
                </a:lnTo>
                <a:lnTo>
                  <a:pt x="1775556" y="76337"/>
                </a:lnTo>
                <a:lnTo>
                  <a:pt x="1775291" y="77137"/>
                </a:lnTo>
                <a:lnTo>
                  <a:pt x="1775007" y="77911"/>
                </a:lnTo>
                <a:lnTo>
                  <a:pt x="1774703" y="78660"/>
                </a:lnTo>
                <a:lnTo>
                  <a:pt x="1774379" y="79383"/>
                </a:lnTo>
                <a:lnTo>
                  <a:pt x="1774036" y="80082"/>
                </a:lnTo>
                <a:lnTo>
                  <a:pt x="1773673" y="80755"/>
                </a:lnTo>
                <a:lnTo>
                  <a:pt x="1773290" y="81403"/>
                </a:lnTo>
                <a:lnTo>
                  <a:pt x="1772888" y="82025"/>
                </a:lnTo>
                <a:lnTo>
                  <a:pt x="1772466" y="82622"/>
                </a:lnTo>
                <a:lnTo>
                  <a:pt x="1772024" y="83194"/>
                </a:lnTo>
                <a:lnTo>
                  <a:pt x="1771563" y="83741"/>
                </a:lnTo>
                <a:lnTo>
                  <a:pt x="1771088" y="84264"/>
                </a:lnTo>
                <a:lnTo>
                  <a:pt x="1770603" y="84764"/>
                </a:lnTo>
                <a:lnTo>
                  <a:pt x="1770108" y="85243"/>
                </a:lnTo>
                <a:lnTo>
                  <a:pt x="1769605" y="85699"/>
                </a:lnTo>
                <a:lnTo>
                  <a:pt x="1769092" y="86133"/>
                </a:lnTo>
                <a:lnTo>
                  <a:pt x="1768569" y="86544"/>
                </a:lnTo>
                <a:lnTo>
                  <a:pt x="1768038" y="86934"/>
                </a:lnTo>
                <a:lnTo>
                  <a:pt x="1767497" y="87301"/>
                </a:lnTo>
                <a:lnTo>
                  <a:pt x="1766946" y="87646"/>
                </a:lnTo>
                <a:lnTo>
                  <a:pt x="1766387" y="87968"/>
                </a:lnTo>
                <a:lnTo>
                  <a:pt x="1765818" y="88269"/>
                </a:lnTo>
                <a:lnTo>
                  <a:pt x="1765239" y="88547"/>
                </a:lnTo>
                <a:lnTo>
                  <a:pt x="1764652" y="88803"/>
                </a:lnTo>
                <a:lnTo>
                  <a:pt x="1764055" y="89036"/>
                </a:lnTo>
                <a:lnTo>
                  <a:pt x="1763448" y="89248"/>
                </a:lnTo>
                <a:lnTo>
                  <a:pt x="1762832" y="89437"/>
                </a:lnTo>
                <a:lnTo>
                  <a:pt x="1762207" y="89604"/>
                </a:lnTo>
                <a:lnTo>
                  <a:pt x="1761573" y="89748"/>
                </a:lnTo>
                <a:lnTo>
                  <a:pt x="1760929" y="89871"/>
                </a:lnTo>
                <a:lnTo>
                  <a:pt x="1760276" y="89971"/>
                </a:lnTo>
                <a:lnTo>
                  <a:pt x="1759613" y="90049"/>
                </a:lnTo>
                <a:lnTo>
                  <a:pt x="1758942" y="90104"/>
                </a:lnTo>
                <a:lnTo>
                  <a:pt x="1758260" y="90138"/>
                </a:lnTo>
                <a:lnTo>
                  <a:pt x="1757570" y="90149"/>
                </a:lnTo>
                <a:lnTo>
                  <a:pt x="1756874" y="90138"/>
                </a:lnTo>
                <a:lnTo>
                  <a:pt x="1756188" y="90104"/>
                </a:lnTo>
                <a:lnTo>
                  <a:pt x="1755512" y="90048"/>
                </a:lnTo>
                <a:lnTo>
                  <a:pt x="1754845" y="89970"/>
                </a:lnTo>
                <a:lnTo>
                  <a:pt x="1754189" y="89869"/>
                </a:lnTo>
                <a:lnTo>
                  <a:pt x="1753542" y="89746"/>
                </a:lnTo>
                <a:lnTo>
                  <a:pt x="1752905" y="89601"/>
                </a:lnTo>
                <a:lnTo>
                  <a:pt x="1752278" y="89433"/>
                </a:lnTo>
                <a:lnTo>
                  <a:pt x="1751660" y="89243"/>
                </a:lnTo>
                <a:lnTo>
                  <a:pt x="1751053" y="89031"/>
                </a:lnTo>
                <a:lnTo>
                  <a:pt x="1750455" y="88796"/>
                </a:lnTo>
                <a:lnTo>
                  <a:pt x="1749867" y="88539"/>
                </a:lnTo>
                <a:lnTo>
                  <a:pt x="1749289" y="88259"/>
                </a:lnTo>
                <a:lnTo>
                  <a:pt x="1748720" y="87957"/>
                </a:lnTo>
                <a:lnTo>
                  <a:pt x="1748162" y="87633"/>
                </a:lnTo>
                <a:lnTo>
                  <a:pt x="1747613" y="87286"/>
                </a:lnTo>
                <a:lnTo>
                  <a:pt x="1747074" y="86917"/>
                </a:lnTo>
                <a:lnTo>
                  <a:pt x="1746545" y="86526"/>
                </a:lnTo>
                <a:lnTo>
                  <a:pt x="1746026" y="86112"/>
                </a:lnTo>
                <a:lnTo>
                  <a:pt x="1745516" y="85676"/>
                </a:lnTo>
                <a:lnTo>
                  <a:pt x="1745017" y="85217"/>
                </a:lnTo>
                <a:lnTo>
                  <a:pt x="1744527" y="84736"/>
                </a:lnTo>
                <a:lnTo>
                  <a:pt x="1744047" y="84233"/>
                </a:lnTo>
                <a:lnTo>
                  <a:pt x="1743577" y="83707"/>
                </a:lnTo>
                <a:lnTo>
                  <a:pt x="1743121" y="83157"/>
                </a:lnTo>
                <a:lnTo>
                  <a:pt x="1742685" y="82581"/>
                </a:lnTo>
                <a:lnTo>
                  <a:pt x="1742268" y="81978"/>
                </a:lnTo>
                <a:lnTo>
                  <a:pt x="1741871" y="81349"/>
                </a:lnTo>
                <a:lnTo>
                  <a:pt x="1741492" y="80694"/>
                </a:lnTo>
                <a:lnTo>
                  <a:pt x="1741134" y="80013"/>
                </a:lnTo>
                <a:lnTo>
                  <a:pt x="1740794" y="79305"/>
                </a:lnTo>
                <a:lnTo>
                  <a:pt x="1740475" y="78570"/>
                </a:lnTo>
                <a:lnTo>
                  <a:pt x="1740174" y="77810"/>
                </a:lnTo>
                <a:lnTo>
                  <a:pt x="1739893" y="77023"/>
                </a:lnTo>
                <a:lnTo>
                  <a:pt x="1739631" y="76209"/>
                </a:lnTo>
                <a:lnTo>
                  <a:pt x="1739389" y="75370"/>
                </a:lnTo>
                <a:lnTo>
                  <a:pt x="1739166" y="74504"/>
                </a:lnTo>
                <a:lnTo>
                  <a:pt x="1738962" y="73612"/>
                </a:lnTo>
                <a:lnTo>
                  <a:pt x="1738778" y="72693"/>
                </a:lnTo>
                <a:lnTo>
                  <a:pt x="1738613" y="71748"/>
                </a:lnTo>
                <a:lnTo>
                  <a:pt x="1738468" y="70777"/>
                </a:lnTo>
                <a:lnTo>
                  <a:pt x="1738342" y="69779"/>
                </a:lnTo>
                <a:lnTo>
                  <a:pt x="1738235" y="68755"/>
                </a:lnTo>
                <a:lnTo>
                  <a:pt x="1738148" y="67705"/>
                </a:lnTo>
                <a:lnTo>
                  <a:pt x="1738080" y="66629"/>
                </a:lnTo>
                <a:lnTo>
                  <a:pt x="1738032" y="65526"/>
                </a:lnTo>
                <a:lnTo>
                  <a:pt x="1738003" y="64396"/>
                </a:lnTo>
                <a:lnTo>
                  <a:pt x="1737993" y="63241"/>
                </a:lnTo>
                <a:lnTo>
                  <a:pt x="1738003" y="62178"/>
                </a:lnTo>
                <a:lnTo>
                  <a:pt x="1738032" y="61137"/>
                </a:lnTo>
                <a:lnTo>
                  <a:pt x="1738081" y="60119"/>
                </a:lnTo>
                <a:lnTo>
                  <a:pt x="1738150" y="59122"/>
                </a:lnTo>
                <a:lnTo>
                  <a:pt x="1738238" y="581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8FE842-C38D-4000-BBA1-9F082B34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9808" y="4027751"/>
            <a:ext cx="1863825" cy="311795"/>
          </a:xfrm>
          <a:custGeom xmlns:a="http://schemas.openxmlformats.org/drawingml/2006/main">
            <a:pathLst>
              <a:path w="1863825" h="311795">
                <a:moveTo>
                  <a:pt x="0" y="0"/>
                </a:moveTo>
                <a:lnTo>
                  <a:pt x="1863825" y="0"/>
                </a:lnTo>
                <a:lnTo>
                  <a:pt x="1863825" y="311795"/>
                </a:lnTo>
                <a:lnTo>
                  <a:pt x="0" y="3117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" name="Text {0/1label}">
            <a:extLst xmlns:a="http://schemas.openxmlformats.org/drawingml/2006/main">
              <a:ext uri="{FF2B5EF4-FFF2-40B4-BE49-F238E27FC236}">
                <a16:creationId xmlns:a16="http://schemas.microsoft.com/office/drawing/2014/main" id="{6EB3F2F3-3DC5-450A-89F9-27CC8AAC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9042" y="4126930"/>
            <a:ext cx="864462" cy="133331"/>
          </a:xfrm>
          <a:custGeom xmlns:a="http://schemas.openxmlformats.org/drawingml/2006/main">
            <a:pathLst>
              <a:path w="864462" h="133331">
                <a:moveTo>
                  <a:pt x="52744" y="133331"/>
                </a:moveTo>
                <a:lnTo>
                  <a:pt x="47434" y="133331"/>
                </a:lnTo>
                <a:cubicBezTo>
                  <a:pt x="38200" y="133331"/>
                  <a:pt x="31335" y="131166"/>
                  <a:pt x="26838" y="126836"/>
                </a:cubicBezTo>
                <a:cubicBezTo>
                  <a:pt x="22341" y="122507"/>
                  <a:pt x="20093" y="115941"/>
                  <a:pt x="20093" y="107138"/>
                </a:cubicBezTo>
                <a:lnTo>
                  <a:pt x="20093" y="82453"/>
                </a:lnTo>
                <a:cubicBezTo>
                  <a:pt x="20093" y="80108"/>
                  <a:pt x="19830" y="78015"/>
                  <a:pt x="19304" y="76174"/>
                </a:cubicBezTo>
                <a:cubicBezTo>
                  <a:pt x="18777" y="74332"/>
                  <a:pt x="17856" y="72777"/>
                  <a:pt x="16541" y="71509"/>
                </a:cubicBezTo>
                <a:cubicBezTo>
                  <a:pt x="15225" y="70241"/>
                  <a:pt x="13479" y="69273"/>
                  <a:pt x="11302" y="68603"/>
                </a:cubicBezTo>
                <a:cubicBezTo>
                  <a:pt x="9126" y="67933"/>
                  <a:pt x="6387" y="67598"/>
                  <a:pt x="3086" y="67598"/>
                </a:cubicBezTo>
                <a:lnTo>
                  <a:pt x="0" y="67598"/>
                </a:lnTo>
                <a:lnTo>
                  <a:pt x="0" y="57552"/>
                </a:lnTo>
                <a:lnTo>
                  <a:pt x="3086" y="57552"/>
                </a:lnTo>
                <a:cubicBezTo>
                  <a:pt x="6578" y="57552"/>
                  <a:pt x="9425" y="57265"/>
                  <a:pt x="11625" y="56693"/>
                </a:cubicBezTo>
                <a:cubicBezTo>
                  <a:pt x="13826" y="56119"/>
                  <a:pt x="15548" y="55246"/>
                  <a:pt x="16792" y="54076"/>
                </a:cubicBezTo>
                <a:cubicBezTo>
                  <a:pt x="18036" y="52905"/>
                  <a:pt x="18897" y="51413"/>
                  <a:pt x="19375" y="49598"/>
                </a:cubicBezTo>
                <a:cubicBezTo>
                  <a:pt x="19854" y="47781"/>
                  <a:pt x="20093" y="45631"/>
                  <a:pt x="20093" y="43146"/>
                </a:cubicBezTo>
                <a:lnTo>
                  <a:pt x="20093" y="26159"/>
                </a:lnTo>
                <a:cubicBezTo>
                  <a:pt x="20093" y="22146"/>
                  <a:pt x="20571" y="18528"/>
                  <a:pt x="21528" y="15303"/>
                </a:cubicBezTo>
                <a:cubicBezTo>
                  <a:pt x="22485" y="12077"/>
                  <a:pt x="24052" y="9329"/>
                  <a:pt x="26228" y="7059"/>
                </a:cubicBezTo>
                <a:cubicBezTo>
                  <a:pt x="28405" y="4790"/>
                  <a:pt x="31228" y="3046"/>
                  <a:pt x="34696" y="1828"/>
                </a:cubicBezTo>
                <a:cubicBezTo>
                  <a:pt x="38165" y="609"/>
                  <a:pt x="42410" y="0"/>
                  <a:pt x="47434" y="0"/>
                </a:cubicBezTo>
                <a:lnTo>
                  <a:pt x="52744" y="0"/>
                </a:lnTo>
                <a:lnTo>
                  <a:pt x="52744" y="10046"/>
                </a:lnTo>
                <a:lnTo>
                  <a:pt x="48510" y="10046"/>
                </a:lnTo>
                <a:cubicBezTo>
                  <a:pt x="37411" y="10046"/>
                  <a:pt x="31862" y="15425"/>
                  <a:pt x="31862" y="26181"/>
                </a:cubicBezTo>
                <a:lnTo>
                  <a:pt x="31862" y="42890"/>
                </a:lnTo>
                <a:cubicBezTo>
                  <a:pt x="31862" y="54556"/>
                  <a:pt x="26814" y="61129"/>
                  <a:pt x="16720" y="62611"/>
                </a:cubicBezTo>
                <a:cubicBezTo>
                  <a:pt x="26910" y="63616"/>
                  <a:pt x="32005" y="70173"/>
                  <a:pt x="32005" y="82284"/>
                </a:cubicBezTo>
                <a:lnTo>
                  <a:pt x="32005" y="106842"/>
                </a:lnTo>
                <a:cubicBezTo>
                  <a:pt x="32005" y="117804"/>
                  <a:pt x="37507" y="123284"/>
                  <a:pt x="48510" y="123284"/>
                </a:cubicBezTo>
                <a:lnTo>
                  <a:pt x="52744" y="123284"/>
                </a:lnTo>
                <a:lnTo>
                  <a:pt x="52744" y="133331"/>
                </a:lnTo>
                <a:close/>
                <a:moveTo>
                  <a:pt x="143546" y="57014"/>
                </a:moveTo>
                <a:cubicBezTo>
                  <a:pt x="143546" y="64196"/>
                  <a:pt x="142828" y="70743"/>
                  <a:pt x="141393" y="76656"/>
                </a:cubicBezTo>
                <a:cubicBezTo>
                  <a:pt x="139958" y="82567"/>
                  <a:pt x="137781" y="87642"/>
                  <a:pt x="134863" y="91880"/>
                </a:cubicBezTo>
                <a:cubicBezTo>
                  <a:pt x="131945" y="96117"/>
                  <a:pt x="128321" y="99396"/>
                  <a:pt x="123991" y="101718"/>
                </a:cubicBezTo>
                <a:cubicBezTo>
                  <a:pt x="119662" y="104040"/>
                  <a:pt x="114579" y="105201"/>
                  <a:pt x="108742" y="105201"/>
                </a:cubicBezTo>
                <a:cubicBezTo>
                  <a:pt x="103719" y="105201"/>
                  <a:pt x="99150" y="104255"/>
                  <a:pt x="95036" y="102364"/>
                </a:cubicBezTo>
                <a:cubicBezTo>
                  <a:pt x="90922" y="100473"/>
                  <a:pt x="87405" y="97564"/>
                  <a:pt x="84487" y="93638"/>
                </a:cubicBezTo>
                <a:cubicBezTo>
                  <a:pt x="81569" y="89712"/>
                  <a:pt x="79320" y="84709"/>
                  <a:pt x="77742" y="78629"/>
                </a:cubicBezTo>
                <a:cubicBezTo>
                  <a:pt x="76163" y="72549"/>
                  <a:pt x="75374" y="65344"/>
                  <a:pt x="75374" y="57014"/>
                </a:cubicBezTo>
                <a:cubicBezTo>
                  <a:pt x="75374" y="49832"/>
                  <a:pt x="76103" y="43273"/>
                  <a:pt x="77562" y="37338"/>
                </a:cubicBezTo>
                <a:cubicBezTo>
                  <a:pt x="79021" y="31401"/>
                  <a:pt x="81198" y="26314"/>
                  <a:pt x="84092" y="22078"/>
                </a:cubicBezTo>
                <a:cubicBezTo>
                  <a:pt x="86987" y="17839"/>
                  <a:pt x="90611" y="14559"/>
                  <a:pt x="94964" y="12237"/>
                </a:cubicBezTo>
                <a:cubicBezTo>
                  <a:pt x="99318" y="9916"/>
                  <a:pt x="104389" y="8755"/>
                  <a:pt x="110177" y="8755"/>
                </a:cubicBezTo>
                <a:cubicBezTo>
                  <a:pt x="115201" y="8755"/>
                  <a:pt x="119769" y="9700"/>
                  <a:pt x="123884" y="11592"/>
                </a:cubicBezTo>
                <a:cubicBezTo>
                  <a:pt x="127998" y="13483"/>
                  <a:pt x="131514" y="16403"/>
                  <a:pt x="134432" y="20353"/>
                </a:cubicBezTo>
                <a:cubicBezTo>
                  <a:pt x="137351" y="24303"/>
                  <a:pt x="139599" y="29318"/>
                  <a:pt x="141178" y="35398"/>
                </a:cubicBezTo>
                <a:cubicBezTo>
                  <a:pt x="142756" y="41478"/>
                  <a:pt x="143546" y="48683"/>
                  <a:pt x="143546" y="57014"/>
                </a:cubicBezTo>
                <a:moveTo>
                  <a:pt x="130916" y="57442"/>
                </a:moveTo>
                <a:cubicBezTo>
                  <a:pt x="130916" y="55821"/>
                  <a:pt x="130856" y="54213"/>
                  <a:pt x="130737" y="52618"/>
                </a:cubicBezTo>
                <a:cubicBezTo>
                  <a:pt x="130617" y="51022"/>
                  <a:pt x="130485" y="49461"/>
                  <a:pt x="130342" y="47936"/>
                </a:cubicBezTo>
                <a:lnTo>
                  <a:pt x="90658" y="77358"/>
                </a:lnTo>
                <a:cubicBezTo>
                  <a:pt x="91376" y="79845"/>
                  <a:pt x="92285" y="82142"/>
                  <a:pt x="93385" y="84247"/>
                </a:cubicBezTo>
                <a:cubicBezTo>
                  <a:pt x="94486" y="86352"/>
                  <a:pt x="95813" y="88158"/>
                  <a:pt x="97368" y="89665"/>
                </a:cubicBezTo>
                <a:cubicBezTo>
                  <a:pt x="98923" y="91172"/>
                  <a:pt x="100693" y="92344"/>
                  <a:pt x="102678" y="93181"/>
                </a:cubicBezTo>
                <a:cubicBezTo>
                  <a:pt x="104664" y="94018"/>
                  <a:pt x="106924" y="94437"/>
                  <a:pt x="109460" y="94437"/>
                </a:cubicBezTo>
                <a:cubicBezTo>
                  <a:pt x="112713" y="94437"/>
                  <a:pt x="115667" y="93648"/>
                  <a:pt x="118322" y="92071"/>
                </a:cubicBezTo>
                <a:cubicBezTo>
                  <a:pt x="120977" y="90494"/>
                  <a:pt x="123238" y="88152"/>
                  <a:pt x="125103" y="85045"/>
                </a:cubicBezTo>
                <a:cubicBezTo>
                  <a:pt x="126969" y="81938"/>
                  <a:pt x="128404" y="78079"/>
                  <a:pt x="129409" y="73467"/>
                </a:cubicBezTo>
                <a:cubicBezTo>
                  <a:pt x="130414" y="68853"/>
                  <a:pt x="130916" y="63512"/>
                  <a:pt x="130916" y="57442"/>
                </a:cubicBezTo>
                <a:moveTo>
                  <a:pt x="88003" y="56583"/>
                </a:moveTo>
                <a:cubicBezTo>
                  <a:pt x="88003" y="58060"/>
                  <a:pt x="88015" y="59537"/>
                  <a:pt x="88039" y="61014"/>
                </a:cubicBezTo>
                <a:cubicBezTo>
                  <a:pt x="88063" y="62491"/>
                  <a:pt x="88147" y="63921"/>
                  <a:pt x="88290" y="65302"/>
                </a:cubicBezTo>
                <a:lnTo>
                  <a:pt x="127974" y="36024"/>
                </a:lnTo>
                <a:cubicBezTo>
                  <a:pt x="127256" y="33584"/>
                  <a:pt x="126347" y="31359"/>
                  <a:pt x="125247" y="29350"/>
                </a:cubicBezTo>
                <a:cubicBezTo>
                  <a:pt x="124147" y="27341"/>
                  <a:pt x="122831" y="25606"/>
                  <a:pt x="121300" y="24147"/>
                </a:cubicBezTo>
                <a:cubicBezTo>
                  <a:pt x="119769" y="22688"/>
                  <a:pt x="118023" y="21552"/>
                  <a:pt x="116062" y="20739"/>
                </a:cubicBezTo>
                <a:cubicBezTo>
                  <a:pt x="114100" y="19925"/>
                  <a:pt x="111900" y="19519"/>
                  <a:pt x="109460" y="19519"/>
                </a:cubicBezTo>
                <a:cubicBezTo>
                  <a:pt x="106207" y="19519"/>
                  <a:pt x="103252" y="20307"/>
                  <a:pt x="100597" y="21885"/>
                </a:cubicBezTo>
                <a:cubicBezTo>
                  <a:pt x="97942" y="23462"/>
                  <a:pt x="95682" y="25816"/>
                  <a:pt x="93816" y="28946"/>
                </a:cubicBezTo>
                <a:cubicBezTo>
                  <a:pt x="91950" y="32077"/>
                  <a:pt x="90515" y="35948"/>
                  <a:pt x="89510" y="40560"/>
                </a:cubicBezTo>
                <a:cubicBezTo>
                  <a:pt x="88506" y="45172"/>
                  <a:pt x="88003" y="50513"/>
                  <a:pt x="88003" y="56583"/>
                </a:cubicBezTo>
                <a:close/>
                <a:moveTo>
                  <a:pt x="219135" y="2440"/>
                </a:moveTo>
                <a:lnTo>
                  <a:pt x="169907" y="119409"/>
                </a:lnTo>
                <a:lnTo>
                  <a:pt x="157995" y="119409"/>
                </a:lnTo>
                <a:lnTo>
                  <a:pt x="207222" y="2440"/>
                </a:lnTo>
                <a:lnTo>
                  <a:pt x="219135" y="2440"/>
                </a:lnTo>
                <a:close/>
                <a:moveTo>
                  <a:pt x="301971" y="103909"/>
                </a:moveTo>
                <a:lnTo>
                  <a:pt x="243056" y="103909"/>
                </a:lnTo>
                <a:lnTo>
                  <a:pt x="243056" y="92284"/>
                </a:lnTo>
                <a:lnTo>
                  <a:pt x="267167" y="92284"/>
                </a:lnTo>
                <a:lnTo>
                  <a:pt x="267167" y="23824"/>
                </a:lnTo>
                <a:lnTo>
                  <a:pt x="244706" y="36024"/>
                </a:lnTo>
                <a:lnTo>
                  <a:pt x="240114" y="25403"/>
                </a:lnTo>
                <a:lnTo>
                  <a:pt x="269966" y="9616"/>
                </a:lnTo>
                <a:lnTo>
                  <a:pt x="281017" y="9616"/>
                </a:lnTo>
                <a:lnTo>
                  <a:pt x="281017" y="92284"/>
                </a:lnTo>
                <a:lnTo>
                  <a:pt x="301971" y="92284"/>
                </a:lnTo>
                <a:lnTo>
                  <a:pt x="301971" y="103909"/>
                </a:lnTo>
                <a:close/>
                <a:moveTo>
                  <a:pt x="427818" y="12773"/>
                </a:moveTo>
                <a:lnTo>
                  <a:pt x="406505" y="12773"/>
                </a:lnTo>
                <a:lnTo>
                  <a:pt x="406505" y="2440"/>
                </a:lnTo>
                <a:lnTo>
                  <a:pt x="440448" y="2440"/>
                </a:lnTo>
                <a:lnTo>
                  <a:pt x="440448" y="93432"/>
                </a:lnTo>
                <a:lnTo>
                  <a:pt x="461904" y="93432"/>
                </a:lnTo>
                <a:lnTo>
                  <a:pt x="461904" y="103909"/>
                </a:lnTo>
                <a:lnTo>
                  <a:pt x="404137" y="103909"/>
                </a:lnTo>
                <a:lnTo>
                  <a:pt x="404137" y="93432"/>
                </a:lnTo>
                <a:lnTo>
                  <a:pt x="427818" y="93432"/>
                </a:lnTo>
                <a:lnTo>
                  <a:pt x="427818" y="12773"/>
                </a:lnTo>
                <a:close/>
                <a:moveTo>
                  <a:pt x="530245" y="103909"/>
                </a:moveTo>
                <a:lnTo>
                  <a:pt x="529958" y="94201"/>
                </a:lnTo>
                <a:cubicBezTo>
                  <a:pt x="526035" y="98084"/>
                  <a:pt x="522052" y="100888"/>
                  <a:pt x="518010" y="102613"/>
                </a:cubicBezTo>
                <a:cubicBezTo>
                  <a:pt x="513967" y="104338"/>
                  <a:pt x="509722" y="105201"/>
                  <a:pt x="505272" y="105201"/>
                </a:cubicBezTo>
                <a:cubicBezTo>
                  <a:pt x="501158" y="105201"/>
                  <a:pt x="497642" y="104673"/>
                  <a:pt x="494724" y="103617"/>
                </a:cubicBezTo>
                <a:cubicBezTo>
                  <a:pt x="491805" y="102560"/>
                  <a:pt x="489401" y="101108"/>
                  <a:pt x="487512" y="99260"/>
                </a:cubicBezTo>
                <a:cubicBezTo>
                  <a:pt x="485622" y="97412"/>
                  <a:pt x="484235" y="95241"/>
                  <a:pt x="483350" y="92746"/>
                </a:cubicBezTo>
                <a:cubicBezTo>
                  <a:pt x="482465" y="90249"/>
                  <a:pt x="482022" y="87537"/>
                  <a:pt x="482022" y="84610"/>
                </a:cubicBezTo>
                <a:cubicBezTo>
                  <a:pt x="482022" y="77362"/>
                  <a:pt x="484713" y="71686"/>
                  <a:pt x="490095" y="67583"/>
                </a:cubicBezTo>
                <a:cubicBezTo>
                  <a:pt x="495477" y="63479"/>
                  <a:pt x="503431" y="61427"/>
                  <a:pt x="513955" y="61427"/>
                </a:cubicBezTo>
                <a:lnTo>
                  <a:pt x="528882" y="61427"/>
                </a:lnTo>
                <a:lnTo>
                  <a:pt x="528882" y="55157"/>
                </a:lnTo>
                <a:cubicBezTo>
                  <a:pt x="528882" y="50929"/>
                  <a:pt x="527518" y="47544"/>
                  <a:pt x="524791" y="45003"/>
                </a:cubicBezTo>
                <a:cubicBezTo>
                  <a:pt x="522064" y="42461"/>
                  <a:pt x="517902" y="41190"/>
                  <a:pt x="512305" y="41190"/>
                </a:cubicBezTo>
                <a:cubicBezTo>
                  <a:pt x="508238" y="41190"/>
                  <a:pt x="504232" y="41652"/>
                  <a:pt x="500285" y="42574"/>
                </a:cubicBezTo>
                <a:cubicBezTo>
                  <a:pt x="496338" y="43495"/>
                  <a:pt x="492260" y="44804"/>
                  <a:pt x="488050" y="46501"/>
                </a:cubicBezTo>
                <a:lnTo>
                  <a:pt x="488050" y="35163"/>
                </a:lnTo>
                <a:cubicBezTo>
                  <a:pt x="489629" y="34588"/>
                  <a:pt x="491387" y="34026"/>
                  <a:pt x="493324" y="33476"/>
                </a:cubicBezTo>
                <a:cubicBezTo>
                  <a:pt x="495262" y="32926"/>
                  <a:pt x="497307" y="32436"/>
                  <a:pt x="499460" y="32005"/>
                </a:cubicBezTo>
                <a:cubicBezTo>
                  <a:pt x="501613" y="31575"/>
                  <a:pt x="503861" y="31228"/>
                  <a:pt x="506205" y="30965"/>
                </a:cubicBezTo>
                <a:cubicBezTo>
                  <a:pt x="508549" y="30701"/>
                  <a:pt x="510918" y="30570"/>
                  <a:pt x="513310" y="30570"/>
                </a:cubicBezTo>
                <a:cubicBezTo>
                  <a:pt x="517663" y="30570"/>
                  <a:pt x="521586" y="31048"/>
                  <a:pt x="525078" y="32005"/>
                </a:cubicBezTo>
                <a:cubicBezTo>
                  <a:pt x="528571" y="32962"/>
                  <a:pt x="531525" y="34421"/>
                  <a:pt x="533941" y="36382"/>
                </a:cubicBezTo>
                <a:cubicBezTo>
                  <a:pt x="536357" y="38344"/>
                  <a:pt x="538210" y="40808"/>
                  <a:pt x="539502" y="43774"/>
                </a:cubicBezTo>
                <a:cubicBezTo>
                  <a:pt x="540794" y="46740"/>
                  <a:pt x="541440" y="50232"/>
                  <a:pt x="541440" y="54251"/>
                </a:cubicBezTo>
                <a:lnTo>
                  <a:pt x="541440" y="103909"/>
                </a:lnTo>
                <a:lnTo>
                  <a:pt x="530245" y="103909"/>
                </a:lnTo>
                <a:moveTo>
                  <a:pt x="528882" y="71043"/>
                </a:moveTo>
                <a:lnTo>
                  <a:pt x="513022" y="71043"/>
                </a:lnTo>
                <a:cubicBezTo>
                  <a:pt x="509913" y="71043"/>
                  <a:pt x="507234" y="71354"/>
                  <a:pt x="504985" y="71976"/>
                </a:cubicBezTo>
                <a:cubicBezTo>
                  <a:pt x="502737" y="72598"/>
                  <a:pt x="500895" y="73483"/>
                  <a:pt x="499460" y="74631"/>
                </a:cubicBezTo>
                <a:cubicBezTo>
                  <a:pt x="498025" y="75779"/>
                  <a:pt x="496960" y="77154"/>
                  <a:pt x="496266" y="78757"/>
                </a:cubicBezTo>
                <a:cubicBezTo>
                  <a:pt x="495573" y="80360"/>
                  <a:pt x="495226" y="82166"/>
                  <a:pt x="495226" y="84175"/>
                </a:cubicBezTo>
                <a:cubicBezTo>
                  <a:pt x="495226" y="85562"/>
                  <a:pt x="495441" y="86890"/>
                  <a:pt x="495872" y="88158"/>
                </a:cubicBezTo>
                <a:cubicBezTo>
                  <a:pt x="496302" y="89425"/>
                  <a:pt x="496996" y="90550"/>
                  <a:pt x="497953" y="91530"/>
                </a:cubicBezTo>
                <a:cubicBezTo>
                  <a:pt x="498910" y="92511"/>
                  <a:pt x="500153" y="93288"/>
                  <a:pt x="501684" y="93863"/>
                </a:cubicBezTo>
                <a:cubicBezTo>
                  <a:pt x="503215" y="94437"/>
                  <a:pt x="505081" y="94724"/>
                  <a:pt x="507282" y="94724"/>
                </a:cubicBezTo>
                <a:cubicBezTo>
                  <a:pt x="510152" y="94724"/>
                  <a:pt x="513441" y="93851"/>
                  <a:pt x="517149" y="92104"/>
                </a:cubicBezTo>
                <a:cubicBezTo>
                  <a:pt x="520856" y="90358"/>
                  <a:pt x="524767" y="87595"/>
                  <a:pt x="528882" y="83816"/>
                </a:cubicBezTo>
                <a:lnTo>
                  <a:pt x="528882" y="71043"/>
                </a:lnTo>
                <a:close/>
                <a:moveTo>
                  <a:pt x="626214" y="66594"/>
                </a:moveTo>
                <a:cubicBezTo>
                  <a:pt x="626214" y="72574"/>
                  <a:pt x="625388" y="77920"/>
                  <a:pt x="623738" y="82632"/>
                </a:cubicBezTo>
                <a:cubicBezTo>
                  <a:pt x="622088" y="87344"/>
                  <a:pt x="619743" y="91339"/>
                  <a:pt x="616705" y="94616"/>
                </a:cubicBezTo>
                <a:cubicBezTo>
                  <a:pt x="613668" y="97893"/>
                  <a:pt x="609972" y="100405"/>
                  <a:pt x="605619" y="102151"/>
                </a:cubicBezTo>
                <a:cubicBezTo>
                  <a:pt x="601265" y="103897"/>
                  <a:pt x="596361" y="104770"/>
                  <a:pt x="590908" y="104770"/>
                </a:cubicBezTo>
                <a:cubicBezTo>
                  <a:pt x="586650" y="104770"/>
                  <a:pt x="582296" y="104363"/>
                  <a:pt x="577847" y="103550"/>
                </a:cubicBezTo>
                <a:cubicBezTo>
                  <a:pt x="573398" y="102737"/>
                  <a:pt x="568997" y="101445"/>
                  <a:pt x="564643" y="99675"/>
                </a:cubicBezTo>
                <a:lnTo>
                  <a:pt x="564643" y="2440"/>
                </a:lnTo>
                <a:lnTo>
                  <a:pt x="577130" y="2440"/>
                </a:lnTo>
                <a:lnTo>
                  <a:pt x="577130" y="30404"/>
                </a:lnTo>
                <a:lnTo>
                  <a:pt x="576556" y="43774"/>
                </a:lnTo>
                <a:cubicBezTo>
                  <a:pt x="580144" y="38942"/>
                  <a:pt x="583983" y="35533"/>
                  <a:pt x="588073" y="33548"/>
                </a:cubicBezTo>
                <a:cubicBezTo>
                  <a:pt x="592163" y="31563"/>
                  <a:pt x="596553" y="30570"/>
                  <a:pt x="601241" y="30570"/>
                </a:cubicBezTo>
                <a:cubicBezTo>
                  <a:pt x="605355" y="30570"/>
                  <a:pt x="608967" y="31431"/>
                  <a:pt x="612077" y="33153"/>
                </a:cubicBezTo>
                <a:cubicBezTo>
                  <a:pt x="615187" y="34876"/>
                  <a:pt x="617794" y="37303"/>
                  <a:pt x="619899" y="40437"/>
                </a:cubicBezTo>
                <a:cubicBezTo>
                  <a:pt x="622004" y="43570"/>
                  <a:pt x="623583" y="47350"/>
                  <a:pt x="624635" y="51775"/>
                </a:cubicBezTo>
                <a:cubicBezTo>
                  <a:pt x="625687" y="56200"/>
                  <a:pt x="626214" y="61140"/>
                  <a:pt x="626214" y="66594"/>
                </a:cubicBezTo>
                <a:moveTo>
                  <a:pt x="613440" y="67134"/>
                </a:moveTo>
                <a:cubicBezTo>
                  <a:pt x="613440" y="63359"/>
                  <a:pt x="613165" y="59895"/>
                  <a:pt x="612615" y="56742"/>
                </a:cubicBezTo>
                <a:cubicBezTo>
                  <a:pt x="612065" y="53589"/>
                  <a:pt x="611192" y="50890"/>
                  <a:pt x="609996" y="48645"/>
                </a:cubicBezTo>
                <a:cubicBezTo>
                  <a:pt x="608800" y="46399"/>
                  <a:pt x="607269" y="44643"/>
                  <a:pt x="605403" y="43377"/>
                </a:cubicBezTo>
                <a:cubicBezTo>
                  <a:pt x="603537" y="42111"/>
                  <a:pt x="601313" y="41477"/>
                  <a:pt x="598730" y="41477"/>
                </a:cubicBezTo>
                <a:cubicBezTo>
                  <a:pt x="597151" y="41477"/>
                  <a:pt x="595548" y="41729"/>
                  <a:pt x="593922" y="42231"/>
                </a:cubicBezTo>
                <a:cubicBezTo>
                  <a:pt x="592295" y="42732"/>
                  <a:pt x="590609" y="43567"/>
                  <a:pt x="588862" y="44738"/>
                </a:cubicBezTo>
                <a:cubicBezTo>
                  <a:pt x="587116" y="45909"/>
                  <a:pt x="585274" y="47461"/>
                  <a:pt x="583337" y="49396"/>
                </a:cubicBezTo>
                <a:cubicBezTo>
                  <a:pt x="581399" y="51330"/>
                  <a:pt x="579330" y="53731"/>
                  <a:pt x="577130" y="56599"/>
                </a:cubicBezTo>
                <a:lnTo>
                  <a:pt x="577130" y="91499"/>
                </a:lnTo>
                <a:cubicBezTo>
                  <a:pt x="579570" y="92454"/>
                  <a:pt x="582057" y="93207"/>
                  <a:pt x="584593" y="93757"/>
                </a:cubicBezTo>
                <a:cubicBezTo>
                  <a:pt x="587128" y="94306"/>
                  <a:pt x="589544" y="94580"/>
                  <a:pt x="591841" y="94580"/>
                </a:cubicBezTo>
                <a:cubicBezTo>
                  <a:pt x="594711" y="94580"/>
                  <a:pt x="597450" y="94126"/>
                  <a:pt x="600057" y="93219"/>
                </a:cubicBezTo>
                <a:cubicBezTo>
                  <a:pt x="602664" y="92311"/>
                  <a:pt x="604961" y="90795"/>
                  <a:pt x="606946" y="88669"/>
                </a:cubicBezTo>
                <a:cubicBezTo>
                  <a:pt x="608931" y="86541"/>
                  <a:pt x="610510" y="83723"/>
                  <a:pt x="611682" y="80212"/>
                </a:cubicBezTo>
                <a:cubicBezTo>
                  <a:pt x="612854" y="76701"/>
                  <a:pt x="613440" y="72341"/>
                  <a:pt x="613440" y="67134"/>
                </a:cubicBezTo>
                <a:close/>
                <a:moveTo>
                  <a:pt x="706181" y="64082"/>
                </a:moveTo>
                <a:cubicBezTo>
                  <a:pt x="706181" y="65852"/>
                  <a:pt x="706157" y="67335"/>
                  <a:pt x="706109" y="68531"/>
                </a:cubicBezTo>
                <a:cubicBezTo>
                  <a:pt x="706061" y="69727"/>
                  <a:pt x="705989" y="70851"/>
                  <a:pt x="705894" y="71904"/>
                </a:cubicBezTo>
                <a:lnTo>
                  <a:pt x="655303" y="71904"/>
                </a:lnTo>
                <a:cubicBezTo>
                  <a:pt x="655303" y="79249"/>
                  <a:pt x="657360" y="84889"/>
                  <a:pt x="661474" y="88824"/>
                </a:cubicBezTo>
                <a:cubicBezTo>
                  <a:pt x="665588" y="92757"/>
                  <a:pt x="671521" y="94724"/>
                  <a:pt x="679271" y="94724"/>
                </a:cubicBezTo>
                <a:cubicBezTo>
                  <a:pt x="681376" y="94724"/>
                  <a:pt x="683481" y="94638"/>
                  <a:pt x="685586" y="94468"/>
                </a:cubicBezTo>
                <a:cubicBezTo>
                  <a:pt x="687691" y="94296"/>
                  <a:pt x="689724" y="94064"/>
                  <a:pt x="691685" y="93771"/>
                </a:cubicBezTo>
                <a:cubicBezTo>
                  <a:pt x="693647" y="93476"/>
                  <a:pt x="695524" y="93146"/>
                  <a:pt x="697318" y="92779"/>
                </a:cubicBezTo>
                <a:cubicBezTo>
                  <a:pt x="699112" y="92412"/>
                  <a:pt x="700775" y="92007"/>
                  <a:pt x="702306" y="91566"/>
                </a:cubicBezTo>
                <a:lnTo>
                  <a:pt x="702306" y="101900"/>
                </a:lnTo>
                <a:cubicBezTo>
                  <a:pt x="698909" y="102877"/>
                  <a:pt x="695070" y="103672"/>
                  <a:pt x="690788" y="104283"/>
                </a:cubicBezTo>
                <a:cubicBezTo>
                  <a:pt x="686506" y="104895"/>
                  <a:pt x="682069" y="105201"/>
                  <a:pt x="677477" y="105201"/>
                </a:cubicBezTo>
                <a:cubicBezTo>
                  <a:pt x="671305" y="105201"/>
                  <a:pt x="665995" y="104363"/>
                  <a:pt x="661546" y="102689"/>
                </a:cubicBezTo>
                <a:cubicBezTo>
                  <a:pt x="657097" y="101015"/>
                  <a:pt x="653449" y="98587"/>
                  <a:pt x="650602" y="95405"/>
                </a:cubicBezTo>
                <a:cubicBezTo>
                  <a:pt x="647756" y="92224"/>
                  <a:pt x="645651" y="88325"/>
                  <a:pt x="644287" y="83708"/>
                </a:cubicBezTo>
                <a:cubicBezTo>
                  <a:pt x="642924" y="79092"/>
                  <a:pt x="642242" y="73865"/>
                  <a:pt x="642242" y="68029"/>
                </a:cubicBezTo>
                <a:cubicBezTo>
                  <a:pt x="642242" y="62958"/>
                  <a:pt x="642972" y="58162"/>
                  <a:pt x="644431" y="53641"/>
                </a:cubicBezTo>
                <a:cubicBezTo>
                  <a:pt x="645890" y="49120"/>
                  <a:pt x="648019" y="45149"/>
                  <a:pt x="650818" y="41729"/>
                </a:cubicBezTo>
                <a:cubicBezTo>
                  <a:pt x="653616" y="38308"/>
                  <a:pt x="657049" y="35593"/>
                  <a:pt x="661115" y="33584"/>
                </a:cubicBezTo>
                <a:cubicBezTo>
                  <a:pt x="665182" y="31575"/>
                  <a:pt x="669798" y="30570"/>
                  <a:pt x="674965" y="30570"/>
                </a:cubicBezTo>
                <a:cubicBezTo>
                  <a:pt x="679988" y="30570"/>
                  <a:pt x="684437" y="31359"/>
                  <a:pt x="688312" y="32938"/>
                </a:cubicBezTo>
                <a:cubicBezTo>
                  <a:pt x="692188" y="34517"/>
                  <a:pt x="695453" y="36753"/>
                  <a:pt x="698108" y="39648"/>
                </a:cubicBezTo>
                <a:cubicBezTo>
                  <a:pt x="700763" y="42542"/>
                  <a:pt x="702772" y="46058"/>
                  <a:pt x="704136" y="50196"/>
                </a:cubicBezTo>
                <a:cubicBezTo>
                  <a:pt x="705499" y="54335"/>
                  <a:pt x="706181" y="58963"/>
                  <a:pt x="706181" y="64082"/>
                </a:cubicBezTo>
                <a:moveTo>
                  <a:pt x="693192" y="62288"/>
                </a:moveTo>
                <a:cubicBezTo>
                  <a:pt x="693336" y="59093"/>
                  <a:pt x="693025" y="56173"/>
                  <a:pt x="692259" y="53526"/>
                </a:cubicBezTo>
                <a:cubicBezTo>
                  <a:pt x="691494" y="50880"/>
                  <a:pt x="690310" y="48603"/>
                  <a:pt x="688707" y="46696"/>
                </a:cubicBezTo>
                <a:cubicBezTo>
                  <a:pt x="687104" y="44788"/>
                  <a:pt x="685107" y="43298"/>
                  <a:pt x="682715" y="42226"/>
                </a:cubicBezTo>
                <a:cubicBezTo>
                  <a:pt x="680323" y="41153"/>
                  <a:pt x="677548" y="40616"/>
                  <a:pt x="674391" y="40616"/>
                </a:cubicBezTo>
                <a:cubicBezTo>
                  <a:pt x="671664" y="40616"/>
                  <a:pt x="669176" y="41141"/>
                  <a:pt x="666928" y="42191"/>
                </a:cubicBezTo>
                <a:cubicBezTo>
                  <a:pt x="664679" y="43239"/>
                  <a:pt x="662742" y="44716"/>
                  <a:pt x="661115" y="46624"/>
                </a:cubicBezTo>
                <a:cubicBezTo>
                  <a:pt x="659489" y="48532"/>
                  <a:pt x="658173" y="50821"/>
                  <a:pt x="657168" y="53491"/>
                </a:cubicBezTo>
                <a:cubicBezTo>
                  <a:pt x="656164" y="56161"/>
                  <a:pt x="655542" y="59093"/>
                  <a:pt x="655303" y="62288"/>
                </a:cubicBezTo>
                <a:lnTo>
                  <a:pt x="693192" y="62288"/>
                </a:lnTo>
                <a:close/>
                <a:moveTo>
                  <a:pt x="750554" y="12773"/>
                </a:moveTo>
                <a:lnTo>
                  <a:pt x="729241" y="12773"/>
                </a:lnTo>
                <a:lnTo>
                  <a:pt x="729241" y="2440"/>
                </a:lnTo>
                <a:lnTo>
                  <a:pt x="763184" y="2440"/>
                </a:lnTo>
                <a:lnTo>
                  <a:pt x="763184" y="93432"/>
                </a:lnTo>
                <a:lnTo>
                  <a:pt x="784640" y="93432"/>
                </a:lnTo>
                <a:lnTo>
                  <a:pt x="784640" y="103909"/>
                </a:lnTo>
                <a:lnTo>
                  <a:pt x="726873" y="103909"/>
                </a:lnTo>
                <a:lnTo>
                  <a:pt x="726873" y="93432"/>
                </a:lnTo>
                <a:lnTo>
                  <a:pt x="750554" y="93432"/>
                </a:lnTo>
                <a:lnTo>
                  <a:pt x="750554" y="12773"/>
                </a:lnTo>
                <a:close/>
                <a:moveTo>
                  <a:pt x="811646" y="0"/>
                </a:moveTo>
                <a:lnTo>
                  <a:pt x="816957" y="0"/>
                </a:lnTo>
                <a:cubicBezTo>
                  <a:pt x="826190" y="0"/>
                  <a:pt x="833055" y="2163"/>
                  <a:pt x="837552" y="6488"/>
                </a:cubicBezTo>
                <a:cubicBezTo>
                  <a:pt x="842049" y="10811"/>
                  <a:pt x="844297" y="17368"/>
                  <a:pt x="844297" y="26159"/>
                </a:cubicBezTo>
                <a:lnTo>
                  <a:pt x="844297" y="42715"/>
                </a:lnTo>
                <a:cubicBezTo>
                  <a:pt x="844297" y="45057"/>
                  <a:pt x="844561" y="47147"/>
                  <a:pt x="845087" y="48988"/>
                </a:cubicBezTo>
                <a:cubicBezTo>
                  <a:pt x="845613" y="50826"/>
                  <a:pt x="846534" y="52379"/>
                  <a:pt x="847850" y="53645"/>
                </a:cubicBezTo>
                <a:cubicBezTo>
                  <a:pt x="849165" y="54912"/>
                  <a:pt x="850923" y="55880"/>
                  <a:pt x="853124" y="56549"/>
                </a:cubicBezTo>
                <a:cubicBezTo>
                  <a:pt x="855325" y="57218"/>
                  <a:pt x="858075" y="57552"/>
                  <a:pt x="861376" y="57552"/>
                </a:cubicBezTo>
                <a:lnTo>
                  <a:pt x="864462" y="57552"/>
                </a:lnTo>
                <a:lnTo>
                  <a:pt x="864462" y="67598"/>
                </a:lnTo>
                <a:lnTo>
                  <a:pt x="861376" y="67598"/>
                </a:lnTo>
                <a:cubicBezTo>
                  <a:pt x="857884" y="67598"/>
                  <a:pt x="855026" y="67885"/>
                  <a:pt x="852801" y="68459"/>
                </a:cubicBezTo>
                <a:cubicBezTo>
                  <a:pt x="850576" y="69033"/>
                  <a:pt x="848842" y="69907"/>
                  <a:pt x="847598" y="71079"/>
                </a:cubicBezTo>
                <a:cubicBezTo>
                  <a:pt x="846355" y="72251"/>
                  <a:pt x="845493" y="73746"/>
                  <a:pt x="845015" y="75564"/>
                </a:cubicBezTo>
                <a:cubicBezTo>
                  <a:pt x="844537" y="77382"/>
                  <a:pt x="844297" y="79534"/>
                  <a:pt x="844297" y="82022"/>
                </a:cubicBezTo>
                <a:lnTo>
                  <a:pt x="844297" y="107138"/>
                </a:lnTo>
                <a:cubicBezTo>
                  <a:pt x="844297" y="111157"/>
                  <a:pt x="843819" y="114781"/>
                  <a:pt x="842862" y="118010"/>
                </a:cubicBezTo>
                <a:cubicBezTo>
                  <a:pt x="841905" y="121239"/>
                  <a:pt x="840351" y="123990"/>
                  <a:pt x="838198" y="126262"/>
                </a:cubicBezTo>
                <a:cubicBezTo>
                  <a:pt x="836045" y="128535"/>
                  <a:pt x="833222" y="130281"/>
                  <a:pt x="829730" y="131501"/>
                </a:cubicBezTo>
                <a:cubicBezTo>
                  <a:pt x="826238" y="132721"/>
                  <a:pt x="821980" y="133331"/>
                  <a:pt x="816957" y="133331"/>
                </a:cubicBezTo>
                <a:lnTo>
                  <a:pt x="811646" y="133331"/>
                </a:lnTo>
                <a:lnTo>
                  <a:pt x="811646" y="123284"/>
                </a:lnTo>
                <a:lnTo>
                  <a:pt x="815952" y="123284"/>
                </a:lnTo>
                <a:cubicBezTo>
                  <a:pt x="827003" y="123284"/>
                  <a:pt x="832529" y="117899"/>
                  <a:pt x="832529" y="107129"/>
                </a:cubicBezTo>
                <a:lnTo>
                  <a:pt x="832529" y="82284"/>
                </a:lnTo>
                <a:cubicBezTo>
                  <a:pt x="832529" y="70605"/>
                  <a:pt x="837576" y="64048"/>
                  <a:pt x="847670" y="62611"/>
                </a:cubicBezTo>
                <a:cubicBezTo>
                  <a:pt x="837480" y="61512"/>
                  <a:pt x="832385" y="54939"/>
                  <a:pt x="832385" y="42890"/>
                </a:cubicBezTo>
                <a:lnTo>
                  <a:pt x="832385" y="26468"/>
                </a:lnTo>
                <a:cubicBezTo>
                  <a:pt x="832385" y="15520"/>
                  <a:pt x="826908" y="10046"/>
                  <a:pt x="815952" y="10046"/>
                </a:cubicBezTo>
                <a:lnTo>
                  <a:pt x="811646" y="10046"/>
                </a:lnTo>
                <a:lnTo>
                  <a:pt x="81164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4756914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2026-09-05T17:18:30.6010000Z</dcterms:created>
  <dcterms:modified xsi:type="dcterms:W3CDTF">2026-09-05T17:18:30.6010000Z</dcterms:modified>
</coreProperties>
</file>